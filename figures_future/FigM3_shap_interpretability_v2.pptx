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182880" y="182880"/>
            <a:ext cx="10058400" cy="3474720"/>
            <a:chOff x="182880" y="182880"/>
            <a:chExt cx="10058400" cy="3474720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10058400" cy="347471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82880" y="182880"/>
              <a:ext cx="10058400" cy="347471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52469" y="252469"/>
              <a:ext cx="3694424" cy="333554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2318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3946893" y="252469"/>
              <a:ext cx="6224797" cy="333554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2318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1501962" y="1064445"/>
              <a:ext cx="2343710" cy="214721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501962" y="2809058"/>
              <a:ext cx="2343710" cy="0"/>
            </a:xfrm>
            <a:custGeom>
              <a:avLst/>
              <a:pathLst>
                <a:path w="2343710" h="0">
                  <a:moveTo>
                    <a:pt x="0" y="0"/>
                  </a:moveTo>
                  <a:lnTo>
                    <a:pt x="2343710" y="0"/>
                  </a:lnTo>
                  <a:lnTo>
                    <a:pt x="234371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501962" y="2138053"/>
              <a:ext cx="2343710" cy="0"/>
            </a:xfrm>
            <a:custGeom>
              <a:avLst/>
              <a:pathLst>
                <a:path w="2343710" h="0">
                  <a:moveTo>
                    <a:pt x="0" y="0"/>
                  </a:moveTo>
                  <a:lnTo>
                    <a:pt x="2343710" y="0"/>
                  </a:lnTo>
                  <a:lnTo>
                    <a:pt x="234371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501962" y="1467048"/>
              <a:ext cx="2343710" cy="0"/>
            </a:xfrm>
            <a:custGeom>
              <a:avLst/>
              <a:pathLst>
                <a:path w="2343710" h="0">
                  <a:moveTo>
                    <a:pt x="0" y="0"/>
                  </a:moveTo>
                  <a:lnTo>
                    <a:pt x="2343710" y="0"/>
                  </a:lnTo>
                  <a:lnTo>
                    <a:pt x="234371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rc11"/>
            <p:cNvSpPr/>
            <p:nvPr/>
          </p:nvSpPr>
          <p:spPr>
            <a:xfrm>
              <a:off x="1608494" y="1265746"/>
              <a:ext cx="2130645" cy="402603"/>
            </a:xfrm>
            <a:prstGeom prst="rect">
              <a:avLst/>
            </a:prstGeom>
            <a:solidFill>
              <a:srgbClr val="007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" name="rc12"/>
            <p:cNvSpPr/>
            <p:nvPr/>
          </p:nvSpPr>
          <p:spPr>
            <a:xfrm>
              <a:off x="1608494" y="1936751"/>
              <a:ext cx="1936225" cy="402603"/>
            </a:xfrm>
            <a:prstGeom prst="rect">
              <a:avLst/>
            </a:prstGeom>
            <a:solidFill>
              <a:srgbClr val="009E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" name="rc13"/>
            <p:cNvSpPr/>
            <p:nvPr/>
          </p:nvSpPr>
          <p:spPr>
            <a:xfrm>
              <a:off x="1608494" y="2607756"/>
              <a:ext cx="1457917" cy="402603"/>
            </a:xfrm>
            <a:prstGeom prst="rect">
              <a:avLst/>
            </a:prstGeom>
            <a:solidFill>
              <a:srgbClr val="99999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501962" y="1064445"/>
              <a:ext cx="0" cy="2147216"/>
            </a:xfrm>
            <a:custGeom>
              <a:avLst/>
              <a:pathLst>
                <a:path w="0" h="2147216">
                  <a:moveTo>
                    <a:pt x="0" y="2147216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tx15"/>
            <p:cNvSpPr/>
            <p:nvPr/>
          </p:nvSpPr>
          <p:spPr>
            <a:xfrm>
              <a:off x="676746" y="2772665"/>
              <a:ext cx="7682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Annual variability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445495" y="2101660"/>
              <a:ext cx="99953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Accumulated warming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870691" y="1430655"/>
              <a:ext cx="57433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Survey effort</a:t>
              </a:r>
            </a:p>
          </p:txBody>
        </p:sp>
        <p:sp>
          <p:nvSpPr>
            <p:cNvPr id="18" name="pl18"/>
            <p:cNvSpPr/>
            <p:nvPr/>
          </p:nvSpPr>
          <p:spPr>
            <a:xfrm>
              <a:off x="1470330" y="2809058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70330" y="2138053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70330" y="1467048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01962" y="3211661"/>
              <a:ext cx="2343710" cy="0"/>
            </a:xfrm>
            <a:custGeom>
              <a:avLst/>
              <a:pathLst>
                <a:path w="2343710" h="0">
                  <a:moveTo>
                    <a:pt x="0" y="0"/>
                  </a:moveTo>
                  <a:lnTo>
                    <a:pt x="234371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608494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98352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788210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378068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tx26"/>
            <p:cNvSpPr/>
            <p:nvPr/>
          </p:nvSpPr>
          <p:spPr>
            <a:xfrm>
              <a:off x="1537857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2127715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0.1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2717572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0.2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3307430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0.3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1987606" y="3394412"/>
              <a:ext cx="137242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|SHAP| (log-odds)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1501962" y="674105"/>
              <a:ext cx="1976109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Exact TreeSHAP over all training rows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1501962" y="481363"/>
              <a:ext cx="129680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Feature importance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353689" y="345757"/>
              <a:ext cx="91805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34" name="rc34"/>
            <p:cNvSpPr/>
            <p:nvPr/>
          </p:nvSpPr>
          <p:spPr>
            <a:xfrm>
              <a:off x="4445565" y="1064445"/>
              <a:ext cx="1832793" cy="214721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4445565" y="314776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445565" y="262609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445565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445565" y="158274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445565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8130" cap="flat">
              <a:solidFill>
                <a:srgbClr val="999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5070270" y="2536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5377140" y="2193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5907646" y="1597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6008441" y="1794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4751830" y="2407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5381984" y="2218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429666" y="2154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5539458" y="2139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198327" y="2120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132826" y="2625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5530380" y="2212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5188425" y="2179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5078976" y="1847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846287" y="2641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5330096" y="2160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5301025" y="2188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4607400" y="2406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4978610" y="2544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5924860" y="1542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5355178" y="2260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5567004" y="2322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5206326" y="2190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2"/>
            <p:cNvSpPr/>
            <p:nvPr/>
          </p:nvSpPr>
          <p:spPr>
            <a:xfrm>
              <a:off x="5407525" y="2273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5543509" y="2259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4"/>
            <p:cNvSpPr/>
            <p:nvPr/>
          </p:nvSpPr>
          <p:spPr>
            <a:xfrm>
              <a:off x="5336631" y="2309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5452337" y="1915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6"/>
            <p:cNvSpPr/>
            <p:nvPr/>
          </p:nvSpPr>
          <p:spPr>
            <a:xfrm>
              <a:off x="5394371" y="2120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7"/>
            <p:cNvSpPr/>
            <p:nvPr/>
          </p:nvSpPr>
          <p:spPr>
            <a:xfrm>
              <a:off x="5238121" y="2212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8"/>
            <p:cNvSpPr/>
            <p:nvPr/>
          </p:nvSpPr>
          <p:spPr>
            <a:xfrm>
              <a:off x="5173068" y="2327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9"/>
            <p:cNvSpPr/>
            <p:nvPr/>
          </p:nvSpPr>
          <p:spPr>
            <a:xfrm>
              <a:off x="5395011" y="2262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70"/>
            <p:cNvSpPr/>
            <p:nvPr/>
          </p:nvSpPr>
          <p:spPr>
            <a:xfrm>
              <a:off x="5072702" y="2575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1"/>
            <p:cNvSpPr/>
            <p:nvPr/>
          </p:nvSpPr>
          <p:spPr>
            <a:xfrm>
              <a:off x="5101163" y="2487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5600011" y="2021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5405621" y="2263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5726258" y="1924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5686342" y="1981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5206514" y="2140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5794545" y="1807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5204085" y="2072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5001562" y="2185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5861009" y="1887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5134502" y="2651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5536582" y="2202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5313943" y="2109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5397198" y="2193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5777159" y="1706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5419698" y="2159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5074616" y="2064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5333391" y="2144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5303903" y="2058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5137986" y="2731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5309607" y="2051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5330878" y="2111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5262659" y="2118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5435094" y="2158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4976357" y="2294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5331216" y="2190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5375897" y="2194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5126723" y="2624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5731392" y="1954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5459015" y="1945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5544688" y="2261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5581070" y="2030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5650727" y="1906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5619864" y="2016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5394204" y="2165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5062493" y="2407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5426467" y="2103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5523279" y="2099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5251733" y="2172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5286455" y="217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5231120" y="2083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5491719" y="2256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5374669" y="2119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5499892" y="2174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5976784" y="2222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4901446" y="1997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5603174" y="1864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5770775" y="2007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5312338" y="2179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5545498" y="208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5728443" y="1881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5628363" y="1971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5387514" y="2144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4968046" y="2496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5374544" y="2149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5341060" y="2197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5343802" y="2256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5339357" y="2204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5749975" y="1982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4994365" y="2687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5535252" y="2235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5276958" y="2220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5277206" y="221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5159388" y="2405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4909745" y="2254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5541507" y="2239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5740493" y="183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5432797" y="2106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5568205" y="2099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5437231" y="2036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5348634" y="2295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5839060" y="1818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5594740" y="1857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4802584" y="2540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5471180" y="2009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5526162" y="2218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5310606" y="2102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5710609" y="1723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5366819" y="2074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5152334" y="2446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5363920" y="2014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5163903" y="2374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5521397" y="2053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5769753" y="1988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5287744" y="2137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5257473" y="2269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5459570" y="2005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5526830" y="2040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5700721" y="1943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5268698" y="217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5236964" y="2128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5505987" y="2040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5252821" y="2261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5211924" y="2105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5553814" y="2311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5395445" y="2156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5069330" y="2152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5454178" y="1910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5620208" y="206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5166283" y="2242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5036980" y="2407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5608693" y="2032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5542291" y="2169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5490262" y="2210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5070302" y="2433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5083615" y="1803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5500209" y="2246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5319044" y="2158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5667789" y="1907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5321801" y="2190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5617189" y="2009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4910684" y="1859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5523529" y="2197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5440076" y="194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5436815" y="2066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5324125" y="2197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5529671" y="2190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5470926" y="2016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5854148" y="1673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5594298" y="2061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5357267" y="2274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5302584" y="2182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5595816" y="1905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5436675" y="2096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5081504" y="1864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5229100" y="2113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5352349" y="2269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5827711" y="1694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4907980" y="1783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5800342" y="1830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5701974" y="1869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5888917" y="1580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5251823" y="2167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4907370" y="1685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5069655" y="233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5785913" y="1882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5173406" y="2192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5594009" y="2059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5585714" y="2123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5065491" y="2498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5384647" y="2223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5293667" y="2123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5238889" y="2152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5675622" y="1900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5424062" y="2164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5419809" y="2087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5384424" y="2112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5418890" y="2169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5593410" y="2005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5336554" y="2274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4760355" y="2592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5351089" y="2242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5187070" y="2216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5749090" y="1944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5369309" y="2054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5398353" y="2270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5112162" y="2668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5423706" y="2150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5537255" y="2256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5806423" y="173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5543555" y="2120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5306129" y="2187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5706268" y="1873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5121646" y="2754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5449850" y="1964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5797331" y="1963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5397535" y="2193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5483769" y="2203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5089738" y="2606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5470585" y="2074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5108246" y="2705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5393491" y="2210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5528002" y="2055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5155234" y="2578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5538295" y="2335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4752177" y="2726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5021760" y="2325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5568468" y="2047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5378405" y="2194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5512720" y="2115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5329262" y="2158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5216262" y="2071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5649026" y="1831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5286143" y="2024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5214507" y="1947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5426436" y="2211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5335477" y="2285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5682401" y="1978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5773826" y="1966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5470280" y="199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5053740" y="2391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5607177" y="1960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5210539" y="2224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5307821" y="2031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5669333" y="1921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5389745" y="2128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5259520" y="2202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5225033" y="192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5446463" y="2020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5461445" y="1968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5279324" y="2157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4700127" y="2524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5376520" y="222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5344057" y="2267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5065883" y="2421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5419707" y="2176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5492938" y="2167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5282429" y="2003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5392379" y="2191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5272621" y="2057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5378962" y="2160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5429486" y="2129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5466364" y="2115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5393519" y="2215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5737176" y="2127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5607860" y="2008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5442389" y="206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5678204" y="1907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5492362" y="2253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5536845" y="2197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5458199" y="2095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5129177" y="2613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5478127" y="2308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5539729" y="2226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5052827" y="2209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4925233" y="1950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5635918" y="216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5626566" y="2076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5294682" y="2004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4981535" y="2584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5044675" y="2212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5625631" y="2026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5653389" y="2016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5066526" y="2677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5316788" y="2238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5639734" y="2146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5216115" y="2060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5413117" y="2151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5948167" y="1796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5295957" y="2157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5049886" y="2687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5356271" y="2269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4954731" y="258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5583734" y="1989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5414960" y="2225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5527377" y="2029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5254625" y="2045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5379655" y="2092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5108682" y="2754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5300433" y="2056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5440110" y="1769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4960719" y="2390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5315170" y="2028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5333119" y="2108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5562523" y="2185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5531077" y="2203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5033984" y="2315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5178813" y="2258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5700246" y="1716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5707519" y="1930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5414791" y="2116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5085977" y="2084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5371297" y="2086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5378233" y="2097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5674618" y="1935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5289354" y="1954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5360357" y="2098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5365707" y="209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5590991" y="1932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4971423" y="2937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5106357" y="2622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5612087" y="2033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5563334" y="2226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5936140" y="1774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5693082" y="2050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5760574" y="2077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5568142" y="1916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5635389" y="2084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5606891" y="1955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5527909" y="2076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5289461" y="2202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5098652" y="2519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5426285" y="2195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4963760" y="2503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5434639" y="2040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5660426" y="1651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5610309" y="2006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5163937" y="2345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5210838" y="2202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5374078" y="2093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5220256" y="213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4771712" y="249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5241085" y="2177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5210170" y="2268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4929612" y="1820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5333324" y="2028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5135806" y="2732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5287143" y="2132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5795588" y="1896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5432646" y="2155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5158043" y="2365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5091027" y="2434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5087142" y="1863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5439795" y="1945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5552654" y="2282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5065123" y="2473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5521030" y="2113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5543841" y="2170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5604540" y="2010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5625396" y="2090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5500031" y="2223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5460837" y="2087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5365906" y="2075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5335481" y="2289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5336162" y="2286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5494296" y="2277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5195288" y="2053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5645515" y="1899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5324370" y="2218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5625645" y="2072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5371741" y="2047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5075737" y="2013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5297584" y="2056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5116435" y="2578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5594986" y="1965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5505013" y="2175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5160624" y="2376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5048305" y="2607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5652322" y="1830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5237493" y="2154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5184470" y="239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5065176" y="2369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5351421" y="2251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5433219" y="2152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5474649" y="216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5223359" y="191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5376108" y="2208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5674590" y="1930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5614436" y="2049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5193336" y="2049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5760410" y="204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5563981" y="2228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5554631" y="2246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5282264" y="2143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5563582" y="2268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5190453" y="2191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5203868" y="2134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5593962" y="1971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5323035" y="2159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5529101" y="2304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5666594" y="1662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5348346" y="2264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5670012" y="1707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5372519" y="2073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5446922" y="1947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5752567" y="1771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5421106" y="2176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5312720" y="2210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5516794" y="2274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5216782" y="213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5806535" y="1784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5072214" y="235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5510038" y="2107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5402288" y="2218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5254000" y="216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5512150" y="2235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5232650" y="2139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6100560" y="1889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5137400" y="2710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5061758" y="2429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5715974" y="1806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5366119" y="2052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5749034" y="1966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5363270" y="2139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5712715" y="1700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5322319" y="2244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5140401" y="265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5728761" y="1731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5596866" y="1822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5571535" y="2031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5239461" y="2198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5488057" y="2300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5438427" y="2138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5243360" y="2322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5227139" y="1963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5612733" y="2034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5082686" y="1829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5089225" y="2459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5086619" y="1958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5573928" y="2177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999438" y="2258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5411952" y="218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5513808" y="2069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5110841" y="2769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5006366" y="2114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5189417" y="2138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794941" y="2401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5513632" y="2136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5428120" y="2193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5108143" y="2452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5167706" y="2349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5318099" y="2164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5542141" y="2242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5126152" y="261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5415987" y="2180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5686594" y="1913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5415133" y="2134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5394224" y="2251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5497905" y="2303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5584752" y="2015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5503744" y="2116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5158255" y="2413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5127822" y="2514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5395990" y="2165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5646887" y="1986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5336706" y="2247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5706299" y="2020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5032545" y="2302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5361554" y="2077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5178712" y="1934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5391976" y="2182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5098141" y="2655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825513" y="2632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5925967" y="1646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5567950" y="1912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5539700" y="2143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5185130" y="2207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5518309" y="2210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5329978" y="2164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730542" y="2765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5268168" y="2099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5391902" y="2113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5529636" y="2211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742412" y="2848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5973323" y="2009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5587063" y="1997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5664750" y="1805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5132740" y="2644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5538674" y="2220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5210074" y="2246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5513073" y="2303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5237790" y="2133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5734768" y="1911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5387240" y="2254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5541703" y="2297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5095168" y="2490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934091" y="1867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950647" y="2526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5244950" y="2105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5072093" y="2572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5425617" y="2166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5180204" y="2195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5683111" y="2014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5344091" y="2270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5468388" y="2137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5436922" y="2063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824355" y="1783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810805" y="1772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289231" y="2172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251440" y="2158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584515" y="1904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346318" y="2294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468532" y="198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15442" y="2520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479595" y="2175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270045" y="2112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565194" y="225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56297" y="2449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30519" y="273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477954" y="2048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206565" y="2160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725170" y="187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201238" y="2247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417868" y="2211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235012" y="2184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310736" y="2194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4974755" y="2567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556639" y="2270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415443" y="2208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06025" y="2029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497252" y="2133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669929" y="1831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295264" y="2086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395532" y="2191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224996" y="1945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595416" y="1997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505460" y="2168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06512" y="2574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514948" y="2130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33854" y="2335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794793" y="178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273514" y="2178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328158" y="2194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578276" y="2006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822798" y="1747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251951" y="2187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488252" y="2189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826856" y="1827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06913" y="2153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368389" y="1968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540468" y="2250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81311" y="2056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713944" y="1757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208677" y="2410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518964" y="2059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356367" y="2232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496592" y="2210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615207" y="2170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617296" y="2147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265359" y="2106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407356" y="2261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598090" y="2061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389067" y="2224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464986" y="1976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499186" y="2102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683284" y="1967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375133" y="2071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31137" y="2020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4888531" y="2472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55547" y="2409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455437" y="2009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050958" y="2505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327741" y="2196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202681" y="2124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779865" y="1903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323514" y="218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529964" y="2282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64118" y="2497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4937472" y="2243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264389" y="2170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717035" y="178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32878" y="2231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4816058" y="2411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117550" y="2604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4989051" y="2774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418479" y="2171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396292" y="2224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341125" y="2256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732715" y="1932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25444" y="2127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404055" y="2276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420458" y="2240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490333" y="2206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356221" y="2350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459567" y="2003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863339" y="1634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43075" y="1951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201177" y="1946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206326" y="2033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134335" y="2686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132232" y="2617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443099" y="2019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35783" y="2118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140406" y="2695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742505" y="1949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455737" y="1996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388708" y="2205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234324" y="2129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030700" y="2317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4977906" y="2531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472812" y="2131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248335" y="2167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253351" y="2187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914684" y="1884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48897" y="2145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19321" y="1975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390269" y="2268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406965" y="2324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459967" y="2078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357228" y="2251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409758" y="2271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68074" y="1806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864290" y="1717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409199" y="2334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485549" y="2211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51749" y="1919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045787" y="2642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323026" y="2214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199019" y="2249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515736" y="2197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430690" y="2185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175480" y="2386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487607" y="2198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199431" y="2117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487962" y="2089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62961" y="2227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768115" y="2072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49684" y="2153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38737" y="2138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332713" y="2163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97926" y="1976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4901573" y="2220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33170" y="2073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449620" y="1990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414380" y="2217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771721" y="1934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127089" y="2602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251584" y="2225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211299" y="2118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456423" y="1934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234589" y="2198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59389" y="1745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537754" y="2214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5402805" y="2248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5563331" y="2224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5531215" y="2303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5000881" y="2317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5819178" y="1826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5520509" y="2283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5504142" y="2131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5592488" y="2173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5237621" y="2105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5534639" y="2181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5281392" y="1983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5177804" y="2136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5101043" y="2807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5642411" y="2064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5482902" y="220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5406767" y="2331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5767317" y="191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5791171" y="1876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5196622" y="2035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5417524" y="2174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5409485" y="2141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5249958" y="2247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5483438" y="2274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5251112" y="2192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5233557" y="2148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5294576" y="2198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5380515" y="2227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5845746" y="1938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5581197" y="1891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5351217" y="2256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5638675" y="2089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5379541" y="2255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5851802" y="1636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5553916" y="2220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043555" y="176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5593996" y="1997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5229835" y="2029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5013026" y="202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5535012" y="2165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5649102" y="1853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5036672" y="2413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5337650" y="2250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5379445" y="2237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5550697" y="2255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4738799" y="2463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5598901" y="2114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5361390" y="1992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5575944" y="1976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5006758" y="2098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5387277" y="2219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5362144" y="2097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5299128" y="2232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5169632" y="2282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5147377" y="2567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5218443" y="2149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5009373" y="2116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5279811" y="215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5514392" y="2124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5776599" y="1851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5190484" y="2054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5370927" y="2114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5593076" y="2068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5195406" y="2232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5644723" y="1852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5620065" y="2017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5630876" y="2044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5584853" y="1949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5558007" y="2171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5221344" y="2074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5227930" y="206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5388045" y="2234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5545209" y="2142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5491658" y="2213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5674338" y="1954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5462741" y="2113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5551670" y="2249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5446131" y="1979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5161400" y="2288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5414259" y="2043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5237450" y="2101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4919314" y="1921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5593188" y="1888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5534314" y="2282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5756448" y="2050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5463165" y="205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5533400" y="2322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5674722" y="1940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5503748" y="2133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5677310" y="1921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5424582" y="224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5247788" y="2064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5551724" y="2219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5141124" y="2637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5534736" y="2223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5871777" y="1380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4960803" y="2506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5381756" y="2235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5495465" y="2251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5472405" y="2077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5286042" y="1995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5827391" y="1920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5254175" y="2199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5580191" y="1950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5836524" y="1764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5598977" y="1992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5752475" y="1821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5221409" y="2119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5674775" y="1869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5557318" y="225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5017574" y="2267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5307403" y="2075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5474121" y="224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5152493" y="2390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5419135" y="2158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5128073" y="2715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5551638" y="2230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5035753" y="2464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5116340" y="2542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5089481" y="2434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5831794" y="1786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5534699" y="213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5433705" y="2018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5180442" y="2231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5416864" y="2148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5241766" y="2181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5429298" y="2083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5158356" y="2457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5054711" y="2644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5871361" y="1588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5491077" y="2315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5564735" y="2246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5631795" y="2153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5522011" y="2171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5361425" y="2037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5514215" y="2302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5292534" y="2128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5453737" y="1980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5507275" y="2261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4910596" y="1904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5677261" y="1934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5342454" y="2246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5283264" y="1934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5486011" y="2191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5087340" y="1983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4968207" y="2615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5158606" y="243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5358010" y="2265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5404458" y="2270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5476470" y="2250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5242467" y="2119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4916821" y="1716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5893402" y="1557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5011896" y="2024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5473009" y="225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4950524" y="2656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5048552" y="2422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5250038" y="2149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5661604" y="1738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5392049" y="2083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5594074" y="2152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5348521" y="2234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5456920" y="2088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5696012" y="1964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5226111" y="2061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4701777" y="2432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5675493" y="1890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5118806" y="2644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5344033" y="2255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5255897" y="2203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4986322" y="2730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5554337" y="2178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5269896" y="2118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5775935" y="1956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5678942" y="1910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5502115" y="2053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5126374" y="2709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5296205" y="2243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5381298" y="2148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5234761" y="2082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5514421" y="2282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5644525" y="1873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5145053" y="2805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5577752" y="1948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5461059" y="2109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5370695" y="1960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5151586" y="2532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5651070" y="1848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5061081" y="2533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5494682" y="222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5106585" y="2636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5389838" y="2208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5905480" y="1605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5275483" y="2247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5434721" y="211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5068981" y="2611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5350031" y="2184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5508074" y="2163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5683799" y="1862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4855035" y="2596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5885617" y="1652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5255998" y="1964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5635030" y="2097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5387219" y="2158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5282644" y="2024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5353811" y="2231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5613140" y="2095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5189844" y="2098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5419604" y="2189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5918357" y="1655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5115773" y="2667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5412592" y="2178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5160435" y="2415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5826485" y="1851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5776571" y="1643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5626398" y="203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5343546" y="2232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5512279" y="2104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5383249" y="2186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5661111" y="1861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5505487" y="2090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5127225" y="2574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5826619" y="1663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5840933" y="1730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4962381" y="2720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5241088" y="2040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5546113" y="2106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5336112" y="2228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5593589" y="2053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5846086" y="1655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5112281" y="2342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5492196" y="2218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5568346" y="1965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5103827" y="2425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5471280" y="2066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5616239" y="2106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5665281" y="1682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5172513" y="2359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5464277" y="2094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5348148" y="223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5524507" y="2282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5467648" y="2083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5478956" y="2226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t916"/>
            <p:cNvSpPr/>
            <p:nvPr/>
          </p:nvSpPr>
          <p:spPr>
            <a:xfrm>
              <a:off x="5671465" y="1715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t917"/>
            <p:cNvSpPr/>
            <p:nvPr/>
          </p:nvSpPr>
          <p:spPr>
            <a:xfrm>
              <a:off x="5414053" y="2155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t918"/>
            <p:cNvSpPr/>
            <p:nvPr/>
          </p:nvSpPr>
          <p:spPr>
            <a:xfrm>
              <a:off x="5395364" y="2271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t919"/>
            <p:cNvSpPr/>
            <p:nvPr/>
          </p:nvSpPr>
          <p:spPr>
            <a:xfrm>
              <a:off x="5659451" y="1720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t920"/>
            <p:cNvSpPr/>
            <p:nvPr/>
          </p:nvSpPr>
          <p:spPr>
            <a:xfrm>
              <a:off x="5747413" y="1877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t921"/>
            <p:cNvSpPr/>
            <p:nvPr/>
          </p:nvSpPr>
          <p:spPr>
            <a:xfrm>
              <a:off x="5081478" y="1705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t922"/>
            <p:cNvSpPr/>
            <p:nvPr/>
          </p:nvSpPr>
          <p:spPr>
            <a:xfrm>
              <a:off x="5157728" y="2371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t923"/>
            <p:cNvSpPr/>
            <p:nvPr/>
          </p:nvSpPr>
          <p:spPr>
            <a:xfrm>
              <a:off x="5454213" y="1945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t924"/>
            <p:cNvSpPr/>
            <p:nvPr/>
          </p:nvSpPr>
          <p:spPr>
            <a:xfrm>
              <a:off x="5560032" y="2308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t925"/>
            <p:cNvSpPr/>
            <p:nvPr/>
          </p:nvSpPr>
          <p:spPr>
            <a:xfrm>
              <a:off x="5540830" y="2148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t926"/>
            <p:cNvSpPr/>
            <p:nvPr/>
          </p:nvSpPr>
          <p:spPr>
            <a:xfrm>
              <a:off x="5268736" y="2097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t927"/>
            <p:cNvSpPr/>
            <p:nvPr/>
          </p:nvSpPr>
          <p:spPr>
            <a:xfrm>
              <a:off x="5403848" y="2334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t928"/>
            <p:cNvSpPr/>
            <p:nvPr/>
          </p:nvSpPr>
          <p:spPr>
            <a:xfrm>
              <a:off x="5413096" y="2148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t929"/>
            <p:cNvSpPr/>
            <p:nvPr/>
          </p:nvSpPr>
          <p:spPr>
            <a:xfrm>
              <a:off x="5255839" y="2182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t930"/>
            <p:cNvSpPr/>
            <p:nvPr/>
          </p:nvSpPr>
          <p:spPr>
            <a:xfrm>
              <a:off x="4877627" y="2474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t931"/>
            <p:cNvSpPr/>
            <p:nvPr/>
          </p:nvSpPr>
          <p:spPr>
            <a:xfrm>
              <a:off x="5204949" y="2149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t932"/>
            <p:cNvSpPr/>
            <p:nvPr/>
          </p:nvSpPr>
          <p:spPr>
            <a:xfrm>
              <a:off x="5383169" y="2164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t933"/>
            <p:cNvSpPr/>
            <p:nvPr/>
          </p:nvSpPr>
          <p:spPr>
            <a:xfrm>
              <a:off x="5427430" y="2070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t934"/>
            <p:cNvSpPr/>
            <p:nvPr/>
          </p:nvSpPr>
          <p:spPr>
            <a:xfrm>
              <a:off x="5606867" y="1858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t935"/>
            <p:cNvSpPr/>
            <p:nvPr/>
          </p:nvSpPr>
          <p:spPr>
            <a:xfrm>
              <a:off x="5622276" y="2080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t936"/>
            <p:cNvSpPr/>
            <p:nvPr/>
          </p:nvSpPr>
          <p:spPr>
            <a:xfrm>
              <a:off x="5095557" y="2721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5422930" y="2249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5182334" y="2156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5906682" y="1512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t940"/>
            <p:cNvSpPr/>
            <p:nvPr/>
          </p:nvSpPr>
          <p:spPr>
            <a:xfrm>
              <a:off x="5162087" y="2304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t941"/>
            <p:cNvSpPr/>
            <p:nvPr/>
          </p:nvSpPr>
          <p:spPr>
            <a:xfrm>
              <a:off x="5266256" y="1894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t942"/>
            <p:cNvSpPr/>
            <p:nvPr/>
          </p:nvSpPr>
          <p:spPr>
            <a:xfrm>
              <a:off x="5483480" y="2103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t943"/>
            <p:cNvSpPr/>
            <p:nvPr/>
          </p:nvSpPr>
          <p:spPr>
            <a:xfrm>
              <a:off x="5314650" y="2196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t944"/>
            <p:cNvSpPr/>
            <p:nvPr/>
          </p:nvSpPr>
          <p:spPr>
            <a:xfrm>
              <a:off x="5261913" y="2140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t945"/>
            <p:cNvSpPr/>
            <p:nvPr/>
          </p:nvSpPr>
          <p:spPr>
            <a:xfrm>
              <a:off x="5595321" y="2099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t946"/>
            <p:cNvSpPr/>
            <p:nvPr/>
          </p:nvSpPr>
          <p:spPr>
            <a:xfrm>
              <a:off x="5288004" y="2056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t947"/>
            <p:cNvSpPr/>
            <p:nvPr/>
          </p:nvSpPr>
          <p:spPr>
            <a:xfrm>
              <a:off x="5460447" y="2097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t948"/>
            <p:cNvSpPr/>
            <p:nvPr/>
          </p:nvSpPr>
          <p:spPr>
            <a:xfrm>
              <a:off x="5430300" y="2149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t949"/>
            <p:cNvSpPr/>
            <p:nvPr/>
          </p:nvSpPr>
          <p:spPr>
            <a:xfrm>
              <a:off x="5500894" y="2088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t950"/>
            <p:cNvSpPr/>
            <p:nvPr/>
          </p:nvSpPr>
          <p:spPr>
            <a:xfrm>
              <a:off x="5487978" y="2200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t951"/>
            <p:cNvSpPr/>
            <p:nvPr/>
          </p:nvSpPr>
          <p:spPr>
            <a:xfrm>
              <a:off x="5356818" y="223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t952"/>
            <p:cNvSpPr/>
            <p:nvPr/>
          </p:nvSpPr>
          <p:spPr>
            <a:xfrm>
              <a:off x="5610558" y="2048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t953"/>
            <p:cNvSpPr/>
            <p:nvPr/>
          </p:nvSpPr>
          <p:spPr>
            <a:xfrm>
              <a:off x="5638615" y="2058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t954"/>
            <p:cNvSpPr/>
            <p:nvPr/>
          </p:nvSpPr>
          <p:spPr>
            <a:xfrm>
              <a:off x="5285177" y="1943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t955"/>
            <p:cNvSpPr/>
            <p:nvPr/>
          </p:nvSpPr>
          <p:spPr>
            <a:xfrm>
              <a:off x="4897888" y="211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t956"/>
            <p:cNvSpPr/>
            <p:nvPr/>
          </p:nvSpPr>
          <p:spPr>
            <a:xfrm>
              <a:off x="4869524" y="268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t957"/>
            <p:cNvSpPr/>
            <p:nvPr/>
          </p:nvSpPr>
          <p:spPr>
            <a:xfrm>
              <a:off x="5647218" y="1900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t958"/>
            <p:cNvSpPr/>
            <p:nvPr/>
          </p:nvSpPr>
          <p:spPr>
            <a:xfrm>
              <a:off x="5379444" y="2259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t959"/>
            <p:cNvSpPr/>
            <p:nvPr/>
          </p:nvSpPr>
          <p:spPr>
            <a:xfrm>
              <a:off x="5452939" y="1985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t960"/>
            <p:cNvSpPr/>
            <p:nvPr/>
          </p:nvSpPr>
          <p:spPr>
            <a:xfrm>
              <a:off x="5598343" y="1899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t961"/>
            <p:cNvSpPr/>
            <p:nvPr/>
          </p:nvSpPr>
          <p:spPr>
            <a:xfrm>
              <a:off x="5502621" y="215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t962"/>
            <p:cNvSpPr/>
            <p:nvPr/>
          </p:nvSpPr>
          <p:spPr>
            <a:xfrm>
              <a:off x="5181660" y="2214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t963"/>
            <p:cNvSpPr/>
            <p:nvPr/>
          </p:nvSpPr>
          <p:spPr>
            <a:xfrm>
              <a:off x="5601548" y="1976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t964"/>
            <p:cNvSpPr/>
            <p:nvPr/>
          </p:nvSpPr>
          <p:spPr>
            <a:xfrm>
              <a:off x="5722439" y="1861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t965"/>
            <p:cNvSpPr/>
            <p:nvPr/>
          </p:nvSpPr>
          <p:spPr>
            <a:xfrm>
              <a:off x="5365763" y="2011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t966"/>
            <p:cNvSpPr/>
            <p:nvPr/>
          </p:nvSpPr>
          <p:spPr>
            <a:xfrm>
              <a:off x="5573199" y="1971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t967"/>
            <p:cNvSpPr/>
            <p:nvPr/>
          </p:nvSpPr>
          <p:spPr>
            <a:xfrm>
              <a:off x="5593920" y="1982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t968"/>
            <p:cNvSpPr/>
            <p:nvPr/>
          </p:nvSpPr>
          <p:spPr>
            <a:xfrm>
              <a:off x="4963701" y="2734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t969"/>
            <p:cNvSpPr/>
            <p:nvPr/>
          </p:nvSpPr>
          <p:spPr>
            <a:xfrm>
              <a:off x="5546431" y="2101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t970"/>
            <p:cNvSpPr/>
            <p:nvPr/>
          </p:nvSpPr>
          <p:spPr>
            <a:xfrm>
              <a:off x="4935995" y="2105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t971"/>
            <p:cNvSpPr/>
            <p:nvPr/>
          </p:nvSpPr>
          <p:spPr>
            <a:xfrm>
              <a:off x="5458681" y="2133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t972"/>
            <p:cNvSpPr/>
            <p:nvPr/>
          </p:nvSpPr>
          <p:spPr>
            <a:xfrm>
              <a:off x="5196407" y="217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t973"/>
            <p:cNvSpPr/>
            <p:nvPr/>
          </p:nvSpPr>
          <p:spPr>
            <a:xfrm>
              <a:off x="5388387" y="2219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t974"/>
            <p:cNvSpPr/>
            <p:nvPr/>
          </p:nvSpPr>
          <p:spPr>
            <a:xfrm>
              <a:off x="5673597" y="1902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t975"/>
            <p:cNvSpPr/>
            <p:nvPr/>
          </p:nvSpPr>
          <p:spPr>
            <a:xfrm>
              <a:off x="5555841" y="2270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t976"/>
            <p:cNvSpPr/>
            <p:nvPr/>
          </p:nvSpPr>
          <p:spPr>
            <a:xfrm>
              <a:off x="5386957" y="2243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t977"/>
            <p:cNvSpPr/>
            <p:nvPr/>
          </p:nvSpPr>
          <p:spPr>
            <a:xfrm>
              <a:off x="5338364" y="2313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t978"/>
            <p:cNvSpPr/>
            <p:nvPr/>
          </p:nvSpPr>
          <p:spPr>
            <a:xfrm>
              <a:off x="5668515" y="1732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t979"/>
            <p:cNvSpPr/>
            <p:nvPr/>
          </p:nvSpPr>
          <p:spPr>
            <a:xfrm>
              <a:off x="5196655" y="222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t980"/>
            <p:cNvSpPr/>
            <p:nvPr/>
          </p:nvSpPr>
          <p:spPr>
            <a:xfrm>
              <a:off x="5842320" y="1895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t981"/>
            <p:cNvSpPr/>
            <p:nvPr/>
          </p:nvSpPr>
          <p:spPr>
            <a:xfrm>
              <a:off x="5366730" y="2032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t982"/>
            <p:cNvSpPr/>
            <p:nvPr/>
          </p:nvSpPr>
          <p:spPr>
            <a:xfrm>
              <a:off x="5425054" y="2161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t983"/>
            <p:cNvSpPr/>
            <p:nvPr/>
          </p:nvSpPr>
          <p:spPr>
            <a:xfrm>
              <a:off x="5906885" y="1722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t984"/>
            <p:cNvSpPr/>
            <p:nvPr/>
          </p:nvSpPr>
          <p:spPr>
            <a:xfrm>
              <a:off x="5536510" y="2201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t985"/>
            <p:cNvSpPr/>
            <p:nvPr/>
          </p:nvSpPr>
          <p:spPr>
            <a:xfrm>
              <a:off x="5086600" y="2110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t986"/>
            <p:cNvSpPr/>
            <p:nvPr/>
          </p:nvSpPr>
          <p:spPr>
            <a:xfrm>
              <a:off x="5388977" y="2236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t987"/>
            <p:cNvSpPr/>
            <p:nvPr/>
          </p:nvSpPr>
          <p:spPr>
            <a:xfrm>
              <a:off x="5498296" y="2102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t988"/>
            <p:cNvSpPr/>
            <p:nvPr/>
          </p:nvSpPr>
          <p:spPr>
            <a:xfrm>
              <a:off x="5447959" y="2017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t989"/>
            <p:cNvSpPr/>
            <p:nvPr/>
          </p:nvSpPr>
          <p:spPr>
            <a:xfrm>
              <a:off x="5540873" y="2104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t990"/>
            <p:cNvSpPr/>
            <p:nvPr/>
          </p:nvSpPr>
          <p:spPr>
            <a:xfrm>
              <a:off x="5308168" y="2247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t991"/>
            <p:cNvSpPr/>
            <p:nvPr/>
          </p:nvSpPr>
          <p:spPr>
            <a:xfrm>
              <a:off x="5400529" y="2280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t992"/>
            <p:cNvSpPr/>
            <p:nvPr/>
          </p:nvSpPr>
          <p:spPr>
            <a:xfrm>
              <a:off x="5513616" y="2173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t993"/>
            <p:cNvSpPr/>
            <p:nvPr/>
          </p:nvSpPr>
          <p:spPr>
            <a:xfrm>
              <a:off x="5527276" y="2030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t994"/>
            <p:cNvSpPr/>
            <p:nvPr/>
          </p:nvSpPr>
          <p:spPr>
            <a:xfrm>
              <a:off x="4993643" y="2772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t995"/>
            <p:cNvSpPr/>
            <p:nvPr/>
          </p:nvSpPr>
          <p:spPr>
            <a:xfrm>
              <a:off x="5519410" y="2078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t996"/>
            <p:cNvSpPr/>
            <p:nvPr/>
          </p:nvSpPr>
          <p:spPr>
            <a:xfrm>
              <a:off x="5481136" y="2166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t997"/>
            <p:cNvSpPr/>
            <p:nvPr/>
          </p:nvSpPr>
          <p:spPr>
            <a:xfrm>
              <a:off x="5588134" y="2076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t998"/>
            <p:cNvSpPr/>
            <p:nvPr/>
          </p:nvSpPr>
          <p:spPr>
            <a:xfrm>
              <a:off x="5440767" y="1907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t999"/>
            <p:cNvSpPr/>
            <p:nvPr/>
          </p:nvSpPr>
          <p:spPr>
            <a:xfrm>
              <a:off x="5619611" y="2082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t1000"/>
            <p:cNvSpPr/>
            <p:nvPr/>
          </p:nvSpPr>
          <p:spPr>
            <a:xfrm>
              <a:off x="5559353" y="2291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t1001"/>
            <p:cNvSpPr/>
            <p:nvPr/>
          </p:nvSpPr>
          <p:spPr>
            <a:xfrm>
              <a:off x="5472794" y="214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t1002"/>
            <p:cNvSpPr/>
            <p:nvPr/>
          </p:nvSpPr>
          <p:spPr>
            <a:xfrm>
              <a:off x="5116736" y="2587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t1003"/>
            <p:cNvSpPr/>
            <p:nvPr/>
          </p:nvSpPr>
          <p:spPr>
            <a:xfrm>
              <a:off x="5476015" y="2255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t1004"/>
            <p:cNvSpPr/>
            <p:nvPr/>
          </p:nvSpPr>
          <p:spPr>
            <a:xfrm>
              <a:off x="5478478" y="2164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t1005"/>
            <p:cNvSpPr/>
            <p:nvPr/>
          </p:nvSpPr>
          <p:spPr>
            <a:xfrm>
              <a:off x="5341285" y="2242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t1006"/>
            <p:cNvSpPr/>
            <p:nvPr/>
          </p:nvSpPr>
          <p:spPr>
            <a:xfrm>
              <a:off x="5701013" y="1678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t1007"/>
            <p:cNvSpPr/>
            <p:nvPr/>
          </p:nvSpPr>
          <p:spPr>
            <a:xfrm>
              <a:off x="5807385" y="1916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t1008"/>
            <p:cNvSpPr/>
            <p:nvPr/>
          </p:nvSpPr>
          <p:spPr>
            <a:xfrm>
              <a:off x="5493054" y="2235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t1009"/>
            <p:cNvSpPr/>
            <p:nvPr/>
          </p:nvSpPr>
          <p:spPr>
            <a:xfrm>
              <a:off x="5790327" y="1956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t1010"/>
            <p:cNvSpPr/>
            <p:nvPr/>
          </p:nvSpPr>
          <p:spPr>
            <a:xfrm>
              <a:off x="5608894" y="2081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t1011"/>
            <p:cNvSpPr/>
            <p:nvPr/>
          </p:nvSpPr>
          <p:spPr>
            <a:xfrm>
              <a:off x="5554495" y="220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t1012"/>
            <p:cNvSpPr/>
            <p:nvPr/>
          </p:nvSpPr>
          <p:spPr>
            <a:xfrm>
              <a:off x="5447716" y="1882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t1013"/>
            <p:cNvSpPr/>
            <p:nvPr/>
          </p:nvSpPr>
          <p:spPr>
            <a:xfrm>
              <a:off x="5098798" y="2631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t1014"/>
            <p:cNvSpPr/>
            <p:nvPr/>
          </p:nvSpPr>
          <p:spPr>
            <a:xfrm>
              <a:off x="5152759" y="2322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t1015"/>
            <p:cNvSpPr/>
            <p:nvPr/>
          </p:nvSpPr>
          <p:spPr>
            <a:xfrm>
              <a:off x="4987457" y="2492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t1016"/>
            <p:cNvSpPr/>
            <p:nvPr/>
          </p:nvSpPr>
          <p:spPr>
            <a:xfrm>
              <a:off x="5634274" y="2033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t1017"/>
            <p:cNvSpPr/>
            <p:nvPr/>
          </p:nvSpPr>
          <p:spPr>
            <a:xfrm>
              <a:off x="5202951" y="2194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t1018"/>
            <p:cNvSpPr/>
            <p:nvPr/>
          </p:nvSpPr>
          <p:spPr>
            <a:xfrm>
              <a:off x="5868538" y="1735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t1019"/>
            <p:cNvSpPr/>
            <p:nvPr/>
          </p:nvSpPr>
          <p:spPr>
            <a:xfrm>
              <a:off x="5429767" y="2158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t1020"/>
            <p:cNvSpPr/>
            <p:nvPr/>
          </p:nvSpPr>
          <p:spPr>
            <a:xfrm>
              <a:off x="5647386" y="2009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t1021"/>
            <p:cNvSpPr/>
            <p:nvPr/>
          </p:nvSpPr>
          <p:spPr>
            <a:xfrm>
              <a:off x="5244926" y="2112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t1022"/>
            <p:cNvSpPr/>
            <p:nvPr/>
          </p:nvSpPr>
          <p:spPr>
            <a:xfrm>
              <a:off x="5080217" y="1832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t1023"/>
            <p:cNvSpPr/>
            <p:nvPr/>
          </p:nvSpPr>
          <p:spPr>
            <a:xfrm>
              <a:off x="5666143" y="1709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t1024"/>
            <p:cNvSpPr/>
            <p:nvPr/>
          </p:nvSpPr>
          <p:spPr>
            <a:xfrm>
              <a:off x="5430663" y="2170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t1025"/>
            <p:cNvSpPr/>
            <p:nvPr/>
          </p:nvSpPr>
          <p:spPr>
            <a:xfrm>
              <a:off x="5197813" y="2218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t1026"/>
            <p:cNvSpPr/>
            <p:nvPr/>
          </p:nvSpPr>
          <p:spPr>
            <a:xfrm>
              <a:off x="5733529" y="1973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t1027"/>
            <p:cNvSpPr/>
            <p:nvPr/>
          </p:nvSpPr>
          <p:spPr>
            <a:xfrm>
              <a:off x="5123854" y="2571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t1028"/>
            <p:cNvSpPr/>
            <p:nvPr/>
          </p:nvSpPr>
          <p:spPr>
            <a:xfrm>
              <a:off x="5523942" y="2266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t1029"/>
            <p:cNvSpPr/>
            <p:nvPr/>
          </p:nvSpPr>
          <p:spPr>
            <a:xfrm>
              <a:off x="5730140" y="1953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t1030"/>
            <p:cNvSpPr/>
            <p:nvPr/>
          </p:nvSpPr>
          <p:spPr>
            <a:xfrm>
              <a:off x="5231604" y="2082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t1031"/>
            <p:cNvSpPr/>
            <p:nvPr/>
          </p:nvSpPr>
          <p:spPr>
            <a:xfrm>
              <a:off x="5458967" y="2036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t1032"/>
            <p:cNvSpPr/>
            <p:nvPr/>
          </p:nvSpPr>
          <p:spPr>
            <a:xfrm>
              <a:off x="5374376" y="2149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t1033"/>
            <p:cNvSpPr/>
            <p:nvPr/>
          </p:nvSpPr>
          <p:spPr>
            <a:xfrm>
              <a:off x="5352705" y="2284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t1034"/>
            <p:cNvSpPr/>
            <p:nvPr/>
          </p:nvSpPr>
          <p:spPr>
            <a:xfrm>
              <a:off x="5651933" y="1916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t1035"/>
            <p:cNvSpPr/>
            <p:nvPr/>
          </p:nvSpPr>
          <p:spPr>
            <a:xfrm>
              <a:off x="5382365" y="2239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t1036"/>
            <p:cNvSpPr/>
            <p:nvPr/>
          </p:nvSpPr>
          <p:spPr>
            <a:xfrm>
              <a:off x="5459672" y="2066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t1037"/>
            <p:cNvSpPr/>
            <p:nvPr/>
          </p:nvSpPr>
          <p:spPr>
            <a:xfrm>
              <a:off x="5657179" y="1697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t1038"/>
            <p:cNvSpPr/>
            <p:nvPr/>
          </p:nvSpPr>
          <p:spPr>
            <a:xfrm>
              <a:off x="5352707" y="2308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t1039"/>
            <p:cNvSpPr/>
            <p:nvPr/>
          </p:nvSpPr>
          <p:spPr>
            <a:xfrm>
              <a:off x="5173256" y="2405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t1040"/>
            <p:cNvSpPr/>
            <p:nvPr/>
          </p:nvSpPr>
          <p:spPr>
            <a:xfrm>
              <a:off x="5286512" y="2031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t1041"/>
            <p:cNvSpPr/>
            <p:nvPr/>
          </p:nvSpPr>
          <p:spPr>
            <a:xfrm>
              <a:off x="5240784" y="2085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t1042"/>
            <p:cNvSpPr/>
            <p:nvPr/>
          </p:nvSpPr>
          <p:spPr>
            <a:xfrm>
              <a:off x="5681876" y="2266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t1043"/>
            <p:cNvSpPr/>
            <p:nvPr/>
          </p:nvSpPr>
          <p:spPr>
            <a:xfrm>
              <a:off x="5579773" y="1984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t1044"/>
            <p:cNvSpPr/>
            <p:nvPr/>
          </p:nvSpPr>
          <p:spPr>
            <a:xfrm>
              <a:off x="5291012" y="2159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t1045"/>
            <p:cNvSpPr/>
            <p:nvPr/>
          </p:nvSpPr>
          <p:spPr>
            <a:xfrm>
              <a:off x="5698750" y="2104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t1046"/>
            <p:cNvSpPr/>
            <p:nvPr/>
          </p:nvSpPr>
          <p:spPr>
            <a:xfrm>
              <a:off x="5629308" y="1972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t1047"/>
            <p:cNvSpPr/>
            <p:nvPr/>
          </p:nvSpPr>
          <p:spPr>
            <a:xfrm>
              <a:off x="5116479" y="2603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t1048"/>
            <p:cNvSpPr/>
            <p:nvPr/>
          </p:nvSpPr>
          <p:spPr>
            <a:xfrm>
              <a:off x="5570611" y="2011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t1049"/>
            <p:cNvSpPr/>
            <p:nvPr/>
          </p:nvSpPr>
          <p:spPr>
            <a:xfrm>
              <a:off x="5270765" y="2069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t1050"/>
            <p:cNvSpPr/>
            <p:nvPr/>
          </p:nvSpPr>
          <p:spPr>
            <a:xfrm>
              <a:off x="5537537" y="2217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t1051"/>
            <p:cNvSpPr/>
            <p:nvPr/>
          </p:nvSpPr>
          <p:spPr>
            <a:xfrm>
              <a:off x="5828544" y="2036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t1052"/>
            <p:cNvSpPr/>
            <p:nvPr/>
          </p:nvSpPr>
          <p:spPr>
            <a:xfrm>
              <a:off x="5180057" y="2102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t1053"/>
            <p:cNvSpPr/>
            <p:nvPr/>
          </p:nvSpPr>
          <p:spPr>
            <a:xfrm>
              <a:off x="6044513" y="2135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t1054"/>
            <p:cNvSpPr/>
            <p:nvPr/>
          </p:nvSpPr>
          <p:spPr>
            <a:xfrm>
              <a:off x="5817777" y="1974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t1055"/>
            <p:cNvSpPr/>
            <p:nvPr/>
          </p:nvSpPr>
          <p:spPr>
            <a:xfrm>
              <a:off x="5685601" y="1936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t1056"/>
            <p:cNvSpPr/>
            <p:nvPr/>
          </p:nvSpPr>
          <p:spPr>
            <a:xfrm>
              <a:off x="5041223" y="2653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t1057"/>
            <p:cNvSpPr/>
            <p:nvPr/>
          </p:nvSpPr>
          <p:spPr>
            <a:xfrm>
              <a:off x="5347667" y="2283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t1058"/>
            <p:cNvSpPr/>
            <p:nvPr/>
          </p:nvSpPr>
          <p:spPr>
            <a:xfrm>
              <a:off x="5485551" y="2201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t1059"/>
            <p:cNvSpPr/>
            <p:nvPr/>
          </p:nvSpPr>
          <p:spPr>
            <a:xfrm>
              <a:off x="5391650" y="2126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t1060"/>
            <p:cNvSpPr/>
            <p:nvPr/>
          </p:nvSpPr>
          <p:spPr>
            <a:xfrm>
              <a:off x="5384616" y="2183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t1061"/>
            <p:cNvSpPr/>
            <p:nvPr/>
          </p:nvSpPr>
          <p:spPr>
            <a:xfrm>
              <a:off x="5626672" y="2046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t1062"/>
            <p:cNvSpPr/>
            <p:nvPr/>
          </p:nvSpPr>
          <p:spPr>
            <a:xfrm>
              <a:off x="5180220" y="2243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t1063"/>
            <p:cNvSpPr/>
            <p:nvPr/>
          </p:nvSpPr>
          <p:spPr>
            <a:xfrm>
              <a:off x="5681942" y="1925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t1064"/>
            <p:cNvSpPr/>
            <p:nvPr/>
          </p:nvSpPr>
          <p:spPr>
            <a:xfrm>
              <a:off x="5195034" y="2241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t1065"/>
            <p:cNvSpPr/>
            <p:nvPr/>
          </p:nvSpPr>
          <p:spPr>
            <a:xfrm>
              <a:off x="5433900" y="2066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t1066"/>
            <p:cNvSpPr/>
            <p:nvPr/>
          </p:nvSpPr>
          <p:spPr>
            <a:xfrm>
              <a:off x="4689530" y="3020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t1067"/>
            <p:cNvSpPr/>
            <p:nvPr/>
          </p:nvSpPr>
          <p:spPr>
            <a:xfrm>
              <a:off x="5761976" y="203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t1068"/>
            <p:cNvSpPr/>
            <p:nvPr/>
          </p:nvSpPr>
          <p:spPr>
            <a:xfrm>
              <a:off x="5551122" y="2296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t1069"/>
            <p:cNvSpPr/>
            <p:nvPr/>
          </p:nvSpPr>
          <p:spPr>
            <a:xfrm>
              <a:off x="4933319" y="2020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t1070"/>
            <p:cNvSpPr/>
            <p:nvPr/>
          </p:nvSpPr>
          <p:spPr>
            <a:xfrm>
              <a:off x="5105225" y="2591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t1071"/>
            <p:cNvSpPr/>
            <p:nvPr/>
          </p:nvSpPr>
          <p:spPr>
            <a:xfrm>
              <a:off x="5485718" y="2289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t1072"/>
            <p:cNvSpPr/>
            <p:nvPr/>
          </p:nvSpPr>
          <p:spPr>
            <a:xfrm>
              <a:off x="4802332" y="2468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t1073"/>
            <p:cNvSpPr/>
            <p:nvPr/>
          </p:nvSpPr>
          <p:spPr>
            <a:xfrm>
              <a:off x="5362040" y="2078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t1074"/>
            <p:cNvSpPr/>
            <p:nvPr/>
          </p:nvSpPr>
          <p:spPr>
            <a:xfrm>
              <a:off x="5277292" y="2206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t1075"/>
            <p:cNvSpPr/>
            <p:nvPr/>
          </p:nvSpPr>
          <p:spPr>
            <a:xfrm>
              <a:off x="5720318" y="1918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t1076"/>
            <p:cNvSpPr/>
            <p:nvPr/>
          </p:nvSpPr>
          <p:spPr>
            <a:xfrm>
              <a:off x="5890984" y="1744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t1077"/>
            <p:cNvSpPr/>
            <p:nvPr/>
          </p:nvSpPr>
          <p:spPr>
            <a:xfrm>
              <a:off x="5409677" y="2282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t1078"/>
            <p:cNvSpPr/>
            <p:nvPr/>
          </p:nvSpPr>
          <p:spPr>
            <a:xfrm>
              <a:off x="5557549" y="2213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t1079"/>
            <p:cNvSpPr/>
            <p:nvPr/>
          </p:nvSpPr>
          <p:spPr>
            <a:xfrm>
              <a:off x="5440741" y="2003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t1080"/>
            <p:cNvSpPr/>
            <p:nvPr/>
          </p:nvSpPr>
          <p:spPr>
            <a:xfrm>
              <a:off x="4850352" y="2771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t1081"/>
            <p:cNvSpPr/>
            <p:nvPr/>
          </p:nvSpPr>
          <p:spPr>
            <a:xfrm>
              <a:off x="5601052" y="194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t1082"/>
            <p:cNvSpPr/>
            <p:nvPr/>
          </p:nvSpPr>
          <p:spPr>
            <a:xfrm>
              <a:off x="5360666" y="2074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t1083"/>
            <p:cNvSpPr/>
            <p:nvPr/>
          </p:nvSpPr>
          <p:spPr>
            <a:xfrm>
              <a:off x="5049358" y="2370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t1084"/>
            <p:cNvSpPr/>
            <p:nvPr/>
          </p:nvSpPr>
          <p:spPr>
            <a:xfrm>
              <a:off x="5378985" y="222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t1085"/>
            <p:cNvSpPr/>
            <p:nvPr/>
          </p:nvSpPr>
          <p:spPr>
            <a:xfrm>
              <a:off x="5370700" y="2055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t1086"/>
            <p:cNvSpPr/>
            <p:nvPr/>
          </p:nvSpPr>
          <p:spPr>
            <a:xfrm>
              <a:off x="5378029" y="2230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t1087"/>
            <p:cNvSpPr/>
            <p:nvPr/>
          </p:nvSpPr>
          <p:spPr>
            <a:xfrm>
              <a:off x="5857374" y="1932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t1088"/>
            <p:cNvSpPr/>
            <p:nvPr/>
          </p:nvSpPr>
          <p:spPr>
            <a:xfrm>
              <a:off x="5072885" y="2271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t1089"/>
            <p:cNvSpPr/>
            <p:nvPr/>
          </p:nvSpPr>
          <p:spPr>
            <a:xfrm>
              <a:off x="5368327" y="2066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t1090"/>
            <p:cNvSpPr/>
            <p:nvPr/>
          </p:nvSpPr>
          <p:spPr>
            <a:xfrm>
              <a:off x="5481993" y="2127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t1091"/>
            <p:cNvSpPr/>
            <p:nvPr/>
          </p:nvSpPr>
          <p:spPr>
            <a:xfrm>
              <a:off x="4784313" y="279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t1092"/>
            <p:cNvSpPr/>
            <p:nvPr/>
          </p:nvSpPr>
          <p:spPr>
            <a:xfrm>
              <a:off x="5491946" y="2226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t1093"/>
            <p:cNvSpPr/>
            <p:nvPr/>
          </p:nvSpPr>
          <p:spPr>
            <a:xfrm>
              <a:off x="5554378" y="2182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t1094"/>
            <p:cNvSpPr/>
            <p:nvPr/>
          </p:nvSpPr>
          <p:spPr>
            <a:xfrm>
              <a:off x="5187919" y="217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t1095"/>
            <p:cNvSpPr/>
            <p:nvPr/>
          </p:nvSpPr>
          <p:spPr>
            <a:xfrm>
              <a:off x="5685780" y="1989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t1096"/>
            <p:cNvSpPr/>
            <p:nvPr/>
          </p:nvSpPr>
          <p:spPr>
            <a:xfrm>
              <a:off x="5321360" y="2143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t1097"/>
            <p:cNvSpPr/>
            <p:nvPr/>
          </p:nvSpPr>
          <p:spPr>
            <a:xfrm>
              <a:off x="5168440" y="230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t1098"/>
            <p:cNvSpPr/>
            <p:nvPr/>
          </p:nvSpPr>
          <p:spPr>
            <a:xfrm>
              <a:off x="5439158" y="2081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t1099"/>
            <p:cNvSpPr/>
            <p:nvPr/>
          </p:nvSpPr>
          <p:spPr>
            <a:xfrm>
              <a:off x="5070204" y="2537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t1100"/>
            <p:cNvSpPr/>
            <p:nvPr/>
          </p:nvSpPr>
          <p:spPr>
            <a:xfrm>
              <a:off x="5635669" y="207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t1101"/>
            <p:cNvSpPr/>
            <p:nvPr/>
          </p:nvSpPr>
          <p:spPr>
            <a:xfrm>
              <a:off x="5318373" y="2154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t1102"/>
            <p:cNvSpPr/>
            <p:nvPr/>
          </p:nvSpPr>
          <p:spPr>
            <a:xfrm>
              <a:off x="4993268" y="2503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t1103"/>
            <p:cNvSpPr/>
            <p:nvPr/>
          </p:nvSpPr>
          <p:spPr>
            <a:xfrm>
              <a:off x="5851499" y="1469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t1104"/>
            <p:cNvSpPr/>
            <p:nvPr/>
          </p:nvSpPr>
          <p:spPr>
            <a:xfrm>
              <a:off x="6059351" y="1995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t1105"/>
            <p:cNvSpPr/>
            <p:nvPr/>
          </p:nvSpPr>
          <p:spPr>
            <a:xfrm>
              <a:off x="5449222" y="1903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t1106"/>
            <p:cNvSpPr/>
            <p:nvPr/>
          </p:nvSpPr>
          <p:spPr>
            <a:xfrm>
              <a:off x="5080006" y="1817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t1107"/>
            <p:cNvSpPr/>
            <p:nvPr/>
          </p:nvSpPr>
          <p:spPr>
            <a:xfrm>
              <a:off x="5318890" y="2164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t1108"/>
            <p:cNvSpPr/>
            <p:nvPr/>
          </p:nvSpPr>
          <p:spPr>
            <a:xfrm>
              <a:off x="5083631" y="176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t1109"/>
            <p:cNvSpPr/>
            <p:nvPr/>
          </p:nvSpPr>
          <p:spPr>
            <a:xfrm>
              <a:off x="5305807" y="2171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t1110"/>
            <p:cNvSpPr/>
            <p:nvPr/>
          </p:nvSpPr>
          <p:spPr>
            <a:xfrm>
              <a:off x="5884882" y="1712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t1111"/>
            <p:cNvSpPr/>
            <p:nvPr/>
          </p:nvSpPr>
          <p:spPr>
            <a:xfrm>
              <a:off x="5419971" y="2154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t1112"/>
            <p:cNvSpPr/>
            <p:nvPr/>
          </p:nvSpPr>
          <p:spPr>
            <a:xfrm>
              <a:off x="5735953" y="1956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t1113"/>
            <p:cNvSpPr/>
            <p:nvPr/>
          </p:nvSpPr>
          <p:spPr>
            <a:xfrm>
              <a:off x="5404840" y="2290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t1114"/>
            <p:cNvSpPr/>
            <p:nvPr/>
          </p:nvSpPr>
          <p:spPr>
            <a:xfrm>
              <a:off x="5356687" y="2278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t1115"/>
            <p:cNvSpPr/>
            <p:nvPr/>
          </p:nvSpPr>
          <p:spPr>
            <a:xfrm>
              <a:off x="5006690" y="244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t1116"/>
            <p:cNvSpPr/>
            <p:nvPr/>
          </p:nvSpPr>
          <p:spPr>
            <a:xfrm>
              <a:off x="5734387" y="189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t1117"/>
            <p:cNvSpPr/>
            <p:nvPr/>
          </p:nvSpPr>
          <p:spPr>
            <a:xfrm>
              <a:off x="5220698" y="2112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t1118"/>
            <p:cNvSpPr/>
            <p:nvPr/>
          </p:nvSpPr>
          <p:spPr>
            <a:xfrm>
              <a:off x="5318567" y="2205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t1119"/>
            <p:cNvSpPr/>
            <p:nvPr/>
          </p:nvSpPr>
          <p:spPr>
            <a:xfrm>
              <a:off x="5399434" y="2217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t1120"/>
            <p:cNvSpPr/>
            <p:nvPr/>
          </p:nvSpPr>
          <p:spPr>
            <a:xfrm>
              <a:off x="5784645" y="184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t1121"/>
            <p:cNvSpPr/>
            <p:nvPr/>
          </p:nvSpPr>
          <p:spPr>
            <a:xfrm>
              <a:off x="5139449" y="2767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t1122"/>
            <p:cNvSpPr/>
            <p:nvPr/>
          </p:nvSpPr>
          <p:spPr>
            <a:xfrm>
              <a:off x="5460691" y="2081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t1123"/>
            <p:cNvSpPr/>
            <p:nvPr/>
          </p:nvSpPr>
          <p:spPr>
            <a:xfrm>
              <a:off x="5426495" y="2102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t1124"/>
            <p:cNvSpPr/>
            <p:nvPr/>
          </p:nvSpPr>
          <p:spPr>
            <a:xfrm>
              <a:off x="5405288" y="2245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t1125"/>
            <p:cNvSpPr/>
            <p:nvPr/>
          </p:nvSpPr>
          <p:spPr>
            <a:xfrm>
              <a:off x="5184957" y="2172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t1126"/>
            <p:cNvSpPr/>
            <p:nvPr/>
          </p:nvSpPr>
          <p:spPr>
            <a:xfrm>
              <a:off x="5054733" y="2490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t1127"/>
            <p:cNvSpPr/>
            <p:nvPr/>
          </p:nvSpPr>
          <p:spPr>
            <a:xfrm>
              <a:off x="4958703" y="2929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t1128"/>
            <p:cNvSpPr/>
            <p:nvPr/>
          </p:nvSpPr>
          <p:spPr>
            <a:xfrm>
              <a:off x="5451543" y="1999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t1129"/>
            <p:cNvSpPr/>
            <p:nvPr/>
          </p:nvSpPr>
          <p:spPr>
            <a:xfrm>
              <a:off x="5544971" y="2124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t1130"/>
            <p:cNvSpPr/>
            <p:nvPr/>
          </p:nvSpPr>
          <p:spPr>
            <a:xfrm>
              <a:off x="5478242" y="2261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t1131"/>
            <p:cNvSpPr/>
            <p:nvPr/>
          </p:nvSpPr>
          <p:spPr>
            <a:xfrm>
              <a:off x="5314118" y="2121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t1132"/>
            <p:cNvSpPr/>
            <p:nvPr/>
          </p:nvSpPr>
          <p:spPr>
            <a:xfrm>
              <a:off x="5137546" y="2715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t1133"/>
            <p:cNvSpPr/>
            <p:nvPr/>
          </p:nvSpPr>
          <p:spPr>
            <a:xfrm>
              <a:off x="4989605" y="2634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t1134"/>
            <p:cNvSpPr/>
            <p:nvPr/>
          </p:nvSpPr>
          <p:spPr>
            <a:xfrm>
              <a:off x="5422291" y="215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t1135"/>
            <p:cNvSpPr/>
            <p:nvPr/>
          </p:nvSpPr>
          <p:spPr>
            <a:xfrm>
              <a:off x="4714468" y="2747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t1136"/>
            <p:cNvSpPr/>
            <p:nvPr/>
          </p:nvSpPr>
          <p:spPr>
            <a:xfrm>
              <a:off x="5171387" y="2259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t1137"/>
            <p:cNvSpPr/>
            <p:nvPr/>
          </p:nvSpPr>
          <p:spPr>
            <a:xfrm>
              <a:off x="5517878" y="2139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t1138"/>
            <p:cNvSpPr/>
            <p:nvPr/>
          </p:nvSpPr>
          <p:spPr>
            <a:xfrm>
              <a:off x="5477749" y="2212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t1139"/>
            <p:cNvSpPr/>
            <p:nvPr/>
          </p:nvSpPr>
          <p:spPr>
            <a:xfrm>
              <a:off x="5053311" y="2470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t1140"/>
            <p:cNvSpPr/>
            <p:nvPr/>
          </p:nvSpPr>
          <p:spPr>
            <a:xfrm>
              <a:off x="5386181" y="218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t1141"/>
            <p:cNvSpPr/>
            <p:nvPr/>
          </p:nvSpPr>
          <p:spPr>
            <a:xfrm>
              <a:off x="5359420" y="2151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t1142"/>
            <p:cNvSpPr/>
            <p:nvPr/>
          </p:nvSpPr>
          <p:spPr>
            <a:xfrm>
              <a:off x="5003552" y="2257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t1143"/>
            <p:cNvSpPr/>
            <p:nvPr/>
          </p:nvSpPr>
          <p:spPr>
            <a:xfrm>
              <a:off x="5320277" y="2171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t1144"/>
            <p:cNvSpPr/>
            <p:nvPr/>
          </p:nvSpPr>
          <p:spPr>
            <a:xfrm>
              <a:off x="5678910" y="1913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t1145"/>
            <p:cNvSpPr/>
            <p:nvPr/>
          </p:nvSpPr>
          <p:spPr>
            <a:xfrm>
              <a:off x="5461716" y="213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t1146"/>
            <p:cNvSpPr/>
            <p:nvPr/>
          </p:nvSpPr>
          <p:spPr>
            <a:xfrm>
              <a:off x="4617710" y="2665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t1147"/>
            <p:cNvSpPr/>
            <p:nvPr/>
          </p:nvSpPr>
          <p:spPr>
            <a:xfrm>
              <a:off x="5339957" y="2309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t1148"/>
            <p:cNvSpPr/>
            <p:nvPr/>
          </p:nvSpPr>
          <p:spPr>
            <a:xfrm>
              <a:off x="5197835" y="2272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t1149"/>
            <p:cNvSpPr/>
            <p:nvPr/>
          </p:nvSpPr>
          <p:spPr>
            <a:xfrm>
              <a:off x="5079603" y="1973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t1150"/>
            <p:cNvSpPr/>
            <p:nvPr/>
          </p:nvSpPr>
          <p:spPr>
            <a:xfrm>
              <a:off x="5175541" y="2300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t1151"/>
            <p:cNvSpPr/>
            <p:nvPr/>
          </p:nvSpPr>
          <p:spPr>
            <a:xfrm>
              <a:off x="5007023" y="2021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t1152"/>
            <p:cNvSpPr/>
            <p:nvPr/>
          </p:nvSpPr>
          <p:spPr>
            <a:xfrm>
              <a:off x="5103550" y="2699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t1153"/>
            <p:cNvSpPr/>
            <p:nvPr/>
          </p:nvSpPr>
          <p:spPr>
            <a:xfrm>
              <a:off x="5413096" y="2219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t1154"/>
            <p:cNvSpPr/>
            <p:nvPr/>
          </p:nvSpPr>
          <p:spPr>
            <a:xfrm>
              <a:off x="4997080" y="2525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t1155"/>
            <p:cNvSpPr/>
            <p:nvPr/>
          </p:nvSpPr>
          <p:spPr>
            <a:xfrm>
              <a:off x="4970169" y="2566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t1156"/>
            <p:cNvSpPr/>
            <p:nvPr/>
          </p:nvSpPr>
          <p:spPr>
            <a:xfrm>
              <a:off x="5749201" y="1698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t1157"/>
            <p:cNvSpPr/>
            <p:nvPr/>
          </p:nvSpPr>
          <p:spPr>
            <a:xfrm>
              <a:off x="5544772" y="2236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t1158"/>
            <p:cNvSpPr/>
            <p:nvPr/>
          </p:nvSpPr>
          <p:spPr>
            <a:xfrm>
              <a:off x="5157631" y="2450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t1159"/>
            <p:cNvSpPr/>
            <p:nvPr/>
          </p:nvSpPr>
          <p:spPr>
            <a:xfrm>
              <a:off x="5281747" y="2119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t1160"/>
            <p:cNvSpPr/>
            <p:nvPr/>
          </p:nvSpPr>
          <p:spPr>
            <a:xfrm>
              <a:off x="5492660" y="2154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t1161"/>
            <p:cNvSpPr/>
            <p:nvPr/>
          </p:nvSpPr>
          <p:spPr>
            <a:xfrm>
              <a:off x="5264568" y="2117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t1162"/>
            <p:cNvSpPr/>
            <p:nvPr/>
          </p:nvSpPr>
          <p:spPr>
            <a:xfrm>
              <a:off x="5532448" y="2225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t1163"/>
            <p:cNvSpPr/>
            <p:nvPr/>
          </p:nvSpPr>
          <p:spPr>
            <a:xfrm>
              <a:off x="5689621" y="2117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t1164"/>
            <p:cNvSpPr/>
            <p:nvPr/>
          </p:nvSpPr>
          <p:spPr>
            <a:xfrm>
              <a:off x="5099388" y="2656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t1165"/>
            <p:cNvSpPr/>
            <p:nvPr/>
          </p:nvSpPr>
          <p:spPr>
            <a:xfrm>
              <a:off x="5616673" y="1940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t1166"/>
            <p:cNvSpPr/>
            <p:nvPr/>
          </p:nvSpPr>
          <p:spPr>
            <a:xfrm>
              <a:off x="5615712" y="1944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t1167"/>
            <p:cNvSpPr/>
            <p:nvPr/>
          </p:nvSpPr>
          <p:spPr>
            <a:xfrm>
              <a:off x="5656647" y="1666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t1168"/>
            <p:cNvSpPr/>
            <p:nvPr/>
          </p:nvSpPr>
          <p:spPr>
            <a:xfrm>
              <a:off x="5719435" y="1841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t1169"/>
            <p:cNvSpPr/>
            <p:nvPr/>
          </p:nvSpPr>
          <p:spPr>
            <a:xfrm>
              <a:off x="5245492" y="2217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t1170"/>
            <p:cNvSpPr/>
            <p:nvPr/>
          </p:nvSpPr>
          <p:spPr>
            <a:xfrm>
              <a:off x="5150661" y="2403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t1171"/>
            <p:cNvSpPr/>
            <p:nvPr/>
          </p:nvSpPr>
          <p:spPr>
            <a:xfrm>
              <a:off x="5401671" y="225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t1172"/>
            <p:cNvSpPr/>
            <p:nvPr/>
          </p:nvSpPr>
          <p:spPr>
            <a:xfrm>
              <a:off x="5386816" y="2210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t1173"/>
            <p:cNvSpPr/>
            <p:nvPr/>
          </p:nvSpPr>
          <p:spPr>
            <a:xfrm>
              <a:off x="5291170" y="1961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t1174"/>
            <p:cNvSpPr/>
            <p:nvPr/>
          </p:nvSpPr>
          <p:spPr>
            <a:xfrm>
              <a:off x="5418848" y="2086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t1175"/>
            <p:cNvSpPr/>
            <p:nvPr/>
          </p:nvSpPr>
          <p:spPr>
            <a:xfrm>
              <a:off x="5293125" y="209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t1176"/>
            <p:cNvSpPr/>
            <p:nvPr/>
          </p:nvSpPr>
          <p:spPr>
            <a:xfrm>
              <a:off x="5407187" y="2324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t1177"/>
            <p:cNvSpPr/>
            <p:nvPr/>
          </p:nvSpPr>
          <p:spPr>
            <a:xfrm>
              <a:off x="5181687" y="2274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t1178"/>
            <p:cNvSpPr/>
            <p:nvPr/>
          </p:nvSpPr>
          <p:spPr>
            <a:xfrm>
              <a:off x="5608869" y="2034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t1179"/>
            <p:cNvSpPr/>
            <p:nvPr/>
          </p:nvSpPr>
          <p:spPr>
            <a:xfrm>
              <a:off x="5327355" y="2256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t1180"/>
            <p:cNvSpPr/>
            <p:nvPr/>
          </p:nvSpPr>
          <p:spPr>
            <a:xfrm>
              <a:off x="5038427" y="2589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t1181"/>
            <p:cNvSpPr/>
            <p:nvPr/>
          </p:nvSpPr>
          <p:spPr>
            <a:xfrm>
              <a:off x="5445420" y="204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t1182"/>
            <p:cNvSpPr/>
            <p:nvPr/>
          </p:nvSpPr>
          <p:spPr>
            <a:xfrm>
              <a:off x="5290560" y="2194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t1183"/>
            <p:cNvSpPr/>
            <p:nvPr/>
          </p:nvSpPr>
          <p:spPr>
            <a:xfrm>
              <a:off x="5219967" y="214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t1184"/>
            <p:cNvSpPr/>
            <p:nvPr/>
          </p:nvSpPr>
          <p:spPr>
            <a:xfrm>
              <a:off x="5630722" y="2012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t1185"/>
            <p:cNvSpPr/>
            <p:nvPr/>
          </p:nvSpPr>
          <p:spPr>
            <a:xfrm>
              <a:off x="5610928" y="2073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t1186"/>
            <p:cNvSpPr/>
            <p:nvPr/>
          </p:nvSpPr>
          <p:spPr>
            <a:xfrm>
              <a:off x="5517896" y="2217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t1187"/>
            <p:cNvSpPr/>
            <p:nvPr/>
          </p:nvSpPr>
          <p:spPr>
            <a:xfrm>
              <a:off x="5431264" y="216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t1188"/>
            <p:cNvSpPr/>
            <p:nvPr/>
          </p:nvSpPr>
          <p:spPr>
            <a:xfrm>
              <a:off x="5233987" y="2033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t1189"/>
            <p:cNvSpPr/>
            <p:nvPr/>
          </p:nvSpPr>
          <p:spPr>
            <a:xfrm>
              <a:off x="5306949" y="2127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t1190"/>
            <p:cNvSpPr/>
            <p:nvPr/>
          </p:nvSpPr>
          <p:spPr>
            <a:xfrm>
              <a:off x="5216057" y="200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t1191"/>
            <p:cNvSpPr/>
            <p:nvPr/>
          </p:nvSpPr>
          <p:spPr>
            <a:xfrm>
              <a:off x="4814222" y="2547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t1192"/>
            <p:cNvSpPr/>
            <p:nvPr/>
          </p:nvSpPr>
          <p:spPr>
            <a:xfrm>
              <a:off x="5483025" y="2269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t1193"/>
            <p:cNvSpPr/>
            <p:nvPr/>
          </p:nvSpPr>
          <p:spPr>
            <a:xfrm>
              <a:off x="5017441" y="2412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t1194"/>
            <p:cNvSpPr/>
            <p:nvPr/>
          </p:nvSpPr>
          <p:spPr>
            <a:xfrm>
              <a:off x="5305925" y="2038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t1195"/>
            <p:cNvSpPr/>
            <p:nvPr/>
          </p:nvSpPr>
          <p:spPr>
            <a:xfrm>
              <a:off x="4991378" y="2530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t1196"/>
            <p:cNvSpPr/>
            <p:nvPr/>
          </p:nvSpPr>
          <p:spPr>
            <a:xfrm>
              <a:off x="5522346" y="2029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t1197"/>
            <p:cNvSpPr/>
            <p:nvPr/>
          </p:nvSpPr>
          <p:spPr>
            <a:xfrm>
              <a:off x="5509275" y="2279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t1198"/>
            <p:cNvSpPr/>
            <p:nvPr/>
          </p:nvSpPr>
          <p:spPr>
            <a:xfrm>
              <a:off x="5397032" y="2230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t1199"/>
            <p:cNvSpPr/>
            <p:nvPr/>
          </p:nvSpPr>
          <p:spPr>
            <a:xfrm>
              <a:off x="5437709" y="2063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t1200"/>
            <p:cNvSpPr/>
            <p:nvPr/>
          </p:nvSpPr>
          <p:spPr>
            <a:xfrm>
              <a:off x="5620964" y="2007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t1201"/>
            <p:cNvSpPr/>
            <p:nvPr/>
          </p:nvSpPr>
          <p:spPr>
            <a:xfrm>
              <a:off x="5288794" y="2150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t1202"/>
            <p:cNvSpPr/>
            <p:nvPr/>
          </p:nvSpPr>
          <p:spPr>
            <a:xfrm>
              <a:off x="5503323" y="2040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t1203"/>
            <p:cNvSpPr/>
            <p:nvPr/>
          </p:nvSpPr>
          <p:spPr>
            <a:xfrm>
              <a:off x="5552838" y="2214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t1204"/>
            <p:cNvSpPr/>
            <p:nvPr/>
          </p:nvSpPr>
          <p:spPr>
            <a:xfrm>
              <a:off x="5189279" y="2176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t1205"/>
            <p:cNvSpPr/>
            <p:nvPr/>
          </p:nvSpPr>
          <p:spPr>
            <a:xfrm>
              <a:off x="5546263" y="2045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t1206"/>
            <p:cNvSpPr/>
            <p:nvPr/>
          </p:nvSpPr>
          <p:spPr>
            <a:xfrm>
              <a:off x="5546109" y="2058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t1207"/>
            <p:cNvSpPr/>
            <p:nvPr/>
          </p:nvSpPr>
          <p:spPr>
            <a:xfrm>
              <a:off x="5172416" y="2266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t1208"/>
            <p:cNvSpPr/>
            <p:nvPr/>
          </p:nvSpPr>
          <p:spPr>
            <a:xfrm>
              <a:off x="5608997" y="2079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t1209"/>
            <p:cNvSpPr/>
            <p:nvPr/>
          </p:nvSpPr>
          <p:spPr>
            <a:xfrm>
              <a:off x="5698332" y="2037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t1210"/>
            <p:cNvSpPr/>
            <p:nvPr/>
          </p:nvSpPr>
          <p:spPr>
            <a:xfrm>
              <a:off x="5435110" y="2166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t1211"/>
            <p:cNvSpPr/>
            <p:nvPr/>
          </p:nvSpPr>
          <p:spPr>
            <a:xfrm>
              <a:off x="5750969" y="2022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t1212"/>
            <p:cNvSpPr/>
            <p:nvPr/>
          </p:nvSpPr>
          <p:spPr>
            <a:xfrm>
              <a:off x="5515285" y="207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t1213"/>
            <p:cNvSpPr/>
            <p:nvPr/>
          </p:nvSpPr>
          <p:spPr>
            <a:xfrm>
              <a:off x="5797996" y="2095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t1214"/>
            <p:cNvSpPr/>
            <p:nvPr/>
          </p:nvSpPr>
          <p:spPr>
            <a:xfrm>
              <a:off x="5400008" y="2198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t1215"/>
            <p:cNvSpPr/>
            <p:nvPr/>
          </p:nvSpPr>
          <p:spPr>
            <a:xfrm>
              <a:off x="5420430" y="2129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t1216"/>
            <p:cNvSpPr/>
            <p:nvPr/>
          </p:nvSpPr>
          <p:spPr>
            <a:xfrm>
              <a:off x="5254178" y="2205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t1217"/>
            <p:cNvSpPr/>
            <p:nvPr/>
          </p:nvSpPr>
          <p:spPr>
            <a:xfrm>
              <a:off x="5456039" y="1975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t1218"/>
            <p:cNvSpPr/>
            <p:nvPr/>
          </p:nvSpPr>
          <p:spPr>
            <a:xfrm>
              <a:off x="5867292" y="1839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t1219"/>
            <p:cNvSpPr/>
            <p:nvPr/>
          </p:nvSpPr>
          <p:spPr>
            <a:xfrm>
              <a:off x="5301902" y="2107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t1220"/>
            <p:cNvSpPr/>
            <p:nvPr/>
          </p:nvSpPr>
          <p:spPr>
            <a:xfrm>
              <a:off x="5377163" y="2260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t1221"/>
            <p:cNvSpPr/>
            <p:nvPr/>
          </p:nvSpPr>
          <p:spPr>
            <a:xfrm>
              <a:off x="5359965" y="2201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t1222"/>
            <p:cNvSpPr/>
            <p:nvPr/>
          </p:nvSpPr>
          <p:spPr>
            <a:xfrm>
              <a:off x="5263353" y="2119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t1223"/>
            <p:cNvSpPr/>
            <p:nvPr/>
          </p:nvSpPr>
          <p:spPr>
            <a:xfrm>
              <a:off x="5811614" y="2129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t1224"/>
            <p:cNvSpPr/>
            <p:nvPr/>
          </p:nvSpPr>
          <p:spPr>
            <a:xfrm>
              <a:off x="5120686" y="2417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t1225"/>
            <p:cNvSpPr/>
            <p:nvPr/>
          </p:nvSpPr>
          <p:spPr>
            <a:xfrm>
              <a:off x="5657290" y="1974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t1226"/>
            <p:cNvSpPr/>
            <p:nvPr/>
          </p:nvSpPr>
          <p:spPr>
            <a:xfrm>
              <a:off x="5481011" y="2178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t1227"/>
            <p:cNvSpPr/>
            <p:nvPr/>
          </p:nvSpPr>
          <p:spPr>
            <a:xfrm>
              <a:off x="5149867" y="2447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t1228"/>
            <p:cNvSpPr/>
            <p:nvPr/>
          </p:nvSpPr>
          <p:spPr>
            <a:xfrm>
              <a:off x="5566502" y="2255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t1229"/>
            <p:cNvSpPr/>
            <p:nvPr/>
          </p:nvSpPr>
          <p:spPr>
            <a:xfrm>
              <a:off x="5605451" y="1932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t1230"/>
            <p:cNvSpPr/>
            <p:nvPr/>
          </p:nvSpPr>
          <p:spPr>
            <a:xfrm>
              <a:off x="5757665" y="197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t1231"/>
            <p:cNvSpPr/>
            <p:nvPr/>
          </p:nvSpPr>
          <p:spPr>
            <a:xfrm>
              <a:off x="5266503" y="2106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t1232"/>
            <p:cNvSpPr/>
            <p:nvPr/>
          </p:nvSpPr>
          <p:spPr>
            <a:xfrm>
              <a:off x="5472045" y="2020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t1233"/>
            <p:cNvSpPr/>
            <p:nvPr/>
          </p:nvSpPr>
          <p:spPr>
            <a:xfrm>
              <a:off x="5366369" y="2041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t1234"/>
            <p:cNvSpPr/>
            <p:nvPr/>
          </p:nvSpPr>
          <p:spPr>
            <a:xfrm>
              <a:off x="5836557" y="176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t1235"/>
            <p:cNvSpPr/>
            <p:nvPr/>
          </p:nvSpPr>
          <p:spPr>
            <a:xfrm>
              <a:off x="5487035" y="2195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t1236"/>
            <p:cNvSpPr/>
            <p:nvPr/>
          </p:nvSpPr>
          <p:spPr>
            <a:xfrm>
              <a:off x="5587040" y="2098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t1237"/>
            <p:cNvSpPr/>
            <p:nvPr/>
          </p:nvSpPr>
          <p:spPr>
            <a:xfrm>
              <a:off x="5691742" y="1968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t1238"/>
            <p:cNvSpPr/>
            <p:nvPr/>
          </p:nvSpPr>
          <p:spPr>
            <a:xfrm>
              <a:off x="5056432" y="2374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t1239"/>
            <p:cNvSpPr/>
            <p:nvPr/>
          </p:nvSpPr>
          <p:spPr>
            <a:xfrm>
              <a:off x="5280652" y="2093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t1240"/>
            <p:cNvSpPr/>
            <p:nvPr/>
          </p:nvSpPr>
          <p:spPr>
            <a:xfrm>
              <a:off x="5195071" y="2149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t1241"/>
            <p:cNvSpPr/>
            <p:nvPr/>
          </p:nvSpPr>
          <p:spPr>
            <a:xfrm>
              <a:off x="5226192" y="2011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t1242"/>
            <p:cNvSpPr/>
            <p:nvPr/>
          </p:nvSpPr>
          <p:spPr>
            <a:xfrm>
              <a:off x="5186883" y="2092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t1243"/>
            <p:cNvSpPr/>
            <p:nvPr/>
          </p:nvSpPr>
          <p:spPr>
            <a:xfrm>
              <a:off x="5464925" y="2086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t1244"/>
            <p:cNvSpPr/>
            <p:nvPr/>
          </p:nvSpPr>
          <p:spPr>
            <a:xfrm>
              <a:off x="4840448" y="260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t1245"/>
            <p:cNvSpPr/>
            <p:nvPr/>
          </p:nvSpPr>
          <p:spPr>
            <a:xfrm>
              <a:off x="5721037" y="1998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t1246"/>
            <p:cNvSpPr/>
            <p:nvPr/>
          </p:nvSpPr>
          <p:spPr>
            <a:xfrm>
              <a:off x="5537949" y="2221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t1247"/>
            <p:cNvSpPr/>
            <p:nvPr/>
          </p:nvSpPr>
          <p:spPr>
            <a:xfrm>
              <a:off x="5496873" y="2322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t1248"/>
            <p:cNvSpPr/>
            <p:nvPr/>
          </p:nvSpPr>
          <p:spPr>
            <a:xfrm>
              <a:off x="5469345" y="2066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t1249"/>
            <p:cNvSpPr/>
            <p:nvPr/>
          </p:nvSpPr>
          <p:spPr>
            <a:xfrm>
              <a:off x="5390768" y="2232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t1250"/>
            <p:cNvSpPr/>
            <p:nvPr/>
          </p:nvSpPr>
          <p:spPr>
            <a:xfrm>
              <a:off x="5547519" y="2175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t1251"/>
            <p:cNvSpPr/>
            <p:nvPr/>
          </p:nvSpPr>
          <p:spPr>
            <a:xfrm>
              <a:off x="5803293" y="1842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t1252"/>
            <p:cNvSpPr/>
            <p:nvPr/>
          </p:nvSpPr>
          <p:spPr>
            <a:xfrm>
              <a:off x="5549184" y="2131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t1253"/>
            <p:cNvSpPr/>
            <p:nvPr/>
          </p:nvSpPr>
          <p:spPr>
            <a:xfrm>
              <a:off x="4945182" y="264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t1254"/>
            <p:cNvSpPr/>
            <p:nvPr/>
          </p:nvSpPr>
          <p:spPr>
            <a:xfrm>
              <a:off x="5582858" y="1963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t1255"/>
            <p:cNvSpPr/>
            <p:nvPr/>
          </p:nvSpPr>
          <p:spPr>
            <a:xfrm>
              <a:off x="5230123" y="2060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t1256"/>
            <p:cNvSpPr/>
            <p:nvPr/>
          </p:nvSpPr>
          <p:spPr>
            <a:xfrm>
              <a:off x="5690739" y="2084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t1257"/>
            <p:cNvSpPr/>
            <p:nvPr/>
          </p:nvSpPr>
          <p:spPr>
            <a:xfrm>
              <a:off x="5522551" y="2111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t1258"/>
            <p:cNvSpPr/>
            <p:nvPr/>
          </p:nvSpPr>
          <p:spPr>
            <a:xfrm>
              <a:off x="5667220" y="1738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t1259"/>
            <p:cNvSpPr/>
            <p:nvPr/>
          </p:nvSpPr>
          <p:spPr>
            <a:xfrm>
              <a:off x="4812546" y="2099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t1260"/>
            <p:cNvSpPr/>
            <p:nvPr/>
          </p:nvSpPr>
          <p:spPr>
            <a:xfrm>
              <a:off x="5692682" y="2116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t1261"/>
            <p:cNvSpPr/>
            <p:nvPr/>
          </p:nvSpPr>
          <p:spPr>
            <a:xfrm>
              <a:off x="5783331" y="1780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t1262"/>
            <p:cNvSpPr/>
            <p:nvPr/>
          </p:nvSpPr>
          <p:spPr>
            <a:xfrm>
              <a:off x="5444957" y="1980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t1263"/>
            <p:cNvSpPr/>
            <p:nvPr/>
          </p:nvSpPr>
          <p:spPr>
            <a:xfrm>
              <a:off x="5284691" y="2214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t1264"/>
            <p:cNvSpPr/>
            <p:nvPr/>
          </p:nvSpPr>
          <p:spPr>
            <a:xfrm>
              <a:off x="5621995" y="1913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t1265"/>
            <p:cNvSpPr/>
            <p:nvPr/>
          </p:nvSpPr>
          <p:spPr>
            <a:xfrm>
              <a:off x="5145042" y="2688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t1266"/>
            <p:cNvSpPr/>
            <p:nvPr/>
          </p:nvSpPr>
          <p:spPr>
            <a:xfrm>
              <a:off x="5597736" y="2007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t1267"/>
            <p:cNvSpPr/>
            <p:nvPr/>
          </p:nvSpPr>
          <p:spPr>
            <a:xfrm>
              <a:off x="5609683" y="1959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t1268"/>
            <p:cNvSpPr/>
            <p:nvPr/>
          </p:nvSpPr>
          <p:spPr>
            <a:xfrm>
              <a:off x="5103923" y="2580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t1269"/>
            <p:cNvSpPr/>
            <p:nvPr/>
          </p:nvSpPr>
          <p:spPr>
            <a:xfrm>
              <a:off x="5546715" y="2116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t1270"/>
            <p:cNvSpPr/>
            <p:nvPr/>
          </p:nvSpPr>
          <p:spPr>
            <a:xfrm>
              <a:off x="5407796" y="2245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t1271"/>
            <p:cNvSpPr/>
            <p:nvPr/>
          </p:nvSpPr>
          <p:spPr>
            <a:xfrm>
              <a:off x="5595654" y="1923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t1272"/>
            <p:cNvSpPr/>
            <p:nvPr/>
          </p:nvSpPr>
          <p:spPr>
            <a:xfrm>
              <a:off x="5353020" y="2298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t1273"/>
            <p:cNvSpPr/>
            <p:nvPr/>
          </p:nvSpPr>
          <p:spPr>
            <a:xfrm>
              <a:off x="5676099" y="1927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t1274"/>
            <p:cNvSpPr/>
            <p:nvPr/>
          </p:nvSpPr>
          <p:spPr>
            <a:xfrm>
              <a:off x="5372729" y="2035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t1275"/>
            <p:cNvSpPr/>
            <p:nvPr/>
          </p:nvSpPr>
          <p:spPr>
            <a:xfrm>
              <a:off x="5429075" y="2162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t1276"/>
            <p:cNvSpPr/>
            <p:nvPr/>
          </p:nvSpPr>
          <p:spPr>
            <a:xfrm>
              <a:off x="5165393" y="2164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t1277"/>
            <p:cNvSpPr/>
            <p:nvPr/>
          </p:nvSpPr>
          <p:spPr>
            <a:xfrm>
              <a:off x="5477842" y="210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t1278"/>
            <p:cNvSpPr/>
            <p:nvPr/>
          </p:nvSpPr>
          <p:spPr>
            <a:xfrm>
              <a:off x="5383519" y="2233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t1279"/>
            <p:cNvSpPr/>
            <p:nvPr/>
          </p:nvSpPr>
          <p:spPr>
            <a:xfrm>
              <a:off x="5778633" y="1816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t1280"/>
            <p:cNvSpPr/>
            <p:nvPr/>
          </p:nvSpPr>
          <p:spPr>
            <a:xfrm>
              <a:off x="5199988" y="2185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t1281"/>
            <p:cNvSpPr/>
            <p:nvPr/>
          </p:nvSpPr>
          <p:spPr>
            <a:xfrm>
              <a:off x="5047852" y="2357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t1282"/>
            <p:cNvSpPr/>
            <p:nvPr/>
          </p:nvSpPr>
          <p:spPr>
            <a:xfrm>
              <a:off x="5583300" y="203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t1283"/>
            <p:cNvSpPr/>
            <p:nvPr/>
          </p:nvSpPr>
          <p:spPr>
            <a:xfrm>
              <a:off x="5328207" y="2186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t1284"/>
            <p:cNvSpPr/>
            <p:nvPr/>
          </p:nvSpPr>
          <p:spPr>
            <a:xfrm>
              <a:off x="5442987" y="1855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t1285"/>
            <p:cNvSpPr/>
            <p:nvPr/>
          </p:nvSpPr>
          <p:spPr>
            <a:xfrm>
              <a:off x="5253103" y="2150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t1286"/>
            <p:cNvSpPr/>
            <p:nvPr/>
          </p:nvSpPr>
          <p:spPr>
            <a:xfrm>
              <a:off x="5531544" y="2242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t1287"/>
            <p:cNvSpPr/>
            <p:nvPr/>
          </p:nvSpPr>
          <p:spPr>
            <a:xfrm>
              <a:off x="5491361" y="2175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t1288"/>
            <p:cNvSpPr/>
            <p:nvPr/>
          </p:nvSpPr>
          <p:spPr>
            <a:xfrm>
              <a:off x="5558142" y="2238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t1289"/>
            <p:cNvSpPr/>
            <p:nvPr/>
          </p:nvSpPr>
          <p:spPr>
            <a:xfrm>
              <a:off x="4995741" y="2551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t1290"/>
            <p:cNvSpPr/>
            <p:nvPr/>
          </p:nvSpPr>
          <p:spPr>
            <a:xfrm>
              <a:off x="5537445" y="2215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t1291"/>
            <p:cNvSpPr/>
            <p:nvPr/>
          </p:nvSpPr>
          <p:spPr>
            <a:xfrm>
              <a:off x="5605134" y="1857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t1292"/>
            <p:cNvSpPr/>
            <p:nvPr/>
          </p:nvSpPr>
          <p:spPr>
            <a:xfrm>
              <a:off x="5473529" y="2138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t1293"/>
            <p:cNvSpPr/>
            <p:nvPr/>
          </p:nvSpPr>
          <p:spPr>
            <a:xfrm>
              <a:off x="4944010" y="2511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t1294"/>
            <p:cNvSpPr/>
            <p:nvPr/>
          </p:nvSpPr>
          <p:spPr>
            <a:xfrm>
              <a:off x="5295127" y="2162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t1295"/>
            <p:cNvSpPr/>
            <p:nvPr/>
          </p:nvSpPr>
          <p:spPr>
            <a:xfrm>
              <a:off x="5493043" y="2166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t1296"/>
            <p:cNvSpPr/>
            <p:nvPr/>
          </p:nvSpPr>
          <p:spPr>
            <a:xfrm>
              <a:off x="5354820" y="2242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t1297"/>
            <p:cNvSpPr/>
            <p:nvPr/>
          </p:nvSpPr>
          <p:spPr>
            <a:xfrm>
              <a:off x="5742424" y="1995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t1298"/>
            <p:cNvSpPr/>
            <p:nvPr/>
          </p:nvSpPr>
          <p:spPr>
            <a:xfrm>
              <a:off x="5437836" y="1985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t1299"/>
            <p:cNvSpPr/>
            <p:nvPr/>
          </p:nvSpPr>
          <p:spPr>
            <a:xfrm>
              <a:off x="5625005" y="2053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t1300"/>
            <p:cNvSpPr/>
            <p:nvPr/>
          </p:nvSpPr>
          <p:spPr>
            <a:xfrm>
              <a:off x="5381157" y="2183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t1301"/>
            <p:cNvSpPr/>
            <p:nvPr/>
          </p:nvSpPr>
          <p:spPr>
            <a:xfrm>
              <a:off x="4984973" y="2621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t1302"/>
            <p:cNvSpPr/>
            <p:nvPr/>
          </p:nvSpPr>
          <p:spPr>
            <a:xfrm>
              <a:off x="5409294" y="2293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t1303"/>
            <p:cNvSpPr/>
            <p:nvPr/>
          </p:nvSpPr>
          <p:spPr>
            <a:xfrm>
              <a:off x="5402241" y="2075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t1304"/>
            <p:cNvSpPr/>
            <p:nvPr/>
          </p:nvSpPr>
          <p:spPr>
            <a:xfrm>
              <a:off x="5153330" y="251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t1305"/>
            <p:cNvSpPr/>
            <p:nvPr/>
          </p:nvSpPr>
          <p:spPr>
            <a:xfrm>
              <a:off x="5474867" y="2062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t1306"/>
            <p:cNvSpPr/>
            <p:nvPr/>
          </p:nvSpPr>
          <p:spPr>
            <a:xfrm>
              <a:off x="5396569" y="2087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t1307"/>
            <p:cNvSpPr/>
            <p:nvPr/>
          </p:nvSpPr>
          <p:spPr>
            <a:xfrm>
              <a:off x="4989191" y="2554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t1308"/>
            <p:cNvSpPr/>
            <p:nvPr/>
          </p:nvSpPr>
          <p:spPr>
            <a:xfrm>
              <a:off x="5365924" y="2088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t1309"/>
            <p:cNvSpPr/>
            <p:nvPr/>
          </p:nvSpPr>
          <p:spPr>
            <a:xfrm>
              <a:off x="5346804" y="2232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t1310"/>
            <p:cNvSpPr/>
            <p:nvPr/>
          </p:nvSpPr>
          <p:spPr>
            <a:xfrm>
              <a:off x="5096710" y="2661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t1311"/>
            <p:cNvSpPr/>
            <p:nvPr/>
          </p:nvSpPr>
          <p:spPr>
            <a:xfrm>
              <a:off x="5472333" y="2041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t1312"/>
            <p:cNvSpPr/>
            <p:nvPr/>
          </p:nvSpPr>
          <p:spPr>
            <a:xfrm>
              <a:off x="5478413" y="2165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t1313"/>
            <p:cNvSpPr/>
            <p:nvPr/>
          </p:nvSpPr>
          <p:spPr>
            <a:xfrm>
              <a:off x="5349716" y="231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t1314"/>
            <p:cNvSpPr/>
            <p:nvPr/>
          </p:nvSpPr>
          <p:spPr>
            <a:xfrm>
              <a:off x="5362017" y="1996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t1315"/>
            <p:cNvSpPr/>
            <p:nvPr/>
          </p:nvSpPr>
          <p:spPr>
            <a:xfrm>
              <a:off x="4880239" y="2845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t1316"/>
            <p:cNvSpPr/>
            <p:nvPr/>
          </p:nvSpPr>
          <p:spPr>
            <a:xfrm>
              <a:off x="5426198" y="218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t1317"/>
            <p:cNvSpPr/>
            <p:nvPr/>
          </p:nvSpPr>
          <p:spPr>
            <a:xfrm>
              <a:off x="5212014" y="2072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t1318"/>
            <p:cNvSpPr/>
            <p:nvPr/>
          </p:nvSpPr>
          <p:spPr>
            <a:xfrm>
              <a:off x="5504677" y="1969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t1319"/>
            <p:cNvSpPr/>
            <p:nvPr/>
          </p:nvSpPr>
          <p:spPr>
            <a:xfrm>
              <a:off x="5364341" y="2048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t1320"/>
            <p:cNvSpPr/>
            <p:nvPr/>
          </p:nvSpPr>
          <p:spPr>
            <a:xfrm>
              <a:off x="5546611" y="2072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t1321"/>
            <p:cNvSpPr/>
            <p:nvPr/>
          </p:nvSpPr>
          <p:spPr>
            <a:xfrm>
              <a:off x="5384752" y="2249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t1322"/>
            <p:cNvSpPr/>
            <p:nvPr/>
          </p:nvSpPr>
          <p:spPr>
            <a:xfrm>
              <a:off x="5310384" y="2212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t1323"/>
            <p:cNvSpPr/>
            <p:nvPr/>
          </p:nvSpPr>
          <p:spPr>
            <a:xfrm>
              <a:off x="5783063" y="1849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t1324"/>
            <p:cNvSpPr/>
            <p:nvPr/>
          </p:nvSpPr>
          <p:spPr>
            <a:xfrm>
              <a:off x="5596306" y="2091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t1325"/>
            <p:cNvSpPr/>
            <p:nvPr/>
          </p:nvSpPr>
          <p:spPr>
            <a:xfrm>
              <a:off x="5292354" y="2258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t1326"/>
            <p:cNvSpPr/>
            <p:nvPr/>
          </p:nvSpPr>
          <p:spPr>
            <a:xfrm>
              <a:off x="6077284" y="1668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t1327"/>
            <p:cNvSpPr/>
            <p:nvPr/>
          </p:nvSpPr>
          <p:spPr>
            <a:xfrm>
              <a:off x="5334883" y="2184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t1328"/>
            <p:cNvSpPr/>
            <p:nvPr/>
          </p:nvSpPr>
          <p:spPr>
            <a:xfrm>
              <a:off x="5571781" y="1956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t1329"/>
            <p:cNvSpPr/>
            <p:nvPr/>
          </p:nvSpPr>
          <p:spPr>
            <a:xfrm>
              <a:off x="5832824" y="1949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t1330"/>
            <p:cNvSpPr/>
            <p:nvPr/>
          </p:nvSpPr>
          <p:spPr>
            <a:xfrm>
              <a:off x="5747514" y="2027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t1331"/>
            <p:cNvSpPr/>
            <p:nvPr/>
          </p:nvSpPr>
          <p:spPr>
            <a:xfrm>
              <a:off x="5391183" y="2229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t1332"/>
            <p:cNvSpPr/>
            <p:nvPr/>
          </p:nvSpPr>
          <p:spPr>
            <a:xfrm>
              <a:off x="4981972" y="2592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t1333"/>
            <p:cNvSpPr/>
            <p:nvPr/>
          </p:nvSpPr>
          <p:spPr>
            <a:xfrm>
              <a:off x="5077200" y="2045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t1334"/>
            <p:cNvSpPr/>
            <p:nvPr/>
          </p:nvSpPr>
          <p:spPr>
            <a:xfrm>
              <a:off x="5084720" y="2123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t1335"/>
            <p:cNvSpPr/>
            <p:nvPr/>
          </p:nvSpPr>
          <p:spPr>
            <a:xfrm>
              <a:off x="5596073" y="2093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t1336"/>
            <p:cNvSpPr/>
            <p:nvPr/>
          </p:nvSpPr>
          <p:spPr>
            <a:xfrm>
              <a:off x="5386705" y="2229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t1337"/>
            <p:cNvSpPr/>
            <p:nvPr/>
          </p:nvSpPr>
          <p:spPr>
            <a:xfrm>
              <a:off x="5558815" y="2188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t1338"/>
            <p:cNvSpPr/>
            <p:nvPr/>
          </p:nvSpPr>
          <p:spPr>
            <a:xfrm>
              <a:off x="5335946" y="2225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t1339"/>
            <p:cNvSpPr/>
            <p:nvPr/>
          </p:nvSpPr>
          <p:spPr>
            <a:xfrm>
              <a:off x="5532255" y="2235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t1340"/>
            <p:cNvSpPr/>
            <p:nvPr/>
          </p:nvSpPr>
          <p:spPr>
            <a:xfrm>
              <a:off x="5147388" y="2777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t1341"/>
            <p:cNvSpPr/>
            <p:nvPr/>
          </p:nvSpPr>
          <p:spPr>
            <a:xfrm>
              <a:off x="5256704" y="2151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t1342"/>
            <p:cNvSpPr/>
            <p:nvPr/>
          </p:nvSpPr>
          <p:spPr>
            <a:xfrm>
              <a:off x="5436263" y="2086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t1343"/>
            <p:cNvSpPr/>
            <p:nvPr/>
          </p:nvSpPr>
          <p:spPr>
            <a:xfrm>
              <a:off x="5748200" y="1897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t1344"/>
            <p:cNvSpPr/>
            <p:nvPr/>
          </p:nvSpPr>
          <p:spPr>
            <a:xfrm>
              <a:off x="5533140" y="216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t1345"/>
            <p:cNvSpPr/>
            <p:nvPr/>
          </p:nvSpPr>
          <p:spPr>
            <a:xfrm>
              <a:off x="5630953" y="2011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t1346"/>
            <p:cNvSpPr/>
            <p:nvPr/>
          </p:nvSpPr>
          <p:spPr>
            <a:xfrm>
              <a:off x="5383155" y="2192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t1347"/>
            <p:cNvSpPr/>
            <p:nvPr/>
          </p:nvSpPr>
          <p:spPr>
            <a:xfrm>
              <a:off x="5454303" y="1968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t1348"/>
            <p:cNvSpPr/>
            <p:nvPr/>
          </p:nvSpPr>
          <p:spPr>
            <a:xfrm>
              <a:off x="5420037" y="2227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t1349"/>
            <p:cNvSpPr/>
            <p:nvPr/>
          </p:nvSpPr>
          <p:spPr>
            <a:xfrm>
              <a:off x="5229466" y="1938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t1350"/>
            <p:cNvSpPr/>
            <p:nvPr/>
          </p:nvSpPr>
          <p:spPr>
            <a:xfrm>
              <a:off x="5571712" y="1918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t1351"/>
            <p:cNvSpPr/>
            <p:nvPr/>
          </p:nvSpPr>
          <p:spPr>
            <a:xfrm>
              <a:off x="5455166" y="1818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t1352"/>
            <p:cNvSpPr/>
            <p:nvPr/>
          </p:nvSpPr>
          <p:spPr>
            <a:xfrm>
              <a:off x="5356091" y="2234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t1353"/>
            <p:cNvSpPr/>
            <p:nvPr/>
          </p:nvSpPr>
          <p:spPr>
            <a:xfrm>
              <a:off x="5701481" y="1823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t1354"/>
            <p:cNvSpPr/>
            <p:nvPr/>
          </p:nvSpPr>
          <p:spPr>
            <a:xfrm>
              <a:off x="5150928" y="2559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t1355"/>
            <p:cNvSpPr/>
            <p:nvPr/>
          </p:nvSpPr>
          <p:spPr>
            <a:xfrm>
              <a:off x="5636849" y="216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t1356"/>
            <p:cNvSpPr/>
            <p:nvPr/>
          </p:nvSpPr>
          <p:spPr>
            <a:xfrm>
              <a:off x="5371987" y="1988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t1357"/>
            <p:cNvSpPr/>
            <p:nvPr/>
          </p:nvSpPr>
          <p:spPr>
            <a:xfrm>
              <a:off x="5026188" y="2383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t1358"/>
            <p:cNvSpPr/>
            <p:nvPr/>
          </p:nvSpPr>
          <p:spPr>
            <a:xfrm>
              <a:off x="5485911" y="2169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t1359"/>
            <p:cNvSpPr/>
            <p:nvPr/>
          </p:nvSpPr>
          <p:spPr>
            <a:xfrm>
              <a:off x="5132636" y="2446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t1360"/>
            <p:cNvSpPr/>
            <p:nvPr/>
          </p:nvSpPr>
          <p:spPr>
            <a:xfrm>
              <a:off x="5419511" y="2038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t1361"/>
            <p:cNvSpPr/>
            <p:nvPr/>
          </p:nvSpPr>
          <p:spPr>
            <a:xfrm>
              <a:off x="5549329" y="2284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t1362"/>
            <p:cNvSpPr/>
            <p:nvPr/>
          </p:nvSpPr>
          <p:spPr>
            <a:xfrm>
              <a:off x="5728754" y="2027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t1363"/>
            <p:cNvSpPr/>
            <p:nvPr/>
          </p:nvSpPr>
          <p:spPr>
            <a:xfrm>
              <a:off x="5754676" y="1910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t1364"/>
            <p:cNvSpPr/>
            <p:nvPr/>
          </p:nvSpPr>
          <p:spPr>
            <a:xfrm>
              <a:off x="5406408" y="2321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t1365"/>
            <p:cNvSpPr/>
            <p:nvPr/>
          </p:nvSpPr>
          <p:spPr>
            <a:xfrm>
              <a:off x="5298844" y="2096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t1366"/>
            <p:cNvSpPr/>
            <p:nvPr/>
          </p:nvSpPr>
          <p:spPr>
            <a:xfrm>
              <a:off x="5724196" y="1915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t1367"/>
            <p:cNvSpPr/>
            <p:nvPr/>
          </p:nvSpPr>
          <p:spPr>
            <a:xfrm>
              <a:off x="5350318" y="2249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t1368"/>
            <p:cNvSpPr/>
            <p:nvPr/>
          </p:nvSpPr>
          <p:spPr>
            <a:xfrm>
              <a:off x="5694838" y="1993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t1369"/>
            <p:cNvSpPr/>
            <p:nvPr/>
          </p:nvSpPr>
          <p:spPr>
            <a:xfrm>
              <a:off x="5228772" y="205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t1370"/>
            <p:cNvSpPr/>
            <p:nvPr/>
          </p:nvSpPr>
          <p:spPr>
            <a:xfrm>
              <a:off x="5505251" y="2007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t1371"/>
            <p:cNvSpPr/>
            <p:nvPr/>
          </p:nvSpPr>
          <p:spPr>
            <a:xfrm>
              <a:off x="5473636" y="2168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t1372"/>
            <p:cNvSpPr/>
            <p:nvPr/>
          </p:nvSpPr>
          <p:spPr>
            <a:xfrm>
              <a:off x="5178844" y="2167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t1373"/>
            <p:cNvSpPr/>
            <p:nvPr/>
          </p:nvSpPr>
          <p:spPr>
            <a:xfrm>
              <a:off x="5622267" y="2084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t1374"/>
            <p:cNvSpPr/>
            <p:nvPr/>
          </p:nvSpPr>
          <p:spPr>
            <a:xfrm>
              <a:off x="5186421" y="2319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t1375"/>
            <p:cNvSpPr/>
            <p:nvPr/>
          </p:nvSpPr>
          <p:spPr>
            <a:xfrm>
              <a:off x="5130529" y="2551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t1376"/>
            <p:cNvSpPr/>
            <p:nvPr/>
          </p:nvSpPr>
          <p:spPr>
            <a:xfrm>
              <a:off x="5320540" y="2184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t1377"/>
            <p:cNvSpPr/>
            <p:nvPr/>
          </p:nvSpPr>
          <p:spPr>
            <a:xfrm>
              <a:off x="5110186" y="2677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t1378"/>
            <p:cNvSpPr/>
            <p:nvPr/>
          </p:nvSpPr>
          <p:spPr>
            <a:xfrm>
              <a:off x="5333294" y="2220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t1379"/>
            <p:cNvSpPr/>
            <p:nvPr/>
          </p:nvSpPr>
          <p:spPr>
            <a:xfrm>
              <a:off x="4977859" y="2474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t1380"/>
            <p:cNvSpPr/>
            <p:nvPr/>
          </p:nvSpPr>
          <p:spPr>
            <a:xfrm>
              <a:off x="5174997" y="2451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t1381"/>
            <p:cNvSpPr/>
            <p:nvPr/>
          </p:nvSpPr>
          <p:spPr>
            <a:xfrm>
              <a:off x="5633342" y="2035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t1382"/>
            <p:cNvSpPr/>
            <p:nvPr/>
          </p:nvSpPr>
          <p:spPr>
            <a:xfrm>
              <a:off x="5516404" y="2237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t1383"/>
            <p:cNvSpPr/>
            <p:nvPr/>
          </p:nvSpPr>
          <p:spPr>
            <a:xfrm>
              <a:off x="4994177" y="2753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t1384"/>
            <p:cNvSpPr/>
            <p:nvPr/>
          </p:nvSpPr>
          <p:spPr>
            <a:xfrm>
              <a:off x="5332512" y="2187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t1385"/>
            <p:cNvSpPr/>
            <p:nvPr/>
          </p:nvSpPr>
          <p:spPr>
            <a:xfrm>
              <a:off x="5520667" y="2033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t1386"/>
            <p:cNvSpPr/>
            <p:nvPr/>
          </p:nvSpPr>
          <p:spPr>
            <a:xfrm>
              <a:off x="5651227" y="1885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t1387"/>
            <p:cNvSpPr/>
            <p:nvPr/>
          </p:nvSpPr>
          <p:spPr>
            <a:xfrm>
              <a:off x="5686262" y="1954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t1388"/>
            <p:cNvSpPr/>
            <p:nvPr/>
          </p:nvSpPr>
          <p:spPr>
            <a:xfrm>
              <a:off x="5579459" y="2196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t1389"/>
            <p:cNvSpPr/>
            <p:nvPr/>
          </p:nvSpPr>
          <p:spPr>
            <a:xfrm>
              <a:off x="5786048" y="1819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t1390"/>
            <p:cNvSpPr/>
            <p:nvPr/>
          </p:nvSpPr>
          <p:spPr>
            <a:xfrm>
              <a:off x="5047678" y="2408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t1391"/>
            <p:cNvSpPr/>
            <p:nvPr/>
          </p:nvSpPr>
          <p:spPr>
            <a:xfrm>
              <a:off x="5453067" y="184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t1392"/>
            <p:cNvSpPr/>
            <p:nvPr/>
          </p:nvSpPr>
          <p:spPr>
            <a:xfrm>
              <a:off x="5114858" y="2361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t1393"/>
            <p:cNvSpPr/>
            <p:nvPr/>
          </p:nvSpPr>
          <p:spPr>
            <a:xfrm>
              <a:off x="5425196" y="2128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t1394"/>
            <p:cNvSpPr/>
            <p:nvPr/>
          </p:nvSpPr>
          <p:spPr>
            <a:xfrm>
              <a:off x="5200610" y="2089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t1395"/>
            <p:cNvSpPr/>
            <p:nvPr/>
          </p:nvSpPr>
          <p:spPr>
            <a:xfrm>
              <a:off x="5544197" y="2268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t1396"/>
            <p:cNvSpPr/>
            <p:nvPr/>
          </p:nvSpPr>
          <p:spPr>
            <a:xfrm>
              <a:off x="5618904" y="2110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t1397"/>
            <p:cNvSpPr/>
            <p:nvPr/>
          </p:nvSpPr>
          <p:spPr>
            <a:xfrm>
              <a:off x="5858286" y="1659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t1398"/>
            <p:cNvSpPr/>
            <p:nvPr/>
          </p:nvSpPr>
          <p:spPr>
            <a:xfrm>
              <a:off x="4996253" y="2495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t1399"/>
            <p:cNvSpPr/>
            <p:nvPr/>
          </p:nvSpPr>
          <p:spPr>
            <a:xfrm>
              <a:off x="5403338" y="209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t1400"/>
            <p:cNvSpPr/>
            <p:nvPr/>
          </p:nvSpPr>
          <p:spPr>
            <a:xfrm>
              <a:off x="5571844" y="1960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t1401"/>
            <p:cNvSpPr/>
            <p:nvPr/>
          </p:nvSpPr>
          <p:spPr>
            <a:xfrm>
              <a:off x="5247023" y="2028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t1402"/>
            <p:cNvSpPr/>
            <p:nvPr/>
          </p:nvSpPr>
          <p:spPr>
            <a:xfrm>
              <a:off x="5440094" y="2083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t1403"/>
            <p:cNvSpPr/>
            <p:nvPr/>
          </p:nvSpPr>
          <p:spPr>
            <a:xfrm>
              <a:off x="5692987" y="1819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t1404"/>
            <p:cNvSpPr/>
            <p:nvPr/>
          </p:nvSpPr>
          <p:spPr>
            <a:xfrm>
              <a:off x="5892503" y="1650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t1405"/>
            <p:cNvSpPr/>
            <p:nvPr/>
          </p:nvSpPr>
          <p:spPr>
            <a:xfrm>
              <a:off x="5618417" y="1984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t1406"/>
            <p:cNvSpPr/>
            <p:nvPr/>
          </p:nvSpPr>
          <p:spPr>
            <a:xfrm>
              <a:off x="5056805" y="2667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t1407"/>
            <p:cNvSpPr/>
            <p:nvPr/>
          </p:nvSpPr>
          <p:spPr>
            <a:xfrm>
              <a:off x="5694338" y="2007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t1408"/>
            <p:cNvSpPr/>
            <p:nvPr/>
          </p:nvSpPr>
          <p:spPr>
            <a:xfrm>
              <a:off x="5166625" y="2388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t1409"/>
            <p:cNvSpPr/>
            <p:nvPr/>
          </p:nvSpPr>
          <p:spPr>
            <a:xfrm>
              <a:off x="5696136" y="1964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t1410"/>
            <p:cNvSpPr/>
            <p:nvPr/>
          </p:nvSpPr>
          <p:spPr>
            <a:xfrm>
              <a:off x="5774610" y="1866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t1411"/>
            <p:cNvSpPr/>
            <p:nvPr/>
          </p:nvSpPr>
          <p:spPr>
            <a:xfrm>
              <a:off x="5347321" y="2090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t1412"/>
            <p:cNvSpPr/>
            <p:nvPr/>
          </p:nvSpPr>
          <p:spPr>
            <a:xfrm>
              <a:off x="5378917" y="220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t1413"/>
            <p:cNvSpPr/>
            <p:nvPr/>
          </p:nvSpPr>
          <p:spPr>
            <a:xfrm>
              <a:off x="5396274" y="2101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t1414"/>
            <p:cNvSpPr/>
            <p:nvPr/>
          </p:nvSpPr>
          <p:spPr>
            <a:xfrm>
              <a:off x="5886987" y="2079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t1415"/>
            <p:cNvSpPr/>
            <p:nvPr/>
          </p:nvSpPr>
          <p:spPr>
            <a:xfrm>
              <a:off x="5049919" y="2647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t1416"/>
            <p:cNvSpPr/>
            <p:nvPr/>
          </p:nvSpPr>
          <p:spPr>
            <a:xfrm>
              <a:off x="5498833" y="2146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t1417"/>
            <p:cNvSpPr/>
            <p:nvPr/>
          </p:nvSpPr>
          <p:spPr>
            <a:xfrm>
              <a:off x="5303087" y="2253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t1418"/>
            <p:cNvSpPr/>
            <p:nvPr/>
          </p:nvSpPr>
          <p:spPr>
            <a:xfrm>
              <a:off x="5392978" y="218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t1419"/>
            <p:cNvSpPr/>
            <p:nvPr/>
          </p:nvSpPr>
          <p:spPr>
            <a:xfrm>
              <a:off x="5273378" y="2017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t1420"/>
            <p:cNvSpPr/>
            <p:nvPr/>
          </p:nvSpPr>
          <p:spPr>
            <a:xfrm>
              <a:off x="5396444" y="2218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t1421"/>
            <p:cNvSpPr/>
            <p:nvPr/>
          </p:nvSpPr>
          <p:spPr>
            <a:xfrm>
              <a:off x="5642837" y="1873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t1422"/>
            <p:cNvSpPr/>
            <p:nvPr/>
          </p:nvSpPr>
          <p:spPr>
            <a:xfrm>
              <a:off x="5283573" y="2047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t1423"/>
            <p:cNvSpPr/>
            <p:nvPr/>
          </p:nvSpPr>
          <p:spPr>
            <a:xfrm>
              <a:off x="5515538" y="2132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t1424"/>
            <p:cNvSpPr/>
            <p:nvPr/>
          </p:nvSpPr>
          <p:spPr>
            <a:xfrm>
              <a:off x="5742841" y="1969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t1425"/>
            <p:cNvSpPr/>
            <p:nvPr/>
          </p:nvSpPr>
          <p:spPr>
            <a:xfrm>
              <a:off x="5743642" y="2022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t1426"/>
            <p:cNvSpPr/>
            <p:nvPr/>
          </p:nvSpPr>
          <p:spPr>
            <a:xfrm>
              <a:off x="5521857" y="2245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t1427"/>
            <p:cNvSpPr/>
            <p:nvPr/>
          </p:nvSpPr>
          <p:spPr>
            <a:xfrm>
              <a:off x="5358259" y="2291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t1428"/>
            <p:cNvSpPr/>
            <p:nvPr/>
          </p:nvSpPr>
          <p:spPr>
            <a:xfrm>
              <a:off x="5570250" y="2010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t1429"/>
            <p:cNvSpPr/>
            <p:nvPr/>
          </p:nvSpPr>
          <p:spPr>
            <a:xfrm>
              <a:off x="5438787" y="2033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t1430"/>
            <p:cNvSpPr/>
            <p:nvPr/>
          </p:nvSpPr>
          <p:spPr>
            <a:xfrm>
              <a:off x="5720811" y="1778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t1431"/>
            <p:cNvSpPr/>
            <p:nvPr/>
          </p:nvSpPr>
          <p:spPr>
            <a:xfrm>
              <a:off x="5247581" y="2140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t1432"/>
            <p:cNvSpPr/>
            <p:nvPr/>
          </p:nvSpPr>
          <p:spPr>
            <a:xfrm>
              <a:off x="5584272" y="2156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t1433"/>
            <p:cNvSpPr/>
            <p:nvPr/>
          </p:nvSpPr>
          <p:spPr>
            <a:xfrm>
              <a:off x="5406692" y="222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t1434"/>
            <p:cNvSpPr/>
            <p:nvPr/>
          </p:nvSpPr>
          <p:spPr>
            <a:xfrm>
              <a:off x="5418280" y="2152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t1435"/>
            <p:cNvSpPr/>
            <p:nvPr/>
          </p:nvSpPr>
          <p:spPr>
            <a:xfrm>
              <a:off x="5709426" y="1704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t1436"/>
            <p:cNvSpPr/>
            <p:nvPr/>
          </p:nvSpPr>
          <p:spPr>
            <a:xfrm>
              <a:off x="5255836" y="2208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t1437"/>
            <p:cNvSpPr/>
            <p:nvPr/>
          </p:nvSpPr>
          <p:spPr>
            <a:xfrm>
              <a:off x="5485518" y="2308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t1438"/>
            <p:cNvSpPr/>
            <p:nvPr/>
          </p:nvSpPr>
          <p:spPr>
            <a:xfrm>
              <a:off x="5531065" y="2219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t1439"/>
            <p:cNvSpPr/>
            <p:nvPr/>
          </p:nvSpPr>
          <p:spPr>
            <a:xfrm>
              <a:off x="5596691" y="2055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t1440"/>
            <p:cNvSpPr/>
            <p:nvPr/>
          </p:nvSpPr>
          <p:spPr>
            <a:xfrm>
              <a:off x="5380153" y="2212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t1441"/>
            <p:cNvSpPr/>
            <p:nvPr/>
          </p:nvSpPr>
          <p:spPr>
            <a:xfrm>
              <a:off x="5690873" y="2144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t1442"/>
            <p:cNvSpPr/>
            <p:nvPr/>
          </p:nvSpPr>
          <p:spPr>
            <a:xfrm>
              <a:off x="5665595" y="1694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t1443"/>
            <p:cNvSpPr/>
            <p:nvPr/>
          </p:nvSpPr>
          <p:spPr>
            <a:xfrm>
              <a:off x="5208331" y="2213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t1444"/>
            <p:cNvSpPr/>
            <p:nvPr/>
          </p:nvSpPr>
          <p:spPr>
            <a:xfrm>
              <a:off x="5271416" y="2100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t1445"/>
            <p:cNvSpPr/>
            <p:nvPr/>
          </p:nvSpPr>
          <p:spPr>
            <a:xfrm>
              <a:off x="5191099" y="2200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t1446"/>
            <p:cNvSpPr/>
            <p:nvPr/>
          </p:nvSpPr>
          <p:spPr>
            <a:xfrm>
              <a:off x="5637999" y="2118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t1447"/>
            <p:cNvSpPr/>
            <p:nvPr/>
          </p:nvSpPr>
          <p:spPr>
            <a:xfrm>
              <a:off x="5725519" y="1882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t1448"/>
            <p:cNvSpPr/>
            <p:nvPr/>
          </p:nvSpPr>
          <p:spPr>
            <a:xfrm>
              <a:off x="5501139" y="2116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t1449"/>
            <p:cNvSpPr/>
            <p:nvPr/>
          </p:nvSpPr>
          <p:spPr>
            <a:xfrm>
              <a:off x="5518768" y="202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t1450"/>
            <p:cNvSpPr/>
            <p:nvPr/>
          </p:nvSpPr>
          <p:spPr>
            <a:xfrm>
              <a:off x="5718504" y="1895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t1451"/>
            <p:cNvSpPr/>
            <p:nvPr/>
          </p:nvSpPr>
          <p:spPr>
            <a:xfrm>
              <a:off x="5467236" y="2129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t1452"/>
            <p:cNvSpPr/>
            <p:nvPr/>
          </p:nvSpPr>
          <p:spPr>
            <a:xfrm>
              <a:off x="5369683" y="2113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t1453"/>
            <p:cNvSpPr/>
            <p:nvPr/>
          </p:nvSpPr>
          <p:spPr>
            <a:xfrm>
              <a:off x="5525229" y="224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t1454"/>
            <p:cNvSpPr/>
            <p:nvPr/>
          </p:nvSpPr>
          <p:spPr>
            <a:xfrm>
              <a:off x="5075485" y="2160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t1455"/>
            <p:cNvSpPr/>
            <p:nvPr/>
          </p:nvSpPr>
          <p:spPr>
            <a:xfrm>
              <a:off x="5330206" y="2197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t1456"/>
            <p:cNvSpPr/>
            <p:nvPr/>
          </p:nvSpPr>
          <p:spPr>
            <a:xfrm>
              <a:off x="5261898" y="2120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t1457"/>
            <p:cNvSpPr/>
            <p:nvPr/>
          </p:nvSpPr>
          <p:spPr>
            <a:xfrm>
              <a:off x="5639751" y="2065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t1458"/>
            <p:cNvSpPr/>
            <p:nvPr/>
          </p:nvSpPr>
          <p:spPr>
            <a:xfrm>
              <a:off x="5551913" y="2206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t1459"/>
            <p:cNvSpPr/>
            <p:nvPr/>
          </p:nvSpPr>
          <p:spPr>
            <a:xfrm>
              <a:off x="5326460" y="2084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t1460"/>
            <p:cNvSpPr/>
            <p:nvPr/>
          </p:nvSpPr>
          <p:spPr>
            <a:xfrm>
              <a:off x="5238036" y="2164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t1461"/>
            <p:cNvSpPr/>
            <p:nvPr/>
          </p:nvSpPr>
          <p:spPr>
            <a:xfrm>
              <a:off x="5127288" y="2573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t1462"/>
            <p:cNvSpPr/>
            <p:nvPr/>
          </p:nvSpPr>
          <p:spPr>
            <a:xfrm>
              <a:off x="5139272" y="2782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t1463"/>
            <p:cNvSpPr/>
            <p:nvPr/>
          </p:nvSpPr>
          <p:spPr>
            <a:xfrm>
              <a:off x="5030006" y="2333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t1464"/>
            <p:cNvSpPr/>
            <p:nvPr/>
          </p:nvSpPr>
          <p:spPr>
            <a:xfrm>
              <a:off x="5557661" y="2197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t1465"/>
            <p:cNvSpPr/>
            <p:nvPr/>
          </p:nvSpPr>
          <p:spPr>
            <a:xfrm>
              <a:off x="5214269" y="2097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t1466"/>
            <p:cNvSpPr/>
            <p:nvPr/>
          </p:nvSpPr>
          <p:spPr>
            <a:xfrm>
              <a:off x="5290216" y="2139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t1467"/>
            <p:cNvSpPr/>
            <p:nvPr/>
          </p:nvSpPr>
          <p:spPr>
            <a:xfrm>
              <a:off x="5542905" y="2145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t1468"/>
            <p:cNvSpPr/>
            <p:nvPr/>
          </p:nvSpPr>
          <p:spPr>
            <a:xfrm>
              <a:off x="5389036" y="2176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t1469"/>
            <p:cNvSpPr/>
            <p:nvPr/>
          </p:nvSpPr>
          <p:spPr>
            <a:xfrm>
              <a:off x="5292608" y="2131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t1470"/>
            <p:cNvSpPr/>
            <p:nvPr/>
          </p:nvSpPr>
          <p:spPr>
            <a:xfrm>
              <a:off x="5140842" y="267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t1471"/>
            <p:cNvSpPr/>
            <p:nvPr/>
          </p:nvSpPr>
          <p:spPr>
            <a:xfrm>
              <a:off x="5518636" y="2186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t1472"/>
            <p:cNvSpPr/>
            <p:nvPr/>
          </p:nvSpPr>
          <p:spPr>
            <a:xfrm>
              <a:off x="5470624" y="2096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t1473"/>
            <p:cNvSpPr/>
            <p:nvPr/>
          </p:nvSpPr>
          <p:spPr>
            <a:xfrm>
              <a:off x="5181030" y="2069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t1474"/>
            <p:cNvSpPr/>
            <p:nvPr/>
          </p:nvSpPr>
          <p:spPr>
            <a:xfrm>
              <a:off x="5303084" y="2169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t1475"/>
            <p:cNvSpPr/>
            <p:nvPr/>
          </p:nvSpPr>
          <p:spPr>
            <a:xfrm>
              <a:off x="5270781" y="2111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t1476"/>
            <p:cNvSpPr/>
            <p:nvPr/>
          </p:nvSpPr>
          <p:spPr>
            <a:xfrm>
              <a:off x="5415280" y="2097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t1477"/>
            <p:cNvSpPr/>
            <p:nvPr/>
          </p:nvSpPr>
          <p:spPr>
            <a:xfrm>
              <a:off x="5430568" y="2134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t1478"/>
            <p:cNvSpPr/>
            <p:nvPr/>
          </p:nvSpPr>
          <p:spPr>
            <a:xfrm>
              <a:off x="5314723" y="2211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t1479"/>
            <p:cNvSpPr/>
            <p:nvPr/>
          </p:nvSpPr>
          <p:spPr>
            <a:xfrm>
              <a:off x="5312206" y="2215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t1480"/>
            <p:cNvSpPr/>
            <p:nvPr/>
          </p:nvSpPr>
          <p:spPr>
            <a:xfrm>
              <a:off x="5630442" y="1998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t1481"/>
            <p:cNvSpPr/>
            <p:nvPr/>
          </p:nvSpPr>
          <p:spPr>
            <a:xfrm>
              <a:off x="5445120" y="1972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t1482"/>
            <p:cNvSpPr/>
            <p:nvPr/>
          </p:nvSpPr>
          <p:spPr>
            <a:xfrm>
              <a:off x="5400731" y="2251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t1483"/>
            <p:cNvSpPr/>
            <p:nvPr/>
          </p:nvSpPr>
          <p:spPr>
            <a:xfrm>
              <a:off x="5359097" y="2272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t1484"/>
            <p:cNvSpPr/>
            <p:nvPr/>
          </p:nvSpPr>
          <p:spPr>
            <a:xfrm>
              <a:off x="5443113" y="2111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t1485"/>
            <p:cNvSpPr/>
            <p:nvPr/>
          </p:nvSpPr>
          <p:spPr>
            <a:xfrm>
              <a:off x="5589752" y="2118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t1486"/>
            <p:cNvSpPr/>
            <p:nvPr/>
          </p:nvSpPr>
          <p:spPr>
            <a:xfrm>
              <a:off x="5176840" y="2306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t1487"/>
            <p:cNvSpPr/>
            <p:nvPr/>
          </p:nvSpPr>
          <p:spPr>
            <a:xfrm>
              <a:off x="5386510" y="2212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t1488"/>
            <p:cNvSpPr/>
            <p:nvPr/>
          </p:nvSpPr>
          <p:spPr>
            <a:xfrm>
              <a:off x="5450916" y="2066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t1489"/>
            <p:cNvSpPr/>
            <p:nvPr/>
          </p:nvSpPr>
          <p:spPr>
            <a:xfrm>
              <a:off x="5165028" y="2316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t1490"/>
            <p:cNvSpPr/>
            <p:nvPr/>
          </p:nvSpPr>
          <p:spPr>
            <a:xfrm>
              <a:off x="5655313" y="1643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t1491"/>
            <p:cNvSpPr/>
            <p:nvPr/>
          </p:nvSpPr>
          <p:spPr>
            <a:xfrm>
              <a:off x="5372033" y="2101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t1492"/>
            <p:cNvSpPr/>
            <p:nvPr/>
          </p:nvSpPr>
          <p:spPr>
            <a:xfrm>
              <a:off x="5277293" y="2234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t1493"/>
            <p:cNvSpPr/>
            <p:nvPr/>
          </p:nvSpPr>
          <p:spPr>
            <a:xfrm>
              <a:off x="5074568" y="2244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t1494"/>
            <p:cNvSpPr/>
            <p:nvPr/>
          </p:nvSpPr>
          <p:spPr>
            <a:xfrm>
              <a:off x="5329971" y="2133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t1495"/>
            <p:cNvSpPr/>
            <p:nvPr/>
          </p:nvSpPr>
          <p:spPr>
            <a:xfrm>
              <a:off x="5391634" y="2130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t1496"/>
            <p:cNvSpPr/>
            <p:nvPr/>
          </p:nvSpPr>
          <p:spPr>
            <a:xfrm>
              <a:off x="5265619" y="2174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t1497"/>
            <p:cNvSpPr/>
            <p:nvPr/>
          </p:nvSpPr>
          <p:spPr>
            <a:xfrm>
              <a:off x="5322489" y="2159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t1498"/>
            <p:cNvSpPr/>
            <p:nvPr/>
          </p:nvSpPr>
          <p:spPr>
            <a:xfrm>
              <a:off x="5417409" y="2115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t1499"/>
            <p:cNvSpPr/>
            <p:nvPr/>
          </p:nvSpPr>
          <p:spPr>
            <a:xfrm>
              <a:off x="5068054" y="2786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t1500"/>
            <p:cNvSpPr/>
            <p:nvPr/>
          </p:nvSpPr>
          <p:spPr>
            <a:xfrm>
              <a:off x="5732622" y="1927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t1501"/>
            <p:cNvSpPr/>
            <p:nvPr/>
          </p:nvSpPr>
          <p:spPr>
            <a:xfrm>
              <a:off x="5405280" y="2239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t1502"/>
            <p:cNvSpPr/>
            <p:nvPr/>
          </p:nvSpPr>
          <p:spPr>
            <a:xfrm>
              <a:off x="5186786" y="2059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t1503"/>
            <p:cNvSpPr/>
            <p:nvPr/>
          </p:nvSpPr>
          <p:spPr>
            <a:xfrm>
              <a:off x="5491097" y="2183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t1504"/>
            <p:cNvSpPr/>
            <p:nvPr/>
          </p:nvSpPr>
          <p:spPr>
            <a:xfrm>
              <a:off x="5164873" y="2349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t1505"/>
            <p:cNvSpPr/>
            <p:nvPr/>
          </p:nvSpPr>
          <p:spPr>
            <a:xfrm>
              <a:off x="5375347" y="2099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t1506"/>
            <p:cNvSpPr/>
            <p:nvPr/>
          </p:nvSpPr>
          <p:spPr>
            <a:xfrm>
              <a:off x="4818031" y="2426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t1507"/>
            <p:cNvSpPr/>
            <p:nvPr/>
          </p:nvSpPr>
          <p:spPr>
            <a:xfrm>
              <a:off x="5686121" y="2067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t1508"/>
            <p:cNvSpPr/>
            <p:nvPr/>
          </p:nvSpPr>
          <p:spPr>
            <a:xfrm>
              <a:off x="5367562" y="2089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t1509"/>
            <p:cNvSpPr/>
            <p:nvPr/>
          </p:nvSpPr>
          <p:spPr>
            <a:xfrm>
              <a:off x="5374515" y="2097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t1510"/>
            <p:cNvSpPr/>
            <p:nvPr/>
          </p:nvSpPr>
          <p:spPr>
            <a:xfrm>
              <a:off x="5115431" y="2568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t1511"/>
            <p:cNvSpPr/>
            <p:nvPr/>
          </p:nvSpPr>
          <p:spPr>
            <a:xfrm>
              <a:off x="5102507" y="2771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t1512"/>
            <p:cNvSpPr/>
            <p:nvPr/>
          </p:nvSpPr>
          <p:spPr>
            <a:xfrm>
              <a:off x="5157268" y="2450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t1513"/>
            <p:cNvSpPr/>
            <p:nvPr/>
          </p:nvSpPr>
          <p:spPr>
            <a:xfrm>
              <a:off x="5390348" y="2195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t1514"/>
            <p:cNvSpPr/>
            <p:nvPr/>
          </p:nvSpPr>
          <p:spPr>
            <a:xfrm>
              <a:off x="4778916" y="2435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t1515"/>
            <p:cNvSpPr/>
            <p:nvPr/>
          </p:nvSpPr>
          <p:spPr>
            <a:xfrm>
              <a:off x="5063716" y="2585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t1516"/>
            <p:cNvSpPr/>
            <p:nvPr/>
          </p:nvSpPr>
          <p:spPr>
            <a:xfrm>
              <a:off x="5188010" y="2269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t1517"/>
            <p:cNvSpPr/>
            <p:nvPr/>
          </p:nvSpPr>
          <p:spPr>
            <a:xfrm>
              <a:off x="5573343" y="2133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t1518"/>
            <p:cNvSpPr/>
            <p:nvPr/>
          </p:nvSpPr>
          <p:spPr>
            <a:xfrm>
              <a:off x="4887335" y="2663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t1519"/>
            <p:cNvSpPr/>
            <p:nvPr/>
          </p:nvSpPr>
          <p:spPr>
            <a:xfrm>
              <a:off x="5820060" y="1862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t1520"/>
            <p:cNvSpPr/>
            <p:nvPr/>
          </p:nvSpPr>
          <p:spPr>
            <a:xfrm>
              <a:off x="5144170" y="2784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t1521"/>
            <p:cNvSpPr/>
            <p:nvPr/>
          </p:nvSpPr>
          <p:spPr>
            <a:xfrm>
              <a:off x="5095555" y="2463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t1522"/>
            <p:cNvSpPr/>
            <p:nvPr/>
          </p:nvSpPr>
          <p:spPr>
            <a:xfrm>
              <a:off x="5493009" y="2183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t1523"/>
            <p:cNvSpPr/>
            <p:nvPr/>
          </p:nvSpPr>
          <p:spPr>
            <a:xfrm>
              <a:off x="5220913" y="2034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t1524"/>
            <p:cNvSpPr/>
            <p:nvPr/>
          </p:nvSpPr>
          <p:spPr>
            <a:xfrm>
              <a:off x="5447278" y="2052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t1525"/>
            <p:cNvSpPr/>
            <p:nvPr/>
          </p:nvSpPr>
          <p:spPr>
            <a:xfrm>
              <a:off x="5857000" y="1850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t1526"/>
            <p:cNvSpPr/>
            <p:nvPr/>
          </p:nvSpPr>
          <p:spPr>
            <a:xfrm>
              <a:off x="5179391" y="2231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t1527"/>
            <p:cNvSpPr/>
            <p:nvPr/>
          </p:nvSpPr>
          <p:spPr>
            <a:xfrm>
              <a:off x="4938696" y="1837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t1528"/>
            <p:cNvSpPr/>
            <p:nvPr/>
          </p:nvSpPr>
          <p:spPr>
            <a:xfrm>
              <a:off x="5213447" y="1942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t1529"/>
            <p:cNvSpPr/>
            <p:nvPr/>
          </p:nvSpPr>
          <p:spPr>
            <a:xfrm>
              <a:off x="5793821" y="1932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t1530"/>
            <p:cNvSpPr/>
            <p:nvPr/>
          </p:nvSpPr>
          <p:spPr>
            <a:xfrm>
              <a:off x="5289623" y="2037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t1531"/>
            <p:cNvSpPr/>
            <p:nvPr/>
          </p:nvSpPr>
          <p:spPr>
            <a:xfrm>
              <a:off x="5470625" y="1932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t1532"/>
            <p:cNvSpPr/>
            <p:nvPr/>
          </p:nvSpPr>
          <p:spPr>
            <a:xfrm>
              <a:off x="6042120" y="2019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t1533"/>
            <p:cNvSpPr/>
            <p:nvPr/>
          </p:nvSpPr>
          <p:spPr>
            <a:xfrm>
              <a:off x="5639974" y="2022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t1534"/>
            <p:cNvSpPr/>
            <p:nvPr/>
          </p:nvSpPr>
          <p:spPr>
            <a:xfrm>
              <a:off x="5286927" y="2051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t1535"/>
            <p:cNvSpPr/>
            <p:nvPr/>
          </p:nvSpPr>
          <p:spPr>
            <a:xfrm>
              <a:off x="5463583" y="2032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t1536"/>
            <p:cNvSpPr/>
            <p:nvPr/>
          </p:nvSpPr>
          <p:spPr>
            <a:xfrm>
              <a:off x="5284295" y="2027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t1537"/>
            <p:cNvSpPr/>
            <p:nvPr/>
          </p:nvSpPr>
          <p:spPr>
            <a:xfrm>
              <a:off x="5461616" y="2048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t1538"/>
            <p:cNvSpPr/>
            <p:nvPr/>
          </p:nvSpPr>
          <p:spPr>
            <a:xfrm>
              <a:off x="5610712" y="2147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t1539"/>
            <p:cNvSpPr/>
            <p:nvPr/>
          </p:nvSpPr>
          <p:spPr>
            <a:xfrm>
              <a:off x="4813713" y="2385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t1540"/>
            <p:cNvSpPr/>
            <p:nvPr/>
          </p:nvSpPr>
          <p:spPr>
            <a:xfrm>
              <a:off x="5512106" y="2291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t1541"/>
            <p:cNvSpPr/>
            <p:nvPr/>
          </p:nvSpPr>
          <p:spPr>
            <a:xfrm>
              <a:off x="5581832" y="2154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t1542"/>
            <p:cNvSpPr/>
            <p:nvPr/>
          </p:nvSpPr>
          <p:spPr>
            <a:xfrm>
              <a:off x="5528717" y="2198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t1543"/>
            <p:cNvSpPr/>
            <p:nvPr/>
          </p:nvSpPr>
          <p:spPr>
            <a:xfrm>
              <a:off x="5394266" y="2202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t1544"/>
            <p:cNvSpPr/>
            <p:nvPr/>
          </p:nvSpPr>
          <p:spPr>
            <a:xfrm>
              <a:off x="5400999" y="2249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t1545"/>
            <p:cNvSpPr/>
            <p:nvPr/>
          </p:nvSpPr>
          <p:spPr>
            <a:xfrm>
              <a:off x="5551936" y="2188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t1546"/>
            <p:cNvSpPr/>
            <p:nvPr/>
          </p:nvSpPr>
          <p:spPr>
            <a:xfrm>
              <a:off x="5324091" y="2156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t1547"/>
            <p:cNvSpPr/>
            <p:nvPr/>
          </p:nvSpPr>
          <p:spPr>
            <a:xfrm>
              <a:off x="4926072" y="2079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t1548"/>
            <p:cNvSpPr/>
            <p:nvPr/>
          </p:nvSpPr>
          <p:spPr>
            <a:xfrm>
              <a:off x="5611967" y="2045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t1549"/>
            <p:cNvSpPr/>
            <p:nvPr/>
          </p:nvSpPr>
          <p:spPr>
            <a:xfrm>
              <a:off x="5664117" y="1735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t1550"/>
            <p:cNvSpPr/>
            <p:nvPr/>
          </p:nvSpPr>
          <p:spPr>
            <a:xfrm>
              <a:off x="5732975" y="2020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t1551"/>
            <p:cNvSpPr/>
            <p:nvPr/>
          </p:nvSpPr>
          <p:spPr>
            <a:xfrm>
              <a:off x="5384750" y="2209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t1552"/>
            <p:cNvSpPr/>
            <p:nvPr/>
          </p:nvSpPr>
          <p:spPr>
            <a:xfrm>
              <a:off x="5553216" y="224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t1553"/>
            <p:cNvSpPr/>
            <p:nvPr/>
          </p:nvSpPr>
          <p:spPr>
            <a:xfrm>
              <a:off x="4955955" y="2450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t1554"/>
            <p:cNvSpPr/>
            <p:nvPr/>
          </p:nvSpPr>
          <p:spPr>
            <a:xfrm>
              <a:off x="5089180" y="2573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t1555"/>
            <p:cNvSpPr/>
            <p:nvPr/>
          </p:nvSpPr>
          <p:spPr>
            <a:xfrm>
              <a:off x="5660332" y="1685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t1556"/>
            <p:cNvSpPr/>
            <p:nvPr/>
          </p:nvSpPr>
          <p:spPr>
            <a:xfrm>
              <a:off x="5516035" y="2296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t1557"/>
            <p:cNvSpPr/>
            <p:nvPr/>
          </p:nvSpPr>
          <p:spPr>
            <a:xfrm>
              <a:off x="5066040" y="2600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t1558"/>
            <p:cNvSpPr/>
            <p:nvPr/>
          </p:nvSpPr>
          <p:spPr>
            <a:xfrm>
              <a:off x="5643389" y="1974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t1559"/>
            <p:cNvSpPr/>
            <p:nvPr/>
          </p:nvSpPr>
          <p:spPr>
            <a:xfrm>
              <a:off x="5409707" y="225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t1560"/>
            <p:cNvSpPr/>
            <p:nvPr/>
          </p:nvSpPr>
          <p:spPr>
            <a:xfrm>
              <a:off x="5647684" y="1895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t1561"/>
            <p:cNvSpPr/>
            <p:nvPr/>
          </p:nvSpPr>
          <p:spPr>
            <a:xfrm>
              <a:off x="5458325" y="2046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t1562"/>
            <p:cNvSpPr/>
            <p:nvPr/>
          </p:nvSpPr>
          <p:spPr>
            <a:xfrm>
              <a:off x="5340612" y="2123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t1563"/>
            <p:cNvSpPr/>
            <p:nvPr/>
          </p:nvSpPr>
          <p:spPr>
            <a:xfrm>
              <a:off x="5456864" y="1997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t1564"/>
            <p:cNvSpPr/>
            <p:nvPr/>
          </p:nvSpPr>
          <p:spPr>
            <a:xfrm>
              <a:off x="5368548" y="1973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t1565"/>
            <p:cNvSpPr/>
            <p:nvPr/>
          </p:nvSpPr>
          <p:spPr>
            <a:xfrm>
              <a:off x="5336366" y="2280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t1566"/>
            <p:cNvSpPr/>
            <p:nvPr/>
          </p:nvSpPr>
          <p:spPr>
            <a:xfrm>
              <a:off x="5172971" y="2217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t1567"/>
            <p:cNvSpPr/>
            <p:nvPr/>
          </p:nvSpPr>
          <p:spPr>
            <a:xfrm>
              <a:off x="5867927" y="1771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t1568"/>
            <p:cNvSpPr/>
            <p:nvPr/>
          </p:nvSpPr>
          <p:spPr>
            <a:xfrm>
              <a:off x="5143142" y="2636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t1569"/>
            <p:cNvSpPr/>
            <p:nvPr/>
          </p:nvSpPr>
          <p:spPr>
            <a:xfrm>
              <a:off x="5673686" y="1953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t1570"/>
            <p:cNvSpPr/>
            <p:nvPr/>
          </p:nvSpPr>
          <p:spPr>
            <a:xfrm>
              <a:off x="5486469" y="223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t1571"/>
            <p:cNvSpPr/>
            <p:nvPr/>
          </p:nvSpPr>
          <p:spPr>
            <a:xfrm>
              <a:off x="5218053" y="2110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t1572"/>
            <p:cNvSpPr/>
            <p:nvPr/>
          </p:nvSpPr>
          <p:spPr>
            <a:xfrm>
              <a:off x="5340656" y="2083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t1573"/>
            <p:cNvSpPr/>
            <p:nvPr/>
          </p:nvSpPr>
          <p:spPr>
            <a:xfrm>
              <a:off x="5310243" y="2030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t1574"/>
            <p:cNvSpPr/>
            <p:nvPr/>
          </p:nvSpPr>
          <p:spPr>
            <a:xfrm>
              <a:off x="5646363" y="1830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t1575"/>
            <p:cNvSpPr/>
            <p:nvPr/>
          </p:nvSpPr>
          <p:spPr>
            <a:xfrm>
              <a:off x="5804640" y="1932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t1576"/>
            <p:cNvSpPr/>
            <p:nvPr/>
          </p:nvSpPr>
          <p:spPr>
            <a:xfrm>
              <a:off x="5131856" y="2664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t1577"/>
            <p:cNvSpPr/>
            <p:nvPr/>
          </p:nvSpPr>
          <p:spPr>
            <a:xfrm>
              <a:off x="5598599" y="1835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t1578"/>
            <p:cNvSpPr/>
            <p:nvPr/>
          </p:nvSpPr>
          <p:spPr>
            <a:xfrm>
              <a:off x="5507647" y="2227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t1579"/>
            <p:cNvSpPr/>
            <p:nvPr/>
          </p:nvSpPr>
          <p:spPr>
            <a:xfrm>
              <a:off x="5656001" y="1667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t1580"/>
            <p:cNvSpPr/>
            <p:nvPr/>
          </p:nvSpPr>
          <p:spPr>
            <a:xfrm>
              <a:off x="5458019" y="2073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t1581"/>
            <p:cNvSpPr/>
            <p:nvPr/>
          </p:nvSpPr>
          <p:spPr>
            <a:xfrm>
              <a:off x="5618543" y="2067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t1582"/>
            <p:cNvSpPr/>
            <p:nvPr/>
          </p:nvSpPr>
          <p:spPr>
            <a:xfrm>
              <a:off x="5587234" y="1916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t1583"/>
            <p:cNvSpPr/>
            <p:nvPr/>
          </p:nvSpPr>
          <p:spPr>
            <a:xfrm>
              <a:off x="5110881" y="2490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t1584"/>
            <p:cNvSpPr/>
            <p:nvPr/>
          </p:nvSpPr>
          <p:spPr>
            <a:xfrm>
              <a:off x="4956496" y="2627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t1585"/>
            <p:cNvSpPr/>
            <p:nvPr/>
          </p:nvSpPr>
          <p:spPr>
            <a:xfrm>
              <a:off x="5268508" y="2159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t1586"/>
            <p:cNvSpPr/>
            <p:nvPr/>
          </p:nvSpPr>
          <p:spPr>
            <a:xfrm>
              <a:off x="5668941" y="1804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t1587"/>
            <p:cNvSpPr/>
            <p:nvPr/>
          </p:nvSpPr>
          <p:spPr>
            <a:xfrm>
              <a:off x="5300911" y="2231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t1588"/>
            <p:cNvSpPr/>
            <p:nvPr/>
          </p:nvSpPr>
          <p:spPr>
            <a:xfrm>
              <a:off x="5452082" y="1868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t1589"/>
            <p:cNvSpPr/>
            <p:nvPr/>
          </p:nvSpPr>
          <p:spPr>
            <a:xfrm>
              <a:off x="5823714" y="1767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t1590"/>
            <p:cNvSpPr/>
            <p:nvPr/>
          </p:nvSpPr>
          <p:spPr>
            <a:xfrm>
              <a:off x="5619511" y="2064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t1591"/>
            <p:cNvSpPr/>
            <p:nvPr/>
          </p:nvSpPr>
          <p:spPr>
            <a:xfrm>
              <a:off x="5376826" y="2180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t1592"/>
            <p:cNvSpPr/>
            <p:nvPr/>
          </p:nvSpPr>
          <p:spPr>
            <a:xfrm>
              <a:off x="5267578" y="2166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t1593"/>
            <p:cNvSpPr/>
            <p:nvPr/>
          </p:nvSpPr>
          <p:spPr>
            <a:xfrm>
              <a:off x="6012411" y="1764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t1594"/>
            <p:cNvSpPr/>
            <p:nvPr/>
          </p:nvSpPr>
          <p:spPr>
            <a:xfrm>
              <a:off x="5238424" y="2114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t1595"/>
            <p:cNvSpPr/>
            <p:nvPr/>
          </p:nvSpPr>
          <p:spPr>
            <a:xfrm>
              <a:off x="5713079" y="1875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t1596"/>
            <p:cNvSpPr/>
            <p:nvPr/>
          </p:nvSpPr>
          <p:spPr>
            <a:xfrm>
              <a:off x="5111020" y="2796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t1597"/>
            <p:cNvSpPr/>
            <p:nvPr/>
          </p:nvSpPr>
          <p:spPr>
            <a:xfrm>
              <a:off x="5244242" y="2104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t1598"/>
            <p:cNvSpPr/>
            <p:nvPr/>
          </p:nvSpPr>
          <p:spPr>
            <a:xfrm>
              <a:off x="5734268" y="192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t1599"/>
            <p:cNvSpPr/>
            <p:nvPr/>
          </p:nvSpPr>
          <p:spPr>
            <a:xfrm>
              <a:off x="5544571" y="2142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t1600"/>
            <p:cNvSpPr/>
            <p:nvPr/>
          </p:nvSpPr>
          <p:spPr>
            <a:xfrm>
              <a:off x="5148813" y="2391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t1601"/>
            <p:cNvSpPr/>
            <p:nvPr/>
          </p:nvSpPr>
          <p:spPr>
            <a:xfrm>
              <a:off x="5173345" y="2351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t1602"/>
            <p:cNvSpPr/>
            <p:nvPr/>
          </p:nvSpPr>
          <p:spPr>
            <a:xfrm>
              <a:off x="5066068" y="2436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t1603"/>
            <p:cNvSpPr/>
            <p:nvPr/>
          </p:nvSpPr>
          <p:spPr>
            <a:xfrm>
              <a:off x="5549872" y="2164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t1604"/>
            <p:cNvSpPr/>
            <p:nvPr/>
          </p:nvSpPr>
          <p:spPr>
            <a:xfrm>
              <a:off x="5129385" y="2644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t1605"/>
            <p:cNvSpPr/>
            <p:nvPr/>
          </p:nvSpPr>
          <p:spPr>
            <a:xfrm>
              <a:off x="5327164" y="2193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t1606"/>
            <p:cNvSpPr/>
            <p:nvPr/>
          </p:nvSpPr>
          <p:spPr>
            <a:xfrm>
              <a:off x="5135481" y="2713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t1607"/>
            <p:cNvSpPr/>
            <p:nvPr/>
          </p:nvSpPr>
          <p:spPr>
            <a:xfrm>
              <a:off x="5547476" y="2253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t1608"/>
            <p:cNvSpPr/>
            <p:nvPr/>
          </p:nvSpPr>
          <p:spPr>
            <a:xfrm>
              <a:off x="5727749" y="2232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t1609"/>
            <p:cNvSpPr/>
            <p:nvPr/>
          </p:nvSpPr>
          <p:spPr>
            <a:xfrm>
              <a:off x="5420043" y="1955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t1610"/>
            <p:cNvSpPr/>
            <p:nvPr/>
          </p:nvSpPr>
          <p:spPr>
            <a:xfrm>
              <a:off x="5092624" y="2521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t1611"/>
            <p:cNvSpPr/>
            <p:nvPr/>
          </p:nvSpPr>
          <p:spPr>
            <a:xfrm>
              <a:off x="5787381" y="1874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t1612"/>
            <p:cNvSpPr/>
            <p:nvPr/>
          </p:nvSpPr>
          <p:spPr>
            <a:xfrm>
              <a:off x="5386887" y="2230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t1613"/>
            <p:cNvSpPr/>
            <p:nvPr/>
          </p:nvSpPr>
          <p:spPr>
            <a:xfrm>
              <a:off x="6017516" y="2197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t1614"/>
            <p:cNvSpPr/>
            <p:nvPr/>
          </p:nvSpPr>
          <p:spPr>
            <a:xfrm>
              <a:off x="5821162" y="1758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t1615"/>
            <p:cNvSpPr/>
            <p:nvPr/>
          </p:nvSpPr>
          <p:spPr>
            <a:xfrm>
              <a:off x="5297330" y="2171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t1616"/>
            <p:cNvSpPr/>
            <p:nvPr/>
          </p:nvSpPr>
          <p:spPr>
            <a:xfrm>
              <a:off x="5474309" y="2073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t1617"/>
            <p:cNvSpPr/>
            <p:nvPr/>
          </p:nvSpPr>
          <p:spPr>
            <a:xfrm>
              <a:off x="5419102" y="2207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t1618"/>
            <p:cNvSpPr/>
            <p:nvPr/>
          </p:nvSpPr>
          <p:spPr>
            <a:xfrm>
              <a:off x="5307602" y="2146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t1619"/>
            <p:cNvSpPr/>
            <p:nvPr/>
          </p:nvSpPr>
          <p:spPr>
            <a:xfrm>
              <a:off x="5401769" y="2212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t1620"/>
            <p:cNvSpPr/>
            <p:nvPr/>
          </p:nvSpPr>
          <p:spPr>
            <a:xfrm>
              <a:off x="5791469" y="1872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t1621"/>
            <p:cNvSpPr/>
            <p:nvPr/>
          </p:nvSpPr>
          <p:spPr>
            <a:xfrm>
              <a:off x="5137270" y="2816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t1622"/>
            <p:cNvSpPr/>
            <p:nvPr/>
          </p:nvSpPr>
          <p:spPr>
            <a:xfrm>
              <a:off x="4986310" y="2520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t1623"/>
            <p:cNvSpPr/>
            <p:nvPr/>
          </p:nvSpPr>
          <p:spPr>
            <a:xfrm>
              <a:off x="5432681" y="2121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t1624"/>
            <p:cNvSpPr/>
            <p:nvPr/>
          </p:nvSpPr>
          <p:spPr>
            <a:xfrm>
              <a:off x="5525062" y="2023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t1625"/>
            <p:cNvSpPr/>
            <p:nvPr/>
          </p:nvSpPr>
          <p:spPr>
            <a:xfrm>
              <a:off x="5158555" y="2450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t1626"/>
            <p:cNvSpPr/>
            <p:nvPr/>
          </p:nvSpPr>
          <p:spPr>
            <a:xfrm>
              <a:off x="5304186" y="2188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t1627"/>
            <p:cNvSpPr/>
            <p:nvPr/>
          </p:nvSpPr>
          <p:spPr>
            <a:xfrm>
              <a:off x="5722746" y="1945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t1628"/>
            <p:cNvSpPr/>
            <p:nvPr/>
          </p:nvSpPr>
          <p:spPr>
            <a:xfrm>
              <a:off x="5363301" y="205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t1629"/>
            <p:cNvSpPr/>
            <p:nvPr/>
          </p:nvSpPr>
          <p:spPr>
            <a:xfrm>
              <a:off x="5285062" y="1990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t1630"/>
            <p:cNvSpPr/>
            <p:nvPr/>
          </p:nvSpPr>
          <p:spPr>
            <a:xfrm>
              <a:off x="5320173" y="2160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t1631"/>
            <p:cNvSpPr/>
            <p:nvPr/>
          </p:nvSpPr>
          <p:spPr>
            <a:xfrm>
              <a:off x="5104480" y="277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t1632"/>
            <p:cNvSpPr/>
            <p:nvPr/>
          </p:nvSpPr>
          <p:spPr>
            <a:xfrm>
              <a:off x="5304840" y="2049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t1633"/>
            <p:cNvSpPr/>
            <p:nvPr/>
          </p:nvSpPr>
          <p:spPr>
            <a:xfrm>
              <a:off x="5412261" y="2174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t1634"/>
            <p:cNvSpPr/>
            <p:nvPr/>
          </p:nvSpPr>
          <p:spPr>
            <a:xfrm>
              <a:off x="5397814" y="2160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t1635"/>
            <p:cNvSpPr/>
            <p:nvPr/>
          </p:nvSpPr>
          <p:spPr>
            <a:xfrm>
              <a:off x="5696229" y="2157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t1636"/>
            <p:cNvSpPr/>
            <p:nvPr/>
          </p:nvSpPr>
          <p:spPr>
            <a:xfrm>
              <a:off x="5350687" y="2216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t1637"/>
            <p:cNvSpPr/>
            <p:nvPr/>
          </p:nvSpPr>
          <p:spPr>
            <a:xfrm>
              <a:off x="5570991" y="2054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t1638"/>
            <p:cNvSpPr/>
            <p:nvPr/>
          </p:nvSpPr>
          <p:spPr>
            <a:xfrm>
              <a:off x="5598887" y="2069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t1639"/>
            <p:cNvSpPr/>
            <p:nvPr/>
          </p:nvSpPr>
          <p:spPr>
            <a:xfrm>
              <a:off x="5549834" y="2209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t1640"/>
            <p:cNvSpPr/>
            <p:nvPr/>
          </p:nvSpPr>
          <p:spPr>
            <a:xfrm>
              <a:off x="5816661" y="1746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t1641"/>
            <p:cNvSpPr/>
            <p:nvPr/>
          </p:nvSpPr>
          <p:spPr>
            <a:xfrm>
              <a:off x="5396309" y="2193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t1642"/>
            <p:cNvSpPr/>
            <p:nvPr/>
          </p:nvSpPr>
          <p:spPr>
            <a:xfrm>
              <a:off x="5984534" y="2113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t1643"/>
            <p:cNvSpPr/>
            <p:nvPr/>
          </p:nvSpPr>
          <p:spPr>
            <a:xfrm>
              <a:off x="5029178" y="2258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t1644"/>
            <p:cNvSpPr/>
            <p:nvPr/>
          </p:nvSpPr>
          <p:spPr>
            <a:xfrm>
              <a:off x="5349808" y="2226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t1645"/>
            <p:cNvSpPr/>
            <p:nvPr/>
          </p:nvSpPr>
          <p:spPr>
            <a:xfrm>
              <a:off x="5859618" y="1766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t1646"/>
            <p:cNvSpPr/>
            <p:nvPr/>
          </p:nvSpPr>
          <p:spPr>
            <a:xfrm>
              <a:off x="5238483" y="2160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t1647"/>
            <p:cNvSpPr/>
            <p:nvPr/>
          </p:nvSpPr>
          <p:spPr>
            <a:xfrm>
              <a:off x="5536691" y="2145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t1648"/>
            <p:cNvSpPr/>
            <p:nvPr/>
          </p:nvSpPr>
          <p:spPr>
            <a:xfrm>
              <a:off x="4827902" y="248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t1649"/>
            <p:cNvSpPr/>
            <p:nvPr/>
          </p:nvSpPr>
          <p:spPr>
            <a:xfrm>
              <a:off x="5289123" y="2092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t1650"/>
            <p:cNvSpPr/>
            <p:nvPr/>
          </p:nvSpPr>
          <p:spPr>
            <a:xfrm>
              <a:off x="5149294" y="2608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t1651"/>
            <p:cNvSpPr/>
            <p:nvPr/>
          </p:nvSpPr>
          <p:spPr>
            <a:xfrm>
              <a:off x="5853294" y="1799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t1652"/>
            <p:cNvSpPr/>
            <p:nvPr/>
          </p:nvSpPr>
          <p:spPr>
            <a:xfrm>
              <a:off x="4937209" y="198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t1653"/>
            <p:cNvSpPr/>
            <p:nvPr/>
          </p:nvSpPr>
          <p:spPr>
            <a:xfrm>
              <a:off x="5564939" y="2227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t1654"/>
            <p:cNvSpPr/>
            <p:nvPr/>
          </p:nvSpPr>
          <p:spPr>
            <a:xfrm>
              <a:off x="5661724" y="1652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t1655"/>
            <p:cNvSpPr/>
            <p:nvPr/>
          </p:nvSpPr>
          <p:spPr>
            <a:xfrm>
              <a:off x="5473150" y="2181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t1656"/>
            <p:cNvSpPr/>
            <p:nvPr/>
          </p:nvSpPr>
          <p:spPr>
            <a:xfrm>
              <a:off x="5487934" y="2152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t1657"/>
            <p:cNvSpPr/>
            <p:nvPr/>
          </p:nvSpPr>
          <p:spPr>
            <a:xfrm>
              <a:off x="5536709" y="2195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t1658"/>
            <p:cNvSpPr/>
            <p:nvPr/>
          </p:nvSpPr>
          <p:spPr>
            <a:xfrm>
              <a:off x="5430848" y="2119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t1659"/>
            <p:cNvSpPr/>
            <p:nvPr/>
          </p:nvSpPr>
          <p:spPr>
            <a:xfrm>
              <a:off x="5683644" y="1892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t1660"/>
            <p:cNvSpPr/>
            <p:nvPr/>
          </p:nvSpPr>
          <p:spPr>
            <a:xfrm>
              <a:off x="5421386" y="2203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t1661"/>
            <p:cNvSpPr/>
            <p:nvPr/>
          </p:nvSpPr>
          <p:spPr>
            <a:xfrm>
              <a:off x="4896296" y="1871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t1662"/>
            <p:cNvSpPr/>
            <p:nvPr/>
          </p:nvSpPr>
          <p:spPr>
            <a:xfrm>
              <a:off x="5356978" y="218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t1663"/>
            <p:cNvSpPr/>
            <p:nvPr/>
          </p:nvSpPr>
          <p:spPr>
            <a:xfrm>
              <a:off x="5385611" y="217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t1664"/>
            <p:cNvSpPr/>
            <p:nvPr/>
          </p:nvSpPr>
          <p:spPr>
            <a:xfrm>
              <a:off x="5087390" y="1975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t1665"/>
            <p:cNvSpPr/>
            <p:nvPr/>
          </p:nvSpPr>
          <p:spPr>
            <a:xfrm>
              <a:off x="5653842" y="1742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t1666"/>
            <p:cNvSpPr/>
            <p:nvPr/>
          </p:nvSpPr>
          <p:spPr>
            <a:xfrm>
              <a:off x="4792391" y="2775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t1667"/>
            <p:cNvSpPr/>
            <p:nvPr/>
          </p:nvSpPr>
          <p:spPr>
            <a:xfrm>
              <a:off x="5702348" y="1835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t1668"/>
            <p:cNvSpPr/>
            <p:nvPr/>
          </p:nvSpPr>
          <p:spPr>
            <a:xfrm>
              <a:off x="5524551" y="2140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t1669"/>
            <p:cNvSpPr/>
            <p:nvPr/>
          </p:nvSpPr>
          <p:spPr>
            <a:xfrm>
              <a:off x="5435930" y="2034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t1670"/>
            <p:cNvSpPr/>
            <p:nvPr/>
          </p:nvSpPr>
          <p:spPr>
            <a:xfrm>
              <a:off x="5404544" y="2333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t1671"/>
            <p:cNvSpPr/>
            <p:nvPr/>
          </p:nvSpPr>
          <p:spPr>
            <a:xfrm>
              <a:off x="5409573" y="2295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t1672"/>
            <p:cNvSpPr/>
            <p:nvPr/>
          </p:nvSpPr>
          <p:spPr>
            <a:xfrm>
              <a:off x="5727985" y="1909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t1673"/>
            <p:cNvSpPr/>
            <p:nvPr/>
          </p:nvSpPr>
          <p:spPr>
            <a:xfrm>
              <a:off x="5124702" y="2624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t1674"/>
            <p:cNvSpPr/>
            <p:nvPr/>
          </p:nvSpPr>
          <p:spPr>
            <a:xfrm>
              <a:off x="5324841" y="2205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t1675"/>
            <p:cNvSpPr/>
            <p:nvPr/>
          </p:nvSpPr>
          <p:spPr>
            <a:xfrm>
              <a:off x="5509057" y="2117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t1676"/>
            <p:cNvSpPr/>
            <p:nvPr/>
          </p:nvSpPr>
          <p:spPr>
            <a:xfrm>
              <a:off x="5072919" y="2506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t1677"/>
            <p:cNvSpPr/>
            <p:nvPr/>
          </p:nvSpPr>
          <p:spPr>
            <a:xfrm>
              <a:off x="5549653" y="2241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t1678"/>
            <p:cNvSpPr/>
            <p:nvPr/>
          </p:nvSpPr>
          <p:spPr>
            <a:xfrm>
              <a:off x="5120884" y="2597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t1679"/>
            <p:cNvSpPr/>
            <p:nvPr/>
          </p:nvSpPr>
          <p:spPr>
            <a:xfrm>
              <a:off x="5220775" y="2083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t1680"/>
            <p:cNvSpPr/>
            <p:nvPr/>
          </p:nvSpPr>
          <p:spPr>
            <a:xfrm>
              <a:off x="5356305" y="2249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t1681"/>
            <p:cNvSpPr/>
            <p:nvPr/>
          </p:nvSpPr>
          <p:spPr>
            <a:xfrm>
              <a:off x="5330764" y="2038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t1682"/>
            <p:cNvSpPr/>
            <p:nvPr/>
          </p:nvSpPr>
          <p:spPr>
            <a:xfrm>
              <a:off x="5163383" y="2351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t1683"/>
            <p:cNvSpPr/>
            <p:nvPr/>
          </p:nvSpPr>
          <p:spPr>
            <a:xfrm>
              <a:off x="5414028" y="2140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t1684"/>
            <p:cNvSpPr/>
            <p:nvPr/>
          </p:nvSpPr>
          <p:spPr>
            <a:xfrm>
              <a:off x="5433356" y="2139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t1685"/>
            <p:cNvSpPr/>
            <p:nvPr/>
          </p:nvSpPr>
          <p:spPr>
            <a:xfrm>
              <a:off x="5548981" y="2284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t1686"/>
            <p:cNvSpPr/>
            <p:nvPr/>
          </p:nvSpPr>
          <p:spPr>
            <a:xfrm>
              <a:off x="5289742" y="1988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t1687"/>
            <p:cNvSpPr/>
            <p:nvPr/>
          </p:nvSpPr>
          <p:spPr>
            <a:xfrm>
              <a:off x="5285519" y="2110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t1688"/>
            <p:cNvSpPr/>
            <p:nvPr/>
          </p:nvSpPr>
          <p:spPr>
            <a:xfrm>
              <a:off x="5445222" y="2025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t1689"/>
            <p:cNvSpPr/>
            <p:nvPr/>
          </p:nvSpPr>
          <p:spPr>
            <a:xfrm>
              <a:off x="5524843" y="2084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t1690"/>
            <p:cNvSpPr/>
            <p:nvPr/>
          </p:nvSpPr>
          <p:spPr>
            <a:xfrm>
              <a:off x="5508584" y="2020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t1691"/>
            <p:cNvSpPr/>
            <p:nvPr/>
          </p:nvSpPr>
          <p:spPr>
            <a:xfrm>
              <a:off x="5117683" y="2626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t1692"/>
            <p:cNvSpPr/>
            <p:nvPr/>
          </p:nvSpPr>
          <p:spPr>
            <a:xfrm>
              <a:off x="5412506" y="2098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t1693"/>
            <p:cNvSpPr/>
            <p:nvPr/>
          </p:nvSpPr>
          <p:spPr>
            <a:xfrm>
              <a:off x="5665135" y="1706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t1694"/>
            <p:cNvSpPr/>
            <p:nvPr/>
          </p:nvSpPr>
          <p:spPr>
            <a:xfrm>
              <a:off x="5132871" y="2798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t1695"/>
            <p:cNvSpPr/>
            <p:nvPr/>
          </p:nvSpPr>
          <p:spPr>
            <a:xfrm>
              <a:off x="5754525" y="1988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t1696"/>
            <p:cNvSpPr/>
            <p:nvPr/>
          </p:nvSpPr>
          <p:spPr>
            <a:xfrm>
              <a:off x="5859403" y="1882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t1697"/>
            <p:cNvSpPr/>
            <p:nvPr/>
          </p:nvSpPr>
          <p:spPr>
            <a:xfrm>
              <a:off x="5276626" y="2144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t1698"/>
            <p:cNvSpPr/>
            <p:nvPr/>
          </p:nvSpPr>
          <p:spPr>
            <a:xfrm>
              <a:off x="5260450" y="2203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t1699"/>
            <p:cNvSpPr/>
            <p:nvPr/>
          </p:nvSpPr>
          <p:spPr>
            <a:xfrm>
              <a:off x="5220673" y="2075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t1700"/>
            <p:cNvSpPr/>
            <p:nvPr/>
          </p:nvSpPr>
          <p:spPr>
            <a:xfrm>
              <a:off x="5417075" y="2109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t1701"/>
            <p:cNvSpPr/>
            <p:nvPr/>
          </p:nvSpPr>
          <p:spPr>
            <a:xfrm>
              <a:off x="5321754" y="2151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t1702"/>
            <p:cNvSpPr/>
            <p:nvPr/>
          </p:nvSpPr>
          <p:spPr>
            <a:xfrm>
              <a:off x="5122171" y="2664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t1703"/>
            <p:cNvSpPr/>
            <p:nvPr/>
          </p:nvSpPr>
          <p:spPr>
            <a:xfrm>
              <a:off x="4682227" y="2755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t1704"/>
            <p:cNvSpPr/>
            <p:nvPr/>
          </p:nvSpPr>
          <p:spPr>
            <a:xfrm>
              <a:off x="5519250" y="2100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t1705"/>
            <p:cNvSpPr/>
            <p:nvPr/>
          </p:nvSpPr>
          <p:spPr>
            <a:xfrm>
              <a:off x="5438933" y="2123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t1706"/>
            <p:cNvSpPr/>
            <p:nvPr/>
          </p:nvSpPr>
          <p:spPr>
            <a:xfrm>
              <a:off x="5680949" y="1927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t1707"/>
            <p:cNvSpPr/>
            <p:nvPr/>
          </p:nvSpPr>
          <p:spPr>
            <a:xfrm>
              <a:off x="5552495" y="2174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t1708"/>
            <p:cNvSpPr/>
            <p:nvPr/>
          </p:nvSpPr>
          <p:spPr>
            <a:xfrm>
              <a:off x="5605963" y="1946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t1709"/>
            <p:cNvSpPr/>
            <p:nvPr/>
          </p:nvSpPr>
          <p:spPr>
            <a:xfrm>
              <a:off x="5488018" y="2305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t1710"/>
            <p:cNvSpPr/>
            <p:nvPr/>
          </p:nvSpPr>
          <p:spPr>
            <a:xfrm>
              <a:off x="5610462" y="2073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t1711"/>
            <p:cNvSpPr/>
            <p:nvPr/>
          </p:nvSpPr>
          <p:spPr>
            <a:xfrm>
              <a:off x="5043089" y="2390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t1712"/>
            <p:cNvSpPr/>
            <p:nvPr/>
          </p:nvSpPr>
          <p:spPr>
            <a:xfrm>
              <a:off x="5537008" y="2198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t1713"/>
            <p:cNvSpPr/>
            <p:nvPr/>
          </p:nvSpPr>
          <p:spPr>
            <a:xfrm>
              <a:off x="4725255" y="2802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t1714"/>
            <p:cNvSpPr/>
            <p:nvPr/>
          </p:nvSpPr>
          <p:spPr>
            <a:xfrm>
              <a:off x="5547876" y="2161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t1715"/>
            <p:cNvSpPr/>
            <p:nvPr/>
          </p:nvSpPr>
          <p:spPr>
            <a:xfrm>
              <a:off x="5895522" y="1662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t1716"/>
            <p:cNvSpPr/>
            <p:nvPr/>
          </p:nvSpPr>
          <p:spPr>
            <a:xfrm>
              <a:off x="5231811" y="2091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t1717"/>
            <p:cNvSpPr/>
            <p:nvPr/>
          </p:nvSpPr>
          <p:spPr>
            <a:xfrm>
              <a:off x="5123643" y="2744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t1718"/>
            <p:cNvSpPr/>
            <p:nvPr/>
          </p:nvSpPr>
          <p:spPr>
            <a:xfrm>
              <a:off x="5348027" y="229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t1719"/>
            <p:cNvSpPr/>
            <p:nvPr/>
          </p:nvSpPr>
          <p:spPr>
            <a:xfrm>
              <a:off x="5640390" y="2143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t1720"/>
            <p:cNvSpPr/>
            <p:nvPr/>
          </p:nvSpPr>
          <p:spPr>
            <a:xfrm>
              <a:off x="5589740" y="1978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t1721"/>
            <p:cNvSpPr/>
            <p:nvPr/>
          </p:nvSpPr>
          <p:spPr>
            <a:xfrm>
              <a:off x="4629722" y="2568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t1722"/>
            <p:cNvSpPr/>
            <p:nvPr/>
          </p:nvSpPr>
          <p:spPr>
            <a:xfrm>
              <a:off x="5452700" y="1925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t1723"/>
            <p:cNvSpPr/>
            <p:nvPr/>
          </p:nvSpPr>
          <p:spPr>
            <a:xfrm>
              <a:off x="5421250" y="2144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t1724"/>
            <p:cNvSpPr/>
            <p:nvPr/>
          </p:nvSpPr>
          <p:spPr>
            <a:xfrm>
              <a:off x="5356808" y="2242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t1725"/>
            <p:cNvSpPr/>
            <p:nvPr/>
          </p:nvSpPr>
          <p:spPr>
            <a:xfrm>
              <a:off x="5445403" y="2056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t1726"/>
            <p:cNvSpPr/>
            <p:nvPr/>
          </p:nvSpPr>
          <p:spPr>
            <a:xfrm>
              <a:off x="5539479" y="2168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t1727"/>
            <p:cNvSpPr/>
            <p:nvPr/>
          </p:nvSpPr>
          <p:spPr>
            <a:xfrm>
              <a:off x="5324876" y="2124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t1728"/>
            <p:cNvSpPr/>
            <p:nvPr/>
          </p:nvSpPr>
          <p:spPr>
            <a:xfrm>
              <a:off x="5448998" y="1998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t1729"/>
            <p:cNvSpPr/>
            <p:nvPr/>
          </p:nvSpPr>
          <p:spPr>
            <a:xfrm>
              <a:off x="5941147" y="1729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t1730"/>
            <p:cNvSpPr/>
            <p:nvPr/>
          </p:nvSpPr>
          <p:spPr>
            <a:xfrm>
              <a:off x="4916990" y="1784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t1731"/>
            <p:cNvSpPr/>
            <p:nvPr/>
          </p:nvSpPr>
          <p:spPr>
            <a:xfrm>
              <a:off x="5367442" y="2080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t1732"/>
            <p:cNvSpPr/>
            <p:nvPr/>
          </p:nvSpPr>
          <p:spPr>
            <a:xfrm>
              <a:off x="5653901" y="1679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t1733"/>
            <p:cNvSpPr/>
            <p:nvPr/>
          </p:nvSpPr>
          <p:spPr>
            <a:xfrm>
              <a:off x="5516400" y="2208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t1734"/>
            <p:cNvSpPr/>
            <p:nvPr/>
          </p:nvSpPr>
          <p:spPr>
            <a:xfrm>
              <a:off x="5443267" y="2065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t1735"/>
            <p:cNvSpPr/>
            <p:nvPr/>
          </p:nvSpPr>
          <p:spPr>
            <a:xfrm>
              <a:off x="5641382" y="2115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t1736"/>
            <p:cNvSpPr/>
            <p:nvPr/>
          </p:nvSpPr>
          <p:spPr>
            <a:xfrm>
              <a:off x="5469154" y="1945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t1737"/>
            <p:cNvSpPr/>
            <p:nvPr/>
          </p:nvSpPr>
          <p:spPr>
            <a:xfrm>
              <a:off x="5071935" y="2355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t1738"/>
            <p:cNvSpPr/>
            <p:nvPr/>
          </p:nvSpPr>
          <p:spPr>
            <a:xfrm>
              <a:off x="5464545" y="2112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t1739"/>
            <p:cNvSpPr/>
            <p:nvPr/>
          </p:nvSpPr>
          <p:spPr>
            <a:xfrm>
              <a:off x="5882598" y="1915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t1740"/>
            <p:cNvSpPr/>
            <p:nvPr/>
          </p:nvSpPr>
          <p:spPr>
            <a:xfrm>
              <a:off x="5449042" y="1902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t1741"/>
            <p:cNvSpPr/>
            <p:nvPr/>
          </p:nvSpPr>
          <p:spPr>
            <a:xfrm>
              <a:off x="5603787" y="2012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t1742"/>
            <p:cNvSpPr/>
            <p:nvPr/>
          </p:nvSpPr>
          <p:spPr>
            <a:xfrm>
              <a:off x="5699152" y="2054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t1743"/>
            <p:cNvSpPr/>
            <p:nvPr/>
          </p:nvSpPr>
          <p:spPr>
            <a:xfrm>
              <a:off x="5493479" y="2196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t1744"/>
            <p:cNvSpPr/>
            <p:nvPr/>
          </p:nvSpPr>
          <p:spPr>
            <a:xfrm>
              <a:off x="5135859" y="2681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t1745"/>
            <p:cNvSpPr/>
            <p:nvPr/>
          </p:nvSpPr>
          <p:spPr>
            <a:xfrm>
              <a:off x="5416240" y="2139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t1746"/>
            <p:cNvSpPr/>
            <p:nvPr/>
          </p:nvSpPr>
          <p:spPr>
            <a:xfrm>
              <a:off x="4967124" y="2408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t1747"/>
            <p:cNvSpPr/>
            <p:nvPr/>
          </p:nvSpPr>
          <p:spPr>
            <a:xfrm>
              <a:off x="5135259" y="2523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t1748"/>
            <p:cNvSpPr/>
            <p:nvPr/>
          </p:nvSpPr>
          <p:spPr>
            <a:xfrm>
              <a:off x="5444688" y="1859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t1749"/>
            <p:cNvSpPr/>
            <p:nvPr/>
          </p:nvSpPr>
          <p:spPr>
            <a:xfrm>
              <a:off x="5518847" y="2008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t1750"/>
            <p:cNvSpPr/>
            <p:nvPr/>
          </p:nvSpPr>
          <p:spPr>
            <a:xfrm>
              <a:off x="5336351" y="2225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t1751"/>
            <p:cNvSpPr/>
            <p:nvPr/>
          </p:nvSpPr>
          <p:spPr>
            <a:xfrm>
              <a:off x="4695125" y="2666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t1752"/>
            <p:cNvSpPr/>
            <p:nvPr/>
          </p:nvSpPr>
          <p:spPr>
            <a:xfrm>
              <a:off x="5512802" y="2273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t1753"/>
            <p:cNvSpPr/>
            <p:nvPr/>
          </p:nvSpPr>
          <p:spPr>
            <a:xfrm>
              <a:off x="5748255" y="188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t1754"/>
            <p:cNvSpPr/>
            <p:nvPr/>
          </p:nvSpPr>
          <p:spPr>
            <a:xfrm>
              <a:off x="5249534" y="2172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t1755"/>
            <p:cNvSpPr/>
            <p:nvPr/>
          </p:nvSpPr>
          <p:spPr>
            <a:xfrm>
              <a:off x="5187953" y="2370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t1756"/>
            <p:cNvSpPr/>
            <p:nvPr/>
          </p:nvSpPr>
          <p:spPr>
            <a:xfrm>
              <a:off x="5381036" y="2170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t1757"/>
            <p:cNvSpPr/>
            <p:nvPr/>
          </p:nvSpPr>
          <p:spPr>
            <a:xfrm>
              <a:off x="5711810" y="1890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t1758"/>
            <p:cNvSpPr/>
            <p:nvPr/>
          </p:nvSpPr>
          <p:spPr>
            <a:xfrm>
              <a:off x="5117700" y="253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t1759"/>
            <p:cNvSpPr/>
            <p:nvPr/>
          </p:nvSpPr>
          <p:spPr>
            <a:xfrm>
              <a:off x="5031788" y="2435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t1760"/>
            <p:cNvSpPr/>
            <p:nvPr/>
          </p:nvSpPr>
          <p:spPr>
            <a:xfrm>
              <a:off x="5400663" y="2235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t1761"/>
            <p:cNvSpPr/>
            <p:nvPr/>
          </p:nvSpPr>
          <p:spPr>
            <a:xfrm>
              <a:off x="5654374" y="1735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t1762"/>
            <p:cNvSpPr/>
            <p:nvPr/>
          </p:nvSpPr>
          <p:spPr>
            <a:xfrm>
              <a:off x="5076126" y="1982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t1763"/>
            <p:cNvSpPr/>
            <p:nvPr/>
          </p:nvSpPr>
          <p:spPr>
            <a:xfrm>
              <a:off x="5280198" y="1892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t1764"/>
            <p:cNvSpPr/>
            <p:nvPr/>
          </p:nvSpPr>
          <p:spPr>
            <a:xfrm>
              <a:off x="5663186" y="1687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t1765"/>
            <p:cNvSpPr/>
            <p:nvPr/>
          </p:nvSpPr>
          <p:spPr>
            <a:xfrm>
              <a:off x="5751879" y="1941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t1766"/>
            <p:cNvSpPr/>
            <p:nvPr/>
          </p:nvSpPr>
          <p:spPr>
            <a:xfrm>
              <a:off x="5020580" y="2403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t1767"/>
            <p:cNvSpPr/>
            <p:nvPr/>
          </p:nvSpPr>
          <p:spPr>
            <a:xfrm>
              <a:off x="5361416" y="2087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t1768"/>
            <p:cNvSpPr/>
            <p:nvPr/>
          </p:nvSpPr>
          <p:spPr>
            <a:xfrm>
              <a:off x="5470362" y="2039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t1769"/>
            <p:cNvSpPr/>
            <p:nvPr/>
          </p:nvSpPr>
          <p:spPr>
            <a:xfrm>
              <a:off x="5152002" y="2539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t1770"/>
            <p:cNvSpPr/>
            <p:nvPr/>
          </p:nvSpPr>
          <p:spPr>
            <a:xfrm>
              <a:off x="4768208" y="2553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t1771"/>
            <p:cNvSpPr/>
            <p:nvPr/>
          </p:nvSpPr>
          <p:spPr>
            <a:xfrm>
              <a:off x="5458327" y="2059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t1772"/>
            <p:cNvSpPr/>
            <p:nvPr/>
          </p:nvSpPr>
          <p:spPr>
            <a:xfrm>
              <a:off x="5512925" y="2176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t1773"/>
            <p:cNvSpPr/>
            <p:nvPr/>
          </p:nvSpPr>
          <p:spPr>
            <a:xfrm>
              <a:off x="5674956" y="1965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t1774"/>
            <p:cNvSpPr/>
            <p:nvPr/>
          </p:nvSpPr>
          <p:spPr>
            <a:xfrm>
              <a:off x="5103833" y="2715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t1775"/>
            <p:cNvSpPr/>
            <p:nvPr/>
          </p:nvSpPr>
          <p:spPr>
            <a:xfrm>
              <a:off x="5300776" y="2179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t1776"/>
            <p:cNvSpPr/>
            <p:nvPr/>
          </p:nvSpPr>
          <p:spPr>
            <a:xfrm>
              <a:off x="5692810" y="1998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t1777"/>
            <p:cNvSpPr/>
            <p:nvPr/>
          </p:nvSpPr>
          <p:spPr>
            <a:xfrm>
              <a:off x="5364510" y="2157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t1778"/>
            <p:cNvSpPr/>
            <p:nvPr/>
          </p:nvSpPr>
          <p:spPr>
            <a:xfrm>
              <a:off x="5484150" y="2278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t1779"/>
            <p:cNvSpPr/>
            <p:nvPr/>
          </p:nvSpPr>
          <p:spPr>
            <a:xfrm>
              <a:off x="5320923" y="2182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t1780"/>
            <p:cNvSpPr/>
            <p:nvPr/>
          </p:nvSpPr>
          <p:spPr>
            <a:xfrm>
              <a:off x="5578582" y="1940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t1781"/>
            <p:cNvSpPr/>
            <p:nvPr/>
          </p:nvSpPr>
          <p:spPr>
            <a:xfrm>
              <a:off x="5337601" y="2106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t1782"/>
            <p:cNvSpPr/>
            <p:nvPr/>
          </p:nvSpPr>
          <p:spPr>
            <a:xfrm>
              <a:off x="5055591" y="2388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t1783"/>
            <p:cNvSpPr/>
            <p:nvPr/>
          </p:nvSpPr>
          <p:spPr>
            <a:xfrm>
              <a:off x="5184198" y="2140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t1784"/>
            <p:cNvSpPr/>
            <p:nvPr/>
          </p:nvSpPr>
          <p:spPr>
            <a:xfrm>
              <a:off x="4955487" y="2588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t1785"/>
            <p:cNvSpPr/>
            <p:nvPr/>
          </p:nvSpPr>
          <p:spPr>
            <a:xfrm>
              <a:off x="5312647" y="2221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t1786"/>
            <p:cNvSpPr/>
            <p:nvPr/>
          </p:nvSpPr>
          <p:spPr>
            <a:xfrm>
              <a:off x="5230955" y="2083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t1787"/>
            <p:cNvSpPr/>
            <p:nvPr/>
          </p:nvSpPr>
          <p:spPr>
            <a:xfrm>
              <a:off x="5220437" y="2172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t1788"/>
            <p:cNvSpPr/>
            <p:nvPr/>
          </p:nvSpPr>
          <p:spPr>
            <a:xfrm>
              <a:off x="5327169" y="2151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t1789"/>
            <p:cNvSpPr/>
            <p:nvPr/>
          </p:nvSpPr>
          <p:spPr>
            <a:xfrm>
              <a:off x="5636312" y="2124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t1790"/>
            <p:cNvSpPr/>
            <p:nvPr/>
          </p:nvSpPr>
          <p:spPr>
            <a:xfrm>
              <a:off x="5633035" y="2064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t1791"/>
            <p:cNvSpPr/>
            <p:nvPr/>
          </p:nvSpPr>
          <p:spPr>
            <a:xfrm>
              <a:off x="5461793" y="2071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t1792"/>
            <p:cNvSpPr/>
            <p:nvPr/>
          </p:nvSpPr>
          <p:spPr>
            <a:xfrm>
              <a:off x="5238564" y="2150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t1793"/>
            <p:cNvSpPr/>
            <p:nvPr/>
          </p:nvSpPr>
          <p:spPr>
            <a:xfrm>
              <a:off x="5397071" y="2289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t1794"/>
            <p:cNvSpPr/>
            <p:nvPr/>
          </p:nvSpPr>
          <p:spPr>
            <a:xfrm>
              <a:off x="5386083" y="2148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t1795"/>
            <p:cNvSpPr/>
            <p:nvPr/>
          </p:nvSpPr>
          <p:spPr>
            <a:xfrm>
              <a:off x="5164006" y="2234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t1796"/>
            <p:cNvSpPr/>
            <p:nvPr/>
          </p:nvSpPr>
          <p:spPr>
            <a:xfrm>
              <a:off x="5270616" y="2187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t1797"/>
            <p:cNvSpPr/>
            <p:nvPr/>
          </p:nvSpPr>
          <p:spPr>
            <a:xfrm>
              <a:off x="5504361" y="2074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t1798"/>
            <p:cNvSpPr/>
            <p:nvPr/>
          </p:nvSpPr>
          <p:spPr>
            <a:xfrm>
              <a:off x="5281519" y="2130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t1799"/>
            <p:cNvSpPr/>
            <p:nvPr/>
          </p:nvSpPr>
          <p:spPr>
            <a:xfrm>
              <a:off x="5298321" y="2206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t1800"/>
            <p:cNvSpPr/>
            <p:nvPr/>
          </p:nvSpPr>
          <p:spPr>
            <a:xfrm>
              <a:off x="5356589" y="2231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t1801"/>
            <p:cNvSpPr/>
            <p:nvPr/>
          </p:nvSpPr>
          <p:spPr>
            <a:xfrm>
              <a:off x="5660205" y="1674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t1802"/>
            <p:cNvSpPr/>
            <p:nvPr/>
          </p:nvSpPr>
          <p:spPr>
            <a:xfrm>
              <a:off x="5559256" y="2278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t1803"/>
            <p:cNvSpPr/>
            <p:nvPr/>
          </p:nvSpPr>
          <p:spPr>
            <a:xfrm>
              <a:off x="5343133" y="2237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t1804"/>
            <p:cNvSpPr/>
            <p:nvPr/>
          </p:nvSpPr>
          <p:spPr>
            <a:xfrm>
              <a:off x="5338444" y="2190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t1805"/>
            <p:cNvSpPr/>
            <p:nvPr/>
          </p:nvSpPr>
          <p:spPr>
            <a:xfrm>
              <a:off x="5261105" y="2099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t1806"/>
            <p:cNvSpPr/>
            <p:nvPr/>
          </p:nvSpPr>
          <p:spPr>
            <a:xfrm>
              <a:off x="5136522" y="2880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t1807"/>
            <p:cNvSpPr/>
            <p:nvPr/>
          </p:nvSpPr>
          <p:spPr>
            <a:xfrm>
              <a:off x="5861963" y="1634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t1808"/>
            <p:cNvSpPr/>
            <p:nvPr/>
          </p:nvSpPr>
          <p:spPr>
            <a:xfrm>
              <a:off x="5472875" y="224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t1809"/>
            <p:cNvSpPr/>
            <p:nvPr/>
          </p:nvSpPr>
          <p:spPr>
            <a:xfrm>
              <a:off x="5428549" y="2033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t1810"/>
            <p:cNvSpPr/>
            <p:nvPr/>
          </p:nvSpPr>
          <p:spPr>
            <a:xfrm>
              <a:off x="5248680" y="2050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t1811"/>
            <p:cNvSpPr/>
            <p:nvPr/>
          </p:nvSpPr>
          <p:spPr>
            <a:xfrm>
              <a:off x="5607212" y="1972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t1812"/>
            <p:cNvSpPr/>
            <p:nvPr/>
          </p:nvSpPr>
          <p:spPr>
            <a:xfrm>
              <a:off x="6029550" y="1542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t1813"/>
            <p:cNvSpPr/>
            <p:nvPr/>
          </p:nvSpPr>
          <p:spPr>
            <a:xfrm>
              <a:off x="5451786" y="2022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t1814"/>
            <p:cNvSpPr/>
            <p:nvPr/>
          </p:nvSpPr>
          <p:spPr>
            <a:xfrm>
              <a:off x="5490831" y="2197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t1815"/>
            <p:cNvSpPr/>
            <p:nvPr/>
          </p:nvSpPr>
          <p:spPr>
            <a:xfrm>
              <a:off x="5279134" y="2134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t1816"/>
            <p:cNvSpPr/>
            <p:nvPr/>
          </p:nvSpPr>
          <p:spPr>
            <a:xfrm>
              <a:off x="5301494" y="2220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t1817"/>
            <p:cNvSpPr/>
            <p:nvPr/>
          </p:nvSpPr>
          <p:spPr>
            <a:xfrm>
              <a:off x="5702986" y="1776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t1818"/>
            <p:cNvSpPr/>
            <p:nvPr/>
          </p:nvSpPr>
          <p:spPr>
            <a:xfrm>
              <a:off x="5422491" y="2167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t1819"/>
            <p:cNvSpPr/>
            <p:nvPr/>
          </p:nvSpPr>
          <p:spPr>
            <a:xfrm>
              <a:off x="5687816" y="2155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t1820"/>
            <p:cNvSpPr/>
            <p:nvPr/>
          </p:nvSpPr>
          <p:spPr>
            <a:xfrm>
              <a:off x="5269352" y="2105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t1821"/>
            <p:cNvSpPr/>
            <p:nvPr/>
          </p:nvSpPr>
          <p:spPr>
            <a:xfrm>
              <a:off x="5552530" y="2191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t1822"/>
            <p:cNvSpPr/>
            <p:nvPr/>
          </p:nvSpPr>
          <p:spPr>
            <a:xfrm>
              <a:off x="5201719" y="2131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t1823"/>
            <p:cNvSpPr/>
            <p:nvPr/>
          </p:nvSpPr>
          <p:spPr>
            <a:xfrm>
              <a:off x="5603299" y="1932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t1824"/>
            <p:cNvSpPr/>
            <p:nvPr/>
          </p:nvSpPr>
          <p:spPr>
            <a:xfrm>
              <a:off x="5306622" y="223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t1825"/>
            <p:cNvSpPr/>
            <p:nvPr/>
          </p:nvSpPr>
          <p:spPr>
            <a:xfrm>
              <a:off x="5702553" y="1821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t1826"/>
            <p:cNvSpPr/>
            <p:nvPr/>
          </p:nvSpPr>
          <p:spPr>
            <a:xfrm>
              <a:off x="5534522" y="2280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t1827"/>
            <p:cNvSpPr/>
            <p:nvPr/>
          </p:nvSpPr>
          <p:spPr>
            <a:xfrm>
              <a:off x="5316031" y="2138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t1828"/>
            <p:cNvSpPr/>
            <p:nvPr/>
          </p:nvSpPr>
          <p:spPr>
            <a:xfrm>
              <a:off x="5595584" y="1883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t1829"/>
            <p:cNvSpPr/>
            <p:nvPr/>
          </p:nvSpPr>
          <p:spPr>
            <a:xfrm>
              <a:off x="5412069" y="2014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t1830"/>
            <p:cNvSpPr/>
            <p:nvPr/>
          </p:nvSpPr>
          <p:spPr>
            <a:xfrm>
              <a:off x="5419810" y="2195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t1831"/>
            <p:cNvSpPr/>
            <p:nvPr/>
          </p:nvSpPr>
          <p:spPr>
            <a:xfrm>
              <a:off x="5482319" y="2122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t1832"/>
            <p:cNvSpPr/>
            <p:nvPr/>
          </p:nvSpPr>
          <p:spPr>
            <a:xfrm>
              <a:off x="5011946" y="2082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t1833"/>
            <p:cNvSpPr/>
            <p:nvPr/>
          </p:nvSpPr>
          <p:spPr>
            <a:xfrm>
              <a:off x="5633787" y="1958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t1834"/>
            <p:cNvSpPr/>
            <p:nvPr/>
          </p:nvSpPr>
          <p:spPr>
            <a:xfrm>
              <a:off x="5360430" y="2092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t1835"/>
            <p:cNvSpPr/>
            <p:nvPr/>
          </p:nvSpPr>
          <p:spPr>
            <a:xfrm>
              <a:off x="5708919" y="1776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t1836"/>
            <p:cNvSpPr/>
            <p:nvPr/>
          </p:nvSpPr>
          <p:spPr>
            <a:xfrm>
              <a:off x="5260968" y="2251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t1837"/>
            <p:cNvSpPr/>
            <p:nvPr/>
          </p:nvSpPr>
          <p:spPr>
            <a:xfrm>
              <a:off x="5597943" y="2001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t1838"/>
            <p:cNvSpPr/>
            <p:nvPr/>
          </p:nvSpPr>
          <p:spPr>
            <a:xfrm>
              <a:off x="5604948" y="1878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t1839"/>
            <p:cNvSpPr/>
            <p:nvPr/>
          </p:nvSpPr>
          <p:spPr>
            <a:xfrm>
              <a:off x="5232194" y="2256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t1840"/>
            <p:cNvSpPr/>
            <p:nvPr/>
          </p:nvSpPr>
          <p:spPr>
            <a:xfrm>
              <a:off x="5119194" y="2670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t1841"/>
            <p:cNvSpPr/>
            <p:nvPr/>
          </p:nvSpPr>
          <p:spPr>
            <a:xfrm>
              <a:off x="4891333" y="2471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t1842"/>
            <p:cNvSpPr/>
            <p:nvPr/>
          </p:nvSpPr>
          <p:spPr>
            <a:xfrm>
              <a:off x="5490530" y="2162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t1843"/>
            <p:cNvSpPr/>
            <p:nvPr/>
          </p:nvSpPr>
          <p:spPr>
            <a:xfrm>
              <a:off x="5028124" y="1974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t1844"/>
            <p:cNvSpPr/>
            <p:nvPr/>
          </p:nvSpPr>
          <p:spPr>
            <a:xfrm>
              <a:off x="5516612" y="1997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t1845"/>
            <p:cNvSpPr/>
            <p:nvPr/>
          </p:nvSpPr>
          <p:spPr>
            <a:xfrm>
              <a:off x="5491623" y="2217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t1846"/>
            <p:cNvSpPr/>
            <p:nvPr/>
          </p:nvSpPr>
          <p:spPr>
            <a:xfrm>
              <a:off x="5635375" y="2054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t1847"/>
            <p:cNvSpPr/>
            <p:nvPr/>
          </p:nvSpPr>
          <p:spPr>
            <a:xfrm>
              <a:off x="5451253" y="2015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t1848"/>
            <p:cNvSpPr/>
            <p:nvPr/>
          </p:nvSpPr>
          <p:spPr>
            <a:xfrm>
              <a:off x="4977422" y="2589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t1849"/>
            <p:cNvSpPr/>
            <p:nvPr/>
          </p:nvSpPr>
          <p:spPr>
            <a:xfrm>
              <a:off x="5253381" y="2259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t1850"/>
            <p:cNvSpPr/>
            <p:nvPr/>
          </p:nvSpPr>
          <p:spPr>
            <a:xfrm>
              <a:off x="5347029" y="2230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t1851"/>
            <p:cNvSpPr/>
            <p:nvPr/>
          </p:nvSpPr>
          <p:spPr>
            <a:xfrm>
              <a:off x="5195134" y="2213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t1852"/>
            <p:cNvSpPr/>
            <p:nvPr/>
          </p:nvSpPr>
          <p:spPr>
            <a:xfrm>
              <a:off x="5131572" y="2693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t1853"/>
            <p:cNvSpPr/>
            <p:nvPr/>
          </p:nvSpPr>
          <p:spPr>
            <a:xfrm>
              <a:off x="5650216" y="181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t1854"/>
            <p:cNvSpPr/>
            <p:nvPr/>
          </p:nvSpPr>
          <p:spPr>
            <a:xfrm>
              <a:off x="5709012" y="1820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t1855"/>
            <p:cNvSpPr/>
            <p:nvPr/>
          </p:nvSpPr>
          <p:spPr>
            <a:xfrm>
              <a:off x="5351090" y="2293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t1856"/>
            <p:cNvSpPr/>
            <p:nvPr/>
          </p:nvSpPr>
          <p:spPr>
            <a:xfrm>
              <a:off x="4810454" y="2217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t1857"/>
            <p:cNvSpPr/>
            <p:nvPr/>
          </p:nvSpPr>
          <p:spPr>
            <a:xfrm>
              <a:off x="5239338" y="2160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t1858"/>
            <p:cNvSpPr/>
            <p:nvPr/>
          </p:nvSpPr>
          <p:spPr>
            <a:xfrm>
              <a:off x="5477875" y="2241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t1859"/>
            <p:cNvSpPr/>
            <p:nvPr/>
          </p:nvSpPr>
          <p:spPr>
            <a:xfrm>
              <a:off x="5078103" y="2030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t1860"/>
            <p:cNvSpPr/>
            <p:nvPr/>
          </p:nvSpPr>
          <p:spPr>
            <a:xfrm>
              <a:off x="5934034" y="1828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t1861"/>
            <p:cNvSpPr/>
            <p:nvPr/>
          </p:nvSpPr>
          <p:spPr>
            <a:xfrm>
              <a:off x="5090428" y="2557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t1862"/>
            <p:cNvSpPr/>
            <p:nvPr/>
          </p:nvSpPr>
          <p:spPr>
            <a:xfrm>
              <a:off x="5554979" y="2308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t1863"/>
            <p:cNvSpPr/>
            <p:nvPr/>
          </p:nvSpPr>
          <p:spPr>
            <a:xfrm>
              <a:off x="5518858" y="1958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t1864"/>
            <p:cNvSpPr/>
            <p:nvPr/>
          </p:nvSpPr>
          <p:spPr>
            <a:xfrm>
              <a:off x="5399702" y="2149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t1865"/>
            <p:cNvSpPr/>
            <p:nvPr/>
          </p:nvSpPr>
          <p:spPr>
            <a:xfrm>
              <a:off x="5255689" y="2181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t1866"/>
            <p:cNvSpPr/>
            <p:nvPr/>
          </p:nvSpPr>
          <p:spPr>
            <a:xfrm>
              <a:off x="5100085" y="2610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t1867"/>
            <p:cNvSpPr/>
            <p:nvPr/>
          </p:nvSpPr>
          <p:spPr>
            <a:xfrm>
              <a:off x="5368751" y="2100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t1868"/>
            <p:cNvSpPr/>
            <p:nvPr/>
          </p:nvSpPr>
          <p:spPr>
            <a:xfrm>
              <a:off x="5794915" y="1896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t1869"/>
            <p:cNvSpPr/>
            <p:nvPr/>
          </p:nvSpPr>
          <p:spPr>
            <a:xfrm>
              <a:off x="5283483" y="2119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t1870"/>
            <p:cNvSpPr/>
            <p:nvPr/>
          </p:nvSpPr>
          <p:spPr>
            <a:xfrm>
              <a:off x="5428526" y="2220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t1871"/>
            <p:cNvSpPr/>
            <p:nvPr/>
          </p:nvSpPr>
          <p:spPr>
            <a:xfrm>
              <a:off x="5316171" y="2311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t1872"/>
            <p:cNvSpPr/>
            <p:nvPr/>
          </p:nvSpPr>
          <p:spPr>
            <a:xfrm>
              <a:off x="5211606" y="2123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t1873"/>
            <p:cNvSpPr/>
            <p:nvPr/>
          </p:nvSpPr>
          <p:spPr>
            <a:xfrm>
              <a:off x="5407919" y="2204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t1874"/>
            <p:cNvSpPr/>
            <p:nvPr/>
          </p:nvSpPr>
          <p:spPr>
            <a:xfrm>
              <a:off x="5439612" y="2187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t1875"/>
            <p:cNvSpPr/>
            <p:nvPr/>
          </p:nvSpPr>
          <p:spPr>
            <a:xfrm>
              <a:off x="5286228" y="2062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t1876"/>
            <p:cNvSpPr/>
            <p:nvPr/>
          </p:nvSpPr>
          <p:spPr>
            <a:xfrm>
              <a:off x="5421842" y="2224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t1877"/>
            <p:cNvSpPr/>
            <p:nvPr/>
          </p:nvSpPr>
          <p:spPr>
            <a:xfrm>
              <a:off x="5405838" y="2276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t1878"/>
            <p:cNvSpPr/>
            <p:nvPr/>
          </p:nvSpPr>
          <p:spPr>
            <a:xfrm>
              <a:off x="4826104" y="2471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t1879"/>
            <p:cNvSpPr/>
            <p:nvPr/>
          </p:nvSpPr>
          <p:spPr>
            <a:xfrm>
              <a:off x="5341763" y="2223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t1880"/>
            <p:cNvSpPr/>
            <p:nvPr/>
          </p:nvSpPr>
          <p:spPr>
            <a:xfrm>
              <a:off x="5147344" y="2766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t1881"/>
            <p:cNvSpPr/>
            <p:nvPr/>
          </p:nvSpPr>
          <p:spPr>
            <a:xfrm>
              <a:off x="5072310" y="2364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t1882"/>
            <p:cNvSpPr/>
            <p:nvPr/>
          </p:nvSpPr>
          <p:spPr>
            <a:xfrm>
              <a:off x="5614498" y="195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t1883"/>
            <p:cNvSpPr/>
            <p:nvPr/>
          </p:nvSpPr>
          <p:spPr>
            <a:xfrm>
              <a:off x="5671148" y="1699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t1884"/>
            <p:cNvSpPr/>
            <p:nvPr/>
          </p:nvSpPr>
          <p:spPr>
            <a:xfrm>
              <a:off x="5492054" y="2179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t1885"/>
            <p:cNvSpPr/>
            <p:nvPr/>
          </p:nvSpPr>
          <p:spPr>
            <a:xfrm>
              <a:off x="5302048" y="2098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t1886"/>
            <p:cNvSpPr/>
            <p:nvPr/>
          </p:nvSpPr>
          <p:spPr>
            <a:xfrm>
              <a:off x="5593305" y="2049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t1887"/>
            <p:cNvSpPr/>
            <p:nvPr/>
          </p:nvSpPr>
          <p:spPr>
            <a:xfrm>
              <a:off x="5210598" y="2196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t1888"/>
            <p:cNvSpPr/>
            <p:nvPr/>
          </p:nvSpPr>
          <p:spPr>
            <a:xfrm>
              <a:off x="5288786" y="2001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t1889"/>
            <p:cNvSpPr/>
            <p:nvPr/>
          </p:nvSpPr>
          <p:spPr>
            <a:xfrm>
              <a:off x="5539573" y="2201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t1890"/>
            <p:cNvSpPr/>
            <p:nvPr/>
          </p:nvSpPr>
          <p:spPr>
            <a:xfrm>
              <a:off x="5584505" y="1990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t1891"/>
            <p:cNvSpPr/>
            <p:nvPr/>
          </p:nvSpPr>
          <p:spPr>
            <a:xfrm>
              <a:off x="5111823" y="2492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t1892"/>
            <p:cNvSpPr/>
            <p:nvPr/>
          </p:nvSpPr>
          <p:spPr>
            <a:xfrm>
              <a:off x="5244258" y="2159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t1893"/>
            <p:cNvSpPr/>
            <p:nvPr/>
          </p:nvSpPr>
          <p:spPr>
            <a:xfrm>
              <a:off x="5512963" y="2327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t1894"/>
            <p:cNvSpPr/>
            <p:nvPr/>
          </p:nvSpPr>
          <p:spPr>
            <a:xfrm>
              <a:off x="4964355" y="2552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t1895"/>
            <p:cNvSpPr/>
            <p:nvPr/>
          </p:nvSpPr>
          <p:spPr>
            <a:xfrm>
              <a:off x="5272527" y="2178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t1896"/>
            <p:cNvSpPr/>
            <p:nvPr/>
          </p:nvSpPr>
          <p:spPr>
            <a:xfrm>
              <a:off x="5667769" y="1830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t1897"/>
            <p:cNvSpPr/>
            <p:nvPr/>
          </p:nvSpPr>
          <p:spPr>
            <a:xfrm>
              <a:off x="5325831" y="2144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t1898"/>
            <p:cNvSpPr/>
            <p:nvPr/>
          </p:nvSpPr>
          <p:spPr>
            <a:xfrm>
              <a:off x="5372632" y="2010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t1899"/>
            <p:cNvSpPr/>
            <p:nvPr/>
          </p:nvSpPr>
          <p:spPr>
            <a:xfrm>
              <a:off x="5323480" y="2208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t1900"/>
            <p:cNvSpPr/>
            <p:nvPr/>
          </p:nvSpPr>
          <p:spPr>
            <a:xfrm>
              <a:off x="5113546" y="2584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t1901"/>
            <p:cNvSpPr/>
            <p:nvPr/>
          </p:nvSpPr>
          <p:spPr>
            <a:xfrm>
              <a:off x="5312746" y="2092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t1902"/>
            <p:cNvSpPr/>
            <p:nvPr/>
          </p:nvSpPr>
          <p:spPr>
            <a:xfrm>
              <a:off x="5233523" y="2030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t1903"/>
            <p:cNvSpPr/>
            <p:nvPr/>
          </p:nvSpPr>
          <p:spPr>
            <a:xfrm>
              <a:off x="5242320" y="2079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t1904"/>
            <p:cNvSpPr/>
            <p:nvPr/>
          </p:nvSpPr>
          <p:spPr>
            <a:xfrm>
              <a:off x="4935716" y="1875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t1905"/>
            <p:cNvSpPr/>
            <p:nvPr/>
          </p:nvSpPr>
          <p:spPr>
            <a:xfrm>
              <a:off x="5368252" y="2119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t1906"/>
            <p:cNvSpPr/>
            <p:nvPr/>
          </p:nvSpPr>
          <p:spPr>
            <a:xfrm>
              <a:off x="5133994" y="2559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t1907"/>
            <p:cNvSpPr/>
            <p:nvPr/>
          </p:nvSpPr>
          <p:spPr>
            <a:xfrm>
              <a:off x="5248413" y="2138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t1908"/>
            <p:cNvSpPr/>
            <p:nvPr/>
          </p:nvSpPr>
          <p:spPr>
            <a:xfrm>
              <a:off x="4864331" y="2709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t1909"/>
            <p:cNvSpPr/>
            <p:nvPr/>
          </p:nvSpPr>
          <p:spPr>
            <a:xfrm>
              <a:off x="5452139" y="200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t1910"/>
            <p:cNvSpPr/>
            <p:nvPr/>
          </p:nvSpPr>
          <p:spPr>
            <a:xfrm>
              <a:off x="5505044" y="2280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t1911"/>
            <p:cNvSpPr/>
            <p:nvPr/>
          </p:nvSpPr>
          <p:spPr>
            <a:xfrm>
              <a:off x="5554809" y="2231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t1912"/>
            <p:cNvSpPr/>
            <p:nvPr/>
          </p:nvSpPr>
          <p:spPr>
            <a:xfrm>
              <a:off x="5504340" y="2067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t1913"/>
            <p:cNvSpPr/>
            <p:nvPr/>
          </p:nvSpPr>
          <p:spPr>
            <a:xfrm>
              <a:off x="5555080" y="2255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t1914"/>
            <p:cNvSpPr/>
            <p:nvPr/>
          </p:nvSpPr>
          <p:spPr>
            <a:xfrm>
              <a:off x="5100482" y="2652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t1915"/>
            <p:cNvSpPr/>
            <p:nvPr/>
          </p:nvSpPr>
          <p:spPr>
            <a:xfrm>
              <a:off x="5425113" y="217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t1916"/>
            <p:cNvSpPr/>
            <p:nvPr/>
          </p:nvSpPr>
          <p:spPr>
            <a:xfrm>
              <a:off x="5259542" y="1965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t1917"/>
            <p:cNvSpPr/>
            <p:nvPr/>
          </p:nvSpPr>
          <p:spPr>
            <a:xfrm>
              <a:off x="5590902" y="2024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t1918"/>
            <p:cNvSpPr/>
            <p:nvPr/>
          </p:nvSpPr>
          <p:spPr>
            <a:xfrm>
              <a:off x="5421464" y="2160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t1919"/>
            <p:cNvSpPr/>
            <p:nvPr/>
          </p:nvSpPr>
          <p:spPr>
            <a:xfrm>
              <a:off x="4942317" y="2871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t1920"/>
            <p:cNvSpPr/>
            <p:nvPr/>
          </p:nvSpPr>
          <p:spPr>
            <a:xfrm>
              <a:off x="5168098" y="2318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t1921"/>
            <p:cNvSpPr/>
            <p:nvPr/>
          </p:nvSpPr>
          <p:spPr>
            <a:xfrm>
              <a:off x="5437647" y="2076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t1922"/>
            <p:cNvSpPr/>
            <p:nvPr/>
          </p:nvSpPr>
          <p:spPr>
            <a:xfrm>
              <a:off x="5363717" y="1988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t1923"/>
            <p:cNvSpPr/>
            <p:nvPr/>
          </p:nvSpPr>
          <p:spPr>
            <a:xfrm>
              <a:off x="4915757" y="1860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t1924"/>
            <p:cNvSpPr/>
            <p:nvPr/>
          </p:nvSpPr>
          <p:spPr>
            <a:xfrm>
              <a:off x="4998662" y="237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t1925"/>
            <p:cNvSpPr/>
            <p:nvPr/>
          </p:nvSpPr>
          <p:spPr>
            <a:xfrm>
              <a:off x="5845778" y="186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t1926"/>
            <p:cNvSpPr/>
            <p:nvPr/>
          </p:nvSpPr>
          <p:spPr>
            <a:xfrm>
              <a:off x="5580745" y="1937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t1927"/>
            <p:cNvSpPr/>
            <p:nvPr/>
          </p:nvSpPr>
          <p:spPr>
            <a:xfrm>
              <a:off x="5584596" y="1928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t1928"/>
            <p:cNvSpPr/>
            <p:nvPr/>
          </p:nvSpPr>
          <p:spPr>
            <a:xfrm>
              <a:off x="5041480" y="2572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t1929"/>
            <p:cNvSpPr/>
            <p:nvPr/>
          </p:nvSpPr>
          <p:spPr>
            <a:xfrm>
              <a:off x="5432178" y="2102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t1930"/>
            <p:cNvSpPr/>
            <p:nvPr/>
          </p:nvSpPr>
          <p:spPr>
            <a:xfrm>
              <a:off x="5325934" y="2153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t1931"/>
            <p:cNvSpPr/>
            <p:nvPr/>
          </p:nvSpPr>
          <p:spPr>
            <a:xfrm>
              <a:off x="5446826" y="2050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t1932"/>
            <p:cNvSpPr/>
            <p:nvPr/>
          </p:nvSpPr>
          <p:spPr>
            <a:xfrm>
              <a:off x="5421376" y="2139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t1933"/>
            <p:cNvSpPr/>
            <p:nvPr/>
          </p:nvSpPr>
          <p:spPr>
            <a:xfrm>
              <a:off x="5375138" y="2069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t1934"/>
            <p:cNvSpPr/>
            <p:nvPr/>
          </p:nvSpPr>
          <p:spPr>
            <a:xfrm>
              <a:off x="5326495" y="2234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t1935"/>
            <p:cNvSpPr/>
            <p:nvPr/>
          </p:nvSpPr>
          <p:spPr>
            <a:xfrm>
              <a:off x="4850898" y="2962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t1936"/>
            <p:cNvSpPr/>
            <p:nvPr/>
          </p:nvSpPr>
          <p:spPr>
            <a:xfrm>
              <a:off x="5537305" y="2195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t1937"/>
            <p:cNvSpPr/>
            <p:nvPr/>
          </p:nvSpPr>
          <p:spPr>
            <a:xfrm>
              <a:off x="5080492" y="1726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t1938"/>
            <p:cNvSpPr/>
            <p:nvPr/>
          </p:nvSpPr>
          <p:spPr>
            <a:xfrm>
              <a:off x="5364845" y="2083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t1939"/>
            <p:cNvSpPr/>
            <p:nvPr/>
          </p:nvSpPr>
          <p:spPr>
            <a:xfrm>
              <a:off x="5747180" y="1924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t1940"/>
            <p:cNvSpPr/>
            <p:nvPr/>
          </p:nvSpPr>
          <p:spPr>
            <a:xfrm>
              <a:off x="5444360" y="2075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t1941"/>
            <p:cNvSpPr/>
            <p:nvPr/>
          </p:nvSpPr>
          <p:spPr>
            <a:xfrm>
              <a:off x="5479982" y="2169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t1942"/>
            <p:cNvSpPr/>
            <p:nvPr/>
          </p:nvSpPr>
          <p:spPr>
            <a:xfrm>
              <a:off x="5432778" y="2071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t1943"/>
            <p:cNvSpPr/>
            <p:nvPr/>
          </p:nvSpPr>
          <p:spPr>
            <a:xfrm>
              <a:off x="5426878" y="2126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t1944"/>
            <p:cNvSpPr/>
            <p:nvPr/>
          </p:nvSpPr>
          <p:spPr>
            <a:xfrm>
              <a:off x="4945237" y="2742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t1945"/>
            <p:cNvSpPr/>
            <p:nvPr/>
          </p:nvSpPr>
          <p:spPr>
            <a:xfrm>
              <a:off x="5630939" y="1976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t1946"/>
            <p:cNvSpPr/>
            <p:nvPr/>
          </p:nvSpPr>
          <p:spPr>
            <a:xfrm>
              <a:off x="5259031" y="2202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t1947"/>
            <p:cNvSpPr/>
            <p:nvPr/>
          </p:nvSpPr>
          <p:spPr>
            <a:xfrm>
              <a:off x="5494929" y="2170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t1948"/>
            <p:cNvSpPr/>
            <p:nvPr/>
          </p:nvSpPr>
          <p:spPr>
            <a:xfrm>
              <a:off x="5295634" y="1853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t1949"/>
            <p:cNvSpPr/>
            <p:nvPr/>
          </p:nvSpPr>
          <p:spPr>
            <a:xfrm>
              <a:off x="5534355" y="2277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t1950"/>
            <p:cNvSpPr/>
            <p:nvPr/>
          </p:nvSpPr>
          <p:spPr>
            <a:xfrm>
              <a:off x="5682478" y="191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t1951"/>
            <p:cNvSpPr/>
            <p:nvPr/>
          </p:nvSpPr>
          <p:spPr>
            <a:xfrm>
              <a:off x="5507235" y="2061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t1952"/>
            <p:cNvSpPr/>
            <p:nvPr/>
          </p:nvSpPr>
          <p:spPr>
            <a:xfrm>
              <a:off x="5428312" y="2205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t1953"/>
            <p:cNvSpPr/>
            <p:nvPr/>
          </p:nvSpPr>
          <p:spPr>
            <a:xfrm>
              <a:off x="5499497" y="2013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t1954"/>
            <p:cNvSpPr/>
            <p:nvPr/>
          </p:nvSpPr>
          <p:spPr>
            <a:xfrm>
              <a:off x="5367370" y="2073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t1955"/>
            <p:cNvSpPr/>
            <p:nvPr/>
          </p:nvSpPr>
          <p:spPr>
            <a:xfrm>
              <a:off x="5529073" y="2166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t1956"/>
            <p:cNvSpPr/>
            <p:nvPr/>
          </p:nvSpPr>
          <p:spPr>
            <a:xfrm>
              <a:off x="5084871" y="2026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t1957"/>
            <p:cNvSpPr/>
            <p:nvPr/>
          </p:nvSpPr>
          <p:spPr>
            <a:xfrm>
              <a:off x="5440150" y="2076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t1958"/>
            <p:cNvSpPr/>
            <p:nvPr/>
          </p:nvSpPr>
          <p:spPr>
            <a:xfrm>
              <a:off x="5972179" y="238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t1959"/>
            <p:cNvSpPr/>
            <p:nvPr/>
          </p:nvSpPr>
          <p:spPr>
            <a:xfrm>
              <a:off x="5512243" y="2219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t1960"/>
            <p:cNvSpPr/>
            <p:nvPr/>
          </p:nvSpPr>
          <p:spPr>
            <a:xfrm>
              <a:off x="4992336" y="2546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t1961"/>
            <p:cNvSpPr/>
            <p:nvPr/>
          </p:nvSpPr>
          <p:spPr>
            <a:xfrm>
              <a:off x="5131397" y="2770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t1962"/>
            <p:cNvSpPr/>
            <p:nvPr/>
          </p:nvSpPr>
          <p:spPr>
            <a:xfrm>
              <a:off x="5481349" y="2268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t1963"/>
            <p:cNvSpPr/>
            <p:nvPr/>
          </p:nvSpPr>
          <p:spPr>
            <a:xfrm>
              <a:off x="4923100" y="1774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t1964"/>
            <p:cNvSpPr/>
            <p:nvPr/>
          </p:nvSpPr>
          <p:spPr>
            <a:xfrm>
              <a:off x="5477738" y="224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t1965"/>
            <p:cNvSpPr/>
            <p:nvPr/>
          </p:nvSpPr>
          <p:spPr>
            <a:xfrm>
              <a:off x="5594630" y="1963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t1966"/>
            <p:cNvSpPr/>
            <p:nvPr/>
          </p:nvSpPr>
          <p:spPr>
            <a:xfrm>
              <a:off x="5591598" y="1921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t1967"/>
            <p:cNvSpPr/>
            <p:nvPr/>
          </p:nvSpPr>
          <p:spPr>
            <a:xfrm>
              <a:off x="5422460" y="2180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t1968"/>
            <p:cNvSpPr/>
            <p:nvPr/>
          </p:nvSpPr>
          <p:spPr>
            <a:xfrm>
              <a:off x="5450927" y="2048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t1969"/>
            <p:cNvSpPr/>
            <p:nvPr/>
          </p:nvSpPr>
          <p:spPr>
            <a:xfrm>
              <a:off x="5584591" y="2177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t1970"/>
            <p:cNvSpPr/>
            <p:nvPr/>
          </p:nvSpPr>
          <p:spPr>
            <a:xfrm>
              <a:off x="5411092" y="2139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t1971"/>
            <p:cNvSpPr/>
            <p:nvPr/>
          </p:nvSpPr>
          <p:spPr>
            <a:xfrm>
              <a:off x="5664467" y="1742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t1972"/>
            <p:cNvSpPr/>
            <p:nvPr/>
          </p:nvSpPr>
          <p:spPr>
            <a:xfrm>
              <a:off x="5444341" y="1963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t1973"/>
            <p:cNvSpPr/>
            <p:nvPr/>
          </p:nvSpPr>
          <p:spPr>
            <a:xfrm>
              <a:off x="5349469" y="2269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t1974"/>
            <p:cNvSpPr/>
            <p:nvPr/>
          </p:nvSpPr>
          <p:spPr>
            <a:xfrm>
              <a:off x="5236201" y="2031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t1975"/>
            <p:cNvSpPr/>
            <p:nvPr/>
          </p:nvSpPr>
          <p:spPr>
            <a:xfrm>
              <a:off x="5221794" y="1940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t1976"/>
            <p:cNvSpPr/>
            <p:nvPr/>
          </p:nvSpPr>
          <p:spPr>
            <a:xfrm>
              <a:off x="5792827" y="1871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t1977"/>
            <p:cNvSpPr/>
            <p:nvPr/>
          </p:nvSpPr>
          <p:spPr>
            <a:xfrm>
              <a:off x="5479236" y="2193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t1978"/>
            <p:cNvSpPr/>
            <p:nvPr/>
          </p:nvSpPr>
          <p:spPr>
            <a:xfrm>
              <a:off x="5640556" y="2069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t1979"/>
            <p:cNvSpPr/>
            <p:nvPr/>
          </p:nvSpPr>
          <p:spPr>
            <a:xfrm>
              <a:off x="5243431" y="2127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t1980"/>
            <p:cNvSpPr/>
            <p:nvPr/>
          </p:nvSpPr>
          <p:spPr>
            <a:xfrm>
              <a:off x="5396840" y="2268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t1981"/>
            <p:cNvSpPr/>
            <p:nvPr/>
          </p:nvSpPr>
          <p:spPr>
            <a:xfrm>
              <a:off x="5638621" y="2022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t1982"/>
            <p:cNvSpPr/>
            <p:nvPr/>
          </p:nvSpPr>
          <p:spPr>
            <a:xfrm>
              <a:off x="5716449" y="1883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t1983"/>
            <p:cNvSpPr/>
            <p:nvPr/>
          </p:nvSpPr>
          <p:spPr>
            <a:xfrm>
              <a:off x="5007625" y="2159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t1984"/>
            <p:cNvSpPr/>
            <p:nvPr/>
          </p:nvSpPr>
          <p:spPr>
            <a:xfrm>
              <a:off x="4950942" y="268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t1985"/>
            <p:cNvSpPr/>
            <p:nvPr/>
          </p:nvSpPr>
          <p:spPr>
            <a:xfrm>
              <a:off x="5310610" y="2113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t1986"/>
            <p:cNvSpPr/>
            <p:nvPr/>
          </p:nvSpPr>
          <p:spPr>
            <a:xfrm>
              <a:off x="5310255" y="223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t1987"/>
            <p:cNvSpPr/>
            <p:nvPr/>
          </p:nvSpPr>
          <p:spPr>
            <a:xfrm>
              <a:off x="5486907" y="2109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t1988"/>
            <p:cNvSpPr/>
            <p:nvPr/>
          </p:nvSpPr>
          <p:spPr>
            <a:xfrm>
              <a:off x="5972018" y="2242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t1989"/>
            <p:cNvSpPr/>
            <p:nvPr/>
          </p:nvSpPr>
          <p:spPr>
            <a:xfrm>
              <a:off x="5789792" y="1926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t1990"/>
            <p:cNvSpPr/>
            <p:nvPr/>
          </p:nvSpPr>
          <p:spPr>
            <a:xfrm>
              <a:off x="5791720" y="1889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t1991"/>
            <p:cNvSpPr/>
            <p:nvPr/>
          </p:nvSpPr>
          <p:spPr>
            <a:xfrm>
              <a:off x="5197159" y="2217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t1992"/>
            <p:cNvSpPr/>
            <p:nvPr/>
          </p:nvSpPr>
          <p:spPr>
            <a:xfrm>
              <a:off x="5224905" y="1929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t1993"/>
            <p:cNvSpPr/>
            <p:nvPr/>
          </p:nvSpPr>
          <p:spPr>
            <a:xfrm>
              <a:off x="5480491" y="2132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t1994"/>
            <p:cNvSpPr/>
            <p:nvPr/>
          </p:nvSpPr>
          <p:spPr>
            <a:xfrm>
              <a:off x="5745399" y="2007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t1995"/>
            <p:cNvSpPr/>
            <p:nvPr/>
          </p:nvSpPr>
          <p:spPr>
            <a:xfrm>
              <a:off x="5443157" y="2096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t1996"/>
            <p:cNvSpPr/>
            <p:nvPr/>
          </p:nvSpPr>
          <p:spPr>
            <a:xfrm>
              <a:off x="5839747" y="1710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t1997"/>
            <p:cNvSpPr/>
            <p:nvPr/>
          </p:nvSpPr>
          <p:spPr>
            <a:xfrm>
              <a:off x="5453926" y="1997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t1998"/>
            <p:cNvSpPr/>
            <p:nvPr/>
          </p:nvSpPr>
          <p:spPr>
            <a:xfrm>
              <a:off x="5502657" y="2283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t1999"/>
            <p:cNvSpPr/>
            <p:nvPr/>
          </p:nvSpPr>
          <p:spPr>
            <a:xfrm>
              <a:off x="5377622" y="2033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t2000"/>
            <p:cNvSpPr/>
            <p:nvPr/>
          </p:nvSpPr>
          <p:spPr>
            <a:xfrm>
              <a:off x="5189302" y="2075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t2001"/>
            <p:cNvSpPr/>
            <p:nvPr/>
          </p:nvSpPr>
          <p:spPr>
            <a:xfrm>
              <a:off x="5276396" y="1971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t2002"/>
            <p:cNvSpPr/>
            <p:nvPr/>
          </p:nvSpPr>
          <p:spPr>
            <a:xfrm>
              <a:off x="5211353" y="2136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t2003"/>
            <p:cNvSpPr/>
            <p:nvPr/>
          </p:nvSpPr>
          <p:spPr>
            <a:xfrm>
              <a:off x="5521173" y="2045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t2004"/>
            <p:cNvSpPr/>
            <p:nvPr/>
          </p:nvSpPr>
          <p:spPr>
            <a:xfrm>
              <a:off x="5687161" y="2028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t2005"/>
            <p:cNvSpPr/>
            <p:nvPr/>
          </p:nvSpPr>
          <p:spPr>
            <a:xfrm>
              <a:off x="5385600" y="2169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t2006"/>
            <p:cNvSpPr/>
            <p:nvPr/>
          </p:nvSpPr>
          <p:spPr>
            <a:xfrm>
              <a:off x="5064825" y="2430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t2007"/>
            <p:cNvSpPr/>
            <p:nvPr/>
          </p:nvSpPr>
          <p:spPr>
            <a:xfrm>
              <a:off x="5474559" y="2006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t2008"/>
            <p:cNvSpPr/>
            <p:nvPr/>
          </p:nvSpPr>
          <p:spPr>
            <a:xfrm>
              <a:off x="5033285" y="2326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t2009"/>
            <p:cNvSpPr/>
            <p:nvPr/>
          </p:nvSpPr>
          <p:spPr>
            <a:xfrm>
              <a:off x="5414879" y="201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t2010"/>
            <p:cNvSpPr/>
            <p:nvPr/>
          </p:nvSpPr>
          <p:spPr>
            <a:xfrm>
              <a:off x="5049287" y="2395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t2011"/>
            <p:cNvSpPr/>
            <p:nvPr/>
          </p:nvSpPr>
          <p:spPr>
            <a:xfrm>
              <a:off x="5677386" y="1848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t2012"/>
            <p:cNvSpPr/>
            <p:nvPr/>
          </p:nvSpPr>
          <p:spPr>
            <a:xfrm>
              <a:off x="5373834" y="2024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t2013"/>
            <p:cNvSpPr/>
            <p:nvPr/>
          </p:nvSpPr>
          <p:spPr>
            <a:xfrm>
              <a:off x="5365960" y="2091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t2014"/>
            <p:cNvSpPr/>
            <p:nvPr/>
          </p:nvSpPr>
          <p:spPr>
            <a:xfrm>
              <a:off x="5224416" y="1864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t2015"/>
            <p:cNvSpPr/>
            <p:nvPr/>
          </p:nvSpPr>
          <p:spPr>
            <a:xfrm>
              <a:off x="5595540" y="1860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t2016"/>
            <p:cNvSpPr/>
            <p:nvPr/>
          </p:nvSpPr>
          <p:spPr>
            <a:xfrm>
              <a:off x="5058087" y="2303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t2017"/>
            <p:cNvSpPr/>
            <p:nvPr/>
          </p:nvSpPr>
          <p:spPr>
            <a:xfrm>
              <a:off x="5625010" y="2047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t2018"/>
            <p:cNvSpPr/>
            <p:nvPr/>
          </p:nvSpPr>
          <p:spPr>
            <a:xfrm>
              <a:off x="5474769" y="2131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t2019"/>
            <p:cNvSpPr/>
            <p:nvPr/>
          </p:nvSpPr>
          <p:spPr>
            <a:xfrm>
              <a:off x="5329737" y="2113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t2020"/>
            <p:cNvSpPr/>
            <p:nvPr/>
          </p:nvSpPr>
          <p:spPr>
            <a:xfrm>
              <a:off x="4747242" y="2867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t2021"/>
            <p:cNvSpPr/>
            <p:nvPr/>
          </p:nvSpPr>
          <p:spPr>
            <a:xfrm>
              <a:off x="5422894" y="2181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t2022"/>
            <p:cNvSpPr/>
            <p:nvPr/>
          </p:nvSpPr>
          <p:spPr>
            <a:xfrm>
              <a:off x="5515053" y="2233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t2023"/>
            <p:cNvSpPr/>
            <p:nvPr/>
          </p:nvSpPr>
          <p:spPr>
            <a:xfrm>
              <a:off x="5123253" y="2690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t2024"/>
            <p:cNvSpPr/>
            <p:nvPr/>
          </p:nvSpPr>
          <p:spPr>
            <a:xfrm>
              <a:off x="5833617" y="1659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t2025"/>
            <p:cNvSpPr/>
            <p:nvPr/>
          </p:nvSpPr>
          <p:spPr>
            <a:xfrm>
              <a:off x="5389775" y="2197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t2026"/>
            <p:cNvSpPr/>
            <p:nvPr/>
          </p:nvSpPr>
          <p:spPr>
            <a:xfrm>
              <a:off x="4926172" y="2386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t2027"/>
            <p:cNvSpPr/>
            <p:nvPr/>
          </p:nvSpPr>
          <p:spPr>
            <a:xfrm>
              <a:off x="5647783" y="1854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t2028"/>
            <p:cNvSpPr/>
            <p:nvPr/>
          </p:nvSpPr>
          <p:spPr>
            <a:xfrm>
              <a:off x="5166679" y="2130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t2029"/>
            <p:cNvSpPr/>
            <p:nvPr/>
          </p:nvSpPr>
          <p:spPr>
            <a:xfrm>
              <a:off x="5595495" y="1966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t2030"/>
            <p:cNvSpPr/>
            <p:nvPr/>
          </p:nvSpPr>
          <p:spPr>
            <a:xfrm>
              <a:off x="5354982" y="2282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t2031"/>
            <p:cNvSpPr/>
            <p:nvPr/>
          </p:nvSpPr>
          <p:spPr>
            <a:xfrm>
              <a:off x="5300496" y="2022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t2032"/>
            <p:cNvSpPr/>
            <p:nvPr/>
          </p:nvSpPr>
          <p:spPr>
            <a:xfrm>
              <a:off x="5166344" y="2291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t2033"/>
            <p:cNvSpPr/>
            <p:nvPr/>
          </p:nvSpPr>
          <p:spPr>
            <a:xfrm>
              <a:off x="5047997" y="2270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t2034"/>
            <p:cNvSpPr/>
            <p:nvPr/>
          </p:nvSpPr>
          <p:spPr>
            <a:xfrm>
              <a:off x="5238727" y="2179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t2035"/>
            <p:cNvSpPr/>
            <p:nvPr/>
          </p:nvSpPr>
          <p:spPr>
            <a:xfrm>
              <a:off x="5234475" y="215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t2036"/>
            <p:cNvSpPr/>
            <p:nvPr/>
          </p:nvSpPr>
          <p:spPr>
            <a:xfrm>
              <a:off x="5544137" y="2275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t2037"/>
            <p:cNvSpPr/>
            <p:nvPr/>
          </p:nvSpPr>
          <p:spPr>
            <a:xfrm>
              <a:off x="5704121" y="1703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t2038"/>
            <p:cNvSpPr/>
            <p:nvPr/>
          </p:nvSpPr>
          <p:spPr>
            <a:xfrm>
              <a:off x="5778663" y="1958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t2039"/>
            <p:cNvSpPr/>
            <p:nvPr/>
          </p:nvSpPr>
          <p:spPr>
            <a:xfrm>
              <a:off x="4970102" y="2454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t2040"/>
            <p:cNvSpPr/>
            <p:nvPr/>
          </p:nvSpPr>
          <p:spPr>
            <a:xfrm>
              <a:off x="5536300" y="2356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t2041"/>
            <p:cNvSpPr/>
            <p:nvPr/>
          </p:nvSpPr>
          <p:spPr>
            <a:xfrm>
              <a:off x="5644419" y="1904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t2042"/>
            <p:cNvSpPr/>
            <p:nvPr/>
          </p:nvSpPr>
          <p:spPr>
            <a:xfrm>
              <a:off x="5915341" y="2024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t2043"/>
            <p:cNvSpPr/>
            <p:nvPr/>
          </p:nvSpPr>
          <p:spPr>
            <a:xfrm>
              <a:off x="5579988" y="2019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t2044"/>
            <p:cNvSpPr/>
            <p:nvPr/>
          </p:nvSpPr>
          <p:spPr>
            <a:xfrm>
              <a:off x="5482902" y="2228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t2045"/>
            <p:cNvSpPr/>
            <p:nvPr/>
          </p:nvSpPr>
          <p:spPr>
            <a:xfrm>
              <a:off x="5421230" y="2111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t2046"/>
            <p:cNvSpPr/>
            <p:nvPr/>
          </p:nvSpPr>
          <p:spPr>
            <a:xfrm>
              <a:off x="5472476" y="2064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t2047"/>
            <p:cNvSpPr/>
            <p:nvPr/>
          </p:nvSpPr>
          <p:spPr>
            <a:xfrm>
              <a:off x="5379338" y="2201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t2048"/>
            <p:cNvSpPr/>
            <p:nvPr/>
          </p:nvSpPr>
          <p:spPr>
            <a:xfrm>
              <a:off x="5503474" y="2122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t2049"/>
            <p:cNvSpPr/>
            <p:nvPr/>
          </p:nvSpPr>
          <p:spPr>
            <a:xfrm>
              <a:off x="5166412" y="227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t2050"/>
            <p:cNvSpPr/>
            <p:nvPr/>
          </p:nvSpPr>
          <p:spPr>
            <a:xfrm>
              <a:off x="5739492" y="2009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t2051"/>
            <p:cNvSpPr/>
            <p:nvPr/>
          </p:nvSpPr>
          <p:spPr>
            <a:xfrm>
              <a:off x="5672426" y="1849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t2052"/>
            <p:cNvSpPr/>
            <p:nvPr/>
          </p:nvSpPr>
          <p:spPr>
            <a:xfrm>
              <a:off x="5118031" y="264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t2053"/>
            <p:cNvSpPr/>
            <p:nvPr/>
          </p:nvSpPr>
          <p:spPr>
            <a:xfrm>
              <a:off x="5963344" y="1798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t2054"/>
            <p:cNvSpPr/>
            <p:nvPr/>
          </p:nvSpPr>
          <p:spPr>
            <a:xfrm>
              <a:off x="5110402" y="2702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t2055"/>
            <p:cNvSpPr/>
            <p:nvPr/>
          </p:nvSpPr>
          <p:spPr>
            <a:xfrm>
              <a:off x="5483504" y="2278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t2056"/>
            <p:cNvSpPr/>
            <p:nvPr/>
          </p:nvSpPr>
          <p:spPr>
            <a:xfrm>
              <a:off x="5781310" y="1889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t2057"/>
            <p:cNvSpPr/>
            <p:nvPr/>
          </p:nvSpPr>
          <p:spPr>
            <a:xfrm>
              <a:off x="5536670" y="2195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t2058"/>
            <p:cNvSpPr/>
            <p:nvPr/>
          </p:nvSpPr>
          <p:spPr>
            <a:xfrm>
              <a:off x="5704485" y="1769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t2059"/>
            <p:cNvSpPr/>
            <p:nvPr/>
          </p:nvSpPr>
          <p:spPr>
            <a:xfrm>
              <a:off x="5753591" y="2064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t2060"/>
            <p:cNvSpPr/>
            <p:nvPr/>
          </p:nvSpPr>
          <p:spPr>
            <a:xfrm>
              <a:off x="5555149" y="223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t2061"/>
            <p:cNvSpPr/>
            <p:nvPr/>
          </p:nvSpPr>
          <p:spPr>
            <a:xfrm>
              <a:off x="5594358" y="193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t2062"/>
            <p:cNvSpPr/>
            <p:nvPr/>
          </p:nvSpPr>
          <p:spPr>
            <a:xfrm>
              <a:off x="5669219" y="1704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t2063"/>
            <p:cNvSpPr/>
            <p:nvPr/>
          </p:nvSpPr>
          <p:spPr>
            <a:xfrm>
              <a:off x="5141479" y="2807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t2064"/>
            <p:cNvSpPr/>
            <p:nvPr/>
          </p:nvSpPr>
          <p:spPr>
            <a:xfrm>
              <a:off x="5188833" y="2153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t2065"/>
            <p:cNvSpPr/>
            <p:nvPr/>
          </p:nvSpPr>
          <p:spPr>
            <a:xfrm>
              <a:off x="5744401" y="1994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t2066"/>
            <p:cNvSpPr/>
            <p:nvPr/>
          </p:nvSpPr>
          <p:spPr>
            <a:xfrm>
              <a:off x="5234319" y="2089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t2067"/>
            <p:cNvSpPr/>
            <p:nvPr/>
          </p:nvSpPr>
          <p:spPr>
            <a:xfrm>
              <a:off x="5310698" y="2063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t2068"/>
            <p:cNvSpPr/>
            <p:nvPr/>
          </p:nvSpPr>
          <p:spPr>
            <a:xfrm>
              <a:off x="5587933" y="2106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t2069"/>
            <p:cNvSpPr/>
            <p:nvPr/>
          </p:nvSpPr>
          <p:spPr>
            <a:xfrm>
              <a:off x="5399468" y="2218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t2070"/>
            <p:cNvSpPr/>
            <p:nvPr/>
          </p:nvSpPr>
          <p:spPr>
            <a:xfrm>
              <a:off x="5025212" y="2005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t2071"/>
            <p:cNvSpPr/>
            <p:nvPr/>
          </p:nvSpPr>
          <p:spPr>
            <a:xfrm>
              <a:off x="4652454" y="2687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t2072"/>
            <p:cNvSpPr/>
            <p:nvPr/>
          </p:nvSpPr>
          <p:spPr>
            <a:xfrm>
              <a:off x="5679016" y="1909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t2073"/>
            <p:cNvSpPr/>
            <p:nvPr/>
          </p:nvSpPr>
          <p:spPr>
            <a:xfrm>
              <a:off x="5324386" y="2230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t2074"/>
            <p:cNvSpPr/>
            <p:nvPr/>
          </p:nvSpPr>
          <p:spPr>
            <a:xfrm>
              <a:off x="5645795" y="1887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t2075"/>
            <p:cNvSpPr/>
            <p:nvPr/>
          </p:nvSpPr>
          <p:spPr>
            <a:xfrm>
              <a:off x="5386133" y="2128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t2076"/>
            <p:cNvSpPr/>
            <p:nvPr/>
          </p:nvSpPr>
          <p:spPr>
            <a:xfrm>
              <a:off x="5413357" y="1953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t2077"/>
            <p:cNvSpPr/>
            <p:nvPr/>
          </p:nvSpPr>
          <p:spPr>
            <a:xfrm>
              <a:off x="5066740" y="2631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t2078"/>
            <p:cNvSpPr/>
            <p:nvPr/>
          </p:nvSpPr>
          <p:spPr>
            <a:xfrm>
              <a:off x="5335807" y="2316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t2079"/>
            <p:cNvSpPr/>
            <p:nvPr/>
          </p:nvSpPr>
          <p:spPr>
            <a:xfrm>
              <a:off x="5575759" y="2020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t2080"/>
            <p:cNvSpPr/>
            <p:nvPr/>
          </p:nvSpPr>
          <p:spPr>
            <a:xfrm>
              <a:off x="5576244" y="2025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t2081"/>
            <p:cNvSpPr/>
            <p:nvPr/>
          </p:nvSpPr>
          <p:spPr>
            <a:xfrm>
              <a:off x="5336242" y="220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t2082"/>
            <p:cNvSpPr/>
            <p:nvPr/>
          </p:nvSpPr>
          <p:spPr>
            <a:xfrm>
              <a:off x="5247747" y="2137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t2083"/>
            <p:cNvSpPr/>
            <p:nvPr/>
          </p:nvSpPr>
          <p:spPr>
            <a:xfrm>
              <a:off x="5788130" y="1945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t2084"/>
            <p:cNvSpPr/>
            <p:nvPr/>
          </p:nvSpPr>
          <p:spPr>
            <a:xfrm>
              <a:off x="5638809" y="2033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t2085"/>
            <p:cNvSpPr/>
            <p:nvPr/>
          </p:nvSpPr>
          <p:spPr>
            <a:xfrm>
              <a:off x="5491782" y="2299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t2086"/>
            <p:cNvSpPr/>
            <p:nvPr/>
          </p:nvSpPr>
          <p:spPr>
            <a:xfrm>
              <a:off x="5200427" y="2167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t2087"/>
            <p:cNvSpPr/>
            <p:nvPr/>
          </p:nvSpPr>
          <p:spPr>
            <a:xfrm>
              <a:off x="5475454" y="2267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t2088"/>
            <p:cNvSpPr/>
            <p:nvPr/>
          </p:nvSpPr>
          <p:spPr>
            <a:xfrm>
              <a:off x="5312719" y="215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t2089"/>
            <p:cNvSpPr/>
            <p:nvPr/>
          </p:nvSpPr>
          <p:spPr>
            <a:xfrm>
              <a:off x="4680635" y="284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t2090"/>
            <p:cNvSpPr/>
            <p:nvPr/>
          </p:nvSpPr>
          <p:spPr>
            <a:xfrm>
              <a:off x="5378360" y="2157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t2091"/>
            <p:cNvSpPr/>
            <p:nvPr/>
          </p:nvSpPr>
          <p:spPr>
            <a:xfrm>
              <a:off x="5475628" y="2164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t2092"/>
            <p:cNvSpPr/>
            <p:nvPr/>
          </p:nvSpPr>
          <p:spPr>
            <a:xfrm>
              <a:off x="5409807" y="2226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t2093"/>
            <p:cNvSpPr/>
            <p:nvPr/>
          </p:nvSpPr>
          <p:spPr>
            <a:xfrm>
              <a:off x="5370735" y="2082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t2094"/>
            <p:cNvSpPr/>
            <p:nvPr/>
          </p:nvSpPr>
          <p:spPr>
            <a:xfrm>
              <a:off x="5093439" y="2609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t2095"/>
            <p:cNvSpPr/>
            <p:nvPr/>
          </p:nvSpPr>
          <p:spPr>
            <a:xfrm>
              <a:off x="5246589" y="2172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t2096"/>
            <p:cNvSpPr/>
            <p:nvPr/>
          </p:nvSpPr>
          <p:spPr>
            <a:xfrm>
              <a:off x="5212295" y="2074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t2097"/>
            <p:cNvSpPr/>
            <p:nvPr/>
          </p:nvSpPr>
          <p:spPr>
            <a:xfrm>
              <a:off x="5575201" y="2020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t2098"/>
            <p:cNvSpPr/>
            <p:nvPr/>
          </p:nvSpPr>
          <p:spPr>
            <a:xfrm>
              <a:off x="5653577" y="1656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t2099"/>
            <p:cNvSpPr/>
            <p:nvPr/>
          </p:nvSpPr>
          <p:spPr>
            <a:xfrm>
              <a:off x="5690629" y="1936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t2100"/>
            <p:cNvSpPr/>
            <p:nvPr/>
          </p:nvSpPr>
          <p:spPr>
            <a:xfrm>
              <a:off x="5780371" y="1795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t2101"/>
            <p:cNvSpPr/>
            <p:nvPr/>
          </p:nvSpPr>
          <p:spPr>
            <a:xfrm>
              <a:off x="5506228" y="2040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t2102"/>
            <p:cNvSpPr/>
            <p:nvPr/>
          </p:nvSpPr>
          <p:spPr>
            <a:xfrm>
              <a:off x="5618670" y="2003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t2103"/>
            <p:cNvSpPr/>
            <p:nvPr/>
          </p:nvSpPr>
          <p:spPr>
            <a:xfrm>
              <a:off x="5581253" y="1984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t2104"/>
            <p:cNvSpPr/>
            <p:nvPr/>
          </p:nvSpPr>
          <p:spPr>
            <a:xfrm>
              <a:off x="5275554" y="2138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t2105"/>
            <p:cNvSpPr/>
            <p:nvPr/>
          </p:nvSpPr>
          <p:spPr>
            <a:xfrm>
              <a:off x="5402194" y="233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t2106"/>
            <p:cNvSpPr/>
            <p:nvPr/>
          </p:nvSpPr>
          <p:spPr>
            <a:xfrm>
              <a:off x="5368650" y="2139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t2107"/>
            <p:cNvSpPr/>
            <p:nvPr/>
          </p:nvSpPr>
          <p:spPr>
            <a:xfrm>
              <a:off x="5248803" y="2159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t2108"/>
            <p:cNvSpPr/>
            <p:nvPr/>
          </p:nvSpPr>
          <p:spPr>
            <a:xfrm>
              <a:off x="5312336" y="2118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t2109"/>
            <p:cNvSpPr/>
            <p:nvPr/>
          </p:nvSpPr>
          <p:spPr>
            <a:xfrm>
              <a:off x="5572947" y="2097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t2110"/>
            <p:cNvSpPr/>
            <p:nvPr/>
          </p:nvSpPr>
          <p:spPr>
            <a:xfrm>
              <a:off x="5194706" y="215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t2111"/>
            <p:cNvSpPr/>
            <p:nvPr/>
          </p:nvSpPr>
          <p:spPr>
            <a:xfrm>
              <a:off x="5163802" y="2276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t2112"/>
            <p:cNvSpPr/>
            <p:nvPr/>
          </p:nvSpPr>
          <p:spPr>
            <a:xfrm>
              <a:off x="5450797" y="1965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t2113"/>
            <p:cNvSpPr/>
            <p:nvPr/>
          </p:nvSpPr>
          <p:spPr>
            <a:xfrm>
              <a:off x="5549844" y="2200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t2114"/>
            <p:cNvSpPr/>
            <p:nvPr/>
          </p:nvSpPr>
          <p:spPr>
            <a:xfrm>
              <a:off x="5514169" y="2124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t2115"/>
            <p:cNvSpPr/>
            <p:nvPr/>
          </p:nvSpPr>
          <p:spPr>
            <a:xfrm>
              <a:off x="5550772" y="2224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t2116"/>
            <p:cNvSpPr/>
            <p:nvPr/>
          </p:nvSpPr>
          <p:spPr>
            <a:xfrm>
              <a:off x="5392787" y="2165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t2117"/>
            <p:cNvSpPr/>
            <p:nvPr/>
          </p:nvSpPr>
          <p:spPr>
            <a:xfrm>
              <a:off x="5418199" y="2190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t2118"/>
            <p:cNvSpPr/>
            <p:nvPr/>
          </p:nvSpPr>
          <p:spPr>
            <a:xfrm>
              <a:off x="5526263" y="2128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t2119"/>
            <p:cNvSpPr/>
            <p:nvPr/>
          </p:nvSpPr>
          <p:spPr>
            <a:xfrm>
              <a:off x="4791581" y="2382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t2120"/>
            <p:cNvSpPr/>
            <p:nvPr/>
          </p:nvSpPr>
          <p:spPr>
            <a:xfrm>
              <a:off x="5694773" y="1940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t2121"/>
            <p:cNvSpPr/>
            <p:nvPr/>
          </p:nvSpPr>
          <p:spPr>
            <a:xfrm>
              <a:off x="5360991" y="2094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t2122"/>
            <p:cNvSpPr/>
            <p:nvPr/>
          </p:nvSpPr>
          <p:spPr>
            <a:xfrm>
              <a:off x="5601041" y="1902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t2123"/>
            <p:cNvSpPr/>
            <p:nvPr/>
          </p:nvSpPr>
          <p:spPr>
            <a:xfrm>
              <a:off x="4756433" y="290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t2124"/>
            <p:cNvSpPr/>
            <p:nvPr/>
          </p:nvSpPr>
          <p:spPr>
            <a:xfrm>
              <a:off x="5110484" y="2608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t2125"/>
            <p:cNvSpPr/>
            <p:nvPr/>
          </p:nvSpPr>
          <p:spPr>
            <a:xfrm>
              <a:off x="5410644" y="2191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t2126"/>
            <p:cNvSpPr/>
            <p:nvPr/>
          </p:nvSpPr>
          <p:spPr>
            <a:xfrm>
              <a:off x="5427014" y="2113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t2127"/>
            <p:cNvSpPr/>
            <p:nvPr/>
          </p:nvSpPr>
          <p:spPr>
            <a:xfrm>
              <a:off x="5189237" y="2150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t2128"/>
            <p:cNvSpPr/>
            <p:nvPr/>
          </p:nvSpPr>
          <p:spPr>
            <a:xfrm>
              <a:off x="5388914" y="2142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t2129"/>
            <p:cNvSpPr/>
            <p:nvPr/>
          </p:nvSpPr>
          <p:spPr>
            <a:xfrm>
              <a:off x="5043504" y="2460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t2130"/>
            <p:cNvSpPr/>
            <p:nvPr/>
          </p:nvSpPr>
          <p:spPr>
            <a:xfrm>
              <a:off x="5276854" y="2168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t2131"/>
            <p:cNvSpPr/>
            <p:nvPr/>
          </p:nvSpPr>
          <p:spPr>
            <a:xfrm>
              <a:off x="5285810" y="2091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t2132"/>
            <p:cNvSpPr/>
            <p:nvPr/>
          </p:nvSpPr>
          <p:spPr>
            <a:xfrm>
              <a:off x="5397476" y="1965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t2133"/>
            <p:cNvSpPr/>
            <p:nvPr/>
          </p:nvSpPr>
          <p:spPr>
            <a:xfrm>
              <a:off x="5215152" y="2134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t2134"/>
            <p:cNvSpPr/>
            <p:nvPr/>
          </p:nvSpPr>
          <p:spPr>
            <a:xfrm>
              <a:off x="5535261" y="2208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t2135"/>
            <p:cNvSpPr/>
            <p:nvPr/>
          </p:nvSpPr>
          <p:spPr>
            <a:xfrm>
              <a:off x="5683583" y="2223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t2136"/>
            <p:cNvSpPr/>
            <p:nvPr/>
          </p:nvSpPr>
          <p:spPr>
            <a:xfrm>
              <a:off x="5170178" y="2359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t2137"/>
            <p:cNvSpPr/>
            <p:nvPr/>
          </p:nvSpPr>
          <p:spPr>
            <a:xfrm>
              <a:off x="4866138" y="2892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t2138"/>
            <p:cNvSpPr/>
            <p:nvPr/>
          </p:nvSpPr>
          <p:spPr>
            <a:xfrm>
              <a:off x="5772668" y="2143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t2139"/>
            <p:cNvSpPr/>
            <p:nvPr/>
          </p:nvSpPr>
          <p:spPr>
            <a:xfrm>
              <a:off x="5502797" y="2230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t2140"/>
            <p:cNvSpPr/>
            <p:nvPr/>
          </p:nvSpPr>
          <p:spPr>
            <a:xfrm>
              <a:off x="5228063" y="2017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t2141"/>
            <p:cNvSpPr/>
            <p:nvPr/>
          </p:nvSpPr>
          <p:spPr>
            <a:xfrm>
              <a:off x="5548007" y="2265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t2142"/>
            <p:cNvSpPr/>
            <p:nvPr/>
          </p:nvSpPr>
          <p:spPr>
            <a:xfrm>
              <a:off x="5596089" y="1980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t2143"/>
            <p:cNvSpPr/>
            <p:nvPr/>
          </p:nvSpPr>
          <p:spPr>
            <a:xfrm>
              <a:off x="5329377" y="2163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t2144"/>
            <p:cNvSpPr/>
            <p:nvPr/>
          </p:nvSpPr>
          <p:spPr>
            <a:xfrm>
              <a:off x="5114069" y="2497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t2145"/>
            <p:cNvSpPr/>
            <p:nvPr/>
          </p:nvSpPr>
          <p:spPr>
            <a:xfrm>
              <a:off x="5088889" y="1936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t2146"/>
            <p:cNvSpPr/>
            <p:nvPr/>
          </p:nvSpPr>
          <p:spPr>
            <a:xfrm>
              <a:off x="5231783" y="2053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t2147"/>
            <p:cNvSpPr/>
            <p:nvPr/>
          </p:nvSpPr>
          <p:spPr>
            <a:xfrm>
              <a:off x="5186238" y="227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t2148"/>
            <p:cNvSpPr/>
            <p:nvPr/>
          </p:nvSpPr>
          <p:spPr>
            <a:xfrm>
              <a:off x="5546865" y="2230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t2149"/>
            <p:cNvSpPr/>
            <p:nvPr/>
          </p:nvSpPr>
          <p:spPr>
            <a:xfrm>
              <a:off x="5729483" y="1836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t2150"/>
            <p:cNvSpPr/>
            <p:nvPr/>
          </p:nvSpPr>
          <p:spPr>
            <a:xfrm>
              <a:off x="5395822" y="2166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t2151"/>
            <p:cNvSpPr/>
            <p:nvPr/>
          </p:nvSpPr>
          <p:spPr>
            <a:xfrm>
              <a:off x="5592216" y="2134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t2152"/>
            <p:cNvSpPr/>
            <p:nvPr/>
          </p:nvSpPr>
          <p:spPr>
            <a:xfrm>
              <a:off x="5337903" y="2246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t2153"/>
            <p:cNvSpPr/>
            <p:nvPr/>
          </p:nvSpPr>
          <p:spPr>
            <a:xfrm>
              <a:off x="5283562" y="2114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t2154"/>
            <p:cNvSpPr/>
            <p:nvPr/>
          </p:nvSpPr>
          <p:spPr>
            <a:xfrm>
              <a:off x="5385097" y="2185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t2155"/>
            <p:cNvSpPr/>
            <p:nvPr/>
          </p:nvSpPr>
          <p:spPr>
            <a:xfrm>
              <a:off x="5598237" y="2025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t2156"/>
            <p:cNvSpPr/>
            <p:nvPr/>
          </p:nvSpPr>
          <p:spPr>
            <a:xfrm>
              <a:off x="5188065" y="2244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t2157"/>
            <p:cNvSpPr/>
            <p:nvPr/>
          </p:nvSpPr>
          <p:spPr>
            <a:xfrm>
              <a:off x="5277643" y="1983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t2158"/>
            <p:cNvSpPr/>
            <p:nvPr/>
          </p:nvSpPr>
          <p:spPr>
            <a:xfrm>
              <a:off x="5312991" y="2180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t2159"/>
            <p:cNvSpPr/>
            <p:nvPr/>
          </p:nvSpPr>
          <p:spPr>
            <a:xfrm>
              <a:off x="5665015" y="1622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t2160"/>
            <p:cNvSpPr/>
            <p:nvPr/>
          </p:nvSpPr>
          <p:spPr>
            <a:xfrm>
              <a:off x="5663833" y="1719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t2161"/>
            <p:cNvSpPr/>
            <p:nvPr/>
          </p:nvSpPr>
          <p:spPr>
            <a:xfrm>
              <a:off x="5002290" y="2194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t2162"/>
            <p:cNvSpPr/>
            <p:nvPr/>
          </p:nvSpPr>
          <p:spPr>
            <a:xfrm>
              <a:off x="5123349" y="2725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t2163"/>
            <p:cNvSpPr/>
            <p:nvPr/>
          </p:nvSpPr>
          <p:spPr>
            <a:xfrm>
              <a:off x="5425355" y="2230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t2164"/>
            <p:cNvSpPr/>
            <p:nvPr/>
          </p:nvSpPr>
          <p:spPr>
            <a:xfrm>
              <a:off x="5354599" y="2258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t2165"/>
            <p:cNvSpPr/>
            <p:nvPr/>
          </p:nvSpPr>
          <p:spPr>
            <a:xfrm>
              <a:off x="5108380" y="2475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t2166"/>
            <p:cNvSpPr/>
            <p:nvPr/>
          </p:nvSpPr>
          <p:spPr>
            <a:xfrm>
              <a:off x="5224657" y="1874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t2167"/>
            <p:cNvSpPr/>
            <p:nvPr/>
          </p:nvSpPr>
          <p:spPr>
            <a:xfrm>
              <a:off x="5448094" y="2068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t2168"/>
            <p:cNvSpPr/>
            <p:nvPr/>
          </p:nvSpPr>
          <p:spPr>
            <a:xfrm>
              <a:off x="5497571" y="2214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t2169"/>
            <p:cNvSpPr/>
            <p:nvPr/>
          </p:nvSpPr>
          <p:spPr>
            <a:xfrm>
              <a:off x="4670870" y="273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t2170"/>
            <p:cNvSpPr/>
            <p:nvPr/>
          </p:nvSpPr>
          <p:spPr>
            <a:xfrm>
              <a:off x="5274039" y="2084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t2171"/>
            <p:cNvSpPr/>
            <p:nvPr/>
          </p:nvSpPr>
          <p:spPr>
            <a:xfrm>
              <a:off x="5629720" y="1990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t2172"/>
            <p:cNvSpPr/>
            <p:nvPr/>
          </p:nvSpPr>
          <p:spPr>
            <a:xfrm>
              <a:off x="5404207" y="2263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t2173"/>
            <p:cNvSpPr/>
            <p:nvPr/>
          </p:nvSpPr>
          <p:spPr>
            <a:xfrm>
              <a:off x="5186454" y="1863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t2174"/>
            <p:cNvSpPr/>
            <p:nvPr/>
          </p:nvSpPr>
          <p:spPr>
            <a:xfrm>
              <a:off x="4877860" y="2918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t2175"/>
            <p:cNvSpPr/>
            <p:nvPr/>
          </p:nvSpPr>
          <p:spPr>
            <a:xfrm>
              <a:off x="5476318" y="2208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t2176"/>
            <p:cNvSpPr/>
            <p:nvPr/>
          </p:nvSpPr>
          <p:spPr>
            <a:xfrm>
              <a:off x="5354282" y="2289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t2177"/>
            <p:cNvSpPr/>
            <p:nvPr/>
          </p:nvSpPr>
          <p:spPr>
            <a:xfrm>
              <a:off x="5319032" y="2145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t2178"/>
            <p:cNvSpPr/>
            <p:nvPr/>
          </p:nvSpPr>
          <p:spPr>
            <a:xfrm>
              <a:off x="5652083" y="1912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t2179"/>
            <p:cNvSpPr/>
            <p:nvPr/>
          </p:nvSpPr>
          <p:spPr>
            <a:xfrm>
              <a:off x="5418517" y="2150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t2180"/>
            <p:cNvSpPr/>
            <p:nvPr/>
          </p:nvSpPr>
          <p:spPr>
            <a:xfrm>
              <a:off x="5701078" y="2046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t2181"/>
            <p:cNvSpPr/>
            <p:nvPr/>
          </p:nvSpPr>
          <p:spPr>
            <a:xfrm>
              <a:off x="5334903" y="2243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t2182"/>
            <p:cNvSpPr/>
            <p:nvPr/>
          </p:nvSpPr>
          <p:spPr>
            <a:xfrm>
              <a:off x="5179995" y="2255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t2183"/>
            <p:cNvSpPr/>
            <p:nvPr/>
          </p:nvSpPr>
          <p:spPr>
            <a:xfrm>
              <a:off x="5474381" y="2108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t2184"/>
            <p:cNvSpPr/>
            <p:nvPr/>
          </p:nvSpPr>
          <p:spPr>
            <a:xfrm>
              <a:off x="5422613" y="2185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t2185"/>
            <p:cNvSpPr/>
            <p:nvPr/>
          </p:nvSpPr>
          <p:spPr>
            <a:xfrm>
              <a:off x="5272557" y="2223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t2186"/>
            <p:cNvSpPr/>
            <p:nvPr/>
          </p:nvSpPr>
          <p:spPr>
            <a:xfrm>
              <a:off x="5321210" y="2243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t2187"/>
            <p:cNvSpPr/>
            <p:nvPr/>
          </p:nvSpPr>
          <p:spPr>
            <a:xfrm>
              <a:off x="4943305" y="2524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t2188"/>
            <p:cNvSpPr/>
            <p:nvPr/>
          </p:nvSpPr>
          <p:spPr>
            <a:xfrm>
              <a:off x="5166836" y="2308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t2189"/>
            <p:cNvSpPr/>
            <p:nvPr/>
          </p:nvSpPr>
          <p:spPr>
            <a:xfrm>
              <a:off x="5209674" y="2241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t2190"/>
            <p:cNvSpPr/>
            <p:nvPr/>
          </p:nvSpPr>
          <p:spPr>
            <a:xfrm>
              <a:off x="5082735" y="181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t2191"/>
            <p:cNvSpPr/>
            <p:nvPr/>
          </p:nvSpPr>
          <p:spPr>
            <a:xfrm>
              <a:off x="5393364" y="2218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t2192"/>
            <p:cNvSpPr/>
            <p:nvPr/>
          </p:nvSpPr>
          <p:spPr>
            <a:xfrm>
              <a:off x="5108953" y="255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t2193"/>
            <p:cNvSpPr/>
            <p:nvPr/>
          </p:nvSpPr>
          <p:spPr>
            <a:xfrm>
              <a:off x="5448349" y="1996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t2194"/>
            <p:cNvSpPr/>
            <p:nvPr/>
          </p:nvSpPr>
          <p:spPr>
            <a:xfrm>
              <a:off x="5085587" y="2120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t2195"/>
            <p:cNvSpPr/>
            <p:nvPr/>
          </p:nvSpPr>
          <p:spPr>
            <a:xfrm>
              <a:off x="5380104" y="2152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t2196"/>
            <p:cNvSpPr/>
            <p:nvPr/>
          </p:nvSpPr>
          <p:spPr>
            <a:xfrm>
              <a:off x="5568868" y="2257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t2197"/>
            <p:cNvSpPr/>
            <p:nvPr/>
          </p:nvSpPr>
          <p:spPr>
            <a:xfrm>
              <a:off x="5214753" y="2089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t2198"/>
            <p:cNvSpPr/>
            <p:nvPr/>
          </p:nvSpPr>
          <p:spPr>
            <a:xfrm>
              <a:off x="5411381" y="2188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t2199"/>
            <p:cNvSpPr/>
            <p:nvPr/>
          </p:nvSpPr>
          <p:spPr>
            <a:xfrm>
              <a:off x="5357349" y="2242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t2200"/>
            <p:cNvSpPr/>
            <p:nvPr/>
          </p:nvSpPr>
          <p:spPr>
            <a:xfrm>
              <a:off x="5369816" y="2039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t2201"/>
            <p:cNvSpPr/>
            <p:nvPr/>
          </p:nvSpPr>
          <p:spPr>
            <a:xfrm>
              <a:off x="5055229" y="2652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t2202"/>
            <p:cNvSpPr/>
            <p:nvPr/>
          </p:nvSpPr>
          <p:spPr>
            <a:xfrm>
              <a:off x="5793710" y="1893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t2203"/>
            <p:cNvSpPr/>
            <p:nvPr/>
          </p:nvSpPr>
          <p:spPr>
            <a:xfrm>
              <a:off x="5764889" y="2021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t2204"/>
            <p:cNvSpPr/>
            <p:nvPr/>
          </p:nvSpPr>
          <p:spPr>
            <a:xfrm>
              <a:off x="5285994" y="2154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t2205"/>
            <p:cNvSpPr/>
            <p:nvPr/>
          </p:nvSpPr>
          <p:spPr>
            <a:xfrm>
              <a:off x="5725507" y="2051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t2206"/>
            <p:cNvSpPr/>
            <p:nvPr/>
          </p:nvSpPr>
          <p:spPr>
            <a:xfrm>
              <a:off x="5532529" y="2204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t2207"/>
            <p:cNvSpPr/>
            <p:nvPr/>
          </p:nvSpPr>
          <p:spPr>
            <a:xfrm>
              <a:off x="5815652" y="1950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t2208"/>
            <p:cNvSpPr/>
            <p:nvPr/>
          </p:nvSpPr>
          <p:spPr>
            <a:xfrm>
              <a:off x="5449187" y="1941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t2209"/>
            <p:cNvSpPr/>
            <p:nvPr/>
          </p:nvSpPr>
          <p:spPr>
            <a:xfrm>
              <a:off x="5146125" y="2734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t2210"/>
            <p:cNvSpPr/>
            <p:nvPr/>
          </p:nvSpPr>
          <p:spPr>
            <a:xfrm>
              <a:off x="5541480" y="2104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t2211"/>
            <p:cNvSpPr/>
            <p:nvPr/>
          </p:nvSpPr>
          <p:spPr>
            <a:xfrm>
              <a:off x="5682997" y="1991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t2212"/>
            <p:cNvSpPr/>
            <p:nvPr/>
          </p:nvSpPr>
          <p:spPr>
            <a:xfrm>
              <a:off x="5371825" y="1935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t2213"/>
            <p:cNvSpPr/>
            <p:nvPr/>
          </p:nvSpPr>
          <p:spPr>
            <a:xfrm>
              <a:off x="5005553" y="228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t2214"/>
            <p:cNvSpPr/>
            <p:nvPr/>
          </p:nvSpPr>
          <p:spPr>
            <a:xfrm>
              <a:off x="5632349" y="2037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t2215"/>
            <p:cNvSpPr/>
            <p:nvPr/>
          </p:nvSpPr>
          <p:spPr>
            <a:xfrm>
              <a:off x="5035995" y="2436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t2216"/>
            <p:cNvSpPr/>
            <p:nvPr/>
          </p:nvSpPr>
          <p:spPr>
            <a:xfrm>
              <a:off x="5504682" y="208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t2217"/>
            <p:cNvSpPr/>
            <p:nvPr/>
          </p:nvSpPr>
          <p:spPr>
            <a:xfrm>
              <a:off x="5128070" y="2665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t2218"/>
            <p:cNvSpPr/>
            <p:nvPr/>
          </p:nvSpPr>
          <p:spPr>
            <a:xfrm>
              <a:off x="5310098" y="1999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t2219"/>
            <p:cNvSpPr/>
            <p:nvPr/>
          </p:nvSpPr>
          <p:spPr>
            <a:xfrm>
              <a:off x="5266283" y="1985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t2220"/>
            <p:cNvSpPr/>
            <p:nvPr/>
          </p:nvSpPr>
          <p:spPr>
            <a:xfrm>
              <a:off x="5371920" y="2107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t2221"/>
            <p:cNvSpPr/>
            <p:nvPr/>
          </p:nvSpPr>
          <p:spPr>
            <a:xfrm>
              <a:off x="5295318" y="2076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t2222"/>
            <p:cNvSpPr/>
            <p:nvPr/>
          </p:nvSpPr>
          <p:spPr>
            <a:xfrm>
              <a:off x="5284349" y="213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t2223"/>
            <p:cNvSpPr/>
            <p:nvPr/>
          </p:nvSpPr>
          <p:spPr>
            <a:xfrm>
              <a:off x="5585955" y="1925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t2224"/>
            <p:cNvSpPr/>
            <p:nvPr/>
          </p:nvSpPr>
          <p:spPr>
            <a:xfrm>
              <a:off x="5422416" y="2211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t2225"/>
            <p:cNvSpPr/>
            <p:nvPr/>
          </p:nvSpPr>
          <p:spPr>
            <a:xfrm>
              <a:off x="5215269" y="209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t2226"/>
            <p:cNvSpPr/>
            <p:nvPr/>
          </p:nvSpPr>
          <p:spPr>
            <a:xfrm>
              <a:off x="4981123" y="2535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t2227"/>
            <p:cNvSpPr/>
            <p:nvPr/>
          </p:nvSpPr>
          <p:spPr>
            <a:xfrm>
              <a:off x="5100948" y="2641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t2228"/>
            <p:cNvSpPr/>
            <p:nvPr/>
          </p:nvSpPr>
          <p:spPr>
            <a:xfrm>
              <a:off x="5251616" y="2186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t2229"/>
            <p:cNvSpPr/>
            <p:nvPr/>
          </p:nvSpPr>
          <p:spPr>
            <a:xfrm>
              <a:off x="5696299" y="2079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t2230"/>
            <p:cNvSpPr/>
            <p:nvPr/>
          </p:nvSpPr>
          <p:spPr>
            <a:xfrm>
              <a:off x="5573142" y="1954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t2231"/>
            <p:cNvSpPr/>
            <p:nvPr/>
          </p:nvSpPr>
          <p:spPr>
            <a:xfrm>
              <a:off x="5435267" y="2081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t2232"/>
            <p:cNvSpPr/>
            <p:nvPr/>
          </p:nvSpPr>
          <p:spPr>
            <a:xfrm>
              <a:off x="5200499" y="2001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t2233"/>
            <p:cNvSpPr/>
            <p:nvPr/>
          </p:nvSpPr>
          <p:spPr>
            <a:xfrm>
              <a:off x="5398906" y="2270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t2234"/>
            <p:cNvSpPr/>
            <p:nvPr/>
          </p:nvSpPr>
          <p:spPr>
            <a:xfrm>
              <a:off x="5282424" y="1975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t2235"/>
            <p:cNvSpPr/>
            <p:nvPr/>
          </p:nvSpPr>
          <p:spPr>
            <a:xfrm>
              <a:off x="5575927" y="1987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t2236"/>
            <p:cNvSpPr/>
            <p:nvPr/>
          </p:nvSpPr>
          <p:spPr>
            <a:xfrm>
              <a:off x="5082424" y="1906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t2237"/>
            <p:cNvSpPr/>
            <p:nvPr/>
          </p:nvSpPr>
          <p:spPr>
            <a:xfrm>
              <a:off x="5405461" y="2270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t2238"/>
            <p:cNvSpPr/>
            <p:nvPr/>
          </p:nvSpPr>
          <p:spPr>
            <a:xfrm>
              <a:off x="5443727" y="1901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t2239"/>
            <p:cNvSpPr/>
            <p:nvPr/>
          </p:nvSpPr>
          <p:spPr>
            <a:xfrm>
              <a:off x="5383423" y="2162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t2240"/>
            <p:cNvSpPr/>
            <p:nvPr/>
          </p:nvSpPr>
          <p:spPr>
            <a:xfrm>
              <a:off x="5233555" y="219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t2241"/>
            <p:cNvSpPr/>
            <p:nvPr/>
          </p:nvSpPr>
          <p:spPr>
            <a:xfrm>
              <a:off x="5515571" y="2330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t2242"/>
            <p:cNvSpPr/>
            <p:nvPr/>
          </p:nvSpPr>
          <p:spPr>
            <a:xfrm>
              <a:off x="5259767" y="2210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t2243"/>
            <p:cNvSpPr/>
            <p:nvPr/>
          </p:nvSpPr>
          <p:spPr>
            <a:xfrm>
              <a:off x="5568778" y="2148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t2244"/>
            <p:cNvSpPr/>
            <p:nvPr/>
          </p:nvSpPr>
          <p:spPr>
            <a:xfrm>
              <a:off x="5095826" y="2664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t2245"/>
            <p:cNvSpPr/>
            <p:nvPr/>
          </p:nvSpPr>
          <p:spPr>
            <a:xfrm>
              <a:off x="5717273" y="1989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t2246"/>
            <p:cNvSpPr/>
            <p:nvPr/>
          </p:nvSpPr>
          <p:spPr>
            <a:xfrm>
              <a:off x="5308793" y="2199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t2247"/>
            <p:cNvSpPr/>
            <p:nvPr/>
          </p:nvSpPr>
          <p:spPr>
            <a:xfrm>
              <a:off x="5399572" y="223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t2248"/>
            <p:cNvSpPr/>
            <p:nvPr/>
          </p:nvSpPr>
          <p:spPr>
            <a:xfrm>
              <a:off x="5517605" y="228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t2249"/>
            <p:cNvSpPr/>
            <p:nvPr/>
          </p:nvSpPr>
          <p:spPr>
            <a:xfrm>
              <a:off x="5611573" y="2072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t2250"/>
            <p:cNvSpPr/>
            <p:nvPr/>
          </p:nvSpPr>
          <p:spPr>
            <a:xfrm>
              <a:off x="5053458" y="2484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t2251"/>
            <p:cNvSpPr/>
            <p:nvPr/>
          </p:nvSpPr>
          <p:spPr>
            <a:xfrm>
              <a:off x="5396994" y="2219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t2252"/>
            <p:cNvSpPr/>
            <p:nvPr/>
          </p:nvSpPr>
          <p:spPr>
            <a:xfrm>
              <a:off x="5638692" y="2118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t2253"/>
            <p:cNvSpPr/>
            <p:nvPr/>
          </p:nvSpPr>
          <p:spPr>
            <a:xfrm>
              <a:off x="5778136" y="1647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t2254"/>
            <p:cNvSpPr/>
            <p:nvPr/>
          </p:nvSpPr>
          <p:spPr>
            <a:xfrm>
              <a:off x="5452768" y="1887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t2255"/>
            <p:cNvSpPr/>
            <p:nvPr/>
          </p:nvSpPr>
          <p:spPr>
            <a:xfrm>
              <a:off x="5425037" y="2142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t2256"/>
            <p:cNvSpPr/>
            <p:nvPr/>
          </p:nvSpPr>
          <p:spPr>
            <a:xfrm>
              <a:off x="4970013" y="2407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t2257"/>
            <p:cNvSpPr/>
            <p:nvPr/>
          </p:nvSpPr>
          <p:spPr>
            <a:xfrm>
              <a:off x="5804165" y="1818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t2258"/>
            <p:cNvSpPr/>
            <p:nvPr/>
          </p:nvSpPr>
          <p:spPr>
            <a:xfrm>
              <a:off x="5381877" y="2268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t2259"/>
            <p:cNvSpPr/>
            <p:nvPr/>
          </p:nvSpPr>
          <p:spPr>
            <a:xfrm>
              <a:off x="5901911" y="1445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t2260"/>
            <p:cNvSpPr/>
            <p:nvPr/>
          </p:nvSpPr>
          <p:spPr>
            <a:xfrm>
              <a:off x="5647478" y="1960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t2261"/>
            <p:cNvSpPr/>
            <p:nvPr/>
          </p:nvSpPr>
          <p:spPr>
            <a:xfrm>
              <a:off x="5421834" y="2189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t2262"/>
            <p:cNvSpPr/>
            <p:nvPr/>
          </p:nvSpPr>
          <p:spPr>
            <a:xfrm>
              <a:off x="5319540" y="2137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t2263"/>
            <p:cNvSpPr/>
            <p:nvPr/>
          </p:nvSpPr>
          <p:spPr>
            <a:xfrm>
              <a:off x="5489249" y="2268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t2264"/>
            <p:cNvSpPr/>
            <p:nvPr/>
          </p:nvSpPr>
          <p:spPr>
            <a:xfrm>
              <a:off x="5477648" y="2185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t2265"/>
            <p:cNvSpPr/>
            <p:nvPr/>
          </p:nvSpPr>
          <p:spPr>
            <a:xfrm>
              <a:off x="5408846" y="2301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t2266"/>
            <p:cNvSpPr/>
            <p:nvPr/>
          </p:nvSpPr>
          <p:spPr>
            <a:xfrm>
              <a:off x="5626149" y="1927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t2267"/>
            <p:cNvSpPr/>
            <p:nvPr/>
          </p:nvSpPr>
          <p:spPr>
            <a:xfrm>
              <a:off x="5554490" y="2206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t2268"/>
            <p:cNvSpPr/>
            <p:nvPr/>
          </p:nvSpPr>
          <p:spPr>
            <a:xfrm>
              <a:off x="5447767" y="2022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t2269"/>
            <p:cNvSpPr/>
            <p:nvPr/>
          </p:nvSpPr>
          <p:spPr>
            <a:xfrm>
              <a:off x="5773852" y="2021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t2270"/>
            <p:cNvSpPr/>
            <p:nvPr/>
          </p:nvSpPr>
          <p:spPr>
            <a:xfrm>
              <a:off x="5454014" y="1947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t2271"/>
            <p:cNvSpPr/>
            <p:nvPr/>
          </p:nvSpPr>
          <p:spPr>
            <a:xfrm>
              <a:off x="5361698" y="2056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t2272"/>
            <p:cNvSpPr/>
            <p:nvPr/>
          </p:nvSpPr>
          <p:spPr>
            <a:xfrm>
              <a:off x="5614743" y="2068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t2273"/>
            <p:cNvSpPr/>
            <p:nvPr/>
          </p:nvSpPr>
          <p:spPr>
            <a:xfrm>
              <a:off x="5232192" y="2110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t2274"/>
            <p:cNvSpPr/>
            <p:nvPr/>
          </p:nvSpPr>
          <p:spPr>
            <a:xfrm>
              <a:off x="5460002" y="2092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t2275"/>
            <p:cNvSpPr/>
            <p:nvPr/>
          </p:nvSpPr>
          <p:spPr>
            <a:xfrm>
              <a:off x="5070327" y="2396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t2276"/>
            <p:cNvSpPr/>
            <p:nvPr/>
          </p:nvSpPr>
          <p:spPr>
            <a:xfrm>
              <a:off x="5083813" y="1663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t2277"/>
            <p:cNvSpPr/>
            <p:nvPr/>
          </p:nvSpPr>
          <p:spPr>
            <a:xfrm>
              <a:off x="5253065" y="2124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t2278"/>
            <p:cNvSpPr/>
            <p:nvPr/>
          </p:nvSpPr>
          <p:spPr>
            <a:xfrm>
              <a:off x="5413016" y="2203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t2279"/>
            <p:cNvSpPr/>
            <p:nvPr/>
          </p:nvSpPr>
          <p:spPr>
            <a:xfrm>
              <a:off x="5593164" y="2101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t2280"/>
            <p:cNvSpPr/>
            <p:nvPr/>
          </p:nvSpPr>
          <p:spPr>
            <a:xfrm>
              <a:off x="5462159" y="1948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t2281"/>
            <p:cNvSpPr/>
            <p:nvPr/>
          </p:nvSpPr>
          <p:spPr>
            <a:xfrm>
              <a:off x="5373977" y="2088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t2282"/>
            <p:cNvSpPr/>
            <p:nvPr/>
          </p:nvSpPr>
          <p:spPr>
            <a:xfrm>
              <a:off x="5675629" y="1900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t2283"/>
            <p:cNvSpPr/>
            <p:nvPr/>
          </p:nvSpPr>
          <p:spPr>
            <a:xfrm>
              <a:off x="5444891" y="1890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t2284"/>
            <p:cNvSpPr/>
            <p:nvPr/>
          </p:nvSpPr>
          <p:spPr>
            <a:xfrm>
              <a:off x="5097093" y="2548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t2285"/>
            <p:cNvSpPr/>
            <p:nvPr/>
          </p:nvSpPr>
          <p:spPr>
            <a:xfrm>
              <a:off x="5451104" y="1902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t2286"/>
            <p:cNvSpPr/>
            <p:nvPr/>
          </p:nvSpPr>
          <p:spPr>
            <a:xfrm>
              <a:off x="5407063" y="2296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t2287"/>
            <p:cNvSpPr/>
            <p:nvPr/>
          </p:nvSpPr>
          <p:spPr>
            <a:xfrm>
              <a:off x="5209366" y="2204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t2288"/>
            <p:cNvSpPr/>
            <p:nvPr/>
          </p:nvSpPr>
          <p:spPr>
            <a:xfrm>
              <a:off x="5317870" y="2212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t2289"/>
            <p:cNvSpPr/>
            <p:nvPr/>
          </p:nvSpPr>
          <p:spPr>
            <a:xfrm>
              <a:off x="5370250" y="2098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t2290"/>
            <p:cNvSpPr/>
            <p:nvPr/>
          </p:nvSpPr>
          <p:spPr>
            <a:xfrm>
              <a:off x="5228340" y="2046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t2291"/>
            <p:cNvSpPr/>
            <p:nvPr/>
          </p:nvSpPr>
          <p:spPr>
            <a:xfrm>
              <a:off x="5539997" y="2053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t2292"/>
            <p:cNvSpPr/>
            <p:nvPr/>
          </p:nvSpPr>
          <p:spPr>
            <a:xfrm>
              <a:off x="5436182" y="2079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t2293"/>
            <p:cNvSpPr/>
            <p:nvPr/>
          </p:nvSpPr>
          <p:spPr>
            <a:xfrm>
              <a:off x="5932515" y="184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t2294"/>
            <p:cNvSpPr/>
            <p:nvPr/>
          </p:nvSpPr>
          <p:spPr>
            <a:xfrm>
              <a:off x="5748612" y="1998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t2295"/>
            <p:cNvSpPr/>
            <p:nvPr/>
          </p:nvSpPr>
          <p:spPr>
            <a:xfrm>
              <a:off x="5469461" y="2141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t2296"/>
            <p:cNvSpPr/>
            <p:nvPr/>
          </p:nvSpPr>
          <p:spPr>
            <a:xfrm>
              <a:off x="5617323" y="208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t2297"/>
            <p:cNvSpPr/>
            <p:nvPr/>
          </p:nvSpPr>
          <p:spPr>
            <a:xfrm>
              <a:off x="5217408" y="2070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t2298"/>
            <p:cNvSpPr/>
            <p:nvPr/>
          </p:nvSpPr>
          <p:spPr>
            <a:xfrm>
              <a:off x="5119337" y="2538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t2299"/>
            <p:cNvSpPr/>
            <p:nvPr/>
          </p:nvSpPr>
          <p:spPr>
            <a:xfrm>
              <a:off x="5638049" y="2131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t2300"/>
            <p:cNvSpPr/>
            <p:nvPr/>
          </p:nvSpPr>
          <p:spPr>
            <a:xfrm>
              <a:off x="5458032" y="2058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t2301"/>
            <p:cNvSpPr/>
            <p:nvPr/>
          </p:nvSpPr>
          <p:spPr>
            <a:xfrm>
              <a:off x="5625346" y="192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t2302"/>
            <p:cNvSpPr/>
            <p:nvPr/>
          </p:nvSpPr>
          <p:spPr>
            <a:xfrm>
              <a:off x="5143023" y="2708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t2303"/>
            <p:cNvSpPr/>
            <p:nvPr/>
          </p:nvSpPr>
          <p:spPr>
            <a:xfrm>
              <a:off x="5548298" y="2155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t2304"/>
            <p:cNvSpPr/>
            <p:nvPr/>
          </p:nvSpPr>
          <p:spPr>
            <a:xfrm>
              <a:off x="5471907" y="2050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t2305"/>
            <p:cNvSpPr/>
            <p:nvPr/>
          </p:nvSpPr>
          <p:spPr>
            <a:xfrm>
              <a:off x="5406635" y="2269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t2306"/>
            <p:cNvSpPr/>
            <p:nvPr/>
          </p:nvSpPr>
          <p:spPr>
            <a:xfrm>
              <a:off x="5442111" y="2029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t2307"/>
            <p:cNvSpPr/>
            <p:nvPr/>
          </p:nvSpPr>
          <p:spPr>
            <a:xfrm>
              <a:off x="5678220" y="1932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t2308"/>
            <p:cNvSpPr/>
            <p:nvPr/>
          </p:nvSpPr>
          <p:spPr>
            <a:xfrm>
              <a:off x="5504947" y="2125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t2309"/>
            <p:cNvSpPr/>
            <p:nvPr/>
          </p:nvSpPr>
          <p:spPr>
            <a:xfrm>
              <a:off x="4885555" y="2632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t2310"/>
            <p:cNvSpPr/>
            <p:nvPr/>
          </p:nvSpPr>
          <p:spPr>
            <a:xfrm>
              <a:off x="5888824" y="1703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t2311"/>
            <p:cNvSpPr/>
            <p:nvPr/>
          </p:nvSpPr>
          <p:spPr>
            <a:xfrm>
              <a:off x="5221068" y="2062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t2312"/>
            <p:cNvSpPr/>
            <p:nvPr/>
          </p:nvSpPr>
          <p:spPr>
            <a:xfrm>
              <a:off x="5588282" y="195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t2313"/>
            <p:cNvSpPr/>
            <p:nvPr/>
          </p:nvSpPr>
          <p:spPr>
            <a:xfrm>
              <a:off x="5619117" y="2120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t2314"/>
            <p:cNvSpPr/>
            <p:nvPr/>
          </p:nvSpPr>
          <p:spPr>
            <a:xfrm>
              <a:off x="5576568" y="1917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t2315"/>
            <p:cNvSpPr/>
            <p:nvPr/>
          </p:nvSpPr>
          <p:spPr>
            <a:xfrm>
              <a:off x="5128498" y="2706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t2316"/>
            <p:cNvSpPr/>
            <p:nvPr/>
          </p:nvSpPr>
          <p:spPr>
            <a:xfrm>
              <a:off x="5607939" y="1999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t2317"/>
            <p:cNvSpPr/>
            <p:nvPr/>
          </p:nvSpPr>
          <p:spPr>
            <a:xfrm>
              <a:off x="5237999" y="2129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t2318"/>
            <p:cNvSpPr/>
            <p:nvPr/>
          </p:nvSpPr>
          <p:spPr>
            <a:xfrm>
              <a:off x="5027797" y="233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t2319"/>
            <p:cNvSpPr/>
            <p:nvPr/>
          </p:nvSpPr>
          <p:spPr>
            <a:xfrm>
              <a:off x="5350538" y="2306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t2320"/>
            <p:cNvSpPr/>
            <p:nvPr/>
          </p:nvSpPr>
          <p:spPr>
            <a:xfrm>
              <a:off x="5442956" y="2084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t2321"/>
            <p:cNvSpPr/>
            <p:nvPr/>
          </p:nvSpPr>
          <p:spPr>
            <a:xfrm>
              <a:off x="5559214" y="2217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t2322"/>
            <p:cNvSpPr/>
            <p:nvPr/>
          </p:nvSpPr>
          <p:spPr>
            <a:xfrm>
              <a:off x="5328040" y="2059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t2323"/>
            <p:cNvSpPr/>
            <p:nvPr/>
          </p:nvSpPr>
          <p:spPr>
            <a:xfrm>
              <a:off x="5126134" y="2627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t2324"/>
            <p:cNvSpPr/>
            <p:nvPr/>
          </p:nvSpPr>
          <p:spPr>
            <a:xfrm>
              <a:off x="5346485" y="2290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t2325"/>
            <p:cNvSpPr/>
            <p:nvPr/>
          </p:nvSpPr>
          <p:spPr>
            <a:xfrm>
              <a:off x="5373587" y="2100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t2326"/>
            <p:cNvSpPr/>
            <p:nvPr/>
          </p:nvSpPr>
          <p:spPr>
            <a:xfrm>
              <a:off x="5569193" y="2119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t2327"/>
            <p:cNvSpPr/>
            <p:nvPr/>
          </p:nvSpPr>
          <p:spPr>
            <a:xfrm>
              <a:off x="5621841" y="2038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t2328"/>
            <p:cNvSpPr/>
            <p:nvPr/>
          </p:nvSpPr>
          <p:spPr>
            <a:xfrm>
              <a:off x="5251977" y="2184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t2329"/>
            <p:cNvSpPr/>
            <p:nvPr/>
          </p:nvSpPr>
          <p:spPr>
            <a:xfrm>
              <a:off x="5575128" y="2036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t2330"/>
            <p:cNvSpPr/>
            <p:nvPr/>
          </p:nvSpPr>
          <p:spPr>
            <a:xfrm>
              <a:off x="5664087" y="1662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t2331"/>
            <p:cNvSpPr/>
            <p:nvPr/>
          </p:nvSpPr>
          <p:spPr>
            <a:xfrm>
              <a:off x="5225323" y="1936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t2332"/>
            <p:cNvSpPr/>
            <p:nvPr/>
          </p:nvSpPr>
          <p:spPr>
            <a:xfrm>
              <a:off x="5312045" y="2164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t2333"/>
            <p:cNvSpPr/>
            <p:nvPr/>
          </p:nvSpPr>
          <p:spPr>
            <a:xfrm>
              <a:off x="5377787" y="2214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t2334"/>
            <p:cNvSpPr/>
            <p:nvPr/>
          </p:nvSpPr>
          <p:spPr>
            <a:xfrm>
              <a:off x="5123726" y="2724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t2335"/>
            <p:cNvSpPr/>
            <p:nvPr/>
          </p:nvSpPr>
          <p:spPr>
            <a:xfrm>
              <a:off x="5377511" y="2189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t2336"/>
            <p:cNvSpPr/>
            <p:nvPr/>
          </p:nvSpPr>
          <p:spPr>
            <a:xfrm>
              <a:off x="5499524" y="2053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t2337"/>
            <p:cNvSpPr/>
            <p:nvPr/>
          </p:nvSpPr>
          <p:spPr>
            <a:xfrm>
              <a:off x="5731593" y="1888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t2338"/>
            <p:cNvSpPr/>
            <p:nvPr/>
          </p:nvSpPr>
          <p:spPr>
            <a:xfrm>
              <a:off x="5458727" y="1967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t2339"/>
            <p:cNvSpPr/>
            <p:nvPr/>
          </p:nvSpPr>
          <p:spPr>
            <a:xfrm>
              <a:off x="5175152" y="2306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t2340"/>
            <p:cNvSpPr/>
            <p:nvPr/>
          </p:nvSpPr>
          <p:spPr>
            <a:xfrm>
              <a:off x="5467350" y="2108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t2341"/>
            <p:cNvSpPr/>
            <p:nvPr/>
          </p:nvSpPr>
          <p:spPr>
            <a:xfrm>
              <a:off x="4866931" y="2845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t2342"/>
            <p:cNvSpPr/>
            <p:nvPr/>
          </p:nvSpPr>
          <p:spPr>
            <a:xfrm>
              <a:off x="5289475" y="2073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t2343"/>
            <p:cNvSpPr/>
            <p:nvPr/>
          </p:nvSpPr>
          <p:spPr>
            <a:xfrm>
              <a:off x="5436803" y="2058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t2344"/>
            <p:cNvSpPr/>
            <p:nvPr/>
          </p:nvSpPr>
          <p:spPr>
            <a:xfrm>
              <a:off x="5487533" y="2246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t2345"/>
            <p:cNvSpPr/>
            <p:nvPr/>
          </p:nvSpPr>
          <p:spPr>
            <a:xfrm>
              <a:off x="5441207" y="2079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t2346"/>
            <p:cNvSpPr/>
            <p:nvPr/>
          </p:nvSpPr>
          <p:spPr>
            <a:xfrm>
              <a:off x="5647169" y="2008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t2347"/>
            <p:cNvSpPr/>
            <p:nvPr/>
          </p:nvSpPr>
          <p:spPr>
            <a:xfrm>
              <a:off x="5424480" y="2176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t2348"/>
            <p:cNvSpPr/>
            <p:nvPr/>
          </p:nvSpPr>
          <p:spPr>
            <a:xfrm>
              <a:off x="5481724" y="2067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t2349"/>
            <p:cNvSpPr/>
            <p:nvPr/>
          </p:nvSpPr>
          <p:spPr>
            <a:xfrm>
              <a:off x="5304423" y="2234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t2350"/>
            <p:cNvSpPr/>
            <p:nvPr/>
          </p:nvSpPr>
          <p:spPr>
            <a:xfrm>
              <a:off x="5680175" y="1906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t2351"/>
            <p:cNvSpPr/>
            <p:nvPr/>
          </p:nvSpPr>
          <p:spPr>
            <a:xfrm>
              <a:off x="5576314" y="2105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t2352"/>
            <p:cNvSpPr/>
            <p:nvPr/>
          </p:nvSpPr>
          <p:spPr>
            <a:xfrm>
              <a:off x="5401626" y="2297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t2353"/>
            <p:cNvSpPr/>
            <p:nvPr/>
          </p:nvSpPr>
          <p:spPr>
            <a:xfrm>
              <a:off x="5148347" y="2329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t2354"/>
            <p:cNvSpPr/>
            <p:nvPr/>
          </p:nvSpPr>
          <p:spPr>
            <a:xfrm>
              <a:off x="5583787" y="2005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t2355"/>
            <p:cNvSpPr/>
            <p:nvPr/>
          </p:nvSpPr>
          <p:spPr>
            <a:xfrm>
              <a:off x="5721280" y="1775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t2356"/>
            <p:cNvSpPr/>
            <p:nvPr/>
          </p:nvSpPr>
          <p:spPr>
            <a:xfrm>
              <a:off x="5497655" y="2231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t2357"/>
            <p:cNvSpPr/>
            <p:nvPr/>
          </p:nvSpPr>
          <p:spPr>
            <a:xfrm>
              <a:off x="5750095" y="1745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t2358"/>
            <p:cNvSpPr/>
            <p:nvPr/>
          </p:nvSpPr>
          <p:spPr>
            <a:xfrm>
              <a:off x="5308585" y="2039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t2359"/>
            <p:cNvSpPr/>
            <p:nvPr/>
          </p:nvSpPr>
          <p:spPr>
            <a:xfrm>
              <a:off x="5599675" y="200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t2360"/>
            <p:cNvSpPr/>
            <p:nvPr/>
          </p:nvSpPr>
          <p:spPr>
            <a:xfrm>
              <a:off x="5375004" y="2105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t2361"/>
            <p:cNvSpPr/>
            <p:nvPr/>
          </p:nvSpPr>
          <p:spPr>
            <a:xfrm>
              <a:off x="5464491" y="2113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t2362"/>
            <p:cNvSpPr/>
            <p:nvPr/>
          </p:nvSpPr>
          <p:spPr>
            <a:xfrm>
              <a:off x="5238599" y="2098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t2363"/>
            <p:cNvSpPr/>
            <p:nvPr/>
          </p:nvSpPr>
          <p:spPr>
            <a:xfrm>
              <a:off x="5685712" y="2117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t2364"/>
            <p:cNvSpPr/>
            <p:nvPr/>
          </p:nvSpPr>
          <p:spPr>
            <a:xfrm>
              <a:off x="5602736" y="1990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t2365"/>
            <p:cNvSpPr/>
            <p:nvPr/>
          </p:nvSpPr>
          <p:spPr>
            <a:xfrm>
              <a:off x="5073201" y="2324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t2366"/>
            <p:cNvSpPr/>
            <p:nvPr/>
          </p:nvSpPr>
          <p:spPr>
            <a:xfrm>
              <a:off x="4924554" y="1910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t2367"/>
            <p:cNvSpPr/>
            <p:nvPr/>
          </p:nvSpPr>
          <p:spPr>
            <a:xfrm>
              <a:off x="5085655" y="2167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t2368"/>
            <p:cNvSpPr/>
            <p:nvPr/>
          </p:nvSpPr>
          <p:spPr>
            <a:xfrm>
              <a:off x="5757096" y="1861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t2369"/>
            <p:cNvSpPr/>
            <p:nvPr/>
          </p:nvSpPr>
          <p:spPr>
            <a:xfrm>
              <a:off x="5524826" y="2051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t2370"/>
            <p:cNvSpPr/>
            <p:nvPr/>
          </p:nvSpPr>
          <p:spPr>
            <a:xfrm>
              <a:off x="5282395" y="2086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t2371"/>
            <p:cNvSpPr/>
            <p:nvPr/>
          </p:nvSpPr>
          <p:spPr>
            <a:xfrm>
              <a:off x="5652715" y="1874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t2372"/>
            <p:cNvSpPr/>
            <p:nvPr/>
          </p:nvSpPr>
          <p:spPr>
            <a:xfrm>
              <a:off x="5521535" y="2080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t2373"/>
            <p:cNvSpPr/>
            <p:nvPr/>
          </p:nvSpPr>
          <p:spPr>
            <a:xfrm>
              <a:off x="5492753" y="2182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t2374"/>
            <p:cNvSpPr/>
            <p:nvPr/>
          </p:nvSpPr>
          <p:spPr>
            <a:xfrm>
              <a:off x="5681762" y="2002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t2375"/>
            <p:cNvSpPr/>
            <p:nvPr/>
          </p:nvSpPr>
          <p:spPr>
            <a:xfrm>
              <a:off x="5542371" y="2247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t2376"/>
            <p:cNvSpPr/>
            <p:nvPr/>
          </p:nvSpPr>
          <p:spPr>
            <a:xfrm>
              <a:off x="5354392" y="2247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t2377"/>
            <p:cNvSpPr/>
            <p:nvPr/>
          </p:nvSpPr>
          <p:spPr>
            <a:xfrm>
              <a:off x="5394046" y="2239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t2378"/>
            <p:cNvSpPr/>
            <p:nvPr/>
          </p:nvSpPr>
          <p:spPr>
            <a:xfrm>
              <a:off x="5942257" y="1561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t2379"/>
            <p:cNvSpPr/>
            <p:nvPr/>
          </p:nvSpPr>
          <p:spPr>
            <a:xfrm>
              <a:off x="5307090" y="2227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t2380"/>
            <p:cNvSpPr/>
            <p:nvPr/>
          </p:nvSpPr>
          <p:spPr>
            <a:xfrm>
              <a:off x="5327757" y="2203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t2381"/>
            <p:cNvSpPr/>
            <p:nvPr/>
          </p:nvSpPr>
          <p:spPr>
            <a:xfrm>
              <a:off x="5381387" y="2206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t2382"/>
            <p:cNvSpPr/>
            <p:nvPr/>
          </p:nvSpPr>
          <p:spPr>
            <a:xfrm>
              <a:off x="5522891" y="2080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t2383"/>
            <p:cNvSpPr/>
            <p:nvPr/>
          </p:nvSpPr>
          <p:spPr>
            <a:xfrm>
              <a:off x="5156510" y="2427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t2384"/>
            <p:cNvSpPr/>
            <p:nvPr/>
          </p:nvSpPr>
          <p:spPr>
            <a:xfrm>
              <a:off x="5182384" y="2221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t2385"/>
            <p:cNvSpPr/>
            <p:nvPr/>
          </p:nvSpPr>
          <p:spPr>
            <a:xfrm>
              <a:off x="5433319" y="2161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t2386"/>
            <p:cNvSpPr/>
            <p:nvPr/>
          </p:nvSpPr>
          <p:spPr>
            <a:xfrm>
              <a:off x="5195655" y="216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t2387"/>
            <p:cNvSpPr/>
            <p:nvPr/>
          </p:nvSpPr>
          <p:spPr>
            <a:xfrm>
              <a:off x="5194278" y="2254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t2388"/>
            <p:cNvSpPr/>
            <p:nvPr/>
          </p:nvSpPr>
          <p:spPr>
            <a:xfrm>
              <a:off x="5697574" y="1997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t2389"/>
            <p:cNvSpPr/>
            <p:nvPr/>
          </p:nvSpPr>
          <p:spPr>
            <a:xfrm>
              <a:off x="5074515" y="2025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t2390"/>
            <p:cNvSpPr/>
            <p:nvPr/>
          </p:nvSpPr>
          <p:spPr>
            <a:xfrm>
              <a:off x="4877324" y="2770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t2391"/>
            <p:cNvSpPr/>
            <p:nvPr/>
          </p:nvSpPr>
          <p:spPr>
            <a:xfrm>
              <a:off x="5493635" y="2178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t2392"/>
            <p:cNvSpPr/>
            <p:nvPr/>
          </p:nvSpPr>
          <p:spPr>
            <a:xfrm>
              <a:off x="5399592" y="2118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t2393"/>
            <p:cNvSpPr/>
            <p:nvPr/>
          </p:nvSpPr>
          <p:spPr>
            <a:xfrm>
              <a:off x="5497320" y="2292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t2394"/>
            <p:cNvSpPr/>
            <p:nvPr/>
          </p:nvSpPr>
          <p:spPr>
            <a:xfrm>
              <a:off x="5280860" y="2057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t2395"/>
            <p:cNvSpPr/>
            <p:nvPr/>
          </p:nvSpPr>
          <p:spPr>
            <a:xfrm>
              <a:off x="5107891" y="2625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t2396"/>
            <p:cNvSpPr/>
            <p:nvPr/>
          </p:nvSpPr>
          <p:spPr>
            <a:xfrm>
              <a:off x="5727002" y="1970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t2397"/>
            <p:cNvSpPr/>
            <p:nvPr/>
          </p:nvSpPr>
          <p:spPr>
            <a:xfrm>
              <a:off x="5432912" y="2239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t2398"/>
            <p:cNvSpPr/>
            <p:nvPr/>
          </p:nvSpPr>
          <p:spPr>
            <a:xfrm>
              <a:off x="5686929" y="2174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t2399"/>
            <p:cNvSpPr/>
            <p:nvPr/>
          </p:nvSpPr>
          <p:spPr>
            <a:xfrm>
              <a:off x="5414929" y="2146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t2400"/>
            <p:cNvSpPr/>
            <p:nvPr/>
          </p:nvSpPr>
          <p:spPr>
            <a:xfrm>
              <a:off x="5680945" y="2010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t2401"/>
            <p:cNvSpPr/>
            <p:nvPr/>
          </p:nvSpPr>
          <p:spPr>
            <a:xfrm>
              <a:off x="5067266" y="2528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t2402"/>
            <p:cNvSpPr/>
            <p:nvPr/>
          </p:nvSpPr>
          <p:spPr>
            <a:xfrm>
              <a:off x="5295316" y="2099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t2403"/>
            <p:cNvSpPr/>
            <p:nvPr/>
          </p:nvSpPr>
          <p:spPr>
            <a:xfrm>
              <a:off x="5005133" y="2259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t2404"/>
            <p:cNvSpPr/>
            <p:nvPr/>
          </p:nvSpPr>
          <p:spPr>
            <a:xfrm>
              <a:off x="5675173" y="1858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t2405"/>
            <p:cNvSpPr/>
            <p:nvPr/>
          </p:nvSpPr>
          <p:spPr>
            <a:xfrm>
              <a:off x="5309339" y="2072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t2406"/>
            <p:cNvSpPr/>
            <p:nvPr/>
          </p:nvSpPr>
          <p:spPr>
            <a:xfrm>
              <a:off x="5328073" y="2148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t2407"/>
            <p:cNvSpPr/>
            <p:nvPr/>
          </p:nvSpPr>
          <p:spPr>
            <a:xfrm>
              <a:off x="5705836" y="1726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t2408"/>
            <p:cNvSpPr/>
            <p:nvPr/>
          </p:nvSpPr>
          <p:spPr>
            <a:xfrm>
              <a:off x="5170781" y="2289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t2409"/>
            <p:cNvSpPr/>
            <p:nvPr/>
          </p:nvSpPr>
          <p:spPr>
            <a:xfrm>
              <a:off x="5344383" y="2254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t2410"/>
            <p:cNvSpPr/>
            <p:nvPr/>
          </p:nvSpPr>
          <p:spPr>
            <a:xfrm>
              <a:off x="5239557" y="2027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t2411"/>
            <p:cNvSpPr/>
            <p:nvPr/>
          </p:nvSpPr>
          <p:spPr>
            <a:xfrm>
              <a:off x="5659364" y="1665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t2412"/>
            <p:cNvSpPr/>
            <p:nvPr/>
          </p:nvSpPr>
          <p:spPr>
            <a:xfrm>
              <a:off x="5324045" y="2151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t2413"/>
            <p:cNvSpPr/>
            <p:nvPr/>
          </p:nvSpPr>
          <p:spPr>
            <a:xfrm>
              <a:off x="5129791" y="2642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t2414"/>
            <p:cNvSpPr/>
            <p:nvPr/>
          </p:nvSpPr>
          <p:spPr>
            <a:xfrm>
              <a:off x="5513522" y="2169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t2415"/>
            <p:cNvSpPr/>
            <p:nvPr/>
          </p:nvSpPr>
          <p:spPr>
            <a:xfrm>
              <a:off x="5323788" y="2173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t2416"/>
            <p:cNvSpPr/>
            <p:nvPr/>
          </p:nvSpPr>
          <p:spPr>
            <a:xfrm>
              <a:off x="5380656" y="2294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t2417"/>
            <p:cNvSpPr/>
            <p:nvPr/>
          </p:nvSpPr>
          <p:spPr>
            <a:xfrm>
              <a:off x="5536264" y="2160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t2418"/>
            <p:cNvSpPr/>
            <p:nvPr/>
          </p:nvSpPr>
          <p:spPr>
            <a:xfrm>
              <a:off x="4988562" y="2790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t2419"/>
            <p:cNvSpPr/>
            <p:nvPr/>
          </p:nvSpPr>
          <p:spPr>
            <a:xfrm>
              <a:off x="5521211" y="2006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t2420"/>
            <p:cNvSpPr/>
            <p:nvPr/>
          </p:nvSpPr>
          <p:spPr>
            <a:xfrm>
              <a:off x="5536191" y="2260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t2421"/>
            <p:cNvSpPr/>
            <p:nvPr/>
          </p:nvSpPr>
          <p:spPr>
            <a:xfrm>
              <a:off x="5478994" y="2199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t2422"/>
            <p:cNvSpPr/>
            <p:nvPr/>
          </p:nvSpPr>
          <p:spPr>
            <a:xfrm>
              <a:off x="5527439" y="2109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t2423"/>
            <p:cNvSpPr/>
            <p:nvPr/>
          </p:nvSpPr>
          <p:spPr>
            <a:xfrm>
              <a:off x="5939890" y="1934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t2424"/>
            <p:cNvSpPr/>
            <p:nvPr/>
          </p:nvSpPr>
          <p:spPr>
            <a:xfrm>
              <a:off x="5667868" y="1699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t2425"/>
            <p:cNvSpPr/>
            <p:nvPr/>
          </p:nvSpPr>
          <p:spPr>
            <a:xfrm>
              <a:off x="5225778" y="1976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t2426"/>
            <p:cNvSpPr/>
            <p:nvPr/>
          </p:nvSpPr>
          <p:spPr>
            <a:xfrm>
              <a:off x="5024641" y="222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t2427"/>
            <p:cNvSpPr/>
            <p:nvPr/>
          </p:nvSpPr>
          <p:spPr>
            <a:xfrm>
              <a:off x="5434402" y="2082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t2428"/>
            <p:cNvSpPr/>
            <p:nvPr/>
          </p:nvSpPr>
          <p:spPr>
            <a:xfrm>
              <a:off x="5359340" y="2297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t2429"/>
            <p:cNvSpPr/>
            <p:nvPr/>
          </p:nvSpPr>
          <p:spPr>
            <a:xfrm>
              <a:off x="6075178" y="2155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t2430"/>
            <p:cNvSpPr/>
            <p:nvPr/>
          </p:nvSpPr>
          <p:spPr>
            <a:xfrm>
              <a:off x="4957533" y="2577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t2431"/>
            <p:cNvSpPr/>
            <p:nvPr/>
          </p:nvSpPr>
          <p:spPr>
            <a:xfrm>
              <a:off x="5423103" y="2098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t2432"/>
            <p:cNvSpPr/>
            <p:nvPr/>
          </p:nvSpPr>
          <p:spPr>
            <a:xfrm>
              <a:off x="5084723" y="2129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t2433"/>
            <p:cNvSpPr/>
            <p:nvPr/>
          </p:nvSpPr>
          <p:spPr>
            <a:xfrm>
              <a:off x="5311781" y="2068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t2434"/>
            <p:cNvSpPr/>
            <p:nvPr/>
          </p:nvSpPr>
          <p:spPr>
            <a:xfrm>
              <a:off x="5894442" y="1539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t2435"/>
            <p:cNvSpPr/>
            <p:nvPr/>
          </p:nvSpPr>
          <p:spPr>
            <a:xfrm>
              <a:off x="5461811" y="2055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t2436"/>
            <p:cNvSpPr/>
            <p:nvPr/>
          </p:nvSpPr>
          <p:spPr>
            <a:xfrm>
              <a:off x="5683885" y="1926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t2437"/>
            <p:cNvSpPr/>
            <p:nvPr/>
          </p:nvSpPr>
          <p:spPr>
            <a:xfrm>
              <a:off x="5594862" y="2011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t2438"/>
            <p:cNvSpPr/>
            <p:nvPr/>
          </p:nvSpPr>
          <p:spPr>
            <a:xfrm>
              <a:off x="5451069" y="1973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t2439"/>
            <p:cNvSpPr/>
            <p:nvPr/>
          </p:nvSpPr>
          <p:spPr>
            <a:xfrm>
              <a:off x="5402336" y="2237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t2440"/>
            <p:cNvSpPr/>
            <p:nvPr/>
          </p:nvSpPr>
          <p:spPr>
            <a:xfrm>
              <a:off x="5622173" y="1989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t2441"/>
            <p:cNvSpPr/>
            <p:nvPr/>
          </p:nvSpPr>
          <p:spPr>
            <a:xfrm>
              <a:off x="5535657" y="2208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t2442"/>
            <p:cNvSpPr/>
            <p:nvPr/>
          </p:nvSpPr>
          <p:spPr>
            <a:xfrm>
              <a:off x="5320104" y="2156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t2443"/>
            <p:cNvSpPr/>
            <p:nvPr/>
          </p:nvSpPr>
          <p:spPr>
            <a:xfrm>
              <a:off x="5419901" y="2189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t2444"/>
            <p:cNvSpPr/>
            <p:nvPr/>
          </p:nvSpPr>
          <p:spPr>
            <a:xfrm>
              <a:off x="5583771" y="199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t2445"/>
            <p:cNvSpPr/>
            <p:nvPr/>
          </p:nvSpPr>
          <p:spPr>
            <a:xfrm>
              <a:off x="4682707" y="2819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t2446"/>
            <p:cNvSpPr/>
            <p:nvPr/>
          </p:nvSpPr>
          <p:spPr>
            <a:xfrm>
              <a:off x="5253954" y="2167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t2447"/>
            <p:cNvSpPr/>
            <p:nvPr/>
          </p:nvSpPr>
          <p:spPr>
            <a:xfrm>
              <a:off x="5395002" y="2257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t2448"/>
            <p:cNvSpPr/>
            <p:nvPr/>
          </p:nvSpPr>
          <p:spPr>
            <a:xfrm>
              <a:off x="5662244" y="1801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t2449"/>
            <p:cNvSpPr/>
            <p:nvPr/>
          </p:nvSpPr>
          <p:spPr>
            <a:xfrm>
              <a:off x="5480280" y="219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t2450"/>
            <p:cNvSpPr/>
            <p:nvPr/>
          </p:nvSpPr>
          <p:spPr>
            <a:xfrm>
              <a:off x="5623027" y="2122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t2451"/>
            <p:cNvSpPr/>
            <p:nvPr/>
          </p:nvSpPr>
          <p:spPr>
            <a:xfrm>
              <a:off x="5470084" y="208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t2452"/>
            <p:cNvSpPr/>
            <p:nvPr/>
          </p:nvSpPr>
          <p:spPr>
            <a:xfrm>
              <a:off x="5023477" y="2213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t2453"/>
            <p:cNvSpPr/>
            <p:nvPr/>
          </p:nvSpPr>
          <p:spPr>
            <a:xfrm>
              <a:off x="5226448" y="2011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t2454"/>
            <p:cNvSpPr/>
            <p:nvPr/>
          </p:nvSpPr>
          <p:spPr>
            <a:xfrm>
              <a:off x="5441366" y="2057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t2455"/>
            <p:cNvSpPr/>
            <p:nvPr/>
          </p:nvSpPr>
          <p:spPr>
            <a:xfrm>
              <a:off x="5282270" y="1984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t2456"/>
            <p:cNvSpPr/>
            <p:nvPr/>
          </p:nvSpPr>
          <p:spPr>
            <a:xfrm>
              <a:off x="5654005" y="1763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t2457"/>
            <p:cNvSpPr/>
            <p:nvPr/>
          </p:nvSpPr>
          <p:spPr>
            <a:xfrm>
              <a:off x="5647976" y="1950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t2458"/>
            <p:cNvSpPr/>
            <p:nvPr/>
          </p:nvSpPr>
          <p:spPr>
            <a:xfrm>
              <a:off x="5420254" y="2099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t2459"/>
            <p:cNvSpPr/>
            <p:nvPr/>
          </p:nvSpPr>
          <p:spPr>
            <a:xfrm>
              <a:off x="5259800" y="2137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t2460"/>
            <p:cNvSpPr/>
            <p:nvPr/>
          </p:nvSpPr>
          <p:spPr>
            <a:xfrm>
              <a:off x="5550867" y="2254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t2461"/>
            <p:cNvSpPr/>
            <p:nvPr/>
          </p:nvSpPr>
          <p:spPr>
            <a:xfrm>
              <a:off x="5430219" y="2173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t2462"/>
            <p:cNvSpPr/>
            <p:nvPr/>
          </p:nvSpPr>
          <p:spPr>
            <a:xfrm>
              <a:off x="5661062" y="1720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t2463"/>
            <p:cNvSpPr/>
            <p:nvPr/>
          </p:nvSpPr>
          <p:spPr>
            <a:xfrm>
              <a:off x="5566640" y="2233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t2464"/>
            <p:cNvSpPr/>
            <p:nvPr/>
          </p:nvSpPr>
          <p:spPr>
            <a:xfrm>
              <a:off x="5441521" y="2005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t2465"/>
            <p:cNvSpPr/>
            <p:nvPr/>
          </p:nvSpPr>
          <p:spPr>
            <a:xfrm>
              <a:off x="5517340" y="2268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t2466"/>
            <p:cNvSpPr/>
            <p:nvPr/>
          </p:nvSpPr>
          <p:spPr>
            <a:xfrm>
              <a:off x="5522297" y="2079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t2467"/>
            <p:cNvSpPr/>
            <p:nvPr/>
          </p:nvSpPr>
          <p:spPr>
            <a:xfrm>
              <a:off x="5610089" y="2123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t2468"/>
            <p:cNvSpPr/>
            <p:nvPr/>
          </p:nvSpPr>
          <p:spPr>
            <a:xfrm>
              <a:off x="5170063" y="2335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t2469"/>
            <p:cNvSpPr/>
            <p:nvPr/>
          </p:nvSpPr>
          <p:spPr>
            <a:xfrm>
              <a:off x="5400980" y="224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t2470"/>
            <p:cNvSpPr/>
            <p:nvPr/>
          </p:nvSpPr>
          <p:spPr>
            <a:xfrm>
              <a:off x="5468348" y="2141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t2471"/>
            <p:cNvSpPr/>
            <p:nvPr/>
          </p:nvSpPr>
          <p:spPr>
            <a:xfrm>
              <a:off x="5515704" y="2202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t2472"/>
            <p:cNvSpPr/>
            <p:nvPr/>
          </p:nvSpPr>
          <p:spPr>
            <a:xfrm>
              <a:off x="5445809" y="1921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t2473"/>
            <p:cNvSpPr/>
            <p:nvPr/>
          </p:nvSpPr>
          <p:spPr>
            <a:xfrm>
              <a:off x="5232498" y="2053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t2474"/>
            <p:cNvSpPr/>
            <p:nvPr/>
          </p:nvSpPr>
          <p:spPr>
            <a:xfrm>
              <a:off x="5454773" y="1947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t2475"/>
            <p:cNvSpPr/>
            <p:nvPr/>
          </p:nvSpPr>
          <p:spPr>
            <a:xfrm>
              <a:off x="5883408" y="1950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t2476"/>
            <p:cNvSpPr/>
            <p:nvPr/>
          </p:nvSpPr>
          <p:spPr>
            <a:xfrm>
              <a:off x="5327536" y="216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t2477"/>
            <p:cNvSpPr/>
            <p:nvPr/>
          </p:nvSpPr>
          <p:spPr>
            <a:xfrm>
              <a:off x="5333139" y="2133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t2478"/>
            <p:cNvSpPr/>
            <p:nvPr/>
          </p:nvSpPr>
          <p:spPr>
            <a:xfrm>
              <a:off x="5521373" y="2069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t2479"/>
            <p:cNvSpPr/>
            <p:nvPr/>
          </p:nvSpPr>
          <p:spPr>
            <a:xfrm>
              <a:off x="5647189" y="1859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t2480"/>
            <p:cNvSpPr/>
            <p:nvPr/>
          </p:nvSpPr>
          <p:spPr>
            <a:xfrm>
              <a:off x="5735176" y="1894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t2481"/>
            <p:cNvSpPr/>
            <p:nvPr/>
          </p:nvSpPr>
          <p:spPr>
            <a:xfrm>
              <a:off x="5641393" y="2105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t2482"/>
            <p:cNvSpPr/>
            <p:nvPr/>
          </p:nvSpPr>
          <p:spPr>
            <a:xfrm>
              <a:off x="5523071" y="2063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t2483"/>
            <p:cNvSpPr/>
            <p:nvPr/>
          </p:nvSpPr>
          <p:spPr>
            <a:xfrm>
              <a:off x="5426030" y="2119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t2484"/>
            <p:cNvSpPr/>
            <p:nvPr/>
          </p:nvSpPr>
          <p:spPr>
            <a:xfrm>
              <a:off x="6113005" y="165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t2485"/>
            <p:cNvSpPr/>
            <p:nvPr/>
          </p:nvSpPr>
          <p:spPr>
            <a:xfrm>
              <a:off x="5530313" y="2205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t2486"/>
            <p:cNvSpPr/>
            <p:nvPr/>
          </p:nvSpPr>
          <p:spPr>
            <a:xfrm>
              <a:off x="5116874" y="2413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t2487"/>
            <p:cNvSpPr/>
            <p:nvPr/>
          </p:nvSpPr>
          <p:spPr>
            <a:xfrm>
              <a:off x="5386692" y="2217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t2488"/>
            <p:cNvSpPr/>
            <p:nvPr/>
          </p:nvSpPr>
          <p:spPr>
            <a:xfrm>
              <a:off x="5151954" y="236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t2489"/>
            <p:cNvSpPr/>
            <p:nvPr/>
          </p:nvSpPr>
          <p:spPr>
            <a:xfrm>
              <a:off x="5076823" y="2142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t2490"/>
            <p:cNvSpPr/>
            <p:nvPr/>
          </p:nvSpPr>
          <p:spPr>
            <a:xfrm>
              <a:off x="5588774" y="2144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t2491"/>
            <p:cNvSpPr/>
            <p:nvPr/>
          </p:nvSpPr>
          <p:spPr>
            <a:xfrm>
              <a:off x="5526798" y="2232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t2492"/>
            <p:cNvSpPr/>
            <p:nvPr/>
          </p:nvSpPr>
          <p:spPr>
            <a:xfrm>
              <a:off x="5378938" y="2204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t2493"/>
            <p:cNvSpPr/>
            <p:nvPr/>
          </p:nvSpPr>
          <p:spPr>
            <a:xfrm>
              <a:off x="5368804" y="2045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t2494"/>
            <p:cNvSpPr/>
            <p:nvPr/>
          </p:nvSpPr>
          <p:spPr>
            <a:xfrm>
              <a:off x="5851171" y="1851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t2495"/>
            <p:cNvSpPr/>
            <p:nvPr/>
          </p:nvSpPr>
          <p:spPr>
            <a:xfrm>
              <a:off x="5622365" y="1959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t2496"/>
            <p:cNvSpPr/>
            <p:nvPr/>
          </p:nvSpPr>
          <p:spPr>
            <a:xfrm>
              <a:off x="5852731" y="1828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t2497"/>
            <p:cNvSpPr/>
            <p:nvPr/>
          </p:nvSpPr>
          <p:spPr>
            <a:xfrm>
              <a:off x="5818729" y="1880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t2498"/>
            <p:cNvSpPr/>
            <p:nvPr/>
          </p:nvSpPr>
          <p:spPr>
            <a:xfrm>
              <a:off x="4862063" y="2532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t2499"/>
            <p:cNvSpPr/>
            <p:nvPr/>
          </p:nvSpPr>
          <p:spPr>
            <a:xfrm>
              <a:off x="5037010" y="2564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t2500"/>
            <p:cNvSpPr/>
            <p:nvPr/>
          </p:nvSpPr>
          <p:spPr>
            <a:xfrm>
              <a:off x="4932883" y="1991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t2501"/>
            <p:cNvSpPr/>
            <p:nvPr/>
          </p:nvSpPr>
          <p:spPr>
            <a:xfrm>
              <a:off x="5066787" y="2481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t2502"/>
            <p:cNvSpPr/>
            <p:nvPr/>
          </p:nvSpPr>
          <p:spPr>
            <a:xfrm>
              <a:off x="5193285" y="2233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t2503"/>
            <p:cNvSpPr/>
            <p:nvPr/>
          </p:nvSpPr>
          <p:spPr>
            <a:xfrm>
              <a:off x="5291016" y="1988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t2504"/>
            <p:cNvSpPr/>
            <p:nvPr/>
          </p:nvSpPr>
          <p:spPr>
            <a:xfrm>
              <a:off x="5101119" y="2515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t2505"/>
            <p:cNvSpPr/>
            <p:nvPr/>
          </p:nvSpPr>
          <p:spPr>
            <a:xfrm>
              <a:off x="5457662" y="2128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t2506"/>
            <p:cNvSpPr/>
            <p:nvPr/>
          </p:nvSpPr>
          <p:spPr>
            <a:xfrm>
              <a:off x="5441991" y="2112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t2507"/>
            <p:cNvSpPr/>
            <p:nvPr/>
          </p:nvSpPr>
          <p:spPr>
            <a:xfrm>
              <a:off x="5509416" y="2135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t2508"/>
            <p:cNvSpPr/>
            <p:nvPr/>
          </p:nvSpPr>
          <p:spPr>
            <a:xfrm>
              <a:off x="5277281" y="2108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t2509"/>
            <p:cNvSpPr/>
            <p:nvPr/>
          </p:nvSpPr>
          <p:spPr>
            <a:xfrm>
              <a:off x="5480268" y="2337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t2510"/>
            <p:cNvSpPr/>
            <p:nvPr/>
          </p:nvSpPr>
          <p:spPr>
            <a:xfrm>
              <a:off x="5402575" y="2270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t2511"/>
            <p:cNvSpPr/>
            <p:nvPr/>
          </p:nvSpPr>
          <p:spPr>
            <a:xfrm>
              <a:off x="5226764" y="205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t2512"/>
            <p:cNvSpPr/>
            <p:nvPr/>
          </p:nvSpPr>
          <p:spPr>
            <a:xfrm>
              <a:off x="5429594" y="2237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t2513"/>
            <p:cNvSpPr/>
            <p:nvPr/>
          </p:nvSpPr>
          <p:spPr>
            <a:xfrm>
              <a:off x="5645096" y="186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t2514"/>
            <p:cNvSpPr/>
            <p:nvPr/>
          </p:nvSpPr>
          <p:spPr>
            <a:xfrm>
              <a:off x="5644994" y="1920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t2515"/>
            <p:cNvSpPr/>
            <p:nvPr/>
          </p:nvSpPr>
          <p:spPr>
            <a:xfrm>
              <a:off x="5322816" y="2183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t2516"/>
            <p:cNvSpPr/>
            <p:nvPr/>
          </p:nvSpPr>
          <p:spPr>
            <a:xfrm>
              <a:off x="5175387" y="2390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t2517"/>
            <p:cNvSpPr/>
            <p:nvPr/>
          </p:nvSpPr>
          <p:spPr>
            <a:xfrm>
              <a:off x="5691835" y="2262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t2518"/>
            <p:cNvSpPr/>
            <p:nvPr/>
          </p:nvSpPr>
          <p:spPr>
            <a:xfrm>
              <a:off x="5051243" y="2479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t2519"/>
            <p:cNvSpPr/>
            <p:nvPr/>
          </p:nvSpPr>
          <p:spPr>
            <a:xfrm>
              <a:off x="5777146" y="1869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t2520"/>
            <p:cNvSpPr/>
            <p:nvPr/>
          </p:nvSpPr>
          <p:spPr>
            <a:xfrm>
              <a:off x="5811506" y="2012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t2521"/>
            <p:cNvSpPr/>
            <p:nvPr/>
          </p:nvSpPr>
          <p:spPr>
            <a:xfrm>
              <a:off x="5589096" y="1918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t2522"/>
            <p:cNvSpPr/>
            <p:nvPr/>
          </p:nvSpPr>
          <p:spPr>
            <a:xfrm>
              <a:off x="5622977" y="2067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t2523"/>
            <p:cNvSpPr/>
            <p:nvPr/>
          </p:nvSpPr>
          <p:spPr>
            <a:xfrm>
              <a:off x="5246539" y="2164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t2524"/>
            <p:cNvSpPr/>
            <p:nvPr/>
          </p:nvSpPr>
          <p:spPr>
            <a:xfrm>
              <a:off x="5633641" y="2170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t2525"/>
            <p:cNvSpPr/>
            <p:nvPr/>
          </p:nvSpPr>
          <p:spPr>
            <a:xfrm>
              <a:off x="5488469" y="2137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t2526"/>
            <p:cNvSpPr/>
            <p:nvPr/>
          </p:nvSpPr>
          <p:spPr>
            <a:xfrm>
              <a:off x="5464185" y="2089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t2527"/>
            <p:cNvSpPr/>
            <p:nvPr/>
          </p:nvSpPr>
          <p:spPr>
            <a:xfrm>
              <a:off x="5666560" y="1731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t2528"/>
            <p:cNvSpPr/>
            <p:nvPr/>
          </p:nvSpPr>
          <p:spPr>
            <a:xfrm>
              <a:off x="5414710" y="2090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t2529"/>
            <p:cNvSpPr/>
            <p:nvPr/>
          </p:nvSpPr>
          <p:spPr>
            <a:xfrm>
              <a:off x="5403093" y="2217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t2530"/>
            <p:cNvSpPr/>
            <p:nvPr/>
          </p:nvSpPr>
          <p:spPr>
            <a:xfrm>
              <a:off x="4916546" y="1990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t2531"/>
            <p:cNvSpPr/>
            <p:nvPr/>
          </p:nvSpPr>
          <p:spPr>
            <a:xfrm>
              <a:off x="5299983" y="2138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t2532"/>
            <p:cNvSpPr/>
            <p:nvPr/>
          </p:nvSpPr>
          <p:spPr>
            <a:xfrm>
              <a:off x="5468610" y="2034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t2533"/>
            <p:cNvSpPr/>
            <p:nvPr/>
          </p:nvSpPr>
          <p:spPr>
            <a:xfrm>
              <a:off x="5209177" y="233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t2534"/>
            <p:cNvSpPr/>
            <p:nvPr/>
          </p:nvSpPr>
          <p:spPr>
            <a:xfrm>
              <a:off x="5527862" y="2131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t2535"/>
            <p:cNvSpPr/>
            <p:nvPr/>
          </p:nvSpPr>
          <p:spPr>
            <a:xfrm>
              <a:off x="5311454" y="2219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t2536"/>
            <p:cNvSpPr/>
            <p:nvPr/>
          </p:nvSpPr>
          <p:spPr>
            <a:xfrm>
              <a:off x="5424679" y="222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t2537"/>
            <p:cNvSpPr/>
            <p:nvPr/>
          </p:nvSpPr>
          <p:spPr>
            <a:xfrm>
              <a:off x="5640197" y="203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t2538"/>
            <p:cNvSpPr/>
            <p:nvPr/>
          </p:nvSpPr>
          <p:spPr>
            <a:xfrm>
              <a:off x="5261039" y="2199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t2539"/>
            <p:cNvSpPr/>
            <p:nvPr/>
          </p:nvSpPr>
          <p:spPr>
            <a:xfrm>
              <a:off x="5437296" y="2045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t2540"/>
            <p:cNvSpPr/>
            <p:nvPr/>
          </p:nvSpPr>
          <p:spPr>
            <a:xfrm>
              <a:off x="5628562" y="1996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t2541"/>
            <p:cNvSpPr/>
            <p:nvPr/>
          </p:nvSpPr>
          <p:spPr>
            <a:xfrm>
              <a:off x="5487839" y="2305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t2542"/>
            <p:cNvSpPr/>
            <p:nvPr/>
          </p:nvSpPr>
          <p:spPr>
            <a:xfrm>
              <a:off x="5142441" y="2709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t2543"/>
            <p:cNvSpPr/>
            <p:nvPr/>
          </p:nvSpPr>
          <p:spPr>
            <a:xfrm>
              <a:off x="5260304" y="2161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t2544"/>
            <p:cNvSpPr/>
            <p:nvPr/>
          </p:nvSpPr>
          <p:spPr>
            <a:xfrm>
              <a:off x="5505574" y="2076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t2545"/>
            <p:cNvSpPr/>
            <p:nvPr/>
          </p:nvSpPr>
          <p:spPr>
            <a:xfrm>
              <a:off x="5362611" y="2072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t2546"/>
            <p:cNvSpPr/>
            <p:nvPr/>
          </p:nvSpPr>
          <p:spPr>
            <a:xfrm>
              <a:off x="4975154" y="2471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t2547"/>
            <p:cNvSpPr/>
            <p:nvPr/>
          </p:nvSpPr>
          <p:spPr>
            <a:xfrm>
              <a:off x="5195655" y="2071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t2548"/>
            <p:cNvSpPr/>
            <p:nvPr/>
          </p:nvSpPr>
          <p:spPr>
            <a:xfrm>
              <a:off x="5735790" y="2000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t2549"/>
            <p:cNvSpPr/>
            <p:nvPr/>
          </p:nvSpPr>
          <p:spPr>
            <a:xfrm>
              <a:off x="5448214" y="1809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t2550"/>
            <p:cNvSpPr/>
            <p:nvPr/>
          </p:nvSpPr>
          <p:spPr>
            <a:xfrm>
              <a:off x="5476764" y="2238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t2551"/>
            <p:cNvSpPr/>
            <p:nvPr/>
          </p:nvSpPr>
          <p:spPr>
            <a:xfrm>
              <a:off x="5743348" y="1989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t2552"/>
            <p:cNvSpPr/>
            <p:nvPr/>
          </p:nvSpPr>
          <p:spPr>
            <a:xfrm>
              <a:off x="5508144" y="2117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t2553"/>
            <p:cNvSpPr/>
            <p:nvPr/>
          </p:nvSpPr>
          <p:spPr>
            <a:xfrm>
              <a:off x="5186458" y="2217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t2554"/>
            <p:cNvSpPr/>
            <p:nvPr/>
          </p:nvSpPr>
          <p:spPr>
            <a:xfrm>
              <a:off x="5204695" y="2134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t2555"/>
            <p:cNvSpPr/>
            <p:nvPr/>
          </p:nvSpPr>
          <p:spPr>
            <a:xfrm>
              <a:off x="5092864" y="2344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t2556"/>
            <p:cNvSpPr/>
            <p:nvPr/>
          </p:nvSpPr>
          <p:spPr>
            <a:xfrm>
              <a:off x="5047122" y="2388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t2557"/>
            <p:cNvSpPr/>
            <p:nvPr/>
          </p:nvSpPr>
          <p:spPr>
            <a:xfrm>
              <a:off x="5303008" y="2243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t2558"/>
            <p:cNvSpPr/>
            <p:nvPr/>
          </p:nvSpPr>
          <p:spPr>
            <a:xfrm>
              <a:off x="5470484" y="2138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t2559"/>
            <p:cNvSpPr/>
            <p:nvPr/>
          </p:nvSpPr>
          <p:spPr>
            <a:xfrm>
              <a:off x="5361381" y="2071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t2560"/>
            <p:cNvSpPr/>
            <p:nvPr/>
          </p:nvSpPr>
          <p:spPr>
            <a:xfrm>
              <a:off x="4719269" y="2770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t2561"/>
            <p:cNvSpPr/>
            <p:nvPr/>
          </p:nvSpPr>
          <p:spPr>
            <a:xfrm>
              <a:off x="5726481" y="2010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t2562"/>
            <p:cNvSpPr/>
            <p:nvPr/>
          </p:nvSpPr>
          <p:spPr>
            <a:xfrm>
              <a:off x="4706812" y="2616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t2563"/>
            <p:cNvSpPr/>
            <p:nvPr/>
          </p:nvSpPr>
          <p:spPr>
            <a:xfrm>
              <a:off x="5176342" y="2444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t2564"/>
            <p:cNvSpPr/>
            <p:nvPr/>
          </p:nvSpPr>
          <p:spPr>
            <a:xfrm>
              <a:off x="5341245" y="2235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t2565"/>
            <p:cNvSpPr/>
            <p:nvPr/>
          </p:nvSpPr>
          <p:spPr>
            <a:xfrm>
              <a:off x="5460798" y="2058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t2566"/>
            <p:cNvSpPr/>
            <p:nvPr/>
          </p:nvSpPr>
          <p:spPr>
            <a:xfrm>
              <a:off x="5449322" y="201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t2567"/>
            <p:cNvSpPr/>
            <p:nvPr/>
          </p:nvSpPr>
          <p:spPr>
            <a:xfrm>
              <a:off x="5645659" y="1960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t2568"/>
            <p:cNvSpPr/>
            <p:nvPr/>
          </p:nvSpPr>
          <p:spPr>
            <a:xfrm>
              <a:off x="5557619" y="2234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t2569"/>
            <p:cNvSpPr/>
            <p:nvPr/>
          </p:nvSpPr>
          <p:spPr>
            <a:xfrm>
              <a:off x="4752905" y="2500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t2570"/>
            <p:cNvSpPr/>
            <p:nvPr/>
          </p:nvSpPr>
          <p:spPr>
            <a:xfrm>
              <a:off x="5080711" y="1857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t2571"/>
            <p:cNvSpPr/>
            <p:nvPr/>
          </p:nvSpPr>
          <p:spPr>
            <a:xfrm>
              <a:off x="4981330" y="2544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t2572"/>
            <p:cNvSpPr/>
            <p:nvPr/>
          </p:nvSpPr>
          <p:spPr>
            <a:xfrm>
              <a:off x="5230656" y="1904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t2573"/>
            <p:cNvSpPr/>
            <p:nvPr/>
          </p:nvSpPr>
          <p:spPr>
            <a:xfrm>
              <a:off x="5156729" y="2418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t2574"/>
            <p:cNvSpPr/>
            <p:nvPr/>
          </p:nvSpPr>
          <p:spPr>
            <a:xfrm>
              <a:off x="5145824" y="2744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t2575"/>
            <p:cNvSpPr/>
            <p:nvPr/>
          </p:nvSpPr>
          <p:spPr>
            <a:xfrm>
              <a:off x="5573893" y="2052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t2576"/>
            <p:cNvSpPr/>
            <p:nvPr/>
          </p:nvSpPr>
          <p:spPr>
            <a:xfrm>
              <a:off x="5542544" y="2233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t2577"/>
            <p:cNvSpPr/>
            <p:nvPr/>
          </p:nvSpPr>
          <p:spPr>
            <a:xfrm>
              <a:off x="5639468" y="2065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t2578"/>
            <p:cNvSpPr/>
            <p:nvPr/>
          </p:nvSpPr>
          <p:spPr>
            <a:xfrm>
              <a:off x="5779785" y="1791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t2579"/>
            <p:cNvSpPr/>
            <p:nvPr/>
          </p:nvSpPr>
          <p:spPr>
            <a:xfrm>
              <a:off x="5111321" y="2598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t2580"/>
            <p:cNvSpPr/>
            <p:nvPr/>
          </p:nvSpPr>
          <p:spPr>
            <a:xfrm>
              <a:off x="4801759" y="2465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t2581"/>
            <p:cNvSpPr/>
            <p:nvPr/>
          </p:nvSpPr>
          <p:spPr>
            <a:xfrm>
              <a:off x="5158608" y="2374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t2582"/>
            <p:cNvSpPr/>
            <p:nvPr/>
          </p:nvSpPr>
          <p:spPr>
            <a:xfrm>
              <a:off x="5793225" y="1872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t2583"/>
            <p:cNvSpPr/>
            <p:nvPr/>
          </p:nvSpPr>
          <p:spPr>
            <a:xfrm>
              <a:off x="5429577" y="2149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t2584"/>
            <p:cNvSpPr/>
            <p:nvPr/>
          </p:nvSpPr>
          <p:spPr>
            <a:xfrm>
              <a:off x="5341674" y="2257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t2585"/>
            <p:cNvSpPr/>
            <p:nvPr/>
          </p:nvSpPr>
          <p:spPr>
            <a:xfrm>
              <a:off x="5395853" y="2174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t2586"/>
            <p:cNvSpPr/>
            <p:nvPr/>
          </p:nvSpPr>
          <p:spPr>
            <a:xfrm>
              <a:off x="5432968" y="2161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t2587"/>
            <p:cNvSpPr/>
            <p:nvPr/>
          </p:nvSpPr>
          <p:spPr>
            <a:xfrm>
              <a:off x="5748340" y="1994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t2588"/>
            <p:cNvSpPr/>
            <p:nvPr/>
          </p:nvSpPr>
          <p:spPr>
            <a:xfrm>
              <a:off x="5274523" y="2174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t2589"/>
            <p:cNvSpPr/>
            <p:nvPr/>
          </p:nvSpPr>
          <p:spPr>
            <a:xfrm>
              <a:off x="5362715" y="2072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t2590"/>
            <p:cNvSpPr/>
            <p:nvPr/>
          </p:nvSpPr>
          <p:spPr>
            <a:xfrm>
              <a:off x="5916512" y="1436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t2591"/>
            <p:cNvSpPr/>
            <p:nvPr/>
          </p:nvSpPr>
          <p:spPr>
            <a:xfrm>
              <a:off x="5455819" y="2012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t2592"/>
            <p:cNvSpPr/>
            <p:nvPr/>
          </p:nvSpPr>
          <p:spPr>
            <a:xfrm>
              <a:off x="5175733" y="2401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t2593"/>
            <p:cNvSpPr/>
            <p:nvPr/>
          </p:nvSpPr>
          <p:spPr>
            <a:xfrm>
              <a:off x="5428524" y="2180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t2594"/>
            <p:cNvSpPr/>
            <p:nvPr/>
          </p:nvSpPr>
          <p:spPr>
            <a:xfrm>
              <a:off x="5605492" y="1873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t2595"/>
            <p:cNvSpPr/>
            <p:nvPr/>
          </p:nvSpPr>
          <p:spPr>
            <a:xfrm>
              <a:off x="5774429" y="1949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t2596"/>
            <p:cNvSpPr/>
            <p:nvPr/>
          </p:nvSpPr>
          <p:spPr>
            <a:xfrm>
              <a:off x="5533570" y="220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t2597"/>
            <p:cNvSpPr/>
            <p:nvPr/>
          </p:nvSpPr>
          <p:spPr>
            <a:xfrm>
              <a:off x="4850587" y="2636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t2598"/>
            <p:cNvSpPr/>
            <p:nvPr/>
          </p:nvSpPr>
          <p:spPr>
            <a:xfrm>
              <a:off x="5795817" y="1820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t2599"/>
            <p:cNvSpPr/>
            <p:nvPr/>
          </p:nvSpPr>
          <p:spPr>
            <a:xfrm>
              <a:off x="5286876" y="2113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t2600"/>
            <p:cNvSpPr/>
            <p:nvPr/>
          </p:nvSpPr>
          <p:spPr>
            <a:xfrm>
              <a:off x="5766382" y="2008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t2601"/>
            <p:cNvSpPr/>
            <p:nvPr/>
          </p:nvSpPr>
          <p:spPr>
            <a:xfrm>
              <a:off x="5091324" y="2447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t2602"/>
            <p:cNvSpPr/>
            <p:nvPr/>
          </p:nvSpPr>
          <p:spPr>
            <a:xfrm>
              <a:off x="5554386" y="221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t2603"/>
            <p:cNvSpPr/>
            <p:nvPr/>
          </p:nvSpPr>
          <p:spPr>
            <a:xfrm>
              <a:off x="5460807" y="2067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t2604"/>
            <p:cNvSpPr/>
            <p:nvPr/>
          </p:nvSpPr>
          <p:spPr>
            <a:xfrm>
              <a:off x="5430959" y="2165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t2605"/>
            <p:cNvSpPr/>
            <p:nvPr/>
          </p:nvSpPr>
          <p:spPr>
            <a:xfrm>
              <a:off x="5149305" y="2529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t2606"/>
            <p:cNvSpPr/>
            <p:nvPr/>
          </p:nvSpPr>
          <p:spPr>
            <a:xfrm>
              <a:off x="5357441" y="2283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t2607"/>
            <p:cNvSpPr/>
            <p:nvPr/>
          </p:nvSpPr>
          <p:spPr>
            <a:xfrm>
              <a:off x="5977015" y="2019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t2608"/>
            <p:cNvSpPr/>
            <p:nvPr/>
          </p:nvSpPr>
          <p:spPr>
            <a:xfrm>
              <a:off x="5323615" y="2189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t2609"/>
            <p:cNvSpPr/>
            <p:nvPr/>
          </p:nvSpPr>
          <p:spPr>
            <a:xfrm>
              <a:off x="5137221" y="2619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t2610"/>
            <p:cNvSpPr/>
            <p:nvPr/>
          </p:nvSpPr>
          <p:spPr>
            <a:xfrm>
              <a:off x="5493354" y="219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t2611"/>
            <p:cNvSpPr/>
            <p:nvPr/>
          </p:nvSpPr>
          <p:spPr>
            <a:xfrm>
              <a:off x="5691701" y="199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t2612"/>
            <p:cNvSpPr/>
            <p:nvPr/>
          </p:nvSpPr>
          <p:spPr>
            <a:xfrm>
              <a:off x="5644427" y="192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t2613"/>
            <p:cNvSpPr/>
            <p:nvPr/>
          </p:nvSpPr>
          <p:spPr>
            <a:xfrm>
              <a:off x="5174835" y="2381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t2614"/>
            <p:cNvSpPr/>
            <p:nvPr/>
          </p:nvSpPr>
          <p:spPr>
            <a:xfrm>
              <a:off x="5648669" y="1919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t2615"/>
            <p:cNvSpPr/>
            <p:nvPr/>
          </p:nvSpPr>
          <p:spPr>
            <a:xfrm>
              <a:off x="5428849" y="2125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t2616"/>
            <p:cNvSpPr/>
            <p:nvPr/>
          </p:nvSpPr>
          <p:spPr>
            <a:xfrm>
              <a:off x="5370973" y="2041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t2617"/>
            <p:cNvSpPr/>
            <p:nvPr/>
          </p:nvSpPr>
          <p:spPr>
            <a:xfrm>
              <a:off x="5491171" y="2210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t2618"/>
            <p:cNvSpPr/>
            <p:nvPr/>
          </p:nvSpPr>
          <p:spPr>
            <a:xfrm>
              <a:off x="5835608" y="1708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t2619"/>
            <p:cNvSpPr/>
            <p:nvPr/>
          </p:nvSpPr>
          <p:spPr>
            <a:xfrm>
              <a:off x="4964027" y="255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t2620"/>
            <p:cNvSpPr/>
            <p:nvPr/>
          </p:nvSpPr>
          <p:spPr>
            <a:xfrm>
              <a:off x="5719169" y="1804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t2621"/>
            <p:cNvSpPr/>
            <p:nvPr/>
          </p:nvSpPr>
          <p:spPr>
            <a:xfrm>
              <a:off x="5616657" y="2032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t2622"/>
            <p:cNvSpPr/>
            <p:nvPr/>
          </p:nvSpPr>
          <p:spPr>
            <a:xfrm>
              <a:off x="5725807" y="1774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t2623"/>
            <p:cNvSpPr/>
            <p:nvPr/>
          </p:nvSpPr>
          <p:spPr>
            <a:xfrm>
              <a:off x="5233219" y="2162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t2624"/>
            <p:cNvSpPr/>
            <p:nvPr/>
          </p:nvSpPr>
          <p:spPr>
            <a:xfrm>
              <a:off x="5506806" y="2157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t2625"/>
            <p:cNvSpPr/>
            <p:nvPr/>
          </p:nvSpPr>
          <p:spPr>
            <a:xfrm>
              <a:off x="5582895" y="2094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t2626"/>
            <p:cNvSpPr/>
            <p:nvPr/>
          </p:nvSpPr>
          <p:spPr>
            <a:xfrm>
              <a:off x="5496124" y="2240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t2627"/>
            <p:cNvSpPr/>
            <p:nvPr/>
          </p:nvSpPr>
          <p:spPr>
            <a:xfrm>
              <a:off x="5254501" y="2162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t2628"/>
            <p:cNvSpPr/>
            <p:nvPr/>
          </p:nvSpPr>
          <p:spPr>
            <a:xfrm>
              <a:off x="5670241" y="1799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t2629"/>
            <p:cNvSpPr/>
            <p:nvPr/>
          </p:nvSpPr>
          <p:spPr>
            <a:xfrm>
              <a:off x="5257330" y="2212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t2630"/>
            <p:cNvSpPr/>
            <p:nvPr/>
          </p:nvSpPr>
          <p:spPr>
            <a:xfrm>
              <a:off x="5595975" y="2003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t2631"/>
            <p:cNvSpPr/>
            <p:nvPr/>
          </p:nvSpPr>
          <p:spPr>
            <a:xfrm>
              <a:off x="5495339" y="2248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t2632"/>
            <p:cNvSpPr/>
            <p:nvPr/>
          </p:nvSpPr>
          <p:spPr>
            <a:xfrm>
              <a:off x="5388538" y="2113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t2633"/>
            <p:cNvSpPr/>
            <p:nvPr/>
          </p:nvSpPr>
          <p:spPr>
            <a:xfrm>
              <a:off x="5276884" y="2122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t2634"/>
            <p:cNvSpPr/>
            <p:nvPr/>
          </p:nvSpPr>
          <p:spPr>
            <a:xfrm>
              <a:off x="5311538" y="2246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t2635"/>
            <p:cNvSpPr/>
            <p:nvPr/>
          </p:nvSpPr>
          <p:spPr>
            <a:xfrm>
              <a:off x="5520623" y="2061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t2636"/>
            <p:cNvSpPr/>
            <p:nvPr/>
          </p:nvSpPr>
          <p:spPr>
            <a:xfrm>
              <a:off x="5796217" y="1959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t2637"/>
            <p:cNvSpPr/>
            <p:nvPr/>
          </p:nvSpPr>
          <p:spPr>
            <a:xfrm>
              <a:off x="5221391" y="1932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t2638"/>
            <p:cNvSpPr/>
            <p:nvPr/>
          </p:nvSpPr>
          <p:spPr>
            <a:xfrm>
              <a:off x="5373642" y="2016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t2639"/>
            <p:cNvSpPr/>
            <p:nvPr/>
          </p:nvSpPr>
          <p:spPr>
            <a:xfrm>
              <a:off x="5522996" y="2056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t2640"/>
            <p:cNvSpPr/>
            <p:nvPr/>
          </p:nvSpPr>
          <p:spPr>
            <a:xfrm>
              <a:off x="5279174" y="2228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t2641"/>
            <p:cNvSpPr/>
            <p:nvPr/>
          </p:nvSpPr>
          <p:spPr>
            <a:xfrm>
              <a:off x="5655418" y="1669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t2642"/>
            <p:cNvSpPr/>
            <p:nvPr/>
          </p:nvSpPr>
          <p:spPr>
            <a:xfrm>
              <a:off x="5549155" y="2150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t2643"/>
            <p:cNvSpPr/>
            <p:nvPr/>
          </p:nvSpPr>
          <p:spPr>
            <a:xfrm>
              <a:off x="5525854" y="2258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t2644"/>
            <p:cNvSpPr/>
            <p:nvPr/>
          </p:nvSpPr>
          <p:spPr>
            <a:xfrm>
              <a:off x="5711866" y="1795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t2645"/>
            <p:cNvSpPr/>
            <p:nvPr/>
          </p:nvSpPr>
          <p:spPr>
            <a:xfrm>
              <a:off x="5603997" y="1889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t2646"/>
            <p:cNvSpPr/>
            <p:nvPr/>
          </p:nvSpPr>
          <p:spPr>
            <a:xfrm>
              <a:off x="5654472" y="1681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t2647"/>
            <p:cNvSpPr/>
            <p:nvPr/>
          </p:nvSpPr>
          <p:spPr>
            <a:xfrm>
              <a:off x="5348260" y="2225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t2648"/>
            <p:cNvSpPr/>
            <p:nvPr/>
          </p:nvSpPr>
          <p:spPr>
            <a:xfrm>
              <a:off x="5261422" y="2285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t2649"/>
            <p:cNvSpPr/>
            <p:nvPr/>
          </p:nvSpPr>
          <p:spPr>
            <a:xfrm>
              <a:off x="5496616" y="2154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t2650"/>
            <p:cNvSpPr/>
            <p:nvPr/>
          </p:nvSpPr>
          <p:spPr>
            <a:xfrm>
              <a:off x="5380969" y="223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t2651"/>
            <p:cNvSpPr/>
            <p:nvPr/>
          </p:nvSpPr>
          <p:spPr>
            <a:xfrm>
              <a:off x="5124166" y="2534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t2652"/>
            <p:cNvSpPr/>
            <p:nvPr/>
          </p:nvSpPr>
          <p:spPr>
            <a:xfrm>
              <a:off x="5413639" y="2235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t2653"/>
            <p:cNvSpPr/>
            <p:nvPr/>
          </p:nvSpPr>
          <p:spPr>
            <a:xfrm>
              <a:off x="5271091" y="2222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t2654"/>
            <p:cNvSpPr/>
            <p:nvPr/>
          </p:nvSpPr>
          <p:spPr>
            <a:xfrm>
              <a:off x="5345150" y="2285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t2655"/>
            <p:cNvSpPr/>
            <p:nvPr/>
          </p:nvSpPr>
          <p:spPr>
            <a:xfrm>
              <a:off x="5066894" y="2547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t2656"/>
            <p:cNvSpPr/>
            <p:nvPr/>
          </p:nvSpPr>
          <p:spPr>
            <a:xfrm>
              <a:off x="5557781" y="2187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t2657"/>
            <p:cNvSpPr/>
            <p:nvPr/>
          </p:nvSpPr>
          <p:spPr>
            <a:xfrm>
              <a:off x="5419434" y="2219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t2658"/>
            <p:cNvSpPr/>
            <p:nvPr/>
          </p:nvSpPr>
          <p:spPr>
            <a:xfrm>
              <a:off x="5140712" y="2671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t2659"/>
            <p:cNvSpPr/>
            <p:nvPr/>
          </p:nvSpPr>
          <p:spPr>
            <a:xfrm>
              <a:off x="5261377" y="2234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t2660"/>
            <p:cNvSpPr/>
            <p:nvPr/>
          </p:nvSpPr>
          <p:spPr>
            <a:xfrm>
              <a:off x="5363242" y="191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t2661"/>
            <p:cNvSpPr/>
            <p:nvPr/>
          </p:nvSpPr>
          <p:spPr>
            <a:xfrm>
              <a:off x="5753100" y="1844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t2662"/>
            <p:cNvSpPr/>
            <p:nvPr/>
          </p:nvSpPr>
          <p:spPr>
            <a:xfrm>
              <a:off x="5687834" y="2099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t2663"/>
            <p:cNvSpPr/>
            <p:nvPr/>
          </p:nvSpPr>
          <p:spPr>
            <a:xfrm>
              <a:off x="5511263" y="2102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t2664"/>
            <p:cNvSpPr/>
            <p:nvPr/>
          </p:nvSpPr>
          <p:spPr>
            <a:xfrm>
              <a:off x="5685472" y="1920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t2665"/>
            <p:cNvSpPr/>
            <p:nvPr/>
          </p:nvSpPr>
          <p:spPr>
            <a:xfrm>
              <a:off x="5661757" y="1738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t2666"/>
            <p:cNvSpPr/>
            <p:nvPr/>
          </p:nvSpPr>
          <p:spPr>
            <a:xfrm>
              <a:off x="5402266" y="2234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t2667"/>
            <p:cNvSpPr/>
            <p:nvPr/>
          </p:nvSpPr>
          <p:spPr>
            <a:xfrm>
              <a:off x="5710162" y="1822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t2668"/>
            <p:cNvSpPr/>
            <p:nvPr/>
          </p:nvSpPr>
          <p:spPr>
            <a:xfrm>
              <a:off x="5349022" y="2286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t2669"/>
            <p:cNvSpPr/>
            <p:nvPr/>
          </p:nvSpPr>
          <p:spPr>
            <a:xfrm>
              <a:off x="5812587" y="1619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t2670"/>
            <p:cNvSpPr/>
            <p:nvPr/>
          </p:nvSpPr>
          <p:spPr>
            <a:xfrm>
              <a:off x="4996902" y="2535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t2671"/>
            <p:cNvSpPr/>
            <p:nvPr/>
          </p:nvSpPr>
          <p:spPr>
            <a:xfrm>
              <a:off x="5110887" y="2601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t2672"/>
            <p:cNvSpPr/>
            <p:nvPr/>
          </p:nvSpPr>
          <p:spPr>
            <a:xfrm>
              <a:off x="5496582" y="2187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t2673"/>
            <p:cNvSpPr/>
            <p:nvPr/>
          </p:nvSpPr>
          <p:spPr>
            <a:xfrm>
              <a:off x="4940422" y="185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t2674"/>
            <p:cNvSpPr/>
            <p:nvPr/>
          </p:nvSpPr>
          <p:spPr>
            <a:xfrm>
              <a:off x="5329016" y="2163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t2675"/>
            <p:cNvSpPr/>
            <p:nvPr/>
          </p:nvSpPr>
          <p:spPr>
            <a:xfrm>
              <a:off x="5449123" y="1950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t2676"/>
            <p:cNvSpPr/>
            <p:nvPr/>
          </p:nvSpPr>
          <p:spPr>
            <a:xfrm>
              <a:off x="5365237" y="2046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t2677"/>
            <p:cNvSpPr/>
            <p:nvPr/>
          </p:nvSpPr>
          <p:spPr>
            <a:xfrm>
              <a:off x="4894644" y="203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t2678"/>
            <p:cNvSpPr/>
            <p:nvPr/>
          </p:nvSpPr>
          <p:spPr>
            <a:xfrm>
              <a:off x="5462109" y="206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t2679"/>
            <p:cNvSpPr/>
            <p:nvPr/>
          </p:nvSpPr>
          <p:spPr>
            <a:xfrm>
              <a:off x="5284192" y="2126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t2680"/>
            <p:cNvSpPr/>
            <p:nvPr/>
          </p:nvSpPr>
          <p:spPr>
            <a:xfrm>
              <a:off x="5084727" y="1990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t2681"/>
            <p:cNvSpPr/>
            <p:nvPr/>
          </p:nvSpPr>
          <p:spPr>
            <a:xfrm>
              <a:off x="5641433" y="2080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t2682"/>
            <p:cNvSpPr/>
            <p:nvPr/>
          </p:nvSpPr>
          <p:spPr>
            <a:xfrm>
              <a:off x="5345963" y="2137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t2683"/>
            <p:cNvSpPr/>
            <p:nvPr/>
          </p:nvSpPr>
          <p:spPr>
            <a:xfrm>
              <a:off x="5277888" y="2214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t2684"/>
            <p:cNvSpPr/>
            <p:nvPr/>
          </p:nvSpPr>
          <p:spPr>
            <a:xfrm>
              <a:off x="5738933" y="1813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t2685"/>
            <p:cNvSpPr/>
            <p:nvPr/>
          </p:nvSpPr>
          <p:spPr>
            <a:xfrm>
              <a:off x="5278782" y="2135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t2686"/>
            <p:cNvSpPr/>
            <p:nvPr/>
          </p:nvSpPr>
          <p:spPr>
            <a:xfrm>
              <a:off x="5225033" y="1919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t2687"/>
            <p:cNvSpPr/>
            <p:nvPr/>
          </p:nvSpPr>
          <p:spPr>
            <a:xfrm>
              <a:off x="4986669" y="2471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t2688"/>
            <p:cNvSpPr/>
            <p:nvPr/>
          </p:nvSpPr>
          <p:spPr>
            <a:xfrm>
              <a:off x="5677732" y="2033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t2689"/>
            <p:cNvSpPr/>
            <p:nvPr/>
          </p:nvSpPr>
          <p:spPr>
            <a:xfrm>
              <a:off x="5485011" y="2273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t2690"/>
            <p:cNvSpPr/>
            <p:nvPr/>
          </p:nvSpPr>
          <p:spPr>
            <a:xfrm>
              <a:off x="5463139" y="2035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t2691"/>
            <p:cNvSpPr/>
            <p:nvPr/>
          </p:nvSpPr>
          <p:spPr>
            <a:xfrm>
              <a:off x="5428780" y="2027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t2692"/>
            <p:cNvSpPr/>
            <p:nvPr/>
          </p:nvSpPr>
          <p:spPr>
            <a:xfrm>
              <a:off x="5297714" y="2188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t2693"/>
            <p:cNvSpPr/>
            <p:nvPr/>
          </p:nvSpPr>
          <p:spPr>
            <a:xfrm>
              <a:off x="5251113" y="2183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t2694"/>
            <p:cNvSpPr/>
            <p:nvPr/>
          </p:nvSpPr>
          <p:spPr>
            <a:xfrm>
              <a:off x="5641606" y="2041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t2695"/>
            <p:cNvSpPr/>
            <p:nvPr/>
          </p:nvSpPr>
          <p:spPr>
            <a:xfrm>
              <a:off x="5476912" y="2115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t2696"/>
            <p:cNvSpPr/>
            <p:nvPr/>
          </p:nvSpPr>
          <p:spPr>
            <a:xfrm>
              <a:off x="5319085" y="2180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t2697"/>
            <p:cNvSpPr/>
            <p:nvPr/>
          </p:nvSpPr>
          <p:spPr>
            <a:xfrm>
              <a:off x="5653499" y="1854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t2698"/>
            <p:cNvSpPr/>
            <p:nvPr/>
          </p:nvSpPr>
          <p:spPr>
            <a:xfrm>
              <a:off x="5032552" y="2306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t2699"/>
            <p:cNvSpPr/>
            <p:nvPr/>
          </p:nvSpPr>
          <p:spPr>
            <a:xfrm>
              <a:off x="5477316" y="2287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t2700"/>
            <p:cNvSpPr/>
            <p:nvPr/>
          </p:nvSpPr>
          <p:spPr>
            <a:xfrm>
              <a:off x="5070813" y="240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t2701"/>
            <p:cNvSpPr/>
            <p:nvPr/>
          </p:nvSpPr>
          <p:spPr>
            <a:xfrm>
              <a:off x="5127082" y="2652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t2702"/>
            <p:cNvSpPr/>
            <p:nvPr/>
          </p:nvSpPr>
          <p:spPr>
            <a:xfrm>
              <a:off x="5618705" y="2074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t2703"/>
            <p:cNvSpPr/>
            <p:nvPr/>
          </p:nvSpPr>
          <p:spPr>
            <a:xfrm>
              <a:off x="5371518" y="2091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t2704"/>
            <p:cNvSpPr/>
            <p:nvPr/>
          </p:nvSpPr>
          <p:spPr>
            <a:xfrm>
              <a:off x="5301418" y="2107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t2705"/>
            <p:cNvSpPr/>
            <p:nvPr/>
          </p:nvSpPr>
          <p:spPr>
            <a:xfrm>
              <a:off x="5621254" y="2077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t2706"/>
            <p:cNvSpPr/>
            <p:nvPr/>
          </p:nvSpPr>
          <p:spPr>
            <a:xfrm>
              <a:off x="5388350" y="2206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t2707"/>
            <p:cNvSpPr/>
            <p:nvPr/>
          </p:nvSpPr>
          <p:spPr>
            <a:xfrm>
              <a:off x="5517847" y="2175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t2708"/>
            <p:cNvSpPr/>
            <p:nvPr/>
          </p:nvSpPr>
          <p:spPr>
            <a:xfrm>
              <a:off x="5689186" y="2012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t2709"/>
            <p:cNvSpPr/>
            <p:nvPr/>
          </p:nvSpPr>
          <p:spPr>
            <a:xfrm>
              <a:off x="5498802" y="2088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t2710"/>
            <p:cNvSpPr/>
            <p:nvPr/>
          </p:nvSpPr>
          <p:spPr>
            <a:xfrm>
              <a:off x="5424726" y="2212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t2711"/>
            <p:cNvSpPr/>
            <p:nvPr/>
          </p:nvSpPr>
          <p:spPr>
            <a:xfrm>
              <a:off x="5429164" y="2027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t2712"/>
            <p:cNvSpPr/>
            <p:nvPr/>
          </p:nvSpPr>
          <p:spPr>
            <a:xfrm>
              <a:off x="5201964" y="2217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t2713"/>
            <p:cNvSpPr/>
            <p:nvPr/>
          </p:nvSpPr>
          <p:spPr>
            <a:xfrm>
              <a:off x="5104298" y="2634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t2714"/>
            <p:cNvSpPr/>
            <p:nvPr/>
          </p:nvSpPr>
          <p:spPr>
            <a:xfrm>
              <a:off x="5473126" y="2261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t2715"/>
            <p:cNvSpPr/>
            <p:nvPr/>
          </p:nvSpPr>
          <p:spPr>
            <a:xfrm>
              <a:off x="5543850" y="2285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t2716"/>
            <p:cNvSpPr/>
            <p:nvPr/>
          </p:nvSpPr>
          <p:spPr>
            <a:xfrm>
              <a:off x="5920721" y="1532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t2717"/>
            <p:cNvSpPr/>
            <p:nvPr/>
          </p:nvSpPr>
          <p:spPr>
            <a:xfrm>
              <a:off x="5534343" y="2204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t2718"/>
            <p:cNvSpPr/>
            <p:nvPr/>
          </p:nvSpPr>
          <p:spPr>
            <a:xfrm>
              <a:off x="5364754" y="2111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t2719"/>
            <p:cNvSpPr/>
            <p:nvPr/>
          </p:nvSpPr>
          <p:spPr>
            <a:xfrm>
              <a:off x="5747620" y="1930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t2720"/>
            <p:cNvSpPr/>
            <p:nvPr/>
          </p:nvSpPr>
          <p:spPr>
            <a:xfrm>
              <a:off x="5354875" y="2358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t2721"/>
            <p:cNvSpPr/>
            <p:nvPr/>
          </p:nvSpPr>
          <p:spPr>
            <a:xfrm>
              <a:off x="5002330" y="2417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t2722"/>
            <p:cNvSpPr/>
            <p:nvPr/>
          </p:nvSpPr>
          <p:spPr>
            <a:xfrm>
              <a:off x="5782714" y="2009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t2723"/>
            <p:cNvSpPr/>
            <p:nvPr/>
          </p:nvSpPr>
          <p:spPr>
            <a:xfrm>
              <a:off x="5569142" y="1997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t2724"/>
            <p:cNvSpPr/>
            <p:nvPr/>
          </p:nvSpPr>
          <p:spPr>
            <a:xfrm>
              <a:off x="5287023" y="2218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t2725"/>
            <p:cNvSpPr/>
            <p:nvPr/>
          </p:nvSpPr>
          <p:spPr>
            <a:xfrm>
              <a:off x="5242728" y="2200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t2726"/>
            <p:cNvSpPr/>
            <p:nvPr/>
          </p:nvSpPr>
          <p:spPr>
            <a:xfrm>
              <a:off x="5696075" y="2015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t2727"/>
            <p:cNvSpPr/>
            <p:nvPr/>
          </p:nvSpPr>
          <p:spPr>
            <a:xfrm>
              <a:off x="5111826" y="2587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t2728"/>
            <p:cNvSpPr/>
            <p:nvPr/>
          </p:nvSpPr>
          <p:spPr>
            <a:xfrm>
              <a:off x="5599644" y="2016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t2729"/>
            <p:cNvSpPr/>
            <p:nvPr/>
          </p:nvSpPr>
          <p:spPr>
            <a:xfrm>
              <a:off x="5308413" y="2182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t2730"/>
            <p:cNvSpPr/>
            <p:nvPr/>
          </p:nvSpPr>
          <p:spPr>
            <a:xfrm>
              <a:off x="5410046" y="2325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t2731"/>
            <p:cNvSpPr/>
            <p:nvPr/>
          </p:nvSpPr>
          <p:spPr>
            <a:xfrm>
              <a:off x="5452186" y="1848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t2732"/>
            <p:cNvSpPr/>
            <p:nvPr/>
          </p:nvSpPr>
          <p:spPr>
            <a:xfrm>
              <a:off x="5345038" y="2290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t2733"/>
            <p:cNvSpPr/>
            <p:nvPr/>
          </p:nvSpPr>
          <p:spPr>
            <a:xfrm>
              <a:off x="5567997" y="2103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t2734"/>
            <p:cNvSpPr/>
            <p:nvPr/>
          </p:nvSpPr>
          <p:spPr>
            <a:xfrm>
              <a:off x="5361990" y="2039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t2735"/>
            <p:cNvSpPr/>
            <p:nvPr/>
          </p:nvSpPr>
          <p:spPr>
            <a:xfrm>
              <a:off x="4934171" y="2129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t2736"/>
            <p:cNvSpPr/>
            <p:nvPr/>
          </p:nvSpPr>
          <p:spPr>
            <a:xfrm>
              <a:off x="5248036" y="2164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t2737"/>
            <p:cNvSpPr/>
            <p:nvPr/>
          </p:nvSpPr>
          <p:spPr>
            <a:xfrm>
              <a:off x="5292396" y="2056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t2738"/>
            <p:cNvSpPr/>
            <p:nvPr/>
          </p:nvSpPr>
          <p:spPr>
            <a:xfrm>
              <a:off x="5717635" y="1840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t2739"/>
            <p:cNvSpPr/>
            <p:nvPr/>
          </p:nvSpPr>
          <p:spPr>
            <a:xfrm>
              <a:off x="4887987" y="2855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t2740"/>
            <p:cNvSpPr/>
            <p:nvPr/>
          </p:nvSpPr>
          <p:spPr>
            <a:xfrm>
              <a:off x="5569334" y="1989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t2741"/>
            <p:cNvSpPr/>
            <p:nvPr/>
          </p:nvSpPr>
          <p:spPr>
            <a:xfrm>
              <a:off x="4744663" y="2519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t2742"/>
            <p:cNvSpPr/>
            <p:nvPr/>
          </p:nvSpPr>
          <p:spPr>
            <a:xfrm>
              <a:off x="5118409" y="2697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t2743"/>
            <p:cNvSpPr/>
            <p:nvPr/>
          </p:nvSpPr>
          <p:spPr>
            <a:xfrm>
              <a:off x="5160898" y="2334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t2744"/>
            <p:cNvSpPr/>
            <p:nvPr/>
          </p:nvSpPr>
          <p:spPr>
            <a:xfrm>
              <a:off x="5210157" y="2257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t2745"/>
            <p:cNvSpPr/>
            <p:nvPr/>
          </p:nvSpPr>
          <p:spPr>
            <a:xfrm>
              <a:off x="5305134" y="2090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t2746"/>
            <p:cNvSpPr/>
            <p:nvPr/>
          </p:nvSpPr>
          <p:spPr>
            <a:xfrm>
              <a:off x="5318943" y="2115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t2747"/>
            <p:cNvSpPr/>
            <p:nvPr/>
          </p:nvSpPr>
          <p:spPr>
            <a:xfrm>
              <a:off x="5502603" y="1991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t2748"/>
            <p:cNvSpPr/>
            <p:nvPr/>
          </p:nvSpPr>
          <p:spPr>
            <a:xfrm>
              <a:off x="5181319" y="2141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t2749"/>
            <p:cNvSpPr/>
            <p:nvPr/>
          </p:nvSpPr>
          <p:spPr>
            <a:xfrm>
              <a:off x="5510455" y="2157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t2750"/>
            <p:cNvSpPr/>
            <p:nvPr/>
          </p:nvSpPr>
          <p:spPr>
            <a:xfrm>
              <a:off x="4936545" y="1742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t2751"/>
            <p:cNvSpPr/>
            <p:nvPr/>
          </p:nvSpPr>
          <p:spPr>
            <a:xfrm>
              <a:off x="5472758" y="2245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t2752"/>
            <p:cNvSpPr/>
            <p:nvPr/>
          </p:nvSpPr>
          <p:spPr>
            <a:xfrm>
              <a:off x="5499629" y="2022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t2753"/>
            <p:cNvSpPr/>
            <p:nvPr/>
          </p:nvSpPr>
          <p:spPr>
            <a:xfrm>
              <a:off x="4745937" y="243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t2754"/>
            <p:cNvSpPr/>
            <p:nvPr/>
          </p:nvSpPr>
          <p:spPr>
            <a:xfrm>
              <a:off x="5636007" y="2026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t2755"/>
            <p:cNvSpPr/>
            <p:nvPr/>
          </p:nvSpPr>
          <p:spPr>
            <a:xfrm>
              <a:off x="5619976" y="2087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t2756"/>
            <p:cNvSpPr/>
            <p:nvPr/>
          </p:nvSpPr>
          <p:spPr>
            <a:xfrm>
              <a:off x="5772392" y="1947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t2757"/>
            <p:cNvSpPr/>
            <p:nvPr/>
          </p:nvSpPr>
          <p:spPr>
            <a:xfrm>
              <a:off x="4825328" y="2225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t2758"/>
            <p:cNvSpPr/>
            <p:nvPr/>
          </p:nvSpPr>
          <p:spPr>
            <a:xfrm>
              <a:off x="5476214" y="2132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t2759"/>
            <p:cNvSpPr/>
            <p:nvPr/>
          </p:nvSpPr>
          <p:spPr>
            <a:xfrm>
              <a:off x="5700496" y="1850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t2760"/>
            <p:cNvSpPr/>
            <p:nvPr/>
          </p:nvSpPr>
          <p:spPr>
            <a:xfrm>
              <a:off x="5735058" y="2061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t2761"/>
            <p:cNvSpPr/>
            <p:nvPr/>
          </p:nvSpPr>
          <p:spPr>
            <a:xfrm>
              <a:off x="5483086" y="2205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t2762"/>
            <p:cNvSpPr/>
            <p:nvPr/>
          </p:nvSpPr>
          <p:spPr>
            <a:xfrm>
              <a:off x="5366268" y="2074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t2763"/>
            <p:cNvSpPr/>
            <p:nvPr/>
          </p:nvSpPr>
          <p:spPr>
            <a:xfrm>
              <a:off x="4904553" y="1950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t2764"/>
            <p:cNvSpPr/>
            <p:nvPr/>
          </p:nvSpPr>
          <p:spPr>
            <a:xfrm>
              <a:off x="5511401" y="2277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t2765"/>
            <p:cNvSpPr/>
            <p:nvPr/>
          </p:nvSpPr>
          <p:spPr>
            <a:xfrm>
              <a:off x="5644941" y="187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t2766"/>
            <p:cNvSpPr/>
            <p:nvPr/>
          </p:nvSpPr>
          <p:spPr>
            <a:xfrm>
              <a:off x="5496296" y="227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t2767"/>
            <p:cNvSpPr/>
            <p:nvPr/>
          </p:nvSpPr>
          <p:spPr>
            <a:xfrm>
              <a:off x="5180849" y="1923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t2768"/>
            <p:cNvSpPr/>
            <p:nvPr/>
          </p:nvSpPr>
          <p:spPr>
            <a:xfrm>
              <a:off x="5546999" y="2169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t2769"/>
            <p:cNvSpPr/>
            <p:nvPr/>
          </p:nvSpPr>
          <p:spPr>
            <a:xfrm>
              <a:off x="5543067" y="2124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t2770"/>
            <p:cNvSpPr/>
            <p:nvPr/>
          </p:nvSpPr>
          <p:spPr>
            <a:xfrm>
              <a:off x="5672386" y="1756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t2771"/>
            <p:cNvSpPr/>
            <p:nvPr/>
          </p:nvSpPr>
          <p:spPr>
            <a:xfrm>
              <a:off x="5697299" y="2133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t2772"/>
            <p:cNvSpPr/>
            <p:nvPr/>
          </p:nvSpPr>
          <p:spPr>
            <a:xfrm>
              <a:off x="4915763" y="2126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t2773"/>
            <p:cNvSpPr/>
            <p:nvPr/>
          </p:nvSpPr>
          <p:spPr>
            <a:xfrm>
              <a:off x="5499932" y="2248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t2774"/>
            <p:cNvSpPr/>
            <p:nvPr/>
          </p:nvSpPr>
          <p:spPr>
            <a:xfrm>
              <a:off x="5523021" y="1983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t2775"/>
            <p:cNvSpPr/>
            <p:nvPr/>
          </p:nvSpPr>
          <p:spPr>
            <a:xfrm>
              <a:off x="5307052" y="2125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t2776"/>
            <p:cNvSpPr/>
            <p:nvPr/>
          </p:nvSpPr>
          <p:spPr>
            <a:xfrm>
              <a:off x="5713861" y="1953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t2777"/>
            <p:cNvSpPr/>
            <p:nvPr/>
          </p:nvSpPr>
          <p:spPr>
            <a:xfrm>
              <a:off x="5346845" y="227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t2778"/>
            <p:cNvSpPr/>
            <p:nvPr/>
          </p:nvSpPr>
          <p:spPr>
            <a:xfrm>
              <a:off x="5688368" y="2017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t2779"/>
            <p:cNvSpPr/>
            <p:nvPr/>
          </p:nvSpPr>
          <p:spPr>
            <a:xfrm>
              <a:off x="5702736" y="1847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t2780"/>
            <p:cNvSpPr/>
            <p:nvPr/>
          </p:nvSpPr>
          <p:spPr>
            <a:xfrm>
              <a:off x="5534403" y="2174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t2781"/>
            <p:cNvSpPr/>
            <p:nvPr/>
          </p:nvSpPr>
          <p:spPr>
            <a:xfrm>
              <a:off x="5745551" y="1837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t2782"/>
            <p:cNvSpPr/>
            <p:nvPr/>
          </p:nvSpPr>
          <p:spPr>
            <a:xfrm>
              <a:off x="5116829" y="2618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t2783"/>
            <p:cNvSpPr/>
            <p:nvPr/>
          </p:nvSpPr>
          <p:spPr>
            <a:xfrm>
              <a:off x="5177425" y="2198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t2784"/>
            <p:cNvSpPr/>
            <p:nvPr/>
          </p:nvSpPr>
          <p:spPr>
            <a:xfrm>
              <a:off x="5516827" y="203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t2785"/>
            <p:cNvSpPr/>
            <p:nvPr/>
          </p:nvSpPr>
          <p:spPr>
            <a:xfrm>
              <a:off x="5293286" y="2072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t2786"/>
            <p:cNvSpPr/>
            <p:nvPr/>
          </p:nvSpPr>
          <p:spPr>
            <a:xfrm>
              <a:off x="5200055" y="2130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t2787"/>
            <p:cNvSpPr/>
            <p:nvPr/>
          </p:nvSpPr>
          <p:spPr>
            <a:xfrm>
              <a:off x="5134265" y="2538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t2788"/>
            <p:cNvSpPr/>
            <p:nvPr/>
          </p:nvSpPr>
          <p:spPr>
            <a:xfrm>
              <a:off x="5050544" y="2498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t2789"/>
            <p:cNvSpPr/>
            <p:nvPr/>
          </p:nvSpPr>
          <p:spPr>
            <a:xfrm>
              <a:off x="5134681" y="2613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t2790"/>
            <p:cNvSpPr/>
            <p:nvPr/>
          </p:nvSpPr>
          <p:spPr>
            <a:xfrm>
              <a:off x="5206394" y="2219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t2791"/>
            <p:cNvSpPr/>
            <p:nvPr/>
          </p:nvSpPr>
          <p:spPr>
            <a:xfrm>
              <a:off x="5395044" y="2204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t2792"/>
            <p:cNvSpPr/>
            <p:nvPr/>
          </p:nvSpPr>
          <p:spPr>
            <a:xfrm>
              <a:off x="5306792" y="2068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t2793"/>
            <p:cNvSpPr/>
            <p:nvPr/>
          </p:nvSpPr>
          <p:spPr>
            <a:xfrm>
              <a:off x="5328926" y="2198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t2794"/>
            <p:cNvSpPr/>
            <p:nvPr/>
          </p:nvSpPr>
          <p:spPr>
            <a:xfrm>
              <a:off x="5620207" y="2124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t2795"/>
            <p:cNvSpPr/>
            <p:nvPr/>
          </p:nvSpPr>
          <p:spPr>
            <a:xfrm>
              <a:off x="5644835" y="1892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t2796"/>
            <p:cNvSpPr/>
            <p:nvPr/>
          </p:nvSpPr>
          <p:spPr>
            <a:xfrm>
              <a:off x="5090848" y="2337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t2797"/>
            <p:cNvSpPr/>
            <p:nvPr/>
          </p:nvSpPr>
          <p:spPr>
            <a:xfrm>
              <a:off x="5577813" y="2058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t2798"/>
            <p:cNvSpPr/>
            <p:nvPr/>
          </p:nvSpPr>
          <p:spPr>
            <a:xfrm>
              <a:off x="5230258" y="2033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t2799"/>
            <p:cNvSpPr/>
            <p:nvPr/>
          </p:nvSpPr>
          <p:spPr>
            <a:xfrm>
              <a:off x="5496387" y="2329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t2800"/>
            <p:cNvSpPr/>
            <p:nvPr/>
          </p:nvSpPr>
          <p:spPr>
            <a:xfrm>
              <a:off x="5169334" y="2350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t2801"/>
            <p:cNvSpPr/>
            <p:nvPr/>
          </p:nvSpPr>
          <p:spPr>
            <a:xfrm>
              <a:off x="5608657" y="1986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t2802"/>
            <p:cNvSpPr/>
            <p:nvPr/>
          </p:nvSpPr>
          <p:spPr>
            <a:xfrm>
              <a:off x="5346295" y="2229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t2803"/>
            <p:cNvSpPr/>
            <p:nvPr/>
          </p:nvSpPr>
          <p:spPr>
            <a:xfrm>
              <a:off x="5647392" y="1925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t2804"/>
            <p:cNvSpPr/>
            <p:nvPr/>
          </p:nvSpPr>
          <p:spPr>
            <a:xfrm>
              <a:off x="5440187" y="2088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t2805"/>
            <p:cNvSpPr/>
            <p:nvPr/>
          </p:nvSpPr>
          <p:spPr>
            <a:xfrm>
              <a:off x="5336244" y="2218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t2806"/>
            <p:cNvSpPr/>
            <p:nvPr/>
          </p:nvSpPr>
          <p:spPr>
            <a:xfrm>
              <a:off x="5216683" y="2096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t2807"/>
            <p:cNvSpPr/>
            <p:nvPr/>
          </p:nvSpPr>
          <p:spPr>
            <a:xfrm>
              <a:off x="5588931" y="2092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t2808"/>
            <p:cNvSpPr/>
            <p:nvPr/>
          </p:nvSpPr>
          <p:spPr>
            <a:xfrm>
              <a:off x="5456122" y="1867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t2809"/>
            <p:cNvSpPr/>
            <p:nvPr/>
          </p:nvSpPr>
          <p:spPr>
            <a:xfrm>
              <a:off x="5152194" y="2504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t2810"/>
            <p:cNvSpPr/>
            <p:nvPr/>
          </p:nvSpPr>
          <p:spPr>
            <a:xfrm>
              <a:off x="5303596" y="2202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t2811"/>
            <p:cNvSpPr/>
            <p:nvPr/>
          </p:nvSpPr>
          <p:spPr>
            <a:xfrm>
              <a:off x="5001462" y="2298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t2812"/>
            <p:cNvSpPr/>
            <p:nvPr/>
          </p:nvSpPr>
          <p:spPr>
            <a:xfrm>
              <a:off x="5191464" y="221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t2813"/>
            <p:cNvSpPr/>
            <p:nvPr/>
          </p:nvSpPr>
          <p:spPr>
            <a:xfrm>
              <a:off x="5567612" y="2026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t2814"/>
            <p:cNvSpPr/>
            <p:nvPr/>
          </p:nvSpPr>
          <p:spPr>
            <a:xfrm>
              <a:off x="5621043" y="2101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t2815"/>
            <p:cNvSpPr/>
            <p:nvPr/>
          </p:nvSpPr>
          <p:spPr>
            <a:xfrm>
              <a:off x="5427651" y="2163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t2816"/>
            <p:cNvSpPr/>
            <p:nvPr/>
          </p:nvSpPr>
          <p:spPr>
            <a:xfrm>
              <a:off x="5046398" y="2417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t2817"/>
            <p:cNvSpPr/>
            <p:nvPr/>
          </p:nvSpPr>
          <p:spPr>
            <a:xfrm>
              <a:off x="5040336" y="2612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t2818"/>
            <p:cNvSpPr/>
            <p:nvPr/>
          </p:nvSpPr>
          <p:spPr>
            <a:xfrm>
              <a:off x="5473138" y="2130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t2819"/>
            <p:cNvSpPr/>
            <p:nvPr/>
          </p:nvSpPr>
          <p:spPr>
            <a:xfrm>
              <a:off x="5422079" y="2171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t2820"/>
            <p:cNvSpPr/>
            <p:nvPr/>
          </p:nvSpPr>
          <p:spPr>
            <a:xfrm>
              <a:off x="4922553" y="2106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t2821"/>
            <p:cNvSpPr/>
            <p:nvPr/>
          </p:nvSpPr>
          <p:spPr>
            <a:xfrm>
              <a:off x="5481285" y="2144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t2822"/>
            <p:cNvSpPr/>
            <p:nvPr/>
          </p:nvSpPr>
          <p:spPr>
            <a:xfrm>
              <a:off x="5483803" y="2170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t2823"/>
            <p:cNvSpPr/>
            <p:nvPr/>
          </p:nvSpPr>
          <p:spPr>
            <a:xfrm>
              <a:off x="5188138" y="2333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t2824"/>
            <p:cNvSpPr/>
            <p:nvPr/>
          </p:nvSpPr>
          <p:spPr>
            <a:xfrm>
              <a:off x="5630669" y="2103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t2825"/>
            <p:cNvSpPr/>
            <p:nvPr/>
          </p:nvSpPr>
          <p:spPr>
            <a:xfrm>
              <a:off x="4908278" y="2083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t2826"/>
            <p:cNvSpPr/>
            <p:nvPr/>
          </p:nvSpPr>
          <p:spPr>
            <a:xfrm>
              <a:off x="5836218" y="1980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t2827"/>
            <p:cNvSpPr/>
            <p:nvPr/>
          </p:nvSpPr>
          <p:spPr>
            <a:xfrm>
              <a:off x="4751732" y="2503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t2828"/>
            <p:cNvSpPr/>
            <p:nvPr/>
          </p:nvSpPr>
          <p:spPr>
            <a:xfrm>
              <a:off x="5472459" y="2072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t2829"/>
            <p:cNvSpPr/>
            <p:nvPr/>
          </p:nvSpPr>
          <p:spPr>
            <a:xfrm>
              <a:off x="5821511" y="1851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t2830"/>
            <p:cNvSpPr/>
            <p:nvPr/>
          </p:nvSpPr>
          <p:spPr>
            <a:xfrm>
              <a:off x="5279033" y="2135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t2831"/>
            <p:cNvSpPr/>
            <p:nvPr/>
          </p:nvSpPr>
          <p:spPr>
            <a:xfrm>
              <a:off x="5459343" y="2082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t2832"/>
            <p:cNvSpPr/>
            <p:nvPr/>
          </p:nvSpPr>
          <p:spPr>
            <a:xfrm>
              <a:off x="5510559" y="2282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t2833"/>
            <p:cNvSpPr/>
            <p:nvPr/>
          </p:nvSpPr>
          <p:spPr>
            <a:xfrm>
              <a:off x="5198646" y="2157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t2834"/>
            <p:cNvSpPr/>
            <p:nvPr/>
          </p:nvSpPr>
          <p:spPr>
            <a:xfrm>
              <a:off x="5403125" y="2231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t2835"/>
            <p:cNvSpPr/>
            <p:nvPr/>
          </p:nvSpPr>
          <p:spPr>
            <a:xfrm>
              <a:off x="5554577" y="2245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t2836"/>
            <p:cNvSpPr/>
            <p:nvPr/>
          </p:nvSpPr>
          <p:spPr>
            <a:xfrm>
              <a:off x="5098975" y="2513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t2837"/>
            <p:cNvSpPr/>
            <p:nvPr/>
          </p:nvSpPr>
          <p:spPr>
            <a:xfrm>
              <a:off x="5701747" y="1984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t2838"/>
            <p:cNvSpPr/>
            <p:nvPr/>
          </p:nvSpPr>
          <p:spPr>
            <a:xfrm>
              <a:off x="5448536" y="1866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t2839"/>
            <p:cNvSpPr/>
            <p:nvPr/>
          </p:nvSpPr>
          <p:spPr>
            <a:xfrm>
              <a:off x="5618876" y="1977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t2840"/>
            <p:cNvSpPr/>
            <p:nvPr/>
          </p:nvSpPr>
          <p:spPr>
            <a:xfrm>
              <a:off x="4962295" y="2916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t2841"/>
            <p:cNvSpPr/>
            <p:nvPr/>
          </p:nvSpPr>
          <p:spPr>
            <a:xfrm>
              <a:off x="5631216" y="1968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t2842"/>
            <p:cNvSpPr/>
            <p:nvPr/>
          </p:nvSpPr>
          <p:spPr>
            <a:xfrm>
              <a:off x="5093310" y="2351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t2843"/>
            <p:cNvSpPr/>
            <p:nvPr/>
          </p:nvSpPr>
          <p:spPr>
            <a:xfrm>
              <a:off x="5628816" y="2152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t2844"/>
            <p:cNvSpPr/>
            <p:nvPr/>
          </p:nvSpPr>
          <p:spPr>
            <a:xfrm>
              <a:off x="5715402" y="1866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t2845"/>
            <p:cNvSpPr/>
            <p:nvPr/>
          </p:nvSpPr>
          <p:spPr>
            <a:xfrm>
              <a:off x="5041429" y="2265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t2846"/>
            <p:cNvSpPr/>
            <p:nvPr/>
          </p:nvSpPr>
          <p:spPr>
            <a:xfrm>
              <a:off x="5055887" y="2457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t2847"/>
            <p:cNvSpPr/>
            <p:nvPr/>
          </p:nvSpPr>
          <p:spPr>
            <a:xfrm>
              <a:off x="5240795" y="2056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t2848"/>
            <p:cNvSpPr/>
            <p:nvPr/>
          </p:nvSpPr>
          <p:spPr>
            <a:xfrm>
              <a:off x="5167402" y="2329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t2849"/>
            <p:cNvSpPr/>
            <p:nvPr/>
          </p:nvSpPr>
          <p:spPr>
            <a:xfrm>
              <a:off x="5669479" y="1677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t2850"/>
            <p:cNvSpPr/>
            <p:nvPr/>
          </p:nvSpPr>
          <p:spPr>
            <a:xfrm>
              <a:off x="5624627" y="2085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t2851"/>
            <p:cNvSpPr/>
            <p:nvPr/>
          </p:nvSpPr>
          <p:spPr>
            <a:xfrm>
              <a:off x="5541232" y="2155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t2852"/>
            <p:cNvSpPr/>
            <p:nvPr/>
          </p:nvSpPr>
          <p:spPr>
            <a:xfrm>
              <a:off x="5262331" y="2048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t2853"/>
            <p:cNvSpPr/>
            <p:nvPr/>
          </p:nvSpPr>
          <p:spPr>
            <a:xfrm>
              <a:off x="5257766" y="2186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t2854"/>
            <p:cNvSpPr/>
            <p:nvPr/>
          </p:nvSpPr>
          <p:spPr>
            <a:xfrm>
              <a:off x="5210972" y="2169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t2855"/>
            <p:cNvSpPr/>
            <p:nvPr/>
          </p:nvSpPr>
          <p:spPr>
            <a:xfrm>
              <a:off x="5779859" y="1800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t2856"/>
            <p:cNvSpPr/>
            <p:nvPr/>
          </p:nvSpPr>
          <p:spPr>
            <a:xfrm>
              <a:off x="5445159" y="2051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t2857"/>
            <p:cNvSpPr/>
            <p:nvPr/>
          </p:nvSpPr>
          <p:spPr>
            <a:xfrm>
              <a:off x="5631643" y="2091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t2858"/>
            <p:cNvSpPr/>
            <p:nvPr/>
          </p:nvSpPr>
          <p:spPr>
            <a:xfrm>
              <a:off x="5415519" y="2226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t2859"/>
            <p:cNvSpPr/>
            <p:nvPr/>
          </p:nvSpPr>
          <p:spPr>
            <a:xfrm>
              <a:off x="5455571" y="1904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t2860"/>
            <p:cNvSpPr/>
            <p:nvPr/>
          </p:nvSpPr>
          <p:spPr>
            <a:xfrm>
              <a:off x="5189013" y="2238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t2861"/>
            <p:cNvSpPr/>
            <p:nvPr/>
          </p:nvSpPr>
          <p:spPr>
            <a:xfrm>
              <a:off x="5091167" y="2525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t2862"/>
            <p:cNvSpPr/>
            <p:nvPr/>
          </p:nvSpPr>
          <p:spPr>
            <a:xfrm>
              <a:off x="5278381" y="2116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t2863"/>
            <p:cNvSpPr/>
            <p:nvPr/>
          </p:nvSpPr>
          <p:spPr>
            <a:xfrm>
              <a:off x="5605032" y="1866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t2864"/>
            <p:cNvSpPr/>
            <p:nvPr/>
          </p:nvSpPr>
          <p:spPr>
            <a:xfrm>
              <a:off x="5372046" y="2129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t2865"/>
            <p:cNvSpPr/>
            <p:nvPr/>
          </p:nvSpPr>
          <p:spPr>
            <a:xfrm>
              <a:off x="6133139" y="1988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t2866"/>
            <p:cNvSpPr/>
            <p:nvPr/>
          </p:nvSpPr>
          <p:spPr>
            <a:xfrm>
              <a:off x="5002781" y="2487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t2867"/>
            <p:cNvSpPr/>
            <p:nvPr/>
          </p:nvSpPr>
          <p:spPr>
            <a:xfrm>
              <a:off x="5555259" y="2266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t2868"/>
            <p:cNvSpPr/>
            <p:nvPr/>
          </p:nvSpPr>
          <p:spPr>
            <a:xfrm>
              <a:off x="5921346" y="2171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t2869"/>
            <p:cNvSpPr/>
            <p:nvPr/>
          </p:nvSpPr>
          <p:spPr>
            <a:xfrm>
              <a:off x="5397945" y="2247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t2870"/>
            <p:cNvSpPr/>
            <p:nvPr/>
          </p:nvSpPr>
          <p:spPr>
            <a:xfrm>
              <a:off x="5559837" y="2185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t2871"/>
            <p:cNvSpPr/>
            <p:nvPr/>
          </p:nvSpPr>
          <p:spPr>
            <a:xfrm>
              <a:off x="5767424" y="2136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t2872"/>
            <p:cNvSpPr/>
            <p:nvPr/>
          </p:nvSpPr>
          <p:spPr>
            <a:xfrm>
              <a:off x="5215357" y="2091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t2873"/>
            <p:cNvSpPr/>
            <p:nvPr/>
          </p:nvSpPr>
          <p:spPr>
            <a:xfrm>
              <a:off x="5399379" y="2180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t2874"/>
            <p:cNvSpPr/>
            <p:nvPr/>
          </p:nvSpPr>
          <p:spPr>
            <a:xfrm>
              <a:off x="5481788" y="2207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t2875"/>
            <p:cNvSpPr/>
            <p:nvPr/>
          </p:nvSpPr>
          <p:spPr>
            <a:xfrm>
              <a:off x="5449135" y="1992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t2876"/>
            <p:cNvSpPr/>
            <p:nvPr/>
          </p:nvSpPr>
          <p:spPr>
            <a:xfrm>
              <a:off x="5366887" y="1972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t2877"/>
            <p:cNvSpPr/>
            <p:nvPr/>
          </p:nvSpPr>
          <p:spPr>
            <a:xfrm>
              <a:off x="5613010" y="2076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t2878"/>
            <p:cNvSpPr/>
            <p:nvPr/>
          </p:nvSpPr>
          <p:spPr>
            <a:xfrm>
              <a:off x="5626804" y="199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t2879"/>
            <p:cNvSpPr/>
            <p:nvPr/>
          </p:nvSpPr>
          <p:spPr>
            <a:xfrm>
              <a:off x="5776148" y="1960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t2880"/>
            <p:cNvSpPr/>
            <p:nvPr/>
          </p:nvSpPr>
          <p:spPr>
            <a:xfrm>
              <a:off x="5401152" y="2238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t2881"/>
            <p:cNvSpPr/>
            <p:nvPr/>
          </p:nvSpPr>
          <p:spPr>
            <a:xfrm>
              <a:off x="5895941" y="1540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t2882"/>
            <p:cNvSpPr/>
            <p:nvPr/>
          </p:nvSpPr>
          <p:spPr>
            <a:xfrm>
              <a:off x="5190925" y="207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t2883"/>
            <p:cNvSpPr/>
            <p:nvPr/>
          </p:nvSpPr>
          <p:spPr>
            <a:xfrm>
              <a:off x="5474370" y="2280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t2884"/>
            <p:cNvSpPr/>
            <p:nvPr/>
          </p:nvSpPr>
          <p:spPr>
            <a:xfrm>
              <a:off x="5527854" y="2115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t2885"/>
            <p:cNvSpPr/>
            <p:nvPr/>
          </p:nvSpPr>
          <p:spPr>
            <a:xfrm>
              <a:off x="5533021" y="2164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t2886"/>
            <p:cNvSpPr/>
            <p:nvPr/>
          </p:nvSpPr>
          <p:spPr>
            <a:xfrm>
              <a:off x="4798890" y="2638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t2887"/>
            <p:cNvSpPr/>
            <p:nvPr/>
          </p:nvSpPr>
          <p:spPr>
            <a:xfrm>
              <a:off x="5293735" y="2056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t2888"/>
            <p:cNvSpPr/>
            <p:nvPr/>
          </p:nvSpPr>
          <p:spPr>
            <a:xfrm>
              <a:off x="6026980" y="1634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t2889"/>
            <p:cNvSpPr/>
            <p:nvPr/>
          </p:nvSpPr>
          <p:spPr>
            <a:xfrm>
              <a:off x="5425258" y="2193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t2890"/>
            <p:cNvSpPr/>
            <p:nvPr/>
          </p:nvSpPr>
          <p:spPr>
            <a:xfrm>
              <a:off x="5130895" y="2385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t2891"/>
            <p:cNvSpPr/>
            <p:nvPr/>
          </p:nvSpPr>
          <p:spPr>
            <a:xfrm>
              <a:off x="5162500" y="2372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t2892"/>
            <p:cNvSpPr/>
            <p:nvPr/>
          </p:nvSpPr>
          <p:spPr>
            <a:xfrm>
              <a:off x="5496302" y="2199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t2893"/>
            <p:cNvSpPr/>
            <p:nvPr/>
          </p:nvSpPr>
          <p:spPr>
            <a:xfrm>
              <a:off x="5112534" y="2644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t2894"/>
            <p:cNvSpPr/>
            <p:nvPr/>
          </p:nvSpPr>
          <p:spPr>
            <a:xfrm>
              <a:off x="5521922" y="2083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t2895"/>
            <p:cNvSpPr/>
            <p:nvPr/>
          </p:nvSpPr>
          <p:spPr>
            <a:xfrm>
              <a:off x="5152132" y="2438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t2896"/>
            <p:cNvSpPr/>
            <p:nvPr/>
          </p:nvSpPr>
          <p:spPr>
            <a:xfrm>
              <a:off x="5421532" y="2123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t2897"/>
            <p:cNvSpPr/>
            <p:nvPr/>
          </p:nvSpPr>
          <p:spPr>
            <a:xfrm>
              <a:off x="5191883" y="202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t2898"/>
            <p:cNvSpPr/>
            <p:nvPr/>
          </p:nvSpPr>
          <p:spPr>
            <a:xfrm>
              <a:off x="5810670" y="1742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t2899"/>
            <p:cNvSpPr/>
            <p:nvPr/>
          </p:nvSpPr>
          <p:spPr>
            <a:xfrm>
              <a:off x="4924837" y="2289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t2900"/>
            <p:cNvSpPr/>
            <p:nvPr/>
          </p:nvSpPr>
          <p:spPr>
            <a:xfrm>
              <a:off x="5006452" y="224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t2901"/>
            <p:cNvSpPr/>
            <p:nvPr/>
          </p:nvSpPr>
          <p:spPr>
            <a:xfrm>
              <a:off x="5499412" y="2228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t2902"/>
            <p:cNvSpPr/>
            <p:nvPr/>
          </p:nvSpPr>
          <p:spPr>
            <a:xfrm>
              <a:off x="5296203" y="2236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t2903"/>
            <p:cNvSpPr/>
            <p:nvPr/>
          </p:nvSpPr>
          <p:spPr>
            <a:xfrm>
              <a:off x="5352512" y="2231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t2904"/>
            <p:cNvSpPr/>
            <p:nvPr/>
          </p:nvSpPr>
          <p:spPr>
            <a:xfrm>
              <a:off x="5736183" y="2127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t2905"/>
            <p:cNvSpPr/>
            <p:nvPr/>
          </p:nvSpPr>
          <p:spPr>
            <a:xfrm>
              <a:off x="5276134" y="2229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t2906"/>
            <p:cNvSpPr/>
            <p:nvPr/>
          </p:nvSpPr>
          <p:spPr>
            <a:xfrm>
              <a:off x="5411365" y="2123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t2907"/>
            <p:cNvSpPr/>
            <p:nvPr/>
          </p:nvSpPr>
          <p:spPr>
            <a:xfrm>
              <a:off x="5524853" y="2118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t2908"/>
            <p:cNvSpPr/>
            <p:nvPr/>
          </p:nvSpPr>
          <p:spPr>
            <a:xfrm>
              <a:off x="5432271" y="2095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t2909"/>
            <p:cNvSpPr/>
            <p:nvPr/>
          </p:nvSpPr>
          <p:spPr>
            <a:xfrm>
              <a:off x="5629996" y="2050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t2910"/>
            <p:cNvSpPr/>
            <p:nvPr/>
          </p:nvSpPr>
          <p:spPr>
            <a:xfrm>
              <a:off x="5044139" y="2574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t2911"/>
            <p:cNvSpPr/>
            <p:nvPr/>
          </p:nvSpPr>
          <p:spPr>
            <a:xfrm>
              <a:off x="5502166" y="2094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t2912"/>
            <p:cNvSpPr/>
            <p:nvPr/>
          </p:nvSpPr>
          <p:spPr>
            <a:xfrm>
              <a:off x="5581769" y="2052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t2913"/>
            <p:cNvSpPr/>
            <p:nvPr/>
          </p:nvSpPr>
          <p:spPr>
            <a:xfrm>
              <a:off x="4750870" y="2792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t2914"/>
            <p:cNvSpPr/>
            <p:nvPr/>
          </p:nvSpPr>
          <p:spPr>
            <a:xfrm>
              <a:off x="5346751" y="2204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t2915"/>
            <p:cNvSpPr/>
            <p:nvPr/>
          </p:nvSpPr>
          <p:spPr>
            <a:xfrm>
              <a:off x="5239804" y="2151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t2916"/>
            <p:cNvSpPr/>
            <p:nvPr/>
          </p:nvSpPr>
          <p:spPr>
            <a:xfrm>
              <a:off x="5121719" y="2680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t2917"/>
            <p:cNvSpPr/>
            <p:nvPr/>
          </p:nvSpPr>
          <p:spPr>
            <a:xfrm>
              <a:off x="5960441" y="2069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t2918"/>
            <p:cNvSpPr/>
            <p:nvPr/>
          </p:nvSpPr>
          <p:spPr>
            <a:xfrm>
              <a:off x="5695244" y="2038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t2919"/>
            <p:cNvSpPr/>
            <p:nvPr/>
          </p:nvSpPr>
          <p:spPr>
            <a:xfrm>
              <a:off x="5546980" y="2227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t2920"/>
            <p:cNvSpPr/>
            <p:nvPr/>
          </p:nvSpPr>
          <p:spPr>
            <a:xfrm>
              <a:off x="5021779" y="2131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t2921"/>
            <p:cNvSpPr/>
            <p:nvPr/>
          </p:nvSpPr>
          <p:spPr>
            <a:xfrm>
              <a:off x="5478086" y="2336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t2922"/>
            <p:cNvSpPr/>
            <p:nvPr/>
          </p:nvSpPr>
          <p:spPr>
            <a:xfrm>
              <a:off x="4886777" y="2944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t2923"/>
            <p:cNvSpPr/>
            <p:nvPr/>
          </p:nvSpPr>
          <p:spPr>
            <a:xfrm>
              <a:off x="5580250" y="1964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t2924"/>
            <p:cNvSpPr/>
            <p:nvPr/>
          </p:nvSpPr>
          <p:spPr>
            <a:xfrm>
              <a:off x="5309911" y="2240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t2925"/>
            <p:cNvSpPr/>
            <p:nvPr/>
          </p:nvSpPr>
          <p:spPr>
            <a:xfrm>
              <a:off x="5512922" y="2130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t2926"/>
            <p:cNvSpPr/>
            <p:nvPr/>
          </p:nvSpPr>
          <p:spPr>
            <a:xfrm>
              <a:off x="5125673" y="2668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t2927"/>
            <p:cNvSpPr/>
            <p:nvPr/>
          </p:nvSpPr>
          <p:spPr>
            <a:xfrm>
              <a:off x="5401329" y="2099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t2928"/>
            <p:cNvSpPr/>
            <p:nvPr/>
          </p:nvSpPr>
          <p:spPr>
            <a:xfrm>
              <a:off x="5800651" y="2105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t2929"/>
            <p:cNvSpPr/>
            <p:nvPr/>
          </p:nvSpPr>
          <p:spPr>
            <a:xfrm>
              <a:off x="5457481" y="2089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t2930"/>
            <p:cNvSpPr/>
            <p:nvPr/>
          </p:nvSpPr>
          <p:spPr>
            <a:xfrm>
              <a:off x="5251767" y="2180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t2931"/>
            <p:cNvSpPr/>
            <p:nvPr/>
          </p:nvSpPr>
          <p:spPr>
            <a:xfrm>
              <a:off x="5084831" y="2022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t2932"/>
            <p:cNvSpPr/>
            <p:nvPr/>
          </p:nvSpPr>
          <p:spPr>
            <a:xfrm>
              <a:off x="5280305" y="2110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t2933"/>
            <p:cNvSpPr/>
            <p:nvPr/>
          </p:nvSpPr>
          <p:spPr>
            <a:xfrm>
              <a:off x="5202403" y="2056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t2934"/>
            <p:cNvSpPr/>
            <p:nvPr/>
          </p:nvSpPr>
          <p:spPr>
            <a:xfrm>
              <a:off x="5568626" y="2064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t2935"/>
            <p:cNvSpPr/>
            <p:nvPr/>
          </p:nvSpPr>
          <p:spPr>
            <a:xfrm>
              <a:off x="5170952" y="2251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t2936"/>
            <p:cNvSpPr/>
            <p:nvPr/>
          </p:nvSpPr>
          <p:spPr>
            <a:xfrm>
              <a:off x="5275339" y="2218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t2937"/>
            <p:cNvSpPr/>
            <p:nvPr/>
          </p:nvSpPr>
          <p:spPr>
            <a:xfrm>
              <a:off x="5423336" y="2148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t2938"/>
            <p:cNvSpPr/>
            <p:nvPr/>
          </p:nvSpPr>
          <p:spPr>
            <a:xfrm>
              <a:off x="5734473" y="2005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t2939"/>
            <p:cNvSpPr/>
            <p:nvPr/>
          </p:nvSpPr>
          <p:spPr>
            <a:xfrm>
              <a:off x="5634483" y="2128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t2940"/>
            <p:cNvSpPr/>
            <p:nvPr/>
          </p:nvSpPr>
          <p:spPr>
            <a:xfrm>
              <a:off x="5849414" y="188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t2941"/>
            <p:cNvSpPr/>
            <p:nvPr/>
          </p:nvSpPr>
          <p:spPr>
            <a:xfrm>
              <a:off x="5417572" y="2191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t2942"/>
            <p:cNvSpPr/>
            <p:nvPr/>
          </p:nvSpPr>
          <p:spPr>
            <a:xfrm>
              <a:off x="5397041" y="2122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t2943"/>
            <p:cNvSpPr/>
            <p:nvPr/>
          </p:nvSpPr>
          <p:spPr>
            <a:xfrm>
              <a:off x="5300605" y="2210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t2944"/>
            <p:cNvSpPr/>
            <p:nvPr/>
          </p:nvSpPr>
          <p:spPr>
            <a:xfrm>
              <a:off x="5312608" y="2045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t2945"/>
            <p:cNvSpPr/>
            <p:nvPr/>
          </p:nvSpPr>
          <p:spPr>
            <a:xfrm>
              <a:off x="5084369" y="2109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t2946"/>
            <p:cNvSpPr/>
            <p:nvPr/>
          </p:nvSpPr>
          <p:spPr>
            <a:xfrm>
              <a:off x="5196339" y="1989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t2947"/>
            <p:cNvSpPr/>
            <p:nvPr/>
          </p:nvSpPr>
          <p:spPr>
            <a:xfrm>
              <a:off x="5346062" y="2251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t2948"/>
            <p:cNvSpPr/>
            <p:nvPr/>
          </p:nvSpPr>
          <p:spPr>
            <a:xfrm>
              <a:off x="5386492" y="2195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t2949"/>
            <p:cNvSpPr/>
            <p:nvPr/>
          </p:nvSpPr>
          <p:spPr>
            <a:xfrm>
              <a:off x="5370394" y="2085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t2950"/>
            <p:cNvSpPr/>
            <p:nvPr/>
          </p:nvSpPr>
          <p:spPr>
            <a:xfrm>
              <a:off x="5279901" y="1945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t2951"/>
            <p:cNvSpPr/>
            <p:nvPr/>
          </p:nvSpPr>
          <p:spPr>
            <a:xfrm>
              <a:off x="5164894" y="2361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t2952"/>
            <p:cNvSpPr/>
            <p:nvPr/>
          </p:nvSpPr>
          <p:spPr>
            <a:xfrm>
              <a:off x="5322098" y="2188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t2953"/>
            <p:cNvSpPr/>
            <p:nvPr/>
          </p:nvSpPr>
          <p:spPr>
            <a:xfrm>
              <a:off x="5200928" y="2091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t2954"/>
            <p:cNvSpPr/>
            <p:nvPr/>
          </p:nvSpPr>
          <p:spPr>
            <a:xfrm>
              <a:off x="5215225" y="2006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t2955"/>
            <p:cNvSpPr/>
            <p:nvPr/>
          </p:nvSpPr>
          <p:spPr>
            <a:xfrm>
              <a:off x="5117225" y="237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t2956"/>
            <p:cNvSpPr/>
            <p:nvPr/>
          </p:nvSpPr>
          <p:spPr>
            <a:xfrm>
              <a:off x="5327771" y="2171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t2957"/>
            <p:cNvSpPr/>
            <p:nvPr/>
          </p:nvSpPr>
          <p:spPr>
            <a:xfrm>
              <a:off x="5297531" y="2209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t2958"/>
            <p:cNvSpPr/>
            <p:nvPr/>
          </p:nvSpPr>
          <p:spPr>
            <a:xfrm>
              <a:off x="5531448" y="2195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t2959"/>
            <p:cNvSpPr/>
            <p:nvPr/>
          </p:nvSpPr>
          <p:spPr>
            <a:xfrm>
              <a:off x="5432114" y="2156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t2960"/>
            <p:cNvSpPr/>
            <p:nvPr/>
          </p:nvSpPr>
          <p:spPr>
            <a:xfrm>
              <a:off x="5022456" y="2516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t2961"/>
            <p:cNvSpPr/>
            <p:nvPr/>
          </p:nvSpPr>
          <p:spPr>
            <a:xfrm>
              <a:off x="5452052" y="1991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t2962"/>
            <p:cNvSpPr/>
            <p:nvPr/>
          </p:nvSpPr>
          <p:spPr>
            <a:xfrm>
              <a:off x="5526645" y="213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t2963"/>
            <p:cNvSpPr/>
            <p:nvPr/>
          </p:nvSpPr>
          <p:spPr>
            <a:xfrm>
              <a:off x="5111905" y="2608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t2964"/>
            <p:cNvSpPr/>
            <p:nvPr/>
          </p:nvSpPr>
          <p:spPr>
            <a:xfrm>
              <a:off x="5114920" y="253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t2965"/>
            <p:cNvSpPr/>
            <p:nvPr/>
          </p:nvSpPr>
          <p:spPr>
            <a:xfrm>
              <a:off x="5713452" y="1884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t2966"/>
            <p:cNvSpPr/>
            <p:nvPr/>
          </p:nvSpPr>
          <p:spPr>
            <a:xfrm>
              <a:off x="5674977" y="1869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t2967"/>
            <p:cNvSpPr/>
            <p:nvPr/>
          </p:nvSpPr>
          <p:spPr>
            <a:xfrm>
              <a:off x="5718111" y="1798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t2968"/>
            <p:cNvSpPr/>
            <p:nvPr/>
          </p:nvSpPr>
          <p:spPr>
            <a:xfrm>
              <a:off x="5390248" y="2123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t2969"/>
            <p:cNvSpPr/>
            <p:nvPr/>
          </p:nvSpPr>
          <p:spPr>
            <a:xfrm>
              <a:off x="5757962" y="1865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t2970"/>
            <p:cNvSpPr/>
            <p:nvPr/>
          </p:nvSpPr>
          <p:spPr>
            <a:xfrm>
              <a:off x="5373242" y="2117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t2971"/>
            <p:cNvSpPr/>
            <p:nvPr/>
          </p:nvSpPr>
          <p:spPr>
            <a:xfrm>
              <a:off x="5029085" y="2402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t2972"/>
            <p:cNvSpPr/>
            <p:nvPr/>
          </p:nvSpPr>
          <p:spPr>
            <a:xfrm>
              <a:off x="5831558" y="1407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t2973"/>
            <p:cNvSpPr/>
            <p:nvPr/>
          </p:nvSpPr>
          <p:spPr>
            <a:xfrm>
              <a:off x="5459686" y="1972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t2974"/>
            <p:cNvSpPr/>
            <p:nvPr/>
          </p:nvSpPr>
          <p:spPr>
            <a:xfrm>
              <a:off x="5325713" y="2232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t2975"/>
            <p:cNvSpPr/>
            <p:nvPr/>
          </p:nvSpPr>
          <p:spPr>
            <a:xfrm>
              <a:off x="5815464" y="1923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t2976"/>
            <p:cNvSpPr/>
            <p:nvPr/>
          </p:nvSpPr>
          <p:spPr>
            <a:xfrm>
              <a:off x="5486402" y="2200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t2977"/>
            <p:cNvSpPr/>
            <p:nvPr/>
          </p:nvSpPr>
          <p:spPr>
            <a:xfrm>
              <a:off x="5262321" y="224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t2978"/>
            <p:cNvSpPr/>
            <p:nvPr/>
          </p:nvSpPr>
          <p:spPr>
            <a:xfrm>
              <a:off x="5418823" y="2025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t2979"/>
            <p:cNvSpPr/>
            <p:nvPr/>
          </p:nvSpPr>
          <p:spPr>
            <a:xfrm>
              <a:off x="5551860" y="2200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t2980"/>
            <p:cNvSpPr/>
            <p:nvPr/>
          </p:nvSpPr>
          <p:spPr>
            <a:xfrm>
              <a:off x="5380308" y="2110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t2981"/>
            <p:cNvSpPr/>
            <p:nvPr/>
          </p:nvSpPr>
          <p:spPr>
            <a:xfrm>
              <a:off x="5461505" y="1950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t2982"/>
            <p:cNvSpPr/>
            <p:nvPr/>
          </p:nvSpPr>
          <p:spPr>
            <a:xfrm>
              <a:off x="5850348" y="1918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t2983"/>
            <p:cNvSpPr/>
            <p:nvPr/>
          </p:nvSpPr>
          <p:spPr>
            <a:xfrm>
              <a:off x="5347202" y="2235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t2984"/>
            <p:cNvSpPr/>
            <p:nvPr/>
          </p:nvSpPr>
          <p:spPr>
            <a:xfrm>
              <a:off x="5195379" y="1967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t2985"/>
            <p:cNvSpPr/>
            <p:nvPr/>
          </p:nvSpPr>
          <p:spPr>
            <a:xfrm>
              <a:off x="5456966" y="1930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t2986"/>
            <p:cNvSpPr/>
            <p:nvPr/>
          </p:nvSpPr>
          <p:spPr>
            <a:xfrm>
              <a:off x="5828278" y="1962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t2987"/>
            <p:cNvSpPr/>
            <p:nvPr/>
          </p:nvSpPr>
          <p:spPr>
            <a:xfrm>
              <a:off x="5615347" y="2046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t2988"/>
            <p:cNvSpPr/>
            <p:nvPr/>
          </p:nvSpPr>
          <p:spPr>
            <a:xfrm>
              <a:off x="5475799" y="2016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t2989"/>
            <p:cNvSpPr/>
            <p:nvPr/>
          </p:nvSpPr>
          <p:spPr>
            <a:xfrm>
              <a:off x="5596471" y="1964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t2990"/>
            <p:cNvSpPr/>
            <p:nvPr/>
          </p:nvSpPr>
          <p:spPr>
            <a:xfrm>
              <a:off x="5197265" y="2001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t2991"/>
            <p:cNvSpPr/>
            <p:nvPr/>
          </p:nvSpPr>
          <p:spPr>
            <a:xfrm>
              <a:off x="5272251" y="2128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t2992"/>
            <p:cNvSpPr/>
            <p:nvPr/>
          </p:nvSpPr>
          <p:spPr>
            <a:xfrm>
              <a:off x="5693315" y="2042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t2993"/>
            <p:cNvSpPr/>
            <p:nvPr/>
          </p:nvSpPr>
          <p:spPr>
            <a:xfrm>
              <a:off x="4983141" y="2638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t2994"/>
            <p:cNvSpPr/>
            <p:nvPr/>
          </p:nvSpPr>
          <p:spPr>
            <a:xfrm>
              <a:off x="5522169" y="2220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t2995"/>
            <p:cNvSpPr/>
            <p:nvPr/>
          </p:nvSpPr>
          <p:spPr>
            <a:xfrm>
              <a:off x="5392439" y="2272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t2996"/>
            <p:cNvSpPr/>
            <p:nvPr/>
          </p:nvSpPr>
          <p:spPr>
            <a:xfrm>
              <a:off x="5164997" y="2297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t2997"/>
            <p:cNvSpPr/>
            <p:nvPr/>
          </p:nvSpPr>
          <p:spPr>
            <a:xfrm>
              <a:off x="5180488" y="2177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t2998"/>
            <p:cNvSpPr/>
            <p:nvPr/>
          </p:nvSpPr>
          <p:spPr>
            <a:xfrm>
              <a:off x="5359876" y="2277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t2999"/>
            <p:cNvSpPr/>
            <p:nvPr/>
          </p:nvSpPr>
          <p:spPr>
            <a:xfrm>
              <a:off x="5687166" y="209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t3000"/>
            <p:cNvSpPr/>
            <p:nvPr/>
          </p:nvSpPr>
          <p:spPr>
            <a:xfrm>
              <a:off x="5103248" y="2645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t3001"/>
            <p:cNvSpPr/>
            <p:nvPr/>
          </p:nvSpPr>
          <p:spPr>
            <a:xfrm>
              <a:off x="5824057" y="1818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t3002"/>
            <p:cNvSpPr/>
            <p:nvPr/>
          </p:nvSpPr>
          <p:spPr>
            <a:xfrm>
              <a:off x="5659759" y="1776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t3003"/>
            <p:cNvSpPr/>
            <p:nvPr/>
          </p:nvSpPr>
          <p:spPr>
            <a:xfrm>
              <a:off x="5798988" y="1899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t3004"/>
            <p:cNvSpPr/>
            <p:nvPr/>
          </p:nvSpPr>
          <p:spPr>
            <a:xfrm>
              <a:off x="5087507" y="1926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t3005"/>
            <p:cNvSpPr/>
            <p:nvPr/>
          </p:nvSpPr>
          <p:spPr>
            <a:xfrm>
              <a:off x="5354012" y="2169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t3006"/>
            <p:cNvSpPr/>
            <p:nvPr/>
          </p:nvSpPr>
          <p:spPr>
            <a:xfrm>
              <a:off x="5253730" y="2198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t3007"/>
            <p:cNvSpPr/>
            <p:nvPr/>
          </p:nvSpPr>
          <p:spPr>
            <a:xfrm>
              <a:off x="5612348" y="2026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t3008"/>
            <p:cNvSpPr/>
            <p:nvPr/>
          </p:nvSpPr>
          <p:spPr>
            <a:xfrm>
              <a:off x="5153921" y="2503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t3009"/>
            <p:cNvSpPr/>
            <p:nvPr/>
          </p:nvSpPr>
          <p:spPr>
            <a:xfrm>
              <a:off x="4962834" y="2521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t3010"/>
            <p:cNvSpPr/>
            <p:nvPr/>
          </p:nvSpPr>
          <p:spPr>
            <a:xfrm>
              <a:off x="5464684" y="1937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t3011"/>
            <p:cNvSpPr/>
            <p:nvPr/>
          </p:nvSpPr>
          <p:spPr>
            <a:xfrm>
              <a:off x="5782390" y="1956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t3012"/>
            <p:cNvSpPr/>
            <p:nvPr/>
          </p:nvSpPr>
          <p:spPr>
            <a:xfrm>
              <a:off x="4948480" y="2718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t3013"/>
            <p:cNvSpPr/>
            <p:nvPr/>
          </p:nvSpPr>
          <p:spPr>
            <a:xfrm>
              <a:off x="5091120" y="2491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t3014"/>
            <p:cNvSpPr/>
            <p:nvPr/>
          </p:nvSpPr>
          <p:spPr>
            <a:xfrm>
              <a:off x="5172436" y="226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t3015"/>
            <p:cNvSpPr/>
            <p:nvPr/>
          </p:nvSpPr>
          <p:spPr>
            <a:xfrm>
              <a:off x="5627698" y="1930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t3016"/>
            <p:cNvSpPr/>
            <p:nvPr/>
          </p:nvSpPr>
          <p:spPr>
            <a:xfrm>
              <a:off x="5683317" y="1845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t3017"/>
            <p:cNvSpPr/>
            <p:nvPr/>
          </p:nvSpPr>
          <p:spPr>
            <a:xfrm>
              <a:off x="5430007" y="2133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t3018"/>
            <p:cNvSpPr/>
            <p:nvPr/>
          </p:nvSpPr>
          <p:spPr>
            <a:xfrm>
              <a:off x="5535887" y="2183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t3019"/>
            <p:cNvSpPr/>
            <p:nvPr/>
          </p:nvSpPr>
          <p:spPr>
            <a:xfrm>
              <a:off x="5382453" y="2320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t3020"/>
            <p:cNvSpPr/>
            <p:nvPr/>
          </p:nvSpPr>
          <p:spPr>
            <a:xfrm>
              <a:off x="5786304" y="1877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t3021"/>
            <p:cNvSpPr/>
            <p:nvPr/>
          </p:nvSpPr>
          <p:spPr>
            <a:xfrm>
              <a:off x="5110770" y="2651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t3022"/>
            <p:cNvSpPr/>
            <p:nvPr/>
          </p:nvSpPr>
          <p:spPr>
            <a:xfrm>
              <a:off x="5444009" y="2016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t3023"/>
            <p:cNvSpPr/>
            <p:nvPr/>
          </p:nvSpPr>
          <p:spPr>
            <a:xfrm>
              <a:off x="5579865" y="2121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t3024"/>
            <p:cNvSpPr/>
            <p:nvPr/>
          </p:nvSpPr>
          <p:spPr>
            <a:xfrm>
              <a:off x="5737199" y="1992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t3025"/>
            <p:cNvSpPr/>
            <p:nvPr/>
          </p:nvSpPr>
          <p:spPr>
            <a:xfrm>
              <a:off x="5400388" y="2214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t3026"/>
            <p:cNvSpPr/>
            <p:nvPr/>
          </p:nvSpPr>
          <p:spPr>
            <a:xfrm>
              <a:off x="5736652" y="1945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t3027"/>
            <p:cNvSpPr/>
            <p:nvPr/>
          </p:nvSpPr>
          <p:spPr>
            <a:xfrm>
              <a:off x="5861491" y="1828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t3028"/>
            <p:cNvSpPr/>
            <p:nvPr/>
          </p:nvSpPr>
          <p:spPr>
            <a:xfrm>
              <a:off x="5675652" y="1858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t3029"/>
            <p:cNvSpPr/>
            <p:nvPr/>
          </p:nvSpPr>
          <p:spPr>
            <a:xfrm>
              <a:off x="5677443" y="1943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t3030"/>
            <p:cNvSpPr/>
            <p:nvPr/>
          </p:nvSpPr>
          <p:spPr>
            <a:xfrm>
              <a:off x="5424766" y="2126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t3031"/>
            <p:cNvSpPr/>
            <p:nvPr/>
          </p:nvSpPr>
          <p:spPr>
            <a:xfrm>
              <a:off x="5303847" y="2125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t3032"/>
            <p:cNvSpPr/>
            <p:nvPr/>
          </p:nvSpPr>
          <p:spPr>
            <a:xfrm>
              <a:off x="5227853" y="2006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t3033"/>
            <p:cNvSpPr/>
            <p:nvPr/>
          </p:nvSpPr>
          <p:spPr>
            <a:xfrm>
              <a:off x="5539471" y="2065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t3034"/>
            <p:cNvSpPr/>
            <p:nvPr/>
          </p:nvSpPr>
          <p:spPr>
            <a:xfrm>
              <a:off x="5881786" y="177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t3035"/>
            <p:cNvSpPr/>
            <p:nvPr/>
          </p:nvSpPr>
          <p:spPr>
            <a:xfrm>
              <a:off x="5512080" y="2121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t3036"/>
            <p:cNvSpPr/>
            <p:nvPr/>
          </p:nvSpPr>
          <p:spPr>
            <a:xfrm>
              <a:off x="5542511" y="2163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t3037"/>
            <p:cNvSpPr/>
            <p:nvPr/>
          </p:nvSpPr>
          <p:spPr>
            <a:xfrm>
              <a:off x="5287123" y="2103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t3038"/>
            <p:cNvSpPr/>
            <p:nvPr/>
          </p:nvSpPr>
          <p:spPr>
            <a:xfrm>
              <a:off x="5145386" y="2846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t3039"/>
            <p:cNvSpPr/>
            <p:nvPr/>
          </p:nvSpPr>
          <p:spPr>
            <a:xfrm>
              <a:off x="5407364" y="2284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t3040"/>
            <p:cNvSpPr/>
            <p:nvPr/>
          </p:nvSpPr>
          <p:spPr>
            <a:xfrm>
              <a:off x="5237690" y="2156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t3041"/>
            <p:cNvSpPr/>
            <p:nvPr/>
          </p:nvSpPr>
          <p:spPr>
            <a:xfrm>
              <a:off x="5354267" y="2256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t3042"/>
            <p:cNvSpPr/>
            <p:nvPr/>
          </p:nvSpPr>
          <p:spPr>
            <a:xfrm>
              <a:off x="5648144" y="1921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t3043"/>
            <p:cNvSpPr/>
            <p:nvPr/>
          </p:nvSpPr>
          <p:spPr>
            <a:xfrm>
              <a:off x="5580274" y="1965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t3044"/>
            <p:cNvSpPr/>
            <p:nvPr/>
          </p:nvSpPr>
          <p:spPr>
            <a:xfrm>
              <a:off x="5837840" y="168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t3045"/>
            <p:cNvSpPr/>
            <p:nvPr/>
          </p:nvSpPr>
          <p:spPr>
            <a:xfrm>
              <a:off x="5506585" y="2326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t3046"/>
            <p:cNvSpPr/>
            <p:nvPr/>
          </p:nvSpPr>
          <p:spPr>
            <a:xfrm>
              <a:off x="5617733" y="2095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t3047"/>
            <p:cNvSpPr/>
            <p:nvPr/>
          </p:nvSpPr>
          <p:spPr>
            <a:xfrm>
              <a:off x="5220979" y="2130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t3048"/>
            <p:cNvSpPr/>
            <p:nvPr/>
          </p:nvSpPr>
          <p:spPr>
            <a:xfrm>
              <a:off x="5102990" y="2740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t3049"/>
            <p:cNvSpPr/>
            <p:nvPr/>
          </p:nvSpPr>
          <p:spPr>
            <a:xfrm>
              <a:off x="5474429" y="2186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t3050"/>
            <p:cNvSpPr/>
            <p:nvPr/>
          </p:nvSpPr>
          <p:spPr>
            <a:xfrm>
              <a:off x="5341071" y="2257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t3051"/>
            <p:cNvSpPr/>
            <p:nvPr/>
          </p:nvSpPr>
          <p:spPr>
            <a:xfrm>
              <a:off x="5157261" y="2543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t3052"/>
            <p:cNvSpPr/>
            <p:nvPr/>
          </p:nvSpPr>
          <p:spPr>
            <a:xfrm>
              <a:off x="5329866" y="2120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t3053"/>
            <p:cNvSpPr/>
            <p:nvPr/>
          </p:nvSpPr>
          <p:spPr>
            <a:xfrm>
              <a:off x="5419509" y="2126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t3054"/>
            <p:cNvSpPr/>
            <p:nvPr/>
          </p:nvSpPr>
          <p:spPr>
            <a:xfrm>
              <a:off x="5335678" y="2149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t3055"/>
            <p:cNvSpPr/>
            <p:nvPr/>
          </p:nvSpPr>
          <p:spPr>
            <a:xfrm>
              <a:off x="5224672" y="182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t3056"/>
            <p:cNvSpPr/>
            <p:nvPr/>
          </p:nvSpPr>
          <p:spPr>
            <a:xfrm>
              <a:off x="5622170" y="2075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t3057"/>
            <p:cNvSpPr/>
            <p:nvPr/>
          </p:nvSpPr>
          <p:spPr>
            <a:xfrm>
              <a:off x="5355731" y="2249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t3058"/>
            <p:cNvSpPr/>
            <p:nvPr/>
          </p:nvSpPr>
          <p:spPr>
            <a:xfrm>
              <a:off x="5689646" y="2021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t3059"/>
            <p:cNvSpPr/>
            <p:nvPr/>
          </p:nvSpPr>
          <p:spPr>
            <a:xfrm>
              <a:off x="5316872" y="2162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t3060"/>
            <p:cNvSpPr/>
            <p:nvPr/>
          </p:nvSpPr>
          <p:spPr>
            <a:xfrm>
              <a:off x="5069316" y="2295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t3061"/>
            <p:cNvSpPr/>
            <p:nvPr/>
          </p:nvSpPr>
          <p:spPr>
            <a:xfrm>
              <a:off x="5212631" y="209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t3062"/>
            <p:cNvSpPr/>
            <p:nvPr/>
          </p:nvSpPr>
          <p:spPr>
            <a:xfrm>
              <a:off x="5312812" y="2114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t3063"/>
            <p:cNvSpPr/>
            <p:nvPr/>
          </p:nvSpPr>
          <p:spPr>
            <a:xfrm>
              <a:off x="5339886" y="2226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t3064"/>
            <p:cNvSpPr/>
            <p:nvPr/>
          </p:nvSpPr>
          <p:spPr>
            <a:xfrm>
              <a:off x="5230638" y="2004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t3065"/>
            <p:cNvSpPr/>
            <p:nvPr/>
          </p:nvSpPr>
          <p:spPr>
            <a:xfrm>
              <a:off x="5853881" y="1758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t3066"/>
            <p:cNvSpPr/>
            <p:nvPr/>
          </p:nvSpPr>
          <p:spPr>
            <a:xfrm>
              <a:off x="5255753" y="2185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t3067"/>
            <p:cNvSpPr/>
            <p:nvPr/>
          </p:nvSpPr>
          <p:spPr>
            <a:xfrm>
              <a:off x="4749948" y="2525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t3068"/>
            <p:cNvSpPr/>
            <p:nvPr/>
          </p:nvSpPr>
          <p:spPr>
            <a:xfrm>
              <a:off x="5260328" y="2278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t3069"/>
            <p:cNvSpPr/>
            <p:nvPr/>
          </p:nvSpPr>
          <p:spPr>
            <a:xfrm>
              <a:off x="5618182" y="1974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t3070"/>
            <p:cNvSpPr/>
            <p:nvPr/>
          </p:nvSpPr>
          <p:spPr>
            <a:xfrm>
              <a:off x="5385651" y="2200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t3071"/>
            <p:cNvSpPr/>
            <p:nvPr/>
          </p:nvSpPr>
          <p:spPr>
            <a:xfrm>
              <a:off x="5281113" y="2108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t3072"/>
            <p:cNvSpPr/>
            <p:nvPr/>
          </p:nvSpPr>
          <p:spPr>
            <a:xfrm>
              <a:off x="5504030" y="2124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t3073"/>
            <p:cNvSpPr/>
            <p:nvPr/>
          </p:nvSpPr>
          <p:spPr>
            <a:xfrm>
              <a:off x="5494978" y="2139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t3074"/>
            <p:cNvSpPr/>
            <p:nvPr/>
          </p:nvSpPr>
          <p:spPr>
            <a:xfrm>
              <a:off x="5307163" y="2205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t3075"/>
            <p:cNvSpPr/>
            <p:nvPr/>
          </p:nvSpPr>
          <p:spPr>
            <a:xfrm>
              <a:off x="5502819" y="2024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t3076"/>
            <p:cNvSpPr/>
            <p:nvPr/>
          </p:nvSpPr>
          <p:spPr>
            <a:xfrm>
              <a:off x="4824777" y="2655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t3077"/>
            <p:cNvSpPr/>
            <p:nvPr/>
          </p:nvSpPr>
          <p:spPr>
            <a:xfrm>
              <a:off x="5467117" y="2201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t3078"/>
            <p:cNvSpPr/>
            <p:nvPr/>
          </p:nvSpPr>
          <p:spPr>
            <a:xfrm>
              <a:off x="5232322" y="2174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t3079"/>
            <p:cNvSpPr/>
            <p:nvPr/>
          </p:nvSpPr>
          <p:spPr>
            <a:xfrm>
              <a:off x="5446514" y="2016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t3080"/>
            <p:cNvSpPr/>
            <p:nvPr/>
          </p:nvSpPr>
          <p:spPr>
            <a:xfrm>
              <a:off x="5625567" y="1970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t3081"/>
            <p:cNvSpPr/>
            <p:nvPr/>
          </p:nvSpPr>
          <p:spPr>
            <a:xfrm>
              <a:off x="5632578" y="2095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t3082"/>
            <p:cNvSpPr/>
            <p:nvPr/>
          </p:nvSpPr>
          <p:spPr>
            <a:xfrm>
              <a:off x="5374843" y="1947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t3083"/>
            <p:cNvSpPr/>
            <p:nvPr/>
          </p:nvSpPr>
          <p:spPr>
            <a:xfrm>
              <a:off x="5368712" y="2036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t3084"/>
            <p:cNvSpPr/>
            <p:nvPr/>
          </p:nvSpPr>
          <p:spPr>
            <a:xfrm>
              <a:off x="5447421" y="1984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t3085"/>
            <p:cNvSpPr/>
            <p:nvPr/>
          </p:nvSpPr>
          <p:spPr>
            <a:xfrm>
              <a:off x="5349959" y="2274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t3086"/>
            <p:cNvSpPr/>
            <p:nvPr/>
          </p:nvSpPr>
          <p:spPr>
            <a:xfrm>
              <a:off x="5693789" y="2021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t3087"/>
            <p:cNvSpPr/>
            <p:nvPr/>
          </p:nvSpPr>
          <p:spPr>
            <a:xfrm>
              <a:off x="5400106" y="2144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t3088"/>
            <p:cNvSpPr/>
            <p:nvPr/>
          </p:nvSpPr>
          <p:spPr>
            <a:xfrm>
              <a:off x="5594972" y="1854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t3089"/>
            <p:cNvSpPr/>
            <p:nvPr/>
          </p:nvSpPr>
          <p:spPr>
            <a:xfrm>
              <a:off x="5373630" y="2056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t3090"/>
            <p:cNvSpPr/>
            <p:nvPr/>
          </p:nvSpPr>
          <p:spPr>
            <a:xfrm>
              <a:off x="5661892" y="1637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t3091"/>
            <p:cNvSpPr/>
            <p:nvPr/>
          </p:nvSpPr>
          <p:spPr>
            <a:xfrm>
              <a:off x="5295181" y="2159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t3092"/>
            <p:cNvSpPr/>
            <p:nvPr/>
          </p:nvSpPr>
          <p:spPr>
            <a:xfrm>
              <a:off x="5601448" y="1984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t3093"/>
            <p:cNvSpPr/>
            <p:nvPr/>
          </p:nvSpPr>
          <p:spPr>
            <a:xfrm>
              <a:off x="5410257" y="2044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t3094"/>
            <p:cNvSpPr/>
            <p:nvPr/>
          </p:nvSpPr>
          <p:spPr>
            <a:xfrm>
              <a:off x="5508827" y="2158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t3095"/>
            <p:cNvSpPr/>
            <p:nvPr/>
          </p:nvSpPr>
          <p:spPr>
            <a:xfrm>
              <a:off x="6015266" y="2228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t3096"/>
            <p:cNvSpPr/>
            <p:nvPr/>
          </p:nvSpPr>
          <p:spPr>
            <a:xfrm>
              <a:off x="5000839" y="2304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t3097"/>
            <p:cNvSpPr/>
            <p:nvPr/>
          </p:nvSpPr>
          <p:spPr>
            <a:xfrm>
              <a:off x="5100551" y="2685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t3098"/>
            <p:cNvSpPr/>
            <p:nvPr/>
          </p:nvSpPr>
          <p:spPr>
            <a:xfrm>
              <a:off x="4951844" y="2688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t3099"/>
            <p:cNvSpPr/>
            <p:nvPr/>
          </p:nvSpPr>
          <p:spPr>
            <a:xfrm>
              <a:off x="5644105" y="1888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t3100"/>
            <p:cNvSpPr/>
            <p:nvPr/>
          </p:nvSpPr>
          <p:spPr>
            <a:xfrm>
              <a:off x="4728458" y="2801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t3101"/>
            <p:cNvSpPr/>
            <p:nvPr/>
          </p:nvSpPr>
          <p:spPr>
            <a:xfrm>
              <a:off x="5515736" y="2057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t3102"/>
            <p:cNvSpPr/>
            <p:nvPr/>
          </p:nvSpPr>
          <p:spPr>
            <a:xfrm>
              <a:off x="5338671" y="2035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t3103"/>
            <p:cNvSpPr/>
            <p:nvPr/>
          </p:nvSpPr>
          <p:spPr>
            <a:xfrm>
              <a:off x="4756764" y="2909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t3104"/>
            <p:cNvSpPr/>
            <p:nvPr/>
          </p:nvSpPr>
          <p:spPr>
            <a:xfrm>
              <a:off x="5447707" y="2001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t3105"/>
            <p:cNvSpPr/>
            <p:nvPr/>
          </p:nvSpPr>
          <p:spPr>
            <a:xfrm>
              <a:off x="5402492" y="2292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t3106"/>
            <p:cNvSpPr/>
            <p:nvPr/>
          </p:nvSpPr>
          <p:spPr>
            <a:xfrm>
              <a:off x="5031399" y="2380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t3107"/>
            <p:cNvSpPr/>
            <p:nvPr/>
          </p:nvSpPr>
          <p:spPr>
            <a:xfrm>
              <a:off x="5218667" y="2082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t3108"/>
            <p:cNvSpPr/>
            <p:nvPr/>
          </p:nvSpPr>
          <p:spPr>
            <a:xfrm>
              <a:off x="5487474" y="2220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t3109"/>
            <p:cNvSpPr/>
            <p:nvPr/>
          </p:nvSpPr>
          <p:spPr>
            <a:xfrm>
              <a:off x="5349163" y="2254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t3110"/>
            <p:cNvSpPr/>
            <p:nvPr/>
          </p:nvSpPr>
          <p:spPr>
            <a:xfrm>
              <a:off x="5517881" y="2289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t3111"/>
            <p:cNvSpPr/>
            <p:nvPr/>
          </p:nvSpPr>
          <p:spPr>
            <a:xfrm>
              <a:off x="5734991" y="1902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t3112"/>
            <p:cNvSpPr/>
            <p:nvPr/>
          </p:nvSpPr>
          <p:spPr>
            <a:xfrm>
              <a:off x="5706056" y="193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t3113"/>
            <p:cNvSpPr/>
            <p:nvPr/>
          </p:nvSpPr>
          <p:spPr>
            <a:xfrm>
              <a:off x="5432960" y="2029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t3114"/>
            <p:cNvSpPr/>
            <p:nvPr/>
          </p:nvSpPr>
          <p:spPr>
            <a:xfrm>
              <a:off x="5129421" y="2611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t3115"/>
            <p:cNvSpPr/>
            <p:nvPr/>
          </p:nvSpPr>
          <p:spPr>
            <a:xfrm>
              <a:off x="5484300" y="228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t3116"/>
            <p:cNvSpPr/>
            <p:nvPr/>
          </p:nvSpPr>
          <p:spPr>
            <a:xfrm>
              <a:off x="5316780" y="2284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t3117"/>
            <p:cNvSpPr/>
            <p:nvPr/>
          </p:nvSpPr>
          <p:spPr>
            <a:xfrm>
              <a:off x="5489083" y="2268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t3118"/>
            <p:cNvSpPr/>
            <p:nvPr/>
          </p:nvSpPr>
          <p:spPr>
            <a:xfrm>
              <a:off x="5041538" y="2571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t3119"/>
            <p:cNvSpPr/>
            <p:nvPr/>
          </p:nvSpPr>
          <p:spPr>
            <a:xfrm>
              <a:off x="5549427" y="2132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t3120"/>
            <p:cNvSpPr/>
            <p:nvPr/>
          </p:nvSpPr>
          <p:spPr>
            <a:xfrm>
              <a:off x="5435619" y="2102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t3121"/>
            <p:cNvSpPr/>
            <p:nvPr/>
          </p:nvSpPr>
          <p:spPr>
            <a:xfrm>
              <a:off x="5774669" y="2005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t3122"/>
            <p:cNvSpPr/>
            <p:nvPr/>
          </p:nvSpPr>
          <p:spPr>
            <a:xfrm>
              <a:off x="5384569" y="2198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t3123"/>
            <p:cNvSpPr/>
            <p:nvPr/>
          </p:nvSpPr>
          <p:spPr>
            <a:xfrm>
              <a:off x="5376747" y="2166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t3124"/>
            <p:cNvSpPr/>
            <p:nvPr/>
          </p:nvSpPr>
          <p:spPr>
            <a:xfrm>
              <a:off x="5521508" y="2174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t3125"/>
            <p:cNvSpPr/>
            <p:nvPr/>
          </p:nvSpPr>
          <p:spPr>
            <a:xfrm>
              <a:off x="5299178" y="2174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t3126"/>
            <p:cNvSpPr/>
            <p:nvPr/>
          </p:nvSpPr>
          <p:spPr>
            <a:xfrm>
              <a:off x="5704147" y="1907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t3127"/>
            <p:cNvSpPr/>
            <p:nvPr/>
          </p:nvSpPr>
          <p:spPr>
            <a:xfrm>
              <a:off x="5215689" y="2134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t3128"/>
            <p:cNvSpPr/>
            <p:nvPr/>
          </p:nvSpPr>
          <p:spPr>
            <a:xfrm>
              <a:off x="5434005" y="2102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t3129"/>
            <p:cNvSpPr/>
            <p:nvPr/>
          </p:nvSpPr>
          <p:spPr>
            <a:xfrm>
              <a:off x="5939928" y="1761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t3130"/>
            <p:cNvSpPr/>
            <p:nvPr/>
          </p:nvSpPr>
          <p:spPr>
            <a:xfrm>
              <a:off x="5409572" y="2212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t3131"/>
            <p:cNvSpPr/>
            <p:nvPr/>
          </p:nvSpPr>
          <p:spPr>
            <a:xfrm>
              <a:off x="5066201" y="2506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t3132"/>
            <p:cNvSpPr/>
            <p:nvPr/>
          </p:nvSpPr>
          <p:spPr>
            <a:xfrm>
              <a:off x="5085615" y="2122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t3133"/>
            <p:cNvSpPr/>
            <p:nvPr/>
          </p:nvSpPr>
          <p:spPr>
            <a:xfrm>
              <a:off x="6133976" y="2226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t3134"/>
            <p:cNvSpPr/>
            <p:nvPr/>
          </p:nvSpPr>
          <p:spPr>
            <a:xfrm>
              <a:off x="5260106" y="2100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t3135"/>
            <p:cNvSpPr/>
            <p:nvPr/>
          </p:nvSpPr>
          <p:spPr>
            <a:xfrm>
              <a:off x="5545754" y="218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t3136"/>
            <p:cNvSpPr/>
            <p:nvPr/>
          </p:nvSpPr>
          <p:spPr>
            <a:xfrm>
              <a:off x="4817597" y="2159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t3137"/>
            <p:cNvSpPr/>
            <p:nvPr/>
          </p:nvSpPr>
          <p:spPr>
            <a:xfrm>
              <a:off x="5241552" y="2109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t3138"/>
            <p:cNvSpPr/>
            <p:nvPr/>
          </p:nvSpPr>
          <p:spPr>
            <a:xfrm>
              <a:off x="5251335" y="2187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t3139"/>
            <p:cNvSpPr/>
            <p:nvPr/>
          </p:nvSpPr>
          <p:spPr>
            <a:xfrm>
              <a:off x="5603028" y="1926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t3140"/>
            <p:cNvSpPr/>
            <p:nvPr/>
          </p:nvSpPr>
          <p:spPr>
            <a:xfrm>
              <a:off x="5687588" y="2082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t3141"/>
            <p:cNvSpPr/>
            <p:nvPr/>
          </p:nvSpPr>
          <p:spPr>
            <a:xfrm>
              <a:off x="5644771" y="1811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t3142"/>
            <p:cNvSpPr/>
            <p:nvPr/>
          </p:nvSpPr>
          <p:spPr>
            <a:xfrm>
              <a:off x="5716175" y="1856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t3143"/>
            <p:cNvSpPr/>
            <p:nvPr/>
          </p:nvSpPr>
          <p:spPr>
            <a:xfrm>
              <a:off x="5092540" y="2578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t3144"/>
            <p:cNvSpPr/>
            <p:nvPr/>
          </p:nvSpPr>
          <p:spPr>
            <a:xfrm>
              <a:off x="5342107" y="2254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t3145"/>
            <p:cNvSpPr/>
            <p:nvPr/>
          </p:nvSpPr>
          <p:spPr>
            <a:xfrm>
              <a:off x="5214184" y="2209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t3146"/>
            <p:cNvSpPr/>
            <p:nvPr/>
          </p:nvSpPr>
          <p:spPr>
            <a:xfrm>
              <a:off x="5327195" y="2166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t3147"/>
            <p:cNvSpPr/>
            <p:nvPr/>
          </p:nvSpPr>
          <p:spPr>
            <a:xfrm>
              <a:off x="5561447" y="2250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t3148"/>
            <p:cNvSpPr/>
            <p:nvPr/>
          </p:nvSpPr>
          <p:spPr>
            <a:xfrm>
              <a:off x="5594179" y="199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t3149"/>
            <p:cNvSpPr/>
            <p:nvPr/>
          </p:nvSpPr>
          <p:spPr>
            <a:xfrm>
              <a:off x="5249994" y="2190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t3150"/>
            <p:cNvSpPr/>
            <p:nvPr/>
          </p:nvSpPr>
          <p:spPr>
            <a:xfrm>
              <a:off x="5464822" y="2099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t3151"/>
            <p:cNvSpPr/>
            <p:nvPr/>
          </p:nvSpPr>
          <p:spPr>
            <a:xfrm>
              <a:off x="5126318" y="2630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t3152"/>
            <p:cNvSpPr/>
            <p:nvPr/>
          </p:nvSpPr>
          <p:spPr>
            <a:xfrm>
              <a:off x="5153602" y="2537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t3153"/>
            <p:cNvSpPr/>
            <p:nvPr/>
          </p:nvSpPr>
          <p:spPr>
            <a:xfrm>
              <a:off x="5379334" y="2230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t3154"/>
            <p:cNvSpPr/>
            <p:nvPr/>
          </p:nvSpPr>
          <p:spPr>
            <a:xfrm>
              <a:off x="5642166" y="2067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t3155"/>
            <p:cNvSpPr/>
            <p:nvPr/>
          </p:nvSpPr>
          <p:spPr>
            <a:xfrm>
              <a:off x="5168435" y="2187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t3156"/>
            <p:cNvSpPr/>
            <p:nvPr/>
          </p:nvSpPr>
          <p:spPr>
            <a:xfrm>
              <a:off x="5506483" y="2197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t3157"/>
            <p:cNvSpPr/>
            <p:nvPr/>
          </p:nvSpPr>
          <p:spPr>
            <a:xfrm>
              <a:off x="5255794" y="2114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t3158"/>
            <p:cNvSpPr/>
            <p:nvPr/>
          </p:nvSpPr>
          <p:spPr>
            <a:xfrm>
              <a:off x="5580438" y="2199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t3159"/>
            <p:cNvSpPr/>
            <p:nvPr/>
          </p:nvSpPr>
          <p:spPr>
            <a:xfrm>
              <a:off x="5213463" y="2112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t3160"/>
            <p:cNvSpPr/>
            <p:nvPr/>
          </p:nvSpPr>
          <p:spPr>
            <a:xfrm>
              <a:off x="5120597" y="2759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t3161"/>
            <p:cNvSpPr/>
            <p:nvPr/>
          </p:nvSpPr>
          <p:spPr>
            <a:xfrm>
              <a:off x="5385138" y="2136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t3162"/>
            <p:cNvSpPr/>
            <p:nvPr/>
          </p:nvSpPr>
          <p:spPr>
            <a:xfrm>
              <a:off x="5665801" y="1683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t3163"/>
            <p:cNvSpPr/>
            <p:nvPr/>
          </p:nvSpPr>
          <p:spPr>
            <a:xfrm>
              <a:off x="5474633" y="2190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t3164"/>
            <p:cNvSpPr/>
            <p:nvPr/>
          </p:nvSpPr>
          <p:spPr>
            <a:xfrm>
              <a:off x="5498317" y="2060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t3165"/>
            <p:cNvSpPr/>
            <p:nvPr/>
          </p:nvSpPr>
          <p:spPr>
            <a:xfrm>
              <a:off x="5711907" y="1942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t3166"/>
            <p:cNvSpPr/>
            <p:nvPr/>
          </p:nvSpPr>
          <p:spPr>
            <a:xfrm>
              <a:off x="5330976" y="2136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t3167"/>
            <p:cNvSpPr/>
            <p:nvPr/>
          </p:nvSpPr>
          <p:spPr>
            <a:xfrm>
              <a:off x="5517874" y="2108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t3168"/>
            <p:cNvSpPr/>
            <p:nvPr/>
          </p:nvSpPr>
          <p:spPr>
            <a:xfrm>
              <a:off x="5240212" y="2161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t3169"/>
            <p:cNvSpPr/>
            <p:nvPr/>
          </p:nvSpPr>
          <p:spPr>
            <a:xfrm>
              <a:off x="5162378" y="2396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t3170"/>
            <p:cNvSpPr/>
            <p:nvPr/>
          </p:nvSpPr>
          <p:spPr>
            <a:xfrm>
              <a:off x="5684971" y="1866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t3171"/>
            <p:cNvSpPr/>
            <p:nvPr/>
          </p:nvSpPr>
          <p:spPr>
            <a:xfrm>
              <a:off x="5214375" y="209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t3172"/>
            <p:cNvSpPr/>
            <p:nvPr/>
          </p:nvSpPr>
          <p:spPr>
            <a:xfrm>
              <a:off x="5985308" y="1795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t3173"/>
            <p:cNvSpPr/>
            <p:nvPr/>
          </p:nvSpPr>
          <p:spPr>
            <a:xfrm>
              <a:off x="5453958" y="1851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t3174"/>
            <p:cNvSpPr/>
            <p:nvPr/>
          </p:nvSpPr>
          <p:spPr>
            <a:xfrm>
              <a:off x="5391946" y="2220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t3175"/>
            <p:cNvSpPr/>
            <p:nvPr/>
          </p:nvSpPr>
          <p:spPr>
            <a:xfrm>
              <a:off x="5159438" y="2401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t3176"/>
            <p:cNvSpPr/>
            <p:nvPr/>
          </p:nvSpPr>
          <p:spPr>
            <a:xfrm>
              <a:off x="5695239" y="2005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t3177"/>
            <p:cNvSpPr/>
            <p:nvPr/>
          </p:nvSpPr>
          <p:spPr>
            <a:xfrm>
              <a:off x="5433786" y="2157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t3178"/>
            <p:cNvSpPr/>
            <p:nvPr/>
          </p:nvSpPr>
          <p:spPr>
            <a:xfrm>
              <a:off x="5300404" y="1996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t3179"/>
            <p:cNvSpPr/>
            <p:nvPr/>
          </p:nvSpPr>
          <p:spPr>
            <a:xfrm>
              <a:off x="5612297" y="2013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t3180"/>
            <p:cNvSpPr/>
            <p:nvPr/>
          </p:nvSpPr>
          <p:spPr>
            <a:xfrm>
              <a:off x="4979274" y="2759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t3181"/>
            <p:cNvSpPr/>
            <p:nvPr/>
          </p:nvSpPr>
          <p:spPr>
            <a:xfrm>
              <a:off x="5886920" y="1810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t3182"/>
            <p:cNvSpPr/>
            <p:nvPr/>
          </p:nvSpPr>
          <p:spPr>
            <a:xfrm>
              <a:off x="5173948" y="2346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t3183"/>
            <p:cNvSpPr/>
            <p:nvPr/>
          </p:nvSpPr>
          <p:spPr>
            <a:xfrm>
              <a:off x="5581579" y="1987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t3184"/>
            <p:cNvSpPr/>
            <p:nvPr/>
          </p:nvSpPr>
          <p:spPr>
            <a:xfrm>
              <a:off x="5075548" y="2200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t3185"/>
            <p:cNvSpPr/>
            <p:nvPr/>
          </p:nvSpPr>
          <p:spPr>
            <a:xfrm>
              <a:off x="5367892" y="2062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t3186"/>
            <p:cNvSpPr/>
            <p:nvPr/>
          </p:nvSpPr>
          <p:spPr>
            <a:xfrm>
              <a:off x="5275140" y="2113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t3187"/>
            <p:cNvSpPr/>
            <p:nvPr/>
          </p:nvSpPr>
          <p:spPr>
            <a:xfrm>
              <a:off x="5192951" y="2120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t3188"/>
            <p:cNvSpPr/>
            <p:nvPr/>
          </p:nvSpPr>
          <p:spPr>
            <a:xfrm>
              <a:off x="5613602" y="204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t3189"/>
            <p:cNvSpPr/>
            <p:nvPr/>
          </p:nvSpPr>
          <p:spPr>
            <a:xfrm>
              <a:off x="5345222" y="2261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t3190"/>
            <p:cNvSpPr/>
            <p:nvPr/>
          </p:nvSpPr>
          <p:spPr>
            <a:xfrm>
              <a:off x="5129016" y="2747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t3191"/>
            <p:cNvSpPr/>
            <p:nvPr/>
          </p:nvSpPr>
          <p:spPr>
            <a:xfrm>
              <a:off x="5114494" y="2445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t3192"/>
            <p:cNvSpPr/>
            <p:nvPr/>
          </p:nvSpPr>
          <p:spPr>
            <a:xfrm>
              <a:off x="5041715" y="2601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t3193"/>
            <p:cNvSpPr/>
            <p:nvPr/>
          </p:nvSpPr>
          <p:spPr>
            <a:xfrm>
              <a:off x="5421273" y="2181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t3194"/>
            <p:cNvSpPr/>
            <p:nvPr/>
          </p:nvSpPr>
          <p:spPr>
            <a:xfrm>
              <a:off x="5717693" y="1803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t3195"/>
            <p:cNvSpPr/>
            <p:nvPr/>
          </p:nvSpPr>
          <p:spPr>
            <a:xfrm>
              <a:off x="5795862" y="1750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t3196"/>
            <p:cNvSpPr/>
            <p:nvPr/>
          </p:nvSpPr>
          <p:spPr>
            <a:xfrm>
              <a:off x="5587118" y="1953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t3197"/>
            <p:cNvSpPr/>
            <p:nvPr/>
          </p:nvSpPr>
          <p:spPr>
            <a:xfrm>
              <a:off x="5063861" y="249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t3198"/>
            <p:cNvSpPr/>
            <p:nvPr/>
          </p:nvSpPr>
          <p:spPr>
            <a:xfrm>
              <a:off x="5458881" y="196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t3199"/>
            <p:cNvSpPr/>
            <p:nvPr/>
          </p:nvSpPr>
          <p:spPr>
            <a:xfrm>
              <a:off x="5587464" y="1911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t3200"/>
            <p:cNvSpPr/>
            <p:nvPr/>
          </p:nvSpPr>
          <p:spPr>
            <a:xfrm>
              <a:off x="5624188" y="1908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t3201"/>
            <p:cNvSpPr/>
            <p:nvPr/>
          </p:nvSpPr>
          <p:spPr>
            <a:xfrm>
              <a:off x="5468272" y="213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t3202"/>
            <p:cNvSpPr/>
            <p:nvPr/>
          </p:nvSpPr>
          <p:spPr>
            <a:xfrm>
              <a:off x="5240392" y="2117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t3203"/>
            <p:cNvSpPr/>
            <p:nvPr/>
          </p:nvSpPr>
          <p:spPr>
            <a:xfrm>
              <a:off x="5618848" y="1997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t3204"/>
            <p:cNvSpPr/>
            <p:nvPr/>
          </p:nvSpPr>
          <p:spPr>
            <a:xfrm>
              <a:off x="4844625" y="2223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t3205"/>
            <p:cNvSpPr/>
            <p:nvPr/>
          </p:nvSpPr>
          <p:spPr>
            <a:xfrm>
              <a:off x="4797688" y="2741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t3206"/>
            <p:cNvSpPr/>
            <p:nvPr/>
          </p:nvSpPr>
          <p:spPr>
            <a:xfrm>
              <a:off x="5741472" y="2111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t3207"/>
            <p:cNvSpPr/>
            <p:nvPr/>
          </p:nvSpPr>
          <p:spPr>
            <a:xfrm>
              <a:off x="5341329" y="2371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t3208"/>
            <p:cNvSpPr/>
            <p:nvPr/>
          </p:nvSpPr>
          <p:spPr>
            <a:xfrm>
              <a:off x="5531335" y="2267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t3209"/>
            <p:cNvSpPr/>
            <p:nvPr/>
          </p:nvSpPr>
          <p:spPr>
            <a:xfrm>
              <a:off x="5092514" y="2490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t3210"/>
            <p:cNvSpPr/>
            <p:nvPr/>
          </p:nvSpPr>
          <p:spPr>
            <a:xfrm>
              <a:off x="5447300" y="194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t3211"/>
            <p:cNvSpPr/>
            <p:nvPr/>
          </p:nvSpPr>
          <p:spPr>
            <a:xfrm>
              <a:off x="5052780" y="2601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t3212"/>
            <p:cNvSpPr/>
            <p:nvPr/>
          </p:nvSpPr>
          <p:spPr>
            <a:xfrm>
              <a:off x="5428853" y="2128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t3213"/>
            <p:cNvSpPr/>
            <p:nvPr/>
          </p:nvSpPr>
          <p:spPr>
            <a:xfrm>
              <a:off x="5834754" y="1883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t3214"/>
            <p:cNvSpPr/>
            <p:nvPr/>
          </p:nvSpPr>
          <p:spPr>
            <a:xfrm>
              <a:off x="5563842" y="2191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t3215"/>
            <p:cNvSpPr/>
            <p:nvPr/>
          </p:nvSpPr>
          <p:spPr>
            <a:xfrm>
              <a:off x="5646992" y="1892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t3216"/>
            <p:cNvSpPr/>
            <p:nvPr/>
          </p:nvSpPr>
          <p:spPr>
            <a:xfrm>
              <a:off x="5291499" y="1720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t3217"/>
            <p:cNvSpPr/>
            <p:nvPr/>
          </p:nvSpPr>
          <p:spPr>
            <a:xfrm>
              <a:off x="5502111" y="2064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t3218"/>
            <p:cNvSpPr/>
            <p:nvPr/>
          </p:nvSpPr>
          <p:spPr>
            <a:xfrm>
              <a:off x="5501499" y="2119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t3219"/>
            <p:cNvSpPr/>
            <p:nvPr/>
          </p:nvSpPr>
          <p:spPr>
            <a:xfrm>
              <a:off x="5197634" y="2249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t3220"/>
            <p:cNvSpPr/>
            <p:nvPr/>
          </p:nvSpPr>
          <p:spPr>
            <a:xfrm>
              <a:off x="5391930" y="2225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t3221"/>
            <p:cNvSpPr/>
            <p:nvPr/>
          </p:nvSpPr>
          <p:spPr>
            <a:xfrm>
              <a:off x="5159187" y="2521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t3222"/>
            <p:cNvSpPr/>
            <p:nvPr/>
          </p:nvSpPr>
          <p:spPr>
            <a:xfrm>
              <a:off x="5342773" y="2124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t3223"/>
            <p:cNvSpPr/>
            <p:nvPr/>
          </p:nvSpPr>
          <p:spPr>
            <a:xfrm>
              <a:off x="5120827" y="2710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t3224"/>
            <p:cNvSpPr/>
            <p:nvPr/>
          </p:nvSpPr>
          <p:spPr>
            <a:xfrm>
              <a:off x="4867582" y="2907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t3225"/>
            <p:cNvSpPr/>
            <p:nvPr/>
          </p:nvSpPr>
          <p:spPr>
            <a:xfrm>
              <a:off x="5701195" y="1813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t3226"/>
            <p:cNvSpPr/>
            <p:nvPr/>
          </p:nvSpPr>
          <p:spPr>
            <a:xfrm>
              <a:off x="5234378" y="2156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t3227"/>
            <p:cNvSpPr/>
            <p:nvPr/>
          </p:nvSpPr>
          <p:spPr>
            <a:xfrm>
              <a:off x="5670380" y="1680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t3228"/>
            <p:cNvSpPr/>
            <p:nvPr/>
          </p:nvSpPr>
          <p:spPr>
            <a:xfrm>
              <a:off x="5511437" y="2124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t3229"/>
            <p:cNvSpPr/>
            <p:nvPr/>
          </p:nvSpPr>
          <p:spPr>
            <a:xfrm>
              <a:off x="5408856" y="2295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t3230"/>
            <p:cNvSpPr/>
            <p:nvPr/>
          </p:nvSpPr>
          <p:spPr>
            <a:xfrm>
              <a:off x="5579971" y="2058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t3231"/>
            <p:cNvSpPr/>
            <p:nvPr/>
          </p:nvSpPr>
          <p:spPr>
            <a:xfrm>
              <a:off x="5438316" y="2115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t3232"/>
            <p:cNvSpPr/>
            <p:nvPr/>
          </p:nvSpPr>
          <p:spPr>
            <a:xfrm>
              <a:off x="5810714" y="1880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t3233"/>
            <p:cNvSpPr/>
            <p:nvPr/>
          </p:nvSpPr>
          <p:spPr>
            <a:xfrm>
              <a:off x="5512675" y="2155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t3234"/>
            <p:cNvSpPr/>
            <p:nvPr/>
          </p:nvSpPr>
          <p:spPr>
            <a:xfrm>
              <a:off x="5475005" y="2256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t3235"/>
            <p:cNvSpPr/>
            <p:nvPr/>
          </p:nvSpPr>
          <p:spPr>
            <a:xfrm>
              <a:off x="5559534" y="2277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t3236"/>
            <p:cNvSpPr/>
            <p:nvPr/>
          </p:nvSpPr>
          <p:spPr>
            <a:xfrm>
              <a:off x="5411718" y="2017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t3237"/>
            <p:cNvSpPr/>
            <p:nvPr/>
          </p:nvSpPr>
          <p:spPr>
            <a:xfrm>
              <a:off x="5467771" y="2001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t3238"/>
            <p:cNvSpPr/>
            <p:nvPr/>
          </p:nvSpPr>
          <p:spPr>
            <a:xfrm>
              <a:off x="5121102" y="2727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t3239"/>
            <p:cNvSpPr/>
            <p:nvPr/>
          </p:nvSpPr>
          <p:spPr>
            <a:xfrm>
              <a:off x="4886698" y="2628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t3240"/>
            <p:cNvSpPr/>
            <p:nvPr/>
          </p:nvSpPr>
          <p:spPr>
            <a:xfrm>
              <a:off x="5352279" y="2234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t3241"/>
            <p:cNvSpPr/>
            <p:nvPr/>
          </p:nvSpPr>
          <p:spPr>
            <a:xfrm>
              <a:off x="5129556" y="2748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t3242"/>
            <p:cNvSpPr/>
            <p:nvPr/>
          </p:nvSpPr>
          <p:spPr>
            <a:xfrm>
              <a:off x="5228888" y="1926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t3243"/>
            <p:cNvSpPr/>
            <p:nvPr/>
          </p:nvSpPr>
          <p:spPr>
            <a:xfrm>
              <a:off x="5587400" y="2055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t3244"/>
            <p:cNvSpPr/>
            <p:nvPr/>
          </p:nvSpPr>
          <p:spPr>
            <a:xfrm>
              <a:off x="5579621" y="1877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t3245"/>
            <p:cNvSpPr/>
            <p:nvPr/>
          </p:nvSpPr>
          <p:spPr>
            <a:xfrm>
              <a:off x="5428611" y="2188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t3246"/>
            <p:cNvSpPr/>
            <p:nvPr/>
          </p:nvSpPr>
          <p:spPr>
            <a:xfrm>
              <a:off x="5628585" y="2011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t3247"/>
            <p:cNvSpPr/>
            <p:nvPr/>
          </p:nvSpPr>
          <p:spPr>
            <a:xfrm>
              <a:off x="5841288" y="2141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t3248"/>
            <p:cNvSpPr/>
            <p:nvPr/>
          </p:nvSpPr>
          <p:spPr>
            <a:xfrm>
              <a:off x="4712430" y="2822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t3249"/>
            <p:cNvSpPr/>
            <p:nvPr/>
          </p:nvSpPr>
          <p:spPr>
            <a:xfrm>
              <a:off x="5756996" y="1978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t3250"/>
            <p:cNvSpPr/>
            <p:nvPr/>
          </p:nvSpPr>
          <p:spPr>
            <a:xfrm>
              <a:off x="5557241" y="230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t3251"/>
            <p:cNvSpPr/>
            <p:nvPr/>
          </p:nvSpPr>
          <p:spPr>
            <a:xfrm>
              <a:off x="5391009" y="2156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t3252"/>
            <p:cNvSpPr/>
            <p:nvPr/>
          </p:nvSpPr>
          <p:spPr>
            <a:xfrm>
              <a:off x="5392443" y="2271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t3253"/>
            <p:cNvSpPr/>
            <p:nvPr/>
          </p:nvSpPr>
          <p:spPr>
            <a:xfrm>
              <a:off x="5627408" y="1974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t3254"/>
            <p:cNvSpPr/>
            <p:nvPr/>
          </p:nvSpPr>
          <p:spPr>
            <a:xfrm>
              <a:off x="5347479" y="2215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t3255"/>
            <p:cNvSpPr/>
            <p:nvPr/>
          </p:nvSpPr>
          <p:spPr>
            <a:xfrm>
              <a:off x="5482738" y="2068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t3256"/>
            <p:cNvSpPr/>
            <p:nvPr/>
          </p:nvSpPr>
          <p:spPr>
            <a:xfrm>
              <a:off x="5188218" y="2067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t3257"/>
            <p:cNvSpPr/>
            <p:nvPr/>
          </p:nvSpPr>
          <p:spPr>
            <a:xfrm>
              <a:off x="5616453" y="2011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t3258"/>
            <p:cNvSpPr/>
            <p:nvPr/>
          </p:nvSpPr>
          <p:spPr>
            <a:xfrm>
              <a:off x="5365186" y="2076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t3259"/>
            <p:cNvSpPr/>
            <p:nvPr/>
          </p:nvSpPr>
          <p:spPr>
            <a:xfrm>
              <a:off x="5576818" y="1905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t3260"/>
            <p:cNvSpPr/>
            <p:nvPr/>
          </p:nvSpPr>
          <p:spPr>
            <a:xfrm>
              <a:off x="5217588" y="2087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t3261"/>
            <p:cNvSpPr/>
            <p:nvPr/>
          </p:nvSpPr>
          <p:spPr>
            <a:xfrm>
              <a:off x="5556385" y="2189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t3262"/>
            <p:cNvSpPr/>
            <p:nvPr/>
          </p:nvSpPr>
          <p:spPr>
            <a:xfrm>
              <a:off x="4856584" y="2988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t3263"/>
            <p:cNvSpPr/>
            <p:nvPr/>
          </p:nvSpPr>
          <p:spPr>
            <a:xfrm>
              <a:off x="5429915" y="2173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t3264"/>
            <p:cNvSpPr/>
            <p:nvPr/>
          </p:nvSpPr>
          <p:spPr>
            <a:xfrm>
              <a:off x="5282272" y="2072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t3265"/>
            <p:cNvSpPr/>
            <p:nvPr/>
          </p:nvSpPr>
          <p:spPr>
            <a:xfrm>
              <a:off x="4843546" y="2460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t3266"/>
            <p:cNvSpPr/>
            <p:nvPr/>
          </p:nvSpPr>
          <p:spPr>
            <a:xfrm>
              <a:off x="5510297" y="222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t3267"/>
            <p:cNvSpPr/>
            <p:nvPr/>
          </p:nvSpPr>
          <p:spPr>
            <a:xfrm>
              <a:off x="5854973" y="1443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t3268"/>
            <p:cNvSpPr/>
            <p:nvPr/>
          </p:nvSpPr>
          <p:spPr>
            <a:xfrm>
              <a:off x="5705235" y="1799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t3269"/>
            <p:cNvSpPr/>
            <p:nvPr/>
          </p:nvSpPr>
          <p:spPr>
            <a:xfrm>
              <a:off x="5126636" y="2543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t3270"/>
            <p:cNvSpPr/>
            <p:nvPr/>
          </p:nvSpPr>
          <p:spPr>
            <a:xfrm>
              <a:off x="5506909" y="2191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t3271"/>
            <p:cNvSpPr/>
            <p:nvPr/>
          </p:nvSpPr>
          <p:spPr>
            <a:xfrm>
              <a:off x="5082025" y="1842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t3272"/>
            <p:cNvSpPr/>
            <p:nvPr/>
          </p:nvSpPr>
          <p:spPr>
            <a:xfrm>
              <a:off x="5325708" y="2172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t3273"/>
            <p:cNvSpPr/>
            <p:nvPr/>
          </p:nvSpPr>
          <p:spPr>
            <a:xfrm>
              <a:off x="5500116" y="2088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t3274"/>
            <p:cNvSpPr/>
            <p:nvPr/>
          </p:nvSpPr>
          <p:spPr>
            <a:xfrm>
              <a:off x="5213246" y="221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t3275"/>
            <p:cNvSpPr/>
            <p:nvPr/>
          </p:nvSpPr>
          <p:spPr>
            <a:xfrm>
              <a:off x="5097445" y="2621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t3276"/>
            <p:cNvSpPr/>
            <p:nvPr/>
          </p:nvSpPr>
          <p:spPr>
            <a:xfrm>
              <a:off x="5560117" y="2272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t3277"/>
            <p:cNvSpPr/>
            <p:nvPr/>
          </p:nvSpPr>
          <p:spPr>
            <a:xfrm>
              <a:off x="4929353" y="2158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t3278"/>
            <p:cNvSpPr/>
            <p:nvPr/>
          </p:nvSpPr>
          <p:spPr>
            <a:xfrm>
              <a:off x="5671641" y="1842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t3279"/>
            <p:cNvSpPr/>
            <p:nvPr/>
          </p:nvSpPr>
          <p:spPr>
            <a:xfrm>
              <a:off x="5859853" y="1904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t3280"/>
            <p:cNvSpPr/>
            <p:nvPr/>
          </p:nvSpPr>
          <p:spPr>
            <a:xfrm>
              <a:off x="5530281" y="2182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t3281"/>
            <p:cNvSpPr/>
            <p:nvPr/>
          </p:nvSpPr>
          <p:spPr>
            <a:xfrm>
              <a:off x="5543115" y="2185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t3282"/>
            <p:cNvSpPr/>
            <p:nvPr/>
          </p:nvSpPr>
          <p:spPr>
            <a:xfrm>
              <a:off x="5335827" y="2208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t3283"/>
            <p:cNvSpPr/>
            <p:nvPr/>
          </p:nvSpPr>
          <p:spPr>
            <a:xfrm>
              <a:off x="5278427" y="2144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t3284"/>
            <p:cNvSpPr/>
            <p:nvPr/>
          </p:nvSpPr>
          <p:spPr>
            <a:xfrm>
              <a:off x="5761902" y="2212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t3285"/>
            <p:cNvSpPr/>
            <p:nvPr/>
          </p:nvSpPr>
          <p:spPr>
            <a:xfrm>
              <a:off x="5399834" y="2218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t3286"/>
            <p:cNvSpPr/>
            <p:nvPr/>
          </p:nvSpPr>
          <p:spPr>
            <a:xfrm>
              <a:off x="5531426" y="2153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t3287"/>
            <p:cNvSpPr/>
            <p:nvPr/>
          </p:nvSpPr>
          <p:spPr>
            <a:xfrm>
              <a:off x="5476765" y="221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t3288"/>
            <p:cNvSpPr/>
            <p:nvPr/>
          </p:nvSpPr>
          <p:spPr>
            <a:xfrm>
              <a:off x="4967884" y="2461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t3289"/>
            <p:cNvSpPr/>
            <p:nvPr/>
          </p:nvSpPr>
          <p:spPr>
            <a:xfrm>
              <a:off x="5400132" y="2184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t3290"/>
            <p:cNvSpPr/>
            <p:nvPr/>
          </p:nvSpPr>
          <p:spPr>
            <a:xfrm>
              <a:off x="5192751" y="2090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t3291"/>
            <p:cNvSpPr/>
            <p:nvPr/>
          </p:nvSpPr>
          <p:spPr>
            <a:xfrm>
              <a:off x="5180596" y="2277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t3292"/>
            <p:cNvSpPr/>
            <p:nvPr/>
          </p:nvSpPr>
          <p:spPr>
            <a:xfrm>
              <a:off x="5528088" y="2214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t3293"/>
            <p:cNvSpPr/>
            <p:nvPr/>
          </p:nvSpPr>
          <p:spPr>
            <a:xfrm>
              <a:off x="5961822" y="2126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t3294"/>
            <p:cNvSpPr/>
            <p:nvPr/>
          </p:nvSpPr>
          <p:spPr>
            <a:xfrm>
              <a:off x="5133288" y="2714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t3295"/>
            <p:cNvSpPr/>
            <p:nvPr/>
          </p:nvSpPr>
          <p:spPr>
            <a:xfrm>
              <a:off x="5459187" y="2053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t3296"/>
            <p:cNvSpPr/>
            <p:nvPr/>
          </p:nvSpPr>
          <p:spPr>
            <a:xfrm>
              <a:off x="5423821" y="2173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t3297"/>
            <p:cNvSpPr/>
            <p:nvPr/>
          </p:nvSpPr>
          <p:spPr>
            <a:xfrm>
              <a:off x="5324176" y="2239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t3298"/>
            <p:cNvSpPr/>
            <p:nvPr/>
          </p:nvSpPr>
          <p:spPr>
            <a:xfrm>
              <a:off x="5907828" y="188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t3299"/>
            <p:cNvSpPr/>
            <p:nvPr/>
          </p:nvSpPr>
          <p:spPr>
            <a:xfrm>
              <a:off x="5769564" y="1862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t3300"/>
            <p:cNvSpPr/>
            <p:nvPr/>
          </p:nvSpPr>
          <p:spPr>
            <a:xfrm>
              <a:off x="5116232" y="2520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t3301"/>
            <p:cNvSpPr/>
            <p:nvPr/>
          </p:nvSpPr>
          <p:spPr>
            <a:xfrm>
              <a:off x="5639682" y="2037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t3302"/>
            <p:cNvSpPr/>
            <p:nvPr/>
          </p:nvSpPr>
          <p:spPr>
            <a:xfrm>
              <a:off x="5506775" y="2106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t3303"/>
            <p:cNvSpPr/>
            <p:nvPr/>
          </p:nvSpPr>
          <p:spPr>
            <a:xfrm>
              <a:off x="5065627" y="2564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t3304"/>
            <p:cNvSpPr/>
            <p:nvPr/>
          </p:nvSpPr>
          <p:spPr>
            <a:xfrm>
              <a:off x="5347213" y="2219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t3305"/>
            <p:cNvSpPr/>
            <p:nvPr/>
          </p:nvSpPr>
          <p:spPr>
            <a:xfrm>
              <a:off x="5731376" y="1900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t3306"/>
            <p:cNvSpPr/>
            <p:nvPr/>
          </p:nvSpPr>
          <p:spPr>
            <a:xfrm>
              <a:off x="5474785" y="225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t3307"/>
            <p:cNvSpPr/>
            <p:nvPr/>
          </p:nvSpPr>
          <p:spPr>
            <a:xfrm>
              <a:off x="5628668" y="1971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t3308"/>
            <p:cNvSpPr/>
            <p:nvPr/>
          </p:nvSpPr>
          <p:spPr>
            <a:xfrm>
              <a:off x="5085034" y="1790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t3309"/>
            <p:cNvSpPr/>
            <p:nvPr/>
          </p:nvSpPr>
          <p:spPr>
            <a:xfrm>
              <a:off x="5217946" y="2133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t3310"/>
            <p:cNvSpPr/>
            <p:nvPr/>
          </p:nvSpPr>
          <p:spPr>
            <a:xfrm>
              <a:off x="5656485" y="1801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t3311"/>
            <p:cNvSpPr/>
            <p:nvPr/>
          </p:nvSpPr>
          <p:spPr>
            <a:xfrm>
              <a:off x="5258517" y="2224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t3312"/>
            <p:cNvSpPr/>
            <p:nvPr/>
          </p:nvSpPr>
          <p:spPr>
            <a:xfrm>
              <a:off x="4866436" y="2522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t3313"/>
            <p:cNvSpPr/>
            <p:nvPr/>
          </p:nvSpPr>
          <p:spPr>
            <a:xfrm>
              <a:off x="5878243" y="1838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t3314"/>
            <p:cNvSpPr/>
            <p:nvPr/>
          </p:nvSpPr>
          <p:spPr>
            <a:xfrm>
              <a:off x="5240453" y="2071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t3315"/>
            <p:cNvSpPr/>
            <p:nvPr/>
          </p:nvSpPr>
          <p:spPr>
            <a:xfrm>
              <a:off x="5454889" y="207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t3316"/>
            <p:cNvSpPr/>
            <p:nvPr/>
          </p:nvSpPr>
          <p:spPr>
            <a:xfrm>
              <a:off x="5755235" y="1986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t3317"/>
            <p:cNvSpPr/>
            <p:nvPr/>
          </p:nvSpPr>
          <p:spPr>
            <a:xfrm>
              <a:off x="5225412" y="2028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t3318"/>
            <p:cNvSpPr/>
            <p:nvPr/>
          </p:nvSpPr>
          <p:spPr>
            <a:xfrm>
              <a:off x="5269612" y="2132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t3319"/>
            <p:cNvSpPr/>
            <p:nvPr/>
          </p:nvSpPr>
          <p:spPr>
            <a:xfrm>
              <a:off x="5334007" y="214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t3320"/>
            <p:cNvSpPr/>
            <p:nvPr/>
          </p:nvSpPr>
          <p:spPr>
            <a:xfrm>
              <a:off x="5811882" y="2081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t3321"/>
            <p:cNvSpPr/>
            <p:nvPr/>
          </p:nvSpPr>
          <p:spPr>
            <a:xfrm>
              <a:off x="5389495" y="2214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t3322"/>
            <p:cNvSpPr/>
            <p:nvPr/>
          </p:nvSpPr>
          <p:spPr>
            <a:xfrm>
              <a:off x="4989770" y="2692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t3323"/>
            <p:cNvSpPr/>
            <p:nvPr/>
          </p:nvSpPr>
          <p:spPr>
            <a:xfrm>
              <a:off x="5640540" y="2104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t3324"/>
            <p:cNvSpPr/>
            <p:nvPr/>
          </p:nvSpPr>
          <p:spPr>
            <a:xfrm>
              <a:off x="5500197" y="2248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t3325"/>
            <p:cNvSpPr/>
            <p:nvPr/>
          </p:nvSpPr>
          <p:spPr>
            <a:xfrm>
              <a:off x="5378833" y="2175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t3326"/>
            <p:cNvSpPr/>
            <p:nvPr/>
          </p:nvSpPr>
          <p:spPr>
            <a:xfrm>
              <a:off x="5460038" y="2094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t3327"/>
            <p:cNvSpPr/>
            <p:nvPr/>
          </p:nvSpPr>
          <p:spPr>
            <a:xfrm>
              <a:off x="5201715" y="2032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t3328"/>
            <p:cNvSpPr/>
            <p:nvPr/>
          </p:nvSpPr>
          <p:spPr>
            <a:xfrm>
              <a:off x="5901433" y="1987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t3329"/>
            <p:cNvSpPr/>
            <p:nvPr/>
          </p:nvSpPr>
          <p:spPr>
            <a:xfrm>
              <a:off x="4985039" y="2604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t3330"/>
            <p:cNvSpPr/>
            <p:nvPr/>
          </p:nvSpPr>
          <p:spPr>
            <a:xfrm>
              <a:off x="5478840" y="2259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t3331"/>
            <p:cNvSpPr/>
            <p:nvPr/>
          </p:nvSpPr>
          <p:spPr>
            <a:xfrm>
              <a:off x="5048983" y="2373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t3332"/>
            <p:cNvSpPr/>
            <p:nvPr/>
          </p:nvSpPr>
          <p:spPr>
            <a:xfrm>
              <a:off x="5331700" y="2107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t3333"/>
            <p:cNvSpPr/>
            <p:nvPr/>
          </p:nvSpPr>
          <p:spPr>
            <a:xfrm>
              <a:off x="5767289" y="1889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t3334"/>
            <p:cNvSpPr/>
            <p:nvPr/>
          </p:nvSpPr>
          <p:spPr>
            <a:xfrm>
              <a:off x="5626619" y="2022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t3335"/>
            <p:cNvSpPr/>
            <p:nvPr/>
          </p:nvSpPr>
          <p:spPr>
            <a:xfrm>
              <a:off x="5479994" y="2218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t3336"/>
            <p:cNvSpPr/>
            <p:nvPr/>
          </p:nvSpPr>
          <p:spPr>
            <a:xfrm>
              <a:off x="5038605" y="2582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t3337"/>
            <p:cNvSpPr/>
            <p:nvPr/>
          </p:nvSpPr>
          <p:spPr>
            <a:xfrm>
              <a:off x="5776704" y="1900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t3338"/>
            <p:cNvSpPr/>
            <p:nvPr/>
          </p:nvSpPr>
          <p:spPr>
            <a:xfrm>
              <a:off x="5810669" y="1950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t3339"/>
            <p:cNvSpPr/>
            <p:nvPr/>
          </p:nvSpPr>
          <p:spPr>
            <a:xfrm>
              <a:off x="5192421" y="2240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t3340"/>
            <p:cNvSpPr/>
            <p:nvPr/>
          </p:nvSpPr>
          <p:spPr>
            <a:xfrm>
              <a:off x="5424260" y="2206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t3341"/>
            <p:cNvSpPr/>
            <p:nvPr/>
          </p:nvSpPr>
          <p:spPr>
            <a:xfrm>
              <a:off x="5562891" y="2252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t3342"/>
            <p:cNvSpPr/>
            <p:nvPr/>
          </p:nvSpPr>
          <p:spPr>
            <a:xfrm>
              <a:off x="5528899" y="2183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t3343"/>
            <p:cNvSpPr/>
            <p:nvPr/>
          </p:nvSpPr>
          <p:spPr>
            <a:xfrm>
              <a:off x="5197341" y="2055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t3344"/>
            <p:cNvSpPr/>
            <p:nvPr/>
          </p:nvSpPr>
          <p:spPr>
            <a:xfrm>
              <a:off x="5273582" y="2135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t3345"/>
            <p:cNvSpPr/>
            <p:nvPr/>
          </p:nvSpPr>
          <p:spPr>
            <a:xfrm>
              <a:off x="5318876" y="2215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t3346"/>
            <p:cNvSpPr/>
            <p:nvPr/>
          </p:nvSpPr>
          <p:spPr>
            <a:xfrm>
              <a:off x="5429014" y="2186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t3347"/>
            <p:cNvSpPr/>
            <p:nvPr/>
          </p:nvSpPr>
          <p:spPr>
            <a:xfrm>
              <a:off x="5429327" y="2202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t3348"/>
            <p:cNvSpPr/>
            <p:nvPr/>
          </p:nvSpPr>
          <p:spPr>
            <a:xfrm>
              <a:off x="5384292" y="2213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t3349"/>
            <p:cNvSpPr/>
            <p:nvPr/>
          </p:nvSpPr>
          <p:spPr>
            <a:xfrm>
              <a:off x="5173753" y="2401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t3350"/>
            <p:cNvSpPr/>
            <p:nvPr/>
          </p:nvSpPr>
          <p:spPr>
            <a:xfrm>
              <a:off x="5699864" y="1834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t3351"/>
            <p:cNvSpPr/>
            <p:nvPr/>
          </p:nvSpPr>
          <p:spPr>
            <a:xfrm>
              <a:off x="5577524" y="2090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t3352"/>
            <p:cNvSpPr/>
            <p:nvPr/>
          </p:nvSpPr>
          <p:spPr>
            <a:xfrm>
              <a:off x="5592114" y="2114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t3353"/>
            <p:cNvSpPr/>
            <p:nvPr/>
          </p:nvSpPr>
          <p:spPr>
            <a:xfrm>
              <a:off x="5912945" y="1820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t3354"/>
            <p:cNvSpPr/>
            <p:nvPr/>
          </p:nvSpPr>
          <p:spPr>
            <a:xfrm>
              <a:off x="5167099" y="2307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t3355"/>
            <p:cNvSpPr/>
            <p:nvPr/>
          </p:nvSpPr>
          <p:spPr>
            <a:xfrm>
              <a:off x="5455892" y="1922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t3356"/>
            <p:cNvSpPr/>
            <p:nvPr/>
          </p:nvSpPr>
          <p:spPr>
            <a:xfrm>
              <a:off x="5183971" y="2200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t3357"/>
            <p:cNvSpPr/>
            <p:nvPr/>
          </p:nvSpPr>
          <p:spPr>
            <a:xfrm>
              <a:off x="5171512" y="2407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t3358"/>
            <p:cNvSpPr/>
            <p:nvPr/>
          </p:nvSpPr>
          <p:spPr>
            <a:xfrm>
              <a:off x="5061515" y="2290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t3359"/>
            <p:cNvSpPr/>
            <p:nvPr/>
          </p:nvSpPr>
          <p:spPr>
            <a:xfrm>
              <a:off x="5289275" y="2070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t3360"/>
            <p:cNvSpPr/>
            <p:nvPr/>
          </p:nvSpPr>
          <p:spPr>
            <a:xfrm>
              <a:off x="5272146" y="2154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t3361"/>
            <p:cNvSpPr/>
            <p:nvPr/>
          </p:nvSpPr>
          <p:spPr>
            <a:xfrm>
              <a:off x="5386019" y="2172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t3362"/>
            <p:cNvSpPr/>
            <p:nvPr/>
          </p:nvSpPr>
          <p:spPr>
            <a:xfrm>
              <a:off x="5079405" y="1820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t3363"/>
            <p:cNvSpPr/>
            <p:nvPr/>
          </p:nvSpPr>
          <p:spPr>
            <a:xfrm>
              <a:off x="5239516" y="2143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t3364"/>
            <p:cNvSpPr/>
            <p:nvPr/>
          </p:nvSpPr>
          <p:spPr>
            <a:xfrm>
              <a:off x="5587317" y="1863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t3365"/>
            <p:cNvSpPr/>
            <p:nvPr/>
          </p:nvSpPr>
          <p:spPr>
            <a:xfrm>
              <a:off x="5233680" y="2062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t3366"/>
            <p:cNvSpPr/>
            <p:nvPr/>
          </p:nvSpPr>
          <p:spPr>
            <a:xfrm>
              <a:off x="5016958" y="2362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t3367"/>
            <p:cNvSpPr/>
            <p:nvPr/>
          </p:nvSpPr>
          <p:spPr>
            <a:xfrm>
              <a:off x="5156466" y="2579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t3368"/>
            <p:cNvSpPr/>
            <p:nvPr/>
          </p:nvSpPr>
          <p:spPr>
            <a:xfrm>
              <a:off x="5175281" y="2354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t3369"/>
            <p:cNvSpPr/>
            <p:nvPr/>
          </p:nvSpPr>
          <p:spPr>
            <a:xfrm>
              <a:off x="5451286" y="1978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t3370"/>
            <p:cNvSpPr/>
            <p:nvPr/>
          </p:nvSpPr>
          <p:spPr>
            <a:xfrm>
              <a:off x="5286142" y="2144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t3371"/>
            <p:cNvSpPr/>
            <p:nvPr/>
          </p:nvSpPr>
          <p:spPr>
            <a:xfrm>
              <a:off x="5558555" y="2159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t3372"/>
            <p:cNvSpPr/>
            <p:nvPr/>
          </p:nvSpPr>
          <p:spPr>
            <a:xfrm>
              <a:off x="5600272" y="2052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t3373"/>
            <p:cNvSpPr/>
            <p:nvPr/>
          </p:nvSpPr>
          <p:spPr>
            <a:xfrm>
              <a:off x="5701716" y="1829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t3374"/>
            <p:cNvSpPr/>
            <p:nvPr/>
          </p:nvSpPr>
          <p:spPr>
            <a:xfrm>
              <a:off x="5216137" y="1975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t3375"/>
            <p:cNvSpPr/>
            <p:nvPr/>
          </p:nvSpPr>
          <p:spPr>
            <a:xfrm>
              <a:off x="5203485" y="208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t3376"/>
            <p:cNvSpPr/>
            <p:nvPr/>
          </p:nvSpPr>
          <p:spPr>
            <a:xfrm>
              <a:off x="5286074" y="2172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t3377"/>
            <p:cNvSpPr/>
            <p:nvPr/>
          </p:nvSpPr>
          <p:spPr>
            <a:xfrm>
              <a:off x="5268231" y="2136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t3378"/>
            <p:cNvSpPr/>
            <p:nvPr/>
          </p:nvSpPr>
          <p:spPr>
            <a:xfrm>
              <a:off x="5505634" y="2108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t3379"/>
            <p:cNvSpPr/>
            <p:nvPr/>
          </p:nvSpPr>
          <p:spPr>
            <a:xfrm>
              <a:off x="5078996" y="1867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t3380"/>
            <p:cNvSpPr/>
            <p:nvPr/>
          </p:nvSpPr>
          <p:spPr>
            <a:xfrm>
              <a:off x="5391235" y="2174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t3381"/>
            <p:cNvSpPr/>
            <p:nvPr/>
          </p:nvSpPr>
          <p:spPr>
            <a:xfrm>
              <a:off x="5319608" y="2173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t3382"/>
            <p:cNvSpPr/>
            <p:nvPr/>
          </p:nvSpPr>
          <p:spPr>
            <a:xfrm>
              <a:off x="5377985" y="2282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t3383"/>
            <p:cNvSpPr/>
            <p:nvPr/>
          </p:nvSpPr>
          <p:spPr>
            <a:xfrm>
              <a:off x="5463712" y="2039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t3384"/>
            <p:cNvSpPr/>
            <p:nvPr/>
          </p:nvSpPr>
          <p:spPr>
            <a:xfrm>
              <a:off x="5518970" y="207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t3385"/>
            <p:cNvSpPr/>
            <p:nvPr/>
          </p:nvSpPr>
          <p:spPr>
            <a:xfrm>
              <a:off x="5113461" y="2560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t3386"/>
            <p:cNvSpPr/>
            <p:nvPr/>
          </p:nvSpPr>
          <p:spPr>
            <a:xfrm>
              <a:off x="5659192" y="1658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t3387"/>
            <p:cNvSpPr/>
            <p:nvPr/>
          </p:nvSpPr>
          <p:spPr>
            <a:xfrm>
              <a:off x="5503641" y="2031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t3388"/>
            <p:cNvSpPr/>
            <p:nvPr/>
          </p:nvSpPr>
          <p:spPr>
            <a:xfrm>
              <a:off x="5511961" y="2153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t3389"/>
            <p:cNvSpPr/>
            <p:nvPr/>
          </p:nvSpPr>
          <p:spPr>
            <a:xfrm>
              <a:off x="5294579" y="2039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t3390"/>
            <p:cNvSpPr/>
            <p:nvPr/>
          </p:nvSpPr>
          <p:spPr>
            <a:xfrm>
              <a:off x="5250109" y="2181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t3391"/>
            <p:cNvSpPr/>
            <p:nvPr/>
          </p:nvSpPr>
          <p:spPr>
            <a:xfrm>
              <a:off x="5153071" y="2377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t3392"/>
            <p:cNvSpPr/>
            <p:nvPr/>
          </p:nvSpPr>
          <p:spPr>
            <a:xfrm>
              <a:off x="5928842" y="1621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t3393"/>
            <p:cNvSpPr/>
            <p:nvPr/>
          </p:nvSpPr>
          <p:spPr>
            <a:xfrm>
              <a:off x="5373467" y="2118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t3394"/>
            <p:cNvSpPr/>
            <p:nvPr/>
          </p:nvSpPr>
          <p:spPr>
            <a:xfrm>
              <a:off x="5394250" y="2165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t3395"/>
            <p:cNvSpPr/>
            <p:nvPr/>
          </p:nvSpPr>
          <p:spPr>
            <a:xfrm>
              <a:off x="5527332" y="2194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t3396"/>
            <p:cNvSpPr/>
            <p:nvPr/>
          </p:nvSpPr>
          <p:spPr>
            <a:xfrm>
              <a:off x="5613648" y="2026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t3397"/>
            <p:cNvSpPr/>
            <p:nvPr/>
          </p:nvSpPr>
          <p:spPr>
            <a:xfrm>
              <a:off x="5013365" y="2184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t3398"/>
            <p:cNvSpPr/>
            <p:nvPr/>
          </p:nvSpPr>
          <p:spPr>
            <a:xfrm>
              <a:off x="5198630" y="2078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t3399"/>
            <p:cNvSpPr/>
            <p:nvPr/>
          </p:nvSpPr>
          <p:spPr>
            <a:xfrm>
              <a:off x="5784374" y="191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t3400"/>
            <p:cNvSpPr/>
            <p:nvPr/>
          </p:nvSpPr>
          <p:spPr>
            <a:xfrm>
              <a:off x="5243983" y="2124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t3401"/>
            <p:cNvSpPr/>
            <p:nvPr/>
          </p:nvSpPr>
          <p:spPr>
            <a:xfrm>
              <a:off x="5492006" y="2292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t3402"/>
            <p:cNvSpPr/>
            <p:nvPr/>
          </p:nvSpPr>
          <p:spPr>
            <a:xfrm>
              <a:off x="5062747" y="2607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t3403"/>
            <p:cNvSpPr/>
            <p:nvPr/>
          </p:nvSpPr>
          <p:spPr>
            <a:xfrm>
              <a:off x="5657361" y="1846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t3404"/>
            <p:cNvSpPr/>
            <p:nvPr/>
          </p:nvSpPr>
          <p:spPr>
            <a:xfrm>
              <a:off x="5126381" y="2754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t3405"/>
            <p:cNvSpPr/>
            <p:nvPr/>
          </p:nvSpPr>
          <p:spPr>
            <a:xfrm>
              <a:off x="5708062" y="1831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t3406"/>
            <p:cNvSpPr/>
            <p:nvPr/>
          </p:nvSpPr>
          <p:spPr>
            <a:xfrm>
              <a:off x="5643054" y="1830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t3407"/>
            <p:cNvSpPr/>
            <p:nvPr/>
          </p:nvSpPr>
          <p:spPr>
            <a:xfrm>
              <a:off x="5458101" y="2064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t3408"/>
            <p:cNvSpPr/>
            <p:nvPr/>
          </p:nvSpPr>
          <p:spPr>
            <a:xfrm>
              <a:off x="5556480" y="2257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t3409"/>
            <p:cNvSpPr/>
            <p:nvPr/>
          </p:nvSpPr>
          <p:spPr>
            <a:xfrm>
              <a:off x="5481361" y="2146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t3410"/>
            <p:cNvSpPr/>
            <p:nvPr/>
          </p:nvSpPr>
          <p:spPr>
            <a:xfrm>
              <a:off x="5545877" y="2243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t3411"/>
            <p:cNvSpPr/>
            <p:nvPr/>
          </p:nvSpPr>
          <p:spPr>
            <a:xfrm>
              <a:off x="4932513" y="2239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t3412"/>
            <p:cNvSpPr/>
            <p:nvPr/>
          </p:nvSpPr>
          <p:spPr>
            <a:xfrm>
              <a:off x="5935508" y="2006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t3413"/>
            <p:cNvSpPr/>
            <p:nvPr/>
          </p:nvSpPr>
          <p:spPr>
            <a:xfrm>
              <a:off x="5632781" y="203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t3414"/>
            <p:cNvSpPr/>
            <p:nvPr/>
          </p:nvSpPr>
          <p:spPr>
            <a:xfrm>
              <a:off x="5193854" y="1967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t3415"/>
            <p:cNvSpPr/>
            <p:nvPr/>
          </p:nvSpPr>
          <p:spPr>
            <a:xfrm>
              <a:off x="5612339" y="2007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t3416"/>
            <p:cNvSpPr/>
            <p:nvPr/>
          </p:nvSpPr>
          <p:spPr>
            <a:xfrm>
              <a:off x="4764508" y="2358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t3417"/>
            <p:cNvSpPr/>
            <p:nvPr/>
          </p:nvSpPr>
          <p:spPr>
            <a:xfrm>
              <a:off x="5320880" y="2135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t3418"/>
            <p:cNvSpPr/>
            <p:nvPr/>
          </p:nvSpPr>
          <p:spPr>
            <a:xfrm>
              <a:off x="5486053" y="2130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t3419"/>
            <p:cNvSpPr/>
            <p:nvPr/>
          </p:nvSpPr>
          <p:spPr>
            <a:xfrm>
              <a:off x="4979491" y="272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t3420"/>
            <p:cNvSpPr/>
            <p:nvPr/>
          </p:nvSpPr>
          <p:spPr>
            <a:xfrm>
              <a:off x="5162371" y="2274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t3421"/>
            <p:cNvSpPr/>
            <p:nvPr/>
          </p:nvSpPr>
          <p:spPr>
            <a:xfrm>
              <a:off x="5304606" y="2235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t3422"/>
            <p:cNvSpPr/>
            <p:nvPr/>
          </p:nvSpPr>
          <p:spPr>
            <a:xfrm>
              <a:off x="5238802" y="2120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t3423"/>
            <p:cNvSpPr/>
            <p:nvPr/>
          </p:nvSpPr>
          <p:spPr>
            <a:xfrm>
              <a:off x="5555415" y="226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t3424"/>
            <p:cNvSpPr/>
            <p:nvPr/>
          </p:nvSpPr>
          <p:spPr>
            <a:xfrm>
              <a:off x="5387972" y="2155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t3425"/>
            <p:cNvSpPr/>
            <p:nvPr/>
          </p:nvSpPr>
          <p:spPr>
            <a:xfrm>
              <a:off x="5721357" y="1951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t3426"/>
            <p:cNvSpPr/>
            <p:nvPr/>
          </p:nvSpPr>
          <p:spPr>
            <a:xfrm>
              <a:off x="5063508" y="2821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t3427"/>
            <p:cNvSpPr/>
            <p:nvPr/>
          </p:nvSpPr>
          <p:spPr>
            <a:xfrm>
              <a:off x="5606264" y="1899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t3428"/>
            <p:cNvSpPr/>
            <p:nvPr/>
          </p:nvSpPr>
          <p:spPr>
            <a:xfrm>
              <a:off x="5334301" y="2118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t3429"/>
            <p:cNvSpPr/>
            <p:nvPr/>
          </p:nvSpPr>
          <p:spPr>
            <a:xfrm>
              <a:off x="5430137" y="2190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t3430"/>
            <p:cNvSpPr/>
            <p:nvPr/>
          </p:nvSpPr>
          <p:spPr>
            <a:xfrm>
              <a:off x="5631877" y="2053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t3431"/>
            <p:cNvSpPr/>
            <p:nvPr/>
          </p:nvSpPr>
          <p:spPr>
            <a:xfrm>
              <a:off x="5610807" y="2026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t3432"/>
            <p:cNvSpPr/>
            <p:nvPr/>
          </p:nvSpPr>
          <p:spPr>
            <a:xfrm>
              <a:off x="5567183" y="1948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t3433"/>
            <p:cNvSpPr/>
            <p:nvPr/>
          </p:nvSpPr>
          <p:spPr>
            <a:xfrm>
              <a:off x="5300440" y="2037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t3434"/>
            <p:cNvSpPr/>
            <p:nvPr/>
          </p:nvSpPr>
          <p:spPr>
            <a:xfrm>
              <a:off x="4711526" y="2829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t3435"/>
            <p:cNvSpPr/>
            <p:nvPr/>
          </p:nvSpPr>
          <p:spPr>
            <a:xfrm>
              <a:off x="5662921" y="1643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t3436"/>
            <p:cNvSpPr/>
            <p:nvPr/>
          </p:nvSpPr>
          <p:spPr>
            <a:xfrm>
              <a:off x="5483559" y="2139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t3437"/>
            <p:cNvSpPr/>
            <p:nvPr/>
          </p:nvSpPr>
          <p:spPr>
            <a:xfrm>
              <a:off x="5655907" y="1680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t3438"/>
            <p:cNvSpPr/>
            <p:nvPr/>
          </p:nvSpPr>
          <p:spPr>
            <a:xfrm>
              <a:off x="5361052" y="206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t3439"/>
            <p:cNvSpPr/>
            <p:nvPr/>
          </p:nvSpPr>
          <p:spPr>
            <a:xfrm>
              <a:off x="5637693" y="2137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t3440"/>
            <p:cNvSpPr/>
            <p:nvPr/>
          </p:nvSpPr>
          <p:spPr>
            <a:xfrm>
              <a:off x="5306149" y="2079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t3441"/>
            <p:cNvSpPr/>
            <p:nvPr/>
          </p:nvSpPr>
          <p:spPr>
            <a:xfrm>
              <a:off x="5145905" y="2559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t3442"/>
            <p:cNvSpPr/>
            <p:nvPr/>
          </p:nvSpPr>
          <p:spPr>
            <a:xfrm>
              <a:off x="5865692" y="1702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t3443"/>
            <p:cNvSpPr/>
            <p:nvPr/>
          </p:nvSpPr>
          <p:spPr>
            <a:xfrm>
              <a:off x="5551745" y="2208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t3444"/>
            <p:cNvSpPr/>
            <p:nvPr/>
          </p:nvSpPr>
          <p:spPr>
            <a:xfrm>
              <a:off x="5491147" y="2272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t3445"/>
            <p:cNvSpPr/>
            <p:nvPr/>
          </p:nvSpPr>
          <p:spPr>
            <a:xfrm>
              <a:off x="5413004" y="212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t3446"/>
            <p:cNvSpPr/>
            <p:nvPr/>
          </p:nvSpPr>
          <p:spPr>
            <a:xfrm>
              <a:off x="5429520" y="2147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t3447"/>
            <p:cNvSpPr/>
            <p:nvPr/>
          </p:nvSpPr>
          <p:spPr>
            <a:xfrm>
              <a:off x="5765800" y="2036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t3448"/>
            <p:cNvSpPr/>
            <p:nvPr/>
          </p:nvSpPr>
          <p:spPr>
            <a:xfrm>
              <a:off x="5381020" y="2203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t3449"/>
            <p:cNvSpPr/>
            <p:nvPr/>
          </p:nvSpPr>
          <p:spPr>
            <a:xfrm>
              <a:off x="5303966" y="2083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t3450"/>
            <p:cNvSpPr/>
            <p:nvPr/>
          </p:nvSpPr>
          <p:spPr>
            <a:xfrm>
              <a:off x="5495665" y="2168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t3451"/>
            <p:cNvSpPr/>
            <p:nvPr/>
          </p:nvSpPr>
          <p:spPr>
            <a:xfrm>
              <a:off x="5217927" y="201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t3452"/>
            <p:cNvSpPr/>
            <p:nvPr/>
          </p:nvSpPr>
          <p:spPr>
            <a:xfrm>
              <a:off x="5532931" y="2266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t3453"/>
            <p:cNvSpPr/>
            <p:nvPr/>
          </p:nvSpPr>
          <p:spPr>
            <a:xfrm>
              <a:off x="5657694" y="1573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t3454"/>
            <p:cNvSpPr/>
            <p:nvPr/>
          </p:nvSpPr>
          <p:spPr>
            <a:xfrm>
              <a:off x="5352056" y="2271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t3455"/>
            <p:cNvSpPr/>
            <p:nvPr/>
          </p:nvSpPr>
          <p:spPr>
            <a:xfrm>
              <a:off x="5742588" y="1982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t3456"/>
            <p:cNvSpPr/>
            <p:nvPr/>
          </p:nvSpPr>
          <p:spPr>
            <a:xfrm>
              <a:off x="5367250" y="2159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t3457"/>
            <p:cNvSpPr/>
            <p:nvPr/>
          </p:nvSpPr>
          <p:spPr>
            <a:xfrm>
              <a:off x="5666935" y="1801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t3458"/>
            <p:cNvSpPr/>
            <p:nvPr/>
          </p:nvSpPr>
          <p:spPr>
            <a:xfrm>
              <a:off x="5355321" y="2231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t3459"/>
            <p:cNvSpPr/>
            <p:nvPr/>
          </p:nvSpPr>
          <p:spPr>
            <a:xfrm>
              <a:off x="5343619" y="2225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t3460"/>
            <p:cNvSpPr/>
            <p:nvPr/>
          </p:nvSpPr>
          <p:spPr>
            <a:xfrm>
              <a:off x="5405332" y="2302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t3461"/>
            <p:cNvSpPr/>
            <p:nvPr/>
          </p:nvSpPr>
          <p:spPr>
            <a:xfrm>
              <a:off x="5962149" y="2204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t3462"/>
            <p:cNvSpPr/>
            <p:nvPr/>
          </p:nvSpPr>
          <p:spPr>
            <a:xfrm>
              <a:off x="5528158" y="2191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t3463"/>
            <p:cNvSpPr/>
            <p:nvPr/>
          </p:nvSpPr>
          <p:spPr>
            <a:xfrm>
              <a:off x="5164992" y="2342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t3464"/>
            <p:cNvSpPr/>
            <p:nvPr/>
          </p:nvSpPr>
          <p:spPr>
            <a:xfrm>
              <a:off x="5483095" y="2176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t3465"/>
            <p:cNvSpPr/>
            <p:nvPr/>
          </p:nvSpPr>
          <p:spPr>
            <a:xfrm>
              <a:off x="5492013" y="2195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t3466"/>
            <p:cNvSpPr/>
            <p:nvPr/>
          </p:nvSpPr>
          <p:spPr>
            <a:xfrm>
              <a:off x="4998518" y="2278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t3467"/>
            <p:cNvSpPr/>
            <p:nvPr/>
          </p:nvSpPr>
          <p:spPr>
            <a:xfrm>
              <a:off x="5497518" y="2238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t3468"/>
            <p:cNvSpPr/>
            <p:nvPr/>
          </p:nvSpPr>
          <p:spPr>
            <a:xfrm>
              <a:off x="5777246" y="1829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t3469"/>
            <p:cNvSpPr/>
            <p:nvPr/>
          </p:nvSpPr>
          <p:spPr>
            <a:xfrm>
              <a:off x="5377350" y="2114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t3470"/>
            <p:cNvSpPr/>
            <p:nvPr/>
          </p:nvSpPr>
          <p:spPr>
            <a:xfrm>
              <a:off x="5851742" y="1373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t3471"/>
            <p:cNvSpPr/>
            <p:nvPr/>
          </p:nvSpPr>
          <p:spPr>
            <a:xfrm>
              <a:off x="5536380" y="2179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t3472"/>
            <p:cNvSpPr/>
            <p:nvPr/>
          </p:nvSpPr>
          <p:spPr>
            <a:xfrm>
              <a:off x="5260131" y="2202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t3473"/>
            <p:cNvSpPr/>
            <p:nvPr/>
          </p:nvSpPr>
          <p:spPr>
            <a:xfrm>
              <a:off x="5556667" y="2268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t3474"/>
            <p:cNvSpPr/>
            <p:nvPr/>
          </p:nvSpPr>
          <p:spPr>
            <a:xfrm>
              <a:off x="5465436" y="2176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t3475"/>
            <p:cNvSpPr/>
            <p:nvPr/>
          </p:nvSpPr>
          <p:spPr>
            <a:xfrm>
              <a:off x="5409596" y="2272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t3476"/>
            <p:cNvSpPr/>
            <p:nvPr/>
          </p:nvSpPr>
          <p:spPr>
            <a:xfrm>
              <a:off x="5580414" y="1959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t3477"/>
            <p:cNvSpPr/>
            <p:nvPr/>
          </p:nvSpPr>
          <p:spPr>
            <a:xfrm>
              <a:off x="5858579" y="1750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t3478"/>
            <p:cNvSpPr/>
            <p:nvPr/>
          </p:nvSpPr>
          <p:spPr>
            <a:xfrm>
              <a:off x="5065256" y="2407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t3479"/>
            <p:cNvSpPr/>
            <p:nvPr/>
          </p:nvSpPr>
          <p:spPr>
            <a:xfrm>
              <a:off x="5430261" y="2128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t3480"/>
            <p:cNvSpPr/>
            <p:nvPr/>
          </p:nvSpPr>
          <p:spPr>
            <a:xfrm>
              <a:off x="5076095" y="2050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t3481"/>
            <p:cNvSpPr/>
            <p:nvPr/>
          </p:nvSpPr>
          <p:spPr>
            <a:xfrm>
              <a:off x="5513037" y="2220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t3482"/>
            <p:cNvSpPr/>
            <p:nvPr/>
          </p:nvSpPr>
          <p:spPr>
            <a:xfrm>
              <a:off x="5444619" y="2120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t3483"/>
            <p:cNvSpPr/>
            <p:nvPr/>
          </p:nvSpPr>
          <p:spPr>
            <a:xfrm>
              <a:off x="5269072" y="2040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t3484"/>
            <p:cNvSpPr/>
            <p:nvPr/>
          </p:nvSpPr>
          <p:spPr>
            <a:xfrm>
              <a:off x="5268847" y="2189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t3485"/>
            <p:cNvSpPr/>
            <p:nvPr/>
          </p:nvSpPr>
          <p:spPr>
            <a:xfrm>
              <a:off x="5013254" y="1979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t3486"/>
            <p:cNvSpPr/>
            <p:nvPr/>
          </p:nvSpPr>
          <p:spPr>
            <a:xfrm>
              <a:off x="4995534" y="2676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t3487"/>
            <p:cNvSpPr/>
            <p:nvPr/>
          </p:nvSpPr>
          <p:spPr>
            <a:xfrm>
              <a:off x="5235857" y="2163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t3488"/>
            <p:cNvSpPr/>
            <p:nvPr/>
          </p:nvSpPr>
          <p:spPr>
            <a:xfrm>
              <a:off x="5583048" y="1961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t3489"/>
            <p:cNvSpPr/>
            <p:nvPr/>
          </p:nvSpPr>
          <p:spPr>
            <a:xfrm>
              <a:off x="5610317" y="2044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t3490"/>
            <p:cNvSpPr/>
            <p:nvPr/>
          </p:nvSpPr>
          <p:spPr>
            <a:xfrm>
              <a:off x="5344802" y="2228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t3491"/>
            <p:cNvSpPr/>
            <p:nvPr/>
          </p:nvSpPr>
          <p:spPr>
            <a:xfrm>
              <a:off x="5415320" y="2207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t3492"/>
            <p:cNvSpPr/>
            <p:nvPr/>
          </p:nvSpPr>
          <p:spPr>
            <a:xfrm>
              <a:off x="5609885" y="2042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t3493"/>
            <p:cNvSpPr/>
            <p:nvPr/>
          </p:nvSpPr>
          <p:spPr>
            <a:xfrm>
              <a:off x="5202882" y="2036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t3494"/>
            <p:cNvSpPr/>
            <p:nvPr/>
          </p:nvSpPr>
          <p:spPr>
            <a:xfrm>
              <a:off x="5843215" y="1752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t3495"/>
            <p:cNvSpPr/>
            <p:nvPr/>
          </p:nvSpPr>
          <p:spPr>
            <a:xfrm>
              <a:off x="5509897" y="2233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t3496"/>
            <p:cNvSpPr/>
            <p:nvPr/>
          </p:nvSpPr>
          <p:spPr>
            <a:xfrm>
              <a:off x="5609323" y="2033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t3497"/>
            <p:cNvSpPr/>
            <p:nvPr/>
          </p:nvSpPr>
          <p:spPr>
            <a:xfrm>
              <a:off x="5372273" y="2077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t3498"/>
            <p:cNvSpPr/>
            <p:nvPr/>
          </p:nvSpPr>
          <p:spPr>
            <a:xfrm>
              <a:off x="5583196" y="1991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t3499"/>
            <p:cNvSpPr/>
            <p:nvPr/>
          </p:nvSpPr>
          <p:spPr>
            <a:xfrm>
              <a:off x="5576377" y="1982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t3500"/>
            <p:cNvSpPr/>
            <p:nvPr/>
          </p:nvSpPr>
          <p:spPr>
            <a:xfrm>
              <a:off x="5564221" y="2246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t3501"/>
            <p:cNvSpPr/>
            <p:nvPr/>
          </p:nvSpPr>
          <p:spPr>
            <a:xfrm>
              <a:off x="5028430" y="2065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t3502"/>
            <p:cNvSpPr/>
            <p:nvPr/>
          </p:nvSpPr>
          <p:spPr>
            <a:xfrm>
              <a:off x="5577766" y="2018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t3503"/>
            <p:cNvSpPr/>
            <p:nvPr/>
          </p:nvSpPr>
          <p:spPr>
            <a:xfrm>
              <a:off x="5538888" y="2183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t3504"/>
            <p:cNvSpPr/>
            <p:nvPr/>
          </p:nvSpPr>
          <p:spPr>
            <a:xfrm>
              <a:off x="5026364" y="2080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t3505"/>
            <p:cNvSpPr/>
            <p:nvPr/>
          </p:nvSpPr>
          <p:spPr>
            <a:xfrm>
              <a:off x="4882654" y="2812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t3506"/>
            <p:cNvSpPr/>
            <p:nvPr/>
          </p:nvSpPr>
          <p:spPr>
            <a:xfrm>
              <a:off x="5258372" y="2289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t3507"/>
            <p:cNvSpPr/>
            <p:nvPr/>
          </p:nvSpPr>
          <p:spPr>
            <a:xfrm>
              <a:off x="5298033" y="2243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t3508"/>
            <p:cNvSpPr/>
            <p:nvPr/>
          </p:nvSpPr>
          <p:spPr>
            <a:xfrm>
              <a:off x="5132644" y="2721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t3509"/>
            <p:cNvSpPr/>
            <p:nvPr/>
          </p:nvSpPr>
          <p:spPr>
            <a:xfrm>
              <a:off x="5702601" y="1802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t3510"/>
            <p:cNvSpPr/>
            <p:nvPr/>
          </p:nvSpPr>
          <p:spPr>
            <a:xfrm>
              <a:off x="5758853" y="2029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t3511"/>
            <p:cNvSpPr/>
            <p:nvPr/>
          </p:nvSpPr>
          <p:spPr>
            <a:xfrm>
              <a:off x="5257693" y="2166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t3512"/>
            <p:cNvSpPr/>
            <p:nvPr/>
          </p:nvSpPr>
          <p:spPr>
            <a:xfrm>
              <a:off x="5316547" y="2194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t3513"/>
            <p:cNvSpPr/>
            <p:nvPr/>
          </p:nvSpPr>
          <p:spPr>
            <a:xfrm>
              <a:off x="5417126" y="2126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t3514"/>
            <p:cNvSpPr/>
            <p:nvPr/>
          </p:nvSpPr>
          <p:spPr>
            <a:xfrm>
              <a:off x="5313924" y="2206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t3515"/>
            <p:cNvSpPr/>
            <p:nvPr/>
          </p:nvSpPr>
          <p:spPr>
            <a:xfrm>
              <a:off x="5580380" y="2017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t3516"/>
            <p:cNvSpPr/>
            <p:nvPr/>
          </p:nvSpPr>
          <p:spPr>
            <a:xfrm>
              <a:off x="5658026" y="1696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t3517"/>
            <p:cNvSpPr/>
            <p:nvPr/>
          </p:nvSpPr>
          <p:spPr>
            <a:xfrm>
              <a:off x="5525048" y="198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t3518"/>
            <p:cNvSpPr/>
            <p:nvPr/>
          </p:nvSpPr>
          <p:spPr>
            <a:xfrm>
              <a:off x="4614963" y="2443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t3519"/>
            <p:cNvSpPr/>
            <p:nvPr/>
          </p:nvSpPr>
          <p:spPr>
            <a:xfrm>
              <a:off x="5448122" y="1927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t3520"/>
            <p:cNvSpPr/>
            <p:nvPr/>
          </p:nvSpPr>
          <p:spPr>
            <a:xfrm>
              <a:off x="5050260" y="2296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t3521"/>
            <p:cNvSpPr/>
            <p:nvPr/>
          </p:nvSpPr>
          <p:spPr>
            <a:xfrm>
              <a:off x="5597707" y="2082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t3522"/>
            <p:cNvSpPr/>
            <p:nvPr/>
          </p:nvSpPr>
          <p:spPr>
            <a:xfrm>
              <a:off x="5137163" y="2713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t3523"/>
            <p:cNvSpPr/>
            <p:nvPr/>
          </p:nvSpPr>
          <p:spPr>
            <a:xfrm>
              <a:off x="5527292" y="2065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t3524"/>
            <p:cNvSpPr/>
            <p:nvPr/>
          </p:nvSpPr>
          <p:spPr>
            <a:xfrm>
              <a:off x="5529806" y="2225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t3525"/>
            <p:cNvSpPr/>
            <p:nvPr/>
          </p:nvSpPr>
          <p:spPr>
            <a:xfrm>
              <a:off x="5046985" y="2449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t3526"/>
            <p:cNvSpPr/>
            <p:nvPr/>
          </p:nvSpPr>
          <p:spPr>
            <a:xfrm>
              <a:off x="4871870" y="2473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t3527"/>
            <p:cNvSpPr/>
            <p:nvPr/>
          </p:nvSpPr>
          <p:spPr>
            <a:xfrm>
              <a:off x="5010578" y="2078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t3528"/>
            <p:cNvSpPr/>
            <p:nvPr/>
          </p:nvSpPr>
          <p:spPr>
            <a:xfrm>
              <a:off x="5023889" y="208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t3529"/>
            <p:cNvSpPr/>
            <p:nvPr/>
          </p:nvSpPr>
          <p:spPr>
            <a:xfrm>
              <a:off x="5481713" y="2093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t3530"/>
            <p:cNvSpPr/>
            <p:nvPr/>
          </p:nvSpPr>
          <p:spPr>
            <a:xfrm>
              <a:off x="4902402" y="2149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t3531"/>
            <p:cNvSpPr/>
            <p:nvPr/>
          </p:nvSpPr>
          <p:spPr>
            <a:xfrm>
              <a:off x="5460881" y="2108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t3532"/>
            <p:cNvSpPr/>
            <p:nvPr/>
          </p:nvSpPr>
          <p:spPr>
            <a:xfrm>
              <a:off x="5849897" y="1612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t3533"/>
            <p:cNvSpPr/>
            <p:nvPr/>
          </p:nvSpPr>
          <p:spPr>
            <a:xfrm>
              <a:off x="5483470" y="2253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t3534"/>
            <p:cNvSpPr/>
            <p:nvPr/>
          </p:nvSpPr>
          <p:spPr>
            <a:xfrm>
              <a:off x="5511925" y="2129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t3535"/>
            <p:cNvSpPr/>
            <p:nvPr/>
          </p:nvSpPr>
          <p:spPr>
            <a:xfrm>
              <a:off x="5383363" y="2199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t3536"/>
            <p:cNvSpPr/>
            <p:nvPr/>
          </p:nvSpPr>
          <p:spPr>
            <a:xfrm>
              <a:off x="5560509" y="225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t3537"/>
            <p:cNvSpPr/>
            <p:nvPr/>
          </p:nvSpPr>
          <p:spPr>
            <a:xfrm>
              <a:off x="4695514" y="2665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t3538"/>
            <p:cNvSpPr/>
            <p:nvPr/>
          </p:nvSpPr>
          <p:spPr>
            <a:xfrm>
              <a:off x="5577028" y="1983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t3539"/>
            <p:cNvSpPr/>
            <p:nvPr/>
          </p:nvSpPr>
          <p:spPr>
            <a:xfrm>
              <a:off x="5736632" y="2099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t3540"/>
            <p:cNvSpPr/>
            <p:nvPr/>
          </p:nvSpPr>
          <p:spPr>
            <a:xfrm>
              <a:off x="5468674" y="2025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t3541"/>
            <p:cNvSpPr/>
            <p:nvPr/>
          </p:nvSpPr>
          <p:spPr>
            <a:xfrm>
              <a:off x="5376749" y="2224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t3542"/>
            <p:cNvSpPr/>
            <p:nvPr/>
          </p:nvSpPr>
          <p:spPr>
            <a:xfrm>
              <a:off x="5081498" y="1904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t3543"/>
            <p:cNvSpPr/>
            <p:nvPr/>
          </p:nvSpPr>
          <p:spPr>
            <a:xfrm>
              <a:off x="6117099" y="1943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t3544"/>
            <p:cNvSpPr/>
            <p:nvPr/>
          </p:nvSpPr>
          <p:spPr>
            <a:xfrm>
              <a:off x="5775921" y="1648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t3545"/>
            <p:cNvSpPr/>
            <p:nvPr/>
          </p:nvSpPr>
          <p:spPr>
            <a:xfrm>
              <a:off x="5599249" y="1960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t3546"/>
            <p:cNvSpPr/>
            <p:nvPr/>
          </p:nvSpPr>
          <p:spPr>
            <a:xfrm>
              <a:off x="5679435" y="1967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t3547"/>
            <p:cNvSpPr/>
            <p:nvPr/>
          </p:nvSpPr>
          <p:spPr>
            <a:xfrm>
              <a:off x="4765687" y="2706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t3548"/>
            <p:cNvSpPr/>
            <p:nvPr/>
          </p:nvSpPr>
          <p:spPr>
            <a:xfrm>
              <a:off x="5269333" y="2207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t3549"/>
            <p:cNvSpPr/>
            <p:nvPr/>
          </p:nvSpPr>
          <p:spPr>
            <a:xfrm>
              <a:off x="5454267" y="1923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t3550"/>
            <p:cNvSpPr/>
            <p:nvPr/>
          </p:nvSpPr>
          <p:spPr>
            <a:xfrm>
              <a:off x="5694406" y="2053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t3551"/>
            <p:cNvSpPr/>
            <p:nvPr/>
          </p:nvSpPr>
          <p:spPr>
            <a:xfrm>
              <a:off x="5335111" y="2212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t3552"/>
            <p:cNvSpPr/>
            <p:nvPr/>
          </p:nvSpPr>
          <p:spPr>
            <a:xfrm>
              <a:off x="5100615" y="2549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t3553"/>
            <p:cNvSpPr/>
            <p:nvPr/>
          </p:nvSpPr>
          <p:spPr>
            <a:xfrm>
              <a:off x="5482733" y="2058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t3554"/>
            <p:cNvSpPr/>
            <p:nvPr/>
          </p:nvSpPr>
          <p:spPr>
            <a:xfrm>
              <a:off x="5394214" y="2203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t3555"/>
            <p:cNvSpPr/>
            <p:nvPr/>
          </p:nvSpPr>
          <p:spPr>
            <a:xfrm>
              <a:off x="5666476" y="1708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t3556"/>
            <p:cNvSpPr/>
            <p:nvPr/>
          </p:nvSpPr>
          <p:spPr>
            <a:xfrm>
              <a:off x="5422478" y="2211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t3557"/>
            <p:cNvSpPr/>
            <p:nvPr/>
          </p:nvSpPr>
          <p:spPr>
            <a:xfrm>
              <a:off x="5197219" y="2165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t3558"/>
            <p:cNvSpPr/>
            <p:nvPr/>
          </p:nvSpPr>
          <p:spPr>
            <a:xfrm>
              <a:off x="5291382" y="1963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t3559"/>
            <p:cNvSpPr/>
            <p:nvPr/>
          </p:nvSpPr>
          <p:spPr>
            <a:xfrm>
              <a:off x="4986311" y="2572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t3560"/>
            <p:cNvSpPr/>
            <p:nvPr/>
          </p:nvSpPr>
          <p:spPr>
            <a:xfrm>
              <a:off x="5490892" y="2188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t3561"/>
            <p:cNvSpPr/>
            <p:nvPr/>
          </p:nvSpPr>
          <p:spPr>
            <a:xfrm>
              <a:off x="5520411" y="204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t3562"/>
            <p:cNvSpPr/>
            <p:nvPr/>
          </p:nvSpPr>
          <p:spPr>
            <a:xfrm>
              <a:off x="5384311" y="2234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t3563"/>
            <p:cNvSpPr/>
            <p:nvPr/>
          </p:nvSpPr>
          <p:spPr>
            <a:xfrm>
              <a:off x="5551445" y="2179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t3564"/>
            <p:cNvSpPr/>
            <p:nvPr/>
          </p:nvSpPr>
          <p:spPr>
            <a:xfrm>
              <a:off x="5442083" y="2102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t3565"/>
            <p:cNvSpPr/>
            <p:nvPr/>
          </p:nvSpPr>
          <p:spPr>
            <a:xfrm>
              <a:off x="5153155" y="2436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t3566"/>
            <p:cNvSpPr/>
            <p:nvPr/>
          </p:nvSpPr>
          <p:spPr>
            <a:xfrm>
              <a:off x="5378592" y="2226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t3567"/>
            <p:cNvSpPr/>
            <p:nvPr/>
          </p:nvSpPr>
          <p:spPr>
            <a:xfrm>
              <a:off x="5178735" y="2265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t3568"/>
            <p:cNvSpPr/>
            <p:nvPr/>
          </p:nvSpPr>
          <p:spPr>
            <a:xfrm>
              <a:off x="5493188" y="2192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t3569"/>
            <p:cNvSpPr/>
            <p:nvPr/>
          </p:nvSpPr>
          <p:spPr>
            <a:xfrm>
              <a:off x="5514631" y="2078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t3570"/>
            <p:cNvSpPr/>
            <p:nvPr/>
          </p:nvSpPr>
          <p:spPr>
            <a:xfrm>
              <a:off x="5352382" y="2298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t3571"/>
            <p:cNvSpPr/>
            <p:nvPr/>
          </p:nvSpPr>
          <p:spPr>
            <a:xfrm>
              <a:off x="5247495" y="2222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t3572"/>
            <p:cNvSpPr/>
            <p:nvPr/>
          </p:nvSpPr>
          <p:spPr>
            <a:xfrm>
              <a:off x="5786233" y="1834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t3573"/>
            <p:cNvSpPr/>
            <p:nvPr/>
          </p:nvSpPr>
          <p:spPr>
            <a:xfrm>
              <a:off x="5400016" y="2274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t3574"/>
            <p:cNvSpPr/>
            <p:nvPr/>
          </p:nvSpPr>
          <p:spPr>
            <a:xfrm>
              <a:off x="5227324" y="2007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t3575"/>
            <p:cNvSpPr/>
            <p:nvPr/>
          </p:nvSpPr>
          <p:spPr>
            <a:xfrm>
              <a:off x="4882558" y="2829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t3576"/>
            <p:cNvSpPr/>
            <p:nvPr/>
          </p:nvSpPr>
          <p:spPr>
            <a:xfrm>
              <a:off x="5481248" y="230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t3577"/>
            <p:cNvSpPr/>
            <p:nvPr/>
          </p:nvSpPr>
          <p:spPr>
            <a:xfrm>
              <a:off x="5501662" y="2060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t3578"/>
            <p:cNvSpPr/>
            <p:nvPr/>
          </p:nvSpPr>
          <p:spPr>
            <a:xfrm>
              <a:off x="5723052" y="1916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t3579"/>
            <p:cNvSpPr/>
            <p:nvPr/>
          </p:nvSpPr>
          <p:spPr>
            <a:xfrm>
              <a:off x="5193631" y="2130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t3580"/>
            <p:cNvSpPr/>
            <p:nvPr/>
          </p:nvSpPr>
          <p:spPr>
            <a:xfrm>
              <a:off x="5433721" y="222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t3581"/>
            <p:cNvSpPr/>
            <p:nvPr/>
          </p:nvSpPr>
          <p:spPr>
            <a:xfrm>
              <a:off x="5539571" y="2249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t3582"/>
            <p:cNvSpPr/>
            <p:nvPr/>
          </p:nvSpPr>
          <p:spPr>
            <a:xfrm>
              <a:off x="5765168" y="1995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t3583"/>
            <p:cNvSpPr/>
            <p:nvPr/>
          </p:nvSpPr>
          <p:spPr>
            <a:xfrm>
              <a:off x="5418357" y="2197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t3584"/>
            <p:cNvSpPr/>
            <p:nvPr/>
          </p:nvSpPr>
          <p:spPr>
            <a:xfrm>
              <a:off x="5318622" y="228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t3585"/>
            <p:cNvSpPr/>
            <p:nvPr/>
          </p:nvSpPr>
          <p:spPr>
            <a:xfrm>
              <a:off x="5200462" y="2053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t3586"/>
            <p:cNvSpPr/>
            <p:nvPr/>
          </p:nvSpPr>
          <p:spPr>
            <a:xfrm>
              <a:off x="5362050" y="205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t3587"/>
            <p:cNvSpPr/>
            <p:nvPr/>
          </p:nvSpPr>
          <p:spPr>
            <a:xfrm>
              <a:off x="4983255" y="2634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t3588"/>
            <p:cNvSpPr/>
            <p:nvPr/>
          </p:nvSpPr>
          <p:spPr>
            <a:xfrm>
              <a:off x="5079746" y="1996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t3589"/>
            <p:cNvSpPr/>
            <p:nvPr/>
          </p:nvSpPr>
          <p:spPr>
            <a:xfrm>
              <a:off x="5093446" y="2541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t3590"/>
            <p:cNvSpPr/>
            <p:nvPr/>
          </p:nvSpPr>
          <p:spPr>
            <a:xfrm>
              <a:off x="5367850" y="2036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t3591"/>
            <p:cNvSpPr/>
            <p:nvPr/>
          </p:nvSpPr>
          <p:spPr>
            <a:xfrm>
              <a:off x="5920775" y="1250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t3592"/>
            <p:cNvSpPr/>
            <p:nvPr/>
          </p:nvSpPr>
          <p:spPr>
            <a:xfrm>
              <a:off x="5282834" y="2074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t3593"/>
            <p:cNvSpPr/>
            <p:nvPr/>
          </p:nvSpPr>
          <p:spPr>
            <a:xfrm>
              <a:off x="5191613" y="2177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t3594"/>
            <p:cNvSpPr/>
            <p:nvPr/>
          </p:nvSpPr>
          <p:spPr>
            <a:xfrm>
              <a:off x="5137711" y="2645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t3595"/>
            <p:cNvSpPr/>
            <p:nvPr/>
          </p:nvSpPr>
          <p:spPr>
            <a:xfrm>
              <a:off x="5439741" y="2068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t3596"/>
            <p:cNvSpPr/>
            <p:nvPr/>
          </p:nvSpPr>
          <p:spPr>
            <a:xfrm>
              <a:off x="5122751" y="2510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t3597"/>
            <p:cNvSpPr/>
            <p:nvPr/>
          </p:nvSpPr>
          <p:spPr>
            <a:xfrm>
              <a:off x="5540043" y="2278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t3598"/>
            <p:cNvSpPr/>
            <p:nvPr/>
          </p:nvSpPr>
          <p:spPr>
            <a:xfrm>
              <a:off x="5497732" y="2235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t3599"/>
            <p:cNvSpPr/>
            <p:nvPr/>
          </p:nvSpPr>
          <p:spPr>
            <a:xfrm>
              <a:off x="5551926" y="225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t3600"/>
            <p:cNvSpPr/>
            <p:nvPr/>
          </p:nvSpPr>
          <p:spPr>
            <a:xfrm>
              <a:off x="5106200" y="2620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t3601"/>
            <p:cNvSpPr/>
            <p:nvPr/>
          </p:nvSpPr>
          <p:spPr>
            <a:xfrm>
              <a:off x="5611083" y="2195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t3602"/>
            <p:cNvSpPr/>
            <p:nvPr/>
          </p:nvSpPr>
          <p:spPr>
            <a:xfrm>
              <a:off x="5901513" y="1595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t3603"/>
            <p:cNvSpPr/>
            <p:nvPr/>
          </p:nvSpPr>
          <p:spPr>
            <a:xfrm>
              <a:off x="5688639" y="1961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t3604"/>
            <p:cNvSpPr/>
            <p:nvPr/>
          </p:nvSpPr>
          <p:spPr>
            <a:xfrm>
              <a:off x="5307443" y="2076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t3605"/>
            <p:cNvSpPr/>
            <p:nvPr/>
          </p:nvSpPr>
          <p:spPr>
            <a:xfrm>
              <a:off x="5223530" y="1842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t3606"/>
            <p:cNvSpPr/>
            <p:nvPr/>
          </p:nvSpPr>
          <p:spPr>
            <a:xfrm>
              <a:off x="5819747" y="1864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t3607"/>
            <p:cNvSpPr/>
            <p:nvPr/>
          </p:nvSpPr>
          <p:spPr>
            <a:xfrm>
              <a:off x="5582112" y="1934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t3608"/>
            <p:cNvSpPr/>
            <p:nvPr/>
          </p:nvSpPr>
          <p:spPr>
            <a:xfrm>
              <a:off x="5453572" y="1952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t3609"/>
            <p:cNvSpPr/>
            <p:nvPr/>
          </p:nvSpPr>
          <p:spPr>
            <a:xfrm>
              <a:off x="5346732" y="2239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t3610"/>
            <p:cNvSpPr/>
            <p:nvPr/>
          </p:nvSpPr>
          <p:spPr>
            <a:xfrm>
              <a:off x="5549712" y="2227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t3611"/>
            <p:cNvSpPr/>
            <p:nvPr/>
          </p:nvSpPr>
          <p:spPr>
            <a:xfrm>
              <a:off x="5781132" y="1871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t3612"/>
            <p:cNvSpPr/>
            <p:nvPr/>
          </p:nvSpPr>
          <p:spPr>
            <a:xfrm>
              <a:off x="5592611" y="2160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t3613"/>
            <p:cNvSpPr/>
            <p:nvPr/>
          </p:nvSpPr>
          <p:spPr>
            <a:xfrm>
              <a:off x="5492921" y="2151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t3614"/>
            <p:cNvSpPr/>
            <p:nvPr/>
          </p:nvSpPr>
          <p:spPr>
            <a:xfrm>
              <a:off x="5909438" y="156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t3615"/>
            <p:cNvSpPr/>
            <p:nvPr/>
          </p:nvSpPr>
          <p:spPr>
            <a:xfrm>
              <a:off x="5180665" y="2217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t3616"/>
            <p:cNvSpPr/>
            <p:nvPr/>
          </p:nvSpPr>
          <p:spPr>
            <a:xfrm>
              <a:off x="5149701" y="2399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t3617"/>
            <p:cNvSpPr/>
            <p:nvPr/>
          </p:nvSpPr>
          <p:spPr>
            <a:xfrm>
              <a:off x="5613901" y="2126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t3618"/>
            <p:cNvSpPr/>
            <p:nvPr/>
          </p:nvSpPr>
          <p:spPr>
            <a:xfrm>
              <a:off x="5381760" y="2213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t3619"/>
            <p:cNvSpPr/>
            <p:nvPr/>
          </p:nvSpPr>
          <p:spPr>
            <a:xfrm>
              <a:off x="5371304" y="2109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t3620"/>
            <p:cNvSpPr/>
            <p:nvPr/>
          </p:nvSpPr>
          <p:spPr>
            <a:xfrm>
              <a:off x="5621015" y="1938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t3621"/>
            <p:cNvSpPr/>
            <p:nvPr/>
          </p:nvSpPr>
          <p:spPr>
            <a:xfrm>
              <a:off x="5117468" y="2783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t3622"/>
            <p:cNvSpPr/>
            <p:nvPr/>
          </p:nvSpPr>
          <p:spPr>
            <a:xfrm>
              <a:off x="5701066" y="1884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t3623"/>
            <p:cNvSpPr/>
            <p:nvPr/>
          </p:nvSpPr>
          <p:spPr>
            <a:xfrm>
              <a:off x="5062058" y="2499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t3624"/>
            <p:cNvSpPr/>
            <p:nvPr/>
          </p:nvSpPr>
          <p:spPr>
            <a:xfrm>
              <a:off x="5143151" y="265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t3625"/>
            <p:cNvSpPr/>
            <p:nvPr/>
          </p:nvSpPr>
          <p:spPr>
            <a:xfrm>
              <a:off x="5465862" y="2125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t3626"/>
            <p:cNvSpPr/>
            <p:nvPr/>
          </p:nvSpPr>
          <p:spPr>
            <a:xfrm>
              <a:off x="5600635" y="2027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t3627"/>
            <p:cNvSpPr/>
            <p:nvPr/>
          </p:nvSpPr>
          <p:spPr>
            <a:xfrm>
              <a:off x="4875502" y="2929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t3628"/>
            <p:cNvSpPr/>
            <p:nvPr/>
          </p:nvSpPr>
          <p:spPr>
            <a:xfrm>
              <a:off x="5302328" y="217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t3629"/>
            <p:cNvSpPr/>
            <p:nvPr/>
          </p:nvSpPr>
          <p:spPr>
            <a:xfrm>
              <a:off x="5257804" y="2135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t3630"/>
            <p:cNvSpPr/>
            <p:nvPr/>
          </p:nvSpPr>
          <p:spPr>
            <a:xfrm>
              <a:off x="5556483" y="2203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t3631"/>
            <p:cNvSpPr/>
            <p:nvPr/>
          </p:nvSpPr>
          <p:spPr>
            <a:xfrm>
              <a:off x="5027294" y="2301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t3632"/>
            <p:cNvSpPr/>
            <p:nvPr/>
          </p:nvSpPr>
          <p:spPr>
            <a:xfrm>
              <a:off x="5471350" y="2005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t3633"/>
            <p:cNvSpPr/>
            <p:nvPr/>
          </p:nvSpPr>
          <p:spPr>
            <a:xfrm>
              <a:off x="5083189" y="182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t3634"/>
            <p:cNvSpPr/>
            <p:nvPr/>
          </p:nvSpPr>
          <p:spPr>
            <a:xfrm>
              <a:off x="5362577" y="2068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t3635"/>
            <p:cNvSpPr/>
            <p:nvPr/>
          </p:nvSpPr>
          <p:spPr>
            <a:xfrm>
              <a:off x="5700320" y="1770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t3636"/>
            <p:cNvSpPr/>
            <p:nvPr/>
          </p:nvSpPr>
          <p:spPr>
            <a:xfrm>
              <a:off x="5747111" y="2002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t3637"/>
            <p:cNvSpPr/>
            <p:nvPr/>
          </p:nvSpPr>
          <p:spPr>
            <a:xfrm>
              <a:off x="5738521" y="1932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t3638"/>
            <p:cNvSpPr/>
            <p:nvPr/>
          </p:nvSpPr>
          <p:spPr>
            <a:xfrm>
              <a:off x="5401416" y="2306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t3639"/>
            <p:cNvSpPr/>
            <p:nvPr/>
          </p:nvSpPr>
          <p:spPr>
            <a:xfrm>
              <a:off x="5582149" y="1992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t3640"/>
            <p:cNvSpPr/>
            <p:nvPr/>
          </p:nvSpPr>
          <p:spPr>
            <a:xfrm>
              <a:off x="5602846" y="1968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t3641"/>
            <p:cNvSpPr/>
            <p:nvPr/>
          </p:nvSpPr>
          <p:spPr>
            <a:xfrm>
              <a:off x="5824712" y="2061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t3642"/>
            <p:cNvSpPr/>
            <p:nvPr/>
          </p:nvSpPr>
          <p:spPr>
            <a:xfrm>
              <a:off x="5109953" y="2809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t3643"/>
            <p:cNvSpPr/>
            <p:nvPr/>
          </p:nvSpPr>
          <p:spPr>
            <a:xfrm>
              <a:off x="5294926" y="2160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t3644"/>
            <p:cNvSpPr/>
            <p:nvPr/>
          </p:nvSpPr>
          <p:spPr>
            <a:xfrm>
              <a:off x="5532123" y="2177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t3645"/>
            <p:cNvSpPr/>
            <p:nvPr/>
          </p:nvSpPr>
          <p:spPr>
            <a:xfrm>
              <a:off x="5477832" y="2114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t3646"/>
            <p:cNvSpPr/>
            <p:nvPr/>
          </p:nvSpPr>
          <p:spPr>
            <a:xfrm>
              <a:off x="5298671" y="2028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t3647"/>
            <p:cNvSpPr/>
            <p:nvPr/>
          </p:nvSpPr>
          <p:spPr>
            <a:xfrm>
              <a:off x="5385342" y="219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t3648"/>
            <p:cNvSpPr/>
            <p:nvPr/>
          </p:nvSpPr>
          <p:spPr>
            <a:xfrm>
              <a:off x="5235755" y="2085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t3649"/>
            <p:cNvSpPr/>
            <p:nvPr/>
          </p:nvSpPr>
          <p:spPr>
            <a:xfrm>
              <a:off x="5370294" y="2034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t3650"/>
            <p:cNvSpPr/>
            <p:nvPr/>
          </p:nvSpPr>
          <p:spPr>
            <a:xfrm>
              <a:off x="5069920" y="2269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t3651"/>
            <p:cNvSpPr/>
            <p:nvPr/>
          </p:nvSpPr>
          <p:spPr>
            <a:xfrm>
              <a:off x="4564606" y="2473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t3652"/>
            <p:cNvSpPr/>
            <p:nvPr/>
          </p:nvSpPr>
          <p:spPr>
            <a:xfrm>
              <a:off x="5157626" y="2414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t3653"/>
            <p:cNvSpPr/>
            <p:nvPr/>
          </p:nvSpPr>
          <p:spPr>
            <a:xfrm>
              <a:off x="5492255" y="2259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t3654"/>
            <p:cNvSpPr/>
            <p:nvPr/>
          </p:nvSpPr>
          <p:spPr>
            <a:xfrm>
              <a:off x="5412248" y="1994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t3655"/>
            <p:cNvSpPr/>
            <p:nvPr/>
          </p:nvSpPr>
          <p:spPr>
            <a:xfrm>
              <a:off x="5351615" y="2255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t3656"/>
            <p:cNvSpPr/>
            <p:nvPr/>
          </p:nvSpPr>
          <p:spPr>
            <a:xfrm>
              <a:off x="5204000" y="2136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t3657"/>
            <p:cNvSpPr/>
            <p:nvPr/>
          </p:nvSpPr>
          <p:spPr>
            <a:xfrm>
              <a:off x="5389451" y="2193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t3658"/>
            <p:cNvSpPr/>
            <p:nvPr/>
          </p:nvSpPr>
          <p:spPr>
            <a:xfrm>
              <a:off x="4890033" y="2678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t3659"/>
            <p:cNvSpPr/>
            <p:nvPr/>
          </p:nvSpPr>
          <p:spPr>
            <a:xfrm>
              <a:off x="5678648" y="1919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t3660"/>
            <p:cNvSpPr/>
            <p:nvPr/>
          </p:nvSpPr>
          <p:spPr>
            <a:xfrm>
              <a:off x="5064586" y="2596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t3661"/>
            <p:cNvSpPr/>
            <p:nvPr/>
          </p:nvSpPr>
          <p:spPr>
            <a:xfrm>
              <a:off x="5287463" y="2124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t3662"/>
            <p:cNvSpPr/>
            <p:nvPr/>
          </p:nvSpPr>
          <p:spPr>
            <a:xfrm>
              <a:off x="4977775" y="2451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t3663"/>
            <p:cNvSpPr/>
            <p:nvPr/>
          </p:nvSpPr>
          <p:spPr>
            <a:xfrm>
              <a:off x="5308930" y="2158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t3664"/>
            <p:cNvSpPr/>
            <p:nvPr/>
          </p:nvSpPr>
          <p:spPr>
            <a:xfrm>
              <a:off x="5396486" y="2253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t3665"/>
            <p:cNvSpPr/>
            <p:nvPr/>
          </p:nvSpPr>
          <p:spPr>
            <a:xfrm>
              <a:off x="4860544" y="2733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t3666"/>
            <p:cNvSpPr/>
            <p:nvPr/>
          </p:nvSpPr>
          <p:spPr>
            <a:xfrm>
              <a:off x="5628345" y="1994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t3667"/>
            <p:cNvSpPr/>
            <p:nvPr/>
          </p:nvSpPr>
          <p:spPr>
            <a:xfrm>
              <a:off x="5402819" y="2315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t3668"/>
            <p:cNvSpPr/>
            <p:nvPr/>
          </p:nvSpPr>
          <p:spPr>
            <a:xfrm>
              <a:off x="5623899" y="1894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t3669"/>
            <p:cNvSpPr/>
            <p:nvPr/>
          </p:nvSpPr>
          <p:spPr>
            <a:xfrm>
              <a:off x="4651772" y="2484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t3670"/>
            <p:cNvSpPr/>
            <p:nvPr/>
          </p:nvSpPr>
          <p:spPr>
            <a:xfrm>
              <a:off x="5667413" y="1740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t3671"/>
            <p:cNvSpPr/>
            <p:nvPr/>
          </p:nvSpPr>
          <p:spPr>
            <a:xfrm>
              <a:off x="5335640" y="2247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t3672"/>
            <p:cNvSpPr/>
            <p:nvPr/>
          </p:nvSpPr>
          <p:spPr>
            <a:xfrm>
              <a:off x="5423000" y="2142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t3673"/>
            <p:cNvSpPr/>
            <p:nvPr/>
          </p:nvSpPr>
          <p:spPr>
            <a:xfrm>
              <a:off x="5047637" y="2483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t3674"/>
            <p:cNvSpPr/>
            <p:nvPr/>
          </p:nvSpPr>
          <p:spPr>
            <a:xfrm>
              <a:off x="5843214" y="1758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t3675"/>
            <p:cNvSpPr/>
            <p:nvPr/>
          </p:nvSpPr>
          <p:spPr>
            <a:xfrm>
              <a:off x="5555980" y="2287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t3676"/>
            <p:cNvSpPr/>
            <p:nvPr/>
          </p:nvSpPr>
          <p:spPr>
            <a:xfrm>
              <a:off x="5285779" y="2120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t3677"/>
            <p:cNvSpPr/>
            <p:nvPr/>
          </p:nvSpPr>
          <p:spPr>
            <a:xfrm>
              <a:off x="5773584" y="181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t3678"/>
            <p:cNvSpPr/>
            <p:nvPr/>
          </p:nvSpPr>
          <p:spPr>
            <a:xfrm>
              <a:off x="5324129" y="2195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t3679"/>
            <p:cNvSpPr/>
            <p:nvPr/>
          </p:nvSpPr>
          <p:spPr>
            <a:xfrm>
              <a:off x="5724075" y="1968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t3680"/>
            <p:cNvSpPr/>
            <p:nvPr/>
          </p:nvSpPr>
          <p:spPr>
            <a:xfrm>
              <a:off x="5548455" y="2173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t3681"/>
            <p:cNvSpPr/>
            <p:nvPr/>
          </p:nvSpPr>
          <p:spPr>
            <a:xfrm>
              <a:off x="5212618" y="2129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t3682"/>
            <p:cNvSpPr/>
            <p:nvPr/>
          </p:nvSpPr>
          <p:spPr>
            <a:xfrm>
              <a:off x="5566839" y="2252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t3683"/>
            <p:cNvSpPr/>
            <p:nvPr/>
          </p:nvSpPr>
          <p:spPr>
            <a:xfrm>
              <a:off x="5571925" y="2059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t3684"/>
            <p:cNvSpPr/>
            <p:nvPr/>
          </p:nvSpPr>
          <p:spPr>
            <a:xfrm>
              <a:off x="5345111" y="2223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t3685"/>
            <p:cNvSpPr/>
            <p:nvPr/>
          </p:nvSpPr>
          <p:spPr>
            <a:xfrm>
              <a:off x="5568859" y="1975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t3686"/>
            <p:cNvSpPr/>
            <p:nvPr/>
          </p:nvSpPr>
          <p:spPr>
            <a:xfrm>
              <a:off x="5083612" y="1931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t3687"/>
            <p:cNvSpPr/>
            <p:nvPr/>
          </p:nvSpPr>
          <p:spPr>
            <a:xfrm>
              <a:off x="5674105" y="1961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t3688"/>
            <p:cNvSpPr/>
            <p:nvPr/>
          </p:nvSpPr>
          <p:spPr>
            <a:xfrm>
              <a:off x="5647828" y="1920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t3689"/>
            <p:cNvSpPr/>
            <p:nvPr/>
          </p:nvSpPr>
          <p:spPr>
            <a:xfrm>
              <a:off x="5424012" y="2201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t3690"/>
            <p:cNvSpPr/>
            <p:nvPr/>
          </p:nvSpPr>
          <p:spPr>
            <a:xfrm>
              <a:off x="5489511" y="2240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t3691"/>
            <p:cNvSpPr/>
            <p:nvPr/>
          </p:nvSpPr>
          <p:spPr>
            <a:xfrm>
              <a:off x="5518614" y="1985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t3692"/>
            <p:cNvSpPr/>
            <p:nvPr/>
          </p:nvSpPr>
          <p:spPr>
            <a:xfrm>
              <a:off x="5278331" y="2133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t3693"/>
            <p:cNvSpPr/>
            <p:nvPr/>
          </p:nvSpPr>
          <p:spPr>
            <a:xfrm>
              <a:off x="5123363" y="2570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t3694"/>
            <p:cNvSpPr/>
            <p:nvPr/>
          </p:nvSpPr>
          <p:spPr>
            <a:xfrm>
              <a:off x="5543975" y="2135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t3695"/>
            <p:cNvSpPr/>
            <p:nvPr/>
          </p:nvSpPr>
          <p:spPr>
            <a:xfrm>
              <a:off x="5472035" y="1924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t3696"/>
            <p:cNvSpPr/>
            <p:nvPr/>
          </p:nvSpPr>
          <p:spPr>
            <a:xfrm>
              <a:off x="5245835" y="2069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t3697"/>
            <p:cNvSpPr/>
            <p:nvPr/>
          </p:nvSpPr>
          <p:spPr>
            <a:xfrm>
              <a:off x="5338946" y="2238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t3698"/>
            <p:cNvSpPr/>
            <p:nvPr/>
          </p:nvSpPr>
          <p:spPr>
            <a:xfrm>
              <a:off x="5696582" y="2010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t3699"/>
            <p:cNvSpPr/>
            <p:nvPr/>
          </p:nvSpPr>
          <p:spPr>
            <a:xfrm>
              <a:off x="4930833" y="2314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t3700"/>
            <p:cNvSpPr/>
            <p:nvPr/>
          </p:nvSpPr>
          <p:spPr>
            <a:xfrm>
              <a:off x="5852124" y="1860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t3701"/>
            <p:cNvSpPr/>
            <p:nvPr/>
          </p:nvSpPr>
          <p:spPr>
            <a:xfrm>
              <a:off x="5393285" y="2139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t3702"/>
            <p:cNvSpPr/>
            <p:nvPr/>
          </p:nvSpPr>
          <p:spPr>
            <a:xfrm>
              <a:off x="5497312" y="2248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t3703"/>
            <p:cNvSpPr/>
            <p:nvPr/>
          </p:nvSpPr>
          <p:spPr>
            <a:xfrm>
              <a:off x="5430869" y="2178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t3704"/>
            <p:cNvSpPr/>
            <p:nvPr/>
          </p:nvSpPr>
          <p:spPr>
            <a:xfrm>
              <a:off x="5318993" y="2209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t3705"/>
            <p:cNvSpPr/>
            <p:nvPr/>
          </p:nvSpPr>
          <p:spPr>
            <a:xfrm>
              <a:off x="5067194" y="2394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t3706"/>
            <p:cNvSpPr/>
            <p:nvPr/>
          </p:nvSpPr>
          <p:spPr>
            <a:xfrm>
              <a:off x="5115043" y="2607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t3707"/>
            <p:cNvSpPr/>
            <p:nvPr/>
          </p:nvSpPr>
          <p:spPr>
            <a:xfrm>
              <a:off x="5288923" y="2123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t3708"/>
            <p:cNvSpPr/>
            <p:nvPr/>
          </p:nvSpPr>
          <p:spPr>
            <a:xfrm>
              <a:off x="4914599" y="1743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t3709"/>
            <p:cNvSpPr/>
            <p:nvPr/>
          </p:nvSpPr>
          <p:spPr>
            <a:xfrm>
              <a:off x="5524781" y="2170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t3710"/>
            <p:cNvSpPr/>
            <p:nvPr/>
          </p:nvSpPr>
          <p:spPr>
            <a:xfrm>
              <a:off x="5697473" y="1963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t3711"/>
            <p:cNvSpPr/>
            <p:nvPr/>
          </p:nvSpPr>
          <p:spPr>
            <a:xfrm>
              <a:off x="5346421" y="2207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t3712"/>
            <p:cNvSpPr/>
            <p:nvPr/>
          </p:nvSpPr>
          <p:spPr>
            <a:xfrm>
              <a:off x="5813217" y="1716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t3713"/>
            <p:cNvSpPr/>
            <p:nvPr/>
          </p:nvSpPr>
          <p:spPr>
            <a:xfrm>
              <a:off x="5020580" y="2322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t3714"/>
            <p:cNvSpPr/>
            <p:nvPr/>
          </p:nvSpPr>
          <p:spPr>
            <a:xfrm>
              <a:off x="5607994" y="2023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t3715"/>
            <p:cNvSpPr/>
            <p:nvPr/>
          </p:nvSpPr>
          <p:spPr>
            <a:xfrm>
              <a:off x="5189445" y="2162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t3716"/>
            <p:cNvSpPr/>
            <p:nvPr/>
          </p:nvSpPr>
          <p:spPr>
            <a:xfrm>
              <a:off x="5438661" y="1836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t3717"/>
            <p:cNvSpPr/>
            <p:nvPr/>
          </p:nvSpPr>
          <p:spPr>
            <a:xfrm>
              <a:off x="5359527" y="224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t3718"/>
            <p:cNvSpPr/>
            <p:nvPr/>
          </p:nvSpPr>
          <p:spPr>
            <a:xfrm>
              <a:off x="5559352" y="2185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t3719"/>
            <p:cNvSpPr/>
            <p:nvPr/>
          </p:nvSpPr>
          <p:spPr>
            <a:xfrm>
              <a:off x="5559157" y="2305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t3720"/>
            <p:cNvSpPr/>
            <p:nvPr/>
          </p:nvSpPr>
          <p:spPr>
            <a:xfrm>
              <a:off x="5209987" y="2214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t3721"/>
            <p:cNvSpPr/>
            <p:nvPr/>
          </p:nvSpPr>
          <p:spPr>
            <a:xfrm>
              <a:off x="5771378" y="1902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t3722"/>
            <p:cNvSpPr/>
            <p:nvPr/>
          </p:nvSpPr>
          <p:spPr>
            <a:xfrm>
              <a:off x="5542730" y="2163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t3723"/>
            <p:cNvSpPr/>
            <p:nvPr/>
          </p:nvSpPr>
          <p:spPr>
            <a:xfrm>
              <a:off x="5367221" y="2080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t3724"/>
            <p:cNvSpPr/>
            <p:nvPr/>
          </p:nvSpPr>
          <p:spPr>
            <a:xfrm>
              <a:off x="5391830" y="2126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t3725"/>
            <p:cNvSpPr/>
            <p:nvPr/>
          </p:nvSpPr>
          <p:spPr>
            <a:xfrm>
              <a:off x="5936086" y="1488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t3726"/>
            <p:cNvSpPr/>
            <p:nvPr/>
          </p:nvSpPr>
          <p:spPr>
            <a:xfrm>
              <a:off x="5759410" y="1786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t3727"/>
            <p:cNvSpPr/>
            <p:nvPr/>
          </p:nvSpPr>
          <p:spPr>
            <a:xfrm>
              <a:off x="5217830" y="2092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t3728"/>
            <p:cNvSpPr/>
            <p:nvPr/>
          </p:nvSpPr>
          <p:spPr>
            <a:xfrm>
              <a:off x="5495629" y="2255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t3729"/>
            <p:cNvSpPr/>
            <p:nvPr/>
          </p:nvSpPr>
          <p:spPr>
            <a:xfrm>
              <a:off x="5237088" y="2138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t3730"/>
            <p:cNvSpPr/>
            <p:nvPr/>
          </p:nvSpPr>
          <p:spPr>
            <a:xfrm>
              <a:off x="5093911" y="2487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t3731"/>
            <p:cNvSpPr/>
            <p:nvPr/>
          </p:nvSpPr>
          <p:spPr>
            <a:xfrm>
              <a:off x="5558355" y="2195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t3732"/>
            <p:cNvSpPr/>
            <p:nvPr/>
          </p:nvSpPr>
          <p:spPr>
            <a:xfrm>
              <a:off x="4997863" y="2674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t3733"/>
            <p:cNvSpPr/>
            <p:nvPr/>
          </p:nvSpPr>
          <p:spPr>
            <a:xfrm>
              <a:off x="5866157" y="1742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t3734"/>
            <p:cNvSpPr/>
            <p:nvPr/>
          </p:nvSpPr>
          <p:spPr>
            <a:xfrm>
              <a:off x="5752894" y="1988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t3735"/>
            <p:cNvSpPr/>
            <p:nvPr/>
          </p:nvSpPr>
          <p:spPr>
            <a:xfrm>
              <a:off x="5592372" y="1952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t3736"/>
            <p:cNvSpPr/>
            <p:nvPr/>
          </p:nvSpPr>
          <p:spPr>
            <a:xfrm>
              <a:off x="5397270" y="2228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t3737"/>
            <p:cNvSpPr/>
            <p:nvPr/>
          </p:nvSpPr>
          <p:spPr>
            <a:xfrm>
              <a:off x="5235947" y="2144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t3738"/>
            <p:cNvSpPr/>
            <p:nvPr/>
          </p:nvSpPr>
          <p:spPr>
            <a:xfrm>
              <a:off x="5373169" y="2049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t3739"/>
            <p:cNvSpPr/>
            <p:nvPr/>
          </p:nvSpPr>
          <p:spPr>
            <a:xfrm>
              <a:off x="5485012" y="2231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t3740"/>
            <p:cNvSpPr/>
            <p:nvPr/>
          </p:nvSpPr>
          <p:spPr>
            <a:xfrm>
              <a:off x="5119776" y="2493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t3741"/>
            <p:cNvSpPr/>
            <p:nvPr/>
          </p:nvSpPr>
          <p:spPr>
            <a:xfrm>
              <a:off x="5928014" y="1638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t3742"/>
            <p:cNvSpPr/>
            <p:nvPr/>
          </p:nvSpPr>
          <p:spPr>
            <a:xfrm>
              <a:off x="5943825" y="1640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t3743"/>
            <p:cNvSpPr/>
            <p:nvPr/>
          </p:nvSpPr>
          <p:spPr>
            <a:xfrm>
              <a:off x="5477542" y="2220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t3744"/>
            <p:cNvSpPr/>
            <p:nvPr/>
          </p:nvSpPr>
          <p:spPr>
            <a:xfrm>
              <a:off x="5128833" y="2597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t3745"/>
            <p:cNvSpPr/>
            <p:nvPr/>
          </p:nvSpPr>
          <p:spPr>
            <a:xfrm>
              <a:off x="5087186" y="2229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t3746"/>
            <p:cNvSpPr/>
            <p:nvPr/>
          </p:nvSpPr>
          <p:spPr>
            <a:xfrm>
              <a:off x="5886623" y="1849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t3747"/>
            <p:cNvSpPr/>
            <p:nvPr/>
          </p:nvSpPr>
          <p:spPr>
            <a:xfrm>
              <a:off x="4938439" y="1814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t3748"/>
            <p:cNvSpPr/>
            <p:nvPr/>
          </p:nvSpPr>
          <p:spPr>
            <a:xfrm>
              <a:off x="5412493" y="2099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t3749"/>
            <p:cNvSpPr/>
            <p:nvPr/>
          </p:nvSpPr>
          <p:spPr>
            <a:xfrm>
              <a:off x="5342119" y="2223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t3750"/>
            <p:cNvSpPr/>
            <p:nvPr/>
          </p:nvSpPr>
          <p:spPr>
            <a:xfrm>
              <a:off x="5380865" y="2152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t3751"/>
            <p:cNvSpPr/>
            <p:nvPr/>
          </p:nvSpPr>
          <p:spPr>
            <a:xfrm>
              <a:off x="5516643" y="2192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t3752"/>
            <p:cNvSpPr/>
            <p:nvPr/>
          </p:nvSpPr>
          <p:spPr>
            <a:xfrm>
              <a:off x="5599728" y="1981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t3753"/>
            <p:cNvSpPr/>
            <p:nvPr/>
          </p:nvSpPr>
          <p:spPr>
            <a:xfrm>
              <a:off x="5602734" y="1915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t3754"/>
            <p:cNvSpPr/>
            <p:nvPr/>
          </p:nvSpPr>
          <p:spPr>
            <a:xfrm>
              <a:off x="5535270" y="2077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t3755"/>
            <p:cNvSpPr/>
            <p:nvPr/>
          </p:nvSpPr>
          <p:spPr>
            <a:xfrm>
              <a:off x="5334498" y="2200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t3756"/>
            <p:cNvSpPr/>
            <p:nvPr/>
          </p:nvSpPr>
          <p:spPr>
            <a:xfrm>
              <a:off x="5581310" y="2073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t3757"/>
            <p:cNvSpPr/>
            <p:nvPr/>
          </p:nvSpPr>
          <p:spPr>
            <a:xfrm>
              <a:off x="5360516" y="2056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t3758"/>
            <p:cNvSpPr/>
            <p:nvPr/>
          </p:nvSpPr>
          <p:spPr>
            <a:xfrm>
              <a:off x="5396781" y="221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t3759"/>
            <p:cNvSpPr/>
            <p:nvPr/>
          </p:nvSpPr>
          <p:spPr>
            <a:xfrm>
              <a:off x="5577540" y="2229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t3760"/>
            <p:cNvSpPr/>
            <p:nvPr/>
          </p:nvSpPr>
          <p:spPr>
            <a:xfrm>
              <a:off x="5290903" y="2132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t3761"/>
            <p:cNvSpPr/>
            <p:nvPr/>
          </p:nvSpPr>
          <p:spPr>
            <a:xfrm>
              <a:off x="4875974" y="2957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t3762"/>
            <p:cNvSpPr/>
            <p:nvPr/>
          </p:nvSpPr>
          <p:spPr>
            <a:xfrm>
              <a:off x="5572202" y="2131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t3763"/>
            <p:cNvSpPr/>
            <p:nvPr/>
          </p:nvSpPr>
          <p:spPr>
            <a:xfrm>
              <a:off x="5462987" y="2041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t3764"/>
            <p:cNvSpPr/>
            <p:nvPr/>
          </p:nvSpPr>
          <p:spPr>
            <a:xfrm>
              <a:off x="5421618" y="2209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t3765"/>
            <p:cNvSpPr/>
            <p:nvPr/>
          </p:nvSpPr>
          <p:spPr>
            <a:xfrm>
              <a:off x="5667018" y="1679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t3766"/>
            <p:cNvSpPr/>
            <p:nvPr/>
          </p:nvSpPr>
          <p:spPr>
            <a:xfrm>
              <a:off x="5779715" y="1864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t3767"/>
            <p:cNvSpPr/>
            <p:nvPr/>
          </p:nvSpPr>
          <p:spPr>
            <a:xfrm>
              <a:off x="5158641" y="2527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t3768"/>
            <p:cNvSpPr/>
            <p:nvPr/>
          </p:nvSpPr>
          <p:spPr>
            <a:xfrm>
              <a:off x="5526188" y="2011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t3769"/>
            <p:cNvSpPr/>
            <p:nvPr/>
          </p:nvSpPr>
          <p:spPr>
            <a:xfrm>
              <a:off x="5163756" y="2156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t3770"/>
            <p:cNvSpPr/>
            <p:nvPr/>
          </p:nvSpPr>
          <p:spPr>
            <a:xfrm>
              <a:off x="5182562" y="2213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t3771"/>
            <p:cNvSpPr/>
            <p:nvPr/>
          </p:nvSpPr>
          <p:spPr>
            <a:xfrm>
              <a:off x="5038391" y="2408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t3772"/>
            <p:cNvSpPr/>
            <p:nvPr/>
          </p:nvSpPr>
          <p:spPr>
            <a:xfrm>
              <a:off x="5147814" y="2675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t3773"/>
            <p:cNvSpPr/>
            <p:nvPr/>
          </p:nvSpPr>
          <p:spPr>
            <a:xfrm>
              <a:off x="5553287" y="212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t3774"/>
            <p:cNvSpPr/>
            <p:nvPr/>
          </p:nvSpPr>
          <p:spPr>
            <a:xfrm>
              <a:off x="5241664" y="2094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t3775"/>
            <p:cNvSpPr/>
            <p:nvPr/>
          </p:nvSpPr>
          <p:spPr>
            <a:xfrm>
              <a:off x="5699820" y="1799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t3776"/>
            <p:cNvSpPr/>
            <p:nvPr/>
          </p:nvSpPr>
          <p:spPr>
            <a:xfrm>
              <a:off x="5367888" y="2093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t3777"/>
            <p:cNvSpPr/>
            <p:nvPr/>
          </p:nvSpPr>
          <p:spPr>
            <a:xfrm>
              <a:off x="5383638" y="216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t3778"/>
            <p:cNvSpPr/>
            <p:nvPr/>
          </p:nvSpPr>
          <p:spPr>
            <a:xfrm>
              <a:off x="5381057" y="2230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t3779"/>
            <p:cNvSpPr/>
            <p:nvPr/>
          </p:nvSpPr>
          <p:spPr>
            <a:xfrm>
              <a:off x="5350984" y="2254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t3780"/>
            <p:cNvSpPr/>
            <p:nvPr/>
          </p:nvSpPr>
          <p:spPr>
            <a:xfrm>
              <a:off x="5481504" y="2230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t3781"/>
            <p:cNvSpPr/>
            <p:nvPr/>
          </p:nvSpPr>
          <p:spPr>
            <a:xfrm>
              <a:off x="5563157" y="2245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t3782"/>
            <p:cNvSpPr/>
            <p:nvPr/>
          </p:nvSpPr>
          <p:spPr>
            <a:xfrm>
              <a:off x="5414021" y="2114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t3783"/>
            <p:cNvSpPr/>
            <p:nvPr/>
          </p:nvSpPr>
          <p:spPr>
            <a:xfrm>
              <a:off x="5260310" y="2136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t3784"/>
            <p:cNvSpPr/>
            <p:nvPr/>
          </p:nvSpPr>
          <p:spPr>
            <a:xfrm>
              <a:off x="5411046" y="2167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t3785"/>
            <p:cNvSpPr/>
            <p:nvPr/>
          </p:nvSpPr>
          <p:spPr>
            <a:xfrm>
              <a:off x="5471408" y="2033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t3786"/>
            <p:cNvSpPr/>
            <p:nvPr/>
          </p:nvSpPr>
          <p:spPr>
            <a:xfrm>
              <a:off x="5451594" y="1907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t3787"/>
            <p:cNvSpPr/>
            <p:nvPr/>
          </p:nvSpPr>
          <p:spPr>
            <a:xfrm>
              <a:off x="5165376" y="2354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t3788"/>
            <p:cNvSpPr/>
            <p:nvPr/>
          </p:nvSpPr>
          <p:spPr>
            <a:xfrm>
              <a:off x="5509801" y="2172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t3789"/>
            <p:cNvSpPr/>
            <p:nvPr/>
          </p:nvSpPr>
          <p:spPr>
            <a:xfrm>
              <a:off x="5646904" y="1869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t3790"/>
            <p:cNvSpPr/>
            <p:nvPr/>
          </p:nvSpPr>
          <p:spPr>
            <a:xfrm>
              <a:off x="5427291" y="2138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t3791"/>
            <p:cNvSpPr/>
            <p:nvPr/>
          </p:nvSpPr>
          <p:spPr>
            <a:xfrm>
              <a:off x="5345115" y="2221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t3792"/>
            <p:cNvSpPr/>
            <p:nvPr/>
          </p:nvSpPr>
          <p:spPr>
            <a:xfrm>
              <a:off x="5331643" y="2145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t3793"/>
            <p:cNvSpPr/>
            <p:nvPr/>
          </p:nvSpPr>
          <p:spPr>
            <a:xfrm>
              <a:off x="5288248" y="2125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t3794"/>
            <p:cNvSpPr/>
            <p:nvPr/>
          </p:nvSpPr>
          <p:spPr>
            <a:xfrm>
              <a:off x="5557903" y="2214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t3795"/>
            <p:cNvSpPr/>
            <p:nvPr/>
          </p:nvSpPr>
          <p:spPr>
            <a:xfrm>
              <a:off x="5528230" y="2180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t3796"/>
            <p:cNvSpPr/>
            <p:nvPr/>
          </p:nvSpPr>
          <p:spPr>
            <a:xfrm>
              <a:off x="5464899" y="208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t3797"/>
            <p:cNvSpPr/>
            <p:nvPr/>
          </p:nvSpPr>
          <p:spPr>
            <a:xfrm>
              <a:off x="5145337" y="2769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t3798"/>
            <p:cNvSpPr/>
            <p:nvPr/>
          </p:nvSpPr>
          <p:spPr>
            <a:xfrm>
              <a:off x="5440420" y="2095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t3799"/>
            <p:cNvSpPr/>
            <p:nvPr/>
          </p:nvSpPr>
          <p:spPr>
            <a:xfrm>
              <a:off x="5109863" y="2759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t3800"/>
            <p:cNvSpPr/>
            <p:nvPr/>
          </p:nvSpPr>
          <p:spPr>
            <a:xfrm>
              <a:off x="5489229" y="2293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t3801"/>
            <p:cNvSpPr/>
            <p:nvPr/>
          </p:nvSpPr>
          <p:spPr>
            <a:xfrm>
              <a:off x="5275741" y="2165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t3802"/>
            <p:cNvSpPr/>
            <p:nvPr/>
          </p:nvSpPr>
          <p:spPr>
            <a:xfrm>
              <a:off x="5140775" y="2796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t3803"/>
            <p:cNvSpPr/>
            <p:nvPr/>
          </p:nvSpPr>
          <p:spPr>
            <a:xfrm>
              <a:off x="5207077" y="2127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t3804"/>
            <p:cNvSpPr/>
            <p:nvPr/>
          </p:nvSpPr>
          <p:spPr>
            <a:xfrm>
              <a:off x="5160038" y="2445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t3805"/>
            <p:cNvSpPr/>
            <p:nvPr/>
          </p:nvSpPr>
          <p:spPr>
            <a:xfrm>
              <a:off x="5503456" y="2251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t3806"/>
            <p:cNvSpPr/>
            <p:nvPr/>
          </p:nvSpPr>
          <p:spPr>
            <a:xfrm>
              <a:off x="5315248" y="2037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t3807"/>
            <p:cNvSpPr/>
            <p:nvPr/>
          </p:nvSpPr>
          <p:spPr>
            <a:xfrm>
              <a:off x="5177150" y="221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t3808"/>
            <p:cNvSpPr/>
            <p:nvPr/>
          </p:nvSpPr>
          <p:spPr>
            <a:xfrm>
              <a:off x="5372549" y="2107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t3809"/>
            <p:cNvSpPr/>
            <p:nvPr/>
          </p:nvSpPr>
          <p:spPr>
            <a:xfrm>
              <a:off x="5188756" y="2133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t3810"/>
            <p:cNvSpPr/>
            <p:nvPr/>
          </p:nvSpPr>
          <p:spPr>
            <a:xfrm>
              <a:off x="5743471" y="1666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t3811"/>
            <p:cNvSpPr/>
            <p:nvPr/>
          </p:nvSpPr>
          <p:spPr>
            <a:xfrm>
              <a:off x="5735275" y="1878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t3812"/>
            <p:cNvSpPr/>
            <p:nvPr/>
          </p:nvSpPr>
          <p:spPr>
            <a:xfrm>
              <a:off x="5479772" y="2134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t3813"/>
            <p:cNvSpPr/>
            <p:nvPr/>
          </p:nvSpPr>
          <p:spPr>
            <a:xfrm>
              <a:off x="5528253" y="2121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t3814"/>
            <p:cNvSpPr/>
            <p:nvPr/>
          </p:nvSpPr>
          <p:spPr>
            <a:xfrm>
              <a:off x="5668036" y="1663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t3815"/>
            <p:cNvSpPr/>
            <p:nvPr/>
          </p:nvSpPr>
          <p:spPr>
            <a:xfrm>
              <a:off x="5912246" y="1538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t3816"/>
            <p:cNvSpPr/>
            <p:nvPr/>
          </p:nvSpPr>
          <p:spPr>
            <a:xfrm>
              <a:off x="5588693" y="2012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t3817"/>
            <p:cNvSpPr/>
            <p:nvPr/>
          </p:nvSpPr>
          <p:spPr>
            <a:xfrm>
              <a:off x="5527716" y="2023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t3818"/>
            <p:cNvSpPr/>
            <p:nvPr/>
          </p:nvSpPr>
          <p:spPr>
            <a:xfrm>
              <a:off x="5823004" y="1721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t3819"/>
            <p:cNvSpPr/>
            <p:nvPr/>
          </p:nvSpPr>
          <p:spPr>
            <a:xfrm>
              <a:off x="5162137" y="2186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t3820"/>
            <p:cNvSpPr/>
            <p:nvPr/>
          </p:nvSpPr>
          <p:spPr>
            <a:xfrm>
              <a:off x="5271109" y="2081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t3821"/>
            <p:cNvSpPr/>
            <p:nvPr/>
          </p:nvSpPr>
          <p:spPr>
            <a:xfrm>
              <a:off x="5297913" y="2189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t3822"/>
            <p:cNvSpPr/>
            <p:nvPr/>
          </p:nvSpPr>
          <p:spPr>
            <a:xfrm>
              <a:off x="5351868" y="2234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t3823"/>
            <p:cNvSpPr/>
            <p:nvPr/>
          </p:nvSpPr>
          <p:spPr>
            <a:xfrm>
              <a:off x="5254817" y="2272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t3824"/>
            <p:cNvSpPr/>
            <p:nvPr/>
          </p:nvSpPr>
          <p:spPr>
            <a:xfrm>
              <a:off x="5145471" y="2711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t3825"/>
            <p:cNvSpPr/>
            <p:nvPr/>
          </p:nvSpPr>
          <p:spPr>
            <a:xfrm>
              <a:off x="5400766" y="2243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t3826"/>
            <p:cNvSpPr/>
            <p:nvPr/>
          </p:nvSpPr>
          <p:spPr>
            <a:xfrm>
              <a:off x="5508316" y="2167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t3827"/>
            <p:cNvSpPr/>
            <p:nvPr/>
          </p:nvSpPr>
          <p:spPr>
            <a:xfrm>
              <a:off x="5440460" y="1973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t3828"/>
            <p:cNvSpPr/>
            <p:nvPr/>
          </p:nvSpPr>
          <p:spPr>
            <a:xfrm>
              <a:off x="5471131" y="1982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t3829"/>
            <p:cNvSpPr/>
            <p:nvPr/>
          </p:nvSpPr>
          <p:spPr>
            <a:xfrm>
              <a:off x="5460462" y="2131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t3830"/>
            <p:cNvSpPr/>
            <p:nvPr/>
          </p:nvSpPr>
          <p:spPr>
            <a:xfrm>
              <a:off x="5440749" y="2079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t3831"/>
            <p:cNvSpPr/>
            <p:nvPr/>
          </p:nvSpPr>
          <p:spPr>
            <a:xfrm>
              <a:off x="5284765" y="1982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t3832"/>
            <p:cNvSpPr/>
            <p:nvPr/>
          </p:nvSpPr>
          <p:spPr>
            <a:xfrm>
              <a:off x="5222245" y="1937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t3833"/>
            <p:cNvSpPr/>
            <p:nvPr/>
          </p:nvSpPr>
          <p:spPr>
            <a:xfrm>
              <a:off x="4960163" y="2558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t3834"/>
            <p:cNvSpPr/>
            <p:nvPr/>
          </p:nvSpPr>
          <p:spPr>
            <a:xfrm>
              <a:off x="5425645" y="2127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t3835"/>
            <p:cNvSpPr/>
            <p:nvPr/>
          </p:nvSpPr>
          <p:spPr>
            <a:xfrm>
              <a:off x="5595537" y="1896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t3836"/>
            <p:cNvSpPr/>
            <p:nvPr/>
          </p:nvSpPr>
          <p:spPr>
            <a:xfrm>
              <a:off x="5538075" y="2242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t3837"/>
            <p:cNvSpPr/>
            <p:nvPr/>
          </p:nvSpPr>
          <p:spPr>
            <a:xfrm>
              <a:off x="5174617" y="2371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t3838"/>
            <p:cNvSpPr/>
            <p:nvPr/>
          </p:nvSpPr>
          <p:spPr>
            <a:xfrm>
              <a:off x="5248090" y="2165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t3839"/>
            <p:cNvSpPr/>
            <p:nvPr/>
          </p:nvSpPr>
          <p:spPr>
            <a:xfrm>
              <a:off x="5423367" y="2210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t3840"/>
            <p:cNvSpPr/>
            <p:nvPr/>
          </p:nvSpPr>
          <p:spPr>
            <a:xfrm>
              <a:off x="5189433" y="2196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t3841"/>
            <p:cNvSpPr/>
            <p:nvPr/>
          </p:nvSpPr>
          <p:spPr>
            <a:xfrm>
              <a:off x="5645022" y="1839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t3842"/>
            <p:cNvSpPr/>
            <p:nvPr/>
          </p:nvSpPr>
          <p:spPr>
            <a:xfrm>
              <a:off x="5031005" y="2201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t3843"/>
            <p:cNvSpPr/>
            <p:nvPr/>
          </p:nvSpPr>
          <p:spPr>
            <a:xfrm>
              <a:off x="5193110" y="2122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t3844"/>
            <p:cNvSpPr/>
            <p:nvPr/>
          </p:nvSpPr>
          <p:spPr>
            <a:xfrm>
              <a:off x="5551018" y="2123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t3845"/>
            <p:cNvSpPr/>
            <p:nvPr/>
          </p:nvSpPr>
          <p:spPr>
            <a:xfrm>
              <a:off x="5551578" y="2262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t3846"/>
            <p:cNvSpPr/>
            <p:nvPr/>
          </p:nvSpPr>
          <p:spPr>
            <a:xfrm>
              <a:off x="5793163" y="1841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t3847"/>
            <p:cNvSpPr/>
            <p:nvPr/>
          </p:nvSpPr>
          <p:spPr>
            <a:xfrm>
              <a:off x="5136908" y="2599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t3848"/>
            <p:cNvSpPr/>
            <p:nvPr/>
          </p:nvSpPr>
          <p:spPr>
            <a:xfrm>
              <a:off x="5550095" y="2209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t3849"/>
            <p:cNvSpPr/>
            <p:nvPr/>
          </p:nvSpPr>
          <p:spPr>
            <a:xfrm>
              <a:off x="5241030" y="2117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t3850"/>
            <p:cNvSpPr/>
            <p:nvPr/>
          </p:nvSpPr>
          <p:spPr>
            <a:xfrm>
              <a:off x="5406802" y="2303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t3851"/>
            <p:cNvSpPr/>
            <p:nvPr/>
          </p:nvSpPr>
          <p:spPr>
            <a:xfrm>
              <a:off x="5089799" y="2722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t3852"/>
            <p:cNvSpPr/>
            <p:nvPr/>
          </p:nvSpPr>
          <p:spPr>
            <a:xfrm>
              <a:off x="5143145" y="2528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t3853"/>
            <p:cNvSpPr/>
            <p:nvPr/>
          </p:nvSpPr>
          <p:spPr>
            <a:xfrm>
              <a:off x="5147151" y="2869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t3854"/>
            <p:cNvSpPr/>
            <p:nvPr/>
          </p:nvSpPr>
          <p:spPr>
            <a:xfrm>
              <a:off x="5735974" y="184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t3855"/>
            <p:cNvSpPr/>
            <p:nvPr/>
          </p:nvSpPr>
          <p:spPr>
            <a:xfrm>
              <a:off x="5790379" y="1667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t3856"/>
            <p:cNvSpPr/>
            <p:nvPr/>
          </p:nvSpPr>
          <p:spPr>
            <a:xfrm>
              <a:off x="5617332" y="201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t3857"/>
            <p:cNvSpPr/>
            <p:nvPr/>
          </p:nvSpPr>
          <p:spPr>
            <a:xfrm>
              <a:off x="5216376" y="2059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t3858"/>
            <p:cNvSpPr/>
            <p:nvPr/>
          </p:nvSpPr>
          <p:spPr>
            <a:xfrm>
              <a:off x="4918917" y="231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t3859"/>
            <p:cNvSpPr/>
            <p:nvPr/>
          </p:nvSpPr>
          <p:spPr>
            <a:xfrm>
              <a:off x="5414328" y="2206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t3860"/>
            <p:cNvSpPr/>
            <p:nvPr/>
          </p:nvSpPr>
          <p:spPr>
            <a:xfrm>
              <a:off x="5565167" y="2267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t3861"/>
            <p:cNvSpPr/>
            <p:nvPr/>
          </p:nvSpPr>
          <p:spPr>
            <a:xfrm>
              <a:off x="5259424" y="2264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t3862"/>
            <p:cNvSpPr/>
            <p:nvPr/>
          </p:nvSpPr>
          <p:spPr>
            <a:xfrm>
              <a:off x="4719197" y="2453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t3863"/>
            <p:cNvSpPr/>
            <p:nvPr/>
          </p:nvSpPr>
          <p:spPr>
            <a:xfrm>
              <a:off x="5170645" y="2355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t3864"/>
            <p:cNvSpPr/>
            <p:nvPr/>
          </p:nvSpPr>
          <p:spPr>
            <a:xfrm>
              <a:off x="5467779" y="214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t3865"/>
            <p:cNvSpPr/>
            <p:nvPr/>
          </p:nvSpPr>
          <p:spPr>
            <a:xfrm>
              <a:off x="5430355" y="2154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t3866"/>
            <p:cNvSpPr/>
            <p:nvPr/>
          </p:nvSpPr>
          <p:spPr>
            <a:xfrm>
              <a:off x="5235431" y="2132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t3867"/>
            <p:cNvSpPr/>
            <p:nvPr/>
          </p:nvSpPr>
          <p:spPr>
            <a:xfrm>
              <a:off x="5417159" y="2229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t3868"/>
            <p:cNvSpPr/>
            <p:nvPr/>
          </p:nvSpPr>
          <p:spPr>
            <a:xfrm>
              <a:off x="5856002" y="183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t3869"/>
            <p:cNvSpPr/>
            <p:nvPr/>
          </p:nvSpPr>
          <p:spPr>
            <a:xfrm>
              <a:off x="5212158" y="2124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t3870"/>
            <p:cNvSpPr/>
            <p:nvPr/>
          </p:nvSpPr>
          <p:spPr>
            <a:xfrm>
              <a:off x="5313435" y="2093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t3871"/>
            <p:cNvSpPr/>
            <p:nvPr/>
          </p:nvSpPr>
          <p:spPr>
            <a:xfrm>
              <a:off x="5793641" y="1851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t3872"/>
            <p:cNvSpPr/>
            <p:nvPr/>
          </p:nvSpPr>
          <p:spPr>
            <a:xfrm>
              <a:off x="5444299" y="2074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t3873"/>
            <p:cNvSpPr/>
            <p:nvPr/>
          </p:nvSpPr>
          <p:spPr>
            <a:xfrm>
              <a:off x="5877760" y="1990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t3874"/>
            <p:cNvSpPr/>
            <p:nvPr/>
          </p:nvSpPr>
          <p:spPr>
            <a:xfrm>
              <a:off x="5288981" y="2011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t3875"/>
            <p:cNvSpPr/>
            <p:nvPr/>
          </p:nvSpPr>
          <p:spPr>
            <a:xfrm>
              <a:off x="5148584" y="2605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t3876"/>
            <p:cNvSpPr/>
            <p:nvPr/>
          </p:nvSpPr>
          <p:spPr>
            <a:xfrm>
              <a:off x="5850631" y="1712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t3877"/>
            <p:cNvSpPr/>
            <p:nvPr/>
          </p:nvSpPr>
          <p:spPr>
            <a:xfrm>
              <a:off x="4989813" y="2718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t3878"/>
            <p:cNvSpPr/>
            <p:nvPr/>
          </p:nvSpPr>
          <p:spPr>
            <a:xfrm>
              <a:off x="5582993" y="1964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t3879"/>
            <p:cNvSpPr/>
            <p:nvPr/>
          </p:nvSpPr>
          <p:spPr>
            <a:xfrm>
              <a:off x="4951404" y="2554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t3880"/>
            <p:cNvSpPr/>
            <p:nvPr/>
          </p:nvSpPr>
          <p:spPr>
            <a:xfrm>
              <a:off x="5533914" y="2132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t3881"/>
            <p:cNvSpPr/>
            <p:nvPr/>
          </p:nvSpPr>
          <p:spPr>
            <a:xfrm>
              <a:off x="5637739" y="2145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t3882"/>
            <p:cNvSpPr/>
            <p:nvPr/>
          </p:nvSpPr>
          <p:spPr>
            <a:xfrm>
              <a:off x="5234366" y="2141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t3883"/>
            <p:cNvSpPr/>
            <p:nvPr/>
          </p:nvSpPr>
          <p:spPr>
            <a:xfrm>
              <a:off x="5383089" y="2215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t3884"/>
            <p:cNvSpPr/>
            <p:nvPr/>
          </p:nvSpPr>
          <p:spPr>
            <a:xfrm>
              <a:off x="5224922" y="1963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t3885"/>
            <p:cNvSpPr/>
            <p:nvPr/>
          </p:nvSpPr>
          <p:spPr>
            <a:xfrm>
              <a:off x="5444968" y="2018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t3886"/>
            <p:cNvSpPr/>
            <p:nvPr/>
          </p:nvSpPr>
          <p:spPr>
            <a:xfrm>
              <a:off x="5233801" y="2140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t3887"/>
            <p:cNvSpPr/>
            <p:nvPr/>
          </p:nvSpPr>
          <p:spPr>
            <a:xfrm>
              <a:off x="5313988" y="2212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t3888"/>
            <p:cNvSpPr/>
            <p:nvPr/>
          </p:nvSpPr>
          <p:spPr>
            <a:xfrm>
              <a:off x="5447303" y="1972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t3889"/>
            <p:cNvSpPr/>
            <p:nvPr/>
          </p:nvSpPr>
          <p:spPr>
            <a:xfrm>
              <a:off x="5550503" y="2254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t3890"/>
            <p:cNvSpPr/>
            <p:nvPr/>
          </p:nvSpPr>
          <p:spPr>
            <a:xfrm>
              <a:off x="5396503" y="2136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t3891"/>
            <p:cNvSpPr/>
            <p:nvPr/>
          </p:nvSpPr>
          <p:spPr>
            <a:xfrm>
              <a:off x="5502658" y="2091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t3892"/>
            <p:cNvSpPr/>
            <p:nvPr/>
          </p:nvSpPr>
          <p:spPr>
            <a:xfrm>
              <a:off x="5305979" y="2317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t3893"/>
            <p:cNvSpPr/>
            <p:nvPr/>
          </p:nvSpPr>
          <p:spPr>
            <a:xfrm>
              <a:off x="5349319" y="2292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t3894"/>
            <p:cNvSpPr/>
            <p:nvPr/>
          </p:nvSpPr>
          <p:spPr>
            <a:xfrm>
              <a:off x="4787248" y="2410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t3895"/>
            <p:cNvSpPr/>
            <p:nvPr/>
          </p:nvSpPr>
          <p:spPr>
            <a:xfrm>
              <a:off x="5183330" y="2268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t3896"/>
            <p:cNvSpPr/>
            <p:nvPr/>
          </p:nvSpPr>
          <p:spPr>
            <a:xfrm>
              <a:off x="5396999" y="2192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t3897"/>
            <p:cNvSpPr/>
            <p:nvPr/>
          </p:nvSpPr>
          <p:spPr>
            <a:xfrm>
              <a:off x="5375393" y="2028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t3898"/>
            <p:cNvSpPr/>
            <p:nvPr/>
          </p:nvSpPr>
          <p:spPr>
            <a:xfrm>
              <a:off x="5180389" y="2198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t3899"/>
            <p:cNvSpPr/>
            <p:nvPr/>
          </p:nvSpPr>
          <p:spPr>
            <a:xfrm>
              <a:off x="5272098" y="2092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t3900"/>
            <p:cNvSpPr/>
            <p:nvPr/>
          </p:nvSpPr>
          <p:spPr>
            <a:xfrm>
              <a:off x="4935678" y="2194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t3901"/>
            <p:cNvSpPr/>
            <p:nvPr/>
          </p:nvSpPr>
          <p:spPr>
            <a:xfrm>
              <a:off x="5533218" y="2209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t3902"/>
            <p:cNvSpPr/>
            <p:nvPr/>
          </p:nvSpPr>
          <p:spPr>
            <a:xfrm>
              <a:off x="5404262" y="2270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t3903"/>
            <p:cNvSpPr/>
            <p:nvPr/>
          </p:nvSpPr>
          <p:spPr>
            <a:xfrm>
              <a:off x="5286010" y="2217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t3904"/>
            <p:cNvSpPr/>
            <p:nvPr/>
          </p:nvSpPr>
          <p:spPr>
            <a:xfrm>
              <a:off x="5435069" y="2154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t3905"/>
            <p:cNvSpPr/>
            <p:nvPr/>
          </p:nvSpPr>
          <p:spPr>
            <a:xfrm>
              <a:off x="5230826" y="2020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t3906"/>
            <p:cNvSpPr/>
            <p:nvPr/>
          </p:nvSpPr>
          <p:spPr>
            <a:xfrm>
              <a:off x="5314849" y="2132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t3907"/>
            <p:cNvSpPr/>
            <p:nvPr/>
          </p:nvSpPr>
          <p:spPr>
            <a:xfrm>
              <a:off x="5187404" y="2225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t3908"/>
            <p:cNvSpPr/>
            <p:nvPr/>
          </p:nvSpPr>
          <p:spPr>
            <a:xfrm>
              <a:off x="5757163" y="2001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t3909"/>
            <p:cNvSpPr/>
            <p:nvPr/>
          </p:nvSpPr>
          <p:spPr>
            <a:xfrm>
              <a:off x="5289583" y="2093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t3910"/>
            <p:cNvSpPr/>
            <p:nvPr/>
          </p:nvSpPr>
          <p:spPr>
            <a:xfrm>
              <a:off x="5471023" y="2094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t3911"/>
            <p:cNvSpPr/>
            <p:nvPr/>
          </p:nvSpPr>
          <p:spPr>
            <a:xfrm>
              <a:off x="4922971" y="2225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t3912"/>
            <p:cNvSpPr/>
            <p:nvPr/>
          </p:nvSpPr>
          <p:spPr>
            <a:xfrm>
              <a:off x="5348709" y="2211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t3913"/>
            <p:cNvSpPr/>
            <p:nvPr/>
          </p:nvSpPr>
          <p:spPr>
            <a:xfrm>
              <a:off x="5242359" y="2140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t3914"/>
            <p:cNvSpPr/>
            <p:nvPr/>
          </p:nvSpPr>
          <p:spPr>
            <a:xfrm>
              <a:off x="5370314" y="2106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t3915"/>
            <p:cNvSpPr/>
            <p:nvPr/>
          </p:nvSpPr>
          <p:spPr>
            <a:xfrm>
              <a:off x="5412840" y="2157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t3916"/>
            <p:cNvSpPr/>
            <p:nvPr/>
          </p:nvSpPr>
          <p:spPr>
            <a:xfrm>
              <a:off x="5382671" y="2109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t3917"/>
            <p:cNvSpPr/>
            <p:nvPr/>
          </p:nvSpPr>
          <p:spPr>
            <a:xfrm>
              <a:off x="5765304" y="1908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t3918"/>
            <p:cNvSpPr/>
            <p:nvPr/>
          </p:nvSpPr>
          <p:spPr>
            <a:xfrm>
              <a:off x="5577797" y="2097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t3919"/>
            <p:cNvSpPr/>
            <p:nvPr/>
          </p:nvSpPr>
          <p:spPr>
            <a:xfrm>
              <a:off x="5154479" y="2414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t3920"/>
            <p:cNvSpPr/>
            <p:nvPr/>
          </p:nvSpPr>
          <p:spPr>
            <a:xfrm>
              <a:off x="4705130" y="2535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t3921"/>
            <p:cNvSpPr/>
            <p:nvPr/>
          </p:nvSpPr>
          <p:spPr>
            <a:xfrm>
              <a:off x="5590033" y="2077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t3922"/>
            <p:cNvSpPr/>
            <p:nvPr/>
          </p:nvSpPr>
          <p:spPr>
            <a:xfrm>
              <a:off x="5803562" y="2005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t3923"/>
            <p:cNvSpPr/>
            <p:nvPr/>
          </p:nvSpPr>
          <p:spPr>
            <a:xfrm>
              <a:off x="5688201" y="1962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t3924"/>
            <p:cNvSpPr/>
            <p:nvPr/>
          </p:nvSpPr>
          <p:spPr>
            <a:xfrm>
              <a:off x="5398536" y="2213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5402900" y="2305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5286307" y="203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5449084" y="2020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5662377" y="1772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5737788" y="1954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5553950" y="2333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5177287" y="2195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5495215" y="2208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520040" y="2568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5720897" y="1977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5796102" y="2113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5411920" y="2120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5764310" y="1963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5509806" y="2172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5362348" y="2074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5281957" y="1935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5427352" y="2138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5248209" y="2153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875109" y="2590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5319673" y="2194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5692636" y="2094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5750631" y="1901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5541577" y="2135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5256914" y="2217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5890297" y="2033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5731272" y="2071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5631322" y="2009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5497388" y="2158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5289860" y="222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5235697" y="2162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5069540" y="2441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5300950" y="2204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5257757" y="2284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5187258" y="2196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5309210" y="2293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5257002" y="2146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5503256" y="2111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t3962"/>
            <p:cNvSpPr/>
            <p:nvPr/>
          </p:nvSpPr>
          <p:spPr>
            <a:xfrm>
              <a:off x="5232080" y="2085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t3963"/>
            <p:cNvSpPr/>
            <p:nvPr/>
          </p:nvSpPr>
          <p:spPr>
            <a:xfrm>
              <a:off x="5163407" y="2206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t3964"/>
            <p:cNvSpPr/>
            <p:nvPr/>
          </p:nvSpPr>
          <p:spPr>
            <a:xfrm>
              <a:off x="5197832" y="2096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t3965"/>
            <p:cNvSpPr/>
            <p:nvPr/>
          </p:nvSpPr>
          <p:spPr>
            <a:xfrm>
              <a:off x="5632375" y="2071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t3966"/>
            <p:cNvSpPr/>
            <p:nvPr/>
          </p:nvSpPr>
          <p:spPr>
            <a:xfrm>
              <a:off x="6112940" y="1789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t3967"/>
            <p:cNvSpPr/>
            <p:nvPr/>
          </p:nvSpPr>
          <p:spPr>
            <a:xfrm>
              <a:off x="5149650" y="2639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t3968"/>
            <p:cNvSpPr/>
            <p:nvPr/>
          </p:nvSpPr>
          <p:spPr>
            <a:xfrm>
              <a:off x="5215698" y="2095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t3969"/>
            <p:cNvSpPr/>
            <p:nvPr/>
          </p:nvSpPr>
          <p:spPr>
            <a:xfrm>
              <a:off x="5701929" y="1797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t3970"/>
            <p:cNvSpPr/>
            <p:nvPr/>
          </p:nvSpPr>
          <p:spPr>
            <a:xfrm>
              <a:off x="5565399" y="2294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t3971"/>
            <p:cNvSpPr/>
            <p:nvPr/>
          </p:nvSpPr>
          <p:spPr>
            <a:xfrm>
              <a:off x="5751491" y="1944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t3972"/>
            <p:cNvSpPr/>
            <p:nvPr/>
          </p:nvSpPr>
          <p:spPr>
            <a:xfrm>
              <a:off x="5577305" y="1981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t3973"/>
            <p:cNvSpPr/>
            <p:nvPr/>
          </p:nvSpPr>
          <p:spPr>
            <a:xfrm>
              <a:off x="5510791" y="2225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t3974"/>
            <p:cNvSpPr/>
            <p:nvPr/>
          </p:nvSpPr>
          <p:spPr>
            <a:xfrm>
              <a:off x="5691407" y="1935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t3975"/>
            <p:cNvSpPr/>
            <p:nvPr/>
          </p:nvSpPr>
          <p:spPr>
            <a:xfrm>
              <a:off x="5673648" y="1856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t3976"/>
            <p:cNvSpPr/>
            <p:nvPr/>
          </p:nvSpPr>
          <p:spPr>
            <a:xfrm>
              <a:off x="5610591" y="2109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t3977"/>
            <p:cNvSpPr/>
            <p:nvPr/>
          </p:nvSpPr>
          <p:spPr>
            <a:xfrm>
              <a:off x="5874004" y="1601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t3978"/>
            <p:cNvSpPr/>
            <p:nvPr/>
          </p:nvSpPr>
          <p:spPr>
            <a:xfrm>
              <a:off x="5641909" y="2116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t3979"/>
            <p:cNvSpPr/>
            <p:nvPr/>
          </p:nvSpPr>
          <p:spPr>
            <a:xfrm>
              <a:off x="5848768" y="1954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t3980"/>
            <p:cNvSpPr/>
            <p:nvPr/>
          </p:nvSpPr>
          <p:spPr>
            <a:xfrm>
              <a:off x="5496462" y="2177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t3981"/>
            <p:cNvSpPr/>
            <p:nvPr/>
          </p:nvSpPr>
          <p:spPr>
            <a:xfrm>
              <a:off x="5670677" y="1641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t3982"/>
            <p:cNvSpPr/>
            <p:nvPr/>
          </p:nvSpPr>
          <p:spPr>
            <a:xfrm>
              <a:off x="5816148" y="1868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t3983"/>
            <p:cNvSpPr/>
            <p:nvPr/>
          </p:nvSpPr>
          <p:spPr>
            <a:xfrm>
              <a:off x="5633551" y="1995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t3984"/>
            <p:cNvSpPr/>
            <p:nvPr/>
          </p:nvSpPr>
          <p:spPr>
            <a:xfrm>
              <a:off x="5124941" y="2662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t3985"/>
            <p:cNvSpPr/>
            <p:nvPr/>
          </p:nvSpPr>
          <p:spPr>
            <a:xfrm>
              <a:off x="5368502" y="2077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t3986"/>
            <p:cNvSpPr/>
            <p:nvPr/>
          </p:nvSpPr>
          <p:spPr>
            <a:xfrm>
              <a:off x="5149552" y="2475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t3987"/>
            <p:cNvSpPr/>
            <p:nvPr/>
          </p:nvSpPr>
          <p:spPr>
            <a:xfrm>
              <a:off x="5677729" y="1878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t3988"/>
            <p:cNvSpPr/>
            <p:nvPr/>
          </p:nvSpPr>
          <p:spPr>
            <a:xfrm>
              <a:off x="5208300" y="2104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t3989"/>
            <p:cNvSpPr/>
            <p:nvPr/>
          </p:nvSpPr>
          <p:spPr>
            <a:xfrm>
              <a:off x="5111571" y="2711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t3990"/>
            <p:cNvSpPr/>
            <p:nvPr/>
          </p:nvSpPr>
          <p:spPr>
            <a:xfrm>
              <a:off x="5598009" y="1883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t3991"/>
            <p:cNvSpPr/>
            <p:nvPr/>
          </p:nvSpPr>
          <p:spPr>
            <a:xfrm>
              <a:off x="5284189" y="2220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t3992"/>
            <p:cNvSpPr/>
            <p:nvPr/>
          </p:nvSpPr>
          <p:spPr>
            <a:xfrm>
              <a:off x="5696253" y="2023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t3993"/>
            <p:cNvSpPr/>
            <p:nvPr/>
          </p:nvSpPr>
          <p:spPr>
            <a:xfrm>
              <a:off x="5522416" y="2009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t3994"/>
            <p:cNvSpPr/>
            <p:nvPr/>
          </p:nvSpPr>
          <p:spPr>
            <a:xfrm>
              <a:off x="5786678" y="179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t3995"/>
            <p:cNvSpPr/>
            <p:nvPr/>
          </p:nvSpPr>
          <p:spPr>
            <a:xfrm>
              <a:off x="5756325" y="1851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t3996"/>
            <p:cNvSpPr/>
            <p:nvPr/>
          </p:nvSpPr>
          <p:spPr>
            <a:xfrm>
              <a:off x="5416446" y="2150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t3997"/>
            <p:cNvSpPr/>
            <p:nvPr/>
          </p:nvSpPr>
          <p:spPr>
            <a:xfrm>
              <a:off x="5522732" y="2096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t3998"/>
            <p:cNvSpPr/>
            <p:nvPr/>
          </p:nvSpPr>
          <p:spPr>
            <a:xfrm>
              <a:off x="5538441" y="2137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t3999"/>
            <p:cNvSpPr/>
            <p:nvPr/>
          </p:nvSpPr>
          <p:spPr>
            <a:xfrm>
              <a:off x="5633032" y="2034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t4000"/>
            <p:cNvSpPr/>
            <p:nvPr/>
          </p:nvSpPr>
          <p:spPr>
            <a:xfrm>
              <a:off x="5009486" y="2117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t4001"/>
            <p:cNvSpPr/>
            <p:nvPr/>
          </p:nvSpPr>
          <p:spPr>
            <a:xfrm>
              <a:off x="5855836" y="1898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t4002"/>
            <p:cNvSpPr/>
            <p:nvPr/>
          </p:nvSpPr>
          <p:spPr>
            <a:xfrm>
              <a:off x="4937186" y="2177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t4003"/>
            <p:cNvSpPr/>
            <p:nvPr/>
          </p:nvSpPr>
          <p:spPr>
            <a:xfrm>
              <a:off x="5217037" y="2130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t4004"/>
            <p:cNvSpPr/>
            <p:nvPr/>
          </p:nvSpPr>
          <p:spPr>
            <a:xfrm>
              <a:off x="5131875" y="2759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t4005"/>
            <p:cNvSpPr/>
            <p:nvPr/>
          </p:nvSpPr>
          <p:spPr>
            <a:xfrm>
              <a:off x="4959118" y="2416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t4006"/>
            <p:cNvSpPr/>
            <p:nvPr/>
          </p:nvSpPr>
          <p:spPr>
            <a:xfrm>
              <a:off x="5295144" y="2229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t4007"/>
            <p:cNvSpPr/>
            <p:nvPr/>
          </p:nvSpPr>
          <p:spPr>
            <a:xfrm>
              <a:off x="5612228" y="2073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t4008"/>
            <p:cNvSpPr/>
            <p:nvPr/>
          </p:nvSpPr>
          <p:spPr>
            <a:xfrm>
              <a:off x="5817757" y="1647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t4009"/>
            <p:cNvSpPr/>
            <p:nvPr/>
          </p:nvSpPr>
          <p:spPr>
            <a:xfrm>
              <a:off x="5109154" y="2456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t4010"/>
            <p:cNvSpPr/>
            <p:nvPr/>
          </p:nvSpPr>
          <p:spPr>
            <a:xfrm>
              <a:off x="5360099" y="2277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t4011"/>
            <p:cNvSpPr/>
            <p:nvPr/>
          </p:nvSpPr>
          <p:spPr>
            <a:xfrm>
              <a:off x="5772181" y="1877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t4012"/>
            <p:cNvSpPr/>
            <p:nvPr/>
          </p:nvSpPr>
          <p:spPr>
            <a:xfrm>
              <a:off x="5849302" y="1771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t4013"/>
            <p:cNvSpPr/>
            <p:nvPr/>
          </p:nvSpPr>
          <p:spPr>
            <a:xfrm>
              <a:off x="5683207" y="1847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t4014"/>
            <p:cNvSpPr/>
            <p:nvPr/>
          </p:nvSpPr>
          <p:spPr>
            <a:xfrm>
              <a:off x="5560916" y="2315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t4015"/>
            <p:cNvSpPr/>
            <p:nvPr/>
          </p:nvSpPr>
          <p:spPr>
            <a:xfrm>
              <a:off x="5624047" y="1916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t4016"/>
            <p:cNvSpPr/>
            <p:nvPr/>
          </p:nvSpPr>
          <p:spPr>
            <a:xfrm>
              <a:off x="5316896" y="217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t4017"/>
            <p:cNvSpPr/>
            <p:nvPr/>
          </p:nvSpPr>
          <p:spPr>
            <a:xfrm>
              <a:off x="5017663" y="2339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t4018"/>
            <p:cNvSpPr/>
            <p:nvPr/>
          </p:nvSpPr>
          <p:spPr>
            <a:xfrm>
              <a:off x="5528965" y="2119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t4019"/>
            <p:cNvSpPr/>
            <p:nvPr/>
          </p:nvSpPr>
          <p:spPr>
            <a:xfrm>
              <a:off x="5604446" y="1893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t4020"/>
            <p:cNvSpPr/>
            <p:nvPr/>
          </p:nvSpPr>
          <p:spPr>
            <a:xfrm>
              <a:off x="5363276" y="2109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t4021"/>
            <p:cNvSpPr/>
            <p:nvPr/>
          </p:nvSpPr>
          <p:spPr>
            <a:xfrm>
              <a:off x="5623712" y="2034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t4022"/>
            <p:cNvSpPr/>
            <p:nvPr/>
          </p:nvSpPr>
          <p:spPr>
            <a:xfrm>
              <a:off x="5705592" y="1812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t4023"/>
            <p:cNvSpPr/>
            <p:nvPr/>
          </p:nvSpPr>
          <p:spPr>
            <a:xfrm>
              <a:off x="5334934" y="2292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t4024"/>
            <p:cNvSpPr/>
            <p:nvPr/>
          </p:nvSpPr>
          <p:spPr>
            <a:xfrm>
              <a:off x="5445990" y="1951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t4025"/>
            <p:cNvSpPr/>
            <p:nvPr/>
          </p:nvSpPr>
          <p:spPr>
            <a:xfrm>
              <a:off x="5659452" y="1617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t4026"/>
            <p:cNvSpPr/>
            <p:nvPr/>
          </p:nvSpPr>
          <p:spPr>
            <a:xfrm>
              <a:off x="5491880" y="2204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t4027"/>
            <p:cNvSpPr/>
            <p:nvPr/>
          </p:nvSpPr>
          <p:spPr>
            <a:xfrm>
              <a:off x="5438619" y="2062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t4028"/>
            <p:cNvSpPr/>
            <p:nvPr/>
          </p:nvSpPr>
          <p:spPr>
            <a:xfrm>
              <a:off x="5208767" y="2290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t4029"/>
            <p:cNvSpPr/>
            <p:nvPr/>
          </p:nvSpPr>
          <p:spPr>
            <a:xfrm>
              <a:off x="5644418" y="1874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t4030"/>
            <p:cNvSpPr/>
            <p:nvPr/>
          </p:nvSpPr>
          <p:spPr>
            <a:xfrm>
              <a:off x="5208116" y="2219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t4031"/>
            <p:cNvSpPr/>
            <p:nvPr/>
          </p:nvSpPr>
          <p:spPr>
            <a:xfrm>
              <a:off x="5194535" y="2178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t4032"/>
            <p:cNvSpPr/>
            <p:nvPr/>
          </p:nvSpPr>
          <p:spPr>
            <a:xfrm>
              <a:off x="5319067" y="2302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t4033"/>
            <p:cNvSpPr/>
            <p:nvPr/>
          </p:nvSpPr>
          <p:spPr>
            <a:xfrm>
              <a:off x="5331731" y="2177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t4034"/>
            <p:cNvSpPr/>
            <p:nvPr/>
          </p:nvSpPr>
          <p:spPr>
            <a:xfrm>
              <a:off x="5677237" y="1922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t4035"/>
            <p:cNvSpPr/>
            <p:nvPr/>
          </p:nvSpPr>
          <p:spPr>
            <a:xfrm>
              <a:off x="5815859" y="1872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t4036"/>
            <p:cNvSpPr/>
            <p:nvPr/>
          </p:nvSpPr>
          <p:spPr>
            <a:xfrm>
              <a:off x="5441953" y="203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t4037"/>
            <p:cNvSpPr/>
            <p:nvPr/>
          </p:nvSpPr>
          <p:spPr>
            <a:xfrm>
              <a:off x="5405984" y="2269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t4038"/>
            <p:cNvSpPr/>
            <p:nvPr/>
          </p:nvSpPr>
          <p:spPr>
            <a:xfrm>
              <a:off x="5134442" y="2778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t4039"/>
            <p:cNvSpPr/>
            <p:nvPr/>
          </p:nvSpPr>
          <p:spPr>
            <a:xfrm>
              <a:off x="4910185" y="1713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t4040"/>
            <p:cNvSpPr/>
            <p:nvPr/>
          </p:nvSpPr>
          <p:spPr>
            <a:xfrm>
              <a:off x="5843989" y="1674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t4041"/>
            <p:cNvSpPr/>
            <p:nvPr/>
          </p:nvSpPr>
          <p:spPr>
            <a:xfrm>
              <a:off x="5826200" y="1971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t4042"/>
            <p:cNvSpPr/>
            <p:nvPr/>
          </p:nvSpPr>
          <p:spPr>
            <a:xfrm>
              <a:off x="5276194" y="2187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t4043"/>
            <p:cNvSpPr/>
            <p:nvPr/>
          </p:nvSpPr>
          <p:spPr>
            <a:xfrm>
              <a:off x="5812271" y="1951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t4044"/>
            <p:cNvSpPr/>
            <p:nvPr/>
          </p:nvSpPr>
          <p:spPr>
            <a:xfrm>
              <a:off x="5358249" y="2226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t4045"/>
            <p:cNvSpPr/>
            <p:nvPr/>
          </p:nvSpPr>
          <p:spPr>
            <a:xfrm>
              <a:off x="5353881" y="227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t4046"/>
            <p:cNvSpPr/>
            <p:nvPr/>
          </p:nvSpPr>
          <p:spPr>
            <a:xfrm>
              <a:off x="5339096" y="2263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t4047"/>
            <p:cNvSpPr/>
            <p:nvPr/>
          </p:nvSpPr>
          <p:spPr>
            <a:xfrm>
              <a:off x="5223937" y="1815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t4048"/>
            <p:cNvSpPr/>
            <p:nvPr/>
          </p:nvSpPr>
          <p:spPr>
            <a:xfrm>
              <a:off x="5306405" y="2215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t4049"/>
            <p:cNvSpPr/>
            <p:nvPr/>
          </p:nvSpPr>
          <p:spPr>
            <a:xfrm>
              <a:off x="5510139" y="2148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t4050"/>
            <p:cNvSpPr/>
            <p:nvPr/>
          </p:nvSpPr>
          <p:spPr>
            <a:xfrm>
              <a:off x="5538303" y="2344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t4051"/>
            <p:cNvSpPr/>
            <p:nvPr/>
          </p:nvSpPr>
          <p:spPr>
            <a:xfrm>
              <a:off x="5317547" y="2181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t4052"/>
            <p:cNvSpPr/>
            <p:nvPr/>
          </p:nvSpPr>
          <p:spPr>
            <a:xfrm>
              <a:off x="5426837" y="2105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t4053"/>
            <p:cNvSpPr/>
            <p:nvPr/>
          </p:nvSpPr>
          <p:spPr>
            <a:xfrm>
              <a:off x="5744074" y="1952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t4054"/>
            <p:cNvSpPr/>
            <p:nvPr/>
          </p:nvSpPr>
          <p:spPr>
            <a:xfrm>
              <a:off x="5492686" y="2217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t4055"/>
            <p:cNvSpPr/>
            <p:nvPr/>
          </p:nvSpPr>
          <p:spPr>
            <a:xfrm>
              <a:off x="5316197" y="2194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t4056"/>
            <p:cNvSpPr/>
            <p:nvPr/>
          </p:nvSpPr>
          <p:spPr>
            <a:xfrm>
              <a:off x="5517970" y="1963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t4057"/>
            <p:cNvSpPr/>
            <p:nvPr/>
          </p:nvSpPr>
          <p:spPr>
            <a:xfrm>
              <a:off x="5764262" y="2009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t4058"/>
            <p:cNvSpPr/>
            <p:nvPr/>
          </p:nvSpPr>
          <p:spPr>
            <a:xfrm>
              <a:off x="4945906" y="2517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t4059"/>
            <p:cNvSpPr/>
            <p:nvPr/>
          </p:nvSpPr>
          <p:spPr>
            <a:xfrm>
              <a:off x="5497188" y="2196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t4060"/>
            <p:cNvSpPr/>
            <p:nvPr/>
          </p:nvSpPr>
          <p:spPr>
            <a:xfrm>
              <a:off x="5423483" y="2153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t4061"/>
            <p:cNvSpPr/>
            <p:nvPr/>
          </p:nvSpPr>
          <p:spPr>
            <a:xfrm>
              <a:off x="5351366" y="2245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t4062"/>
            <p:cNvSpPr/>
            <p:nvPr/>
          </p:nvSpPr>
          <p:spPr>
            <a:xfrm>
              <a:off x="5695530" y="2002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t4063"/>
            <p:cNvSpPr/>
            <p:nvPr/>
          </p:nvSpPr>
          <p:spPr>
            <a:xfrm>
              <a:off x="5356898" y="233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t4064"/>
            <p:cNvSpPr/>
            <p:nvPr/>
          </p:nvSpPr>
          <p:spPr>
            <a:xfrm>
              <a:off x="5042975" y="2474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t4065"/>
            <p:cNvSpPr/>
            <p:nvPr/>
          </p:nvSpPr>
          <p:spPr>
            <a:xfrm>
              <a:off x="5417883" y="2121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t4066"/>
            <p:cNvSpPr/>
            <p:nvPr/>
          </p:nvSpPr>
          <p:spPr>
            <a:xfrm>
              <a:off x="5123257" y="2682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t4067"/>
            <p:cNvSpPr/>
            <p:nvPr/>
          </p:nvSpPr>
          <p:spPr>
            <a:xfrm>
              <a:off x="5164834" y="2394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t4068"/>
            <p:cNvSpPr/>
            <p:nvPr/>
          </p:nvSpPr>
          <p:spPr>
            <a:xfrm>
              <a:off x="5250072" y="223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t4069"/>
            <p:cNvSpPr/>
            <p:nvPr/>
          </p:nvSpPr>
          <p:spPr>
            <a:xfrm>
              <a:off x="5093514" y="2549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t4070"/>
            <p:cNvSpPr/>
            <p:nvPr/>
          </p:nvSpPr>
          <p:spPr>
            <a:xfrm>
              <a:off x="5259527" y="2188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t4071"/>
            <p:cNvSpPr/>
            <p:nvPr/>
          </p:nvSpPr>
          <p:spPr>
            <a:xfrm>
              <a:off x="4902161" y="2264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t4072"/>
            <p:cNvSpPr/>
            <p:nvPr/>
          </p:nvSpPr>
          <p:spPr>
            <a:xfrm>
              <a:off x="5601574" y="1892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t4073"/>
            <p:cNvSpPr/>
            <p:nvPr/>
          </p:nvSpPr>
          <p:spPr>
            <a:xfrm>
              <a:off x="5731392" y="195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t4074"/>
            <p:cNvSpPr/>
            <p:nvPr/>
          </p:nvSpPr>
          <p:spPr>
            <a:xfrm>
              <a:off x="5365218" y="2087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t4075"/>
            <p:cNvSpPr/>
            <p:nvPr/>
          </p:nvSpPr>
          <p:spPr>
            <a:xfrm>
              <a:off x="5855073" y="2040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t4076"/>
            <p:cNvSpPr/>
            <p:nvPr/>
          </p:nvSpPr>
          <p:spPr>
            <a:xfrm>
              <a:off x="5518196" y="2081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t4077"/>
            <p:cNvSpPr/>
            <p:nvPr/>
          </p:nvSpPr>
          <p:spPr>
            <a:xfrm>
              <a:off x="5400936" y="2279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t4078"/>
            <p:cNvSpPr/>
            <p:nvPr/>
          </p:nvSpPr>
          <p:spPr>
            <a:xfrm>
              <a:off x="5542881" y="223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t4079"/>
            <p:cNvSpPr/>
            <p:nvPr/>
          </p:nvSpPr>
          <p:spPr>
            <a:xfrm>
              <a:off x="5592975" y="208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t4080"/>
            <p:cNvSpPr/>
            <p:nvPr/>
          </p:nvSpPr>
          <p:spPr>
            <a:xfrm>
              <a:off x="5515739" y="2128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t4081"/>
            <p:cNvSpPr/>
            <p:nvPr/>
          </p:nvSpPr>
          <p:spPr>
            <a:xfrm>
              <a:off x="5421466" y="2181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t4082"/>
            <p:cNvSpPr/>
            <p:nvPr/>
          </p:nvSpPr>
          <p:spPr>
            <a:xfrm>
              <a:off x="5372168" y="2010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t4083"/>
            <p:cNvSpPr/>
            <p:nvPr/>
          </p:nvSpPr>
          <p:spPr>
            <a:xfrm>
              <a:off x="5605029" y="1892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t4084"/>
            <p:cNvSpPr/>
            <p:nvPr/>
          </p:nvSpPr>
          <p:spPr>
            <a:xfrm>
              <a:off x="5493819" y="2310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t4085"/>
            <p:cNvSpPr/>
            <p:nvPr/>
          </p:nvSpPr>
          <p:spPr>
            <a:xfrm>
              <a:off x="5542695" y="2199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t4086"/>
            <p:cNvSpPr/>
            <p:nvPr/>
          </p:nvSpPr>
          <p:spPr>
            <a:xfrm>
              <a:off x="4978402" y="2499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t4087"/>
            <p:cNvSpPr/>
            <p:nvPr/>
          </p:nvSpPr>
          <p:spPr>
            <a:xfrm>
              <a:off x="5758910" y="1912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t4088"/>
            <p:cNvSpPr/>
            <p:nvPr/>
          </p:nvSpPr>
          <p:spPr>
            <a:xfrm>
              <a:off x="5128492" y="2714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t4089"/>
            <p:cNvSpPr/>
            <p:nvPr/>
          </p:nvSpPr>
          <p:spPr>
            <a:xfrm>
              <a:off x="5307075" y="2231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t4090"/>
            <p:cNvSpPr/>
            <p:nvPr/>
          </p:nvSpPr>
          <p:spPr>
            <a:xfrm>
              <a:off x="5317516" y="2241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t4091"/>
            <p:cNvSpPr/>
            <p:nvPr/>
          </p:nvSpPr>
          <p:spPr>
            <a:xfrm>
              <a:off x="5611238" y="2000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t4092"/>
            <p:cNvSpPr/>
            <p:nvPr/>
          </p:nvSpPr>
          <p:spPr>
            <a:xfrm>
              <a:off x="5172529" y="2212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t4093"/>
            <p:cNvSpPr/>
            <p:nvPr/>
          </p:nvSpPr>
          <p:spPr>
            <a:xfrm>
              <a:off x="5420421" y="2188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t4094"/>
            <p:cNvSpPr/>
            <p:nvPr/>
          </p:nvSpPr>
          <p:spPr>
            <a:xfrm>
              <a:off x="5175977" y="235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t4095"/>
            <p:cNvSpPr/>
            <p:nvPr/>
          </p:nvSpPr>
          <p:spPr>
            <a:xfrm>
              <a:off x="4542428" y="2684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t4096"/>
            <p:cNvSpPr/>
            <p:nvPr/>
          </p:nvSpPr>
          <p:spPr>
            <a:xfrm>
              <a:off x="5829873" y="2001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t4097"/>
            <p:cNvSpPr/>
            <p:nvPr/>
          </p:nvSpPr>
          <p:spPr>
            <a:xfrm>
              <a:off x="5489028" y="2232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t4098"/>
            <p:cNvSpPr/>
            <p:nvPr/>
          </p:nvSpPr>
          <p:spPr>
            <a:xfrm>
              <a:off x="5194956" y="2250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t4099"/>
            <p:cNvSpPr/>
            <p:nvPr/>
          </p:nvSpPr>
          <p:spPr>
            <a:xfrm>
              <a:off x="5715926" y="1780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t4100"/>
            <p:cNvSpPr/>
            <p:nvPr/>
          </p:nvSpPr>
          <p:spPr>
            <a:xfrm>
              <a:off x="5332281" y="2148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t4101"/>
            <p:cNvSpPr/>
            <p:nvPr/>
          </p:nvSpPr>
          <p:spPr>
            <a:xfrm>
              <a:off x="5958173" y="1216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t4102"/>
            <p:cNvSpPr/>
            <p:nvPr/>
          </p:nvSpPr>
          <p:spPr>
            <a:xfrm>
              <a:off x="5378253" y="2124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t4103"/>
            <p:cNvSpPr/>
            <p:nvPr/>
          </p:nvSpPr>
          <p:spPr>
            <a:xfrm>
              <a:off x="5519326" y="2209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t4104"/>
            <p:cNvSpPr/>
            <p:nvPr/>
          </p:nvSpPr>
          <p:spPr>
            <a:xfrm>
              <a:off x="4611142" y="2541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t4105"/>
            <p:cNvSpPr/>
            <p:nvPr/>
          </p:nvSpPr>
          <p:spPr>
            <a:xfrm>
              <a:off x="5152983" y="2575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t4106"/>
            <p:cNvSpPr/>
            <p:nvPr/>
          </p:nvSpPr>
          <p:spPr>
            <a:xfrm>
              <a:off x="5727251" y="1868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t4107"/>
            <p:cNvSpPr/>
            <p:nvPr/>
          </p:nvSpPr>
          <p:spPr>
            <a:xfrm>
              <a:off x="5381479" y="2186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t4108"/>
            <p:cNvSpPr/>
            <p:nvPr/>
          </p:nvSpPr>
          <p:spPr>
            <a:xfrm>
              <a:off x="5518189" y="2074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t4109"/>
            <p:cNvSpPr/>
            <p:nvPr/>
          </p:nvSpPr>
          <p:spPr>
            <a:xfrm>
              <a:off x="5604627" y="1928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t4110"/>
            <p:cNvSpPr/>
            <p:nvPr/>
          </p:nvSpPr>
          <p:spPr>
            <a:xfrm>
              <a:off x="5618040" y="1999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t4111"/>
            <p:cNvSpPr/>
            <p:nvPr/>
          </p:nvSpPr>
          <p:spPr>
            <a:xfrm>
              <a:off x="5668625" y="1636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t4112"/>
            <p:cNvSpPr/>
            <p:nvPr/>
          </p:nvSpPr>
          <p:spPr>
            <a:xfrm>
              <a:off x="5618760" y="2133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t4113"/>
            <p:cNvSpPr/>
            <p:nvPr/>
          </p:nvSpPr>
          <p:spPr>
            <a:xfrm>
              <a:off x="5122057" y="2752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t4114"/>
            <p:cNvSpPr/>
            <p:nvPr/>
          </p:nvSpPr>
          <p:spPr>
            <a:xfrm>
              <a:off x="5191064" y="2155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t4115"/>
            <p:cNvSpPr/>
            <p:nvPr/>
          </p:nvSpPr>
          <p:spPr>
            <a:xfrm>
              <a:off x="5306968" y="2163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t4116"/>
            <p:cNvSpPr/>
            <p:nvPr/>
          </p:nvSpPr>
          <p:spPr>
            <a:xfrm>
              <a:off x="5485747" y="2134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t4117"/>
            <p:cNvSpPr/>
            <p:nvPr/>
          </p:nvSpPr>
          <p:spPr>
            <a:xfrm>
              <a:off x="5448336" y="1954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t4118"/>
            <p:cNvSpPr/>
            <p:nvPr/>
          </p:nvSpPr>
          <p:spPr>
            <a:xfrm>
              <a:off x="5156164" y="2490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t4119"/>
            <p:cNvSpPr/>
            <p:nvPr/>
          </p:nvSpPr>
          <p:spPr>
            <a:xfrm>
              <a:off x="5645689" y="1891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t4120"/>
            <p:cNvSpPr/>
            <p:nvPr/>
          </p:nvSpPr>
          <p:spPr>
            <a:xfrm>
              <a:off x="5328783" y="2193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t4121"/>
            <p:cNvSpPr/>
            <p:nvPr/>
          </p:nvSpPr>
          <p:spPr>
            <a:xfrm>
              <a:off x="5416064" y="218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t4122"/>
            <p:cNvSpPr/>
            <p:nvPr/>
          </p:nvSpPr>
          <p:spPr>
            <a:xfrm>
              <a:off x="5090224" y="2523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t4123"/>
            <p:cNvSpPr/>
            <p:nvPr/>
          </p:nvSpPr>
          <p:spPr>
            <a:xfrm>
              <a:off x="5120591" y="2740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t4124"/>
            <p:cNvSpPr/>
            <p:nvPr/>
          </p:nvSpPr>
          <p:spPr>
            <a:xfrm>
              <a:off x="5805195" y="1771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t4125"/>
            <p:cNvSpPr/>
            <p:nvPr/>
          </p:nvSpPr>
          <p:spPr>
            <a:xfrm>
              <a:off x="5483268" y="2174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t4126"/>
            <p:cNvSpPr/>
            <p:nvPr/>
          </p:nvSpPr>
          <p:spPr>
            <a:xfrm>
              <a:off x="5666262" y="1617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t4127"/>
            <p:cNvSpPr/>
            <p:nvPr/>
          </p:nvSpPr>
          <p:spPr>
            <a:xfrm>
              <a:off x="5087116" y="2128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t4128"/>
            <p:cNvSpPr/>
            <p:nvPr/>
          </p:nvSpPr>
          <p:spPr>
            <a:xfrm>
              <a:off x="5595919" y="2097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t4129"/>
            <p:cNvSpPr/>
            <p:nvPr/>
          </p:nvSpPr>
          <p:spPr>
            <a:xfrm>
              <a:off x="5375018" y="2099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t4130"/>
            <p:cNvSpPr/>
            <p:nvPr/>
          </p:nvSpPr>
          <p:spPr>
            <a:xfrm>
              <a:off x="4983686" y="2623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t4131"/>
            <p:cNvSpPr/>
            <p:nvPr/>
          </p:nvSpPr>
          <p:spPr>
            <a:xfrm>
              <a:off x="5581522" y="2032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t4132"/>
            <p:cNvSpPr/>
            <p:nvPr/>
          </p:nvSpPr>
          <p:spPr>
            <a:xfrm>
              <a:off x="5096313" y="266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t4133"/>
            <p:cNvSpPr/>
            <p:nvPr/>
          </p:nvSpPr>
          <p:spPr>
            <a:xfrm>
              <a:off x="5446506" y="2109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t4134"/>
            <p:cNvSpPr/>
            <p:nvPr/>
          </p:nvSpPr>
          <p:spPr>
            <a:xfrm>
              <a:off x="5667840" y="1740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t4135"/>
            <p:cNvSpPr/>
            <p:nvPr/>
          </p:nvSpPr>
          <p:spPr>
            <a:xfrm>
              <a:off x="5303444" y="2204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t4136"/>
            <p:cNvSpPr/>
            <p:nvPr/>
          </p:nvSpPr>
          <p:spPr>
            <a:xfrm>
              <a:off x="5577300" y="2040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t4137"/>
            <p:cNvSpPr/>
            <p:nvPr/>
          </p:nvSpPr>
          <p:spPr>
            <a:xfrm>
              <a:off x="5435051" y="2117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t4138"/>
            <p:cNvSpPr/>
            <p:nvPr/>
          </p:nvSpPr>
          <p:spPr>
            <a:xfrm>
              <a:off x="5327250" y="2263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t4139"/>
            <p:cNvSpPr/>
            <p:nvPr/>
          </p:nvSpPr>
          <p:spPr>
            <a:xfrm>
              <a:off x="5675869" y="1906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t4140"/>
            <p:cNvSpPr/>
            <p:nvPr/>
          </p:nvSpPr>
          <p:spPr>
            <a:xfrm>
              <a:off x="5221930" y="1885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t4141"/>
            <p:cNvSpPr/>
            <p:nvPr/>
          </p:nvSpPr>
          <p:spPr>
            <a:xfrm>
              <a:off x="5503056" y="2059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t4142"/>
            <p:cNvSpPr/>
            <p:nvPr/>
          </p:nvSpPr>
          <p:spPr>
            <a:xfrm>
              <a:off x="5276198" y="2223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t4143"/>
            <p:cNvSpPr/>
            <p:nvPr/>
          </p:nvSpPr>
          <p:spPr>
            <a:xfrm>
              <a:off x="5358447" y="2243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t4144"/>
            <p:cNvSpPr/>
            <p:nvPr/>
          </p:nvSpPr>
          <p:spPr>
            <a:xfrm>
              <a:off x="5569605" y="190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t4145"/>
            <p:cNvSpPr/>
            <p:nvPr/>
          </p:nvSpPr>
          <p:spPr>
            <a:xfrm>
              <a:off x="5308863" y="220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t4146"/>
            <p:cNvSpPr/>
            <p:nvPr/>
          </p:nvSpPr>
          <p:spPr>
            <a:xfrm>
              <a:off x="4971497" y="2422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t4147"/>
            <p:cNvSpPr/>
            <p:nvPr/>
          </p:nvSpPr>
          <p:spPr>
            <a:xfrm>
              <a:off x="5429529" y="2149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t4148"/>
            <p:cNvSpPr/>
            <p:nvPr/>
          </p:nvSpPr>
          <p:spPr>
            <a:xfrm>
              <a:off x="5054074" y="2302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t4149"/>
            <p:cNvSpPr/>
            <p:nvPr/>
          </p:nvSpPr>
          <p:spPr>
            <a:xfrm>
              <a:off x="5782803" y="1778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t4150"/>
            <p:cNvSpPr/>
            <p:nvPr/>
          </p:nvSpPr>
          <p:spPr>
            <a:xfrm>
              <a:off x="5704662" y="1778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t4151"/>
            <p:cNvSpPr/>
            <p:nvPr/>
          </p:nvSpPr>
          <p:spPr>
            <a:xfrm>
              <a:off x="5461500" y="2127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t4152"/>
            <p:cNvSpPr/>
            <p:nvPr/>
          </p:nvSpPr>
          <p:spPr>
            <a:xfrm>
              <a:off x="5361193" y="2120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t4153"/>
            <p:cNvSpPr/>
            <p:nvPr/>
          </p:nvSpPr>
          <p:spPr>
            <a:xfrm>
              <a:off x="5382317" y="2165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t4154"/>
            <p:cNvSpPr/>
            <p:nvPr/>
          </p:nvSpPr>
          <p:spPr>
            <a:xfrm>
              <a:off x="5701398" y="1769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t4155"/>
            <p:cNvSpPr/>
            <p:nvPr/>
          </p:nvSpPr>
          <p:spPr>
            <a:xfrm>
              <a:off x="5217001" y="2033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t4156"/>
            <p:cNvSpPr/>
            <p:nvPr/>
          </p:nvSpPr>
          <p:spPr>
            <a:xfrm>
              <a:off x="5610087" y="2002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t4157"/>
            <p:cNvSpPr/>
            <p:nvPr/>
          </p:nvSpPr>
          <p:spPr>
            <a:xfrm>
              <a:off x="5743409" y="1866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t4158"/>
            <p:cNvSpPr/>
            <p:nvPr/>
          </p:nvSpPr>
          <p:spPr>
            <a:xfrm>
              <a:off x="5600836" y="1876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t4159"/>
            <p:cNvSpPr/>
            <p:nvPr/>
          </p:nvSpPr>
          <p:spPr>
            <a:xfrm>
              <a:off x="5321392" y="2154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t4160"/>
            <p:cNvSpPr/>
            <p:nvPr/>
          </p:nvSpPr>
          <p:spPr>
            <a:xfrm>
              <a:off x="5127438" y="2627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t4161"/>
            <p:cNvSpPr/>
            <p:nvPr/>
          </p:nvSpPr>
          <p:spPr>
            <a:xfrm>
              <a:off x="5530453" y="2172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t4162"/>
            <p:cNvSpPr/>
            <p:nvPr/>
          </p:nvSpPr>
          <p:spPr>
            <a:xfrm>
              <a:off x="5392601" y="2205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t4163"/>
            <p:cNvSpPr/>
            <p:nvPr/>
          </p:nvSpPr>
          <p:spPr>
            <a:xfrm>
              <a:off x="5377693" y="219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t4164"/>
            <p:cNvSpPr/>
            <p:nvPr/>
          </p:nvSpPr>
          <p:spPr>
            <a:xfrm>
              <a:off x="5752032" y="1956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t4165"/>
            <p:cNvSpPr/>
            <p:nvPr/>
          </p:nvSpPr>
          <p:spPr>
            <a:xfrm>
              <a:off x="5281802" y="2221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t4166"/>
            <p:cNvSpPr/>
            <p:nvPr/>
          </p:nvSpPr>
          <p:spPr>
            <a:xfrm>
              <a:off x="5006347" y="2312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t4167"/>
            <p:cNvSpPr/>
            <p:nvPr/>
          </p:nvSpPr>
          <p:spPr>
            <a:xfrm>
              <a:off x="5761527" y="2056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t4168"/>
            <p:cNvSpPr/>
            <p:nvPr/>
          </p:nvSpPr>
          <p:spPr>
            <a:xfrm>
              <a:off x="5815282" y="2263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t4169"/>
            <p:cNvSpPr/>
            <p:nvPr/>
          </p:nvSpPr>
          <p:spPr>
            <a:xfrm>
              <a:off x="5063805" y="2597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t4170"/>
            <p:cNvSpPr/>
            <p:nvPr/>
          </p:nvSpPr>
          <p:spPr>
            <a:xfrm>
              <a:off x="5280169" y="1962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t4171"/>
            <p:cNvSpPr/>
            <p:nvPr/>
          </p:nvSpPr>
          <p:spPr>
            <a:xfrm>
              <a:off x="5759397" y="1993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t4172"/>
            <p:cNvSpPr/>
            <p:nvPr/>
          </p:nvSpPr>
          <p:spPr>
            <a:xfrm>
              <a:off x="5454646" y="2033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t4173"/>
            <p:cNvSpPr/>
            <p:nvPr/>
          </p:nvSpPr>
          <p:spPr>
            <a:xfrm>
              <a:off x="5399350" y="2130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t4174"/>
            <p:cNvSpPr/>
            <p:nvPr/>
          </p:nvSpPr>
          <p:spPr>
            <a:xfrm>
              <a:off x="5274522" y="2170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t4175"/>
            <p:cNvSpPr/>
            <p:nvPr/>
          </p:nvSpPr>
          <p:spPr>
            <a:xfrm>
              <a:off x="5191640" y="2129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t4176"/>
            <p:cNvSpPr/>
            <p:nvPr/>
          </p:nvSpPr>
          <p:spPr>
            <a:xfrm>
              <a:off x="5642681" y="1930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t4177"/>
            <p:cNvSpPr/>
            <p:nvPr/>
          </p:nvSpPr>
          <p:spPr>
            <a:xfrm>
              <a:off x="5581890" y="2006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t4178"/>
            <p:cNvSpPr/>
            <p:nvPr/>
          </p:nvSpPr>
          <p:spPr>
            <a:xfrm>
              <a:off x="5336090" y="2267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t4179"/>
            <p:cNvSpPr/>
            <p:nvPr/>
          </p:nvSpPr>
          <p:spPr>
            <a:xfrm>
              <a:off x="5289425" y="2145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t4180"/>
            <p:cNvSpPr/>
            <p:nvPr/>
          </p:nvSpPr>
          <p:spPr>
            <a:xfrm>
              <a:off x="5444546" y="2121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t4181"/>
            <p:cNvSpPr/>
            <p:nvPr/>
          </p:nvSpPr>
          <p:spPr>
            <a:xfrm>
              <a:off x="5391116" y="2203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t4182"/>
            <p:cNvSpPr/>
            <p:nvPr/>
          </p:nvSpPr>
          <p:spPr>
            <a:xfrm>
              <a:off x="5404724" y="2270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t4183"/>
            <p:cNvSpPr/>
            <p:nvPr/>
          </p:nvSpPr>
          <p:spPr>
            <a:xfrm>
              <a:off x="5577262" y="194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t4184"/>
            <p:cNvSpPr/>
            <p:nvPr/>
          </p:nvSpPr>
          <p:spPr>
            <a:xfrm>
              <a:off x="5305498" y="2131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t4185"/>
            <p:cNvSpPr/>
            <p:nvPr/>
          </p:nvSpPr>
          <p:spPr>
            <a:xfrm>
              <a:off x="5244872" y="2186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t4186"/>
            <p:cNvSpPr/>
            <p:nvPr/>
          </p:nvSpPr>
          <p:spPr>
            <a:xfrm>
              <a:off x="5807180" y="1884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t4187"/>
            <p:cNvSpPr/>
            <p:nvPr/>
          </p:nvSpPr>
          <p:spPr>
            <a:xfrm>
              <a:off x="5397360" y="2265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t4188"/>
            <p:cNvSpPr/>
            <p:nvPr/>
          </p:nvSpPr>
          <p:spPr>
            <a:xfrm>
              <a:off x="5216460" y="2112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t4189"/>
            <p:cNvSpPr/>
            <p:nvPr/>
          </p:nvSpPr>
          <p:spPr>
            <a:xfrm>
              <a:off x="5367472" y="2068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t4190"/>
            <p:cNvSpPr/>
            <p:nvPr/>
          </p:nvSpPr>
          <p:spPr>
            <a:xfrm>
              <a:off x="5503725" y="2069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t4191"/>
            <p:cNvSpPr/>
            <p:nvPr/>
          </p:nvSpPr>
          <p:spPr>
            <a:xfrm>
              <a:off x="4957952" y="2431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t4192"/>
            <p:cNvSpPr/>
            <p:nvPr/>
          </p:nvSpPr>
          <p:spPr>
            <a:xfrm>
              <a:off x="5524826" y="210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t4193"/>
            <p:cNvSpPr/>
            <p:nvPr/>
          </p:nvSpPr>
          <p:spPr>
            <a:xfrm>
              <a:off x="5219876" y="2076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t4194"/>
            <p:cNvSpPr/>
            <p:nvPr/>
          </p:nvSpPr>
          <p:spPr>
            <a:xfrm>
              <a:off x="5692757" y="2040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t4195"/>
            <p:cNvSpPr/>
            <p:nvPr/>
          </p:nvSpPr>
          <p:spPr>
            <a:xfrm>
              <a:off x="5647092" y="1853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t4196"/>
            <p:cNvSpPr/>
            <p:nvPr/>
          </p:nvSpPr>
          <p:spPr>
            <a:xfrm>
              <a:off x="5129925" y="2769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t4197"/>
            <p:cNvSpPr/>
            <p:nvPr/>
          </p:nvSpPr>
          <p:spPr>
            <a:xfrm>
              <a:off x="5578240" y="1900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t4198"/>
            <p:cNvSpPr/>
            <p:nvPr/>
          </p:nvSpPr>
          <p:spPr>
            <a:xfrm>
              <a:off x="5201129" y="2240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t4199"/>
            <p:cNvSpPr/>
            <p:nvPr/>
          </p:nvSpPr>
          <p:spPr>
            <a:xfrm>
              <a:off x="5378853" y="2280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t4200"/>
            <p:cNvSpPr/>
            <p:nvPr/>
          </p:nvSpPr>
          <p:spPr>
            <a:xfrm>
              <a:off x="5603394" y="1808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t4201"/>
            <p:cNvSpPr/>
            <p:nvPr/>
          </p:nvSpPr>
          <p:spPr>
            <a:xfrm>
              <a:off x="5267961" y="2229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t4202"/>
            <p:cNvSpPr/>
            <p:nvPr/>
          </p:nvSpPr>
          <p:spPr>
            <a:xfrm>
              <a:off x="4785150" y="2503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t4203"/>
            <p:cNvSpPr/>
            <p:nvPr/>
          </p:nvSpPr>
          <p:spPr>
            <a:xfrm>
              <a:off x="5160379" y="2633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t4204"/>
            <p:cNvSpPr/>
            <p:nvPr/>
          </p:nvSpPr>
          <p:spPr>
            <a:xfrm>
              <a:off x="5176694" y="2355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t4205"/>
            <p:cNvSpPr/>
            <p:nvPr/>
          </p:nvSpPr>
          <p:spPr>
            <a:xfrm>
              <a:off x="4889262" y="2942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t4206"/>
            <p:cNvSpPr/>
            <p:nvPr/>
          </p:nvSpPr>
          <p:spPr>
            <a:xfrm>
              <a:off x="5098691" y="2456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t4207"/>
            <p:cNvSpPr/>
            <p:nvPr/>
          </p:nvSpPr>
          <p:spPr>
            <a:xfrm>
              <a:off x="5428600" y="2263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t4208"/>
            <p:cNvSpPr/>
            <p:nvPr/>
          </p:nvSpPr>
          <p:spPr>
            <a:xfrm>
              <a:off x="5272542" y="216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t4209"/>
            <p:cNvSpPr/>
            <p:nvPr/>
          </p:nvSpPr>
          <p:spPr>
            <a:xfrm>
              <a:off x="5844652" y="1852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t4210"/>
            <p:cNvSpPr/>
            <p:nvPr/>
          </p:nvSpPr>
          <p:spPr>
            <a:xfrm>
              <a:off x="5589322" y="1881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t4211"/>
            <p:cNvSpPr/>
            <p:nvPr/>
          </p:nvSpPr>
          <p:spPr>
            <a:xfrm>
              <a:off x="5485585" y="2170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t4212"/>
            <p:cNvSpPr/>
            <p:nvPr/>
          </p:nvSpPr>
          <p:spPr>
            <a:xfrm>
              <a:off x="5352094" y="2210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t4213"/>
            <p:cNvSpPr/>
            <p:nvPr/>
          </p:nvSpPr>
          <p:spPr>
            <a:xfrm>
              <a:off x="5403184" y="2278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t4214"/>
            <p:cNvSpPr/>
            <p:nvPr/>
          </p:nvSpPr>
          <p:spPr>
            <a:xfrm>
              <a:off x="5131025" y="2721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t4215"/>
            <p:cNvSpPr/>
            <p:nvPr/>
          </p:nvSpPr>
          <p:spPr>
            <a:xfrm>
              <a:off x="5613650" y="2018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t4216"/>
            <p:cNvSpPr/>
            <p:nvPr/>
          </p:nvSpPr>
          <p:spPr>
            <a:xfrm>
              <a:off x="5456483" y="1932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t4217"/>
            <p:cNvSpPr/>
            <p:nvPr/>
          </p:nvSpPr>
          <p:spPr>
            <a:xfrm>
              <a:off x="5540617" y="2093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t4218"/>
            <p:cNvSpPr/>
            <p:nvPr/>
          </p:nvSpPr>
          <p:spPr>
            <a:xfrm>
              <a:off x="5807088" y="1940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t4219"/>
            <p:cNvSpPr/>
            <p:nvPr/>
          </p:nvSpPr>
          <p:spPr>
            <a:xfrm>
              <a:off x="5533912" y="2307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t4220"/>
            <p:cNvSpPr/>
            <p:nvPr/>
          </p:nvSpPr>
          <p:spPr>
            <a:xfrm>
              <a:off x="5473112" y="2169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t4221"/>
            <p:cNvSpPr/>
            <p:nvPr/>
          </p:nvSpPr>
          <p:spPr>
            <a:xfrm>
              <a:off x="5480019" y="2283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t4222"/>
            <p:cNvSpPr/>
            <p:nvPr/>
          </p:nvSpPr>
          <p:spPr>
            <a:xfrm>
              <a:off x="5335388" y="2216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t4223"/>
            <p:cNvSpPr/>
            <p:nvPr/>
          </p:nvSpPr>
          <p:spPr>
            <a:xfrm>
              <a:off x="5392291" y="211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t4224"/>
            <p:cNvSpPr/>
            <p:nvPr/>
          </p:nvSpPr>
          <p:spPr>
            <a:xfrm>
              <a:off x="5169712" y="2418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t4225"/>
            <p:cNvSpPr/>
            <p:nvPr/>
          </p:nvSpPr>
          <p:spPr>
            <a:xfrm>
              <a:off x="5068246" y="2517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t4226"/>
            <p:cNvSpPr/>
            <p:nvPr/>
          </p:nvSpPr>
          <p:spPr>
            <a:xfrm>
              <a:off x="5438289" y="2065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t4227"/>
            <p:cNvSpPr/>
            <p:nvPr/>
          </p:nvSpPr>
          <p:spPr>
            <a:xfrm>
              <a:off x="5700546" y="1728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t4228"/>
            <p:cNvSpPr/>
            <p:nvPr/>
          </p:nvSpPr>
          <p:spPr>
            <a:xfrm>
              <a:off x="5326989" y="2286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t4229"/>
            <p:cNvSpPr/>
            <p:nvPr/>
          </p:nvSpPr>
          <p:spPr>
            <a:xfrm>
              <a:off x="5201415" y="2175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t4230"/>
            <p:cNvSpPr/>
            <p:nvPr/>
          </p:nvSpPr>
          <p:spPr>
            <a:xfrm>
              <a:off x="4974562" y="2515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t4231"/>
            <p:cNvSpPr/>
            <p:nvPr/>
          </p:nvSpPr>
          <p:spPr>
            <a:xfrm>
              <a:off x="5409403" y="2314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t4232"/>
            <p:cNvSpPr/>
            <p:nvPr/>
          </p:nvSpPr>
          <p:spPr>
            <a:xfrm>
              <a:off x="5407983" y="2214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t4233"/>
            <p:cNvSpPr/>
            <p:nvPr/>
          </p:nvSpPr>
          <p:spPr>
            <a:xfrm>
              <a:off x="5509834" y="2164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t4234"/>
            <p:cNvSpPr/>
            <p:nvPr/>
          </p:nvSpPr>
          <p:spPr>
            <a:xfrm>
              <a:off x="5375052" y="2023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t4235"/>
            <p:cNvSpPr/>
            <p:nvPr/>
          </p:nvSpPr>
          <p:spPr>
            <a:xfrm>
              <a:off x="5614357" y="2122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t4236"/>
            <p:cNvSpPr/>
            <p:nvPr/>
          </p:nvSpPr>
          <p:spPr>
            <a:xfrm>
              <a:off x="5763839" y="1927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t4237"/>
            <p:cNvSpPr/>
            <p:nvPr/>
          </p:nvSpPr>
          <p:spPr>
            <a:xfrm>
              <a:off x="5722522" y="1893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t4238"/>
            <p:cNvSpPr/>
            <p:nvPr/>
          </p:nvSpPr>
          <p:spPr>
            <a:xfrm>
              <a:off x="5676416" y="1902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t4239"/>
            <p:cNvSpPr/>
            <p:nvPr/>
          </p:nvSpPr>
          <p:spPr>
            <a:xfrm>
              <a:off x="5636112" y="2074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t4240"/>
            <p:cNvSpPr/>
            <p:nvPr/>
          </p:nvSpPr>
          <p:spPr>
            <a:xfrm>
              <a:off x="4975165" y="2668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t4241"/>
            <p:cNvSpPr/>
            <p:nvPr/>
          </p:nvSpPr>
          <p:spPr>
            <a:xfrm>
              <a:off x="5177355" y="2182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t4242"/>
            <p:cNvSpPr/>
            <p:nvPr/>
          </p:nvSpPr>
          <p:spPr>
            <a:xfrm>
              <a:off x="5291839" y="2052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t4243"/>
            <p:cNvSpPr/>
            <p:nvPr/>
          </p:nvSpPr>
          <p:spPr>
            <a:xfrm>
              <a:off x="5813921" y="1782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t4244"/>
            <p:cNvSpPr/>
            <p:nvPr/>
          </p:nvSpPr>
          <p:spPr>
            <a:xfrm>
              <a:off x="5297169" y="2325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t4245"/>
            <p:cNvSpPr/>
            <p:nvPr/>
          </p:nvSpPr>
          <p:spPr>
            <a:xfrm>
              <a:off x="5541481" y="2139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t4246"/>
            <p:cNvSpPr/>
            <p:nvPr/>
          </p:nvSpPr>
          <p:spPr>
            <a:xfrm>
              <a:off x="5473630" y="2079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t4247"/>
            <p:cNvSpPr/>
            <p:nvPr/>
          </p:nvSpPr>
          <p:spPr>
            <a:xfrm>
              <a:off x="5297154" y="2193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t4248"/>
            <p:cNvSpPr/>
            <p:nvPr/>
          </p:nvSpPr>
          <p:spPr>
            <a:xfrm>
              <a:off x="5437852" y="2070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t4249"/>
            <p:cNvSpPr/>
            <p:nvPr/>
          </p:nvSpPr>
          <p:spPr>
            <a:xfrm>
              <a:off x="5516232" y="2188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t4250"/>
            <p:cNvSpPr/>
            <p:nvPr/>
          </p:nvSpPr>
          <p:spPr>
            <a:xfrm>
              <a:off x="5544167" y="2208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t4251"/>
            <p:cNvSpPr/>
            <p:nvPr/>
          </p:nvSpPr>
          <p:spPr>
            <a:xfrm>
              <a:off x="5010293" y="2059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t4252"/>
            <p:cNvSpPr/>
            <p:nvPr/>
          </p:nvSpPr>
          <p:spPr>
            <a:xfrm>
              <a:off x="5588957" y="1913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t4253"/>
            <p:cNvSpPr/>
            <p:nvPr/>
          </p:nvSpPr>
          <p:spPr>
            <a:xfrm>
              <a:off x="5497918" y="2289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t4254"/>
            <p:cNvSpPr/>
            <p:nvPr/>
          </p:nvSpPr>
          <p:spPr>
            <a:xfrm>
              <a:off x="4979463" y="2420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t4255"/>
            <p:cNvSpPr/>
            <p:nvPr/>
          </p:nvSpPr>
          <p:spPr>
            <a:xfrm>
              <a:off x="5210456" y="2083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t4256"/>
            <p:cNvSpPr/>
            <p:nvPr/>
          </p:nvSpPr>
          <p:spPr>
            <a:xfrm>
              <a:off x="5189289" y="2279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t4257"/>
            <p:cNvSpPr/>
            <p:nvPr/>
          </p:nvSpPr>
          <p:spPr>
            <a:xfrm>
              <a:off x="5045646" y="2232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t4258"/>
            <p:cNvSpPr/>
            <p:nvPr/>
          </p:nvSpPr>
          <p:spPr>
            <a:xfrm>
              <a:off x="5372196" y="2126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t4259"/>
            <p:cNvSpPr/>
            <p:nvPr/>
          </p:nvSpPr>
          <p:spPr>
            <a:xfrm>
              <a:off x="5300983" y="2037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t4260"/>
            <p:cNvSpPr/>
            <p:nvPr/>
          </p:nvSpPr>
          <p:spPr>
            <a:xfrm>
              <a:off x="5709471" y="1942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t4261"/>
            <p:cNvSpPr/>
            <p:nvPr/>
          </p:nvSpPr>
          <p:spPr>
            <a:xfrm>
              <a:off x="4986575" y="2786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t4262"/>
            <p:cNvSpPr/>
            <p:nvPr/>
          </p:nvSpPr>
          <p:spPr>
            <a:xfrm>
              <a:off x="5232900" y="2224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t4263"/>
            <p:cNvSpPr/>
            <p:nvPr/>
          </p:nvSpPr>
          <p:spPr>
            <a:xfrm>
              <a:off x="5796708" y="1895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t4264"/>
            <p:cNvSpPr/>
            <p:nvPr/>
          </p:nvSpPr>
          <p:spPr>
            <a:xfrm>
              <a:off x="5073875" y="217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t4265"/>
            <p:cNvSpPr/>
            <p:nvPr/>
          </p:nvSpPr>
          <p:spPr>
            <a:xfrm>
              <a:off x="5518077" y="2058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t4266"/>
            <p:cNvSpPr/>
            <p:nvPr/>
          </p:nvSpPr>
          <p:spPr>
            <a:xfrm>
              <a:off x="5155954" y="2525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t4267"/>
            <p:cNvSpPr/>
            <p:nvPr/>
          </p:nvSpPr>
          <p:spPr>
            <a:xfrm>
              <a:off x="5161366" y="2361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t4268"/>
            <p:cNvSpPr/>
            <p:nvPr/>
          </p:nvSpPr>
          <p:spPr>
            <a:xfrm>
              <a:off x="4819056" y="2066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t4269"/>
            <p:cNvSpPr/>
            <p:nvPr/>
          </p:nvSpPr>
          <p:spPr>
            <a:xfrm>
              <a:off x="5111041" y="2520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t4270"/>
            <p:cNvSpPr/>
            <p:nvPr/>
          </p:nvSpPr>
          <p:spPr>
            <a:xfrm>
              <a:off x="5406318" y="2253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t4271"/>
            <p:cNvSpPr/>
            <p:nvPr/>
          </p:nvSpPr>
          <p:spPr>
            <a:xfrm>
              <a:off x="5445406" y="2056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t4272"/>
            <p:cNvSpPr/>
            <p:nvPr/>
          </p:nvSpPr>
          <p:spPr>
            <a:xfrm>
              <a:off x="5735867" y="1801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t4273"/>
            <p:cNvSpPr/>
            <p:nvPr/>
          </p:nvSpPr>
          <p:spPr>
            <a:xfrm>
              <a:off x="5618648" y="2103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t4274"/>
            <p:cNvSpPr/>
            <p:nvPr/>
          </p:nvSpPr>
          <p:spPr>
            <a:xfrm>
              <a:off x="5277396" y="2193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t4275"/>
            <p:cNvSpPr/>
            <p:nvPr/>
          </p:nvSpPr>
          <p:spPr>
            <a:xfrm>
              <a:off x="5359109" y="2260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t4276"/>
            <p:cNvSpPr/>
            <p:nvPr/>
          </p:nvSpPr>
          <p:spPr>
            <a:xfrm>
              <a:off x="5102379" y="2644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t4277"/>
            <p:cNvSpPr/>
            <p:nvPr/>
          </p:nvSpPr>
          <p:spPr>
            <a:xfrm>
              <a:off x="5507069" y="2158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t4278"/>
            <p:cNvSpPr/>
            <p:nvPr/>
          </p:nvSpPr>
          <p:spPr>
            <a:xfrm>
              <a:off x="5398527" y="2240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t4279"/>
            <p:cNvSpPr/>
            <p:nvPr/>
          </p:nvSpPr>
          <p:spPr>
            <a:xfrm>
              <a:off x="5264312" y="2130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t4280"/>
            <p:cNvSpPr/>
            <p:nvPr/>
          </p:nvSpPr>
          <p:spPr>
            <a:xfrm>
              <a:off x="5661261" y="1745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t4281"/>
            <p:cNvSpPr/>
            <p:nvPr/>
          </p:nvSpPr>
          <p:spPr>
            <a:xfrm>
              <a:off x="5805927" y="2138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t4282"/>
            <p:cNvSpPr/>
            <p:nvPr/>
          </p:nvSpPr>
          <p:spPr>
            <a:xfrm>
              <a:off x="5441003" y="1977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t4283"/>
            <p:cNvSpPr/>
            <p:nvPr/>
          </p:nvSpPr>
          <p:spPr>
            <a:xfrm>
              <a:off x="5396013" y="2124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t4284"/>
            <p:cNvSpPr/>
            <p:nvPr/>
          </p:nvSpPr>
          <p:spPr>
            <a:xfrm>
              <a:off x="5431567" y="2147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t4285"/>
            <p:cNvSpPr/>
            <p:nvPr/>
          </p:nvSpPr>
          <p:spPr>
            <a:xfrm>
              <a:off x="5625011" y="2121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t4286"/>
            <p:cNvSpPr/>
            <p:nvPr/>
          </p:nvSpPr>
          <p:spPr>
            <a:xfrm>
              <a:off x="5543773" y="224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t4287"/>
            <p:cNvSpPr/>
            <p:nvPr/>
          </p:nvSpPr>
          <p:spPr>
            <a:xfrm>
              <a:off x="5257035" y="212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t4288"/>
            <p:cNvSpPr/>
            <p:nvPr/>
          </p:nvSpPr>
          <p:spPr>
            <a:xfrm>
              <a:off x="5596993" y="1873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t4289"/>
            <p:cNvSpPr/>
            <p:nvPr/>
          </p:nvSpPr>
          <p:spPr>
            <a:xfrm>
              <a:off x="5548611" y="2177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t4290"/>
            <p:cNvSpPr/>
            <p:nvPr/>
          </p:nvSpPr>
          <p:spPr>
            <a:xfrm>
              <a:off x="5169566" y="2410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t4291"/>
            <p:cNvSpPr/>
            <p:nvPr/>
          </p:nvSpPr>
          <p:spPr>
            <a:xfrm>
              <a:off x="5605369" y="2006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t4292"/>
            <p:cNvSpPr/>
            <p:nvPr/>
          </p:nvSpPr>
          <p:spPr>
            <a:xfrm>
              <a:off x="5785113" y="1951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t4293"/>
            <p:cNvSpPr/>
            <p:nvPr/>
          </p:nvSpPr>
          <p:spPr>
            <a:xfrm>
              <a:off x="5236204" y="2127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t4294"/>
            <p:cNvSpPr/>
            <p:nvPr/>
          </p:nvSpPr>
          <p:spPr>
            <a:xfrm>
              <a:off x="5765723" y="1739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t4295"/>
            <p:cNvSpPr/>
            <p:nvPr/>
          </p:nvSpPr>
          <p:spPr>
            <a:xfrm>
              <a:off x="5116901" y="2652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t4296"/>
            <p:cNvSpPr/>
            <p:nvPr/>
          </p:nvSpPr>
          <p:spPr>
            <a:xfrm>
              <a:off x="5791457" y="1875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t4297"/>
            <p:cNvSpPr/>
            <p:nvPr/>
          </p:nvSpPr>
          <p:spPr>
            <a:xfrm>
              <a:off x="5685678" y="200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t4298"/>
            <p:cNvSpPr/>
            <p:nvPr/>
          </p:nvSpPr>
          <p:spPr>
            <a:xfrm>
              <a:off x="5352628" y="2246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t4299"/>
            <p:cNvSpPr/>
            <p:nvPr/>
          </p:nvSpPr>
          <p:spPr>
            <a:xfrm>
              <a:off x="5461402" y="2117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t4300"/>
            <p:cNvSpPr/>
            <p:nvPr/>
          </p:nvSpPr>
          <p:spPr>
            <a:xfrm>
              <a:off x="5625742" y="1943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t4301"/>
            <p:cNvSpPr/>
            <p:nvPr/>
          </p:nvSpPr>
          <p:spPr>
            <a:xfrm>
              <a:off x="5695805" y="2254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t4302"/>
            <p:cNvSpPr/>
            <p:nvPr/>
          </p:nvSpPr>
          <p:spPr>
            <a:xfrm>
              <a:off x="5133485" y="2628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t4303"/>
            <p:cNvSpPr/>
            <p:nvPr/>
          </p:nvSpPr>
          <p:spPr>
            <a:xfrm>
              <a:off x="5293358" y="2135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t4304"/>
            <p:cNvSpPr/>
            <p:nvPr/>
          </p:nvSpPr>
          <p:spPr>
            <a:xfrm>
              <a:off x="4973194" y="2667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t4305"/>
            <p:cNvSpPr/>
            <p:nvPr/>
          </p:nvSpPr>
          <p:spPr>
            <a:xfrm>
              <a:off x="5421519" y="2105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t4306"/>
            <p:cNvSpPr/>
            <p:nvPr/>
          </p:nvSpPr>
          <p:spPr>
            <a:xfrm>
              <a:off x="5566180" y="2253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t4307"/>
            <p:cNvSpPr/>
            <p:nvPr/>
          </p:nvSpPr>
          <p:spPr>
            <a:xfrm>
              <a:off x="5384700" y="2169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t4308"/>
            <p:cNvSpPr/>
            <p:nvPr/>
          </p:nvSpPr>
          <p:spPr>
            <a:xfrm>
              <a:off x="5102397" y="2570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t4309"/>
            <p:cNvSpPr/>
            <p:nvPr/>
          </p:nvSpPr>
          <p:spPr>
            <a:xfrm>
              <a:off x="5462192" y="210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t4310"/>
            <p:cNvSpPr/>
            <p:nvPr/>
          </p:nvSpPr>
          <p:spPr>
            <a:xfrm>
              <a:off x="5128724" y="2760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t4311"/>
            <p:cNvSpPr/>
            <p:nvPr/>
          </p:nvSpPr>
          <p:spPr>
            <a:xfrm>
              <a:off x="5657780" y="1744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t4312"/>
            <p:cNvSpPr/>
            <p:nvPr/>
          </p:nvSpPr>
          <p:spPr>
            <a:xfrm>
              <a:off x="5379766" y="2189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t4313"/>
            <p:cNvSpPr/>
            <p:nvPr/>
          </p:nvSpPr>
          <p:spPr>
            <a:xfrm>
              <a:off x="5135306" y="2747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t4314"/>
            <p:cNvSpPr/>
            <p:nvPr/>
          </p:nvSpPr>
          <p:spPr>
            <a:xfrm>
              <a:off x="5660629" y="168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t4315"/>
            <p:cNvSpPr/>
            <p:nvPr/>
          </p:nvSpPr>
          <p:spPr>
            <a:xfrm>
              <a:off x="5501313" y="2132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t4316"/>
            <p:cNvSpPr/>
            <p:nvPr/>
          </p:nvSpPr>
          <p:spPr>
            <a:xfrm>
              <a:off x="5514348" y="2093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t4317"/>
            <p:cNvSpPr/>
            <p:nvPr/>
          </p:nvSpPr>
          <p:spPr>
            <a:xfrm>
              <a:off x="5673854" y="1947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t4318"/>
            <p:cNvSpPr/>
            <p:nvPr/>
          </p:nvSpPr>
          <p:spPr>
            <a:xfrm>
              <a:off x="5546997" y="2229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t4319"/>
            <p:cNvSpPr/>
            <p:nvPr/>
          </p:nvSpPr>
          <p:spPr>
            <a:xfrm>
              <a:off x="5614982" y="2044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t4320"/>
            <p:cNvSpPr/>
            <p:nvPr/>
          </p:nvSpPr>
          <p:spPr>
            <a:xfrm>
              <a:off x="4867619" y="3023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t4321"/>
            <p:cNvSpPr/>
            <p:nvPr/>
          </p:nvSpPr>
          <p:spPr>
            <a:xfrm>
              <a:off x="5431436" y="2071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t4322"/>
            <p:cNvSpPr/>
            <p:nvPr/>
          </p:nvSpPr>
          <p:spPr>
            <a:xfrm>
              <a:off x="5058719" y="2627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t4323"/>
            <p:cNvSpPr/>
            <p:nvPr/>
          </p:nvSpPr>
          <p:spPr>
            <a:xfrm>
              <a:off x="5568214" y="200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t4324"/>
            <p:cNvSpPr/>
            <p:nvPr/>
          </p:nvSpPr>
          <p:spPr>
            <a:xfrm>
              <a:off x="5833361" y="1934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t4325"/>
            <p:cNvSpPr/>
            <p:nvPr/>
          </p:nvSpPr>
          <p:spPr>
            <a:xfrm>
              <a:off x="5528068" y="2174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t4326"/>
            <p:cNvSpPr/>
            <p:nvPr/>
          </p:nvSpPr>
          <p:spPr>
            <a:xfrm>
              <a:off x="5035064" y="2319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t4327"/>
            <p:cNvSpPr/>
            <p:nvPr/>
          </p:nvSpPr>
          <p:spPr>
            <a:xfrm>
              <a:off x="5456947" y="1994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t4328"/>
            <p:cNvSpPr/>
            <p:nvPr/>
          </p:nvSpPr>
          <p:spPr>
            <a:xfrm>
              <a:off x="5361605" y="2051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t4329"/>
            <p:cNvSpPr/>
            <p:nvPr/>
          </p:nvSpPr>
          <p:spPr>
            <a:xfrm>
              <a:off x="5010861" y="1935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t4330"/>
            <p:cNvSpPr/>
            <p:nvPr/>
          </p:nvSpPr>
          <p:spPr>
            <a:xfrm>
              <a:off x="4818746" y="240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t4331"/>
            <p:cNvSpPr/>
            <p:nvPr/>
          </p:nvSpPr>
          <p:spPr>
            <a:xfrm>
              <a:off x="5234581" y="2167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t4332"/>
            <p:cNvSpPr/>
            <p:nvPr/>
          </p:nvSpPr>
          <p:spPr>
            <a:xfrm>
              <a:off x="5515847" y="2171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t4333"/>
            <p:cNvSpPr/>
            <p:nvPr/>
          </p:nvSpPr>
          <p:spPr>
            <a:xfrm>
              <a:off x="5267835" y="2145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t4334"/>
            <p:cNvSpPr/>
            <p:nvPr/>
          </p:nvSpPr>
          <p:spPr>
            <a:xfrm>
              <a:off x="5739872" y="1777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t4335"/>
            <p:cNvSpPr/>
            <p:nvPr/>
          </p:nvSpPr>
          <p:spPr>
            <a:xfrm>
              <a:off x="5476066" y="2256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t4336"/>
            <p:cNvSpPr/>
            <p:nvPr/>
          </p:nvSpPr>
          <p:spPr>
            <a:xfrm>
              <a:off x="5207626" y="2266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t4337"/>
            <p:cNvSpPr/>
            <p:nvPr/>
          </p:nvSpPr>
          <p:spPr>
            <a:xfrm>
              <a:off x="5597984" y="1957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t4338"/>
            <p:cNvSpPr/>
            <p:nvPr/>
          </p:nvSpPr>
          <p:spPr>
            <a:xfrm>
              <a:off x="5500668" y="2077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t4339"/>
            <p:cNvSpPr/>
            <p:nvPr/>
          </p:nvSpPr>
          <p:spPr>
            <a:xfrm>
              <a:off x="5639324" y="2095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t4340"/>
            <p:cNvSpPr/>
            <p:nvPr/>
          </p:nvSpPr>
          <p:spPr>
            <a:xfrm>
              <a:off x="5324709" y="2102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t4341"/>
            <p:cNvSpPr/>
            <p:nvPr/>
          </p:nvSpPr>
          <p:spPr>
            <a:xfrm>
              <a:off x="5214414" y="2115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t4342"/>
            <p:cNvSpPr/>
            <p:nvPr/>
          </p:nvSpPr>
          <p:spPr>
            <a:xfrm>
              <a:off x="5537931" y="2231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t4343"/>
            <p:cNvSpPr/>
            <p:nvPr/>
          </p:nvSpPr>
          <p:spPr>
            <a:xfrm>
              <a:off x="5540515" y="2165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t4344"/>
            <p:cNvSpPr/>
            <p:nvPr/>
          </p:nvSpPr>
          <p:spPr>
            <a:xfrm>
              <a:off x="5752246" y="1928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t4345"/>
            <p:cNvSpPr/>
            <p:nvPr/>
          </p:nvSpPr>
          <p:spPr>
            <a:xfrm>
              <a:off x="5333768" y="2180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t4346"/>
            <p:cNvSpPr/>
            <p:nvPr/>
          </p:nvSpPr>
          <p:spPr>
            <a:xfrm>
              <a:off x="5480266" y="2124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t4347"/>
            <p:cNvSpPr/>
            <p:nvPr/>
          </p:nvSpPr>
          <p:spPr>
            <a:xfrm>
              <a:off x="5559932" y="2189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t4348"/>
            <p:cNvSpPr/>
            <p:nvPr/>
          </p:nvSpPr>
          <p:spPr>
            <a:xfrm>
              <a:off x="5526129" y="2019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t4349"/>
            <p:cNvSpPr/>
            <p:nvPr/>
          </p:nvSpPr>
          <p:spPr>
            <a:xfrm>
              <a:off x="5546950" y="2093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t4350"/>
            <p:cNvSpPr/>
            <p:nvPr/>
          </p:nvSpPr>
          <p:spPr>
            <a:xfrm>
              <a:off x="5007934" y="2181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t4351"/>
            <p:cNvSpPr/>
            <p:nvPr/>
          </p:nvSpPr>
          <p:spPr>
            <a:xfrm>
              <a:off x="4930237" y="2065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t4352"/>
            <p:cNvSpPr/>
            <p:nvPr/>
          </p:nvSpPr>
          <p:spPr>
            <a:xfrm>
              <a:off x="5426129" y="219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t4353"/>
            <p:cNvSpPr/>
            <p:nvPr/>
          </p:nvSpPr>
          <p:spPr>
            <a:xfrm>
              <a:off x="5721170" y="1936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t4354"/>
            <p:cNvSpPr/>
            <p:nvPr/>
          </p:nvSpPr>
          <p:spPr>
            <a:xfrm>
              <a:off x="5841080" y="1628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t4355"/>
            <p:cNvSpPr/>
            <p:nvPr/>
          </p:nvSpPr>
          <p:spPr>
            <a:xfrm>
              <a:off x="5724258" y="1897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t4356"/>
            <p:cNvSpPr/>
            <p:nvPr/>
          </p:nvSpPr>
          <p:spPr>
            <a:xfrm>
              <a:off x="5427322" y="2194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t4357"/>
            <p:cNvSpPr/>
            <p:nvPr/>
          </p:nvSpPr>
          <p:spPr>
            <a:xfrm>
              <a:off x="5584518" y="2092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t4358"/>
            <p:cNvSpPr/>
            <p:nvPr/>
          </p:nvSpPr>
          <p:spPr>
            <a:xfrm>
              <a:off x="5176169" y="2386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t4359"/>
            <p:cNvSpPr/>
            <p:nvPr/>
          </p:nvSpPr>
          <p:spPr>
            <a:xfrm>
              <a:off x="5570477" y="1996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t4360"/>
            <p:cNvSpPr/>
            <p:nvPr/>
          </p:nvSpPr>
          <p:spPr>
            <a:xfrm>
              <a:off x="5416970" y="2123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t4361"/>
            <p:cNvSpPr/>
            <p:nvPr/>
          </p:nvSpPr>
          <p:spPr>
            <a:xfrm>
              <a:off x="5407464" y="2329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t4362"/>
            <p:cNvSpPr/>
            <p:nvPr/>
          </p:nvSpPr>
          <p:spPr>
            <a:xfrm>
              <a:off x="5806973" y="1868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t4363"/>
            <p:cNvSpPr/>
            <p:nvPr/>
          </p:nvSpPr>
          <p:spPr>
            <a:xfrm>
              <a:off x="5282064" y="2067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t4364"/>
            <p:cNvSpPr/>
            <p:nvPr/>
          </p:nvSpPr>
          <p:spPr>
            <a:xfrm>
              <a:off x="5661422" y="1701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t4365"/>
            <p:cNvSpPr/>
            <p:nvPr/>
          </p:nvSpPr>
          <p:spPr>
            <a:xfrm>
              <a:off x="5168583" y="235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t4366"/>
            <p:cNvSpPr/>
            <p:nvPr/>
          </p:nvSpPr>
          <p:spPr>
            <a:xfrm>
              <a:off x="5816779" y="1817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t4367"/>
            <p:cNvSpPr/>
            <p:nvPr/>
          </p:nvSpPr>
          <p:spPr>
            <a:xfrm>
              <a:off x="5308556" y="2320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t4368"/>
            <p:cNvSpPr/>
            <p:nvPr/>
          </p:nvSpPr>
          <p:spPr>
            <a:xfrm>
              <a:off x="5599756" y="2099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t4369"/>
            <p:cNvSpPr/>
            <p:nvPr/>
          </p:nvSpPr>
          <p:spPr>
            <a:xfrm>
              <a:off x="5418099" y="2094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t4370"/>
            <p:cNvSpPr/>
            <p:nvPr/>
          </p:nvSpPr>
          <p:spPr>
            <a:xfrm>
              <a:off x="5294188" y="2028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t4371"/>
            <p:cNvSpPr/>
            <p:nvPr/>
          </p:nvSpPr>
          <p:spPr>
            <a:xfrm>
              <a:off x="5243413" y="2075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t4372"/>
            <p:cNvSpPr/>
            <p:nvPr/>
          </p:nvSpPr>
          <p:spPr>
            <a:xfrm>
              <a:off x="5552685" y="2211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t4373"/>
            <p:cNvSpPr/>
            <p:nvPr/>
          </p:nvSpPr>
          <p:spPr>
            <a:xfrm>
              <a:off x="5172222" y="2361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t4374"/>
            <p:cNvSpPr/>
            <p:nvPr/>
          </p:nvSpPr>
          <p:spPr>
            <a:xfrm>
              <a:off x="5099814" y="2699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t4375"/>
            <p:cNvSpPr/>
            <p:nvPr/>
          </p:nvSpPr>
          <p:spPr>
            <a:xfrm>
              <a:off x="5245661" y="2165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t4376"/>
            <p:cNvSpPr/>
            <p:nvPr/>
          </p:nvSpPr>
          <p:spPr>
            <a:xfrm>
              <a:off x="4920567" y="1773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t4377"/>
            <p:cNvSpPr/>
            <p:nvPr/>
          </p:nvSpPr>
          <p:spPr>
            <a:xfrm>
              <a:off x="5901249" y="1593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t4378"/>
            <p:cNvSpPr/>
            <p:nvPr/>
          </p:nvSpPr>
          <p:spPr>
            <a:xfrm>
              <a:off x="5413819" y="2158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t4379"/>
            <p:cNvSpPr/>
            <p:nvPr/>
          </p:nvSpPr>
          <p:spPr>
            <a:xfrm>
              <a:off x="5341030" y="2235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t4380"/>
            <p:cNvSpPr/>
            <p:nvPr/>
          </p:nvSpPr>
          <p:spPr>
            <a:xfrm>
              <a:off x="5507282" y="224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t4381"/>
            <p:cNvSpPr/>
            <p:nvPr/>
          </p:nvSpPr>
          <p:spPr>
            <a:xfrm>
              <a:off x="5208252" y="2298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t4382"/>
            <p:cNvSpPr/>
            <p:nvPr/>
          </p:nvSpPr>
          <p:spPr>
            <a:xfrm>
              <a:off x="5439324" y="2050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t4383"/>
            <p:cNvSpPr/>
            <p:nvPr/>
          </p:nvSpPr>
          <p:spPr>
            <a:xfrm>
              <a:off x="5749884" y="1974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t4384"/>
            <p:cNvSpPr/>
            <p:nvPr/>
          </p:nvSpPr>
          <p:spPr>
            <a:xfrm>
              <a:off x="5333204" y="2191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t4385"/>
            <p:cNvSpPr/>
            <p:nvPr/>
          </p:nvSpPr>
          <p:spPr>
            <a:xfrm>
              <a:off x="5914279" y="1879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t4386"/>
            <p:cNvSpPr/>
            <p:nvPr/>
          </p:nvSpPr>
          <p:spPr>
            <a:xfrm>
              <a:off x="5389387" y="2206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t4387"/>
            <p:cNvSpPr/>
            <p:nvPr/>
          </p:nvSpPr>
          <p:spPr>
            <a:xfrm>
              <a:off x="5322562" y="2181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t4388"/>
            <p:cNvSpPr/>
            <p:nvPr/>
          </p:nvSpPr>
          <p:spPr>
            <a:xfrm>
              <a:off x="5130330" y="2588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t4389"/>
            <p:cNvSpPr/>
            <p:nvPr/>
          </p:nvSpPr>
          <p:spPr>
            <a:xfrm>
              <a:off x="5440896" y="1941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t4390"/>
            <p:cNvSpPr/>
            <p:nvPr/>
          </p:nvSpPr>
          <p:spPr>
            <a:xfrm>
              <a:off x="4942833" y="2573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t4391"/>
            <p:cNvSpPr/>
            <p:nvPr/>
          </p:nvSpPr>
          <p:spPr>
            <a:xfrm>
              <a:off x="6145215" y="2006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t4392"/>
            <p:cNvSpPr/>
            <p:nvPr/>
          </p:nvSpPr>
          <p:spPr>
            <a:xfrm>
              <a:off x="5522817" y="2013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t4393"/>
            <p:cNvSpPr/>
            <p:nvPr/>
          </p:nvSpPr>
          <p:spPr>
            <a:xfrm>
              <a:off x="5465133" y="2184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t4394"/>
            <p:cNvSpPr/>
            <p:nvPr/>
          </p:nvSpPr>
          <p:spPr>
            <a:xfrm>
              <a:off x="5391136" y="2200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t4395"/>
            <p:cNvSpPr/>
            <p:nvPr/>
          </p:nvSpPr>
          <p:spPr>
            <a:xfrm>
              <a:off x="5424942" y="2223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t4396"/>
            <p:cNvSpPr/>
            <p:nvPr/>
          </p:nvSpPr>
          <p:spPr>
            <a:xfrm>
              <a:off x="5052561" y="2666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t4397"/>
            <p:cNvSpPr/>
            <p:nvPr/>
          </p:nvSpPr>
          <p:spPr>
            <a:xfrm>
              <a:off x="5219881" y="2092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t4398"/>
            <p:cNvSpPr/>
            <p:nvPr/>
          </p:nvSpPr>
          <p:spPr>
            <a:xfrm>
              <a:off x="5156003" y="2645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t4399"/>
            <p:cNvSpPr/>
            <p:nvPr/>
          </p:nvSpPr>
          <p:spPr>
            <a:xfrm>
              <a:off x="5079478" y="1720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t4400"/>
            <p:cNvSpPr/>
            <p:nvPr/>
          </p:nvSpPr>
          <p:spPr>
            <a:xfrm>
              <a:off x="5612109" y="2137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t4401"/>
            <p:cNvSpPr/>
            <p:nvPr/>
          </p:nvSpPr>
          <p:spPr>
            <a:xfrm>
              <a:off x="5652170" y="1905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t4402"/>
            <p:cNvSpPr/>
            <p:nvPr/>
          </p:nvSpPr>
          <p:spPr>
            <a:xfrm>
              <a:off x="5277072" y="2210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t4403"/>
            <p:cNvSpPr/>
            <p:nvPr/>
          </p:nvSpPr>
          <p:spPr>
            <a:xfrm>
              <a:off x="5025539" y="2271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t4404"/>
            <p:cNvSpPr/>
            <p:nvPr/>
          </p:nvSpPr>
          <p:spPr>
            <a:xfrm>
              <a:off x="5603419" y="2053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t4405"/>
            <p:cNvSpPr/>
            <p:nvPr/>
          </p:nvSpPr>
          <p:spPr>
            <a:xfrm>
              <a:off x="5562637" y="2207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t4406"/>
            <p:cNvSpPr/>
            <p:nvPr/>
          </p:nvSpPr>
          <p:spPr>
            <a:xfrm>
              <a:off x="5655000" y="1574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t4407"/>
            <p:cNvSpPr/>
            <p:nvPr/>
          </p:nvSpPr>
          <p:spPr>
            <a:xfrm>
              <a:off x="4848064" y="2437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t4408"/>
            <p:cNvSpPr/>
            <p:nvPr/>
          </p:nvSpPr>
          <p:spPr>
            <a:xfrm>
              <a:off x="5502121" y="2035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t4409"/>
            <p:cNvSpPr/>
            <p:nvPr/>
          </p:nvSpPr>
          <p:spPr>
            <a:xfrm>
              <a:off x="5506008" y="2221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t4410"/>
            <p:cNvSpPr/>
            <p:nvPr/>
          </p:nvSpPr>
          <p:spPr>
            <a:xfrm>
              <a:off x="5639029" y="2096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t4411"/>
            <p:cNvSpPr/>
            <p:nvPr/>
          </p:nvSpPr>
          <p:spPr>
            <a:xfrm>
              <a:off x="5444054" y="2128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t4412"/>
            <p:cNvSpPr/>
            <p:nvPr/>
          </p:nvSpPr>
          <p:spPr>
            <a:xfrm>
              <a:off x="5390780" y="2229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t4413"/>
            <p:cNvSpPr/>
            <p:nvPr/>
          </p:nvSpPr>
          <p:spPr>
            <a:xfrm>
              <a:off x="5429248" y="2142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t4414"/>
            <p:cNvSpPr/>
            <p:nvPr/>
          </p:nvSpPr>
          <p:spPr>
            <a:xfrm>
              <a:off x="5380776" y="2268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t4415"/>
            <p:cNvSpPr/>
            <p:nvPr/>
          </p:nvSpPr>
          <p:spPr>
            <a:xfrm>
              <a:off x="5745892" y="2090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t4416"/>
            <p:cNvSpPr/>
            <p:nvPr/>
          </p:nvSpPr>
          <p:spPr>
            <a:xfrm>
              <a:off x="5583905" y="1899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t4417"/>
            <p:cNvSpPr/>
            <p:nvPr/>
          </p:nvSpPr>
          <p:spPr>
            <a:xfrm>
              <a:off x="5365292" y="211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t4418"/>
            <p:cNvSpPr/>
            <p:nvPr/>
          </p:nvSpPr>
          <p:spPr>
            <a:xfrm>
              <a:off x="5548647" y="2151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t4419"/>
            <p:cNvSpPr/>
            <p:nvPr/>
          </p:nvSpPr>
          <p:spPr>
            <a:xfrm>
              <a:off x="5072820" y="2476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t4420"/>
            <p:cNvSpPr/>
            <p:nvPr/>
          </p:nvSpPr>
          <p:spPr>
            <a:xfrm>
              <a:off x="5350283" y="2237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t4421"/>
            <p:cNvSpPr/>
            <p:nvPr/>
          </p:nvSpPr>
          <p:spPr>
            <a:xfrm>
              <a:off x="5720885" y="1817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t4422"/>
            <p:cNvSpPr/>
            <p:nvPr/>
          </p:nvSpPr>
          <p:spPr>
            <a:xfrm>
              <a:off x="5199310" y="1963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t4423"/>
            <p:cNvSpPr/>
            <p:nvPr/>
          </p:nvSpPr>
          <p:spPr>
            <a:xfrm>
              <a:off x="5336181" y="222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t4424"/>
            <p:cNvSpPr/>
            <p:nvPr/>
          </p:nvSpPr>
          <p:spPr>
            <a:xfrm>
              <a:off x="5176367" y="2302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t4425"/>
            <p:cNvSpPr/>
            <p:nvPr/>
          </p:nvSpPr>
          <p:spPr>
            <a:xfrm>
              <a:off x="5490008" y="2163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t4426"/>
            <p:cNvSpPr/>
            <p:nvPr/>
          </p:nvSpPr>
          <p:spPr>
            <a:xfrm>
              <a:off x="5700819" y="1671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t4427"/>
            <p:cNvSpPr/>
            <p:nvPr/>
          </p:nvSpPr>
          <p:spPr>
            <a:xfrm>
              <a:off x="5095525" y="2686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t4428"/>
            <p:cNvSpPr/>
            <p:nvPr/>
          </p:nvSpPr>
          <p:spPr>
            <a:xfrm>
              <a:off x="5116130" y="2449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t4429"/>
            <p:cNvSpPr/>
            <p:nvPr/>
          </p:nvSpPr>
          <p:spPr>
            <a:xfrm>
              <a:off x="5414087" y="2170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t4430"/>
            <p:cNvSpPr/>
            <p:nvPr/>
          </p:nvSpPr>
          <p:spPr>
            <a:xfrm>
              <a:off x="5596759" y="1858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t4431"/>
            <p:cNvSpPr/>
            <p:nvPr/>
          </p:nvSpPr>
          <p:spPr>
            <a:xfrm>
              <a:off x="5485439" y="2204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t4432"/>
            <p:cNvSpPr/>
            <p:nvPr/>
          </p:nvSpPr>
          <p:spPr>
            <a:xfrm>
              <a:off x="5601897" y="2111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t4433"/>
            <p:cNvSpPr/>
            <p:nvPr/>
          </p:nvSpPr>
          <p:spPr>
            <a:xfrm>
              <a:off x="5337043" y="2240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t4434"/>
            <p:cNvSpPr/>
            <p:nvPr/>
          </p:nvSpPr>
          <p:spPr>
            <a:xfrm>
              <a:off x="5036155" y="2390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t4435"/>
            <p:cNvSpPr/>
            <p:nvPr/>
          </p:nvSpPr>
          <p:spPr>
            <a:xfrm>
              <a:off x="5977803" y="2169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t4436"/>
            <p:cNvSpPr/>
            <p:nvPr/>
          </p:nvSpPr>
          <p:spPr>
            <a:xfrm>
              <a:off x="5659211" y="1696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t4437"/>
            <p:cNvSpPr/>
            <p:nvPr/>
          </p:nvSpPr>
          <p:spPr>
            <a:xfrm>
              <a:off x="5344254" y="2234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t4438"/>
            <p:cNvSpPr/>
            <p:nvPr/>
          </p:nvSpPr>
          <p:spPr>
            <a:xfrm>
              <a:off x="5418146" y="2214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t4439"/>
            <p:cNvSpPr/>
            <p:nvPr/>
          </p:nvSpPr>
          <p:spPr>
            <a:xfrm>
              <a:off x="5491172" y="2221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t4440"/>
            <p:cNvSpPr/>
            <p:nvPr/>
          </p:nvSpPr>
          <p:spPr>
            <a:xfrm>
              <a:off x="5626506" y="1945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t4441"/>
            <p:cNvSpPr/>
            <p:nvPr/>
          </p:nvSpPr>
          <p:spPr>
            <a:xfrm>
              <a:off x="5501228" y="2124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t4442"/>
            <p:cNvSpPr/>
            <p:nvPr/>
          </p:nvSpPr>
          <p:spPr>
            <a:xfrm>
              <a:off x="5342579" y="2244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t4443"/>
            <p:cNvSpPr/>
            <p:nvPr/>
          </p:nvSpPr>
          <p:spPr>
            <a:xfrm>
              <a:off x="5593943" y="197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t4444"/>
            <p:cNvSpPr/>
            <p:nvPr/>
          </p:nvSpPr>
          <p:spPr>
            <a:xfrm>
              <a:off x="5709771" y="1852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t4445"/>
            <p:cNvSpPr/>
            <p:nvPr/>
          </p:nvSpPr>
          <p:spPr>
            <a:xfrm>
              <a:off x="5395114" y="2207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t4446"/>
            <p:cNvSpPr/>
            <p:nvPr/>
          </p:nvSpPr>
          <p:spPr>
            <a:xfrm>
              <a:off x="5633761" y="2023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t4447"/>
            <p:cNvSpPr/>
            <p:nvPr/>
          </p:nvSpPr>
          <p:spPr>
            <a:xfrm>
              <a:off x="5535447" y="2173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t4448"/>
            <p:cNvSpPr/>
            <p:nvPr/>
          </p:nvSpPr>
          <p:spPr>
            <a:xfrm>
              <a:off x="5287291" y="2174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t4449"/>
            <p:cNvSpPr/>
            <p:nvPr/>
          </p:nvSpPr>
          <p:spPr>
            <a:xfrm>
              <a:off x="5651505" y="1942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t4450"/>
            <p:cNvSpPr/>
            <p:nvPr/>
          </p:nvSpPr>
          <p:spPr>
            <a:xfrm>
              <a:off x="5635127" y="2037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t4451"/>
            <p:cNvSpPr/>
            <p:nvPr/>
          </p:nvSpPr>
          <p:spPr>
            <a:xfrm>
              <a:off x="5237068" y="2008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t4452"/>
            <p:cNvSpPr/>
            <p:nvPr/>
          </p:nvSpPr>
          <p:spPr>
            <a:xfrm>
              <a:off x="5121364" y="253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t4453"/>
            <p:cNvSpPr/>
            <p:nvPr/>
          </p:nvSpPr>
          <p:spPr>
            <a:xfrm>
              <a:off x="5244279" y="2113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t4454"/>
            <p:cNvSpPr/>
            <p:nvPr/>
          </p:nvSpPr>
          <p:spPr>
            <a:xfrm>
              <a:off x="5122267" y="2671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t4455"/>
            <p:cNvSpPr/>
            <p:nvPr/>
          </p:nvSpPr>
          <p:spPr>
            <a:xfrm>
              <a:off x="5382661" y="2146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t4456"/>
            <p:cNvSpPr/>
            <p:nvPr/>
          </p:nvSpPr>
          <p:spPr>
            <a:xfrm>
              <a:off x="5752154" y="1875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t4457"/>
            <p:cNvSpPr/>
            <p:nvPr/>
          </p:nvSpPr>
          <p:spPr>
            <a:xfrm>
              <a:off x="4930243" y="2136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t4458"/>
            <p:cNvSpPr/>
            <p:nvPr/>
          </p:nvSpPr>
          <p:spPr>
            <a:xfrm>
              <a:off x="5119927" y="2674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t4459"/>
            <p:cNvSpPr/>
            <p:nvPr/>
          </p:nvSpPr>
          <p:spPr>
            <a:xfrm>
              <a:off x="5286844" y="2049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t4460"/>
            <p:cNvSpPr/>
            <p:nvPr/>
          </p:nvSpPr>
          <p:spPr>
            <a:xfrm>
              <a:off x="5230201" y="2114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t4461"/>
            <p:cNvSpPr/>
            <p:nvPr/>
          </p:nvSpPr>
          <p:spPr>
            <a:xfrm>
              <a:off x="5368536" y="2039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t4462"/>
            <p:cNvSpPr/>
            <p:nvPr/>
          </p:nvSpPr>
          <p:spPr>
            <a:xfrm>
              <a:off x="5733617" y="1914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t4463"/>
            <p:cNvSpPr/>
            <p:nvPr/>
          </p:nvSpPr>
          <p:spPr>
            <a:xfrm>
              <a:off x="5169611" y="2233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t4464"/>
            <p:cNvSpPr/>
            <p:nvPr/>
          </p:nvSpPr>
          <p:spPr>
            <a:xfrm>
              <a:off x="5032962" y="2407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t4465"/>
            <p:cNvSpPr/>
            <p:nvPr/>
          </p:nvSpPr>
          <p:spPr>
            <a:xfrm>
              <a:off x="5790407" y="1928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t4466"/>
            <p:cNvSpPr/>
            <p:nvPr/>
          </p:nvSpPr>
          <p:spPr>
            <a:xfrm>
              <a:off x="5198064" y="2172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t4467"/>
            <p:cNvSpPr/>
            <p:nvPr/>
          </p:nvSpPr>
          <p:spPr>
            <a:xfrm>
              <a:off x="5238837" y="2159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t4468"/>
            <p:cNvSpPr/>
            <p:nvPr/>
          </p:nvSpPr>
          <p:spPr>
            <a:xfrm>
              <a:off x="5010562" y="2112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t4469"/>
            <p:cNvSpPr/>
            <p:nvPr/>
          </p:nvSpPr>
          <p:spPr>
            <a:xfrm>
              <a:off x="5223876" y="1725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t4470"/>
            <p:cNvSpPr/>
            <p:nvPr/>
          </p:nvSpPr>
          <p:spPr>
            <a:xfrm>
              <a:off x="5324102" y="2085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t4471"/>
            <p:cNvSpPr/>
            <p:nvPr/>
          </p:nvSpPr>
          <p:spPr>
            <a:xfrm>
              <a:off x="5028722" y="2543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t4472"/>
            <p:cNvSpPr/>
            <p:nvPr/>
          </p:nvSpPr>
          <p:spPr>
            <a:xfrm>
              <a:off x="5474627" y="2155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t4473"/>
            <p:cNvSpPr/>
            <p:nvPr/>
          </p:nvSpPr>
          <p:spPr>
            <a:xfrm>
              <a:off x="5101251" y="262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t4474"/>
            <p:cNvSpPr/>
            <p:nvPr/>
          </p:nvSpPr>
          <p:spPr>
            <a:xfrm>
              <a:off x="5360059" y="2258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t4475"/>
            <p:cNvSpPr/>
            <p:nvPr/>
          </p:nvSpPr>
          <p:spPr>
            <a:xfrm>
              <a:off x="5508458" y="2060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t4476"/>
            <p:cNvSpPr/>
            <p:nvPr/>
          </p:nvSpPr>
          <p:spPr>
            <a:xfrm>
              <a:off x="5382795" y="2250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t4477"/>
            <p:cNvSpPr/>
            <p:nvPr/>
          </p:nvSpPr>
          <p:spPr>
            <a:xfrm>
              <a:off x="5342463" y="2238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t4478"/>
            <p:cNvSpPr/>
            <p:nvPr/>
          </p:nvSpPr>
          <p:spPr>
            <a:xfrm>
              <a:off x="4854625" y="2825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t4479"/>
            <p:cNvSpPr/>
            <p:nvPr/>
          </p:nvSpPr>
          <p:spPr>
            <a:xfrm>
              <a:off x="5029740" y="2476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t4480"/>
            <p:cNvSpPr/>
            <p:nvPr/>
          </p:nvSpPr>
          <p:spPr>
            <a:xfrm>
              <a:off x="5359068" y="2297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t4481"/>
            <p:cNvSpPr/>
            <p:nvPr/>
          </p:nvSpPr>
          <p:spPr>
            <a:xfrm>
              <a:off x="5213188" y="1989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t4482"/>
            <p:cNvSpPr/>
            <p:nvPr/>
          </p:nvSpPr>
          <p:spPr>
            <a:xfrm>
              <a:off x="5541148" y="2122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t4483"/>
            <p:cNvSpPr/>
            <p:nvPr/>
          </p:nvSpPr>
          <p:spPr>
            <a:xfrm>
              <a:off x="5648085" y="1889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t4484"/>
            <p:cNvSpPr/>
            <p:nvPr/>
          </p:nvSpPr>
          <p:spPr>
            <a:xfrm>
              <a:off x="5159319" y="2476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t4485"/>
            <p:cNvSpPr/>
            <p:nvPr/>
          </p:nvSpPr>
          <p:spPr>
            <a:xfrm>
              <a:off x="5451114" y="1947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t4486"/>
            <p:cNvSpPr/>
            <p:nvPr/>
          </p:nvSpPr>
          <p:spPr>
            <a:xfrm>
              <a:off x="5045127" y="2550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t4487"/>
            <p:cNvSpPr/>
            <p:nvPr/>
          </p:nvSpPr>
          <p:spPr>
            <a:xfrm>
              <a:off x="5171773" y="2355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t4488"/>
            <p:cNvSpPr/>
            <p:nvPr/>
          </p:nvSpPr>
          <p:spPr>
            <a:xfrm>
              <a:off x="5856774" y="1761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t4489"/>
            <p:cNvSpPr/>
            <p:nvPr/>
          </p:nvSpPr>
          <p:spPr>
            <a:xfrm>
              <a:off x="5200965" y="2166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t4490"/>
            <p:cNvSpPr/>
            <p:nvPr/>
          </p:nvSpPr>
          <p:spPr>
            <a:xfrm>
              <a:off x="5875716" y="1861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t4491"/>
            <p:cNvSpPr/>
            <p:nvPr/>
          </p:nvSpPr>
          <p:spPr>
            <a:xfrm>
              <a:off x="5706641" y="1899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t4492"/>
            <p:cNvSpPr/>
            <p:nvPr/>
          </p:nvSpPr>
          <p:spPr>
            <a:xfrm>
              <a:off x="5068761" y="2537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t4493"/>
            <p:cNvSpPr/>
            <p:nvPr/>
          </p:nvSpPr>
          <p:spPr>
            <a:xfrm>
              <a:off x="5371659" y="2035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t4494"/>
            <p:cNvSpPr/>
            <p:nvPr/>
          </p:nvSpPr>
          <p:spPr>
            <a:xfrm>
              <a:off x="5613069" y="2041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t4495"/>
            <p:cNvSpPr/>
            <p:nvPr/>
          </p:nvSpPr>
          <p:spPr>
            <a:xfrm>
              <a:off x="5148498" y="2440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t4496"/>
            <p:cNvSpPr/>
            <p:nvPr/>
          </p:nvSpPr>
          <p:spPr>
            <a:xfrm>
              <a:off x="5427659" y="2068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t4497"/>
            <p:cNvSpPr/>
            <p:nvPr/>
          </p:nvSpPr>
          <p:spPr>
            <a:xfrm>
              <a:off x="5630367" y="2070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t4498"/>
            <p:cNvSpPr/>
            <p:nvPr/>
          </p:nvSpPr>
          <p:spPr>
            <a:xfrm>
              <a:off x="5281264" y="2017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t4499"/>
            <p:cNvSpPr/>
            <p:nvPr/>
          </p:nvSpPr>
          <p:spPr>
            <a:xfrm>
              <a:off x="5734734" y="2006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t4500"/>
            <p:cNvSpPr/>
            <p:nvPr/>
          </p:nvSpPr>
          <p:spPr>
            <a:xfrm>
              <a:off x="5468477" y="2104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t4501"/>
            <p:cNvSpPr/>
            <p:nvPr/>
          </p:nvSpPr>
          <p:spPr>
            <a:xfrm>
              <a:off x="5082410" y="1797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t4502"/>
            <p:cNvSpPr/>
            <p:nvPr/>
          </p:nvSpPr>
          <p:spPr>
            <a:xfrm>
              <a:off x="5325028" y="2227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t4503"/>
            <p:cNvSpPr/>
            <p:nvPr/>
          </p:nvSpPr>
          <p:spPr>
            <a:xfrm>
              <a:off x="5145159" y="2547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t4504"/>
            <p:cNvSpPr/>
            <p:nvPr/>
          </p:nvSpPr>
          <p:spPr>
            <a:xfrm>
              <a:off x="5320519" y="2175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t4505"/>
            <p:cNvSpPr/>
            <p:nvPr/>
          </p:nvSpPr>
          <p:spPr>
            <a:xfrm>
              <a:off x="5392959" y="2210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t4506"/>
            <p:cNvSpPr/>
            <p:nvPr/>
          </p:nvSpPr>
          <p:spPr>
            <a:xfrm>
              <a:off x="5386083" y="2232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t4507"/>
            <p:cNvSpPr/>
            <p:nvPr/>
          </p:nvSpPr>
          <p:spPr>
            <a:xfrm>
              <a:off x="5441333" y="2066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t4508"/>
            <p:cNvSpPr/>
            <p:nvPr/>
          </p:nvSpPr>
          <p:spPr>
            <a:xfrm>
              <a:off x="5222137" y="1988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t4509"/>
            <p:cNvSpPr/>
            <p:nvPr/>
          </p:nvSpPr>
          <p:spPr>
            <a:xfrm>
              <a:off x="5787401" y="1739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t4510"/>
            <p:cNvSpPr/>
            <p:nvPr/>
          </p:nvSpPr>
          <p:spPr>
            <a:xfrm>
              <a:off x="5306740" y="2045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t4511"/>
            <p:cNvSpPr/>
            <p:nvPr/>
          </p:nvSpPr>
          <p:spPr>
            <a:xfrm>
              <a:off x="5070378" y="2392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t4512"/>
            <p:cNvSpPr/>
            <p:nvPr/>
          </p:nvSpPr>
          <p:spPr>
            <a:xfrm>
              <a:off x="5080575" y="1688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t4513"/>
            <p:cNvSpPr/>
            <p:nvPr/>
          </p:nvSpPr>
          <p:spPr>
            <a:xfrm>
              <a:off x="5616921" y="2070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t4514"/>
            <p:cNvSpPr/>
            <p:nvPr/>
          </p:nvSpPr>
          <p:spPr>
            <a:xfrm>
              <a:off x="5603520" y="1999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t4515"/>
            <p:cNvSpPr/>
            <p:nvPr/>
          </p:nvSpPr>
          <p:spPr>
            <a:xfrm>
              <a:off x="5629800" y="1964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t4516"/>
            <p:cNvSpPr/>
            <p:nvPr/>
          </p:nvSpPr>
          <p:spPr>
            <a:xfrm>
              <a:off x="5413864" y="2061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t4517"/>
            <p:cNvSpPr/>
            <p:nvPr/>
          </p:nvSpPr>
          <p:spPr>
            <a:xfrm>
              <a:off x="5929381" y="1587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t4518"/>
            <p:cNvSpPr/>
            <p:nvPr/>
          </p:nvSpPr>
          <p:spPr>
            <a:xfrm>
              <a:off x="5382860" y="2191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t4519"/>
            <p:cNvSpPr/>
            <p:nvPr/>
          </p:nvSpPr>
          <p:spPr>
            <a:xfrm>
              <a:off x="5414650" y="2121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t4520"/>
            <p:cNvSpPr/>
            <p:nvPr/>
          </p:nvSpPr>
          <p:spPr>
            <a:xfrm>
              <a:off x="5157613" y="2404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t4521"/>
            <p:cNvSpPr/>
            <p:nvPr/>
          </p:nvSpPr>
          <p:spPr>
            <a:xfrm>
              <a:off x="5706697" y="1969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t4522"/>
            <p:cNvSpPr/>
            <p:nvPr/>
          </p:nvSpPr>
          <p:spPr>
            <a:xfrm>
              <a:off x="5149772" y="244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t4523"/>
            <p:cNvSpPr/>
            <p:nvPr/>
          </p:nvSpPr>
          <p:spPr>
            <a:xfrm>
              <a:off x="5480118" y="2200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t4524"/>
            <p:cNvSpPr/>
            <p:nvPr/>
          </p:nvSpPr>
          <p:spPr>
            <a:xfrm>
              <a:off x="5512824" y="2130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t4525"/>
            <p:cNvSpPr/>
            <p:nvPr/>
          </p:nvSpPr>
          <p:spPr>
            <a:xfrm>
              <a:off x="5210303" y="2089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t4526"/>
            <p:cNvSpPr/>
            <p:nvPr/>
          </p:nvSpPr>
          <p:spPr>
            <a:xfrm>
              <a:off x="5263679" y="2115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t4527"/>
            <p:cNvSpPr/>
            <p:nvPr/>
          </p:nvSpPr>
          <p:spPr>
            <a:xfrm>
              <a:off x="4974638" y="2526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t4528"/>
            <p:cNvSpPr/>
            <p:nvPr/>
          </p:nvSpPr>
          <p:spPr>
            <a:xfrm>
              <a:off x="5489128" y="2112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t4529"/>
            <p:cNvSpPr/>
            <p:nvPr/>
          </p:nvSpPr>
          <p:spPr>
            <a:xfrm>
              <a:off x="5264151" y="2174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t4530"/>
            <p:cNvSpPr/>
            <p:nvPr/>
          </p:nvSpPr>
          <p:spPr>
            <a:xfrm>
              <a:off x="5844823" y="1977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t4531"/>
            <p:cNvSpPr/>
            <p:nvPr/>
          </p:nvSpPr>
          <p:spPr>
            <a:xfrm>
              <a:off x="5562844" y="2331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t4532"/>
            <p:cNvSpPr/>
            <p:nvPr/>
          </p:nvSpPr>
          <p:spPr>
            <a:xfrm>
              <a:off x="5619060" y="1928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t4533"/>
            <p:cNvSpPr/>
            <p:nvPr/>
          </p:nvSpPr>
          <p:spPr>
            <a:xfrm>
              <a:off x="4946861" y="2826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t4534"/>
            <p:cNvSpPr/>
            <p:nvPr/>
          </p:nvSpPr>
          <p:spPr>
            <a:xfrm>
              <a:off x="5143449" y="2737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t4535"/>
            <p:cNvSpPr/>
            <p:nvPr/>
          </p:nvSpPr>
          <p:spPr>
            <a:xfrm>
              <a:off x="4848828" y="2839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t4536"/>
            <p:cNvSpPr/>
            <p:nvPr/>
          </p:nvSpPr>
          <p:spPr>
            <a:xfrm>
              <a:off x="5432014" y="2138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t4537"/>
            <p:cNvSpPr/>
            <p:nvPr/>
          </p:nvSpPr>
          <p:spPr>
            <a:xfrm>
              <a:off x="5449810" y="1899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t4538"/>
            <p:cNvSpPr/>
            <p:nvPr/>
          </p:nvSpPr>
          <p:spPr>
            <a:xfrm>
              <a:off x="5544822" y="2213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t4539"/>
            <p:cNvSpPr/>
            <p:nvPr/>
          </p:nvSpPr>
          <p:spPr>
            <a:xfrm>
              <a:off x="5125021" y="2822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t4540"/>
            <p:cNvSpPr/>
            <p:nvPr/>
          </p:nvSpPr>
          <p:spPr>
            <a:xfrm>
              <a:off x="5113379" y="2591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t4541"/>
            <p:cNvSpPr/>
            <p:nvPr/>
          </p:nvSpPr>
          <p:spPr>
            <a:xfrm>
              <a:off x="4945565" y="2773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t4542"/>
            <p:cNvSpPr/>
            <p:nvPr/>
          </p:nvSpPr>
          <p:spPr>
            <a:xfrm>
              <a:off x="5375744" y="2207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t4543"/>
            <p:cNvSpPr/>
            <p:nvPr/>
          </p:nvSpPr>
          <p:spPr>
            <a:xfrm>
              <a:off x="5420272" y="2207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t4544"/>
            <p:cNvSpPr/>
            <p:nvPr/>
          </p:nvSpPr>
          <p:spPr>
            <a:xfrm>
              <a:off x="5570763" y="2190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t4545"/>
            <p:cNvSpPr/>
            <p:nvPr/>
          </p:nvSpPr>
          <p:spPr>
            <a:xfrm>
              <a:off x="5403499" y="2185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t4546"/>
            <p:cNvSpPr/>
            <p:nvPr/>
          </p:nvSpPr>
          <p:spPr>
            <a:xfrm>
              <a:off x="5311109" y="2079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t4547"/>
            <p:cNvSpPr/>
            <p:nvPr/>
          </p:nvSpPr>
          <p:spPr>
            <a:xfrm>
              <a:off x="5590978" y="2032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t4548"/>
            <p:cNvSpPr/>
            <p:nvPr/>
          </p:nvSpPr>
          <p:spPr>
            <a:xfrm>
              <a:off x="5586297" y="1993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t4549"/>
            <p:cNvSpPr/>
            <p:nvPr/>
          </p:nvSpPr>
          <p:spPr>
            <a:xfrm>
              <a:off x="5503643" y="2194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t4550"/>
            <p:cNvSpPr/>
            <p:nvPr/>
          </p:nvSpPr>
          <p:spPr>
            <a:xfrm>
              <a:off x="5417453" y="2174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t4551"/>
            <p:cNvSpPr/>
            <p:nvPr/>
          </p:nvSpPr>
          <p:spPr>
            <a:xfrm>
              <a:off x="5576931" y="2193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t4552"/>
            <p:cNvSpPr/>
            <p:nvPr/>
          </p:nvSpPr>
          <p:spPr>
            <a:xfrm>
              <a:off x="5863778" y="1766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t4553"/>
            <p:cNvSpPr/>
            <p:nvPr/>
          </p:nvSpPr>
          <p:spPr>
            <a:xfrm>
              <a:off x="5413538" y="2167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t4554"/>
            <p:cNvSpPr/>
            <p:nvPr/>
          </p:nvSpPr>
          <p:spPr>
            <a:xfrm>
              <a:off x="5750135" y="1959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t4555"/>
            <p:cNvSpPr/>
            <p:nvPr/>
          </p:nvSpPr>
          <p:spPr>
            <a:xfrm>
              <a:off x="5803181" y="1979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t4556"/>
            <p:cNvSpPr/>
            <p:nvPr/>
          </p:nvSpPr>
          <p:spPr>
            <a:xfrm>
              <a:off x="5428667" y="2104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t4557"/>
            <p:cNvSpPr/>
            <p:nvPr/>
          </p:nvSpPr>
          <p:spPr>
            <a:xfrm>
              <a:off x="5121574" y="2662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t4558"/>
            <p:cNvSpPr/>
            <p:nvPr/>
          </p:nvSpPr>
          <p:spPr>
            <a:xfrm>
              <a:off x="5666420" y="1721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t4559"/>
            <p:cNvSpPr/>
            <p:nvPr/>
          </p:nvSpPr>
          <p:spPr>
            <a:xfrm>
              <a:off x="5677168" y="1759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t4560"/>
            <p:cNvSpPr/>
            <p:nvPr/>
          </p:nvSpPr>
          <p:spPr>
            <a:xfrm>
              <a:off x="5260460" y="2176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t4561"/>
            <p:cNvSpPr/>
            <p:nvPr/>
          </p:nvSpPr>
          <p:spPr>
            <a:xfrm>
              <a:off x="5640811" y="2098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t4562"/>
            <p:cNvSpPr/>
            <p:nvPr/>
          </p:nvSpPr>
          <p:spPr>
            <a:xfrm>
              <a:off x="5339123" y="2247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t4563"/>
            <p:cNvSpPr/>
            <p:nvPr/>
          </p:nvSpPr>
          <p:spPr>
            <a:xfrm>
              <a:off x="5127544" y="2715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t4564"/>
            <p:cNvSpPr/>
            <p:nvPr/>
          </p:nvSpPr>
          <p:spPr>
            <a:xfrm>
              <a:off x="5432930" y="1893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t4565"/>
            <p:cNvSpPr/>
            <p:nvPr/>
          </p:nvSpPr>
          <p:spPr>
            <a:xfrm>
              <a:off x="5580939" y="1998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t4566"/>
            <p:cNvSpPr/>
            <p:nvPr/>
          </p:nvSpPr>
          <p:spPr>
            <a:xfrm>
              <a:off x="5559388" y="2312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t4567"/>
            <p:cNvSpPr/>
            <p:nvPr/>
          </p:nvSpPr>
          <p:spPr>
            <a:xfrm>
              <a:off x="5226274" y="2025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t4568"/>
            <p:cNvSpPr/>
            <p:nvPr/>
          </p:nvSpPr>
          <p:spPr>
            <a:xfrm>
              <a:off x="5261337" y="213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t4569"/>
            <p:cNvSpPr/>
            <p:nvPr/>
          </p:nvSpPr>
          <p:spPr>
            <a:xfrm>
              <a:off x="5438702" y="2075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t4570"/>
            <p:cNvSpPr/>
            <p:nvPr/>
          </p:nvSpPr>
          <p:spPr>
            <a:xfrm>
              <a:off x="5064098" y="2561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t4571"/>
            <p:cNvSpPr/>
            <p:nvPr/>
          </p:nvSpPr>
          <p:spPr>
            <a:xfrm>
              <a:off x="5355435" y="2201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t4572"/>
            <p:cNvSpPr/>
            <p:nvPr/>
          </p:nvSpPr>
          <p:spPr>
            <a:xfrm>
              <a:off x="5305921" y="2131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t4573"/>
            <p:cNvSpPr/>
            <p:nvPr/>
          </p:nvSpPr>
          <p:spPr>
            <a:xfrm>
              <a:off x="5696679" y="1999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t4574"/>
            <p:cNvSpPr/>
            <p:nvPr/>
          </p:nvSpPr>
          <p:spPr>
            <a:xfrm>
              <a:off x="5372922" y="2080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t4575"/>
            <p:cNvSpPr/>
            <p:nvPr/>
          </p:nvSpPr>
          <p:spPr>
            <a:xfrm>
              <a:off x="5490762" y="2280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t4576"/>
            <p:cNvSpPr/>
            <p:nvPr/>
          </p:nvSpPr>
          <p:spPr>
            <a:xfrm>
              <a:off x="5365436" y="1975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t4577"/>
            <p:cNvSpPr/>
            <p:nvPr/>
          </p:nvSpPr>
          <p:spPr>
            <a:xfrm>
              <a:off x="5442664" y="2052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t4578"/>
            <p:cNvSpPr/>
            <p:nvPr/>
          </p:nvSpPr>
          <p:spPr>
            <a:xfrm>
              <a:off x="5702815" y="1776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t4579"/>
            <p:cNvSpPr/>
            <p:nvPr/>
          </p:nvSpPr>
          <p:spPr>
            <a:xfrm>
              <a:off x="5690192" y="2029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t4580"/>
            <p:cNvSpPr/>
            <p:nvPr/>
          </p:nvSpPr>
          <p:spPr>
            <a:xfrm>
              <a:off x="5327538" y="2127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t4581"/>
            <p:cNvSpPr/>
            <p:nvPr/>
          </p:nvSpPr>
          <p:spPr>
            <a:xfrm>
              <a:off x="5282090" y="1989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t4582"/>
            <p:cNvSpPr/>
            <p:nvPr/>
          </p:nvSpPr>
          <p:spPr>
            <a:xfrm>
              <a:off x="5655152" y="170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t4583"/>
            <p:cNvSpPr/>
            <p:nvPr/>
          </p:nvSpPr>
          <p:spPr>
            <a:xfrm>
              <a:off x="5426486" y="2206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t4584"/>
            <p:cNvSpPr/>
            <p:nvPr/>
          </p:nvSpPr>
          <p:spPr>
            <a:xfrm>
              <a:off x="5436636" y="2066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t4585"/>
            <p:cNvSpPr/>
            <p:nvPr/>
          </p:nvSpPr>
          <p:spPr>
            <a:xfrm>
              <a:off x="5299342" y="2175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t4586"/>
            <p:cNvSpPr/>
            <p:nvPr/>
          </p:nvSpPr>
          <p:spPr>
            <a:xfrm>
              <a:off x="5082699" y="1689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t4587"/>
            <p:cNvSpPr/>
            <p:nvPr/>
          </p:nvSpPr>
          <p:spPr>
            <a:xfrm>
              <a:off x="5287527" y="2108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t4588"/>
            <p:cNvSpPr/>
            <p:nvPr/>
          </p:nvSpPr>
          <p:spPr>
            <a:xfrm>
              <a:off x="5462822" y="2038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t4589"/>
            <p:cNvSpPr/>
            <p:nvPr/>
          </p:nvSpPr>
          <p:spPr>
            <a:xfrm>
              <a:off x="5511691" y="2277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t4590"/>
            <p:cNvSpPr/>
            <p:nvPr/>
          </p:nvSpPr>
          <p:spPr>
            <a:xfrm>
              <a:off x="5649517" y="1832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t4591"/>
            <p:cNvSpPr/>
            <p:nvPr/>
          </p:nvSpPr>
          <p:spPr>
            <a:xfrm>
              <a:off x="4617890" y="2171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t4592"/>
            <p:cNvSpPr/>
            <p:nvPr/>
          </p:nvSpPr>
          <p:spPr>
            <a:xfrm>
              <a:off x="5852962" y="169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t4593"/>
            <p:cNvSpPr/>
            <p:nvPr/>
          </p:nvSpPr>
          <p:spPr>
            <a:xfrm>
              <a:off x="5832332" y="1782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t4594"/>
            <p:cNvSpPr/>
            <p:nvPr/>
          </p:nvSpPr>
          <p:spPr>
            <a:xfrm>
              <a:off x="5310789" y="2087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t4595"/>
            <p:cNvSpPr/>
            <p:nvPr/>
          </p:nvSpPr>
          <p:spPr>
            <a:xfrm>
              <a:off x="5129474" y="2397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t4596"/>
            <p:cNvSpPr/>
            <p:nvPr/>
          </p:nvSpPr>
          <p:spPr>
            <a:xfrm>
              <a:off x="5154436" y="2514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t4597"/>
            <p:cNvSpPr/>
            <p:nvPr/>
          </p:nvSpPr>
          <p:spPr>
            <a:xfrm>
              <a:off x="5611912" y="203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t4598"/>
            <p:cNvSpPr/>
            <p:nvPr/>
          </p:nvSpPr>
          <p:spPr>
            <a:xfrm>
              <a:off x="5695319" y="204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t4599"/>
            <p:cNvSpPr/>
            <p:nvPr/>
          </p:nvSpPr>
          <p:spPr>
            <a:xfrm>
              <a:off x="5255751" y="2207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t4600"/>
            <p:cNvSpPr/>
            <p:nvPr/>
          </p:nvSpPr>
          <p:spPr>
            <a:xfrm>
              <a:off x="5323569" y="2209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t4601"/>
            <p:cNvSpPr/>
            <p:nvPr/>
          </p:nvSpPr>
          <p:spPr>
            <a:xfrm>
              <a:off x="4997820" y="2684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t4602"/>
            <p:cNvSpPr/>
            <p:nvPr/>
          </p:nvSpPr>
          <p:spPr>
            <a:xfrm>
              <a:off x="5724131" y="1957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t4603"/>
            <p:cNvSpPr/>
            <p:nvPr/>
          </p:nvSpPr>
          <p:spPr>
            <a:xfrm>
              <a:off x="5388152" y="2255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t4604"/>
            <p:cNvSpPr/>
            <p:nvPr/>
          </p:nvSpPr>
          <p:spPr>
            <a:xfrm>
              <a:off x="5199439" y="2064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t4605"/>
            <p:cNvSpPr/>
            <p:nvPr/>
          </p:nvSpPr>
          <p:spPr>
            <a:xfrm>
              <a:off x="5472483" y="2076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t4606"/>
            <p:cNvSpPr/>
            <p:nvPr/>
          </p:nvSpPr>
          <p:spPr>
            <a:xfrm>
              <a:off x="5271404" y="2153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t4607"/>
            <p:cNvSpPr/>
            <p:nvPr/>
          </p:nvSpPr>
          <p:spPr>
            <a:xfrm>
              <a:off x="5209193" y="2239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t4608"/>
            <p:cNvSpPr/>
            <p:nvPr/>
          </p:nvSpPr>
          <p:spPr>
            <a:xfrm>
              <a:off x="5016931" y="2255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t4609"/>
            <p:cNvSpPr/>
            <p:nvPr/>
          </p:nvSpPr>
          <p:spPr>
            <a:xfrm>
              <a:off x="5311656" y="2096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t4610"/>
            <p:cNvSpPr/>
            <p:nvPr/>
          </p:nvSpPr>
          <p:spPr>
            <a:xfrm>
              <a:off x="5158791" y="2523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t4611"/>
            <p:cNvSpPr/>
            <p:nvPr/>
          </p:nvSpPr>
          <p:spPr>
            <a:xfrm>
              <a:off x="5744424" y="2073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t4612"/>
            <p:cNvSpPr/>
            <p:nvPr/>
          </p:nvSpPr>
          <p:spPr>
            <a:xfrm>
              <a:off x="5621291" y="1972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t4613"/>
            <p:cNvSpPr/>
            <p:nvPr/>
          </p:nvSpPr>
          <p:spPr>
            <a:xfrm>
              <a:off x="5131404" y="2571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t4614"/>
            <p:cNvSpPr/>
            <p:nvPr/>
          </p:nvSpPr>
          <p:spPr>
            <a:xfrm>
              <a:off x="5652372" y="1969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t4615"/>
            <p:cNvSpPr/>
            <p:nvPr/>
          </p:nvSpPr>
          <p:spPr>
            <a:xfrm>
              <a:off x="5588339" y="2043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t4616"/>
            <p:cNvSpPr/>
            <p:nvPr/>
          </p:nvSpPr>
          <p:spPr>
            <a:xfrm>
              <a:off x="5156929" y="2505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t4617"/>
            <p:cNvSpPr/>
            <p:nvPr/>
          </p:nvSpPr>
          <p:spPr>
            <a:xfrm>
              <a:off x="5297726" y="2209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t4618"/>
            <p:cNvSpPr/>
            <p:nvPr/>
          </p:nvSpPr>
          <p:spPr>
            <a:xfrm>
              <a:off x="5385104" y="2252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t4619"/>
            <p:cNvSpPr/>
            <p:nvPr/>
          </p:nvSpPr>
          <p:spPr>
            <a:xfrm>
              <a:off x="5589199" y="1976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t4620"/>
            <p:cNvSpPr/>
            <p:nvPr/>
          </p:nvSpPr>
          <p:spPr>
            <a:xfrm>
              <a:off x="5524997" y="2078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t4621"/>
            <p:cNvSpPr/>
            <p:nvPr/>
          </p:nvSpPr>
          <p:spPr>
            <a:xfrm>
              <a:off x="5483068" y="2303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t4622"/>
            <p:cNvSpPr/>
            <p:nvPr/>
          </p:nvSpPr>
          <p:spPr>
            <a:xfrm>
              <a:off x="5710044" y="1870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t4623"/>
            <p:cNvSpPr/>
            <p:nvPr/>
          </p:nvSpPr>
          <p:spPr>
            <a:xfrm>
              <a:off x="5446739" y="1976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t4624"/>
            <p:cNvSpPr/>
            <p:nvPr/>
          </p:nvSpPr>
          <p:spPr>
            <a:xfrm>
              <a:off x="5211128" y="2114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t4625"/>
            <p:cNvSpPr/>
            <p:nvPr/>
          </p:nvSpPr>
          <p:spPr>
            <a:xfrm>
              <a:off x="5622853" y="1984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t4626"/>
            <p:cNvSpPr/>
            <p:nvPr/>
          </p:nvSpPr>
          <p:spPr>
            <a:xfrm>
              <a:off x="5520503" y="2120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t4627"/>
            <p:cNvSpPr/>
            <p:nvPr/>
          </p:nvSpPr>
          <p:spPr>
            <a:xfrm>
              <a:off x="4757660" y="2331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t4628"/>
            <p:cNvSpPr/>
            <p:nvPr/>
          </p:nvSpPr>
          <p:spPr>
            <a:xfrm>
              <a:off x="5537480" y="2165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t4629"/>
            <p:cNvSpPr/>
            <p:nvPr/>
          </p:nvSpPr>
          <p:spPr>
            <a:xfrm>
              <a:off x="4850832" y="2505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t4630"/>
            <p:cNvSpPr/>
            <p:nvPr/>
          </p:nvSpPr>
          <p:spPr>
            <a:xfrm>
              <a:off x="5154495" y="2521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t4631"/>
            <p:cNvSpPr/>
            <p:nvPr/>
          </p:nvSpPr>
          <p:spPr>
            <a:xfrm>
              <a:off x="5205710" y="2176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t4632"/>
            <p:cNvSpPr/>
            <p:nvPr/>
          </p:nvSpPr>
          <p:spPr>
            <a:xfrm>
              <a:off x="5818494" y="1767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t4633"/>
            <p:cNvSpPr/>
            <p:nvPr/>
          </p:nvSpPr>
          <p:spPr>
            <a:xfrm>
              <a:off x="5233640" y="2109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t4634"/>
            <p:cNvSpPr/>
            <p:nvPr/>
          </p:nvSpPr>
          <p:spPr>
            <a:xfrm>
              <a:off x="5693383" y="2013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t4635"/>
            <p:cNvSpPr/>
            <p:nvPr/>
          </p:nvSpPr>
          <p:spPr>
            <a:xfrm>
              <a:off x="5121777" y="2600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t4636"/>
            <p:cNvSpPr/>
            <p:nvPr/>
          </p:nvSpPr>
          <p:spPr>
            <a:xfrm>
              <a:off x="4954618" y="2495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t4637"/>
            <p:cNvSpPr/>
            <p:nvPr/>
          </p:nvSpPr>
          <p:spPr>
            <a:xfrm>
              <a:off x="5193306" y="207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t4638"/>
            <p:cNvSpPr/>
            <p:nvPr/>
          </p:nvSpPr>
          <p:spPr>
            <a:xfrm>
              <a:off x="5376646" y="2157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t4639"/>
            <p:cNvSpPr/>
            <p:nvPr/>
          </p:nvSpPr>
          <p:spPr>
            <a:xfrm>
              <a:off x="5225477" y="1962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t4640"/>
            <p:cNvSpPr/>
            <p:nvPr/>
          </p:nvSpPr>
          <p:spPr>
            <a:xfrm>
              <a:off x="5549952" y="2236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t4641"/>
            <p:cNvSpPr/>
            <p:nvPr/>
          </p:nvSpPr>
          <p:spPr>
            <a:xfrm>
              <a:off x="5458365" y="2066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t4642"/>
            <p:cNvSpPr/>
            <p:nvPr/>
          </p:nvSpPr>
          <p:spPr>
            <a:xfrm>
              <a:off x="5417643" y="2165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t4643"/>
            <p:cNvSpPr/>
            <p:nvPr/>
          </p:nvSpPr>
          <p:spPr>
            <a:xfrm>
              <a:off x="5221076" y="2141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t4644"/>
            <p:cNvSpPr/>
            <p:nvPr/>
          </p:nvSpPr>
          <p:spPr>
            <a:xfrm>
              <a:off x="5753599" y="1977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t4645"/>
            <p:cNvSpPr/>
            <p:nvPr/>
          </p:nvSpPr>
          <p:spPr>
            <a:xfrm>
              <a:off x="5685603" y="1942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t4646"/>
            <p:cNvSpPr/>
            <p:nvPr/>
          </p:nvSpPr>
          <p:spPr>
            <a:xfrm>
              <a:off x="5075238" y="2085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t4647"/>
            <p:cNvSpPr/>
            <p:nvPr/>
          </p:nvSpPr>
          <p:spPr>
            <a:xfrm>
              <a:off x="5363313" y="2075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t4648"/>
            <p:cNvSpPr/>
            <p:nvPr/>
          </p:nvSpPr>
          <p:spPr>
            <a:xfrm>
              <a:off x="5717466" y="1805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t4649"/>
            <p:cNvSpPr/>
            <p:nvPr/>
          </p:nvSpPr>
          <p:spPr>
            <a:xfrm>
              <a:off x="5431569" y="2102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t4650"/>
            <p:cNvSpPr/>
            <p:nvPr/>
          </p:nvSpPr>
          <p:spPr>
            <a:xfrm>
              <a:off x="5363633" y="2070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t4651"/>
            <p:cNvSpPr/>
            <p:nvPr/>
          </p:nvSpPr>
          <p:spPr>
            <a:xfrm>
              <a:off x="6007303" y="1697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t4652"/>
            <p:cNvSpPr/>
            <p:nvPr/>
          </p:nvSpPr>
          <p:spPr>
            <a:xfrm>
              <a:off x="5528644" y="2099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t4653"/>
            <p:cNvSpPr/>
            <p:nvPr/>
          </p:nvSpPr>
          <p:spPr>
            <a:xfrm>
              <a:off x="5185470" y="2281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t4654"/>
            <p:cNvSpPr/>
            <p:nvPr/>
          </p:nvSpPr>
          <p:spPr>
            <a:xfrm>
              <a:off x="5672588" y="1752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t4655"/>
            <p:cNvSpPr/>
            <p:nvPr/>
          </p:nvSpPr>
          <p:spPr>
            <a:xfrm>
              <a:off x="5649114" y="1895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t4656"/>
            <p:cNvSpPr/>
            <p:nvPr/>
          </p:nvSpPr>
          <p:spPr>
            <a:xfrm>
              <a:off x="5212730" y="2026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t4657"/>
            <p:cNvSpPr/>
            <p:nvPr/>
          </p:nvSpPr>
          <p:spPr>
            <a:xfrm>
              <a:off x="5659012" y="1781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t4658"/>
            <p:cNvSpPr/>
            <p:nvPr/>
          </p:nvSpPr>
          <p:spPr>
            <a:xfrm>
              <a:off x="5153268" y="2531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t4659"/>
            <p:cNvSpPr/>
            <p:nvPr/>
          </p:nvSpPr>
          <p:spPr>
            <a:xfrm>
              <a:off x="5126322" y="2602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t4660"/>
            <p:cNvSpPr/>
            <p:nvPr/>
          </p:nvSpPr>
          <p:spPr>
            <a:xfrm>
              <a:off x="4785543" y="2476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t4661"/>
            <p:cNvSpPr/>
            <p:nvPr/>
          </p:nvSpPr>
          <p:spPr>
            <a:xfrm>
              <a:off x="5194526" y="2286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t4662"/>
            <p:cNvSpPr/>
            <p:nvPr/>
          </p:nvSpPr>
          <p:spPr>
            <a:xfrm>
              <a:off x="5500777" y="2199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t4663"/>
            <p:cNvSpPr/>
            <p:nvPr/>
          </p:nvSpPr>
          <p:spPr>
            <a:xfrm>
              <a:off x="5380951" y="220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t4664"/>
            <p:cNvSpPr/>
            <p:nvPr/>
          </p:nvSpPr>
          <p:spPr>
            <a:xfrm>
              <a:off x="5615592" y="2061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t4665"/>
            <p:cNvSpPr/>
            <p:nvPr/>
          </p:nvSpPr>
          <p:spPr>
            <a:xfrm>
              <a:off x="5087311" y="2060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t4666"/>
            <p:cNvSpPr/>
            <p:nvPr/>
          </p:nvSpPr>
          <p:spPr>
            <a:xfrm>
              <a:off x="5676365" y="1925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t4667"/>
            <p:cNvSpPr/>
            <p:nvPr/>
          </p:nvSpPr>
          <p:spPr>
            <a:xfrm>
              <a:off x="4949705" y="2482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t4668"/>
            <p:cNvSpPr/>
            <p:nvPr/>
          </p:nvSpPr>
          <p:spPr>
            <a:xfrm>
              <a:off x="5160864" y="2246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t4669"/>
            <p:cNvSpPr/>
            <p:nvPr/>
          </p:nvSpPr>
          <p:spPr>
            <a:xfrm>
              <a:off x="4919461" y="1768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t4670"/>
            <p:cNvSpPr/>
            <p:nvPr/>
          </p:nvSpPr>
          <p:spPr>
            <a:xfrm>
              <a:off x="5204285" y="2220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t4671"/>
            <p:cNvSpPr/>
            <p:nvPr/>
          </p:nvSpPr>
          <p:spPr>
            <a:xfrm>
              <a:off x="5475425" y="2077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t4672"/>
            <p:cNvSpPr/>
            <p:nvPr/>
          </p:nvSpPr>
          <p:spPr>
            <a:xfrm>
              <a:off x="4813569" y="2048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t4673"/>
            <p:cNvSpPr/>
            <p:nvPr/>
          </p:nvSpPr>
          <p:spPr>
            <a:xfrm>
              <a:off x="5577726" y="2211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t4674"/>
            <p:cNvSpPr/>
            <p:nvPr/>
          </p:nvSpPr>
          <p:spPr>
            <a:xfrm>
              <a:off x="6029961" y="1834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t4675"/>
            <p:cNvSpPr/>
            <p:nvPr/>
          </p:nvSpPr>
          <p:spPr>
            <a:xfrm>
              <a:off x="5295445" y="2312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t4676"/>
            <p:cNvSpPr/>
            <p:nvPr/>
          </p:nvSpPr>
          <p:spPr>
            <a:xfrm>
              <a:off x="5539737" y="2113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t4677"/>
            <p:cNvSpPr/>
            <p:nvPr/>
          </p:nvSpPr>
          <p:spPr>
            <a:xfrm>
              <a:off x="5789068" y="1888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t4678"/>
            <p:cNvSpPr/>
            <p:nvPr/>
          </p:nvSpPr>
          <p:spPr>
            <a:xfrm>
              <a:off x="5635288" y="2116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t4679"/>
            <p:cNvSpPr/>
            <p:nvPr/>
          </p:nvSpPr>
          <p:spPr>
            <a:xfrm>
              <a:off x="5674079" y="1963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t4680"/>
            <p:cNvSpPr/>
            <p:nvPr/>
          </p:nvSpPr>
          <p:spPr>
            <a:xfrm>
              <a:off x="5728192" y="2038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t4681"/>
            <p:cNvSpPr/>
            <p:nvPr/>
          </p:nvSpPr>
          <p:spPr>
            <a:xfrm>
              <a:off x="5558942" y="2243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t4682"/>
            <p:cNvSpPr/>
            <p:nvPr/>
          </p:nvSpPr>
          <p:spPr>
            <a:xfrm>
              <a:off x="5200696" y="2159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t4683"/>
            <p:cNvSpPr/>
            <p:nvPr/>
          </p:nvSpPr>
          <p:spPr>
            <a:xfrm>
              <a:off x="5398247" y="2243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t4684"/>
            <p:cNvSpPr/>
            <p:nvPr/>
          </p:nvSpPr>
          <p:spPr>
            <a:xfrm>
              <a:off x="5683383" y="1927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t4685"/>
            <p:cNvSpPr/>
            <p:nvPr/>
          </p:nvSpPr>
          <p:spPr>
            <a:xfrm>
              <a:off x="5100549" y="255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t4686"/>
            <p:cNvSpPr/>
            <p:nvPr/>
          </p:nvSpPr>
          <p:spPr>
            <a:xfrm>
              <a:off x="5040627" y="239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t4687"/>
            <p:cNvSpPr/>
            <p:nvPr/>
          </p:nvSpPr>
          <p:spPr>
            <a:xfrm>
              <a:off x="5287314" y="2056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t4688"/>
            <p:cNvSpPr/>
            <p:nvPr/>
          </p:nvSpPr>
          <p:spPr>
            <a:xfrm>
              <a:off x="5172304" y="2389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t4689"/>
            <p:cNvSpPr/>
            <p:nvPr/>
          </p:nvSpPr>
          <p:spPr>
            <a:xfrm>
              <a:off x="5510859" y="2240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t4690"/>
            <p:cNvSpPr/>
            <p:nvPr/>
          </p:nvSpPr>
          <p:spPr>
            <a:xfrm>
              <a:off x="5659816" y="1732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t4691"/>
            <p:cNvSpPr/>
            <p:nvPr/>
          </p:nvSpPr>
          <p:spPr>
            <a:xfrm>
              <a:off x="5575613" y="1944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t4692"/>
            <p:cNvSpPr/>
            <p:nvPr/>
          </p:nvSpPr>
          <p:spPr>
            <a:xfrm>
              <a:off x="5482488" y="2174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t4693"/>
            <p:cNvSpPr/>
            <p:nvPr/>
          </p:nvSpPr>
          <p:spPr>
            <a:xfrm>
              <a:off x="5504350" y="2102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t4694"/>
            <p:cNvSpPr/>
            <p:nvPr/>
          </p:nvSpPr>
          <p:spPr>
            <a:xfrm>
              <a:off x="5067757" y="2488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t4695"/>
            <p:cNvSpPr/>
            <p:nvPr/>
          </p:nvSpPr>
          <p:spPr>
            <a:xfrm>
              <a:off x="5404071" y="2309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t4696"/>
            <p:cNvSpPr/>
            <p:nvPr/>
          </p:nvSpPr>
          <p:spPr>
            <a:xfrm>
              <a:off x="5695418" y="2027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t4697"/>
            <p:cNvSpPr/>
            <p:nvPr/>
          </p:nvSpPr>
          <p:spPr>
            <a:xfrm>
              <a:off x="5215752" y="2067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t4698"/>
            <p:cNvSpPr/>
            <p:nvPr/>
          </p:nvSpPr>
          <p:spPr>
            <a:xfrm>
              <a:off x="4902136" y="2065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t4699"/>
            <p:cNvSpPr/>
            <p:nvPr/>
          </p:nvSpPr>
          <p:spPr>
            <a:xfrm>
              <a:off x="5860707" y="1526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t4700"/>
            <p:cNvSpPr/>
            <p:nvPr/>
          </p:nvSpPr>
          <p:spPr>
            <a:xfrm>
              <a:off x="5356004" y="2249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t4701"/>
            <p:cNvSpPr/>
            <p:nvPr/>
          </p:nvSpPr>
          <p:spPr>
            <a:xfrm>
              <a:off x="5515008" y="2132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t4702"/>
            <p:cNvSpPr/>
            <p:nvPr/>
          </p:nvSpPr>
          <p:spPr>
            <a:xfrm>
              <a:off x="5446023" y="1938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t4703"/>
            <p:cNvSpPr/>
            <p:nvPr/>
          </p:nvSpPr>
          <p:spPr>
            <a:xfrm>
              <a:off x="5836633" y="1797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t4704"/>
            <p:cNvSpPr/>
            <p:nvPr/>
          </p:nvSpPr>
          <p:spPr>
            <a:xfrm>
              <a:off x="5354599" y="2279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t4705"/>
            <p:cNvSpPr/>
            <p:nvPr/>
          </p:nvSpPr>
          <p:spPr>
            <a:xfrm>
              <a:off x="5790859" y="1838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t4706"/>
            <p:cNvSpPr/>
            <p:nvPr/>
          </p:nvSpPr>
          <p:spPr>
            <a:xfrm>
              <a:off x="5447164" y="1993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t4707"/>
            <p:cNvSpPr/>
            <p:nvPr/>
          </p:nvSpPr>
          <p:spPr>
            <a:xfrm>
              <a:off x="5509709" y="2179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t4708"/>
            <p:cNvSpPr/>
            <p:nvPr/>
          </p:nvSpPr>
          <p:spPr>
            <a:xfrm>
              <a:off x="5259953" y="2141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t4709"/>
            <p:cNvSpPr/>
            <p:nvPr/>
          </p:nvSpPr>
          <p:spPr>
            <a:xfrm>
              <a:off x="5569651" y="2078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t4710"/>
            <p:cNvSpPr/>
            <p:nvPr/>
          </p:nvSpPr>
          <p:spPr>
            <a:xfrm>
              <a:off x="5494686" y="2182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t4711"/>
            <p:cNvSpPr/>
            <p:nvPr/>
          </p:nvSpPr>
          <p:spPr>
            <a:xfrm>
              <a:off x="5168668" y="2415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t4712"/>
            <p:cNvSpPr/>
            <p:nvPr/>
          </p:nvSpPr>
          <p:spPr>
            <a:xfrm>
              <a:off x="5628974" y="198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t4713"/>
            <p:cNvSpPr/>
            <p:nvPr/>
          </p:nvSpPr>
          <p:spPr>
            <a:xfrm>
              <a:off x="5177722" y="2288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t4714"/>
            <p:cNvSpPr/>
            <p:nvPr/>
          </p:nvSpPr>
          <p:spPr>
            <a:xfrm>
              <a:off x="5410253" y="210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t4715"/>
            <p:cNvSpPr/>
            <p:nvPr/>
          </p:nvSpPr>
          <p:spPr>
            <a:xfrm>
              <a:off x="5095240" y="2519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t4716"/>
            <p:cNvSpPr/>
            <p:nvPr/>
          </p:nvSpPr>
          <p:spPr>
            <a:xfrm>
              <a:off x="5288679" y="2113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t4717"/>
            <p:cNvSpPr/>
            <p:nvPr/>
          </p:nvSpPr>
          <p:spPr>
            <a:xfrm>
              <a:off x="5751015" y="1978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t4718"/>
            <p:cNvSpPr/>
            <p:nvPr/>
          </p:nvSpPr>
          <p:spPr>
            <a:xfrm>
              <a:off x="5050493" y="2375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t4719"/>
            <p:cNvSpPr/>
            <p:nvPr/>
          </p:nvSpPr>
          <p:spPr>
            <a:xfrm>
              <a:off x="5228476" y="2036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t4720"/>
            <p:cNvSpPr/>
            <p:nvPr/>
          </p:nvSpPr>
          <p:spPr>
            <a:xfrm>
              <a:off x="5432690" y="2042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t4721"/>
            <p:cNvSpPr/>
            <p:nvPr/>
          </p:nvSpPr>
          <p:spPr>
            <a:xfrm>
              <a:off x="5354943" y="2230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t4722"/>
            <p:cNvSpPr/>
            <p:nvPr/>
          </p:nvSpPr>
          <p:spPr>
            <a:xfrm>
              <a:off x="5319666" y="2184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t4723"/>
            <p:cNvSpPr/>
            <p:nvPr/>
          </p:nvSpPr>
          <p:spPr>
            <a:xfrm>
              <a:off x="5637837" y="2162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t4724"/>
            <p:cNvSpPr/>
            <p:nvPr/>
          </p:nvSpPr>
          <p:spPr>
            <a:xfrm>
              <a:off x="5399056" y="2237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t4725"/>
            <p:cNvSpPr/>
            <p:nvPr/>
          </p:nvSpPr>
          <p:spPr>
            <a:xfrm>
              <a:off x="5489842" y="2286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t4726"/>
            <p:cNvSpPr/>
            <p:nvPr/>
          </p:nvSpPr>
          <p:spPr>
            <a:xfrm>
              <a:off x="5453608" y="1995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t4727"/>
            <p:cNvSpPr/>
            <p:nvPr/>
          </p:nvSpPr>
          <p:spPr>
            <a:xfrm>
              <a:off x="5469991" y="2129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t4728"/>
            <p:cNvSpPr/>
            <p:nvPr/>
          </p:nvSpPr>
          <p:spPr>
            <a:xfrm>
              <a:off x="4934636" y="1843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5469415" y="2044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t4730"/>
            <p:cNvSpPr/>
            <p:nvPr/>
          </p:nvSpPr>
          <p:spPr>
            <a:xfrm>
              <a:off x="5386176" y="2216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t4731"/>
            <p:cNvSpPr/>
            <p:nvPr/>
          </p:nvSpPr>
          <p:spPr>
            <a:xfrm>
              <a:off x="5160604" y="2214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t4732"/>
            <p:cNvSpPr/>
            <p:nvPr/>
          </p:nvSpPr>
          <p:spPr>
            <a:xfrm>
              <a:off x="5244523" y="2044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t4733"/>
            <p:cNvSpPr/>
            <p:nvPr/>
          </p:nvSpPr>
          <p:spPr>
            <a:xfrm>
              <a:off x="5441290" y="1999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t4734"/>
            <p:cNvSpPr/>
            <p:nvPr/>
          </p:nvSpPr>
          <p:spPr>
            <a:xfrm>
              <a:off x="5689055" y="2178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t4735"/>
            <p:cNvSpPr/>
            <p:nvPr/>
          </p:nvSpPr>
          <p:spPr>
            <a:xfrm>
              <a:off x="5483648" y="2222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t4736"/>
            <p:cNvSpPr/>
            <p:nvPr/>
          </p:nvSpPr>
          <p:spPr>
            <a:xfrm>
              <a:off x="5768800" y="1942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t4737"/>
            <p:cNvSpPr/>
            <p:nvPr/>
          </p:nvSpPr>
          <p:spPr>
            <a:xfrm>
              <a:off x="5634901" y="2140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t4738"/>
            <p:cNvSpPr/>
            <p:nvPr/>
          </p:nvSpPr>
          <p:spPr>
            <a:xfrm>
              <a:off x="5780451" y="1937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t4739"/>
            <p:cNvSpPr/>
            <p:nvPr/>
          </p:nvSpPr>
          <p:spPr>
            <a:xfrm>
              <a:off x="5027108" y="2213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t4740"/>
            <p:cNvSpPr/>
            <p:nvPr/>
          </p:nvSpPr>
          <p:spPr>
            <a:xfrm>
              <a:off x="5542365" y="2243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t4741"/>
            <p:cNvSpPr/>
            <p:nvPr/>
          </p:nvSpPr>
          <p:spPr>
            <a:xfrm>
              <a:off x="4906862" y="1937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t4742"/>
            <p:cNvSpPr/>
            <p:nvPr/>
          </p:nvSpPr>
          <p:spPr>
            <a:xfrm>
              <a:off x="5454145" y="1892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t4743"/>
            <p:cNvSpPr/>
            <p:nvPr/>
          </p:nvSpPr>
          <p:spPr>
            <a:xfrm>
              <a:off x="5613507" y="1987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t4744"/>
            <p:cNvSpPr/>
            <p:nvPr/>
          </p:nvSpPr>
          <p:spPr>
            <a:xfrm>
              <a:off x="5311826" y="2112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t4745"/>
            <p:cNvSpPr/>
            <p:nvPr/>
          </p:nvSpPr>
          <p:spPr>
            <a:xfrm>
              <a:off x="5089626" y="2450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t4746"/>
            <p:cNvSpPr/>
            <p:nvPr/>
          </p:nvSpPr>
          <p:spPr>
            <a:xfrm>
              <a:off x="5544865" y="2123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t4747"/>
            <p:cNvSpPr/>
            <p:nvPr/>
          </p:nvSpPr>
          <p:spPr>
            <a:xfrm>
              <a:off x="5614695" y="2008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t4748"/>
            <p:cNvSpPr/>
            <p:nvPr/>
          </p:nvSpPr>
          <p:spPr>
            <a:xfrm>
              <a:off x="5262782" y="212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t4749"/>
            <p:cNvSpPr/>
            <p:nvPr/>
          </p:nvSpPr>
          <p:spPr>
            <a:xfrm>
              <a:off x="5428008" y="2117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t4750"/>
            <p:cNvSpPr/>
            <p:nvPr/>
          </p:nvSpPr>
          <p:spPr>
            <a:xfrm>
              <a:off x="5231899" y="2061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t4751"/>
            <p:cNvSpPr/>
            <p:nvPr/>
          </p:nvSpPr>
          <p:spPr>
            <a:xfrm>
              <a:off x="5291040" y="2202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t4752"/>
            <p:cNvSpPr/>
            <p:nvPr/>
          </p:nvSpPr>
          <p:spPr>
            <a:xfrm>
              <a:off x="5123886" y="2707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t4753"/>
            <p:cNvSpPr/>
            <p:nvPr/>
          </p:nvSpPr>
          <p:spPr>
            <a:xfrm>
              <a:off x="5324929" y="2212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t4754"/>
            <p:cNvSpPr/>
            <p:nvPr/>
          </p:nvSpPr>
          <p:spPr>
            <a:xfrm>
              <a:off x="5256291" y="2223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t4755"/>
            <p:cNvSpPr/>
            <p:nvPr/>
          </p:nvSpPr>
          <p:spPr>
            <a:xfrm>
              <a:off x="5514974" y="211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t4756"/>
            <p:cNvSpPr/>
            <p:nvPr/>
          </p:nvSpPr>
          <p:spPr>
            <a:xfrm>
              <a:off x="5188831" y="2245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t4757"/>
            <p:cNvSpPr/>
            <p:nvPr/>
          </p:nvSpPr>
          <p:spPr>
            <a:xfrm>
              <a:off x="5405183" y="2301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t4758"/>
            <p:cNvSpPr/>
            <p:nvPr/>
          </p:nvSpPr>
          <p:spPr>
            <a:xfrm>
              <a:off x="5795582" y="1921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t4759"/>
            <p:cNvSpPr/>
            <p:nvPr/>
          </p:nvSpPr>
          <p:spPr>
            <a:xfrm>
              <a:off x="5520799" y="2278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t4760"/>
            <p:cNvSpPr/>
            <p:nvPr/>
          </p:nvSpPr>
          <p:spPr>
            <a:xfrm>
              <a:off x="5482159" y="2116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t4761"/>
            <p:cNvSpPr/>
            <p:nvPr/>
          </p:nvSpPr>
          <p:spPr>
            <a:xfrm>
              <a:off x="5025232" y="2173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t4762"/>
            <p:cNvSpPr/>
            <p:nvPr/>
          </p:nvSpPr>
          <p:spPr>
            <a:xfrm>
              <a:off x="5394809" y="2176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t4763"/>
            <p:cNvSpPr/>
            <p:nvPr/>
          </p:nvSpPr>
          <p:spPr>
            <a:xfrm>
              <a:off x="5534743" y="2156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t4764"/>
            <p:cNvSpPr/>
            <p:nvPr/>
          </p:nvSpPr>
          <p:spPr>
            <a:xfrm>
              <a:off x="5345403" y="2248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t4765"/>
            <p:cNvSpPr/>
            <p:nvPr/>
          </p:nvSpPr>
          <p:spPr>
            <a:xfrm>
              <a:off x="5893210" y="1708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t4766"/>
            <p:cNvSpPr/>
            <p:nvPr/>
          </p:nvSpPr>
          <p:spPr>
            <a:xfrm>
              <a:off x="5626004" y="1988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t4767"/>
            <p:cNvSpPr/>
            <p:nvPr/>
          </p:nvSpPr>
          <p:spPr>
            <a:xfrm>
              <a:off x="5001755" y="2344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t4768"/>
            <p:cNvSpPr/>
            <p:nvPr/>
          </p:nvSpPr>
          <p:spPr>
            <a:xfrm>
              <a:off x="5462119" y="2028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t4769"/>
            <p:cNvSpPr/>
            <p:nvPr/>
          </p:nvSpPr>
          <p:spPr>
            <a:xfrm>
              <a:off x="5401441" y="2088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t4770"/>
            <p:cNvSpPr/>
            <p:nvPr/>
          </p:nvSpPr>
          <p:spPr>
            <a:xfrm>
              <a:off x="5348536" y="2267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t4771"/>
            <p:cNvSpPr/>
            <p:nvPr/>
          </p:nvSpPr>
          <p:spPr>
            <a:xfrm>
              <a:off x="5069437" y="2421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t4772"/>
            <p:cNvSpPr/>
            <p:nvPr/>
          </p:nvSpPr>
          <p:spPr>
            <a:xfrm>
              <a:off x="5537701" y="2253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t4773"/>
            <p:cNvSpPr/>
            <p:nvPr/>
          </p:nvSpPr>
          <p:spPr>
            <a:xfrm>
              <a:off x="4668000" y="2862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t4774"/>
            <p:cNvSpPr/>
            <p:nvPr/>
          </p:nvSpPr>
          <p:spPr>
            <a:xfrm>
              <a:off x="5771039" y="2000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t4775"/>
            <p:cNvSpPr/>
            <p:nvPr/>
          </p:nvSpPr>
          <p:spPr>
            <a:xfrm>
              <a:off x="5202364" y="2016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t4776"/>
            <p:cNvSpPr/>
            <p:nvPr/>
          </p:nvSpPr>
          <p:spPr>
            <a:xfrm>
              <a:off x="5190172" y="214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t4777"/>
            <p:cNvSpPr/>
            <p:nvPr/>
          </p:nvSpPr>
          <p:spPr>
            <a:xfrm>
              <a:off x="5197720" y="2256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t4778"/>
            <p:cNvSpPr/>
            <p:nvPr/>
          </p:nvSpPr>
          <p:spPr>
            <a:xfrm>
              <a:off x="5206867" y="2210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t4779"/>
            <p:cNvSpPr/>
            <p:nvPr/>
          </p:nvSpPr>
          <p:spPr>
            <a:xfrm>
              <a:off x="5568472" y="2027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t4780"/>
            <p:cNvSpPr/>
            <p:nvPr/>
          </p:nvSpPr>
          <p:spPr>
            <a:xfrm>
              <a:off x="5535128" y="2288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t4781"/>
            <p:cNvSpPr/>
            <p:nvPr/>
          </p:nvSpPr>
          <p:spPr>
            <a:xfrm>
              <a:off x="5068784" y="2387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t4782"/>
            <p:cNvSpPr/>
            <p:nvPr/>
          </p:nvSpPr>
          <p:spPr>
            <a:xfrm>
              <a:off x="5606281" y="1879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t4783"/>
            <p:cNvSpPr/>
            <p:nvPr/>
          </p:nvSpPr>
          <p:spPr>
            <a:xfrm>
              <a:off x="5436046" y="1977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t4784"/>
            <p:cNvSpPr/>
            <p:nvPr/>
          </p:nvSpPr>
          <p:spPr>
            <a:xfrm>
              <a:off x="5861262" y="1803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t4785"/>
            <p:cNvSpPr/>
            <p:nvPr/>
          </p:nvSpPr>
          <p:spPr>
            <a:xfrm>
              <a:off x="5554887" y="2231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t4786"/>
            <p:cNvSpPr/>
            <p:nvPr/>
          </p:nvSpPr>
          <p:spPr>
            <a:xfrm>
              <a:off x="5562653" y="230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t4787"/>
            <p:cNvSpPr/>
            <p:nvPr/>
          </p:nvSpPr>
          <p:spPr>
            <a:xfrm>
              <a:off x="5481501" y="2250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t4788"/>
            <p:cNvSpPr/>
            <p:nvPr/>
          </p:nvSpPr>
          <p:spPr>
            <a:xfrm>
              <a:off x="5595146" y="1915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t4789"/>
            <p:cNvSpPr/>
            <p:nvPr/>
          </p:nvSpPr>
          <p:spPr>
            <a:xfrm>
              <a:off x="5638421" y="2060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t4790"/>
            <p:cNvSpPr/>
            <p:nvPr/>
          </p:nvSpPr>
          <p:spPr>
            <a:xfrm>
              <a:off x="5659809" y="177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t4791"/>
            <p:cNvSpPr/>
            <p:nvPr/>
          </p:nvSpPr>
          <p:spPr>
            <a:xfrm>
              <a:off x="5279026" y="2149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t4792"/>
            <p:cNvSpPr/>
            <p:nvPr/>
          </p:nvSpPr>
          <p:spPr>
            <a:xfrm>
              <a:off x="5263242" y="2115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t4793"/>
            <p:cNvSpPr/>
            <p:nvPr/>
          </p:nvSpPr>
          <p:spPr>
            <a:xfrm>
              <a:off x="5593353" y="2112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t4794"/>
            <p:cNvSpPr/>
            <p:nvPr/>
          </p:nvSpPr>
          <p:spPr>
            <a:xfrm>
              <a:off x="5650081" y="2003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t4795"/>
            <p:cNvSpPr/>
            <p:nvPr/>
          </p:nvSpPr>
          <p:spPr>
            <a:xfrm>
              <a:off x="5490743" y="2172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t4796"/>
            <p:cNvSpPr/>
            <p:nvPr/>
          </p:nvSpPr>
          <p:spPr>
            <a:xfrm>
              <a:off x="5645774" y="1844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t4797"/>
            <p:cNvSpPr/>
            <p:nvPr/>
          </p:nvSpPr>
          <p:spPr>
            <a:xfrm>
              <a:off x="5085515" y="2138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t4798"/>
            <p:cNvSpPr/>
            <p:nvPr/>
          </p:nvSpPr>
          <p:spPr>
            <a:xfrm>
              <a:off x="5105636" y="2486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t4799"/>
            <p:cNvSpPr/>
            <p:nvPr/>
          </p:nvSpPr>
          <p:spPr>
            <a:xfrm>
              <a:off x="5731168" y="1880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t4800"/>
            <p:cNvSpPr/>
            <p:nvPr/>
          </p:nvSpPr>
          <p:spPr>
            <a:xfrm>
              <a:off x="5112037" y="2468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t4801"/>
            <p:cNvSpPr/>
            <p:nvPr/>
          </p:nvSpPr>
          <p:spPr>
            <a:xfrm>
              <a:off x="5679486" y="200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t4802"/>
            <p:cNvSpPr/>
            <p:nvPr/>
          </p:nvSpPr>
          <p:spPr>
            <a:xfrm>
              <a:off x="5788858" y="1908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t4803"/>
            <p:cNvSpPr/>
            <p:nvPr/>
          </p:nvSpPr>
          <p:spPr>
            <a:xfrm>
              <a:off x="5124931" y="2646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t4804"/>
            <p:cNvSpPr/>
            <p:nvPr/>
          </p:nvSpPr>
          <p:spPr>
            <a:xfrm>
              <a:off x="5690731" y="2002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t4805"/>
            <p:cNvSpPr/>
            <p:nvPr/>
          </p:nvSpPr>
          <p:spPr>
            <a:xfrm>
              <a:off x="5331901" y="2151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t4806"/>
            <p:cNvSpPr/>
            <p:nvPr/>
          </p:nvSpPr>
          <p:spPr>
            <a:xfrm>
              <a:off x="5315547" y="2174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t4807"/>
            <p:cNvSpPr/>
            <p:nvPr/>
          </p:nvSpPr>
          <p:spPr>
            <a:xfrm>
              <a:off x="5533093" y="2233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t4808"/>
            <p:cNvSpPr/>
            <p:nvPr/>
          </p:nvSpPr>
          <p:spPr>
            <a:xfrm>
              <a:off x="5665784" y="179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t4809"/>
            <p:cNvSpPr/>
            <p:nvPr/>
          </p:nvSpPr>
          <p:spPr>
            <a:xfrm>
              <a:off x="4886857" y="2653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t4810"/>
            <p:cNvSpPr/>
            <p:nvPr/>
          </p:nvSpPr>
          <p:spPr>
            <a:xfrm>
              <a:off x="5322436" y="2147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t4811"/>
            <p:cNvSpPr/>
            <p:nvPr/>
          </p:nvSpPr>
          <p:spPr>
            <a:xfrm>
              <a:off x="5721707" y="1920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t4812"/>
            <p:cNvSpPr/>
            <p:nvPr/>
          </p:nvSpPr>
          <p:spPr>
            <a:xfrm>
              <a:off x="5487283" y="2165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t4813"/>
            <p:cNvSpPr/>
            <p:nvPr/>
          </p:nvSpPr>
          <p:spPr>
            <a:xfrm>
              <a:off x="5726813" y="1973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t4814"/>
            <p:cNvSpPr/>
            <p:nvPr/>
          </p:nvSpPr>
          <p:spPr>
            <a:xfrm>
              <a:off x="5270241" y="2172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t4815"/>
            <p:cNvSpPr/>
            <p:nvPr/>
          </p:nvSpPr>
          <p:spPr>
            <a:xfrm>
              <a:off x="5223101" y="186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t4816"/>
            <p:cNvSpPr/>
            <p:nvPr/>
          </p:nvSpPr>
          <p:spPr>
            <a:xfrm>
              <a:off x="5358984" y="2288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t4817"/>
            <p:cNvSpPr/>
            <p:nvPr/>
          </p:nvSpPr>
          <p:spPr>
            <a:xfrm>
              <a:off x="5357376" y="2288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t4818"/>
            <p:cNvSpPr/>
            <p:nvPr/>
          </p:nvSpPr>
          <p:spPr>
            <a:xfrm>
              <a:off x="5273580" y="2096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t4819"/>
            <p:cNvSpPr/>
            <p:nvPr/>
          </p:nvSpPr>
          <p:spPr>
            <a:xfrm>
              <a:off x="5099719" y="2561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t4820"/>
            <p:cNvSpPr/>
            <p:nvPr/>
          </p:nvSpPr>
          <p:spPr>
            <a:xfrm>
              <a:off x="5174126" y="2283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t4821"/>
            <p:cNvSpPr/>
            <p:nvPr/>
          </p:nvSpPr>
          <p:spPr>
            <a:xfrm>
              <a:off x="5070309" y="2545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t4822"/>
            <p:cNvSpPr/>
            <p:nvPr/>
          </p:nvSpPr>
          <p:spPr>
            <a:xfrm>
              <a:off x="5132109" y="262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t4823"/>
            <p:cNvSpPr/>
            <p:nvPr/>
          </p:nvSpPr>
          <p:spPr>
            <a:xfrm>
              <a:off x="5528320" y="2052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t4824"/>
            <p:cNvSpPr/>
            <p:nvPr/>
          </p:nvSpPr>
          <p:spPr>
            <a:xfrm>
              <a:off x="5310706" y="2106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t4825"/>
            <p:cNvSpPr/>
            <p:nvPr/>
          </p:nvSpPr>
          <p:spPr>
            <a:xfrm>
              <a:off x="5336035" y="2228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t4826"/>
            <p:cNvSpPr/>
            <p:nvPr/>
          </p:nvSpPr>
          <p:spPr>
            <a:xfrm>
              <a:off x="5504196" y="2133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t4827"/>
            <p:cNvSpPr/>
            <p:nvPr/>
          </p:nvSpPr>
          <p:spPr>
            <a:xfrm>
              <a:off x="5312376" y="2130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t4828"/>
            <p:cNvSpPr/>
            <p:nvPr/>
          </p:nvSpPr>
          <p:spPr>
            <a:xfrm>
              <a:off x="5669470" y="170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t4829"/>
            <p:cNvSpPr/>
            <p:nvPr/>
          </p:nvSpPr>
          <p:spPr>
            <a:xfrm>
              <a:off x="5174151" y="238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t4830"/>
            <p:cNvSpPr/>
            <p:nvPr/>
          </p:nvSpPr>
          <p:spPr>
            <a:xfrm>
              <a:off x="5027464" y="220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t4831"/>
            <p:cNvSpPr/>
            <p:nvPr/>
          </p:nvSpPr>
          <p:spPr>
            <a:xfrm>
              <a:off x="5451337" y="1962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t4832"/>
            <p:cNvSpPr/>
            <p:nvPr/>
          </p:nvSpPr>
          <p:spPr>
            <a:xfrm>
              <a:off x="4984570" y="2640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t4833"/>
            <p:cNvSpPr/>
            <p:nvPr/>
          </p:nvSpPr>
          <p:spPr>
            <a:xfrm>
              <a:off x="5305419" y="2041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t4834"/>
            <p:cNvSpPr/>
            <p:nvPr/>
          </p:nvSpPr>
          <p:spPr>
            <a:xfrm>
              <a:off x="5118831" y="2530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t4835"/>
            <p:cNvSpPr/>
            <p:nvPr/>
          </p:nvSpPr>
          <p:spPr>
            <a:xfrm>
              <a:off x="5516483" y="2187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t4836"/>
            <p:cNvSpPr/>
            <p:nvPr/>
          </p:nvSpPr>
          <p:spPr>
            <a:xfrm>
              <a:off x="5820273" y="1833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t4837"/>
            <p:cNvSpPr/>
            <p:nvPr/>
          </p:nvSpPr>
          <p:spPr>
            <a:xfrm>
              <a:off x="5193484" y="213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t4838"/>
            <p:cNvSpPr/>
            <p:nvPr/>
          </p:nvSpPr>
          <p:spPr>
            <a:xfrm>
              <a:off x="5504358" y="2105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t4839"/>
            <p:cNvSpPr/>
            <p:nvPr/>
          </p:nvSpPr>
          <p:spPr>
            <a:xfrm>
              <a:off x="5315315" y="2057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t4840"/>
            <p:cNvSpPr/>
            <p:nvPr/>
          </p:nvSpPr>
          <p:spPr>
            <a:xfrm>
              <a:off x="5425711" y="216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t4841"/>
            <p:cNvSpPr/>
            <p:nvPr/>
          </p:nvSpPr>
          <p:spPr>
            <a:xfrm>
              <a:off x="5493214" y="2180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t4842"/>
            <p:cNvSpPr/>
            <p:nvPr/>
          </p:nvSpPr>
          <p:spPr>
            <a:xfrm>
              <a:off x="4956506" y="2422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t4843"/>
            <p:cNvSpPr/>
            <p:nvPr/>
          </p:nvSpPr>
          <p:spPr>
            <a:xfrm>
              <a:off x="5632674" y="2038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t4844"/>
            <p:cNvSpPr/>
            <p:nvPr/>
          </p:nvSpPr>
          <p:spPr>
            <a:xfrm>
              <a:off x="5681789" y="1939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t4845"/>
            <p:cNvSpPr/>
            <p:nvPr/>
          </p:nvSpPr>
          <p:spPr>
            <a:xfrm>
              <a:off x="5284003" y="2050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t4846"/>
            <p:cNvSpPr/>
            <p:nvPr/>
          </p:nvSpPr>
          <p:spPr>
            <a:xfrm>
              <a:off x="5611864" y="2007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t4847"/>
            <p:cNvSpPr/>
            <p:nvPr/>
          </p:nvSpPr>
          <p:spPr>
            <a:xfrm>
              <a:off x="4562017" y="2484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t4848"/>
            <p:cNvSpPr/>
            <p:nvPr/>
          </p:nvSpPr>
          <p:spPr>
            <a:xfrm>
              <a:off x="5567865" y="1920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t4849"/>
            <p:cNvSpPr/>
            <p:nvPr/>
          </p:nvSpPr>
          <p:spPr>
            <a:xfrm>
              <a:off x="5238047" y="2204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t4850"/>
            <p:cNvSpPr/>
            <p:nvPr/>
          </p:nvSpPr>
          <p:spPr>
            <a:xfrm>
              <a:off x="5322662" y="2197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t4851"/>
            <p:cNvSpPr/>
            <p:nvPr/>
          </p:nvSpPr>
          <p:spPr>
            <a:xfrm>
              <a:off x="5568998" y="2152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t4852"/>
            <p:cNvSpPr/>
            <p:nvPr/>
          </p:nvSpPr>
          <p:spPr>
            <a:xfrm>
              <a:off x="5114887" y="2655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t4853"/>
            <p:cNvSpPr/>
            <p:nvPr/>
          </p:nvSpPr>
          <p:spPr>
            <a:xfrm>
              <a:off x="5513088" y="2161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t4854"/>
            <p:cNvSpPr/>
            <p:nvPr/>
          </p:nvSpPr>
          <p:spPr>
            <a:xfrm>
              <a:off x="4943272" y="2617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t4855"/>
            <p:cNvSpPr/>
            <p:nvPr/>
          </p:nvSpPr>
          <p:spPr>
            <a:xfrm>
              <a:off x="5330720" y="2142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t4856"/>
            <p:cNvSpPr/>
            <p:nvPr/>
          </p:nvSpPr>
          <p:spPr>
            <a:xfrm>
              <a:off x="5535961" y="2137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t4857"/>
            <p:cNvSpPr/>
            <p:nvPr/>
          </p:nvSpPr>
          <p:spPr>
            <a:xfrm>
              <a:off x="5511440" y="2160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t4858"/>
            <p:cNvSpPr/>
            <p:nvPr/>
          </p:nvSpPr>
          <p:spPr>
            <a:xfrm>
              <a:off x="5379598" y="2189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t4859"/>
            <p:cNvSpPr/>
            <p:nvPr/>
          </p:nvSpPr>
          <p:spPr>
            <a:xfrm>
              <a:off x="5450533" y="1962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t4860"/>
            <p:cNvSpPr/>
            <p:nvPr/>
          </p:nvSpPr>
          <p:spPr>
            <a:xfrm>
              <a:off x="5345329" y="2141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t4861"/>
            <p:cNvSpPr/>
            <p:nvPr/>
          </p:nvSpPr>
          <p:spPr>
            <a:xfrm>
              <a:off x="5160041" y="2442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t4862"/>
            <p:cNvSpPr/>
            <p:nvPr/>
          </p:nvSpPr>
          <p:spPr>
            <a:xfrm>
              <a:off x="5507024" y="2060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t4863"/>
            <p:cNvSpPr/>
            <p:nvPr/>
          </p:nvSpPr>
          <p:spPr>
            <a:xfrm>
              <a:off x="5704639" y="2089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t4864"/>
            <p:cNvSpPr/>
            <p:nvPr/>
          </p:nvSpPr>
          <p:spPr>
            <a:xfrm>
              <a:off x="5598081" y="1916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t4865"/>
            <p:cNvSpPr/>
            <p:nvPr/>
          </p:nvSpPr>
          <p:spPr>
            <a:xfrm>
              <a:off x="5188739" y="2161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t4866"/>
            <p:cNvSpPr/>
            <p:nvPr/>
          </p:nvSpPr>
          <p:spPr>
            <a:xfrm>
              <a:off x="5630969" y="2144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t4867"/>
            <p:cNvSpPr/>
            <p:nvPr/>
          </p:nvSpPr>
          <p:spPr>
            <a:xfrm>
              <a:off x="5639878" y="2200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t4868"/>
            <p:cNvSpPr/>
            <p:nvPr/>
          </p:nvSpPr>
          <p:spPr>
            <a:xfrm>
              <a:off x="5582354" y="2040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t4869"/>
            <p:cNvSpPr/>
            <p:nvPr/>
          </p:nvSpPr>
          <p:spPr>
            <a:xfrm>
              <a:off x="5408399" y="2245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t4870"/>
            <p:cNvSpPr/>
            <p:nvPr/>
          </p:nvSpPr>
          <p:spPr>
            <a:xfrm>
              <a:off x="5503110" y="2254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t4871"/>
            <p:cNvSpPr/>
            <p:nvPr/>
          </p:nvSpPr>
          <p:spPr>
            <a:xfrm>
              <a:off x="5064132" y="2575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t4872"/>
            <p:cNvSpPr/>
            <p:nvPr/>
          </p:nvSpPr>
          <p:spPr>
            <a:xfrm>
              <a:off x="5666948" y="174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t4873"/>
            <p:cNvSpPr/>
            <p:nvPr/>
          </p:nvSpPr>
          <p:spPr>
            <a:xfrm>
              <a:off x="5501754" y="2047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t4874"/>
            <p:cNvSpPr/>
            <p:nvPr/>
          </p:nvSpPr>
          <p:spPr>
            <a:xfrm>
              <a:off x="5139119" y="2620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t4875"/>
            <p:cNvSpPr/>
            <p:nvPr/>
          </p:nvSpPr>
          <p:spPr>
            <a:xfrm>
              <a:off x="5148764" y="2381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t4876"/>
            <p:cNvSpPr/>
            <p:nvPr/>
          </p:nvSpPr>
          <p:spPr>
            <a:xfrm>
              <a:off x="5764645" y="1898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t4877"/>
            <p:cNvSpPr/>
            <p:nvPr/>
          </p:nvSpPr>
          <p:spPr>
            <a:xfrm>
              <a:off x="5397518" y="2235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t4878"/>
            <p:cNvSpPr/>
            <p:nvPr/>
          </p:nvSpPr>
          <p:spPr>
            <a:xfrm>
              <a:off x="5545354" y="2291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t4879"/>
            <p:cNvSpPr/>
            <p:nvPr/>
          </p:nvSpPr>
          <p:spPr>
            <a:xfrm>
              <a:off x="5455649" y="2011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t4880"/>
            <p:cNvSpPr/>
            <p:nvPr/>
          </p:nvSpPr>
          <p:spPr>
            <a:xfrm>
              <a:off x="5665672" y="1789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t4881"/>
            <p:cNvSpPr/>
            <p:nvPr/>
          </p:nvSpPr>
          <p:spPr>
            <a:xfrm>
              <a:off x="5455285" y="1998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t4882"/>
            <p:cNvSpPr/>
            <p:nvPr/>
          </p:nvSpPr>
          <p:spPr>
            <a:xfrm>
              <a:off x="5901095" y="1545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t4883"/>
            <p:cNvSpPr/>
            <p:nvPr/>
          </p:nvSpPr>
          <p:spPr>
            <a:xfrm>
              <a:off x="5352942" y="2237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t4884"/>
            <p:cNvSpPr/>
            <p:nvPr/>
          </p:nvSpPr>
          <p:spPr>
            <a:xfrm>
              <a:off x="5162292" y="2442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t4885"/>
            <p:cNvSpPr/>
            <p:nvPr/>
          </p:nvSpPr>
          <p:spPr>
            <a:xfrm>
              <a:off x="5304153" y="2187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t4886"/>
            <p:cNvSpPr/>
            <p:nvPr/>
          </p:nvSpPr>
          <p:spPr>
            <a:xfrm>
              <a:off x="5062061" y="2438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t4887"/>
            <p:cNvSpPr/>
            <p:nvPr/>
          </p:nvSpPr>
          <p:spPr>
            <a:xfrm>
              <a:off x="5515389" y="2113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t4888"/>
            <p:cNvSpPr/>
            <p:nvPr/>
          </p:nvSpPr>
          <p:spPr>
            <a:xfrm>
              <a:off x="5504853" y="2116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t4889"/>
            <p:cNvSpPr/>
            <p:nvPr/>
          </p:nvSpPr>
          <p:spPr>
            <a:xfrm>
              <a:off x="5143419" y="2751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t4890"/>
            <p:cNvSpPr/>
            <p:nvPr/>
          </p:nvSpPr>
          <p:spPr>
            <a:xfrm>
              <a:off x="5039859" y="2413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t4891"/>
            <p:cNvSpPr/>
            <p:nvPr/>
          </p:nvSpPr>
          <p:spPr>
            <a:xfrm>
              <a:off x="5367809" y="2075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t4892"/>
            <p:cNvSpPr/>
            <p:nvPr/>
          </p:nvSpPr>
          <p:spPr>
            <a:xfrm>
              <a:off x="5389774" y="2194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t4893"/>
            <p:cNvSpPr/>
            <p:nvPr/>
          </p:nvSpPr>
          <p:spPr>
            <a:xfrm>
              <a:off x="5442615" y="2091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t4894"/>
            <p:cNvSpPr/>
            <p:nvPr/>
          </p:nvSpPr>
          <p:spPr>
            <a:xfrm>
              <a:off x="5275898" y="2203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t4895"/>
            <p:cNvSpPr/>
            <p:nvPr/>
          </p:nvSpPr>
          <p:spPr>
            <a:xfrm>
              <a:off x="5344583" y="2312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t4896"/>
            <p:cNvSpPr/>
            <p:nvPr/>
          </p:nvSpPr>
          <p:spPr>
            <a:xfrm>
              <a:off x="5343588" y="2199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t4897"/>
            <p:cNvSpPr/>
            <p:nvPr/>
          </p:nvSpPr>
          <p:spPr>
            <a:xfrm>
              <a:off x="5735883" y="1931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t4898"/>
            <p:cNvSpPr/>
            <p:nvPr/>
          </p:nvSpPr>
          <p:spPr>
            <a:xfrm>
              <a:off x="5556587" y="2232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t4899"/>
            <p:cNvSpPr/>
            <p:nvPr/>
          </p:nvSpPr>
          <p:spPr>
            <a:xfrm>
              <a:off x="5160838" y="2262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t4900"/>
            <p:cNvSpPr/>
            <p:nvPr/>
          </p:nvSpPr>
          <p:spPr>
            <a:xfrm>
              <a:off x="5077362" y="2096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t4901"/>
            <p:cNvSpPr/>
            <p:nvPr/>
          </p:nvSpPr>
          <p:spPr>
            <a:xfrm>
              <a:off x="5447085" y="1876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t4902"/>
            <p:cNvSpPr/>
            <p:nvPr/>
          </p:nvSpPr>
          <p:spPr>
            <a:xfrm>
              <a:off x="5116196" y="2536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t4903"/>
            <p:cNvSpPr/>
            <p:nvPr/>
          </p:nvSpPr>
          <p:spPr>
            <a:xfrm>
              <a:off x="4878282" y="2525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t4904"/>
            <p:cNvSpPr/>
            <p:nvPr/>
          </p:nvSpPr>
          <p:spPr>
            <a:xfrm>
              <a:off x="5748312" y="2109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t4905"/>
            <p:cNvSpPr/>
            <p:nvPr/>
          </p:nvSpPr>
          <p:spPr>
            <a:xfrm>
              <a:off x="5400392" y="2250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t4906"/>
            <p:cNvSpPr/>
            <p:nvPr/>
          </p:nvSpPr>
          <p:spPr>
            <a:xfrm>
              <a:off x="5374491" y="2158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t4907"/>
            <p:cNvSpPr/>
            <p:nvPr/>
          </p:nvSpPr>
          <p:spPr>
            <a:xfrm>
              <a:off x="5778129" y="1851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t4908"/>
            <p:cNvSpPr/>
            <p:nvPr/>
          </p:nvSpPr>
          <p:spPr>
            <a:xfrm>
              <a:off x="5540390" y="2174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t4909"/>
            <p:cNvSpPr/>
            <p:nvPr/>
          </p:nvSpPr>
          <p:spPr>
            <a:xfrm>
              <a:off x="5314909" y="2160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t4910"/>
            <p:cNvSpPr/>
            <p:nvPr/>
          </p:nvSpPr>
          <p:spPr>
            <a:xfrm>
              <a:off x="5684707" y="190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t4911"/>
            <p:cNvSpPr/>
            <p:nvPr/>
          </p:nvSpPr>
          <p:spPr>
            <a:xfrm>
              <a:off x="5559321" y="2215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t4912"/>
            <p:cNvSpPr/>
            <p:nvPr/>
          </p:nvSpPr>
          <p:spPr>
            <a:xfrm>
              <a:off x="5322272" y="2073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t4913"/>
            <p:cNvSpPr/>
            <p:nvPr/>
          </p:nvSpPr>
          <p:spPr>
            <a:xfrm>
              <a:off x="5684303" y="183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t4914"/>
            <p:cNvSpPr/>
            <p:nvPr/>
          </p:nvSpPr>
          <p:spPr>
            <a:xfrm>
              <a:off x="5283476" y="2189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t4915"/>
            <p:cNvSpPr/>
            <p:nvPr/>
          </p:nvSpPr>
          <p:spPr>
            <a:xfrm>
              <a:off x="5351917" y="226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t4916"/>
            <p:cNvSpPr/>
            <p:nvPr/>
          </p:nvSpPr>
          <p:spPr>
            <a:xfrm>
              <a:off x="5257228" y="2239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t4917"/>
            <p:cNvSpPr/>
            <p:nvPr/>
          </p:nvSpPr>
          <p:spPr>
            <a:xfrm>
              <a:off x="5442346" y="1926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t4918"/>
            <p:cNvSpPr/>
            <p:nvPr/>
          </p:nvSpPr>
          <p:spPr>
            <a:xfrm>
              <a:off x="5587138" y="2010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t4919"/>
            <p:cNvSpPr/>
            <p:nvPr/>
          </p:nvSpPr>
          <p:spPr>
            <a:xfrm>
              <a:off x="5640270" y="2075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t4920"/>
            <p:cNvSpPr/>
            <p:nvPr/>
          </p:nvSpPr>
          <p:spPr>
            <a:xfrm>
              <a:off x="5382418" y="2170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t4921"/>
            <p:cNvSpPr/>
            <p:nvPr/>
          </p:nvSpPr>
          <p:spPr>
            <a:xfrm>
              <a:off x="5370549" y="2055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t4922"/>
            <p:cNvSpPr/>
            <p:nvPr/>
          </p:nvSpPr>
          <p:spPr>
            <a:xfrm>
              <a:off x="5869451" y="1640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t4923"/>
            <p:cNvSpPr/>
            <p:nvPr/>
          </p:nvSpPr>
          <p:spPr>
            <a:xfrm>
              <a:off x="4971040" y="2932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t4924"/>
            <p:cNvSpPr/>
            <p:nvPr/>
          </p:nvSpPr>
          <p:spPr>
            <a:xfrm>
              <a:off x="5653358" y="1848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t4925"/>
            <p:cNvSpPr/>
            <p:nvPr/>
          </p:nvSpPr>
          <p:spPr>
            <a:xfrm>
              <a:off x="5885573" y="1875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t4926"/>
            <p:cNvSpPr/>
            <p:nvPr/>
          </p:nvSpPr>
          <p:spPr>
            <a:xfrm>
              <a:off x="5284771" y="1916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t4927"/>
            <p:cNvSpPr/>
            <p:nvPr/>
          </p:nvSpPr>
          <p:spPr>
            <a:xfrm>
              <a:off x="4914994" y="1714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t4928"/>
            <p:cNvSpPr/>
            <p:nvPr/>
          </p:nvSpPr>
          <p:spPr>
            <a:xfrm>
              <a:off x="5695270" y="2078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t4929"/>
            <p:cNvSpPr/>
            <p:nvPr/>
          </p:nvSpPr>
          <p:spPr>
            <a:xfrm>
              <a:off x="5198446" y="2060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t4930"/>
            <p:cNvSpPr/>
            <p:nvPr/>
          </p:nvSpPr>
          <p:spPr>
            <a:xfrm>
              <a:off x="5473236" y="2186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t4931"/>
            <p:cNvSpPr/>
            <p:nvPr/>
          </p:nvSpPr>
          <p:spPr>
            <a:xfrm>
              <a:off x="5233713" y="2100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t4932"/>
            <p:cNvSpPr/>
            <p:nvPr/>
          </p:nvSpPr>
          <p:spPr>
            <a:xfrm>
              <a:off x="5356624" y="2232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t4933"/>
            <p:cNvSpPr/>
            <p:nvPr/>
          </p:nvSpPr>
          <p:spPr>
            <a:xfrm>
              <a:off x="5331348" y="2090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t4934"/>
            <p:cNvSpPr/>
            <p:nvPr/>
          </p:nvSpPr>
          <p:spPr>
            <a:xfrm>
              <a:off x="5547761" y="2201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t4935"/>
            <p:cNvSpPr/>
            <p:nvPr/>
          </p:nvSpPr>
          <p:spPr>
            <a:xfrm>
              <a:off x="5696578" y="1869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t4936"/>
            <p:cNvSpPr/>
            <p:nvPr/>
          </p:nvSpPr>
          <p:spPr>
            <a:xfrm>
              <a:off x="5733777" y="1901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t4937"/>
            <p:cNvSpPr/>
            <p:nvPr/>
          </p:nvSpPr>
          <p:spPr>
            <a:xfrm>
              <a:off x="5187031" y="2189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t4938"/>
            <p:cNvSpPr/>
            <p:nvPr/>
          </p:nvSpPr>
          <p:spPr>
            <a:xfrm>
              <a:off x="5259043" y="2175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t4939"/>
            <p:cNvSpPr/>
            <p:nvPr/>
          </p:nvSpPr>
          <p:spPr>
            <a:xfrm>
              <a:off x="5775262" y="1875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t4940"/>
            <p:cNvSpPr/>
            <p:nvPr/>
          </p:nvSpPr>
          <p:spPr>
            <a:xfrm>
              <a:off x="5026442" y="2206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t4941"/>
            <p:cNvSpPr/>
            <p:nvPr/>
          </p:nvSpPr>
          <p:spPr>
            <a:xfrm>
              <a:off x="5753213" y="2187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t4942"/>
            <p:cNvSpPr/>
            <p:nvPr/>
          </p:nvSpPr>
          <p:spPr>
            <a:xfrm>
              <a:off x="5639202" y="2041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t4943"/>
            <p:cNvSpPr/>
            <p:nvPr/>
          </p:nvSpPr>
          <p:spPr>
            <a:xfrm>
              <a:off x="5537481" y="2307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t4944"/>
            <p:cNvSpPr/>
            <p:nvPr/>
          </p:nvSpPr>
          <p:spPr>
            <a:xfrm>
              <a:off x="5801165" y="1956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t4945"/>
            <p:cNvSpPr/>
            <p:nvPr/>
          </p:nvSpPr>
          <p:spPr>
            <a:xfrm>
              <a:off x="5037314" y="2460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t4946"/>
            <p:cNvSpPr/>
            <p:nvPr/>
          </p:nvSpPr>
          <p:spPr>
            <a:xfrm>
              <a:off x="5452258" y="2008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t4947"/>
            <p:cNvSpPr/>
            <p:nvPr/>
          </p:nvSpPr>
          <p:spPr>
            <a:xfrm>
              <a:off x="5434952" y="2029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t4948"/>
            <p:cNvSpPr/>
            <p:nvPr/>
          </p:nvSpPr>
          <p:spPr>
            <a:xfrm>
              <a:off x="5311364" y="2188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t4949"/>
            <p:cNvSpPr/>
            <p:nvPr/>
          </p:nvSpPr>
          <p:spPr>
            <a:xfrm>
              <a:off x="5120823" y="2652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t4950"/>
            <p:cNvSpPr/>
            <p:nvPr/>
          </p:nvSpPr>
          <p:spPr>
            <a:xfrm>
              <a:off x="5537605" y="2213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t4951"/>
            <p:cNvSpPr/>
            <p:nvPr/>
          </p:nvSpPr>
          <p:spPr>
            <a:xfrm>
              <a:off x="5609262" y="2051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t4952"/>
            <p:cNvSpPr/>
            <p:nvPr/>
          </p:nvSpPr>
          <p:spPr>
            <a:xfrm>
              <a:off x="5540269" y="2154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t4953"/>
            <p:cNvSpPr/>
            <p:nvPr/>
          </p:nvSpPr>
          <p:spPr>
            <a:xfrm>
              <a:off x="4788699" y="2806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t4954"/>
            <p:cNvSpPr/>
            <p:nvPr/>
          </p:nvSpPr>
          <p:spPr>
            <a:xfrm>
              <a:off x="5463992" y="2081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t4955"/>
            <p:cNvSpPr/>
            <p:nvPr/>
          </p:nvSpPr>
          <p:spPr>
            <a:xfrm>
              <a:off x="5871891" y="1690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t4956"/>
            <p:cNvSpPr/>
            <p:nvPr/>
          </p:nvSpPr>
          <p:spPr>
            <a:xfrm>
              <a:off x="5316860" y="2172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t4957"/>
            <p:cNvSpPr/>
            <p:nvPr/>
          </p:nvSpPr>
          <p:spPr>
            <a:xfrm>
              <a:off x="5322681" y="2209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t4958"/>
            <p:cNvSpPr/>
            <p:nvPr/>
          </p:nvSpPr>
          <p:spPr>
            <a:xfrm>
              <a:off x="5400832" y="2250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t4959"/>
            <p:cNvSpPr/>
            <p:nvPr/>
          </p:nvSpPr>
          <p:spPr>
            <a:xfrm>
              <a:off x="5278750" y="2169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t4960"/>
            <p:cNvSpPr/>
            <p:nvPr/>
          </p:nvSpPr>
          <p:spPr>
            <a:xfrm>
              <a:off x="5257607" y="2214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t4961"/>
            <p:cNvSpPr/>
            <p:nvPr/>
          </p:nvSpPr>
          <p:spPr>
            <a:xfrm>
              <a:off x="5402790" y="2187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t4962"/>
            <p:cNvSpPr/>
            <p:nvPr/>
          </p:nvSpPr>
          <p:spPr>
            <a:xfrm>
              <a:off x="5754757" y="2007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t4963"/>
            <p:cNvSpPr/>
            <p:nvPr/>
          </p:nvSpPr>
          <p:spPr>
            <a:xfrm>
              <a:off x="5803313" y="1977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t4964"/>
            <p:cNvSpPr/>
            <p:nvPr/>
          </p:nvSpPr>
          <p:spPr>
            <a:xfrm>
              <a:off x="5453725" y="2032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t4965"/>
            <p:cNvSpPr/>
            <p:nvPr/>
          </p:nvSpPr>
          <p:spPr>
            <a:xfrm>
              <a:off x="5578742" y="1898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t4966"/>
            <p:cNvSpPr/>
            <p:nvPr/>
          </p:nvSpPr>
          <p:spPr>
            <a:xfrm>
              <a:off x="5723369" y="2044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t4967"/>
            <p:cNvSpPr/>
            <p:nvPr/>
          </p:nvSpPr>
          <p:spPr>
            <a:xfrm>
              <a:off x="5274429" y="2195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t4968"/>
            <p:cNvSpPr/>
            <p:nvPr/>
          </p:nvSpPr>
          <p:spPr>
            <a:xfrm>
              <a:off x="5573903" y="2125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t4969"/>
            <p:cNvSpPr/>
            <p:nvPr/>
          </p:nvSpPr>
          <p:spPr>
            <a:xfrm>
              <a:off x="5628044" y="2009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t4970"/>
            <p:cNvSpPr/>
            <p:nvPr/>
          </p:nvSpPr>
          <p:spPr>
            <a:xfrm>
              <a:off x="5608681" y="1954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t4971"/>
            <p:cNvSpPr/>
            <p:nvPr/>
          </p:nvSpPr>
          <p:spPr>
            <a:xfrm>
              <a:off x="5573589" y="2040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t4972"/>
            <p:cNvSpPr/>
            <p:nvPr/>
          </p:nvSpPr>
          <p:spPr>
            <a:xfrm>
              <a:off x="5454657" y="1868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t4973"/>
            <p:cNvSpPr/>
            <p:nvPr/>
          </p:nvSpPr>
          <p:spPr>
            <a:xfrm>
              <a:off x="5566212" y="2298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t4974"/>
            <p:cNvSpPr/>
            <p:nvPr/>
          </p:nvSpPr>
          <p:spPr>
            <a:xfrm>
              <a:off x="5558150" y="2192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t4975"/>
            <p:cNvSpPr/>
            <p:nvPr/>
          </p:nvSpPr>
          <p:spPr>
            <a:xfrm>
              <a:off x="5510243" y="2319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t4976"/>
            <p:cNvSpPr/>
            <p:nvPr/>
          </p:nvSpPr>
          <p:spPr>
            <a:xfrm>
              <a:off x="5332220" y="215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t4977"/>
            <p:cNvSpPr/>
            <p:nvPr/>
          </p:nvSpPr>
          <p:spPr>
            <a:xfrm>
              <a:off x="5118819" y="2690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t4978"/>
            <p:cNvSpPr/>
            <p:nvPr/>
          </p:nvSpPr>
          <p:spPr>
            <a:xfrm>
              <a:off x="5108303" y="2568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t4979"/>
            <p:cNvSpPr/>
            <p:nvPr/>
          </p:nvSpPr>
          <p:spPr>
            <a:xfrm>
              <a:off x="5217128" y="201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t4980"/>
            <p:cNvSpPr/>
            <p:nvPr/>
          </p:nvSpPr>
          <p:spPr>
            <a:xfrm>
              <a:off x="5561097" y="2299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t4981"/>
            <p:cNvSpPr/>
            <p:nvPr/>
          </p:nvSpPr>
          <p:spPr>
            <a:xfrm>
              <a:off x="5151403" y="2410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t4982"/>
            <p:cNvSpPr/>
            <p:nvPr/>
          </p:nvSpPr>
          <p:spPr>
            <a:xfrm>
              <a:off x="5434696" y="207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t4983"/>
            <p:cNvSpPr/>
            <p:nvPr/>
          </p:nvSpPr>
          <p:spPr>
            <a:xfrm>
              <a:off x="5208389" y="2166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t4984"/>
            <p:cNvSpPr/>
            <p:nvPr/>
          </p:nvSpPr>
          <p:spPr>
            <a:xfrm>
              <a:off x="5454532" y="1980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t4985"/>
            <p:cNvSpPr/>
            <p:nvPr/>
          </p:nvSpPr>
          <p:spPr>
            <a:xfrm>
              <a:off x="5876319" y="1744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t4986"/>
            <p:cNvSpPr/>
            <p:nvPr/>
          </p:nvSpPr>
          <p:spPr>
            <a:xfrm>
              <a:off x="5465350" y="2136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t4987"/>
            <p:cNvSpPr/>
            <p:nvPr/>
          </p:nvSpPr>
          <p:spPr>
            <a:xfrm>
              <a:off x="5171580" y="2411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t4988"/>
            <p:cNvSpPr/>
            <p:nvPr/>
          </p:nvSpPr>
          <p:spPr>
            <a:xfrm>
              <a:off x="5195283" y="2154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t4989"/>
            <p:cNvSpPr/>
            <p:nvPr/>
          </p:nvSpPr>
          <p:spPr>
            <a:xfrm>
              <a:off x="5561170" y="2219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t4990"/>
            <p:cNvSpPr/>
            <p:nvPr/>
          </p:nvSpPr>
          <p:spPr>
            <a:xfrm>
              <a:off x="5124768" y="2539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t4991"/>
            <p:cNvSpPr/>
            <p:nvPr/>
          </p:nvSpPr>
          <p:spPr>
            <a:xfrm>
              <a:off x="5113223" y="2527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t4992"/>
            <p:cNvSpPr/>
            <p:nvPr/>
          </p:nvSpPr>
          <p:spPr>
            <a:xfrm>
              <a:off x="5741534" y="1978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t4993"/>
            <p:cNvSpPr/>
            <p:nvPr/>
          </p:nvSpPr>
          <p:spPr>
            <a:xfrm>
              <a:off x="5547522" y="2257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t4994"/>
            <p:cNvSpPr/>
            <p:nvPr/>
          </p:nvSpPr>
          <p:spPr>
            <a:xfrm>
              <a:off x="5476816" y="2159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t4995"/>
            <p:cNvSpPr/>
            <p:nvPr/>
          </p:nvSpPr>
          <p:spPr>
            <a:xfrm>
              <a:off x="4909756" y="1861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t4996"/>
            <p:cNvSpPr/>
            <p:nvPr/>
          </p:nvSpPr>
          <p:spPr>
            <a:xfrm>
              <a:off x="5716307" y="1819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t4997"/>
            <p:cNvSpPr/>
            <p:nvPr/>
          </p:nvSpPr>
          <p:spPr>
            <a:xfrm>
              <a:off x="5504449" y="2119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t4998"/>
            <p:cNvSpPr/>
            <p:nvPr/>
          </p:nvSpPr>
          <p:spPr>
            <a:xfrm>
              <a:off x="5187348" y="205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t4999"/>
            <p:cNvSpPr/>
            <p:nvPr/>
          </p:nvSpPr>
          <p:spPr>
            <a:xfrm>
              <a:off x="5326344" y="2186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t5000"/>
            <p:cNvSpPr/>
            <p:nvPr/>
          </p:nvSpPr>
          <p:spPr>
            <a:xfrm>
              <a:off x="5711576" y="1766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t5001"/>
            <p:cNvSpPr/>
            <p:nvPr/>
          </p:nvSpPr>
          <p:spPr>
            <a:xfrm>
              <a:off x="5915760" y="1898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t5002"/>
            <p:cNvSpPr/>
            <p:nvPr/>
          </p:nvSpPr>
          <p:spPr>
            <a:xfrm>
              <a:off x="5295004" y="2210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t5003"/>
            <p:cNvSpPr/>
            <p:nvPr/>
          </p:nvSpPr>
          <p:spPr>
            <a:xfrm>
              <a:off x="5316899" y="2165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t5004"/>
            <p:cNvSpPr/>
            <p:nvPr/>
          </p:nvSpPr>
          <p:spPr>
            <a:xfrm>
              <a:off x="5246463" y="2112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t5005"/>
            <p:cNvSpPr/>
            <p:nvPr/>
          </p:nvSpPr>
          <p:spPr>
            <a:xfrm>
              <a:off x="5195427" y="2086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t5006"/>
            <p:cNvSpPr/>
            <p:nvPr/>
          </p:nvSpPr>
          <p:spPr>
            <a:xfrm>
              <a:off x="5490632" y="2258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t5007"/>
            <p:cNvSpPr/>
            <p:nvPr/>
          </p:nvSpPr>
          <p:spPr>
            <a:xfrm>
              <a:off x="5581756" y="2043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t5008"/>
            <p:cNvSpPr/>
            <p:nvPr/>
          </p:nvSpPr>
          <p:spPr>
            <a:xfrm>
              <a:off x="5812651" y="2043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t5009"/>
            <p:cNvSpPr/>
            <p:nvPr/>
          </p:nvSpPr>
          <p:spPr>
            <a:xfrm>
              <a:off x="5244450" y="2107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t5010"/>
            <p:cNvSpPr/>
            <p:nvPr/>
          </p:nvSpPr>
          <p:spPr>
            <a:xfrm>
              <a:off x="5346932" y="2157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t5011"/>
            <p:cNvSpPr/>
            <p:nvPr/>
          </p:nvSpPr>
          <p:spPr>
            <a:xfrm>
              <a:off x="5250462" y="2168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t5012"/>
            <p:cNvSpPr/>
            <p:nvPr/>
          </p:nvSpPr>
          <p:spPr>
            <a:xfrm>
              <a:off x="5383188" y="2150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t5013"/>
            <p:cNvSpPr/>
            <p:nvPr/>
          </p:nvSpPr>
          <p:spPr>
            <a:xfrm>
              <a:off x="5213242" y="2130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t5014"/>
            <p:cNvSpPr/>
            <p:nvPr/>
          </p:nvSpPr>
          <p:spPr>
            <a:xfrm>
              <a:off x="5547008" y="2184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t5015"/>
            <p:cNvSpPr/>
            <p:nvPr/>
          </p:nvSpPr>
          <p:spPr>
            <a:xfrm>
              <a:off x="5803316" y="2179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t5016"/>
            <p:cNvSpPr/>
            <p:nvPr/>
          </p:nvSpPr>
          <p:spPr>
            <a:xfrm>
              <a:off x="5144237" y="2603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t5017"/>
            <p:cNvSpPr/>
            <p:nvPr/>
          </p:nvSpPr>
          <p:spPr>
            <a:xfrm>
              <a:off x="5585936" y="2001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t5018"/>
            <p:cNvSpPr/>
            <p:nvPr/>
          </p:nvSpPr>
          <p:spPr>
            <a:xfrm>
              <a:off x="5294267" y="2051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t5019"/>
            <p:cNvSpPr/>
            <p:nvPr/>
          </p:nvSpPr>
          <p:spPr>
            <a:xfrm>
              <a:off x="5627998" y="2124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t5020"/>
            <p:cNvSpPr/>
            <p:nvPr/>
          </p:nvSpPr>
          <p:spPr>
            <a:xfrm>
              <a:off x="5383510" y="2209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t5021"/>
            <p:cNvSpPr/>
            <p:nvPr/>
          </p:nvSpPr>
          <p:spPr>
            <a:xfrm>
              <a:off x="5579885" y="1969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t5022"/>
            <p:cNvSpPr/>
            <p:nvPr/>
          </p:nvSpPr>
          <p:spPr>
            <a:xfrm>
              <a:off x="5636115" y="2219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t5023"/>
            <p:cNvSpPr/>
            <p:nvPr/>
          </p:nvSpPr>
          <p:spPr>
            <a:xfrm>
              <a:off x="5494441" y="2264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t5024"/>
            <p:cNvSpPr/>
            <p:nvPr/>
          </p:nvSpPr>
          <p:spPr>
            <a:xfrm>
              <a:off x="5690166" y="2019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t5025"/>
            <p:cNvSpPr/>
            <p:nvPr/>
          </p:nvSpPr>
          <p:spPr>
            <a:xfrm>
              <a:off x="5837640" y="1687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t5026"/>
            <p:cNvSpPr/>
            <p:nvPr/>
          </p:nvSpPr>
          <p:spPr>
            <a:xfrm>
              <a:off x="5280044" y="1878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t5027"/>
            <p:cNvSpPr/>
            <p:nvPr/>
          </p:nvSpPr>
          <p:spPr>
            <a:xfrm>
              <a:off x="5563777" y="2203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t5028"/>
            <p:cNvSpPr/>
            <p:nvPr/>
          </p:nvSpPr>
          <p:spPr>
            <a:xfrm>
              <a:off x="5993019" y="2033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t5029"/>
            <p:cNvSpPr/>
            <p:nvPr/>
          </p:nvSpPr>
          <p:spPr>
            <a:xfrm>
              <a:off x="5302591" y="217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t5030"/>
            <p:cNvSpPr/>
            <p:nvPr/>
          </p:nvSpPr>
          <p:spPr>
            <a:xfrm>
              <a:off x="5063357" y="2642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t5031"/>
            <p:cNvSpPr/>
            <p:nvPr/>
          </p:nvSpPr>
          <p:spPr>
            <a:xfrm>
              <a:off x="5272499" y="2135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t5032"/>
            <p:cNvSpPr/>
            <p:nvPr/>
          </p:nvSpPr>
          <p:spPr>
            <a:xfrm>
              <a:off x="5036506" y="2406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t5033"/>
            <p:cNvSpPr/>
            <p:nvPr/>
          </p:nvSpPr>
          <p:spPr>
            <a:xfrm>
              <a:off x="5287807" y="2164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t5034"/>
            <p:cNvSpPr/>
            <p:nvPr/>
          </p:nvSpPr>
          <p:spPr>
            <a:xfrm>
              <a:off x="5284440" y="1904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t5035"/>
            <p:cNvSpPr/>
            <p:nvPr/>
          </p:nvSpPr>
          <p:spPr>
            <a:xfrm>
              <a:off x="5334082" y="2164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t5036"/>
            <p:cNvSpPr/>
            <p:nvPr/>
          </p:nvSpPr>
          <p:spPr>
            <a:xfrm>
              <a:off x="5681319" y="1903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t5037"/>
            <p:cNvSpPr/>
            <p:nvPr/>
          </p:nvSpPr>
          <p:spPr>
            <a:xfrm>
              <a:off x="5633954" y="2029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t5038"/>
            <p:cNvSpPr/>
            <p:nvPr/>
          </p:nvSpPr>
          <p:spPr>
            <a:xfrm>
              <a:off x="5153687" y="2485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t5039"/>
            <p:cNvSpPr/>
            <p:nvPr/>
          </p:nvSpPr>
          <p:spPr>
            <a:xfrm>
              <a:off x="5505990" y="2065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t5040"/>
            <p:cNvSpPr/>
            <p:nvPr/>
          </p:nvSpPr>
          <p:spPr>
            <a:xfrm>
              <a:off x="5216185" y="2135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t5041"/>
            <p:cNvSpPr/>
            <p:nvPr/>
          </p:nvSpPr>
          <p:spPr>
            <a:xfrm>
              <a:off x="5703533" y="1785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t5042"/>
            <p:cNvSpPr/>
            <p:nvPr/>
          </p:nvSpPr>
          <p:spPr>
            <a:xfrm>
              <a:off x="5321640" y="2161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t5043"/>
            <p:cNvSpPr/>
            <p:nvPr/>
          </p:nvSpPr>
          <p:spPr>
            <a:xfrm>
              <a:off x="5176371" y="2441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t5044"/>
            <p:cNvSpPr/>
            <p:nvPr/>
          </p:nvSpPr>
          <p:spPr>
            <a:xfrm>
              <a:off x="5139959" y="2673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t5045"/>
            <p:cNvSpPr/>
            <p:nvPr/>
          </p:nvSpPr>
          <p:spPr>
            <a:xfrm>
              <a:off x="5860146" y="1807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t5046"/>
            <p:cNvSpPr/>
            <p:nvPr/>
          </p:nvSpPr>
          <p:spPr>
            <a:xfrm>
              <a:off x="5375474" y="2094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t5047"/>
            <p:cNvSpPr/>
            <p:nvPr/>
          </p:nvSpPr>
          <p:spPr>
            <a:xfrm>
              <a:off x="5733351" y="1951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t5048"/>
            <p:cNvSpPr/>
            <p:nvPr/>
          </p:nvSpPr>
          <p:spPr>
            <a:xfrm>
              <a:off x="5649543" y="1922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t5049"/>
            <p:cNvSpPr/>
            <p:nvPr/>
          </p:nvSpPr>
          <p:spPr>
            <a:xfrm>
              <a:off x="5292234" y="216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t5050"/>
            <p:cNvSpPr/>
            <p:nvPr/>
          </p:nvSpPr>
          <p:spPr>
            <a:xfrm>
              <a:off x="5479876" y="2270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t5051"/>
            <p:cNvSpPr/>
            <p:nvPr/>
          </p:nvSpPr>
          <p:spPr>
            <a:xfrm>
              <a:off x="5646461" y="1746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t5052"/>
            <p:cNvSpPr/>
            <p:nvPr/>
          </p:nvSpPr>
          <p:spPr>
            <a:xfrm>
              <a:off x="5261727" y="2167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t5053"/>
            <p:cNvSpPr/>
            <p:nvPr/>
          </p:nvSpPr>
          <p:spPr>
            <a:xfrm>
              <a:off x="5449325" y="1955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t5054"/>
            <p:cNvSpPr/>
            <p:nvPr/>
          </p:nvSpPr>
          <p:spPr>
            <a:xfrm>
              <a:off x="5959818" y="1664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t5055"/>
            <p:cNvSpPr/>
            <p:nvPr/>
          </p:nvSpPr>
          <p:spPr>
            <a:xfrm>
              <a:off x="5401130" y="2210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t5056"/>
            <p:cNvSpPr/>
            <p:nvPr/>
          </p:nvSpPr>
          <p:spPr>
            <a:xfrm>
              <a:off x="5087304" y="2160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t5057"/>
            <p:cNvSpPr/>
            <p:nvPr/>
          </p:nvSpPr>
          <p:spPr>
            <a:xfrm>
              <a:off x="4930584" y="2080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t5058"/>
            <p:cNvSpPr/>
            <p:nvPr/>
          </p:nvSpPr>
          <p:spPr>
            <a:xfrm>
              <a:off x="5636180" y="2125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t5059"/>
            <p:cNvSpPr/>
            <p:nvPr/>
          </p:nvSpPr>
          <p:spPr>
            <a:xfrm>
              <a:off x="5654674" y="168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t5060"/>
            <p:cNvSpPr/>
            <p:nvPr/>
          </p:nvSpPr>
          <p:spPr>
            <a:xfrm>
              <a:off x="5374970" y="2097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t5061"/>
            <p:cNvSpPr/>
            <p:nvPr/>
          </p:nvSpPr>
          <p:spPr>
            <a:xfrm>
              <a:off x="5683702" y="1888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t5062"/>
            <p:cNvSpPr/>
            <p:nvPr/>
          </p:nvSpPr>
          <p:spPr>
            <a:xfrm>
              <a:off x="5026577" y="2157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t5063"/>
            <p:cNvSpPr/>
            <p:nvPr/>
          </p:nvSpPr>
          <p:spPr>
            <a:xfrm>
              <a:off x="5617461" y="1989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t5064"/>
            <p:cNvSpPr/>
            <p:nvPr/>
          </p:nvSpPr>
          <p:spPr>
            <a:xfrm>
              <a:off x="5386841" y="2232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t5065"/>
            <p:cNvSpPr/>
            <p:nvPr/>
          </p:nvSpPr>
          <p:spPr>
            <a:xfrm>
              <a:off x="5055720" y="2375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t5066"/>
            <p:cNvSpPr/>
            <p:nvPr/>
          </p:nvSpPr>
          <p:spPr>
            <a:xfrm>
              <a:off x="5148360" y="2439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t5067"/>
            <p:cNvSpPr/>
            <p:nvPr/>
          </p:nvSpPr>
          <p:spPr>
            <a:xfrm>
              <a:off x="5802243" y="1819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t5068"/>
            <p:cNvSpPr/>
            <p:nvPr/>
          </p:nvSpPr>
          <p:spPr>
            <a:xfrm>
              <a:off x="4827378" y="2653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t5069"/>
            <p:cNvSpPr/>
            <p:nvPr/>
          </p:nvSpPr>
          <p:spPr>
            <a:xfrm>
              <a:off x="5580849" y="2046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t5070"/>
            <p:cNvSpPr/>
            <p:nvPr/>
          </p:nvSpPr>
          <p:spPr>
            <a:xfrm>
              <a:off x="5807506" y="1710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t5071"/>
            <p:cNvSpPr/>
            <p:nvPr/>
          </p:nvSpPr>
          <p:spPr>
            <a:xfrm>
              <a:off x="5124894" y="2667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t5072"/>
            <p:cNvSpPr/>
            <p:nvPr/>
          </p:nvSpPr>
          <p:spPr>
            <a:xfrm>
              <a:off x="5550601" y="2236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t5073"/>
            <p:cNvSpPr/>
            <p:nvPr/>
          </p:nvSpPr>
          <p:spPr>
            <a:xfrm>
              <a:off x="5600297" y="1851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t5074"/>
            <p:cNvSpPr/>
            <p:nvPr/>
          </p:nvSpPr>
          <p:spPr>
            <a:xfrm>
              <a:off x="5640798" y="2094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t5075"/>
            <p:cNvSpPr/>
            <p:nvPr/>
          </p:nvSpPr>
          <p:spPr>
            <a:xfrm>
              <a:off x="5353318" y="2155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t5076"/>
            <p:cNvSpPr/>
            <p:nvPr/>
          </p:nvSpPr>
          <p:spPr>
            <a:xfrm>
              <a:off x="5237523" y="217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t5077"/>
            <p:cNvSpPr/>
            <p:nvPr/>
          </p:nvSpPr>
          <p:spPr>
            <a:xfrm>
              <a:off x="5195357" y="2123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t5078"/>
            <p:cNvSpPr/>
            <p:nvPr/>
          </p:nvSpPr>
          <p:spPr>
            <a:xfrm>
              <a:off x="5120770" y="2520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t5079"/>
            <p:cNvSpPr/>
            <p:nvPr/>
          </p:nvSpPr>
          <p:spPr>
            <a:xfrm>
              <a:off x="5676683" y="1917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t5080"/>
            <p:cNvSpPr/>
            <p:nvPr/>
          </p:nvSpPr>
          <p:spPr>
            <a:xfrm>
              <a:off x="5469981" y="2134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t5081"/>
            <p:cNvSpPr/>
            <p:nvPr/>
          </p:nvSpPr>
          <p:spPr>
            <a:xfrm>
              <a:off x="5069502" y="2510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t5082"/>
            <p:cNvSpPr/>
            <p:nvPr/>
          </p:nvSpPr>
          <p:spPr>
            <a:xfrm>
              <a:off x="5584350" y="1849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t5083"/>
            <p:cNvSpPr/>
            <p:nvPr/>
          </p:nvSpPr>
          <p:spPr>
            <a:xfrm>
              <a:off x="5552264" y="2169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t5084"/>
            <p:cNvSpPr/>
            <p:nvPr/>
          </p:nvSpPr>
          <p:spPr>
            <a:xfrm>
              <a:off x="5311927" y="2106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t5085"/>
            <p:cNvSpPr/>
            <p:nvPr/>
          </p:nvSpPr>
          <p:spPr>
            <a:xfrm>
              <a:off x="5484407" y="2193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t5086"/>
            <p:cNvSpPr/>
            <p:nvPr/>
          </p:nvSpPr>
          <p:spPr>
            <a:xfrm>
              <a:off x="5599394" y="2042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t5087"/>
            <p:cNvSpPr/>
            <p:nvPr/>
          </p:nvSpPr>
          <p:spPr>
            <a:xfrm>
              <a:off x="5300448" y="2090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t5088"/>
            <p:cNvSpPr/>
            <p:nvPr/>
          </p:nvSpPr>
          <p:spPr>
            <a:xfrm>
              <a:off x="5350513" y="2292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t5089"/>
            <p:cNvSpPr/>
            <p:nvPr/>
          </p:nvSpPr>
          <p:spPr>
            <a:xfrm>
              <a:off x="5501952" y="2274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t5090"/>
            <p:cNvSpPr/>
            <p:nvPr/>
          </p:nvSpPr>
          <p:spPr>
            <a:xfrm>
              <a:off x="5439927" y="2103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t5091"/>
            <p:cNvSpPr/>
            <p:nvPr/>
          </p:nvSpPr>
          <p:spPr>
            <a:xfrm>
              <a:off x="5120339" y="2671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t5092"/>
            <p:cNvSpPr/>
            <p:nvPr/>
          </p:nvSpPr>
          <p:spPr>
            <a:xfrm>
              <a:off x="5144173" y="2697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t5093"/>
            <p:cNvSpPr/>
            <p:nvPr/>
          </p:nvSpPr>
          <p:spPr>
            <a:xfrm>
              <a:off x="4998300" y="2306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t5094"/>
            <p:cNvSpPr/>
            <p:nvPr/>
          </p:nvSpPr>
          <p:spPr>
            <a:xfrm>
              <a:off x="5293281" y="1736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t5095"/>
            <p:cNvSpPr/>
            <p:nvPr/>
          </p:nvSpPr>
          <p:spPr>
            <a:xfrm>
              <a:off x="5633600" y="2118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t5096"/>
            <p:cNvSpPr/>
            <p:nvPr/>
          </p:nvSpPr>
          <p:spPr>
            <a:xfrm>
              <a:off x="4962649" y="2458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t5097"/>
            <p:cNvSpPr/>
            <p:nvPr/>
          </p:nvSpPr>
          <p:spPr>
            <a:xfrm>
              <a:off x="5084186" y="1970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t5098"/>
            <p:cNvSpPr/>
            <p:nvPr/>
          </p:nvSpPr>
          <p:spPr>
            <a:xfrm>
              <a:off x="5196568" y="2164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t5099"/>
            <p:cNvSpPr/>
            <p:nvPr/>
          </p:nvSpPr>
          <p:spPr>
            <a:xfrm>
              <a:off x="5286884" y="2170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t5100"/>
            <p:cNvSpPr/>
            <p:nvPr/>
          </p:nvSpPr>
          <p:spPr>
            <a:xfrm>
              <a:off x="5206108" y="213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t5101"/>
            <p:cNvSpPr/>
            <p:nvPr/>
          </p:nvSpPr>
          <p:spPr>
            <a:xfrm>
              <a:off x="5452337" y="1895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t5102"/>
            <p:cNvSpPr/>
            <p:nvPr/>
          </p:nvSpPr>
          <p:spPr>
            <a:xfrm>
              <a:off x="5290760" y="2135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t5103"/>
            <p:cNvSpPr/>
            <p:nvPr/>
          </p:nvSpPr>
          <p:spPr>
            <a:xfrm>
              <a:off x="5536972" y="2227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t5104"/>
            <p:cNvSpPr/>
            <p:nvPr/>
          </p:nvSpPr>
          <p:spPr>
            <a:xfrm>
              <a:off x="5039104" y="2366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t5105"/>
            <p:cNvSpPr/>
            <p:nvPr/>
          </p:nvSpPr>
          <p:spPr>
            <a:xfrm>
              <a:off x="5312009" y="2227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t5106"/>
            <p:cNvSpPr/>
            <p:nvPr/>
          </p:nvSpPr>
          <p:spPr>
            <a:xfrm>
              <a:off x="5438747" y="2049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t5107"/>
            <p:cNvSpPr/>
            <p:nvPr/>
          </p:nvSpPr>
          <p:spPr>
            <a:xfrm>
              <a:off x="5092852" y="2347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t5108"/>
            <p:cNvSpPr/>
            <p:nvPr/>
          </p:nvSpPr>
          <p:spPr>
            <a:xfrm>
              <a:off x="5190730" y="2198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t5109"/>
            <p:cNvSpPr/>
            <p:nvPr/>
          </p:nvSpPr>
          <p:spPr>
            <a:xfrm>
              <a:off x="5267883" y="2112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t5110"/>
            <p:cNvSpPr/>
            <p:nvPr/>
          </p:nvSpPr>
          <p:spPr>
            <a:xfrm>
              <a:off x="5473979" y="2291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t5111"/>
            <p:cNvSpPr/>
            <p:nvPr/>
          </p:nvSpPr>
          <p:spPr>
            <a:xfrm>
              <a:off x="5511897" y="2258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t5112"/>
            <p:cNvSpPr/>
            <p:nvPr/>
          </p:nvSpPr>
          <p:spPr>
            <a:xfrm>
              <a:off x="5210804" y="224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t5113"/>
            <p:cNvSpPr/>
            <p:nvPr/>
          </p:nvSpPr>
          <p:spPr>
            <a:xfrm>
              <a:off x="5590534" y="2099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t5114"/>
            <p:cNvSpPr/>
            <p:nvPr/>
          </p:nvSpPr>
          <p:spPr>
            <a:xfrm>
              <a:off x="5220736" y="2117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t5115"/>
            <p:cNvSpPr/>
            <p:nvPr/>
          </p:nvSpPr>
          <p:spPr>
            <a:xfrm>
              <a:off x="5062542" y="2604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t5116"/>
            <p:cNvSpPr/>
            <p:nvPr/>
          </p:nvSpPr>
          <p:spPr>
            <a:xfrm>
              <a:off x="5325508" y="218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t5117"/>
            <p:cNvSpPr/>
            <p:nvPr/>
          </p:nvSpPr>
          <p:spPr>
            <a:xfrm>
              <a:off x="5279712" y="2173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t5118"/>
            <p:cNvSpPr/>
            <p:nvPr/>
          </p:nvSpPr>
          <p:spPr>
            <a:xfrm>
              <a:off x="5318972" y="2171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t5119"/>
            <p:cNvSpPr/>
            <p:nvPr/>
          </p:nvSpPr>
          <p:spPr>
            <a:xfrm>
              <a:off x="5149290" y="2448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t5120"/>
            <p:cNvSpPr/>
            <p:nvPr/>
          </p:nvSpPr>
          <p:spPr>
            <a:xfrm>
              <a:off x="5693067" y="2097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t5121"/>
            <p:cNvSpPr/>
            <p:nvPr/>
          </p:nvSpPr>
          <p:spPr>
            <a:xfrm>
              <a:off x="5125347" y="2748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t5122"/>
            <p:cNvSpPr/>
            <p:nvPr/>
          </p:nvSpPr>
          <p:spPr>
            <a:xfrm>
              <a:off x="5466849" y="2070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t5123"/>
            <p:cNvSpPr/>
            <p:nvPr/>
          </p:nvSpPr>
          <p:spPr>
            <a:xfrm>
              <a:off x="5304403" y="2072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t5124"/>
            <p:cNvSpPr/>
            <p:nvPr/>
          </p:nvSpPr>
          <p:spPr>
            <a:xfrm>
              <a:off x="5542657" y="2140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t5125"/>
            <p:cNvSpPr/>
            <p:nvPr/>
          </p:nvSpPr>
          <p:spPr>
            <a:xfrm>
              <a:off x="4968031" y="2598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t5126"/>
            <p:cNvSpPr/>
            <p:nvPr/>
          </p:nvSpPr>
          <p:spPr>
            <a:xfrm>
              <a:off x="5551180" y="2233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t5127"/>
            <p:cNvSpPr/>
            <p:nvPr/>
          </p:nvSpPr>
          <p:spPr>
            <a:xfrm>
              <a:off x="5802406" y="2083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t5128"/>
            <p:cNvSpPr/>
            <p:nvPr/>
          </p:nvSpPr>
          <p:spPr>
            <a:xfrm>
              <a:off x="5664648" y="1852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t5129"/>
            <p:cNvSpPr/>
            <p:nvPr/>
          </p:nvSpPr>
          <p:spPr>
            <a:xfrm>
              <a:off x="5587100" y="1998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t5130"/>
            <p:cNvSpPr/>
            <p:nvPr/>
          </p:nvSpPr>
          <p:spPr>
            <a:xfrm>
              <a:off x="5612492" y="2033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t5131"/>
            <p:cNvSpPr/>
            <p:nvPr/>
          </p:nvSpPr>
          <p:spPr>
            <a:xfrm>
              <a:off x="5732806" y="1879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t5132"/>
            <p:cNvSpPr/>
            <p:nvPr/>
          </p:nvSpPr>
          <p:spPr>
            <a:xfrm>
              <a:off x="5242462" y="2157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t5133"/>
            <p:cNvSpPr/>
            <p:nvPr/>
          </p:nvSpPr>
          <p:spPr>
            <a:xfrm>
              <a:off x="4964744" y="2465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t5134"/>
            <p:cNvSpPr/>
            <p:nvPr/>
          </p:nvSpPr>
          <p:spPr>
            <a:xfrm>
              <a:off x="5637230" y="2131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t5135"/>
            <p:cNvSpPr/>
            <p:nvPr/>
          </p:nvSpPr>
          <p:spPr>
            <a:xfrm>
              <a:off x="5558181" y="2179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t5136"/>
            <p:cNvSpPr/>
            <p:nvPr/>
          </p:nvSpPr>
          <p:spPr>
            <a:xfrm>
              <a:off x="5321531" y="2161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t5137"/>
            <p:cNvSpPr/>
            <p:nvPr/>
          </p:nvSpPr>
          <p:spPr>
            <a:xfrm>
              <a:off x="5519496" y="2137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t5138"/>
            <p:cNvSpPr/>
            <p:nvPr/>
          </p:nvSpPr>
          <p:spPr>
            <a:xfrm>
              <a:off x="5308442" y="2152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t5139"/>
            <p:cNvSpPr/>
            <p:nvPr/>
          </p:nvSpPr>
          <p:spPr>
            <a:xfrm>
              <a:off x="5373865" y="2025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t5140"/>
            <p:cNvSpPr/>
            <p:nvPr/>
          </p:nvSpPr>
          <p:spPr>
            <a:xfrm>
              <a:off x="4591701" y="248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t5141"/>
            <p:cNvSpPr/>
            <p:nvPr/>
          </p:nvSpPr>
          <p:spPr>
            <a:xfrm>
              <a:off x="5113807" y="2437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t5142"/>
            <p:cNvSpPr/>
            <p:nvPr/>
          </p:nvSpPr>
          <p:spPr>
            <a:xfrm>
              <a:off x="5218267" y="2022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t5143"/>
            <p:cNvSpPr/>
            <p:nvPr/>
          </p:nvSpPr>
          <p:spPr>
            <a:xfrm>
              <a:off x="5153795" y="2481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t5144"/>
            <p:cNvSpPr/>
            <p:nvPr/>
          </p:nvSpPr>
          <p:spPr>
            <a:xfrm>
              <a:off x="5460801" y="1985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t5145"/>
            <p:cNvSpPr/>
            <p:nvPr/>
          </p:nvSpPr>
          <p:spPr>
            <a:xfrm>
              <a:off x="5447433" y="1996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t5146"/>
            <p:cNvSpPr/>
            <p:nvPr/>
          </p:nvSpPr>
          <p:spPr>
            <a:xfrm>
              <a:off x="5504662" y="2225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t5147"/>
            <p:cNvSpPr/>
            <p:nvPr/>
          </p:nvSpPr>
          <p:spPr>
            <a:xfrm>
              <a:off x="5088177" y="2066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t5148"/>
            <p:cNvSpPr/>
            <p:nvPr/>
          </p:nvSpPr>
          <p:spPr>
            <a:xfrm>
              <a:off x="5377448" y="1976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t5149"/>
            <p:cNvSpPr/>
            <p:nvPr/>
          </p:nvSpPr>
          <p:spPr>
            <a:xfrm>
              <a:off x="5392692" y="2177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t5150"/>
            <p:cNvSpPr/>
            <p:nvPr/>
          </p:nvSpPr>
          <p:spPr>
            <a:xfrm>
              <a:off x="5642362" y="2072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t5151"/>
            <p:cNvSpPr/>
            <p:nvPr/>
          </p:nvSpPr>
          <p:spPr>
            <a:xfrm>
              <a:off x="5172340" y="2309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t5152"/>
            <p:cNvSpPr/>
            <p:nvPr/>
          </p:nvSpPr>
          <p:spPr>
            <a:xfrm>
              <a:off x="5155856" y="2567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t5153"/>
            <p:cNvSpPr/>
            <p:nvPr/>
          </p:nvSpPr>
          <p:spPr>
            <a:xfrm>
              <a:off x="5479014" y="2242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t5154"/>
            <p:cNvSpPr/>
            <p:nvPr/>
          </p:nvSpPr>
          <p:spPr>
            <a:xfrm>
              <a:off x="5341096" y="2274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t5155"/>
            <p:cNvSpPr/>
            <p:nvPr/>
          </p:nvSpPr>
          <p:spPr>
            <a:xfrm>
              <a:off x="5533630" y="2262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t5156"/>
            <p:cNvSpPr/>
            <p:nvPr/>
          </p:nvSpPr>
          <p:spPr>
            <a:xfrm>
              <a:off x="5472531" y="2008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t5157"/>
            <p:cNvSpPr/>
            <p:nvPr/>
          </p:nvSpPr>
          <p:spPr>
            <a:xfrm>
              <a:off x="5001530" y="2319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t5158"/>
            <p:cNvSpPr/>
            <p:nvPr/>
          </p:nvSpPr>
          <p:spPr>
            <a:xfrm>
              <a:off x="5235580" y="2109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t5159"/>
            <p:cNvSpPr/>
            <p:nvPr/>
          </p:nvSpPr>
          <p:spPr>
            <a:xfrm>
              <a:off x="4829086" y="2417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t5160"/>
            <p:cNvSpPr/>
            <p:nvPr/>
          </p:nvSpPr>
          <p:spPr>
            <a:xfrm>
              <a:off x="5534212" y="2293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t5161"/>
            <p:cNvSpPr/>
            <p:nvPr/>
          </p:nvSpPr>
          <p:spPr>
            <a:xfrm>
              <a:off x="5495322" y="2317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t5162"/>
            <p:cNvSpPr/>
            <p:nvPr/>
          </p:nvSpPr>
          <p:spPr>
            <a:xfrm>
              <a:off x="4744705" y="2545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t5163"/>
            <p:cNvSpPr/>
            <p:nvPr/>
          </p:nvSpPr>
          <p:spPr>
            <a:xfrm>
              <a:off x="5542267" y="2262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t5164"/>
            <p:cNvSpPr/>
            <p:nvPr/>
          </p:nvSpPr>
          <p:spPr>
            <a:xfrm>
              <a:off x="5361937" y="2088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t5165"/>
            <p:cNvSpPr/>
            <p:nvPr/>
          </p:nvSpPr>
          <p:spPr>
            <a:xfrm>
              <a:off x="5430666" y="2059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t5166"/>
            <p:cNvSpPr/>
            <p:nvPr/>
          </p:nvSpPr>
          <p:spPr>
            <a:xfrm>
              <a:off x="5339939" y="2156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t5167"/>
            <p:cNvSpPr/>
            <p:nvPr/>
          </p:nvSpPr>
          <p:spPr>
            <a:xfrm>
              <a:off x="5041271" y="2630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t5168"/>
            <p:cNvSpPr/>
            <p:nvPr/>
          </p:nvSpPr>
          <p:spPr>
            <a:xfrm>
              <a:off x="5138026" y="263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t5169"/>
            <p:cNvSpPr/>
            <p:nvPr/>
          </p:nvSpPr>
          <p:spPr>
            <a:xfrm>
              <a:off x="5352064" y="2270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t5170"/>
            <p:cNvSpPr/>
            <p:nvPr/>
          </p:nvSpPr>
          <p:spPr>
            <a:xfrm>
              <a:off x="5731720" y="2048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t5171"/>
            <p:cNvSpPr/>
            <p:nvPr/>
          </p:nvSpPr>
          <p:spPr>
            <a:xfrm>
              <a:off x="5293275" y="2114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t5172"/>
            <p:cNvSpPr/>
            <p:nvPr/>
          </p:nvSpPr>
          <p:spPr>
            <a:xfrm>
              <a:off x="5415320" y="2181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t5173"/>
            <p:cNvSpPr/>
            <p:nvPr/>
          </p:nvSpPr>
          <p:spPr>
            <a:xfrm>
              <a:off x="5390831" y="2203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t5174"/>
            <p:cNvSpPr/>
            <p:nvPr/>
          </p:nvSpPr>
          <p:spPr>
            <a:xfrm>
              <a:off x="4862354" y="2410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t5175"/>
            <p:cNvSpPr/>
            <p:nvPr/>
          </p:nvSpPr>
          <p:spPr>
            <a:xfrm>
              <a:off x="4991097" y="2597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t5176"/>
            <p:cNvSpPr/>
            <p:nvPr/>
          </p:nvSpPr>
          <p:spPr>
            <a:xfrm>
              <a:off x="5659285" y="1794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t5177"/>
            <p:cNvSpPr/>
            <p:nvPr/>
          </p:nvSpPr>
          <p:spPr>
            <a:xfrm>
              <a:off x="5404444" y="2317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t5178"/>
            <p:cNvSpPr/>
            <p:nvPr/>
          </p:nvSpPr>
          <p:spPr>
            <a:xfrm>
              <a:off x="5241995" y="2132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t5179"/>
            <p:cNvSpPr/>
            <p:nvPr/>
          </p:nvSpPr>
          <p:spPr>
            <a:xfrm>
              <a:off x="4801961" y="2466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t5180"/>
            <p:cNvSpPr/>
            <p:nvPr/>
          </p:nvSpPr>
          <p:spPr>
            <a:xfrm>
              <a:off x="5692475" y="2073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t5181"/>
            <p:cNvSpPr/>
            <p:nvPr/>
          </p:nvSpPr>
          <p:spPr>
            <a:xfrm>
              <a:off x="5269235" y="2207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t5182"/>
            <p:cNvSpPr/>
            <p:nvPr/>
          </p:nvSpPr>
          <p:spPr>
            <a:xfrm>
              <a:off x="5328678" y="2197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t5183"/>
            <p:cNvSpPr/>
            <p:nvPr/>
          </p:nvSpPr>
          <p:spPr>
            <a:xfrm>
              <a:off x="5459198" y="2012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t5184"/>
            <p:cNvSpPr/>
            <p:nvPr/>
          </p:nvSpPr>
          <p:spPr>
            <a:xfrm>
              <a:off x="5761544" y="2012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t5185"/>
            <p:cNvSpPr/>
            <p:nvPr/>
          </p:nvSpPr>
          <p:spPr>
            <a:xfrm>
              <a:off x="4838495" y="2134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t5186"/>
            <p:cNvSpPr/>
            <p:nvPr/>
          </p:nvSpPr>
          <p:spPr>
            <a:xfrm>
              <a:off x="5681523" y="1999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t5187"/>
            <p:cNvSpPr/>
            <p:nvPr/>
          </p:nvSpPr>
          <p:spPr>
            <a:xfrm>
              <a:off x="5492405" y="231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t5188"/>
            <p:cNvSpPr/>
            <p:nvPr/>
          </p:nvSpPr>
          <p:spPr>
            <a:xfrm>
              <a:off x="5738168" y="1887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t5189"/>
            <p:cNvSpPr/>
            <p:nvPr/>
          </p:nvSpPr>
          <p:spPr>
            <a:xfrm>
              <a:off x="5476014" y="2181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t5190"/>
            <p:cNvSpPr/>
            <p:nvPr/>
          </p:nvSpPr>
          <p:spPr>
            <a:xfrm>
              <a:off x="5607229" y="1850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t5191"/>
            <p:cNvSpPr/>
            <p:nvPr/>
          </p:nvSpPr>
          <p:spPr>
            <a:xfrm>
              <a:off x="5354125" y="2260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t5192"/>
            <p:cNvSpPr/>
            <p:nvPr/>
          </p:nvSpPr>
          <p:spPr>
            <a:xfrm>
              <a:off x="5174467" y="2397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t5193"/>
            <p:cNvSpPr/>
            <p:nvPr/>
          </p:nvSpPr>
          <p:spPr>
            <a:xfrm>
              <a:off x="5417262" y="2152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t5194"/>
            <p:cNvSpPr/>
            <p:nvPr/>
          </p:nvSpPr>
          <p:spPr>
            <a:xfrm>
              <a:off x="5120539" y="2632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t5195"/>
            <p:cNvSpPr/>
            <p:nvPr/>
          </p:nvSpPr>
          <p:spPr>
            <a:xfrm>
              <a:off x="5067631" y="2464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t5196"/>
            <p:cNvSpPr/>
            <p:nvPr/>
          </p:nvSpPr>
          <p:spPr>
            <a:xfrm>
              <a:off x="5623051" y="1926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t5197"/>
            <p:cNvSpPr/>
            <p:nvPr/>
          </p:nvSpPr>
          <p:spPr>
            <a:xfrm>
              <a:off x="5658920" y="149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t5198"/>
            <p:cNvSpPr/>
            <p:nvPr/>
          </p:nvSpPr>
          <p:spPr>
            <a:xfrm>
              <a:off x="5149684" y="2570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t5199"/>
            <p:cNvSpPr/>
            <p:nvPr/>
          </p:nvSpPr>
          <p:spPr>
            <a:xfrm>
              <a:off x="5336900" y="2211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t5200"/>
            <p:cNvSpPr/>
            <p:nvPr/>
          </p:nvSpPr>
          <p:spPr>
            <a:xfrm>
              <a:off x="5477953" y="2212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t5201"/>
            <p:cNvSpPr/>
            <p:nvPr/>
          </p:nvSpPr>
          <p:spPr>
            <a:xfrm>
              <a:off x="5043910" y="2582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t5202"/>
            <p:cNvSpPr/>
            <p:nvPr/>
          </p:nvSpPr>
          <p:spPr>
            <a:xfrm>
              <a:off x="5171419" y="2256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t5203"/>
            <p:cNvSpPr/>
            <p:nvPr/>
          </p:nvSpPr>
          <p:spPr>
            <a:xfrm>
              <a:off x="5582143" y="1938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t5204"/>
            <p:cNvSpPr/>
            <p:nvPr/>
          </p:nvSpPr>
          <p:spPr>
            <a:xfrm>
              <a:off x="4998105" y="2252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t5205"/>
            <p:cNvSpPr/>
            <p:nvPr/>
          </p:nvSpPr>
          <p:spPr>
            <a:xfrm>
              <a:off x="5077166" y="1960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t5206"/>
            <p:cNvSpPr/>
            <p:nvPr/>
          </p:nvSpPr>
          <p:spPr>
            <a:xfrm>
              <a:off x="5368003" y="2054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t5207"/>
            <p:cNvSpPr/>
            <p:nvPr/>
          </p:nvSpPr>
          <p:spPr>
            <a:xfrm>
              <a:off x="5221555" y="1718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t5208"/>
            <p:cNvSpPr/>
            <p:nvPr/>
          </p:nvSpPr>
          <p:spPr>
            <a:xfrm>
              <a:off x="5284042" y="1881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t5209"/>
            <p:cNvSpPr/>
            <p:nvPr/>
          </p:nvSpPr>
          <p:spPr>
            <a:xfrm>
              <a:off x="5413467" y="2142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t5210"/>
            <p:cNvSpPr/>
            <p:nvPr/>
          </p:nvSpPr>
          <p:spPr>
            <a:xfrm>
              <a:off x="5285409" y="2117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t5211"/>
            <p:cNvSpPr/>
            <p:nvPr/>
          </p:nvSpPr>
          <p:spPr>
            <a:xfrm>
              <a:off x="5918895" y="1895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t5212"/>
            <p:cNvSpPr/>
            <p:nvPr/>
          </p:nvSpPr>
          <p:spPr>
            <a:xfrm>
              <a:off x="5569456" y="2188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t5213"/>
            <p:cNvSpPr/>
            <p:nvPr/>
          </p:nvSpPr>
          <p:spPr>
            <a:xfrm>
              <a:off x="5276808" y="2149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t5214"/>
            <p:cNvSpPr/>
            <p:nvPr/>
          </p:nvSpPr>
          <p:spPr>
            <a:xfrm>
              <a:off x="5848297" y="1858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t5215"/>
            <p:cNvSpPr/>
            <p:nvPr/>
          </p:nvSpPr>
          <p:spPr>
            <a:xfrm>
              <a:off x="5734440" y="2005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t5216"/>
            <p:cNvSpPr/>
            <p:nvPr/>
          </p:nvSpPr>
          <p:spPr>
            <a:xfrm>
              <a:off x="5561203" y="2253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t5217"/>
            <p:cNvSpPr/>
            <p:nvPr/>
          </p:nvSpPr>
          <p:spPr>
            <a:xfrm>
              <a:off x="5655885" y="170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t5218"/>
            <p:cNvSpPr/>
            <p:nvPr/>
          </p:nvSpPr>
          <p:spPr>
            <a:xfrm>
              <a:off x="4846125" y="2759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t5219"/>
            <p:cNvSpPr/>
            <p:nvPr/>
          </p:nvSpPr>
          <p:spPr>
            <a:xfrm>
              <a:off x="5210372" y="2202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t5220"/>
            <p:cNvSpPr/>
            <p:nvPr/>
          </p:nvSpPr>
          <p:spPr>
            <a:xfrm>
              <a:off x="5093683" y="2511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t5221"/>
            <p:cNvSpPr/>
            <p:nvPr/>
          </p:nvSpPr>
          <p:spPr>
            <a:xfrm>
              <a:off x="5260796" y="1988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t5222"/>
            <p:cNvSpPr/>
            <p:nvPr/>
          </p:nvSpPr>
          <p:spPr>
            <a:xfrm>
              <a:off x="5425373" y="2151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t5223"/>
            <p:cNvSpPr/>
            <p:nvPr/>
          </p:nvSpPr>
          <p:spPr>
            <a:xfrm>
              <a:off x="5152638" y="2546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t5224"/>
            <p:cNvSpPr/>
            <p:nvPr/>
          </p:nvSpPr>
          <p:spPr>
            <a:xfrm>
              <a:off x="5122359" y="2707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t5225"/>
            <p:cNvSpPr/>
            <p:nvPr/>
          </p:nvSpPr>
          <p:spPr>
            <a:xfrm>
              <a:off x="5838090" y="1760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t5226"/>
            <p:cNvSpPr/>
            <p:nvPr/>
          </p:nvSpPr>
          <p:spPr>
            <a:xfrm>
              <a:off x="5181651" y="2218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t5227"/>
            <p:cNvSpPr/>
            <p:nvPr/>
          </p:nvSpPr>
          <p:spPr>
            <a:xfrm>
              <a:off x="5383423" y="2242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t5228"/>
            <p:cNvSpPr/>
            <p:nvPr/>
          </p:nvSpPr>
          <p:spPr>
            <a:xfrm>
              <a:off x="5452927" y="2038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t5229"/>
            <p:cNvSpPr/>
            <p:nvPr/>
          </p:nvSpPr>
          <p:spPr>
            <a:xfrm>
              <a:off x="5609123" y="1994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t5230"/>
            <p:cNvSpPr/>
            <p:nvPr/>
          </p:nvSpPr>
          <p:spPr>
            <a:xfrm>
              <a:off x="5253530" y="2244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t5231"/>
            <p:cNvSpPr/>
            <p:nvPr/>
          </p:nvSpPr>
          <p:spPr>
            <a:xfrm>
              <a:off x="5339493" y="2246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t5232"/>
            <p:cNvSpPr/>
            <p:nvPr/>
          </p:nvSpPr>
          <p:spPr>
            <a:xfrm>
              <a:off x="5388601" y="2217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t5233"/>
            <p:cNvSpPr/>
            <p:nvPr/>
          </p:nvSpPr>
          <p:spPr>
            <a:xfrm>
              <a:off x="5909584" y="1676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t5234"/>
            <p:cNvSpPr/>
            <p:nvPr/>
          </p:nvSpPr>
          <p:spPr>
            <a:xfrm>
              <a:off x="4956348" y="2586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t5235"/>
            <p:cNvSpPr/>
            <p:nvPr/>
          </p:nvSpPr>
          <p:spPr>
            <a:xfrm>
              <a:off x="5206160" y="2199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t5236"/>
            <p:cNvSpPr/>
            <p:nvPr/>
          </p:nvSpPr>
          <p:spPr>
            <a:xfrm>
              <a:off x="5690689" y="2053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t5237"/>
            <p:cNvSpPr/>
            <p:nvPr/>
          </p:nvSpPr>
          <p:spPr>
            <a:xfrm>
              <a:off x="5511348" y="2136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t5238"/>
            <p:cNvSpPr/>
            <p:nvPr/>
          </p:nvSpPr>
          <p:spPr>
            <a:xfrm>
              <a:off x="5296989" y="2097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t5239"/>
            <p:cNvSpPr/>
            <p:nvPr/>
          </p:nvSpPr>
          <p:spPr>
            <a:xfrm>
              <a:off x="4933380" y="1784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t5240"/>
            <p:cNvSpPr/>
            <p:nvPr/>
          </p:nvSpPr>
          <p:spPr>
            <a:xfrm>
              <a:off x="5535964" y="2160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t5241"/>
            <p:cNvSpPr/>
            <p:nvPr/>
          </p:nvSpPr>
          <p:spPr>
            <a:xfrm>
              <a:off x="5151597" y="2492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t5242"/>
            <p:cNvSpPr/>
            <p:nvPr/>
          </p:nvSpPr>
          <p:spPr>
            <a:xfrm>
              <a:off x="5919028" y="1528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t5243"/>
            <p:cNvSpPr/>
            <p:nvPr/>
          </p:nvSpPr>
          <p:spPr>
            <a:xfrm>
              <a:off x="5137872" y="2607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t5244"/>
            <p:cNvSpPr/>
            <p:nvPr/>
          </p:nvSpPr>
          <p:spPr>
            <a:xfrm>
              <a:off x="5593154" y="1989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t5245"/>
            <p:cNvSpPr/>
            <p:nvPr/>
          </p:nvSpPr>
          <p:spPr>
            <a:xfrm>
              <a:off x="5406388" y="2289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t5246"/>
            <p:cNvSpPr/>
            <p:nvPr/>
          </p:nvSpPr>
          <p:spPr>
            <a:xfrm>
              <a:off x="5085202" y="1890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t5247"/>
            <p:cNvSpPr/>
            <p:nvPr/>
          </p:nvSpPr>
          <p:spPr>
            <a:xfrm>
              <a:off x="5476531" y="2200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t5248"/>
            <p:cNvSpPr/>
            <p:nvPr/>
          </p:nvSpPr>
          <p:spPr>
            <a:xfrm>
              <a:off x="4954486" y="2428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t5249"/>
            <p:cNvSpPr/>
            <p:nvPr/>
          </p:nvSpPr>
          <p:spPr>
            <a:xfrm>
              <a:off x="5714435" y="2075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t5250"/>
            <p:cNvSpPr/>
            <p:nvPr/>
          </p:nvSpPr>
          <p:spPr>
            <a:xfrm>
              <a:off x="5384698" y="2190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t5251"/>
            <p:cNvSpPr/>
            <p:nvPr/>
          </p:nvSpPr>
          <p:spPr>
            <a:xfrm>
              <a:off x="5309217" y="2184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t5252"/>
            <p:cNvSpPr/>
            <p:nvPr/>
          </p:nvSpPr>
          <p:spPr>
            <a:xfrm>
              <a:off x="5402300" y="2236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t5253"/>
            <p:cNvSpPr/>
            <p:nvPr/>
          </p:nvSpPr>
          <p:spPr>
            <a:xfrm>
              <a:off x="5656006" y="1663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t5254"/>
            <p:cNvSpPr/>
            <p:nvPr/>
          </p:nvSpPr>
          <p:spPr>
            <a:xfrm>
              <a:off x="5878431" y="1644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t5255"/>
            <p:cNvSpPr/>
            <p:nvPr/>
          </p:nvSpPr>
          <p:spPr>
            <a:xfrm>
              <a:off x="5101265" y="2718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t5256"/>
            <p:cNvSpPr/>
            <p:nvPr/>
          </p:nvSpPr>
          <p:spPr>
            <a:xfrm>
              <a:off x="5484123" y="2285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t5257"/>
            <p:cNvSpPr/>
            <p:nvPr/>
          </p:nvSpPr>
          <p:spPr>
            <a:xfrm>
              <a:off x="5489379" y="2137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t5258"/>
            <p:cNvSpPr/>
            <p:nvPr/>
          </p:nvSpPr>
          <p:spPr>
            <a:xfrm>
              <a:off x="5403773" y="2262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t5259"/>
            <p:cNvSpPr/>
            <p:nvPr/>
          </p:nvSpPr>
          <p:spPr>
            <a:xfrm>
              <a:off x="5095631" y="2605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t5260"/>
            <p:cNvSpPr/>
            <p:nvPr/>
          </p:nvSpPr>
          <p:spPr>
            <a:xfrm>
              <a:off x="5534729" y="2268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t5261"/>
            <p:cNvSpPr/>
            <p:nvPr/>
          </p:nvSpPr>
          <p:spPr>
            <a:xfrm>
              <a:off x="5325082" y="2220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t5262"/>
            <p:cNvSpPr/>
            <p:nvPr/>
          </p:nvSpPr>
          <p:spPr>
            <a:xfrm>
              <a:off x="5422069" y="2207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t5263"/>
            <p:cNvSpPr/>
            <p:nvPr/>
          </p:nvSpPr>
          <p:spPr>
            <a:xfrm>
              <a:off x="5504963" y="2089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t5264"/>
            <p:cNvSpPr/>
            <p:nvPr/>
          </p:nvSpPr>
          <p:spPr>
            <a:xfrm>
              <a:off x="5486274" y="2271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t5265"/>
            <p:cNvSpPr/>
            <p:nvPr/>
          </p:nvSpPr>
          <p:spPr>
            <a:xfrm>
              <a:off x="5381059" y="2218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t5266"/>
            <p:cNvSpPr/>
            <p:nvPr/>
          </p:nvSpPr>
          <p:spPr>
            <a:xfrm>
              <a:off x="5018720" y="2240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t5267"/>
            <p:cNvSpPr/>
            <p:nvPr/>
          </p:nvSpPr>
          <p:spPr>
            <a:xfrm>
              <a:off x="5308025" y="2292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t5268"/>
            <p:cNvSpPr/>
            <p:nvPr/>
          </p:nvSpPr>
          <p:spPr>
            <a:xfrm>
              <a:off x="5430116" y="2110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t5269"/>
            <p:cNvSpPr/>
            <p:nvPr/>
          </p:nvSpPr>
          <p:spPr>
            <a:xfrm>
              <a:off x="5282542" y="1969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t5270"/>
            <p:cNvSpPr/>
            <p:nvPr/>
          </p:nvSpPr>
          <p:spPr>
            <a:xfrm>
              <a:off x="5048496" y="2439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t5271"/>
            <p:cNvSpPr/>
            <p:nvPr/>
          </p:nvSpPr>
          <p:spPr>
            <a:xfrm>
              <a:off x="5446061" y="1978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t5272"/>
            <p:cNvSpPr/>
            <p:nvPr/>
          </p:nvSpPr>
          <p:spPr>
            <a:xfrm>
              <a:off x="5075093" y="2207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t5273"/>
            <p:cNvSpPr/>
            <p:nvPr/>
          </p:nvSpPr>
          <p:spPr>
            <a:xfrm>
              <a:off x="5312642" y="2079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t5274"/>
            <p:cNvSpPr/>
            <p:nvPr/>
          </p:nvSpPr>
          <p:spPr>
            <a:xfrm>
              <a:off x="4975868" y="2538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t5275"/>
            <p:cNvSpPr/>
            <p:nvPr/>
          </p:nvSpPr>
          <p:spPr>
            <a:xfrm>
              <a:off x="5977516" y="2090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t5276"/>
            <p:cNvSpPr/>
            <p:nvPr/>
          </p:nvSpPr>
          <p:spPr>
            <a:xfrm>
              <a:off x="5021923" y="2263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t5277"/>
            <p:cNvSpPr/>
            <p:nvPr/>
          </p:nvSpPr>
          <p:spPr>
            <a:xfrm>
              <a:off x="5043047" y="2342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t5278"/>
            <p:cNvSpPr/>
            <p:nvPr/>
          </p:nvSpPr>
          <p:spPr>
            <a:xfrm>
              <a:off x="5065803" y="2450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t5279"/>
            <p:cNvSpPr/>
            <p:nvPr/>
          </p:nvSpPr>
          <p:spPr>
            <a:xfrm>
              <a:off x="5126794" y="2748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t5280"/>
            <p:cNvSpPr/>
            <p:nvPr/>
          </p:nvSpPr>
          <p:spPr>
            <a:xfrm>
              <a:off x="5257869" y="216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t5281"/>
            <p:cNvSpPr/>
            <p:nvPr/>
          </p:nvSpPr>
          <p:spPr>
            <a:xfrm>
              <a:off x="5484571" y="2127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t5282"/>
            <p:cNvSpPr/>
            <p:nvPr/>
          </p:nvSpPr>
          <p:spPr>
            <a:xfrm>
              <a:off x="5374478" y="2136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t5283"/>
            <p:cNvSpPr/>
            <p:nvPr/>
          </p:nvSpPr>
          <p:spPr>
            <a:xfrm>
              <a:off x="5205570" y="2128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t5284"/>
            <p:cNvSpPr/>
            <p:nvPr/>
          </p:nvSpPr>
          <p:spPr>
            <a:xfrm>
              <a:off x="5153346" y="2438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t5285"/>
            <p:cNvSpPr/>
            <p:nvPr/>
          </p:nvSpPr>
          <p:spPr>
            <a:xfrm>
              <a:off x="5491982" y="2199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t5286"/>
            <p:cNvSpPr/>
            <p:nvPr/>
          </p:nvSpPr>
          <p:spPr>
            <a:xfrm>
              <a:off x="5284130" y="2220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t5287"/>
            <p:cNvSpPr/>
            <p:nvPr/>
          </p:nvSpPr>
          <p:spPr>
            <a:xfrm>
              <a:off x="5232653" y="2145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t5288"/>
            <p:cNvSpPr/>
            <p:nvPr/>
          </p:nvSpPr>
          <p:spPr>
            <a:xfrm>
              <a:off x="5456474" y="2022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t5289"/>
            <p:cNvSpPr/>
            <p:nvPr/>
          </p:nvSpPr>
          <p:spPr>
            <a:xfrm>
              <a:off x="5994951" y="2041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t5290"/>
            <p:cNvSpPr/>
            <p:nvPr/>
          </p:nvSpPr>
          <p:spPr>
            <a:xfrm>
              <a:off x="5478102" y="2324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t5291"/>
            <p:cNvSpPr/>
            <p:nvPr/>
          </p:nvSpPr>
          <p:spPr>
            <a:xfrm>
              <a:off x="5400323" y="2271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t5292"/>
            <p:cNvSpPr/>
            <p:nvPr/>
          </p:nvSpPr>
          <p:spPr>
            <a:xfrm>
              <a:off x="5661044" y="1703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t5293"/>
            <p:cNvSpPr/>
            <p:nvPr/>
          </p:nvSpPr>
          <p:spPr>
            <a:xfrm>
              <a:off x="5224410" y="1909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t5294"/>
            <p:cNvSpPr/>
            <p:nvPr/>
          </p:nvSpPr>
          <p:spPr>
            <a:xfrm>
              <a:off x="5770482" y="1883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t5295"/>
            <p:cNvSpPr/>
            <p:nvPr/>
          </p:nvSpPr>
          <p:spPr>
            <a:xfrm>
              <a:off x="4931486" y="2088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t5296"/>
            <p:cNvSpPr/>
            <p:nvPr/>
          </p:nvSpPr>
          <p:spPr>
            <a:xfrm>
              <a:off x="4719218" y="2462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t5297"/>
            <p:cNvSpPr/>
            <p:nvPr/>
          </p:nvSpPr>
          <p:spPr>
            <a:xfrm>
              <a:off x="5351318" y="2345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t5298"/>
            <p:cNvSpPr/>
            <p:nvPr/>
          </p:nvSpPr>
          <p:spPr>
            <a:xfrm>
              <a:off x="5296359" y="2189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t5299"/>
            <p:cNvSpPr/>
            <p:nvPr/>
          </p:nvSpPr>
          <p:spPr>
            <a:xfrm>
              <a:off x="5382516" y="2264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t5300"/>
            <p:cNvSpPr/>
            <p:nvPr/>
          </p:nvSpPr>
          <p:spPr>
            <a:xfrm>
              <a:off x="5319776" y="2146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t5301"/>
            <p:cNvSpPr/>
            <p:nvPr/>
          </p:nvSpPr>
          <p:spPr>
            <a:xfrm>
              <a:off x="5642186" y="2067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t5302"/>
            <p:cNvSpPr/>
            <p:nvPr/>
          </p:nvSpPr>
          <p:spPr>
            <a:xfrm>
              <a:off x="5016303" y="2327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t5303"/>
            <p:cNvSpPr/>
            <p:nvPr/>
          </p:nvSpPr>
          <p:spPr>
            <a:xfrm>
              <a:off x="5172326" y="2396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t5304"/>
            <p:cNvSpPr/>
            <p:nvPr/>
          </p:nvSpPr>
          <p:spPr>
            <a:xfrm>
              <a:off x="5455437" y="2027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t5305"/>
            <p:cNvSpPr/>
            <p:nvPr/>
          </p:nvSpPr>
          <p:spPr>
            <a:xfrm>
              <a:off x="5528811" y="2095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t5306"/>
            <p:cNvSpPr/>
            <p:nvPr/>
          </p:nvSpPr>
          <p:spPr>
            <a:xfrm>
              <a:off x="5237463" y="2074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t5307"/>
            <p:cNvSpPr/>
            <p:nvPr/>
          </p:nvSpPr>
          <p:spPr>
            <a:xfrm>
              <a:off x="4938671" y="199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t5308"/>
            <p:cNvSpPr/>
            <p:nvPr/>
          </p:nvSpPr>
          <p:spPr>
            <a:xfrm>
              <a:off x="5284823" y="1904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t5309"/>
            <p:cNvSpPr/>
            <p:nvPr/>
          </p:nvSpPr>
          <p:spPr>
            <a:xfrm>
              <a:off x="5463976" y="2069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t5310"/>
            <p:cNvSpPr/>
            <p:nvPr/>
          </p:nvSpPr>
          <p:spPr>
            <a:xfrm>
              <a:off x="4828971" y="2332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t5311"/>
            <p:cNvSpPr/>
            <p:nvPr/>
          </p:nvSpPr>
          <p:spPr>
            <a:xfrm>
              <a:off x="4976974" y="2367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t5312"/>
            <p:cNvSpPr/>
            <p:nvPr/>
          </p:nvSpPr>
          <p:spPr>
            <a:xfrm>
              <a:off x="5233701" y="2093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t5313"/>
            <p:cNvSpPr/>
            <p:nvPr/>
          </p:nvSpPr>
          <p:spPr>
            <a:xfrm>
              <a:off x="5249178" y="2142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t5314"/>
            <p:cNvSpPr/>
            <p:nvPr/>
          </p:nvSpPr>
          <p:spPr>
            <a:xfrm>
              <a:off x="5357240" y="2246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t5315"/>
            <p:cNvSpPr/>
            <p:nvPr/>
          </p:nvSpPr>
          <p:spPr>
            <a:xfrm>
              <a:off x="5202835" y="1936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t5316"/>
            <p:cNvSpPr/>
            <p:nvPr/>
          </p:nvSpPr>
          <p:spPr>
            <a:xfrm>
              <a:off x="5080532" y="202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t5317"/>
            <p:cNvSpPr/>
            <p:nvPr/>
          </p:nvSpPr>
          <p:spPr>
            <a:xfrm>
              <a:off x="5315570" y="2181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t5318"/>
            <p:cNvSpPr/>
            <p:nvPr/>
          </p:nvSpPr>
          <p:spPr>
            <a:xfrm>
              <a:off x="5532289" y="2184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t5319"/>
            <p:cNvSpPr/>
            <p:nvPr/>
          </p:nvSpPr>
          <p:spPr>
            <a:xfrm>
              <a:off x="4749632" y="2681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t5320"/>
            <p:cNvSpPr/>
            <p:nvPr/>
          </p:nvSpPr>
          <p:spPr>
            <a:xfrm>
              <a:off x="5529471" y="2245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t5321"/>
            <p:cNvSpPr/>
            <p:nvPr/>
          </p:nvSpPr>
          <p:spPr>
            <a:xfrm>
              <a:off x="5328634" y="2124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t5322"/>
            <p:cNvSpPr/>
            <p:nvPr/>
          </p:nvSpPr>
          <p:spPr>
            <a:xfrm>
              <a:off x="5362412" y="2008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t5323"/>
            <p:cNvSpPr/>
            <p:nvPr/>
          </p:nvSpPr>
          <p:spPr>
            <a:xfrm>
              <a:off x="5450249" y="2026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t5324"/>
            <p:cNvSpPr/>
            <p:nvPr/>
          </p:nvSpPr>
          <p:spPr>
            <a:xfrm>
              <a:off x="5449556" y="1933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t5325"/>
            <p:cNvSpPr/>
            <p:nvPr/>
          </p:nvSpPr>
          <p:spPr>
            <a:xfrm>
              <a:off x="5732112" y="1897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t5326"/>
            <p:cNvSpPr/>
            <p:nvPr/>
          </p:nvSpPr>
          <p:spPr>
            <a:xfrm>
              <a:off x="5544731" y="2105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t5327"/>
            <p:cNvSpPr/>
            <p:nvPr/>
          </p:nvSpPr>
          <p:spPr>
            <a:xfrm>
              <a:off x="5749622" y="1978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t5328"/>
            <p:cNvSpPr/>
            <p:nvPr/>
          </p:nvSpPr>
          <p:spPr>
            <a:xfrm>
              <a:off x="5477726" y="2297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t5329"/>
            <p:cNvSpPr/>
            <p:nvPr/>
          </p:nvSpPr>
          <p:spPr>
            <a:xfrm>
              <a:off x="5690609" y="1960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t5330"/>
            <p:cNvSpPr/>
            <p:nvPr/>
          </p:nvSpPr>
          <p:spPr>
            <a:xfrm>
              <a:off x="5462679" y="1941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t5331"/>
            <p:cNvSpPr/>
            <p:nvPr/>
          </p:nvSpPr>
          <p:spPr>
            <a:xfrm>
              <a:off x="5214370" y="2125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t5332"/>
            <p:cNvSpPr/>
            <p:nvPr/>
          </p:nvSpPr>
          <p:spPr>
            <a:xfrm>
              <a:off x="5186327" y="2135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t5333"/>
            <p:cNvSpPr/>
            <p:nvPr/>
          </p:nvSpPr>
          <p:spPr>
            <a:xfrm>
              <a:off x="5719538" y="2019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t5334"/>
            <p:cNvSpPr/>
            <p:nvPr/>
          </p:nvSpPr>
          <p:spPr>
            <a:xfrm>
              <a:off x="5663940" y="1810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t5335"/>
            <p:cNvSpPr/>
            <p:nvPr/>
          </p:nvSpPr>
          <p:spPr>
            <a:xfrm>
              <a:off x="5384130" y="2165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t5336"/>
            <p:cNvSpPr/>
            <p:nvPr/>
          </p:nvSpPr>
          <p:spPr>
            <a:xfrm>
              <a:off x="5775719" y="1965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t5337"/>
            <p:cNvSpPr/>
            <p:nvPr/>
          </p:nvSpPr>
          <p:spPr>
            <a:xfrm>
              <a:off x="5261027" y="2167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t5338"/>
            <p:cNvSpPr/>
            <p:nvPr/>
          </p:nvSpPr>
          <p:spPr>
            <a:xfrm>
              <a:off x="5915417" y="1886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t5339"/>
            <p:cNvSpPr/>
            <p:nvPr/>
          </p:nvSpPr>
          <p:spPr>
            <a:xfrm>
              <a:off x="5238004" y="2139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t5340"/>
            <p:cNvSpPr/>
            <p:nvPr/>
          </p:nvSpPr>
          <p:spPr>
            <a:xfrm>
              <a:off x="5086662" y="201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t5341"/>
            <p:cNvSpPr/>
            <p:nvPr/>
          </p:nvSpPr>
          <p:spPr>
            <a:xfrm>
              <a:off x="5783340" y="1943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t5342"/>
            <p:cNvSpPr/>
            <p:nvPr/>
          </p:nvSpPr>
          <p:spPr>
            <a:xfrm>
              <a:off x="5399741" y="2136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t5343"/>
            <p:cNvSpPr/>
            <p:nvPr/>
          </p:nvSpPr>
          <p:spPr>
            <a:xfrm>
              <a:off x="5610711" y="2159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t5344"/>
            <p:cNvSpPr/>
            <p:nvPr/>
          </p:nvSpPr>
          <p:spPr>
            <a:xfrm>
              <a:off x="4779405" y="2515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t5345"/>
            <p:cNvSpPr/>
            <p:nvPr/>
          </p:nvSpPr>
          <p:spPr>
            <a:xfrm>
              <a:off x="5451913" y="2035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t5346"/>
            <p:cNvSpPr/>
            <p:nvPr/>
          </p:nvSpPr>
          <p:spPr>
            <a:xfrm>
              <a:off x="5639660" y="2067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t5347"/>
            <p:cNvSpPr/>
            <p:nvPr/>
          </p:nvSpPr>
          <p:spPr>
            <a:xfrm>
              <a:off x="5376843" y="2257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t5348"/>
            <p:cNvSpPr/>
            <p:nvPr/>
          </p:nvSpPr>
          <p:spPr>
            <a:xfrm>
              <a:off x="5629124" y="2106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t5349"/>
            <p:cNvSpPr/>
            <p:nvPr/>
          </p:nvSpPr>
          <p:spPr>
            <a:xfrm>
              <a:off x="5493635" y="2224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t5350"/>
            <p:cNvSpPr/>
            <p:nvPr/>
          </p:nvSpPr>
          <p:spPr>
            <a:xfrm>
              <a:off x="5280490" y="2120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t5351"/>
            <p:cNvSpPr/>
            <p:nvPr/>
          </p:nvSpPr>
          <p:spPr>
            <a:xfrm>
              <a:off x="5028584" y="2447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t5352"/>
            <p:cNvSpPr/>
            <p:nvPr/>
          </p:nvSpPr>
          <p:spPr>
            <a:xfrm>
              <a:off x="5737558" y="1993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t5353"/>
            <p:cNvSpPr/>
            <p:nvPr/>
          </p:nvSpPr>
          <p:spPr>
            <a:xfrm>
              <a:off x="5778573" y="1920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t5354"/>
            <p:cNvSpPr/>
            <p:nvPr/>
          </p:nvSpPr>
          <p:spPr>
            <a:xfrm>
              <a:off x="5425154" y="2226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t5355"/>
            <p:cNvSpPr/>
            <p:nvPr/>
          </p:nvSpPr>
          <p:spPr>
            <a:xfrm>
              <a:off x="5384216" y="2203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t5356"/>
            <p:cNvSpPr/>
            <p:nvPr/>
          </p:nvSpPr>
          <p:spPr>
            <a:xfrm>
              <a:off x="5446099" y="1976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t5357"/>
            <p:cNvSpPr/>
            <p:nvPr/>
          </p:nvSpPr>
          <p:spPr>
            <a:xfrm>
              <a:off x="5276564" y="2142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t5358"/>
            <p:cNvSpPr/>
            <p:nvPr/>
          </p:nvSpPr>
          <p:spPr>
            <a:xfrm>
              <a:off x="5835453" y="1872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t5359"/>
            <p:cNvSpPr/>
            <p:nvPr/>
          </p:nvSpPr>
          <p:spPr>
            <a:xfrm>
              <a:off x="4926899" y="2292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t5360"/>
            <p:cNvSpPr/>
            <p:nvPr/>
          </p:nvSpPr>
          <p:spPr>
            <a:xfrm>
              <a:off x="5554884" y="2214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t5361"/>
            <p:cNvSpPr/>
            <p:nvPr/>
          </p:nvSpPr>
          <p:spPr>
            <a:xfrm>
              <a:off x="5612911" y="2039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t5362"/>
            <p:cNvSpPr/>
            <p:nvPr/>
          </p:nvSpPr>
          <p:spPr>
            <a:xfrm>
              <a:off x="5698533" y="2079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t5363"/>
            <p:cNvSpPr/>
            <p:nvPr/>
          </p:nvSpPr>
          <p:spPr>
            <a:xfrm>
              <a:off x="5213219" y="201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t5364"/>
            <p:cNvSpPr/>
            <p:nvPr/>
          </p:nvSpPr>
          <p:spPr>
            <a:xfrm>
              <a:off x="5553574" y="2183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t5365"/>
            <p:cNvSpPr/>
            <p:nvPr/>
          </p:nvSpPr>
          <p:spPr>
            <a:xfrm>
              <a:off x="5415095" y="2203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t5366"/>
            <p:cNvSpPr/>
            <p:nvPr/>
          </p:nvSpPr>
          <p:spPr>
            <a:xfrm>
              <a:off x="5074344" y="2230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t5367"/>
            <p:cNvSpPr/>
            <p:nvPr/>
          </p:nvSpPr>
          <p:spPr>
            <a:xfrm>
              <a:off x="5611793" y="2116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t5368"/>
            <p:cNvSpPr/>
            <p:nvPr/>
          </p:nvSpPr>
          <p:spPr>
            <a:xfrm>
              <a:off x="5558241" y="2195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t5369"/>
            <p:cNvSpPr/>
            <p:nvPr/>
          </p:nvSpPr>
          <p:spPr>
            <a:xfrm>
              <a:off x="5604937" y="1952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t5370"/>
            <p:cNvSpPr/>
            <p:nvPr/>
          </p:nvSpPr>
          <p:spPr>
            <a:xfrm>
              <a:off x="5460288" y="2167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t5371"/>
            <p:cNvSpPr/>
            <p:nvPr/>
          </p:nvSpPr>
          <p:spPr>
            <a:xfrm>
              <a:off x="5230661" y="2036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t5372"/>
            <p:cNvSpPr/>
            <p:nvPr/>
          </p:nvSpPr>
          <p:spPr>
            <a:xfrm>
              <a:off x="5786793" y="187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t5373"/>
            <p:cNvSpPr/>
            <p:nvPr/>
          </p:nvSpPr>
          <p:spPr>
            <a:xfrm>
              <a:off x="4997475" y="2467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t5374"/>
            <p:cNvSpPr/>
            <p:nvPr/>
          </p:nvSpPr>
          <p:spPr>
            <a:xfrm>
              <a:off x="5209767" y="220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t5375"/>
            <p:cNvSpPr/>
            <p:nvPr/>
          </p:nvSpPr>
          <p:spPr>
            <a:xfrm>
              <a:off x="5259894" y="2216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t5376"/>
            <p:cNvSpPr/>
            <p:nvPr/>
          </p:nvSpPr>
          <p:spPr>
            <a:xfrm>
              <a:off x="5576275" y="1956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t5377"/>
            <p:cNvSpPr/>
            <p:nvPr/>
          </p:nvSpPr>
          <p:spPr>
            <a:xfrm>
              <a:off x="5501396" y="2071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t5378"/>
            <p:cNvSpPr/>
            <p:nvPr/>
          </p:nvSpPr>
          <p:spPr>
            <a:xfrm>
              <a:off x="5357814" y="2226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t5379"/>
            <p:cNvSpPr/>
            <p:nvPr/>
          </p:nvSpPr>
          <p:spPr>
            <a:xfrm>
              <a:off x="5846365" y="1739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t5380"/>
            <p:cNvSpPr/>
            <p:nvPr/>
          </p:nvSpPr>
          <p:spPr>
            <a:xfrm>
              <a:off x="5503929" y="2022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t5381"/>
            <p:cNvSpPr/>
            <p:nvPr/>
          </p:nvSpPr>
          <p:spPr>
            <a:xfrm>
              <a:off x="5531081" y="2281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t5382"/>
            <p:cNvSpPr/>
            <p:nvPr/>
          </p:nvSpPr>
          <p:spPr>
            <a:xfrm>
              <a:off x="5374190" y="2042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t5383"/>
            <p:cNvSpPr/>
            <p:nvPr/>
          </p:nvSpPr>
          <p:spPr>
            <a:xfrm>
              <a:off x="5092589" y="252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t5384"/>
            <p:cNvSpPr/>
            <p:nvPr/>
          </p:nvSpPr>
          <p:spPr>
            <a:xfrm>
              <a:off x="5618603" y="2089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t5385"/>
            <p:cNvSpPr/>
            <p:nvPr/>
          </p:nvSpPr>
          <p:spPr>
            <a:xfrm>
              <a:off x="4977568" y="2478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t5386"/>
            <p:cNvSpPr/>
            <p:nvPr/>
          </p:nvSpPr>
          <p:spPr>
            <a:xfrm>
              <a:off x="5660109" y="1530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t5387"/>
            <p:cNvSpPr/>
            <p:nvPr/>
          </p:nvSpPr>
          <p:spPr>
            <a:xfrm>
              <a:off x="5218712" y="2015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t5388"/>
            <p:cNvSpPr/>
            <p:nvPr/>
          </p:nvSpPr>
          <p:spPr>
            <a:xfrm>
              <a:off x="5067550" y="2474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t5389"/>
            <p:cNvSpPr/>
            <p:nvPr/>
          </p:nvSpPr>
          <p:spPr>
            <a:xfrm>
              <a:off x="5510237" y="212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t5390"/>
            <p:cNvSpPr/>
            <p:nvPr/>
          </p:nvSpPr>
          <p:spPr>
            <a:xfrm>
              <a:off x="5297315" y="2186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t5391"/>
            <p:cNvSpPr/>
            <p:nvPr/>
          </p:nvSpPr>
          <p:spPr>
            <a:xfrm>
              <a:off x="5119476" y="2647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t5392"/>
            <p:cNvSpPr/>
            <p:nvPr/>
          </p:nvSpPr>
          <p:spPr>
            <a:xfrm>
              <a:off x="5059348" y="2584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t5393"/>
            <p:cNvSpPr/>
            <p:nvPr/>
          </p:nvSpPr>
          <p:spPr>
            <a:xfrm>
              <a:off x="5556836" y="2251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t5394"/>
            <p:cNvSpPr/>
            <p:nvPr/>
          </p:nvSpPr>
          <p:spPr>
            <a:xfrm>
              <a:off x="5386653" y="2226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t5395"/>
            <p:cNvSpPr/>
            <p:nvPr/>
          </p:nvSpPr>
          <p:spPr>
            <a:xfrm>
              <a:off x="5541209" y="2143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t5396"/>
            <p:cNvSpPr/>
            <p:nvPr/>
          </p:nvSpPr>
          <p:spPr>
            <a:xfrm>
              <a:off x="5427642" y="2211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t5397"/>
            <p:cNvSpPr/>
            <p:nvPr/>
          </p:nvSpPr>
          <p:spPr>
            <a:xfrm>
              <a:off x="5443528" y="1999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t5398"/>
            <p:cNvSpPr/>
            <p:nvPr/>
          </p:nvSpPr>
          <p:spPr>
            <a:xfrm>
              <a:off x="5161374" y="2171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t5399"/>
            <p:cNvSpPr/>
            <p:nvPr/>
          </p:nvSpPr>
          <p:spPr>
            <a:xfrm>
              <a:off x="5744924" y="2046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t5400"/>
            <p:cNvSpPr/>
            <p:nvPr/>
          </p:nvSpPr>
          <p:spPr>
            <a:xfrm>
              <a:off x="5017132" y="2356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t5401"/>
            <p:cNvSpPr/>
            <p:nvPr/>
          </p:nvSpPr>
          <p:spPr>
            <a:xfrm>
              <a:off x="5292261" y="2141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t5402"/>
            <p:cNvSpPr/>
            <p:nvPr/>
          </p:nvSpPr>
          <p:spPr>
            <a:xfrm>
              <a:off x="5900753" y="1522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t5403"/>
            <p:cNvSpPr/>
            <p:nvPr/>
          </p:nvSpPr>
          <p:spPr>
            <a:xfrm>
              <a:off x="5420590" y="2120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t5404"/>
            <p:cNvSpPr/>
            <p:nvPr/>
          </p:nvSpPr>
          <p:spPr>
            <a:xfrm>
              <a:off x="5371495" y="2009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t5405"/>
            <p:cNvSpPr/>
            <p:nvPr/>
          </p:nvSpPr>
          <p:spPr>
            <a:xfrm>
              <a:off x="5631408" y="2004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t5406"/>
            <p:cNvSpPr/>
            <p:nvPr/>
          </p:nvSpPr>
          <p:spPr>
            <a:xfrm>
              <a:off x="5419433" y="2114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t5407"/>
            <p:cNvSpPr/>
            <p:nvPr/>
          </p:nvSpPr>
          <p:spPr>
            <a:xfrm>
              <a:off x="5423246" y="2145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t5408"/>
            <p:cNvSpPr/>
            <p:nvPr/>
          </p:nvSpPr>
          <p:spPr>
            <a:xfrm>
              <a:off x="4939140" y="1924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t5409"/>
            <p:cNvSpPr/>
            <p:nvPr/>
          </p:nvSpPr>
          <p:spPr>
            <a:xfrm>
              <a:off x="5206283" y="2117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t5410"/>
            <p:cNvSpPr/>
            <p:nvPr/>
          </p:nvSpPr>
          <p:spPr>
            <a:xfrm>
              <a:off x="5474760" y="2073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t5411"/>
            <p:cNvSpPr/>
            <p:nvPr/>
          </p:nvSpPr>
          <p:spPr>
            <a:xfrm>
              <a:off x="5490554" y="2189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t5412"/>
            <p:cNvSpPr/>
            <p:nvPr/>
          </p:nvSpPr>
          <p:spPr>
            <a:xfrm>
              <a:off x="5193390" y="2167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t5413"/>
            <p:cNvSpPr/>
            <p:nvPr/>
          </p:nvSpPr>
          <p:spPr>
            <a:xfrm>
              <a:off x="5027213" y="2305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t5414"/>
            <p:cNvSpPr/>
            <p:nvPr/>
          </p:nvSpPr>
          <p:spPr>
            <a:xfrm>
              <a:off x="5258742" y="2163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t5415"/>
            <p:cNvSpPr/>
            <p:nvPr/>
          </p:nvSpPr>
          <p:spPr>
            <a:xfrm>
              <a:off x="5157294" y="2456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t5416"/>
            <p:cNvSpPr/>
            <p:nvPr/>
          </p:nvSpPr>
          <p:spPr>
            <a:xfrm>
              <a:off x="5383971" y="2104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t5417"/>
            <p:cNvSpPr/>
            <p:nvPr/>
          </p:nvSpPr>
          <p:spPr>
            <a:xfrm>
              <a:off x="4861985" y="2621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t5418"/>
            <p:cNvSpPr/>
            <p:nvPr/>
          </p:nvSpPr>
          <p:spPr>
            <a:xfrm>
              <a:off x="5562436" y="2268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t5419"/>
            <p:cNvSpPr/>
            <p:nvPr/>
          </p:nvSpPr>
          <p:spPr>
            <a:xfrm>
              <a:off x="5357267" y="2224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t5420"/>
            <p:cNvSpPr/>
            <p:nvPr/>
          </p:nvSpPr>
          <p:spPr>
            <a:xfrm>
              <a:off x="5542825" y="2292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t5421"/>
            <p:cNvSpPr/>
            <p:nvPr/>
          </p:nvSpPr>
          <p:spPr>
            <a:xfrm>
              <a:off x="5577584" y="2046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t5422"/>
            <p:cNvSpPr/>
            <p:nvPr/>
          </p:nvSpPr>
          <p:spPr>
            <a:xfrm>
              <a:off x="5375391" y="2023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t5423"/>
            <p:cNvSpPr/>
            <p:nvPr/>
          </p:nvSpPr>
          <p:spPr>
            <a:xfrm>
              <a:off x="5528405" y="2115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t5424"/>
            <p:cNvSpPr/>
            <p:nvPr/>
          </p:nvSpPr>
          <p:spPr>
            <a:xfrm>
              <a:off x="5256293" y="2189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t5425"/>
            <p:cNvSpPr/>
            <p:nvPr/>
          </p:nvSpPr>
          <p:spPr>
            <a:xfrm>
              <a:off x="5243843" y="2120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t5426"/>
            <p:cNvSpPr/>
            <p:nvPr/>
          </p:nvSpPr>
          <p:spPr>
            <a:xfrm>
              <a:off x="5025508" y="2103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t5427"/>
            <p:cNvSpPr/>
            <p:nvPr/>
          </p:nvSpPr>
          <p:spPr>
            <a:xfrm>
              <a:off x="5283901" y="1998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t5428"/>
            <p:cNvSpPr/>
            <p:nvPr/>
          </p:nvSpPr>
          <p:spPr>
            <a:xfrm>
              <a:off x="5816331" y="1916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t5429"/>
            <p:cNvSpPr/>
            <p:nvPr/>
          </p:nvSpPr>
          <p:spPr>
            <a:xfrm>
              <a:off x="5804299" y="2079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t5430"/>
            <p:cNvSpPr/>
            <p:nvPr/>
          </p:nvSpPr>
          <p:spPr>
            <a:xfrm>
              <a:off x="5618438" y="1981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t5431"/>
            <p:cNvSpPr/>
            <p:nvPr/>
          </p:nvSpPr>
          <p:spPr>
            <a:xfrm>
              <a:off x="5302966" y="2162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t5432"/>
            <p:cNvSpPr/>
            <p:nvPr/>
          </p:nvSpPr>
          <p:spPr>
            <a:xfrm>
              <a:off x="5308115" y="2058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t5433"/>
            <p:cNvSpPr/>
            <p:nvPr/>
          </p:nvSpPr>
          <p:spPr>
            <a:xfrm>
              <a:off x="5069198" y="2336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t5434"/>
            <p:cNvSpPr/>
            <p:nvPr/>
          </p:nvSpPr>
          <p:spPr>
            <a:xfrm>
              <a:off x="5461013" y="2084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t5435"/>
            <p:cNvSpPr/>
            <p:nvPr/>
          </p:nvSpPr>
          <p:spPr>
            <a:xfrm>
              <a:off x="5371534" y="2090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t5436"/>
            <p:cNvSpPr/>
            <p:nvPr/>
          </p:nvSpPr>
          <p:spPr>
            <a:xfrm>
              <a:off x="5410215" y="2024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t5437"/>
            <p:cNvSpPr/>
            <p:nvPr/>
          </p:nvSpPr>
          <p:spPr>
            <a:xfrm>
              <a:off x="5570308" y="2019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t5438"/>
            <p:cNvSpPr/>
            <p:nvPr/>
          </p:nvSpPr>
          <p:spPr>
            <a:xfrm>
              <a:off x="5167261" y="2248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t5439"/>
            <p:cNvSpPr/>
            <p:nvPr/>
          </p:nvSpPr>
          <p:spPr>
            <a:xfrm>
              <a:off x="5607456" y="1995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t5440"/>
            <p:cNvSpPr/>
            <p:nvPr/>
          </p:nvSpPr>
          <p:spPr>
            <a:xfrm>
              <a:off x="5420729" y="2104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t5441"/>
            <p:cNvSpPr/>
            <p:nvPr/>
          </p:nvSpPr>
          <p:spPr>
            <a:xfrm>
              <a:off x="5636207" y="1973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t5442"/>
            <p:cNvSpPr/>
            <p:nvPr/>
          </p:nvSpPr>
          <p:spPr>
            <a:xfrm>
              <a:off x="5720634" y="1950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t5443"/>
            <p:cNvSpPr/>
            <p:nvPr/>
          </p:nvSpPr>
          <p:spPr>
            <a:xfrm>
              <a:off x="5006419" y="2208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t5444"/>
            <p:cNvSpPr/>
            <p:nvPr/>
          </p:nvSpPr>
          <p:spPr>
            <a:xfrm>
              <a:off x="5374642" y="2080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t5445"/>
            <p:cNvSpPr/>
            <p:nvPr/>
          </p:nvSpPr>
          <p:spPr>
            <a:xfrm>
              <a:off x="5702416" y="2006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t5446"/>
            <p:cNvSpPr/>
            <p:nvPr/>
          </p:nvSpPr>
          <p:spPr>
            <a:xfrm>
              <a:off x="5115787" y="2637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t5447"/>
            <p:cNvSpPr/>
            <p:nvPr/>
          </p:nvSpPr>
          <p:spPr>
            <a:xfrm>
              <a:off x="5512858" y="2167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t5448"/>
            <p:cNvSpPr/>
            <p:nvPr/>
          </p:nvSpPr>
          <p:spPr>
            <a:xfrm>
              <a:off x="5305913" y="2009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t5449"/>
            <p:cNvSpPr/>
            <p:nvPr/>
          </p:nvSpPr>
          <p:spPr>
            <a:xfrm>
              <a:off x="5005512" y="2555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t5450"/>
            <p:cNvSpPr/>
            <p:nvPr/>
          </p:nvSpPr>
          <p:spPr>
            <a:xfrm>
              <a:off x="5575441" y="2215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t5451"/>
            <p:cNvSpPr/>
            <p:nvPr/>
          </p:nvSpPr>
          <p:spPr>
            <a:xfrm>
              <a:off x="5079977" y="1839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t5452"/>
            <p:cNvSpPr/>
            <p:nvPr/>
          </p:nvSpPr>
          <p:spPr>
            <a:xfrm>
              <a:off x="5454690" y="1916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t5453"/>
            <p:cNvSpPr/>
            <p:nvPr/>
          </p:nvSpPr>
          <p:spPr>
            <a:xfrm>
              <a:off x="5606200" y="1909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t5454"/>
            <p:cNvSpPr/>
            <p:nvPr/>
          </p:nvSpPr>
          <p:spPr>
            <a:xfrm>
              <a:off x="5725760" y="1901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t5455"/>
            <p:cNvSpPr/>
            <p:nvPr/>
          </p:nvSpPr>
          <p:spPr>
            <a:xfrm>
              <a:off x="5640549" y="2117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t5456"/>
            <p:cNvSpPr/>
            <p:nvPr/>
          </p:nvSpPr>
          <p:spPr>
            <a:xfrm>
              <a:off x="5341571" y="2225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t5457"/>
            <p:cNvSpPr/>
            <p:nvPr/>
          </p:nvSpPr>
          <p:spPr>
            <a:xfrm>
              <a:off x="5557398" y="2238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t5458"/>
            <p:cNvSpPr/>
            <p:nvPr/>
          </p:nvSpPr>
          <p:spPr>
            <a:xfrm>
              <a:off x="5540009" y="2143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t5459"/>
            <p:cNvSpPr/>
            <p:nvPr/>
          </p:nvSpPr>
          <p:spPr>
            <a:xfrm>
              <a:off x="5024569" y="2360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t5460"/>
            <p:cNvSpPr/>
            <p:nvPr/>
          </p:nvSpPr>
          <p:spPr>
            <a:xfrm>
              <a:off x="5032681" y="2562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t5461"/>
            <p:cNvSpPr/>
            <p:nvPr/>
          </p:nvSpPr>
          <p:spPr>
            <a:xfrm>
              <a:off x="5621133" y="1975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t5462"/>
            <p:cNvSpPr/>
            <p:nvPr/>
          </p:nvSpPr>
          <p:spPr>
            <a:xfrm>
              <a:off x="5701694" y="182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t5463"/>
            <p:cNvSpPr/>
            <p:nvPr/>
          </p:nvSpPr>
          <p:spPr>
            <a:xfrm>
              <a:off x="5403296" y="2190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t5464"/>
            <p:cNvSpPr/>
            <p:nvPr/>
          </p:nvSpPr>
          <p:spPr>
            <a:xfrm>
              <a:off x="5625012" y="1988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t5465"/>
            <p:cNvSpPr/>
            <p:nvPr/>
          </p:nvSpPr>
          <p:spPr>
            <a:xfrm>
              <a:off x="5259608" y="2162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t5466"/>
            <p:cNvSpPr/>
            <p:nvPr/>
          </p:nvSpPr>
          <p:spPr>
            <a:xfrm>
              <a:off x="5681338" y="1922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t5467"/>
            <p:cNvSpPr/>
            <p:nvPr/>
          </p:nvSpPr>
          <p:spPr>
            <a:xfrm>
              <a:off x="5104300" y="2472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t5468"/>
            <p:cNvSpPr/>
            <p:nvPr/>
          </p:nvSpPr>
          <p:spPr>
            <a:xfrm>
              <a:off x="5401814" y="2308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t5469"/>
            <p:cNvSpPr/>
            <p:nvPr/>
          </p:nvSpPr>
          <p:spPr>
            <a:xfrm>
              <a:off x="5561978" y="2230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t5470"/>
            <p:cNvSpPr/>
            <p:nvPr/>
          </p:nvSpPr>
          <p:spPr>
            <a:xfrm>
              <a:off x="5232671" y="2154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t5471"/>
            <p:cNvSpPr/>
            <p:nvPr/>
          </p:nvSpPr>
          <p:spPr>
            <a:xfrm>
              <a:off x="5508815" y="2116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t5472"/>
            <p:cNvSpPr/>
            <p:nvPr/>
          </p:nvSpPr>
          <p:spPr>
            <a:xfrm>
              <a:off x="5599755" y="1958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t5473"/>
            <p:cNvSpPr/>
            <p:nvPr/>
          </p:nvSpPr>
          <p:spPr>
            <a:xfrm>
              <a:off x="5591076" y="185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t5474"/>
            <p:cNvSpPr/>
            <p:nvPr/>
          </p:nvSpPr>
          <p:spPr>
            <a:xfrm>
              <a:off x="5677800" y="1987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t5475"/>
            <p:cNvSpPr/>
            <p:nvPr/>
          </p:nvSpPr>
          <p:spPr>
            <a:xfrm>
              <a:off x="5188713" y="2138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t5476"/>
            <p:cNvSpPr/>
            <p:nvPr/>
          </p:nvSpPr>
          <p:spPr>
            <a:xfrm>
              <a:off x="5187651" y="2234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t5477"/>
            <p:cNvSpPr/>
            <p:nvPr/>
          </p:nvSpPr>
          <p:spPr>
            <a:xfrm>
              <a:off x="5318295" y="2248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t5478"/>
            <p:cNvSpPr/>
            <p:nvPr/>
          </p:nvSpPr>
          <p:spPr>
            <a:xfrm>
              <a:off x="5629529" y="203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t5479"/>
            <p:cNvSpPr/>
            <p:nvPr/>
          </p:nvSpPr>
          <p:spPr>
            <a:xfrm>
              <a:off x="5238135" y="2097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t5480"/>
            <p:cNvSpPr/>
            <p:nvPr/>
          </p:nvSpPr>
          <p:spPr>
            <a:xfrm>
              <a:off x="5365161" y="206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t5481"/>
            <p:cNvSpPr/>
            <p:nvPr/>
          </p:nvSpPr>
          <p:spPr>
            <a:xfrm>
              <a:off x="4949271" y="2258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t5482"/>
            <p:cNvSpPr/>
            <p:nvPr/>
          </p:nvSpPr>
          <p:spPr>
            <a:xfrm>
              <a:off x="5151211" y="2504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t5483"/>
            <p:cNvSpPr/>
            <p:nvPr/>
          </p:nvSpPr>
          <p:spPr>
            <a:xfrm>
              <a:off x="5901229" y="1707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t5484"/>
            <p:cNvSpPr/>
            <p:nvPr/>
          </p:nvSpPr>
          <p:spPr>
            <a:xfrm>
              <a:off x="5125104" y="2678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t5485"/>
            <p:cNvSpPr/>
            <p:nvPr/>
          </p:nvSpPr>
          <p:spPr>
            <a:xfrm>
              <a:off x="5313492" y="2118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t5486"/>
            <p:cNvSpPr/>
            <p:nvPr/>
          </p:nvSpPr>
          <p:spPr>
            <a:xfrm>
              <a:off x="5508562" y="2071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t5487"/>
            <p:cNvSpPr/>
            <p:nvPr/>
          </p:nvSpPr>
          <p:spPr>
            <a:xfrm>
              <a:off x="5417697" y="2196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t5488"/>
            <p:cNvSpPr/>
            <p:nvPr/>
          </p:nvSpPr>
          <p:spPr>
            <a:xfrm>
              <a:off x="5744741" y="2068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t5489"/>
            <p:cNvSpPr/>
            <p:nvPr/>
          </p:nvSpPr>
          <p:spPr>
            <a:xfrm>
              <a:off x="5505210" y="2099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t5490"/>
            <p:cNvSpPr/>
            <p:nvPr/>
          </p:nvSpPr>
          <p:spPr>
            <a:xfrm>
              <a:off x="5281014" y="1916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t5491"/>
            <p:cNvSpPr/>
            <p:nvPr/>
          </p:nvSpPr>
          <p:spPr>
            <a:xfrm>
              <a:off x="5499840" y="2148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t5492"/>
            <p:cNvSpPr/>
            <p:nvPr/>
          </p:nvSpPr>
          <p:spPr>
            <a:xfrm>
              <a:off x="5255685" y="1972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t5493"/>
            <p:cNvSpPr/>
            <p:nvPr/>
          </p:nvSpPr>
          <p:spPr>
            <a:xfrm>
              <a:off x="5605713" y="1898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t5494"/>
            <p:cNvSpPr/>
            <p:nvPr/>
          </p:nvSpPr>
          <p:spPr>
            <a:xfrm>
              <a:off x="5528524" y="2007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t5495"/>
            <p:cNvSpPr/>
            <p:nvPr/>
          </p:nvSpPr>
          <p:spPr>
            <a:xfrm>
              <a:off x="6022185" y="1996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t5496"/>
            <p:cNvSpPr/>
            <p:nvPr/>
          </p:nvSpPr>
          <p:spPr>
            <a:xfrm>
              <a:off x="5261591" y="222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t5497"/>
            <p:cNvSpPr/>
            <p:nvPr/>
          </p:nvSpPr>
          <p:spPr>
            <a:xfrm>
              <a:off x="5215356" y="2003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t5498"/>
            <p:cNvSpPr/>
            <p:nvPr/>
          </p:nvSpPr>
          <p:spPr>
            <a:xfrm>
              <a:off x="5647967" y="1880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t5499"/>
            <p:cNvSpPr/>
            <p:nvPr/>
          </p:nvSpPr>
          <p:spPr>
            <a:xfrm>
              <a:off x="5659425" y="1636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t5500"/>
            <p:cNvSpPr/>
            <p:nvPr/>
          </p:nvSpPr>
          <p:spPr>
            <a:xfrm>
              <a:off x="5343495" y="2198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t5501"/>
            <p:cNvSpPr/>
            <p:nvPr/>
          </p:nvSpPr>
          <p:spPr>
            <a:xfrm>
              <a:off x="5000550" y="2556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t5502"/>
            <p:cNvSpPr/>
            <p:nvPr/>
          </p:nvSpPr>
          <p:spPr>
            <a:xfrm>
              <a:off x="5442904" y="1988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t5503"/>
            <p:cNvSpPr/>
            <p:nvPr/>
          </p:nvSpPr>
          <p:spPr>
            <a:xfrm>
              <a:off x="5364816" y="2101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t5504"/>
            <p:cNvSpPr/>
            <p:nvPr/>
          </p:nvSpPr>
          <p:spPr>
            <a:xfrm>
              <a:off x="5584009" y="2103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t5505"/>
            <p:cNvSpPr/>
            <p:nvPr/>
          </p:nvSpPr>
          <p:spPr>
            <a:xfrm>
              <a:off x="5012187" y="2407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t5506"/>
            <p:cNvSpPr/>
            <p:nvPr/>
          </p:nvSpPr>
          <p:spPr>
            <a:xfrm>
              <a:off x="5601566" y="1949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t5507"/>
            <p:cNvSpPr/>
            <p:nvPr/>
          </p:nvSpPr>
          <p:spPr>
            <a:xfrm>
              <a:off x="5437241" y="2108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t5508"/>
            <p:cNvSpPr/>
            <p:nvPr/>
          </p:nvSpPr>
          <p:spPr>
            <a:xfrm>
              <a:off x="5445008" y="2031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t5509"/>
            <p:cNvSpPr/>
            <p:nvPr/>
          </p:nvSpPr>
          <p:spPr>
            <a:xfrm>
              <a:off x="5202096" y="2361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t5510"/>
            <p:cNvSpPr/>
            <p:nvPr/>
          </p:nvSpPr>
          <p:spPr>
            <a:xfrm>
              <a:off x="5253499" y="2256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t5511"/>
            <p:cNvSpPr/>
            <p:nvPr/>
          </p:nvSpPr>
          <p:spPr>
            <a:xfrm>
              <a:off x="5591048" y="2123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t5512"/>
            <p:cNvSpPr/>
            <p:nvPr/>
          </p:nvSpPr>
          <p:spPr>
            <a:xfrm>
              <a:off x="5407369" y="2222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t5513"/>
            <p:cNvSpPr/>
            <p:nvPr/>
          </p:nvSpPr>
          <p:spPr>
            <a:xfrm>
              <a:off x="5223717" y="1892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t5514"/>
            <p:cNvSpPr/>
            <p:nvPr/>
          </p:nvSpPr>
          <p:spPr>
            <a:xfrm>
              <a:off x="5675340" y="1949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t5515"/>
            <p:cNvSpPr/>
            <p:nvPr/>
          </p:nvSpPr>
          <p:spPr>
            <a:xfrm>
              <a:off x="5084535" y="2062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t5516"/>
            <p:cNvSpPr/>
            <p:nvPr/>
          </p:nvSpPr>
          <p:spPr>
            <a:xfrm>
              <a:off x="5806015" y="2140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t5517"/>
            <p:cNvSpPr/>
            <p:nvPr/>
          </p:nvSpPr>
          <p:spPr>
            <a:xfrm>
              <a:off x="5443634" y="2102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t5518"/>
            <p:cNvSpPr/>
            <p:nvPr/>
          </p:nvSpPr>
          <p:spPr>
            <a:xfrm>
              <a:off x="5152631" y="2417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t5519"/>
            <p:cNvSpPr/>
            <p:nvPr/>
          </p:nvSpPr>
          <p:spPr>
            <a:xfrm>
              <a:off x="5550139" y="219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t5520"/>
            <p:cNvSpPr/>
            <p:nvPr/>
          </p:nvSpPr>
          <p:spPr>
            <a:xfrm>
              <a:off x="5487221" y="2217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t5521"/>
            <p:cNvSpPr/>
            <p:nvPr/>
          </p:nvSpPr>
          <p:spPr>
            <a:xfrm>
              <a:off x="5538322" y="2225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t5522"/>
            <p:cNvSpPr/>
            <p:nvPr/>
          </p:nvSpPr>
          <p:spPr>
            <a:xfrm>
              <a:off x="5279168" y="2142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t5523"/>
            <p:cNvSpPr/>
            <p:nvPr/>
          </p:nvSpPr>
          <p:spPr>
            <a:xfrm>
              <a:off x="5548484" y="2232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t5524"/>
            <p:cNvSpPr/>
            <p:nvPr/>
          </p:nvSpPr>
          <p:spPr>
            <a:xfrm>
              <a:off x="5021440" y="2249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t5525"/>
            <p:cNvSpPr/>
            <p:nvPr/>
          </p:nvSpPr>
          <p:spPr>
            <a:xfrm>
              <a:off x="5455216" y="2021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t5526"/>
            <p:cNvSpPr/>
            <p:nvPr/>
          </p:nvSpPr>
          <p:spPr>
            <a:xfrm>
              <a:off x="5128200" y="2712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t5527"/>
            <p:cNvSpPr/>
            <p:nvPr/>
          </p:nvSpPr>
          <p:spPr>
            <a:xfrm>
              <a:off x="5755880" y="1988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t5528"/>
            <p:cNvSpPr/>
            <p:nvPr/>
          </p:nvSpPr>
          <p:spPr>
            <a:xfrm>
              <a:off x="5559173" y="2268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t5529"/>
            <p:cNvSpPr/>
            <p:nvPr/>
          </p:nvSpPr>
          <p:spPr>
            <a:xfrm>
              <a:off x="4839480" y="2654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t5530"/>
            <p:cNvSpPr/>
            <p:nvPr/>
          </p:nvSpPr>
          <p:spPr>
            <a:xfrm>
              <a:off x="5949191" y="1819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t5531"/>
            <p:cNvSpPr/>
            <p:nvPr/>
          </p:nvSpPr>
          <p:spPr>
            <a:xfrm>
              <a:off x="5413438" y="2142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t5532"/>
            <p:cNvSpPr/>
            <p:nvPr/>
          </p:nvSpPr>
          <p:spPr>
            <a:xfrm>
              <a:off x="5487271" y="2163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t5533"/>
            <p:cNvSpPr/>
            <p:nvPr/>
          </p:nvSpPr>
          <p:spPr>
            <a:xfrm>
              <a:off x="5270195" y="2095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t5534"/>
            <p:cNvSpPr/>
            <p:nvPr/>
          </p:nvSpPr>
          <p:spPr>
            <a:xfrm>
              <a:off x="5622639" y="205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t5535"/>
            <p:cNvSpPr/>
            <p:nvPr/>
          </p:nvSpPr>
          <p:spPr>
            <a:xfrm>
              <a:off x="5418947" y="2166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t5536"/>
            <p:cNvSpPr/>
            <p:nvPr/>
          </p:nvSpPr>
          <p:spPr>
            <a:xfrm>
              <a:off x="5376139" y="2134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t5537"/>
            <p:cNvSpPr/>
            <p:nvPr/>
          </p:nvSpPr>
          <p:spPr>
            <a:xfrm>
              <a:off x="5900279" y="1696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t5538"/>
            <p:cNvSpPr/>
            <p:nvPr/>
          </p:nvSpPr>
          <p:spPr>
            <a:xfrm>
              <a:off x="5389021" y="2202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t5539"/>
            <p:cNvSpPr/>
            <p:nvPr/>
          </p:nvSpPr>
          <p:spPr>
            <a:xfrm>
              <a:off x="5411906" y="2111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t5540"/>
            <p:cNvSpPr/>
            <p:nvPr/>
          </p:nvSpPr>
          <p:spPr>
            <a:xfrm>
              <a:off x="5121053" y="2750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t5541"/>
            <p:cNvSpPr/>
            <p:nvPr/>
          </p:nvSpPr>
          <p:spPr>
            <a:xfrm>
              <a:off x="4990034" y="2743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t5542"/>
            <p:cNvSpPr/>
            <p:nvPr/>
          </p:nvSpPr>
          <p:spPr>
            <a:xfrm>
              <a:off x="5259903" y="2225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t5543"/>
            <p:cNvSpPr/>
            <p:nvPr/>
          </p:nvSpPr>
          <p:spPr>
            <a:xfrm>
              <a:off x="5557555" y="2275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t5544"/>
            <p:cNvSpPr/>
            <p:nvPr/>
          </p:nvSpPr>
          <p:spPr>
            <a:xfrm>
              <a:off x="5503493" y="2076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t5545"/>
            <p:cNvSpPr/>
            <p:nvPr/>
          </p:nvSpPr>
          <p:spPr>
            <a:xfrm>
              <a:off x="5934917" y="1732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t5546"/>
            <p:cNvSpPr/>
            <p:nvPr/>
          </p:nvSpPr>
          <p:spPr>
            <a:xfrm>
              <a:off x="5346259" y="2216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t5547"/>
            <p:cNvSpPr/>
            <p:nvPr/>
          </p:nvSpPr>
          <p:spPr>
            <a:xfrm>
              <a:off x="5308247" y="2016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t5548"/>
            <p:cNvSpPr/>
            <p:nvPr/>
          </p:nvSpPr>
          <p:spPr>
            <a:xfrm>
              <a:off x="5596161" y="1953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t5549"/>
            <p:cNvSpPr/>
            <p:nvPr/>
          </p:nvSpPr>
          <p:spPr>
            <a:xfrm>
              <a:off x="5775527" y="1714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t5550"/>
            <p:cNvSpPr/>
            <p:nvPr/>
          </p:nvSpPr>
          <p:spPr>
            <a:xfrm>
              <a:off x="5366455" y="2135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t5551"/>
            <p:cNvSpPr/>
            <p:nvPr/>
          </p:nvSpPr>
          <p:spPr>
            <a:xfrm>
              <a:off x="5170780" y="2331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t5552"/>
            <p:cNvSpPr/>
            <p:nvPr/>
          </p:nvSpPr>
          <p:spPr>
            <a:xfrm>
              <a:off x="5621965" y="2025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t5553"/>
            <p:cNvSpPr/>
            <p:nvPr/>
          </p:nvSpPr>
          <p:spPr>
            <a:xfrm>
              <a:off x="5342854" y="2276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t5554"/>
            <p:cNvSpPr/>
            <p:nvPr/>
          </p:nvSpPr>
          <p:spPr>
            <a:xfrm>
              <a:off x="5359752" y="2289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t5555"/>
            <p:cNvSpPr/>
            <p:nvPr/>
          </p:nvSpPr>
          <p:spPr>
            <a:xfrm>
              <a:off x="5719082" y="2024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t5556"/>
            <p:cNvSpPr/>
            <p:nvPr/>
          </p:nvSpPr>
          <p:spPr>
            <a:xfrm>
              <a:off x="5261371" y="202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t5557"/>
            <p:cNvSpPr/>
            <p:nvPr/>
          </p:nvSpPr>
          <p:spPr>
            <a:xfrm>
              <a:off x="5706199" y="1761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t5558"/>
            <p:cNvSpPr/>
            <p:nvPr/>
          </p:nvSpPr>
          <p:spPr>
            <a:xfrm>
              <a:off x="5086147" y="2078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t5559"/>
            <p:cNvSpPr/>
            <p:nvPr/>
          </p:nvSpPr>
          <p:spPr>
            <a:xfrm>
              <a:off x="5637098" y="2165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t5560"/>
            <p:cNvSpPr/>
            <p:nvPr/>
          </p:nvSpPr>
          <p:spPr>
            <a:xfrm>
              <a:off x="5628339" y="1971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t5561"/>
            <p:cNvSpPr/>
            <p:nvPr/>
          </p:nvSpPr>
          <p:spPr>
            <a:xfrm>
              <a:off x="5287188" y="2027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t5562"/>
            <p:cNvSpPr/>
            <p:nvPr/>
          </p:nvSpPr>
          <p:spPr>
            <a:xfrm>
              <a:off x="5546721" y="2142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t5563"/>
            <p:cNvSpPr/>
            <p:nvPr/>
          </p:nvSpPr>
          <p:spPr>
            <a:xfrm>
              <a:off x="5409155" y="2262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t5564"/>
            <p:cNvSpPr/>
            <p:nvPr/>
          </p:nvSpPr>
          <p:spPr>
            <a:xfrm>
              <a:off x="5691117" y="1959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t5565"/>
            <p:cNvSpPr/>
            <p:nvPr/>
          </p:nvSpPr>
          <p:spPr>
            <a:xfrm>
              <a:off x="5037948" y="2417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t5566"/>
            <p:cNvSpPr/>
            <p:nvPr/>
          </p:nvSpPr>
          <p:spPr>
            <a:xfrm>
              <a:off x="4958212" y="2483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t5567"/>
            <p:cNvSpPr/>
            <p:nvPr/>
          </p:nvSpPr>
          <p:spPr>
            <a:xfrm>
              <a:off x="5308199" y="2160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t5568"/>
            <p:cNvSpPr/>
            <p:nvPr/>
          </p:nvSpPr>
          <p:spPr>
            <a:xfrm>
              <a:off x="5109761" y="2775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t5569"/>
            <p:cNvSpPr/>
            <p:nvPr/>
          </p:nvSpPr>
          <p:spPr>
            <a:xfrm>
              <a:off x="5168985" y="2288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t5570"/>
            <p:cNvSpPr/>
            <p:nvPr/>
          </p:nvSpPr>
          <p:spPr>
            <a:xfrm>
              <a:off x="5350042" y="2285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t5571"/>
            <p:cNvSpPr/>
            <p:nvPr/>
          </p:nvSpPr>
          <p:spPr>
            <a:xfrm>
              <a:off x="5267484" y="2076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t5572"/>
            <p:cNvSpPr/>
            <p:nvPr/>
          </p:nvSpPr>
          <p:spPr>
            <a:xfrm>
              <a:off x="5028939" y="2422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t5573"/>
            <p:cNvSpPr/>
            <p:nvPr/>
          </p:nvSpPr>
          <p:spPr>
            <a:xfrm>
              <a:off x="5125551" y="2667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t5574"/>
            <p:cNvSpPr/>
            <p:nvPr/>
          </p:nvSpPr>
          <p:spPr>
            <a:xfrm>
              <a:off x="5202690" y="2251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t5575"/>
            <p:cNvSpPr/>
            <p:nvPr/>
          </p:nvSpPr>
          <p:spPr>
            <a:xfrm>
              <a:off x="5291983" y="2178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t5576"/>
            <p:cNvSpPr/>
            <p:nvPr/>
          </p:nvSpPr>
          <p:spPr>
            <a:xfrm>
              <a:off x="5543558" y="2170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t5577"/>
            <p:cNvSpPr/>
            <p:nvPr/>
          </p:nvSpPr>
          <p:spPr>
            <a:xfrm>
              <a:off x="5068005" y="2340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t5578"/>
            <p:cNvSpPr/>
            <p:nvPr/>
          </p:nvSpPr>
          <p:spPr>
            <a:xfrm>
              <a:off x="5377208" y="2232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t5579"/>
            <p:cNvSpPr/>
            <p:nvPr/>
          </p:nvSpPr>
          <p:spPr>
            <a:xfrm>
              <a:off x="5496850" y="219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t5580"/>
            <p:cNvSpPr/>
            <p:nvPr/>
          </p:nvSpPr>
          <p:spPr>
            <a:xfrm>
              <a:off x="5577598" y="2066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t5581"/>
            <p:cNvSpPr/>
            <p:nvPr/>
          </p:nvSpPr>
          <p:spPr>
            <a:xfrm>
              <a:off x="5597670" y="1998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t5582"/>
            <p:cNvSpPr/>
            <p:nvPr/>
          </p:nvSpPr>
          <p:spPr>
            <a:xfrm>
              <a:off x="5404723" y="2283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t5583"/>
            <p:cNvSpPr/>
            <p:nvPr/>
          </p:nvSpPr>
          <p:spPr>
            <a:xfrm>
              <a:off x="5665253" y="1719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t5584"/>
            <p:cNvSpPr/>
            <p:nvPr/>
          </p:nvSpPr>
          <p:spPr>
            <a:xfrm>
              <a:off x="4987325" y="2398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t5585"/>
            <p:cNvSpPr/>
            <p:nvPr/>
          </p:nvSpPr>
          <p:spPr>
            <a:xfrm>
              <a:off x="5416607" y="2134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t5586"/>
            <p:cNvSpPr/>
            <p:nvPr/>
          </p:nvSpPr>
          <p:spPr>
            <a:xfrm>
              <a:off x="5486174" y="2188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t5587"/>
            <p:cNvSpPr/>
            <p:nvPr/>
          </p:nvSpPr>
          <p:spPr>
            <a:xfrm>
              <a:off x="5003832" y="2160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t5588"/>
            <p:cNvSpPr/>
            <p:nvPr/>
          </p:nvSpPr>
          <p:spPr>
            <a:xfrm>
              <a:off x="5839128" y="1752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t5589"/>
            <p:cNvSpPr/>
            <p:nvPr/>
          </p:nvSpPr>
          <p:spPr>
            <a:xfrm>
              <a:off x="5252902" y="220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t5590"/>
            <p:cNvSpPr/>
            <p:nvPr/>
          </p:nvSpPr>
          <p:spPr>
            <a:xfrm>
              <a:off x="5383853" y="2166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t5591"/>
            <p:cNvSpPr/>
            <p:nvPr/>
          </p:nvSpPr>
          <p:spPr>
            <a:xfrm>
              <a:off x="5463675" y="2014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t5592"/>
            <p:cNvSpPr/>
            <p:nvPr/>
          </p:nvSpPr>
          <p:spPr>
            <a:xfrm>
              <a:off x="5499450" y="2297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t5593"/>
            <p:cNvSpPr/>
            <p:nvPr/>
          </p:nvSpPr>
          <p:spPr>
            <a:xfrm>
              <a:off x="4965607" y="2656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t5594"/>
            <p:cNvSpPr/>
            <p:nvPr/>
          </p:nvSpPr>
          <p:spPr>
            <a:xfrm>
              <a:off x="5312955" y="2088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t5595"/>
            <p:cNvSpPr/>
            <p:nvPr/>
          </p:nvSpPr>
          <p:spPr>
            <a:xfrm>
              <a:off x="4997386" y="2655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t5596"/>
            <p:cNvSpPr/>
            <p:nvPr/>
          </p:nvSpPr>
          <p:spPr>
            <a:xfrm>
              <a:off x="5331114" y="2163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t5597"/>
            <p:cNvSpPr/>
            <p:nvPr/>
          </p:nvSpPr>
          <p:spPr>
            <a:xfrm>
              <a:off x="5152471" y="2507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t5598"/>
            <p:cNvSpPr/>
            <p:nvPr/>
          </p:nvSpPr>
          <p:spPr>
            <a:xfrm>
              <a:off x="5716512" y="1900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t5599"/>
            <p:cNvSpPr/>
            <p:nvPr/>
          </p:nvSpPr>
          <p:spPr>
            <a:xfrm>
              <a:off x="5526577" y="2073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t5600"/>
            <p:cNvSpPr/>
            <p:nvPr/>
          </p:nvSpPr>
          <p:spPr>
            <a:xfrm>
              <a:off x="5542052" y="2174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t5601"/>
            <p:cNvSpPr/>
            <p:nvPr/>
          </p:nvSpPr>
          <p:spPr>
            <a:xfrm>
              <a:off x="5000704" y="2243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t5602"/>
            <p:cNvSpPr/>
            <p:nvPr/>
          </p:nvSpPr>
          <p:spPr>
            <a:xfrm>
              <a:off x="5091109" y="2422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t5603"/>
            <p:cNvSpPr/>
            <p:nvPr/>
          </p:nvSpPr>
          <p:spPr>
            <a:xfrm>
              <a:off x="5418584" y="2162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t5604"/>
            <p:cNvSpPr/>
            <p:nvPr/>
          </p:nvSpPr>
          <p:spPr>
            <a:xfrm>
              <a:off x="5236698" y="2122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t5605"/>
            <p:cNvSpPr/>
            <p:nvPr/>
          </p:nvSpPr>
          <p:spPr>
            <a:xfrm>
              <a:off x="5343221" y="2208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t5606"/>
            <p:cNvSpPr/>
            <p:nvPr/>
          </p:nvSpPr>
          <p:spPr>
            <a:xfrm>
              <a:off x="5089848" y="2512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t5607"/>
            <p:cNvSpPr/>
            <p:nvPr/>
          </p:nvSpPr>
          <p:spPr>
            <a:xfrm>
              <a:off x="5385040" y="2214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t5608"/>
            <p:cNvSpPr/>
            <p:nvPr/>
          </p:nvSpPr>
          <p:spPr>
            <a:xfrm>
              <a:off x="5652856" y="1920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t5609"/>
            <p:cNvSpPr/>
            <p:nvPr/>
          </p:nvSpPr>
          <p:spPr>
            <a:xfrm>
              <a:off x="4951581" y="2792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t5610"/>
            <p:cNvSpPr/>
            <p:nvPr/>
          </p:nvSpPr>
          <p:spPr>
            <a:xfrm>
              <a:off x="5631279" y="1978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t5611"/>
            <p:cNvSpPr/>
            <p:nvPr/>
          </p:nvSpPr>
          <p:spPr>
            <a:xfrm>
              <a:off x="5123517" y="2509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t5612"/>
            <p:cNvSpPr/>
            <p:nvPr/>
          </p:nvSpPr>
          <p:spPr>
            <a:xfrm>
              <a:off x="5441584" y="2007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t5613"/>
            <p:cNvSpPr/>
            <p:nvPr/>
          </p:nvSpPr>
          <p:spPr>
            <a:xfrm>
              <a:off x="5021899" y="2468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t5614"/>
            <p:cNvSpPr/>
            <p:nvPr/>
          </p:nvSpPr>
          <p:spPr>
            <a:xfrm>
              <a:off x="5671823" y="1718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t5615"/>
            <p:cNvSpPr/>
            <p:nvPr/>
          </p:nvSpPr>
          <p:spPr>
            <a:xfrm>
              <a:off x="5468881" y="2036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t5616"/>
            <p:cNvSpPr/>
            <p:nvPr/>
          </p:nvSpPr>
          <p:spPr>
            <a:xfrm>
              <a:off x="5454879" y="1900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t5617"/>
            <p:cNvSpPr/>
            <p:nvPr/>
          </p:nvSpPr>
          <p:spPr>
            <a:xfrm>
              <a:off x="5517294" y="2022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t5618"/>
            <p:cNvSpPr/>
            <p:nvPr/>
          </p:nvSpPr>
          <p:spPr>
            <a:xfrm>
              <a:off x="5457644" y="2061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t5619"/>
            <p:cNvSpPr/>
            <p:nvPr/>
          </p:nvSpPr>
          <p:spPr>
            <a:xfrm>
              <a:off x="5414939" y="2095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t5620"/>
            <p:cNvSpPr/>
            <p:nvPr/>
          </p:nvSpPr>
          <p:spPr>
            <a:xfrm>
              <a:off x="5112287" y="2741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t5621"/>
            <p:cNvSpPr/>
            <p:nvPr/>
          </p:nvSpPr>
          <p:spPr>
            <a:xfrm>
              <a:off x="5285589" y="1904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t5622"/>
            <p:cNvSpPr/>
            <p:nvPr/>
          </p:nvSpPr>
          <p:spPr>
            <a:xfrm>
              <a:off x="4799620" y="2462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t5623"/>
            <p:cNvSpPr/>
            <p:nvPr/>
          </p:nvSpPr>
          <p:spPr>
            <a:xfrm>
              <a:off x="5066884" y="2455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t5624"/>
            <p:cNvSpPr/>
            <p:nvPr/>
          </p:nvSpPr>
          <p:spPr>
            <a:xfrm>
              <a:off x="5432731" y="2145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t5625"/>
            <p:cNvSpPr/>
            <p:nvPr/>
          </p:nvSpPr>
          <p:spPr>
            <a:xfrm>
              <a:off x="5473396" y="2181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t5626"/>
            <p:cNvSpPr/>
            <p:nvPr/>
          </p:nvSpPr>
          <p:spPr>
            <a:xfrm>
              <a:off x="5722860" y="195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t5627"/>
            <p:cNvSpPr/>
            <p:nvPr/>
          </p:nvSpPr>
          <p:spPr>
            <a:xfrm>
              <a:off x="5612828" y="2071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t5628"/>
            <p:cNvSpPr/>
            <p:nvPr/>
          </p:nvSpPr>
          <p:spPr>
            <a:xfrm>
              <a:off x="5335748" y="2212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t5629"/>
            <p:cNvSpPr/>
            <p:nvPr/>
          </p:nvSpPr>
          <p:spPr>
            <a:xfrm>
              <a:off x="5637671" y="2042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t5630"/>
            <p:cNvSpPr/>
            <p:nvPr/>
          </p:nvSpPr>
          <p:spPr>
            <a:xfrm>
              <a:off x="5237678" y="2126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t5631"/>
            <p:cNvSpPr/>
            <p:nvPr/>
          </p:nvSpPr>
          <p:spPr>
            <a:xfrm>
              <a:off x="5580385" y="2016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t5632"/>
            <p:cNvSpPr/>
            <p:nvPr/>
          </p:nvSpPr>
          <p:spPr>
            <a:xfrm>
              <a:off x="5684434" y="1902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t5633"/>
            <p:cNvSpPr/>
            <p:nvPr/>
          </p:nvSpPr>
          <p:spPr>
            <a:xfrm>
              <a:off x="5345528" y="2249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t5634"/>
            <p:cNvSpPr/>
            <p:nvPr/>
          </p:nvSpPr>
          <p:spPr>
            <a:xfrm>
              <a:off x="5259148" y="2187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t5635"/>
            <p:cNvSpPr/>
            <p:nvPr/>
          </p:nvSpPr>
          <p:spPr>
            <a:xfrm>
              <a:off x="5394219" y="2251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t5636"/>
            <p:cNvSpPr/>
            <p:nvPr/>
          </p:nvSpPr>
          <p:spPr>
            <a:xfrm>
              <a:off x="5118327" y="2623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t5637"/>
            <p:cNvSpPr/>
            <p:nvPr/>
          </p:nvSpPr>
          <p:spPr>
            <a:xfrm>
              <a:off x="5428288" y="2208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t5638"/>
            <p:cNvSpPr/>
            <p:nvPr/>
          </p:nvSpPr>
          <p:spPr>
            <a:xfrm>
              <a:off x="5268401" y="2110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t5639"/>
            <p:cNvSpPr/>
            <p:nvPr/>
          </p:nvSpPr>
          <p:spPr>
            <a:xfrm>
              <a:off x="4611351" y="2718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t5640"/>
            <p:cNvSpPr/>
            <p:nvPr/>
          </p:nvSpPr>
          <p:spPr>
            <a:xfrm>
              <a:off x="5759884" y="2023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t5641"/>
            <p:cNvSpPr/>
            <p:nvPr/>
          </p:nvSpPr>
          <p:spPr>
            <a:xfrm>
              <a:off x="5675094" y="1978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t5642"/>
            <p:cNvSpPr/>
            <p:nvPr/>
          </p:nvSpPr>
          <p:spPr>
            <a:xfrm>
              <a:off x="5125004" y="2654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t5643"/>
            <p:cNvSpPr/>
            <p:nvPr/>
          </p:nvSpPr>
          <p:spPr>
            <a:xfrm>
              <a:off x="5671270" y="1786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t5644"/>
            <p:cNvSpPr/>
            <p:nvPr/>
          </p:nvSpPr>
          <p:spPr>
            <a:xfrm>
              <a:off x="5324424" y="2193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t5645"/>
            <p:cNvSpPr/>
            <p:nvPr/>
          </p:nvSpPr>
          <p:spPr>
            <a:xfrm>
              <a:off x="5420141" y="2154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t5646"/>
            <p:cNvSpPr/>
            <p:nvPr/>
          </p:nvSpPr>
          <p:spPr>
            <a:xfrm>
              <a:off x="5657485" y="1821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t5647"/>
            <p:cNvSpPr/>
            <p:nvPr/>
          </p:nvSpPr>
          <p:spPr>
            <a:xfrm>
              <a:off x="5407415" y="2321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t5648"/>
            <p:cNvSpPr/>
            <p:nvPr/>
          </p:nvSpPr>
          <p:spPr>
            <a:xfrm>
              <a:off x="5616523" y="2070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t5649"/>
            <p:cNvSpPr/>
            <p:nvPr/>
          </p:nvSpPr>
          <p:spPr>
            <a:xfrm>
              <a:off x="5131520" y="2664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t5650"/>
            <p:cNvSpPr/>
            <p:nvPr/>
          </p:nvSpPr>
          <p:spPr>
            <a:xfrm>
              <a:off x="5729796" y="1841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t5651"/>
            <p:cNvSpPr/>
            <p:nvPr/>
          </p:nvSpPr>
          <p:spPr>
            <a:xfrm>
              <a:off x="5193227" y="2225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t5652"/>
            <p:cNvSpPr/>
            <p:nvPr/>
          </p:nvSpPr>
          <p:spPr>
            <a:xfrm>
              <a:off x="5495114" y="2362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t5653"/>
            <p:cNvSpPr/>
            <p:nvPr/>
          </p:nvSpPr>
          <p:spPr>
            <a:xfrm>
              <a:off x="5739142" y="1902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t5654"/>
            <p:cNvSpPr/>
            <p:nvPr/>
          </p:nvSpPr>
          <p:spPr>
            <a:xfrm>
              <a:off x="5644089" y="1892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t5655"/>
            <p:cNvSpPr/>
            <p:nvPr/>
          </p:nvSpPr>
          <p:spPr>
            <a:xfrm>
              <a:off x="5413122" y="2031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t5656"/>
            <p:cNvSpPr/>
            <p:nvPr/>
          </p:nvSpPr>
          <p:spPr>
            <a:xfrm>
              <a:off x="4905543" y="167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t5657"/>
            <p:cNvSpPr/>
            <p:nvPr/>
          </p:nvSpPr>
          <p:spPr>
            <a:xfrm>
              <a:off x="5427951" y="214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t5658"/>
            <p:cNvSpPr/>
            <p:nvPr/>
          </p:nvSpPr>
          <p:spPr>
            <a:xfrm>
              <a:off x="5762578" y="1909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t5659"/>
            <p:cNvSpPr/>
            <p:nvPr/>
          </p:nvSpPr>
          <p:spPr>
            <a:xfrm>
              <a:off x="4732328" y="2456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t5660"/>
            <p:cNvSpPr/>
            <p:nvPr/>
          </p:nvSpPr>
          <p:spPr>
            <a:xfrm>
              <a:off x="5651059" y="1863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t5661"/>
            <p:cNvSpPr/>
            <p:nvPr/>
          </p:nvSpPr>
          <p:spPr>
            <a:xfrm>
              <a:off x="5681784" y="1871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t5662"/>
            <p:cNvSpPr/>
            <p:nvPr/>
          </p:nvSpPr>
          <p:spPr>
            <a:xfrm>
              <a:off x="5085255" y="1900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t5663"/>
            <p:cNvSpPr/>
            <p:nvPr/>
          </p:nvSpPr>
          <p:spPr>
            <a:xfrm>
              <a:off x="5314469" y="2128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t5664"/>
            <p:cNvSpPr/>
            <p:nvPr/>
          </p:nvSpPr>
          <p:spPr>
            <a:xfrm>
              <a:off x="5909792" y="1621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t5665"/>
            <p:cNvSpPr/>
            <p:nvPr/>
          </p:nvSpPr>
          <p:spPr>
            <a:xfrm>
              <a:off x="5414248" y="2175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t5666"/>
            <p:cNvSpPr/>
            <p:nvPr/>
          </p:nvSpPr>
          <p:spPr>
            <a:xfrm>
              <a:off x="5508580" y="2168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t5667"/>
            <p:cNvSpPr/>
            <p:nvPr/>
          </p:nvSpPr>
          <p:spPr>
            <a:xfrm>
              <a:off x="5317264" y="2013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t5668"/>
            <p:cNvSpPr/>
            <p:nvPr/>
          </p:nvSpPr>
          <p:spPr>
            <a:xfrm>
              <a:off x="5541653" y="2084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t5669"/>
            <p:cNvSpPr/>
            <p:nvPr/>
          </p:nvSpPr>
          <p:spPr>
            <a:xfrm>
              <a:off x="5316461" y="2250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t5670"/>
            <p:cNvSpPr/>
            <p:nvPr/>
          </p:nvSpPr>
          <p:spPr>
            <a:xfrm>
              <a:off x="5513090" y="2212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t5671"/>
            <p:cNvSpPr/>
            <p:nvPr/>
          </p:nvSpPr>
          <p:spPr>
            <a:xfrm>
              <a:off x="5433634" y="2176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t5672"/>
            <p:cNvSpPr/>
            <p:nvPr/>
          </p:nvSpPr>
          <p:spPr>
            <a:xfrm>
              <a:off x="5174281" y="2345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t5673"/>
            <p:cNvSpPr/>
            <p:nvPr/>
          </p:nvSpPr>
          <p:spPr>
            <a:xfrm>
              <a:off x="5454235" y="2062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t5674"/>
            <p:cNvSpPr/>
            <p:nvPr/>
          </p:nvSpPr>
          <p:spPr>
            <a:xfrm>
              <a:off x="5232706" y="2178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t5675"/>
            <p:cNvSpPr/>
            <p:nvPr/>
          </p:nvSpPr>
          <p:spPr>
            <a:xfrm>
              <a:off x="5498432" y="2228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t5676"/>
            <p:cNvSpPr/>
            <p:nvPr/>
          </p:nvSpPr>
          <p:spPr>
            <a:xfrm>
              <a:off x="5551259" y="2231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t5677"/>
            <p:cNvSpPr/>
            <p:nvPr/>
          </p:nvSpPr>
          <p:spPr>
            <a:xfrm>
              <a:off x="5385171" y="2315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t5678"/>
            <p:cNvSpPr/>
            <p:nvPr/>
          </p:nvSpPr>
          <p:spPr>
            <a:xfrm>
              <a:off x="5659307" y="1708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t5679"/>
            <p:cNvSpPr/>
            <p:nvPr/>
          </p:nvSpPr>
          <p:spPr>
            <a:xfrm>
              <a:off x="5179372" y="2041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t5680"/>
            <p:cNvSpPr/>
            <p:nvPr/>
          </p:nvSpPr>
          <p:spPr>
            <a:xfrm>
              <a:off x="5221890" y="1956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t5681"/>
            <p:cNvSpPr/>
            <p:nvPr/>
          </p:nvSpPr>
          <p:spPr>
            <a:xfrm>
              <a:off x="5187222" y="2110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t5682"/>
            <p:cNvSpPr/>
            <p:nvPr/>
          </p:nvSpPr>
          <p:spPr>
            <a:xfrm>
              <a:off x="5772537" y="1935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t5683"/>
            <p:cNvSpPr/>
            <p:nvPr/>
          </p:nvSpPr>
          <p:spPr>
            <a:xfrm>
              <a:off x="5287172" y="2053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t5684"/>
            <p:cNvSpPr/>
            <p:nvPr/>
          </p:nvSpPr>
          <p:spPr>
            <a:xfrm>
              <a:off x="5594431" y="1899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t5685"/>
            <p:cNvSpPr/>
            <p:nvPr/>
          </p:nvSpPr>
          <p:spPr>
            <a:xfrm>
              <a:off x="4995678" y="272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t5686"/>
            <p:cNvSpPr/>
            <p:nvPr/>
          </p:nvSpPr>
          <p:spPr>
            <a:xfrm>
              <a:off x="5041637" y="2346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t5687"/>
            <p:cNvSpPr/>
            <p:nvPr/>
          </p:nvSpPr>
          <p:spPr>
            <a:xfrm>
              <a:off x="5505194" y="2244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t5688"/>
            <p:cNvSpPr/>
            <p:nvPr/>
          </p:nvSpPr>
          <p:spPr>
            <a:xfrm>
              <a:off x="5294537" y="2022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t5689"/>
            <p:cNvSpPr/>
            <p:nvPr/>
          </p:nvSpPr>
          <p:spPr>
            <a:xfrm>
              <a:off x="5617971" y="1992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t5690"/>
            <p:cNvSpPr/>
            <p:nvPr/>
          </p:nvSpPr>
          <p:spPr>
            <a:xfrm>
              <a:off x="4692061" y="2793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t5691"/>
            <p:cNvSpPr/>
            <p:nvPr/>
          </p:nvSpPr>
          <p:spPr>
            <a:xfrm>
              <a:off x="5157700" y="2510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t5692"/>
            <p:cNvSpPr/>
            <p:nvPr/>
          </p:nvSpPr>
          <p:spPr>
            <a:xfrm>
              <a:off x="5210407" y="2100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t5693"/>
            <p:cNvSpPr/>
            <p:nvPr/>
          </p:nvSpPr>
          <p:spPr>
            <a:xfrm>
              <a:off x="5244450" y="2154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t5694"/>
            <p:cNvSpPr/>
            <p:nvPr/>
          </p:nvSpPr>
          <p:spPr>
            <a:xfrm>
              <a:off x="6077402" y="1830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t5695"/>
            <p:cNvSpPr/>
            <p:nvPr/>
          </p:nvSpPr>
          <p:spPr>
            <a:xfrm>
              <a:off x="5408533" y="2332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t5696"/>
            <p:cNvSpPr/>
            <p:nvPr/>
          </p:nvSpPr>
          <p:spPr>
            <a:xfrm>
              <a:off x="5405534" y="2274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t5697"/>
            <p:cNvSpPr/>
            <p:nvPr/>
          </p:nvSpPr>
          <p:spPr>
            <a:xfrm>
              <a:off x="5237687" y="2137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t5698"/>
            <p:cNvSpPr/>
            <p:nvPr/>
          </p:nvSpPr>
          <p:spPr>
            <a:xfrm>
              <a:off x="5124177" y="2621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t5699"/>
            <p:cNvSpPr/>
            <p:nvPr/>
          </p:nvSpPr>
          <p:spPr>
            <a:xfrm>
              <a:off x="5144416" y="2727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t5700"/>
            <p:cNvSpPr/>
            <p:nvPr/>
          </p:nvSpPr>
          <p:spPr>
            <a:xfrm>
              <a:off x="5020416" y="2285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t5701"/>
            <p:cNvSpPr/>
            <p:nvPr/>
          </p:nvSpPr>
          <p:spPr>
            <a:xfrm>
              <a:off x="4701753" y="2730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t5702"/>
            <p:cNvSpPr/>
            <p:nvPr/>
          </p:nvSpPr>
          <p:spPr>
            <a:xfrm>
              <a:off x="5393577" y="2169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t5703"/>
            <p:cNvSpPr/>
            <p:nvPr/>
          </p:nvSpPr>
          <p:spPr>
            <a:xfrm>
              <a:off x="5288122" y="1959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t5704"/>
            <p:cNvSpPr/>
            <p:nvPr/>
          </p:nvSpPr>
          <p:spPr>
            <a:xfrm>
              <a:off x="5295299" y="2222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t5705"/>
            <p:cNvSpPr/>
            <p:nvPr/>
          </p:nvSpPr>
          <p:spPr>
            <a:xfrm>
              <a:off x="5665056" y="1869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t5706"/>
            <p:cNvSpPr/>
            <p:nvPr/>
          </p:nvSpPr>
          <p:spPr>
            <a:xfrm>
              <a:off x="4982244" y="2568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t5707"/>
            <p:cNvSpPr/>
            <p:nvPr/>
          </p:nvSpPr>
          <p:spPr>
            <a:xfrm>
              <a:off x="5320216" y="2263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t5708"/>
            <p:cNvSpPr/>
            <p:nvPr/>
          </p:nvSpPr>
          <p:spPr>
            <a:xfrm>
              <a:off x="5405512" y="221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t5709"/>
            <p:cNvSpPr/>
            <p:nvPr/>
          </p:nvSpPr>
          <p:spPr>
            <a:xfrm>
              <a:off x="4856844" y="2826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t5710"/>
            <p:cNvSpPr/>
            <p:nvPr/>
          </p:nvSpPr>
          <p:spPr>
            <a:xfrm>
              <a:off x="5315618" y="2196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t5711"/>
            <p:cNvSpPr/>
            <p:nvPr/>
          </p:nvSpPr>
          <p:spPr>
            <a:xfrm>
              <a:off x="5859144" y="1741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t5712"/>
            <p:cNvSpPr/>
            <p:nvPr/>
          </p:nvSpPr>
          <p:spPr>
            <a:xfrm>
              <a:off x="5034867" y="2371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t5713"/>
            <p:cNvSpPr/>
            <p:nvPr/>
          </p:nvSpPr>
          <p:spPr>
            <a:xfrm>
              <a:off x="5204774" y="2090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t5714"/>
            <p:cNvSpPr/>
            <p:nvPr/>
          </p:nvSpPr>
          <p:spPr>
            <a:xfrm>
              <a:off x="5450363" y="1921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t5715"/>
            <p:cNvSpPr/>
            <p:nvPr/>
          </p:nvSpPr>
          <p:spPr>
            <a:xfrm>
              <a:off x="5413974" y="212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t5716"/>
            <p:cNvSpPr/>
            <p:nvPr/>
          </p:nvSpPr>
          <p:spPr>
            <a:xfrm>
              <a:off x="5481888" y="2203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t5717"/>
            <p:cNvSpPr/>
            <p:nvPr/>
          </p:nvSpPr>
          <p:spPr>
            <a:xfrm>
              <a:off x="5260765" y="2215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t5718"/>
            <p:cNvSpPr/>
            <p:nvPr/>
          </p:nvSpPr>
          <p:spPr>
            <a:xfrm>
              <a:off x="5084162" y="1862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t5719"/>
            <p:cNvSpPr/>
            <p:nvPr/>
          </p:nvSpPr>
          <p:spPr>
            <a:xfrm>
              <a:off x="5522059" y="2242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t5720"/>
            <p:cNvSpPr/>
            <p:nvPr/>
          </p:nvSpPr>
          <p:spPr>
            <a:xfrm>
              <a:off x="5444710" y="2018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t5721"/>
            <p:cNvSpPr/>
            <p:nvPr/>
          </p:nvSpPr>
          <p:spPr>
            <a:xfrm>
              <a:off x="5768510" y="2001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t5722"/>
            <p:cNvSpPr/>
            <p:nvPr/>
          </p:nvSpPr>
          <p:spPr>
            <a:xfrm>
              <a:off x="5265104" y="2093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t5723"/>
            <p:cNvSpPr/>
            <p:nvPr/>
          </p:nvSpPr>
          <p:spPr>
            <a:xfrm>
              <a:off x="5488348" y="2217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t5724"/>
            <p:cNvSpPr/>
            <p:nvPr/>
          </p:nvSpPr>
          <p:spPr>
            <a:xfrm>
              <a:off x="5619079" y="2021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t5725"/>
            <p:cNvSpPr/>
            <p:nvPr/>
          </p:nvSpPr>
          <p:spPr>
            <a:xfrm>
              <a:off x="5041956" y="2417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t5726"/>
            <p:cNvSpPr/>
            <p:nvPr/>
          </p:nvSpPr>
          <p:spPr>
            <a:xfrm>
              <a:off x="5208210" y="2198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t5727"/>
            <p:cNvSpPr/>
            <p:nvPr/>
          </p:nvSpPr>
          <p:spPr>
            <a:xfrm>
              <a:off x="5334890" y="2217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t5728"/>
            <p:cNvSpPr/>
            <p:nvPr/>
          </p:nvSpPr>
          <p:spPr>
            <a:xfrm>
              <a:off x="5068091" y="2683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t5729"/>
            <p:cNvSpPr/>
            <p:nvPr/>
          </p:nvSpPr>
          <p:spPr>
            <a:xfrm>
              <a:off x="5379258" y="2161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t5730"/>
            <p:cNvSpPr/>
            <p:nvPr/>
          </p:nvSpPr>
          <p:spPr>
            <a:xfrm>
              <a:off x="5433297" y="2079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t5731"/>
            <p:cNvSpPr/>
            <p:nvPr/>
          </p:nvSpPr>
          <p:spPr>
            <a:xfrm>
              <a:off x="5456285" y="2032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t5732"/>
            <p:cNvSpPr/>
            <p:nvPr/>
          </p:nvSpPr>
          <p:spPr>
            <a:xfrm>
              <a:off x="5160578" y="2203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t5733"/>
            <p:cNvSpPr/>
            <p:nvPr/>
          </p:nvSpPr>
          <p:spPr>
            <a:xfrm>
              <a:off x="5265521" y="2124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t5734"/>
            <p:cNvSpPr/>
            <p:nvPr/>
          </p:nvSpPr>
          <p:spPr>
            <a:xfrm>
              <a:off x="5582204" y="1978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t5735"/>
            <p:cNvSpPr/>
            <p:nvPr/>
          </p:nvSpPr>
          <p:spPr>
            <a:xfrm>
              <a:off x="5373391" y="2089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t5736"/>
            <p:cNvSpPr/>
            <p:nvPr/>
          </p:nvSpPr>
          <p:spPr>
            <a:xfrm>
              <a:off x="5537479" y="2240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t5737"/>
            <p:cNvSpPr/>
            <p:nvPr/>
          </p:nvSpPr>
          <p:spPr>
            <a:xfrm>
              <a:off x="5384400" y="2192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t5738"/>
            <p:cNvSpPr/>
            <p:nvPr/>
          </p:nvSpPr>
          <p:spPr>
            <a:xfrm>
              <a:off x="5214783" y="2009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t5739"/>
            <p:cNvSpPr/>
            <p:nvPr/>
          </p:nvSpPr>
          <p:spPr>
            <a:xfrm>
              <a:off x="5411745" y="2042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t5740"/>
            <p:cNvSpPr/>
            <p:nvPr/>
          </p:nvSpPr>
          <p:spPr>
            <a:xfrm>
              <a:off x="5081721" y="1977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t5741"/>
            <p:cNvSpPr/>
            <p:nvPr/>
          </p:nvSpPr>
          <p:spPr>
            <a:xfrm>
              <a:off x="5671385" y="1709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t5742"/>
            <p:cNvSpPr/>
            <p:nvPr/>
          </p:nvSpPr>
          <p:spPr>
            <a:xfrm>
              <a:off x="5025458" y="2149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t5743"/>
            <p:cNvSpPr/>
            <p:nvPr/>
          </p:nvSpPr>
          <p:spPr>
            <a:xfrm>
              <a:off x="5641879" y="1999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t5744"/>
            <p:cNvSpPr/>
            <p:nvPr/>
          </p:nvSpPr>
          <p:spPr>
            <a:xfrm>
              <a:off x="5321878" y="2151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t5745"/>
            <p:cNvSpPr/>
            <p:nvPr/>
          </p:nvSpPr>
          <p:spPr>
            <a:xfrm>
              <a:off x="5361481" y="2172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t5746"/>
            <p:cNvSpPr/>
            <p:nvPr/>
          </p:nvSpPr>
          <p:spPr>
            <a:xfrm>
              <a:off x="5382583" y="2229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t5747"/>
            <p:cNvSpPr/>
            <p:nvPr/>
          </p:nvSpPr>
          <p:spPr>
            <a:xfrm>
              <a:off x="5329259" y="2158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t5748"/>
            <p:cNvSpPr/>
            <p:nvPr/>
          </p:nvSpPr>
          <p:spPr>
            <a:xfrm>
              <a:off x="5371024" y="2058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t5749"/>
            <p:cNvSpPr/>
            <p:nvPr/>
          </p:nvSpPr>
          <p:spPr>
            <a:xfrm>
              <a:off x="5830644" y="1777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t5750"/>
            <p:cNvSpPr/>
            <p:nvPr/>
          </p:nvSpPr>
          <p:spPr>
            <a:xfrm>
              <a:off x="5732290" y="1835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t5751"/>
            <p:cNvSpPr/>
            <p:nvPr/>
          </p:nvSpPr>
          <p:spPr>
            <a:xfrm>
              <a:off x="5429063" y="2105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t5752"/>
            <p:cNvSpPr/>
            <p:nvPr/>
          </p:nvSpPr>
          <p:spPr>
            <a:xfrm>
              <a:off x="4942007" y="2576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t5753"/>
            <p:cNvSpPr/>
            <p:nvPr/>
          </p:nvSpPr>
          <p:spPr>
            <a:xfrm>
              <a:off x="5692390" y="2042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t5754"/>
            <p:cNvSpPr/>
            <p:nvPr/>
          </p:nvSpPr>
          <p:spPr>
            <a:xfrm>
              <a:off x="5476917" y="2265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t5755"/>
            <p:cNvSpPr/>
            <p:nvPr/>
          </p:nvSpPr>
          <p:spPr>
            <a:xfrm>
              <a:off x="5501886" y="2098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t5756"/>
            <p:cNvSpPr/>
            <p:nvPr/>
          </p:nvSpPr>
          <p:spPr>
            <a:xfrm>
              <a:off x="5051269" y="2510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t5757"/>
            <p:cNvSpPr/>
            <p:nvPr/>
          </p:nvSpPr>
          <p:spPr>
            <a:xfrm>
              <a:off x="5270564" y="2095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t5758"/>
            <p:cNvSpPr/>
            <p:nvPr/>
          </p:nvSpPr>
          <p:spPr>
            <a:xfrm>
              <a:off x="5390145" y="2211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t5759"/>
            <p:cNvSpPr/>
            <p:nvPr/>
          </p:nvSpPr>
          <p:spPr>
            <a:xfrm>
              <a:off x="5123423" y="2722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t5760"/>
            <p:cNvSpPr/>
            <p:nvPr/>
          </p:nvSpPr>
          <p:spPr>
            <a:xfrm>
              <a:off x="5554199" y="2195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t5761"/>
            <p:cNvSpPr/>
            <p:nvPr/>
          </p:nvSpPr>
          <p:spPr>
            <a:xfrm>
              <a:off x="5132086" y="254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t5762"/>
            <p:cNvSpPr/>
            <p:nvPr/>
          </p:nvSpPr>
          <p:spPr>
            <a:xfrm>
              <a:off x="4982953" y="279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t5763"/>
            <p:cNvSpPr/>
            <p:nvPr/>
          </p:nvSpPr>
          <p:spPr>
            <a:xfrm>
              <a:off x="5475098" y="2094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t5764"/>
            <p:cNvSpPr/>
            <p:nvPr/>
          </p:nvSpPr>
          <p:spPr>
            <a:xfrm>
              <a:off x="5510828" y="2046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t5765"/>
            <p:cNvSpPr/>
            <p:nvPr/>
          </p:nvSpPr>
          <p:spPr>
            <a:xfrm>
              <a:off x="5704206" y="1989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t5766"/>
            <p:cNvSpPr/>
            <p:nvPr/>
          </p:nvSpPr>
          <p:spPr>
            <a:xfrm>
              <a:off x="5402876" y="2305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t5767"/>
            <p:cNvSpPr/>
            <p:nvPr/>
          </p:nvSpPr>
          <p:spPr>
            <a:xfrm>
              <a:off x="5587505" y="2105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t5768"/>
            <p:cNvSpPr/>
            <p:nvPr/>
          </p:nvSpPr>
          <p:spPr>
            <a:xfrm>
              <a:off x="5417688" y="2146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t5769"/>
            <p:cNvSpPr/>
            <p:nvPr/>
          </p:nvSpPr>
          <p:spPr>
            <a:xfrm>
              <a:off x="5532224" y="2306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t5770"/>
            <p:cNvSpPr/>
            <p:nvPr/>
          </p:nvSpPr>
          <p:spPr>
            <a:xfrm>
              <a:off x="5768221" y="1921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t5771"/>
            <p:cNvSpPr/>
            <p:nvPr/>
          </p:nvSpPr>
          <p:spPr>
            <a:xfrm>
              <a:off x="5723776" y="1924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t5772"/>
            <p:cNvSpPr/>
            <p:nvPr/>
          </p:nvSpPr>
          <p:spPr>
            <a:xfrm>
              <a:off x="5195243" y="2137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t5773"/>
            <p:cNvSpPr/>
            <p:nvPr/>
          </p:nvSpPr>
          <p:spPr>
            <a:xfrm>
              <a:off x="5636097" y="2052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t5774"/>
            <p:cNvSpPr/>
            <p:nvPr/>
          </p:nvSpPr>
          <p:spPr>
            <a:xfrm>
              <a:off x="5035062" y="2301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t5775"/>
            <p:cNvSpPr/>
            <p:nvPr/>
          </p:nvSpPr>
          <p:spPr>
            <a:xfrm>
              <a:off x="5143860" y="2689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t5776"/>
            <p:cNvSpPr/>
            <p:nvPr/>
          </p:nvSpPr>
          <p:spPr>
            <a:xfrm>
              <a:off x="5171638" y="2233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t5777"/>
            <p:cNvSpPr/>
            <p:nvPr/>
          </p:nvSpPr>
          <p:spPr>
            <a:xfrm>
              <a:off x="5323668" y="2169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t5778"/>
            <p:cNvSpPr/>
            <p:nvPr/>
          </p:nvSpPr>
          <p:spPr>
            <a:xfrm>
              <a:off x="5455026" y="2014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t5779"/>
            <p:cNvSpPr/>
            <p:nvPr/>
          </p:nvSpPr>
          <p:spPr>
            <a:xfrm>
              <a:off x="5468274" y="2070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t5780"/>
            <p:cNvSpPr/>
            <p:nvPr/>
          </p:nvSpPr>
          <p:spPr>
            <a:xfrm>
              <a:off x="5558116" y="224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t5781"/>
            <p:cNvSpPr/>
            <p:nvPr/>
          </p:nvSpPr>
          <p:spPr>
            <a:xfrm>
              <a:off x="5168869" y="2436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t5782"/>
            <p:cNvSpPr/>
            <p:nvPr/>
          </p:nvSpPr>
          <p:spPr>
            <a:xfrm>
              <a:off x="5441254" y="2138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t5783"/>
            <p:cNvSpPr/>
            <p:nvPr/>
          </p:nvSpPr>
          <p:spPr>
            <a:xfrm>
              <a:off x="5361859" y="2133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t5784"/>
            <p:cNvSpPr/>
            <p:nvPr/>
          </p:nvSpPr>
          <p:spPr>
            <a:xfrm>
              <a:off x="5312134" y="2223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t5785"/>
            <p:cNvSpPr/>
            <p:nvPr/>
          </p:nvSpPr>
          <p:spPr>
            <a:xfrm>
              <a:off x="5083530" y="1862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t5786"/>
            <p:cNvSpPr/>
            <p:nvPr/>
          </p:nvSpPr>
          <p:spPr>
            <a:xfrm>
              <a:off x="5619459" y="1969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t5787"/>
            <p:cNvSpPr/>
            <p:nvPr/>
          </p:nvSpPr>
          <p:spPr>
            <a:xfrm>
              <a:off x="5272314" y="2103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t5788"/>
            <p:cNvSpPr/>
            <p:nvPr/>
          </p:nvSpPr>
          <p:spPr>
            <a:xfrm>
              <a:off x="5564318" y="2347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t5789"/>
            <p:cNvSpPr/>
            <p:nvPr/>
          </p:nvSpPr>
          <p:spPr>
            <a:xfrm>
              <a:off x="5549102" y="2161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t5790"/>
            <p:cNvSpPr/>
            <p:nvPr/>
          </p:nvSpPr>
          <p:spPr>
            <a:xfrm>
              <a:off x="5287516" y="2212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t5791"/>
            <p:cNvSpPr/>
            <p:nvPr/>
          </p:nvSpPr>
          <p:spPr>
            <a:xfrm>
              <a:off x="5597509" y="2059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t5792"/>
            <p:cNvSpPr/>
            <p:nvPr/>
          </p:nvSpPr>
          <p:spPr>
            <a:xfrm>
              <a:off x="5312124" y="2203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t5793"/>
            <p:cNvSpPr/>
            <p:nvPr/>
          </p:nvSpPr>
          <p:spPr>
            <a:xfrm>
              <a:off x="5221502" y="2070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t5794"/>
            <p:cNvSpPr/>
            <p:nvPr/>
          </p:nvSpPr>
          <p:spPr>
            <a:xfrm>
              <a:off x="5352745" y="2273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t5795"/>
            <p:cNvSpPr/>
            <p:nvPr/>
          </p:nvSpPr>
          <p:spPr>
            <a:xfrm>
              <a:off x="5226152" y="2095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t5796"/>
            <p:cNvSpPr/>
            <p:nvPr/>
          </p:nvSpPr>
          <p:spPr>
            <a:xfrm>
              <a:off x="5464835" y="2182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t5797"/>
            <p:cNvSpPr/>
            <p:nvPr/>
          </p:nvSpPr>
          <p:spPr>
            <a:xfrm>
              <a:off x="5485684" y="2221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t5798"/>
            <p:cNvSpPr/>
            <p:nvPr/>
          </p:nvSpPr>
          <p:spPr>
            <a:xfrm>
              <a:off x="5680644" y="1972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t5799"/>
            <p:cNvSpPr/>
            <p:nvPr/>
          </p:nvSpPr>
          <p:spPr>
            <a:xfrm>
              <a:off x="5406529" y="2306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t5800"/>
            <p:cNvSpPr/>
            <p:nvPr/>
          </p:nvSpPr>
          <p:spPr>
            <a:xfrm>
              <a:off x="5568797" y="2002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t5801"/>
            <p:cNvSpPr/>
            <p:nvPr/>
          </p:nvSpPr>
          <p:spPr>
            <a:xfrm>
              <a:off x="5515414" y="2175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t5802"/>
            <p:cNvSpPr/>
            <p:nvPr/>
          </p:nvSpPr>
          <p:spPr>
            <a:xfrm>
              <a:off x="5499753" y="2269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t5803"/>
            <p:cNvSpPr/>
            <p:nvPr/>
          </p:nvSpPr>
          <p:spPr>
            <a:xfrm>
              <a:off x="5525073" y="2130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t5804"/>
            <p:cNvSpPr/>
            <p:nvPr/>
          </p:nvSpPr>
          <p:spPr>
            <a:xfrm>
              <a:off x="5072412" y="2449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t5805"/>
            <p:cNvSpPr/>
            <p:nvPr/>
          </p:nvSpPr>
          <p:spPr>
            <a:xfrm>
              <a:off x="5182202" y="2147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t5806"/>
            <p:cNvSpPr/>
            <p:nvPr/>
          </p:nvSpPr>
          <p:spPr>
            <a:xfrm>
              <a:off x="5559557" y="2289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t5807"/>
            <p:cNvSpPr/>
            <p:nvPr/>
          </p:nvSpPr>
          <p:spPr>
            <a:xfrm>
              <a:off x="5529141" y="2176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t5808"/>
            <p:cNvSpPr/>
            <p:nvPr/>
          </p:nvSpPr>
          <p:spPr>
            <a:xfrm>
              <a:off x="5560838" y="2193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t5809"/>
            <p:cNvSpPr/>
            <p:nvPr/>
          </p:nvSpPr>
          <p:spPr>
            <a:xfrm>
              <a:off x="5443392" y="2084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t5810"/>
            <p:cNvSpPr/>
            <p:nvPr/>
          </p:nvSpPr>
          <p:spPr>
            <a:xfrm>
              <a:off x="5329966" y="2149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t5811"/>
            <p:cNvSpPr/>
            <p:nvPr/>
          </p:nvSpPr>
          <p:spPr>
            <a:xfrm>
              <a:off x="5345948" y="2207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t5812"/>
            <p:cNvSpPr/>
            <p:nvPr/>
          </p:nvSpPr>
          <p:spPr>
            <a:xfrm>
              <a:off x="5204209" y="2242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t5813"/>
            <p:cNvSpPr/>
            <p:nvPr/>
          </p:nvSpPr>
          <p:spPr>
            <a:xfrm>
              <a:off x="5281435" y="2169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t5814"/>
            <p:cNvSpPr/>
            <p:nvPr/>
          </p:nvSpPr>
          <p:spPr>
            <a:xfrm>
              <a:off x="5525963" y="2036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t5815"/>
            <p:cNvSpPr/>
            <p:nvPr/>
          </p:nvSpPr>
          <p:spPr>
            <a:xfrm>
              <a:off x="5562918" y="2216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t5816"/>
            <p:cNvSpPr/>
            <p:nvPr/>
          </p:nvSpPr>
          <p:spPr>
            <a:xfrm>
              <a:off x="4988513" y="2602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t5817"/>
            <p:cNvSpPr/>
            <p:nvPr/>
          </p:nvSpPr>
          <p:spPr>
            <a:xfrm>
              <a:off x="5544791" y="2231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t5818"/>
            <p:cNvSpPr/>
            <p:nvPr/>
          </p:nvSpPr>
          <p:spPr>
            <a:xfrm>
              <a:off x="5370748" y="2016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t5819"/>
            <p:cNvSpPr/>
            <p:nvPr/>
          </p:nvSpPr>
          <p:spPr>
            <a:xfrm>
              <a:off x="5394564" y="2172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t5820"/>
            <p:cNvSpPr/>
            <p:nvPr/>
          </p:nvSpPr>
          <p:spPr>
            <a:xfrm>
              <a:off x="5538477" y="2288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t5821"/>
            <p:cNvSpPr/>
            <p:nvPr/>
          </p:nvSpPr>
          <p:spPr>
            <a:xfrm>
              <a:off x="5511745" y="2092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t5822"/>
            <p:cNvSpPr/>
            <p:nvPr/>
          </p:nvSpPr>
          <p:spPr>
            <a:xfrm>
              <a:off x="5749289" y="1988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t5823"/>
            <p:cNvSpPr/>
            <p:nvPr/>
          </p:nvSpPr>
          <p:spPr>
            <a:xfrm>
              <a:off x="5564092" y="2301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t5824"/>
            <p:cNvSpPr/>
            <p:nvPr/>
          </p:nvSpPr>
          <p:spPr>
            <a:xfrm>
              <a:off x="5576962" y="2238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t5825"/>
            <p:cNvSpPr/>
            <p:nvPr/>
          </p:nvSpPr>
          <p:spPr>
            <a:xfrm>
              <a:off x="4943177" y="2761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t5826"/>
            <p:cNvSpPr/>
            <p:nvPr/>
          </p:nvSpPr>
          <p:spPr>
            <a:xfrm>
              <a:off x="5649203" y="1974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t5827"/>
            <p:cNvSpPr/>
            <p:nvPr/>
          </p:nvSpPr>
          <p:spPr>
            <a:xfrm>
              <a:off x="5376051" y="2185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t5828"/>
            <p:cNvSpPr/>
            <p:nvPr/>
          </p:nvSpPr>
          <p:spPr>
            <a:xfrm>
              <a:off x="5067884" y="2470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t5829"/>
            <p:cNvSpPr/>
            <p:nvPr/>
          </p:nvSpPr>
          <p:spPr>
            <a:xfrm>
              <a:off x="5450561" y="2011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t5830"/>
            <p:cNvSpPr/>
            <p:nvPr/>
          </p:nvSpPr>
          <p:spPr>
            <a:xfrm>
              <a:off x="5553935" y="2193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t5831"/>
            <p:cNvSpPr/>
            <p:nvPr/>
          </p:nvSpPr>
          <p:spPr>
            <a:xfrm>
              <a:off x="5397895" y="2258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t5832"/>
            <p:cNvSpPr/>
            <p:nvPr/>
          </p:nvSpPr>
          <p:spPr>
            <a:xfrm>
              <a:off x="5949145" y="1783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t5833"/>
            <p:cNvSpPr/>
            <p:nvPr/>
          </p:nvSpPr>
          <p:spPr>
            <a:xfrm>
              <a:off x="5420277" y="2186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t5834"/>
            <p:cNvSpPr/>
            <p:nvPr/>
          </p:nvSpPr>
          <p:spPr>
            <a:xfrm>
              <a:off x="5879083" y="1344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t5835"/>
            <p:cNvSpPr/>
            <p:nvPr/>
          </p:nvSpPr>
          <p:spPr>
            <a:xfrm>
              <a:off x="5004761" y="2093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t5836"/>
            <p:cNvSpPr/>
            <p:nvPr/>
          </p:nvSpPr>
          <p:spPr>
            <a:xfrm>
              <a:off x="5532091" y="2264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t5837"/>
            <p:cNvSpPr/>
            <p:nvPr/>
          </p:nvSpPr>
          <p:spPr>
            <a:xfrm>
              <a:off x="5235825" y="2177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t5838"/>
            <p:cNvSpPr/>
            <p:nvPr/>
          </p:nvSpPr>
          <p:spPr>
            <a:xfrm>
              <a:off x="5920540" y="1575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t5839"/>
            <p:cNvSpPr/>
            <p:nvPr/>
          </p:nvSpPr>
          <p:spPr>
            <a:xfrm>
              <a:off x="5504564" y="2092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t5840"/>
            <p:cNvSpPr/>
            <p:nvPr/>
          </p:nvSpPr>
          <p:spPr>
            <a:xfrm>
              <a:off x="5343208" y="2215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t5841"/>
            <p:cNvSpPr/>
            <p:nvPr/>
          </p:nvSpPr>
          <p:spPr>
            <a:xfrm>
              <a:off x="5326565" y="2163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t5842"/>
            <p:cNvSpPr/>
            <p:nvPr/>
          </p:nvSpPr>
          <p:spPr>
            <a:xfrm>
              <a:off x="5178324" y="2241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t5843"/>
            <p:cNvSpPr/>
            <p:nvPr/>
          </p:nvSpPr>
          <p:spPr>
            <a:xfrm>
              <a:off x="5651051" y="2057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t5844"/>
            <p:cNvSpPr/>
            <p:nvPr/>
          </p:nvSpPr>
          <p:spPr>
            <a:xfrm>
              <a:off x="5257184" y="2294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t5845"/>
            <p:cNvSpPr/>
            <p:nvPr/>
          </p:nvSpPr>
          <p:spPr>
            <a:xfrm>
              <a:off x="5163873" y="2452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t5846"/>
            <p:cNvSpPr/>
            <p:nvPr/>
          </p:nvSpPr>
          <p:spPr>
            <a:xfrm>
              <a:off x="5058141" y="2480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t5847"/>
            <p:cNvSpPr/>
            <p:nvPr/>
          </p:nvSpPr>
          <p:spPr>
            <a:xfrm>
              <a:off x="5562741" y="2246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t5848"/>
            <p:cNvSpPr/>
            <p:nvPr/>
          </p:nvSpPr>
          <p:spPr>
            <a:xfrm>
              <a:off x="5402461" y="2181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t5849"/>
            <p:cNvSpPr/>
            <p:nvPr/>
          </p:nvSpPr>
          <p:spPr>
            <a:xfrm>
              <a:off x="5386071" y="2131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t5850"/>
            <p:cNvSpPr/>
            <p:nvPr/>
          </p:nvSpPr>
          <p:spPr>
            <a:xfrm>
              <a:off x="5226319" y="2104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t5851"/>
            <p:cNvSpPr/>
            <p:nvPr/>
          </p:nvSpPr>
          <p:spPr>
            <a:xfrm>
              <a:off x="4975986" y="2311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t5852"/>
            <p:cNvSpPr/>
            <p:nvPr/>
          </p:nvSpPr>
          <p:spPr>
            <a:xfrm>
              <a:off x="5830533" y="1671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t5853"/>
            <p:cNvSpPr/>
            <p:nvPr/>
          </p:nvSpPr>
          <p:spPr>
            <a:xfrm>
              <a:off x="5087164" y="1921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t5854"/>
            <p:cNvSpPr/>
            <p:nvPr/>
          </p:nvSpPr>
          <p:spPr>
            <a:xfrm>
              <a:off x="5311386" y="2139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t5855"/>
            <p:cNvSpPr/>
            <p:nvPr/>
          </p:nvSpPr>
          <p:spPr>
            <a:xfrm>
              <a:off x="5701397" y="2007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t5856"/>
            <p:cNvSpPr/>
            <p:nvPr/>
          </p:nvSpPr>
          <p:spPr>
            <a:xfrm>
              <a:off x="5602142" y="1817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t5857"/>
            <p:cNvSpPr/>
            <p:nvPr/>
          </p:nvSpPr>
          <p:spPr>
            <a:xfrm>
              <a:off x="5509311" y="212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t5858"/>
            <p:cNvSpPr/>
            <p:nvPr/>
          </p:nvSpPr>
          <p:spPr>
            <a:xfrm>
              <a:off x="5181655" y="2134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t5859"/>
            <p:cNvSpPr/>
            <p:nvPr/>
          </p:nvSpPr>
          <p:spPr>
            <a:xfrm>
              <a:off x="5059837" y="247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t5860"/>
            <p:cNvSpPr/>
            <p:nvPr/>
          </p:nvSpPr>
          <p:spPr>
            <a:xfrm>
              <a:off x="5323949" y="2210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t5861"/>
            <p:cNvSpPr/>
            <p:nvPr/>
          </p:nvSpPr>
          <p:spPr>
            <a:xfrm>
              <a:off x="5635277" y="2017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t5862"/>
            <p:cNvSpPr/>
            <p:nvPr/>
          </p:nvSpPr>
          <p:spPr>
            <a:xfrm>
              <a:off x="5187576" y="2352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t5863"/>
            <p:cNvSpPr/>
            <p:nvPr/>
          </p:nvSpPr>
          <p:spPr>
            <a:xfrm>
              <a:off x="5630421" y="2006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t5864"/>
            <p:cNvSpPr/>
            <p:nvPr/>
          </p:nvSpPr>
          <p:spPr>
            <a:xfrm>
              <a:off x="5346697" y="2209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t5865"/>
            <p:cNvSpPr/>
            <p:nvPr/>
          </p:nvSpPr>
          <p:spPr>
            <a:xfrm>
              <a:off x="5334825" y="2241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t5866"/>
            <p:cNvSpPr/>
            <p:nvPr/>
          </p:nvSpPr>
          <p:spPr>
            <a:xfrm>
              <a:off x="4746162" y="2737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t5867"/>
            <p:cNvSpPr/>
            <p:nvPr/>
          </p:nvSpPr>
          <p:spPr>
            <a:xfrm>
              <a:off x="5282803" y="1936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t5868"/>
            <p:cNvSpPr/>
            <p:nvPr/>
          </p:nvSpPr>
          <p:spPr>
            <a:xfrm>
              <a:off x="5098021" y="2572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t5869"/>
            <p:cNvSpPr/>
            <p:nvPr/>
          </p:nvSpPr>
          <p:spPr>
            <a:xfrm>
              <a:off x="5764873" y="1959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t5870"/>
            <p:cNvSpPr/>
            <p:nvPr/>
          </p:nvSpPr>
          <p:spPr>
            <a:xfrm>
              <a:off x="5404997" y="2156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t5871"/>
            <p:cNvSpPr/>
            <p:nvPr/>
          </p:nvSpPr>
          <p:spPr>
            <a:xfrm>
              <a:off x="5093951" y="2421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t5872"/>
            <p:cNvSpPr/>
            <p:nvPr/>
          </p:nvSpPr>
          <p:spPr>
            <a:xfrm>
              <a:off x="5658369" y="1645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t5873"/>
            <p:cNvSpPr/>
            <p:nvPr/>
          </p:nvSpPr>
          <p:spPr>
            <a:xfrm>
              <a:off x="5385436" y="2228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t5874"/>
            <p:cNvSpPr/>
            <p:nvPr/>
          </p:nvSpPr>
          <p:spPr>
            <a:xfrm>
              <a:off x="5310807" y="2239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t5875"/>
            <p:cNvSpPr/>
            <p:nvPr/>
          </p:nvSpPr>
          <p:spPr>
            <a:xfrm>
              <a:off x="5069437" y="2607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t5876"/>
            <p:cNvSpPr/>
            <p:nvPr/>
          </p:nvSpPr>
          <p:spPr>
            <a:xfrm>
              <a:off x="5618114" y="1919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t5877"/>
            <p:cNvSpPr/>
            <p:nvPr/>
          </p:nvSpPr>
          <p:spPr>
            <a:xfrm>
              <a:off x="5554314" y="2229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t5878"/>
            <p:cNvSpPr/>
            <p:nvPr/>
          </p:nvSpPr>
          <p:spPr>
            <a:xfrm>
              <a:off x="5075342" y="218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t5879"/>
            <p:cNvSpPr/>
            <p:nvPr/>
          </p:nvSpPr>
          <p:spPr>
            <a:xfrm>
              <a:off x="5116675" y="2544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t5880"/>
            <p:cNvSpPr/>
            <p:nvPr/>
          </p:nvSpPr>
          <p:spPr>
            <a:xfrm>
              <a:off x="5370206" y="2088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t5881"/>
            <p:cNvSpPr/>
            <p:nvPr/>
          </p:nvSpPr>
          <p:spPr>
            <a:xfrm>
              <a:off x="5731036" y="2019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t5882"/>
            <p:cNvSpPr/>
            <p:nvPr/>
          </p:nvSpPr>
          <p:spPr>
            <a:xfrm>
              <a:off x="5579747" y="1992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t5883"/>
            <p:cNvSpPr/>
            <p:nvPr/>
          </p:nvSpPr>
          <p:spPr>
            <a:xfrm>
              <a:off x="5627634" y="1969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t5884"/>
            <p:cNvSpPr/>
            <p:nvPr/>
          </p:nvSpPr>
          <p:spPr>
            <a:xfrm>
              <a:off x="5736329" y="1952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t5885"/>
            <p:cNvSpPr/>
            <p:nvPr/>
          </p:nvSpPr>
          <p:spPr>
            <a:xfrm>
              <a:off x="5145096" y="2559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t5886"/>
            <p:cNvSpPr/>
            <p:nvPr/>
          </p:nvSpPr>
          <p:spPr>
            <a:xfrm>
              <a:off x="5087551" y="2160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t5887"/>
            <p:cNvSpPr/>
            <p:nvPr/>
          </p:nvSpPr>
          <p:spPr>
            <a:xfrm>
              <a:off x="5071487" y="2462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t5888"/>
            <p:cNvSpPr/>
            <p:nvPr/>
          </p:nvSpPr>
          <p:spPr>
            <a:xfrm>
              <a:off x="5037516" y="2439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t5889"/>
            <p:cNvSpPr/>
            <p:nvPr/>
          </p:nvSpPr>
          <p:spPr>
            <a:xfrm>
              <a:off x="5255433" y="2169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t5890"/>
            <p:cNvSpPr/>
            <p:nvPr/>
          </p:nvSpPr>
          <p:spPr>
            <a:xfrm>
              <a:off x="5722937" y="1840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t5891"/>
            <p:cNvSpPr/>
            <p:nvPr/>
          </p:nvSpPr>
          <p:spPr>
            <a:xfrm>
              <a:off x="5239758" y="2166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t5892"/>
            <p:cNvSpPr/>
            <p:nvPr/>
          </p:nvSpPr>
          <p:spPr>
            <a:xfrm>
              <a:off x="5102406" y="2583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t5893"/>
            <p:cNvSpPr/>
            <p:nvPr/>
          </p:nvSpPr>
          <p:spPr>
            <a:xfrm>
              <a:off x="5190921" y="2096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t5894"/>
            <p:cNvSpPr/>
            <p:nvPr/>
          </p:nvSpPr>
          <p:spPr>
            <a:xfrm>
              <a:off x="5686806" y="2002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t5895"/>
            <p:cNvSpPr/>
            <p:nvPr/>
          </p:nvSpPr>
          <p:spPr>
            <a:xfrm>
              <a:off x="5375276" y="2044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t5896"/>
            <p:cNvSpPr/>
            <p:nvPr/>
          </p:nvSpPr>
          <p:spPr>
            <a:xfrm>
              <a:off x="5324626" y="2184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t5897"/>
            <p:cNvSpPr/>
            <p:nvPr/>
          </p:nvSpPr>
          <p:spPr>
            <a:xfrm>
              <a:off x="5574850" y="2048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t5898"/>
            <p:cNvSpPr/>
            <p:nvPr/>
          </p:nvSpPr>
          <p:spPr>
            <a:xfrm>
              <a:off x="5151982" y="259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t5899"/>
            <p:cNvSpPr/>
            <p:nvPr/>
          </p:nvSpPr>
          <p:spPr>
            <a:xfrm>
              <a:off x="5125388" y="2706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t5900"/>
            <p:cNvSpPr/>
            <p:nvPr/>
          </p:nvSpPr>
          <p:spPr>
            <a:xfrm>
              <a:off x="5818259" y="1702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t5901"/>
            <p:cNvSpPr/>
            <p:nvPr/>
          </p:nvSpPr>
          <p:spPr>
            <a:xfrm>
              <a:off x="5564118" y="2357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t5902"/>
            <p:cNvSpPr/>
            <p:nvPr/>
          </p:nvSpPr>
          <p:spPr>
            <a:xfrm>
              <a:off x="5510253" y="2112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t5903"/>
            <p:cNvSpPr/>
            <p:nvPr/>
          </p:nvSpPr>
          <p:spPr>
            <a:xfrm>
              <a:off x="5432762" y="2071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t5904"/>
            <p:cNvSpPr/>
            <p:nvPr/>
          </p:nvSpPr>
          <p:spPr>
            <a:xfrm>
              <a:off x="5334631" y="2250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t5905"/>
            <p:cNvSpPr/>
            <p:nvPr/>
          </p:nvSpPr>
          <p:spPr>
            <a:xfrm>
              <a:off x="5326531" y="2199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t5906"/>
            <p:cNvSpPr/>
            <p:nvPr/>
          </p:nvSpPr>
          <p:spPr>
            <a:xfrm>
              <a:off x="4926328" y="2377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t5907"/>
            <p:cNvSpPr/>
            <p:nvPr/>
          </p:nvSpPr>
          <p:spPr>
            <a:xfrm>
              <a:off x="5787957" y="1897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t5908"/>
            <p:cNvSpPr/>
            <p:nvPr/>
          </p:nvSpPr>
          <p:spPr>
            <a:xfrm>
              <a:off x="5669220" y="1744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t5909"/>
            <p:cNvSpPr/>
            <p:nvPr/>
          </p:nvSpPr>
          <p:spPr>
            <a:xfrm>
              <a:off x="5482757" y="2108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t5910"/>
            <p:cNvSpPr/>
            <p:nvPr/>
          </p:nvSpPr>
          <p:spPr>
            <a:xfrm>
              <a:off x="5560218" y="2198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t5911"/>
            <p:cNvSpPr/>
            <p:nvPr/>
          </p:nvSpPr>
          <p:spPr>
            <a:xfrm>
              <a:off x="5790618" y="1950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t5912"/>
            <p:cNvSpPr/>
            <p:nvPr/>
          </p:nvSpPr>
          <p:spPr>
            <a:xfrm>
              <a:off x="5577605" y="2047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t5913"/>
            <p:cNvSpPr/>
            <p:nvPr/>
          </p:nvSpPr>
          <p:spPr>
            <a:xfrm>
              <a:off x="5438250" y="2073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t5914"/>
            <p:cNvSpPr/>
            <p:nvPr/>
          </p:nvSpPr>
          <p:spPr>
            <a:xfrm>
              <a:off x="5432025" y="2127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t5915"/>
            <p:cNvSpPr/>
            <p:nvPr/>
          </p:nvSpPr>
          <p:spPr>
            <a:xfrm>
              <a:off x="5167064" y="2327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t5916"/>
            <p:cNvSpPr/>
            <p:nvPr/>
          </p:nvSpPr>
          <p:spPr>
            <a:xfrm>
              <a:off x="5441198" y="2058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t5917"/>
            <p:cNvSpPr/>
            <p:nvPr/>
          </p:nvSpPr>
          <p:spPr>
            <a:xfrm>
              <a:off x="5388569" y="2231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t5918"/>
            <p:cNvSpPr/>
            <p:nvPr/>
          </p:nvSpPr>
          <p:spPr>
            <a:xfrm>
              <a:off x="5592862" y="1946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t5919"/>
            <p:cNvSpPr/>
            <p:nvPr/>
          </p:nvSpPr>
          <p:spPr>
            <a:xfrm>
              <a:off x="5517483" y="212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t5920"/>
            <p:cNvSpPr/>
            <p:nvPr/>
          </p:nvSpPr>
          <p:spPr>
            <a:xfrm>
              <a:off x="5318075" y="2179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t5921"/>
            <p:cNvSpPr/>
            <p:nvPr/>
          </p:nvSpPr>
          <p:spPr>
            <a:xfrm>
              <a:off x="5569882" y="1974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t5922"/>
            <p:cNvSpPr/>
            <p:nvPr/>
          </p:nvSpPr>
          <p:spPr>
            <a:xfrm>
              <a:off x="5725569" y="1980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t5923"/>
            <p:cNvSpPr/>
            <p:nvPr/>
          </p:nvSpPr>
          <p:spPr>
            <a:xfrm>
              <a:off x="5473186" y="2187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t5924"/>
            <p:cNvSpPr/>
            <p:nvPr/>
          </p:nvSpPr>
          <p:spPr>
            <a:xfrm>
              <a:off x="5383994" y="2228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t5925"/>
            <p:cNvSpPr/>
            <p:nvPr/>
          </p:nvSpPr>
          <p:spPr>
            <a:xfrm>
              <a:off x="5373803" y="2094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t5926"/>
            <p:cNvSpPr/>
            <p:nvPr/>
          </p:nvSpPr>
          <p:spPr>
            <a:xfrm>
              <a:off x="5240786" y="2193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t5927"/>
            <p:cNvSpPr/>
            <p:nvPr/>
          </p:nvSpPr>
          <p:spPr>
            <a:xfrm>
              <a:off x="5280938" y="2120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t5928"/>
            <p:cNvSpPr/>
            <p:nvPr/>
          </p:nvSpPr>
          <p:spPr>
            <a:xfrm>
              <a:off x="5771230" y="1987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t5929"/>
            <p:cNvSpPr/>
            <p:nvPr/>
          </p:nvSpPr>
          <p:spPr>
            <a:xfrm>
              <a:off x="5491119" y="2172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t5930"/>
            <p:cNvSpPr/>
            <p:nvPr/>
          </p:nvSpPr>
          <p:spPr>
            <a:xfrm>
              <a:off x="5578324" y="200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t5931"/>
            <p:cNvSpPr/>
            <p:nvPr/>
          </p:nvSpPr>
          <p:spPr>
            <a:xfrm>
              <a:off x="5478850" y="2100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t5932"/>
            <p:cNvSpPr/>
            <p:nvPr/>
          </p:nvSpPr>
          <p:spPr>
            <a:xfrm>
              <a:off x="5598507" y="1952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t5933"/>
            <p:cNvSpPr/>
            <p:nvPr/>
          </p:nvSpPr>
          <p:spPr>
            <a:xfrm>
              <a:off x="5541085" y="2198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t5934"/>
            <p:cNvSpPr/>
            <p:nvPr/>
          </p:nvSpPr>
          <p:spPr>
            <a:xfrm>
              <a:off x="5677366" y="1929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t5935"/>
            <p:cNvSpPr/>
            <p:nvPr/>
          </p:nvSpPr>
          <p:spPr>
            <a:xfrm>
              <a:off x="5471711" y="2064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t5936"/>
            <p:cNvSpPr/>
            <p:nvPr/>
          </p:nvSpPr>
          <p:spPr>
            <a:xfrm>
              <a:off x="5455075" y="196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t5937"/>
            <p:cNvSpPr/>
            <p:nvPr/>
          </p:nvSpPr>
          <p:spPr>
            <a:xfrm>
              <a:off x="4799285" y="2798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t5938"/>
            <p:cNvSpPr/>
            <p:nvPr/>
          </p:nvSpPr>
          <p:spPr>
            <a:xfrm>
              <a:off x="5763138" y="2089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t5939"/>
            <p:cNvSpPr/>
            <p:nvPr/>
          </p:nvSpPr>
          <p:spPr>
            <a:xfrm>
              <a:off x="5387706" y="2228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t5940"/>
            <p:cNvSpPr/>
            <p:nvPr/>
          </p:nvSpPr>
          <p:spPr>
            <a:xfrm>
              <a:off x="5231154" y="2058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t5941"/>
            <p:cNvSpPr/>
            <p:nvPr/>
          </p:nvSpPr>
          <p:spPr>
            <a:xfrm>
              <a:off x="5736909" y="1848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t5942"/>
            <p:cNvSpPr/>
            <p:nvPr/>
          </p:nvSpPr>
          <p:spPr>
            <a:xfrm>
              <a:off x="5639454" y="2129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t5943"/>
            <p:cNvSpPr/>
            <p:nvPr/>
          </p:nvSpPr>
          <p:spPr>
            <a:xfrm>
              <a:off x="5651956" y="1990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t5944"/>
            <p:cNvSpPr/>
            <p:nvPr/>
          </p:nvSpPr>
          <p:spPr>
            <a:xfrm>
              <a:off x="5020121" y="2292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t5945"/>
            <p:cNvSpPr/>
            <p:nvPr/>
          </p:nvSpPr>
          <p:spPr>
            <a:xfrm>
              <a:off x="5154600" y="2609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t5946"/>
            <p:cNvSpPr/>
            <p:nvPr/>
          </p:nvSpPr>
          <p:spPr>
            <a:xfrm>
              <a:off x="5563554" y="2231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t5947"/>
            <p:cNvSpPr/>
            <p:nvPr/>
          </p:nvSpPr>
          <p:spPr>
            <a:xfrm>
              <a:off x="5176887" y="2171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t5948"/>
            <p:cNvSpPr/>
            <p:nvPr/>
          </p:nvSpPr>
          <p:spPr>
            <a:xfrm>
              <a:off x="5423735" y="2218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t5949"/>
            <p:cNvSpPr/>
            <p:nvPr/>
          </p:nvSpPr>
          <p:spPr>
            <a:xfrm>
              <a:off x="4952103" y="2515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t5950"/>
            <p:cNvSpPr/>
            <p:nvPr/>
          </p:nvSpPr>
          <p:spPr>
            <a:xfrm>
              <a:off x="5596054" y="1988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t5951"/>
            <p:cNvSpPr/>
            <p:nvPr/>
          </p:nvSpPr>
          <p:spPr>
            <a:xfrm>
              <a:off x="4933284" y="2285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t5952"/>
            <p:cNvSpPr/>
            <p:nvPr/>
          </p:nvSpPr>
          <p:spPr>
            <a:xfrm>
              <a:off x="5442835" y="1914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t5953"/>
            <p:cNvSpPr/>
            <p:nvPr/>
          </p:nvSpPr>
          <p:spPr>
            <a:xfrm>
              <a:off x="5349750" y="2304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t5954"/>
            <p:cNvSpPr/>
            <p:nvPr/>
          </p:nvSpPr>
          <p:spPr>
            <a:xfrm>
              <a:off x="5355318" y="2258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t5955"/>
            <p:cNvSpPr/>
            <p:nvPr/>
          </p:nvSpPr>
          <p:spPr>
            <a:xfrm>
              <a:off x="5834730" y="1905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t5956"/>
            <p:cNvSpPr/>
            <p:nvPr/>
          </p:nvSpPr>
          <p:spPr>
            <a:xfrm>
              <a:off x="5255654" y="2234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t5957"/>
            <p:cNvSpPr/>
            <p:nvPr/>
          </p:nvSpPr>
          <p:spPr>
            <a:xfrm>
              <a:off x="4728525" y="2864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t5958"/>
            <p:cNvSpPr/>
            <p:nvPr/>
          </p:nvSpPr>
          <p:spPr>
            <a:xfrm>
              <a:off x="5186788" y="2157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t5959"/>
            <p:cNvSpPr/>
            <p:nvPr/>
          </p:nvSpPr>
          <p:spPr>
            <a:xfrm>
              <a:off x="5604831" y="1937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t5960"/>
            <p:cNvSpPr/>
            <p:nvPr/>
          </p:nvSpPr>
          <p:spPr>
            <a:xfrm>
              <a:off x="5324006" y="213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t5961"/>
            <p:cNvSpPr/>
            <p:nvPr/>
          </p:nvSpPr>
          <p:spPr>
            <a:xfrm>
              <a:off x="5400029" y="2258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t5962"/>
            <p:cNvSpPr/>
            <p:nvPr/>
          </p:nvSpPr>
          <p:spPr>
            <a:xfrm>
              <a:off x="5477098" y="2290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t5963"/>
            <p:cNvSpPr/>
            <p:nvPr/>
          </p:nvSpPr>
          <p:spPr>
            <a:xfrm>
              <a:off x="5645019" y="1886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t5964"/>
            <p:cNvSpPr/>
            <p:nvPr/>
          </p:nvSpPr>
          <p:spPr>
            <a:xfrm>
              <a:off x="5518979" y="220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t5965"/>
            <p:cNvSpPr/>
            <p:nvPr/>
          </p:nvSpPr>
          <p:spPr>
            <a:xfrm>
              <a:off x="5526478" y="2090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t5966"/>
            <p:cNvSpPr/>
            <p:nvPr/>
          </p:nvSpPr>
          <p:spPr>
            <a:xfrm>
              <a:off x="5063326" y="2313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t5967"/>
            <p:cNvSpPr/>
            <p:nvPr/>
          </p:nvSpPr>
          <p:spPr>
            <a:xfrm>
              <a:off x="5718914" y="1784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t5968"/>
            <p:cNvSpPr/>
            <p:nvPr/>
          </p:nvSpPr>
          <p:spPr>
            <a:xfrm>
              <a:off x="5646089" y="1927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t5969"/>
            <p:cNvSpPr/>
            <p:nvPr/>
          </p:nvSpPr>
          <p:spPr>
            <a:xfrm>
              <a:off x="5047228" y="2287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t5970"/>
            <p:cNvSpPr/>
            <p:nvPr/>
          </p:nvSpPr>
          <p:spPr>
            <a:xfrm>
              <a:off x="5291022" y="2119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t5971"/>
            <p:cNvSpPr/>
            <p:nvPr/>
          </p:nvSpPr>
          <p:spPr>
            <a:xfrm>
              <a:off x="5396199" y="2135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t5972"/>
            <p:cNvSpPr/>
            <p:nvPr/>
          </p:nvSpPr>
          <p:spPr>
            <a:xfrm>
              <a:off x="5748392" y="1944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t5973"/>
            <p:cNvSpPr/>
            <p:nvPr/>
          </p:nvSpPr>
          <p:spPr>
            <a:xfrm>
              <a:off x="5234583" y="219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t5974"/>
            <p:cNvSpPr/>
            <p:nvPr/>
          </p:nvSpPr>
          <p:spPr>
            <a:xfrm>
              <a:off x="4971680" y="2368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t5975"/>
            <p:cNvSpPr/>
            <p:nvPr/>
          </p:nvSpPr>
          <p:spPr>
            <a:xfrm>
              <a:off x="5605652" y="1990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t5976"/>
            <p:cNvSpPr/>
            <p:nvPr/>
          </p:nvSpPr>
          <p:spPr>
            <a:xfrm>
              <a:off x="5082255" y="1714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t5977"/>
            <p:cNvSpPr/>
            <p:nvPr/>
          </p:nvSpPr>
          <p:spPr>
            <a:xfrm>
              <a:off x="5355122" y="2229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t5978"/>
            <p:cNvSpPr/>
            <p:nvPr/>
          </p:nvSpPr>
          <p:spPr>
            <a:xfrm>
              <a:off x="5379754" y="2174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t5979"/>
            <p:cNvSpPr/>
            <p:nvPr/>
          </p:nvSpPr>
          <p:spPr>
            <a:xfrm>
              <a:off x="5877976" y="1939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t5980"/>
            <p:cNvSpPr/>
            <p:nvPr/>
          </p:nvSpPr>
          <p:spPr>
            <a:xfrm>
              <a:off x="5197809" y="2053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t5981"/>
            <p:cNvSpPr/>
            <p:nvPr/>
          </p:nvSpPr>
          <p:spPr>
            <a:xfrm>
              <a:off x="5580168" y="1989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t5982"/>
            <p:cNvSpPr/>
            <p:nvPr/>
          </p:nvSpPr>
          <p:spPr>
            <a:xfrm>
              <a:off x="5480060" y="2203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t5983"/>
            <p:cNvSpPr/>
            <p:nvPr/>
          </p:nvSpPr>
          <p:spPr>
            <a:xfrm>
              <a:off x="5333703" y="2072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t5984"/>
            <p:cNvSpPr/>
            <p:nvPr/>
          </p:nvSpPr>
          <p:spPr>
            <a:xfrm>
              <a:off x="5626396" y="2070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t5985"/>
            <p:cNvSpPr/>
            <p:nvPr/>
          </p:nvSpPr>
          <p:spPr>
            <a:xfrm>
              <a:off x="5575507" y="2062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t5986"/>
            <p:cNvSpPr/>
            <p:nvPr/>
          </p:nvSpPr>
          <p:spPr>
            <a:xfrm>
              <a:off x="4911401" y="2091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t5987"/>
            <p:cNvSpPr/>
            <p:nvPr/>
          </p:nvSpPr>
          <p:spPr>
            <a:xfrm>
              <a:off x="5502177" y="2052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t5988"/>
            <p:cNvSpPr/>
            <p:nvPr/>
          </p:nvSpPr>
          <p:spPr>
            <a:xfrm>
              <a:off x="5833424" y="1739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t5989"/>
            <p:cNvSpPr/>
            <p:nvPr/>
          </p:nvSpPr>
          <p:spPr>
            <a:xfrm>
              <a:off x="5319610" y="2196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t5990"/>
            <p:cNvSpPr/>
            <p:nvPr/>
          </p:nvSpPr>
          <p:spPr>
            <a:xfrm>
              <a:off x="5255640" y="2199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t5991"/>
            <p:cNvSpPr/>
            <p:nvPr/>
          </p:nvSpPr>
          <p:spPr>
            <a:xfrm>
              <a:off x="5311621" y="216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t5992"/>
            <p:cNvSpPr/>
            <p:nvPr/>
          </p:nvSpPr>
          <p:spPr>
            <a:xfrm>
              <a:off x="5535396" y="2238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t5993"/>
            <p:cNvSpPr/>
            <p:nvPr/>
          </p:nvSpPr>
          <p:spPr>
            <a:xfrm>
              <a:off x="5078774" y="2201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t5994"/>
            <p:cNvSpPr/>
            <p:nvPr/>
          </p:nvSpPr>
          <p:spPr>
            <a:xfrm>
              <a:off x="5604506" y="192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t5995"/>
            <p:cNvSpPr/>
            <p:nvPr/>
          </p:nvSpPr>
          <p:spPr>
            <a:xfrm>
              <a:off x="5554138" y="2192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t5996"/>
            <p:cNvSpPr/>
            <p:nvPr/>
          </p:nvSpPr>
          <p:spPr>
            <a:xfrm>
              <a:off x="5008285" y="189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t5997"/>
            <p:cNvSpPr/>
            <p:nvPr/>
          </p:nvSpPr>
          <p:spPr>
            <a:xfrm>
              <a:off x="5482118" y="2064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t5998"/>
            <p:cNvSpPr/>
            <p:nvPr/>
          </p:nvSpPr>
          <p:spPr>
            <a:xfrm>
              <a:off x="5481061" y="211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t5999"/>
            <p:cNvSpPr/>
            <p:nvPr/>
          </p:nvSpPr>
          <p:spPr>
            <a:xfrm>
              <a:off x="5612042" y="2071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t6000"/>
            <p:cNvSpPr/>
            <p:nvPr/>
          </p:nvSpPr>
          <p:spPr>
            <a:xfrm>
              <a:off x="5258224" y="2168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t6001"/>
            <p:cNvSpPr/>
            <p:nvPr/>
          </p:nvSpPr>
          <p:spPr>
            <a:xfrm>
              <a:off x="5162645" y="2361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t6002"/>
            <p:cNvSpPr/>
            <p:nvPr/>
          </p:nvSpPr>
          <p:spPr>
            <a:xfrm>
              <a:off x="5332934" y="2224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t6003"/>
            <p:cNvSpPr/>
            <p:nvPr/>
          </p:nvSpPr>
          <p:spPr>
            <a:xfrm>
              <a:off x="5951553" y="1770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t6004"/>
            <p:cNvSpPr/>
            <p:nvPr/>
          </p:nvSpPr>
          <p:spPr>
            <a:xfrm>
              <a:off x="4985799" y="2656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t6005"/>
            <p:cNvSpPr/>
            <p:nvPr/>
          </p:nvSpPr>
          <p:spPr>
            <a:xfrm>
              <a:off x="5072934" y="2351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t6006"/>
            <p:cNvSpPr/>
            <p:nvPr/>
          </p:nvSpPr>
          <p:spPr>
            <a:xfrm>
              <a:off x="5414933" y="2188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t6007"/>
            <p:cNvSpPr/>
            <p:nvPr/>
          </p:nvSpPr>
          <p:spPr>
            <a:xfrm>
              <a:off x="5091589" y="2333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t6008"/>
            <p:cNvSpPr/>
            <p:nvPr/>
          </p:nvSpPr>
          <p:spPr>
            <a:xfrm>
              <a:off x="5519961" y="2019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t6009"/>
            <p:cNvSpPr/>
            <p:nvPr/>
          </p:nvSpPr>
          <p:spPr>
            <a:xfrm>
              <a:off x="5651505" y="193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t6010"/>
            <p:cNvSpPr/>
            <p:nvPr/>
          </p:nvSpPr>
          <p:spPr>
            <a:xfrm>
              <a:off x="5498326" y="215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t6011"/>
            <p:cNvSpPr/>
            <p:nvPr/>
          </p:nvSpPr>
          <p:spPr>
            <a:xfrm>
              <a:off x="5653690" y="1665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t6012"/>
            <p:cNvSpPr/>
            <p:nvPr/>
          </p:nvSpPr>
          <p:spPr>
            <a:xfrm>
              <a:off x="4889863" y="2670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t6013"/>
            <p:cNvSpPr/>
            <p:nvPr/>
          </p:nvSpPr>
          <p:spPr>
            <a:xfrm>
              <a:off x="5685118" y="1871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t6014"/>
            <p:cNvSpPr/>
            <p:nvPr/>
          </p:nvSpPr>
          <p:spPr>
            <a:xfrm>
              <a:off x="5776157" y="1818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t6015"/>
            <p:cNvSpPr/>
            <p:nvPr/>
          </p:nvSpPr>
          <p:spPr>
            <a:xfrm>
              <a:off x="5084058" y="2140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t6016"/>
            <p:cNvSpPr/>
            <p:nvPr/>
          </p:nvSpPr>
          <p:spPr>
            <a:xfrm>
              <a:off x="5600458" y="1839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t6017"/>
            <p:cNvSpPr/>
            <p:nvPr/>
          </p:nvSpPr>
          <p:spPr>
            <a:xfrm>
              <a:off x="5324523" y="2161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t6018"/>
            <p:cNvSpPr/>
            <p:nvPr/>
          </p:nvSpPr>
          <p:spPr>
            <a:xfrm>
              <a:off x="5379259" y="2132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t6019"/>
            <p:cNvSpPr/>
            <p:nvPr/>
          </p:nvSpPr>
          <p:spPr>
            <a:xfrm>
              <a:off x="5789579" y="1890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t6020"/>
            <p:cNvSpPr/>
            <p:nvPr/>
          </p:nvSpPr>
          <p:spPr>
            <a:xfrm>
              <a:off x="4907343" y="2172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t6021"/>
            <p:cNvSpPr/>
            <p:nvPr/>
          </p:nvSpPr>
          <p:spPr>
            <a:xfrm>
              <a:off x="5333087" y="2162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t6022"/>
            <p:cNvSpPr/>
            <p:nvPr/>
          </p:nvSpPr>
          <p:spPr>
            <a:xfrm>
              <a:off x="5240775" y="2263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t6023"/>
            <p:cNvSpPr/>
            <p:nvPr/>
          </p:nvSpPr>
          <p:spPr>
            <a:xfrm>
              <a:off x="5428763" y="1860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t6024"/>
            <p:cNvSpPr/>
            <p:nvPr/>
          </p:nvSpPr>
          <p:spPr>
            <a:xfrm>
              <a:off x="5492163" y="2239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t6025"/>
            <p:cNvSpPr/>
            <p:nvPr/>
          </p:nvSpPr>
          <p:spPr>
            <a:xfrm>
              <a:off x="5461595" y="2109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t6026"/>
            <p:cNvSpPr/>
            <p:nvPr/>
          </p:nvSpPr>
          <p:spPr>
            <a:xfrm>
              <a:off x="5336058" y="2218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t6027"/>
            <p:cNvSpPr/>
            <p:nvPr/>
          </p:nvSpPr>
          <p:spPr>
            <a:xfrm>
              <a:off x="5594150" y="2184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t6028"/>
            <p:cNvSpPr/>
            <p:nvPr/>
          </p:nvSpPr>
          <p:spPr>
            <a:xfrm>
              <a:off x="5769948" y="1973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t6029"/>
            <p:cNvSpPr/>
            <p:nvPr/>
          </p:nvSpPr>
          <p:spPr>
            <a:xfrm>
              <a:off x="5212993" y="2131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t6030"/>
            <p:cNvSpPr/>
            <p:nvPr/>
          </p:nvSpPr>
          <p:spPr>
            <a:xfrm>
              <a:off x="5333187" y="2164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t6031"/>
            <p:cNvSpPr/>
            <p:nvPr/>
          </p:nvSpPr>
          <p:spPr>
            <a:xfrm>
              <a:off x="5930295" y="173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t6032"/>
            <p:cNvSpPr/>
            <p:nvPr/>
          </p:nvSpPr>
          <p:spPr>
            <a:xfrm>
              <a:off x="5432735" y="2170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t6033"/>
            <p:cNvSpPr/>
            <p:nvPr/>
          </p:nvSpPr>
          <p:spPr>
            <a:xfrm>
              <a:off x="5199829" y="2251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t6034"/>
            <p:cNvSpPr/>
            <p:nvPr/>
          </p:nvSpPr>
          <p:spPr>
            <a:xfrm>
              <a:off x="4908599" y="1819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t6035"/>
            <p:cNvSpPr/>
            <p:nvPr/>
          </p:nvSpPr>
          <p:spPr>
            <a:xfrm>
              <a:off x="4895351" y="2230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t6036"/>
            <p:cNvSpPr/>
            <p:nvPr/>
          </p:nvSpPr>
          <p:spPr>
            <a:xfrm>
              <a:off x="5567145" y="1971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t6037"/>
            <p:cNvSpPr/>
            <p:nvPr/>
          </p:nvSpPr>
          <p:spPr>
            <a:xfrm>
              <a:off x="5717074" y="1868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t6038"/>
            <p:cNvSpPr/>
            <p:nvPr/>
          </p:nvSpPr>
          <p:spPr>
            <a:xfrm>
              <a:off x="5661536" y="1582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t6039"/>
            <p:cNvSpPr/>
            <p:nvPr/>
          </p:nvSpPr>
          <p:spPr>
            <a:xfrm>
              <a:off x="5852163" y="1717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t6040"/>
            <p:cNvSpPr/>
            <p:nvPr/>
          </p:nvSpPr>
          <p:spPr>
            <a:xfrm>
              <a:off x="5695193" y="2077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t6041"/>
            <p:cNvSpPr/>
            <p:nvPr/>
          </p:nvSpPr>
          <p:spPr>
            <a:xfrm>
              <a:off x="5226969" y="2045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t6042"/>
            <p:cNvSpPr/>
            <p:nvPr/>
          </p:nvSpPr>
          <p:spPr>
            <a:xfrm>
              <a:off x="5569152" y="2022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t6043"/>
            <p:cNvSpPr/>
            <p:nvPr/>
          </p:nvSpPr>
          <p:spPr>
            <a:xfrm>
              <a:off x="5404061" y="2199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t6044"/>
            <p:cNvSpPr/>
            <p:nvPr/>
          </p:nvSpPr>
          <p:spPr>
            <a:xfrm>
              <a:off x="4813441" y="2069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t6045"/>
            <p:cNvSpPr/>
            <p:nvPr/>
          </p:nvSpPr>
          <p:spPr>
            <a:xfrm>
              <a:off x="5453897" y="1961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t6046"/>
            <p:cNvSpPr/>
            <p:nvPr/>
          </p:nvSpPr>
          <p:spPr>
            <a:xfrm>
              <a:off x="5702896" y="1825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t6047"/>
            <p:cNvSpPr/>
            <p:nvPr/>
          </p:nvSpPr>
          <p:spPr>
            <a:xfrm>
              <a:off x="5430233" y="2216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t6048"/>
            <p:cNvSpPr/>
            <p:nvPr/>
          </p:nvSpPr>
          <p:spPr>
            <a:xfrm>
              <a:off x="5288002" y="1976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t6049"/>
            <p:cNvSpPr/>
            <p:nvPr/>
          </p:nvSpPr>
          <p:spPr>
            <a:xfrm>
              <a:off x="5560054" y="2209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t6050"/>
            <p:cNvSpPr/>
            <p:nvPr/>
          </p:nvSpPr>
          <p:spPr>
            <a:xfrm>
              <a:off x="5542228" y="2189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t6051"/>
            <p:cNvSpPr/>
            <p:nvPr/>
          </p:nvSpPr>
          <p:spPr>
            <a:xfrm>
              <a:off x="5540014" y="214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t6052"/>
            <p:cNvSpPr/>
            <p:nvPr/>
          </p:nvSpPr>
          <p:spPr>
            <a:xfrm>
              <a:off x="5484409" y="2290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t6053"/>
            <p:cNvSpPr/>
            <p:nvPr/>
          </p:nvSpPr>
          <p:spPr>
            <a:xfrm>
              <a:off x="5435508" y="2104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t6054"/>
            <p:cNvSpPr/>
            <p:nvPr/>
          </p:nvSpPr>
          <p:spPr>
            <a:xfrm>
              <a:off x="5300204" y="228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t6055"/>
            <p:cNvSpPr/>
            <p:nvPr/>
          </p:nvSpPr>
          <p:spPr>
            <a:xfrm>
              <a:off x="5023904" y="2311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t6056"/>
            <p:cNvSpPr/>
            <p:nvPr/>
          </p:nvSpPr>
          <p:spPr>
            <a:xfrm>
              <a:off x="5533437" y="2160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t6057"/>
            <p:cNvSpPr/>
            <p:nvPr/>
          </p:nvSpPr>
          <p:spPr>
            <a:xfrm>
              <a:off x="5682545" y="1921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t6058"/>
            <p:cNvSpPr/>
            <p:nvPr/>
          </p:nvSpPr>
          <p:spPr>
            <a:xfrm>
              <a:off x="5671822" y="1745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t6059"/>
            <p:cNvSpPr/>
            <p:nvPr/>
          </p:nvSpPr>
          <p:spPr>
            <a:xfrm>
              <a:off x="5502473" y="2150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t6060"/>
            <p:cNvSpPr/>
            <p:nvPr/>
          </p:nvSpPr>
          <p:spPr>
            <a:xfrm>
              <a:off x="5200704" y="2201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t6061"/>
            <p:cNvSpPr/>
            <p:nvPr/>
          </p:nvSpPr>
          <p:spPr>
            <a:xfrm>
              <a:off x="5469966" y="2134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t6062"/>
            <p:cNvSpPr/>
            <p:nvPr/>
          </p:nvSpPr>
          <p:spPr>
            <a:xfrm>
              <a:off x="5889265" y="1761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t6063"/>
            <p:cNvSpPr/>
            <p:nvPr/>
          </p:nvSpPr>
          <p:spPr>
            <a:xfrm>
              <a:off x="5242240" y="2028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t6064"/>
            <p:cNvSpPr/>
            <p:nvPr/>
          </p:nvSpPr>
          <p:spPr>
            <a:xfrm>
              <a:off x="5598447" y="2046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t6065"/>
            <p:cNvSpPr/>
            <p:nvPr/>
          </p:nvSpPr>
          <p:spPr>
            <a:xfrm>
              <a:off x="5642756" y="1879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t6066"/>
            <p:cNvSpPr/>
            <p:nvPr/>
          </p:nvSpPr>
          <p:spPr>
            <a:xfrm>
              <a:off x="5625889" y="2064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t6067"/>
            <p:cNvSpPr/>
            <p:nvPr/>
          </p:nvSpPr>
          <p:spPr>
            <a:xfrm>
              <a:off x="5564220" y="2216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t6068"/>
            <p:cNvSpPr/>
            <p:nvPr/>
          </p:nvSpPr>
          <p:spPr>
            <a:xfrm>
              <a:off x="5537235" y="234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t6069"/>
            <p:cNvSpPr/>
            <p:nvPr/>
          </p:nvSpPr>
          <p:spPr>
            <a:xfrm>
              <a:off x="5454920" y="2015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t6070"/>
            <p:cNvSpPr/>
            <p:nvPr/>
          </p:nvSpPr>
          <p:spPr>
            <a:xfrm>
              <a:off x="4893418" y="2196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t6071"/>
            <p:cNvSpPr/>
            <p:nvPr/>
          </p:nvSpPr>
          <p:spPr>
            <a:xfrm>
              <a:off x="5371045" y="2131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t6072"/>
            <p:cNvSpPr/>
            <p:nvPr/>
          </p:nvSpPr>
          <p:spPr>
            <a:xfrm>
              <a:off x="5594596" y="1984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t6073"/>
            <p:cNvSpPr/>
            <p:nvPr/>
          </p:nvSpPr>
          <p:spPr>
            <a:xfrm>
              <a:off x="5702423" y="1802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t6074"/>
            <p:cNvSpPr/>
            <p:nvPr/>
          </p:nvSpPr>
          <p:spPr>
            <a:xfrm>
              <a:off x="5687804" y="2104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t6075"/>
            <p:cNvSpPr/>
            <p:nvPr/>
          </p:nvSpPr>
          <p:spPr>
            <a:xfrm>
              <a:off x="5617685" y="2078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t6076"/>
            <p:cNvSpPr/>
            <p:nvPr/>
          </p:nvSpPr>
          <p:spPr>
            <a:xfrm>
              <a:off x="5588536" y="2109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t6077"/>
            <p:cNvSpPr/>
            <p:nvPr/>
          </p:nvSpPr>
          <p:spPr>
            <a:xfrm>
              <a:off x="5430083" y="2119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t6078"/>
            <p:cNvSpPr/>
            <p:nvPr/>
          </p:nvSpPr>
          <p:spPr>
            <a:xfrm>
              <a:off x="5124711" y="2641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t6079"/>
            <p:cNvSpPr/>
            <p:nvPr/>
          </p:nvSpPr>
          <p:spPr>
            <a:xfrm>
              <a:off x="5642231" y="2083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t6080"/>
            <p:cNvSpPr/>
            <p:nvPr/>
          </p:nvSpPr>
          <p:spPr>
            <a:xfrm>
              <a:off x="5273936" y="2207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t6081"/>
            <p:cNvSpPr/>
            <p:nvPr/>
          </p:nvSpPr>
          <p:spPr>
            <a:xfrm>
              <a:off x="5398714" y="2268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t6082"/>
            <p:cNvSpPr/>
            <p:nvPr/>
          </p:nvSpPr>
          <p:spPr>
            <a:xfrm>
              <a:off x="5267157" y="2205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t6083"/>
            <p:cNvSpPr/>
            <p:nvPr/>
          </p:nvSpPr>
          <p:spPr>
            <a:xfrm>
              <a:off x="5427826" y="2193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t6084"/>
            <p:cNvSpPr/>
            <p:nvPr/>
          </p:nvSpPr>
          <p:spPr>
            <a:xfrm>
              <a:off x="5514205" y="2268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t6085"/>
            <p:cNvSpPr/>
            <p:nvPr/>
          </p:nvSpPr>
          <p:spPr>
            <a:xfrm>
              <a:off x="5190566" y="2147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t6086"/>
            <p:cNvSpPr/>
            <p:nvPr/>
          </p:nvSpPr>
          <p:spPr>
            <a:xfrm>
              <a:off x="5352182" y="2291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t6087"/>
            <p:cNvSpPr/>
            <p:nvPr/>
          </p:nvSpPr>
          <p:spPr>
            <a:xfrm>
              <a:off x="5805378" y="1861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t6088"/>
            <p:cNvSpPr/>
            <p:nvPr/>
          </p:nvSpPr>
          <p:spPr>
            <a:xfrm>
              <a:off x="5247992" y="2139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t6089"/>
            <p:cNvSpPr/>
            <p:nvPr/>
          </p:nvSpPr>
          <p:spPr>
            <a:xfrm>
              <a:off x="5377236" y="2125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t6090"/>
            <p:cNvSpPr/>
            <p:nvPr/>
          </p:nvSpPr>
          <p:spPr>
            <a:xfrm>
              <a:off x="4614246" y="2549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t6091"/>
            <p:cNvSpPr/>
            <p:nvPr/>
          </p:nvSpPr>
          <p:spPr>
            <a:xfrm>
              <a:off x="5647168" y="1945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t6092"/>
            <p:cNvSpPr/>
            <p:nvPr/>
          </p:nvSpPr>
          <p:spPr>
            <a:xfrm>
              <a:off x="4876409" y="2559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t6093"/>
            <p:cNvSpPr/>
            <p:nvPr/>
          </p:nvSpPr>
          <p:spPr>
            <a:xfrm>
              <a:off x="5214622" y="2152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t6094"/>
            <p:cNvSpPr/>
            <p:nvPr/>
          </p:nvSpPr>
          <p:spPr>
            <a:xfrm>
              <a:off x="5565573" y="2264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t6095"/>
            <p:cNvSpPr/>
            <p:nvPr/>
          </p:nvSpPr>
          <p:spPr>
            <a:xfrm>
              <a:off x="5464822" y="2045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t6096"/>
            <p:cNvSpPr/>
            <p:nvPr/>
          </p:nvSpPr>
          <p:spPr>
            <a:xfrm>
              <a:off x="5354155" y="224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t6097"/>
            <p:cNvSpPr/>
            <p:nvPr/>
          </p:nvSpPr>
          <p:spPr>
            <a:xfrm>
              <a:off x="5413505" y="2139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t6098"/>
            <p:cNvSpPr/>
            <p:nvPr/>
          </p:nvSpPr>
          <p:spPr>
            <a:xfrm>
              <a:off x="5216582" y="2036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t6099"/>
            <p:cNvSpPr/>
            <p:nvPr/>
          </p:nvSpPr>
          <p:spPr>
            <a:xfrm>
              <a:off x="5038932" y="2418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t6100"/>
            <p:cNvSpPr/>
            <p:nvPr/>
          </p:nvSpPr>
          <p:spPr>
            <a:xfrm>
              <a:off x="5268988" y="2139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t6101"/>
            <p:cNvSpPr/>
            <p:nvPr/>
          </p:nvSpPr>
          <p:spPr>
            <a:xfrm>
              <a:off x="5512599" y="2173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t6102"/>
            <p:cNvSpPr/>
            <p:nvPr/>
          </p:nvSpPr>
          <p:spPr>
            <a:xfrm>
              <a:off x="5761096" y="1949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t6103"/>
            <p:cNvSpPr/>
            <p:nvPr/>
          </p:nvSpPr>
          <p:spPr>
            <a:xfrm>
              <a:off x="5648805" y="1893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t6104"/>
            <p:cNvSpPr/>
            <p:nvPr/>
          </p:nvSpPr>
          <p:spPr>
            <a:xfrm>
              <a:off x="5044119" y="2407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t6105"/>
            <p:cNvSpPr/>
            <p:nvPr/>
          </p:nvSpPr>
          <p:spPr>
            <a:xfrm>
              <a:off x="5436242" y="2058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t6106"/>
            <p:cNvSpPr/>
            <p:nvPr/>
          </p:nvSpPr>
          <p:spPr>
            <a:xfrm>
              <a:off x="5361182" y="2079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t6107"/>
            <p:cNvSpPr/>
            <p:nvPr/>
          </p:nvSpPr>
          <p:spPr>
            <a:xfrm>
              <a:off x="5461198" y="2109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t6108"/>
            <p:cNvSpPr/>
            <p:nvPr/>
          </p:nvSpPr>
          <p:spPr>
            <a:xfrm>
              <a:off x="5244815" y="2133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t6109"/>
            <p:cNvSpPr/>
            <p:nvPr/>
          </p:nvSpPr>
          <p:spPr>
            <a:xfrm>
              <a:off x="4894430" y="1596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t6110"/>
            <p:cNvSpPr/>
            <p:nvPr/>
          </p:nvSpPr>
          <p:spPr>
            <a:xfrm>
              <a:off x="5167774" y="2171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t6111"/>
            <p:cNvSpPr/>
            <p:nvPr/>
          </p:nvSpPr>
          <p:spPr>
            <a:xfrm>
              <a:off x="5282929" y="1914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t6112"/>
            <p:cNvSpPr/>
            <p:nvPr/>
          </p:nvSpPr>
          <p:spPr>
            <a:xfrm>
              <a:off x="5627082" y="2047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t6113"/>
            <p:cNvSpPr/>
            <p:nvPr/>
          </p:nvSpPr>
          <p:spPr>
            <a:xfrm>
              <a:off x="4860144" y="2703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t6114"/>
            <p:cNvSpPr/>
            <p:nvPr/>
          </p:nvSpPr>
          <p:spPr>
            <a:xfrm>
              <a:off x="5449210" y="1997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t6115"/>
            <p:cNvSpPr/>
            <p:nvPr/>
          </p:nvSpPr>
          <p:spPr>
            <a:xfrm>
              <a:off x="5023389" y="2097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t6116"/>
            <p:cNvSpPr/>
            <p:nvPr/>
          </p:nvSpPr>
          <p:spPr>
            <a:xfrm>
              <a:off x="5354654" y="2256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t6117"/>
            <p:cNvSpPr/>
            <p:nvPr/>
          </p:nvSpPr>
          <p:spPr>
            <a:xfrm>
              <a:off x="5605774" y="188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t6118"/>
            <p:cNvSpPr/>
            <p:nvPr/>
          </p:nvSpPr>
          <p:spPr>
            <a:xfrm>
              <a:off x="5197755" y="2241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t6119"/>
            <p:cNvSpPr/>
            <p:nvPr/>
          </p:nvSpPr>
          <p:spPr>
            <a:xfrm>
              <a:off x="5237636" y="2214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t6120"/>
            <p:cNvSpPr/>
            <p:nvPr/>
          </p:nvSpPr>
          <p:spPr>
            <a:xfrm>
              <a:off x="5354566" y="2227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t6121"/>
            <p:cNvSpPr/>
            <p:nvPr/>
          </p:nvSpPr>
          <p:spPr>
            <a:xfrm>
              <a:off x="5164079" y="2278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t6122"/>
            <p:cNvSpPr/>
            <p:nvPr/>
          </p:nvSpPr>
          <p:spPr>
            <a:xfrm>
              <a:off x="5609475" y="1975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t6123"/>
            <p:cNvSpPr/>
            <p:nvPr/>
          </p:nvSpPr>
          <p:spPr>
            <a:xfrm>
              <a:off x="5278743" y="2220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t6124"/>
            <p:cNvSpPr/>
            <p:nvPr/>
          </p:nvSpPr>
          <p:spPr>
            <a:xfrm>
              <a:off x="5476508" y="2254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t6125"/>
            <p:cNvSpPr/>
            <p:nvPr/>
          </p:nvSpPr>
          <p:spPr>
            <a:xfrm>
              <a:off x="5042959" y="2629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t6126"/>
            <p:cNvSpPr/>
            <p:nvPr/>
          </p:nvSpPr>
          <p:spPr>
            <a:xfrm>
              <a:off x="5370229" y="2091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t6127"/>
            <p:cNvSpPr/>
            <p:nvPr/>
          </p:nvSpPr>
          <p:spPr>
            <a:xfrm>
              <a:off x="5212883" y="2156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t6128"/>
            <p:cNvSpPr/>
            <p:nvPr/>
          </p:nvSpPr>
          <p:spPr>
            <a:xfrm>
              <a:off x="5355842" y="2298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t6129"/>
            <p:cNvSpPr/>
            <p:nvPr/>
          </p:nvSpPr>
          <p:spPr>
            <a:xfrm>
              <a:off x="5401811" y="2314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t6130"/>
            <p:cNvSpPr/>
            <p:nvPr/>
          </p:nvSpPr>
          <p:spPr>
            <a:xfrm>
              <a:off x="5475470" y="2119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t6131"/>
            <p:cNvSpPr/>
            <p:nvPr/>
          </p:nvSpPr>
          <p:spPr>
            <a:xfrm>
              <a:off x="5536540" y="2237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t6132"/>
            <p:cNvSpPr/>
            <p:nvPr/>
          </p:nvSpPr>
          <p:spPr>
            <a:xfrm>
              <a:off x="5107604" y="2673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t6133"/>
            <p:cNvSpPr/>
            <p:nvPr/>
          </p:nvSpPr>
          <p:spPr>
            <a:xfrm>
              <a:off x="5260840" y="2210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t6134"/>
            <p:cNvSpPr/>
            <p:nvPr/>
          </p:nvSpPr>
          <p:spPr>
            <a:xfrm>
              <a:off x="4701164" y="2675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t6135"/>
            <p:cNvSpPr/>
            <p:nvPr/>
          </p:nvSpPr>
          <p:spPr>
            <a:xfrm>
              <a:off x="5533808" y="2309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t6136"/>
            <p:cNvSpPr/>
            <p:nvPr/>
          </p:nvSpPr>
          <p:spPr>
            <a:xfrm>
              <a:off x="5293929" y="213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t6137"/>
            <p:cNvSpPr/>
            <p:nvPr/>
          </p:nvSpPr>
          <p:spPr>
            <a:xfrm>
              <a:off x="5754713" y="2156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t6138"/>
            <p:cNvSpPr/>
            <p:nvPr/>
          </p:nvSpPr>
          <p:spPr>
            <a:xfrm>
              <a:off x="5591309" y="2128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t6139"/>
            <p:cNvSpPr/>
            <p:nvPr/>
          </p:nvSpPr>
          <p:spPr>
            <a:xfrm>
              <a:off x="5123533" y="2638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t6140"/>
            <p:cNvSpPr/>
            <p:nvPr/>
          </p:nvSpPr>
          <p:spPr>
            <a:xfrm>
              <a:off x="5364119" y="2069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t6141"/>
            <p:cNvSpPr/>
            <p:nvPr/>
          </p:nvSpPr>
          <p:spPr>
            <a:xfrm>
              <a:off x="5186214" y="2134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t6142"/>
            <p:cNvSpPr/>
            <p:nvPr/>
          </p:nvSpPr>
          <p:spPr>
            <a:xfrm>
              <a:off x="5689636" y="2009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t6143"/>
            <p:cNvSpPr/>
            <p:nvPr/>
          </p:nvSpPr>
          <p:spPr>
            <a:xfrm>
              <a:off x="5025062" y="2257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t6144"/>
            <p:cNvSpPr/>
            <p:nvPr/>
          </p:nvSpPr>
          <p:spPr>
            <a:xfrm>
              <a:off x="5328957" y="2147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t6145"/>
            <p:cNvSpPr/>
            <p:nvPr/>
          </p:nvSpPr>
          <p:spPr>
            <a:xfrm>
              <a:off x="5435454" y="1897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t6146"/>
            <p:cNvSpPr/>
            <p:nvPr/>
          </p:nvSpPr>
          <p:spPr>
            <a:xfrm>
              <a:off x="4904009" y="2275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t6147"/>
            <p:cNvSpPr/>
            <p:nvPr/>
          </p:nvSpPr>
          <p:spPr>
            <a:xfrm>
              <a:off x="5755437" y="1888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t6148"/>
            <p:cNvSpPr/>
            <p:nvPr/>
          </p:nvSpPr>
          <p:spPr>
            <a:xfrm>
              <a:off x="5422930" y="2162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t6149"/>
            <p:cNvSpPr/>
            <p:nvPr/>
          </p:nvSpPr>
          <p:spPr>
            <a:xfrm>
              <a:off x="5312600" y="2097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t6150"/>
            <p:cNvSpPr/>
            <p:nvPr/>
          </p:nvSpPr>
          <p:spPr>
            <a:xfrm>
              <a:off x="5775330" y="1943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t6151"/>
            <p:cNvSpPr/>
            <p:nvPr/>
          </p:nvSpPr>
          <p:spPr>
            <a:xfrm>
              <a:off x="6056460" y="1757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t6152"/>
            <p:cNvSpPr/>
            <p:nvPr/>
          </p:nvSpPr>
          <p:spPr>
            <a:xfrm>
              <a:off x="5105644" y="2477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t6153"/>
            <p:cNvSpPr/>
            <p:nvPr/>
          </p:nvSpPr>
          <p:spPr>
            <a:xfrm>
              <a:off x="5933221" y="137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t6154"/>
            <p:cNvSpPr/>
            <p:nvPr/>
          </p:nvSpPr>
          <p:spPr>
            <a:xfrm>
              <a:off x="5354716" y="2258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t6155"/>
            <p:cNvSpPr/>
            <p:nvPr/>
          </p:nvSpPr>
          <p:spPr>
            <a:xfrm>
              <a:off x="5133067" y="2741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t6156"/>
            <p:cNvSpPr/>
            <p:nvPr/>
          </p:nvSpPr>
          <p:spPr>
            <a:xfrm>
              <a:off x="5216555" y="2062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t6157"/>
            <p:cNvSpPr/>
            <p:nvPr/>
          </p:nvSpPr>
          <p:spPr>
            <a:xfrm>
              <a:off x="5079371" y="1916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t6158"/>
            <p:cNvSpPr/>
            <p:nvPr/>
          </p:nvSpPr>
          <p:spPr>
            <a:xfrm>
              <a:off x="5641645" y="2028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t6159"/>
            <p:cNvSpPr/>
            <p:nvPr/>
          </p:nvSpPr>
          <p:spPr>
            <a:xfrm>
              <a:off x="5564936" y="2270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t6160"/>
            <p:cNvSpPr/>
            <p:nvPr/>
          </p:nvSpPr>
          <p:spPr>
            <a:xfrm>
              <a:off x="4790651" y="2414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t6161"/>
            <p:cNvSpPr/>
            <p:nvPr/>
          </p:nvSpPr>
          <p:spPr>
            <a:xfrm>
              <a:off x="5329649" y="2121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t6162"/>
            <p:cNvSpPr/>
            <p:nvPr/>
          </p:nvSpPr>
          <p:spPr>
            <a:xfrm>
              <a:off x="5023489" y="2306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t6163"/>
            <p:cNvSpPr/>
            <p:nvPr/>
          </p:nvSpPr>
          <p:spPr>
            <a:xfrm>
              <a:off x="5662702" y="1796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t6164"/>
            <p:cNvSpPr/>
            <p:nvPr/>
          </p:nvSpPr>
          <p:spPr>
            <a:xfrm>
              <a:off x="5313147" y="2081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t6165"/>
            <p:cNvSpPr/>
            <p:nvPr/>
          </p:nvSpPr>
          <p:spPr>
            <a:xfrm>
              <a:off x="4895298" y="2160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t6166"/>
            <p:cNvSpPr/>
            <p:nvPr/>
          </p:nvSpPr>
          <p:spPr>
            <a:xfrm>
              <a:off x="5292101" y="2121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t6167"/>
            <p:cNvSpPr/>
            <p:nvPr/>
          </p:nvSpPr>
          <p:spPr>
            <a:xfrm>
              <a:off x="5218642" y="2131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t6168"/>
            <p:cNvSpPr/>
            <p:nvPr/>
          </p:nvSpPr>
          <p:spPr>
            <a:xfrm>
              <a:off x="5047545" y="2248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t6169"/>
            <p:cNvSpPr/>
            <p:nvPr/>
          </p:nvSpPr>
          <p:spPr>
            <a:xfrm>
              <a:off x="4983349" y="2729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t6170"/>
            <p:cNvSpPr/>
            <p:nvPr/>
          </p:nvSpPr>
          <p:spPr>
            <a:xfrm>
              <a:off x="5302020" y="213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t6171"/>
            <p:cNvSpPr/>
            <p:nvPr/>
          </p:nvSpPr>
          <p:spPr>
            <a:xfrm>
              <a:off x="5373863" y="2120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t6172"/>
            <p:cNvSpPr/>
            <p:nvPr/>
          </p:nvSpPr>
          <p:spPr>
            <a:xfrm>
              <a:off x="5109090" y="2582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t6173"/>
            <p:cNvSpPr/>
            <p:nvPr/>
          </p:nvSpPr>
          <p:spPr>
            <a:xfrm>
              <a:off x="5407385" y="2253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t6174"/>
            <p:cNvSpPr/>
            <p:nvPr/>
          </p:nvSpPr>
          <p:spPr>
            <a:xfrm>
              <a:off x="5650890" y="1873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t6175"/>
            <p:cNvSpPr/>
            <p:nvPr/>
          </p:nvSpPr>
          <p:spPr>
            <a:xfrm>
              <a:off x="5897380" y="1456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t6176"/>
            <p:cNvSpPr/>
            <p:nvPr/>
          </p:nvSpPr>
          <p:spPr>
            <a:xfrm>
              <a:off x="5902322" y="1747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t6177"/>
            <p:cNvSpPr/>
            <p:nvPr/>
          </p:nvSpPr>
          <p:spPr>
            <a:xfrm>
              <a:off x="5614675" y="2055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t6178"/>
            <p:cNvSpPr/>
            <p:nvPr/>
          </p:nvSpPr>
          <p:spPr>
            <a:xfrm>
              <a:off x="5582026" y="2131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t6179"/>
            <p:cNvSpPr/>
            <p:nvPr/>
          </p:nvSpPr>
          <p:spPr>
            <a:xfrm>
              <a:off x="5388209" y="2227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t6180"/>
            <p:cNvSpPr/>
            <p:nvPr/>
          </p:nvSpPr>
          <p:spPr>
            <a:xfrm>
              <a:off x="5140995" y="2565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t6181"/>
            <p:cNvSpPr/>
            <p:nvPr/>
          </p:nvSpPr>
          <p:spPr>
            <a:xfrm>
              <a:off x="5717061" y="1748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t6182"/>
            <p:cNvSpPr/>
            <p:nvPr/>
          </p:nvSpPr>
          <p:spPr>
            <a:xfrm>
              <a:off x="5128019" y="2669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t6183"/>
            <p:cNvSpPr/>
            <p:nvPr/>
          </p:nvSpPr>
          <p:spPr>
            <a:xfrm>
              <a:off x="5408346" y="2312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t6184"/>
            <p:cNvSpPr/>
            <p:nvPr/>
          </p:nvSpPr>
          <p:spPr>
            <a:xfrm>
              <a:off x="5231325" y="1970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t6185"/>
            <p:cNvSpPr/>
            <p:nvPr/>
          </p:nvSpPr>
          <p:spPr>
            <a:xfrm>
              <a:off x="5561701" y="2202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t6186"/>
            <p:cNvSpPr/>
            <p:nvPr/>
          </p:nvSpPr>
          <p:spPr>
            <a:xfrm>
              <a:off x="5391427" y="2136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t6187"/>
            <p:cNvSpPr/>
            <p:nvPr/>
          </p:nvSpPr>
          <p:spPr>
            <a:xfrm>
              <a:off x="5090049" y="2531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t6188"/>
            <p:cNvSpPr/>
            <p:nvPr/>
          </p:nvSpPr>
          <p:spPr>
            <a:xfrm>
              <a:off x="5661821" y="1682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t6189"/>
            <p:cNvSpPr/>
            <p:nvPr/>
          </p:nvSpPr>
          <p:spPr>
            <a:xfrm>
              <a:off x="5491803" y="2149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t6190"/>
            <p:cNvSpPr/>
            <p:nvPr/>
          </p:nvSpPr>
          <p:spPr>
            <a:xfrm>
              <a:off x="5650915" y="1875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t6191"/>
            <p:cNvSpPr/>
            <p:nvPr/>
          </p:nvSpPr>
          <p:spPr>
            <a:xfrm>
              <a:off x="5069508" y="2800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t6192"/>
            <p:cNvSpPr/>
            <p:nvPr/>
          </p:nvSpPr>
          <p:spPr>
            <a:xfrm>
              <a:off x="5378456" y="2165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t6193"/>
            <p:cNvSpPr/>
            <p:nvPr/>
          </p:nvSpPr>
          <p:spPr>
            <a:xfrm>
              <a:off x="5409142" y="230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t6194"/>
            <p:cNvSpPr/>
            <p:nvPr/>
          </p:nvSpPr>
          <p:spPr>
            <a:xfrm>
              <a:off x="5475010" y="2064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t6195"/>
            <p:cNvSpPr/>
            <p:nvPr/>
          </p:nvSpPr>
          <p:spPr>
            <a:xfrm>
              <a:off x="4793208" y="2397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t6196"/>
            <p:cNvSpPr/>
            <p:nvPr/>
          </p:nvSpPr>
          <p:spPr>
            <a:xfrm>
              <a:off x="5442154" y="1928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t6197"/>
            <p:cNvSpPr/>
            <p:nvPr/>
          </p:nvSpPr>
          <p:spPr>
            <a:xfrm>
              <a:off x="4869726" y="2690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t6198"/>
            <p:cNvSpPr/>
            <p:nvPr/>
          </p:nvSpPr>
          <p:spPr>
            <a:xfrm>
              <a:off x="5161080" y="2445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t6199"/>
            <p:cNvSpPr/>
            <p:nvPr/>
          </p:nvSpPr>
          <p:spPr>
            <a:xfrm>
              <a:off x="5226779" y="207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t6200"/>
            <p:cNvSpPr/>
            <p:nvPr/>
          </p:nvSpPr>
          <p:spPr>
            <a:xfrm>
              <a:off x="4876336" y="2676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t6201"/>
            <p:cNvSpPr/>
            <p:nvPr/>
          </p:nvSpPr>
          <p:spPr>
            <a:xfrm>
              <a:off x="5579715" y="1892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t6202"/>
            <p:cNvSpPr/>
            <p:nvPr/>
          </p:nvSpPr>
          <p:spPr>
            <a:xfrm>
              <a:off x="5428446" y="2040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t6203"/>
            <p:cNvSpPr/>
            <p:nvPr/>
          </p:nvSpPr>
          <p:spPr>
            <a:xfrm>
              <a:off x="5134006" y="237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t6204"/>
            <p:cNvSpPr/>
            <p:nvPr/>
          </p:nvSpPr>
          <p:spPr>
            <a:xfrm>
              <a:off x="5502721" y="2211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t6205"/>
            <p:cNvSpPr/>
            <p:nvPr/>
          </p:nvSpPr>
          <p:spPr>
            <a:xfrm>
              <a:off x="5560628" y="2232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t6206"/>
            <p:cNvSpPr/>
            <p:nvPr/>
          </p:nvSpPr>
          <p:spPr>
            <a:xfrm>
              <a:off x="4639442" y="2619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t6207"/>
            <p:cNvSpPr/>
            <p:nvPr/>
          </p:nvSpPr>
          <p:spPr>
            <a:xfrm>
              <a:off x="5508894" y="2173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t6208"/>
            <p:cNvSpPr/>
            <p:nvPr/>
          </p:nvSpPr>
          <p:spPr>
            <a:xfrm>
              <a:off x="5550396" y="2202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t6209"/>
            <p:cNvSpPr/>
            <p:nvPr/>
          </p:nvSpPr>
          <p:spPr>
            <a:xfrm>
              <a:off x="5721397" y="1926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t6210"/>
            <p:cNvSpPr/>
            <p:nvPr/>
          </p:nvSpPr>
          <p:spPr>
            <a:xfrm>
              <a:off x="5535680" y="2194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t6211"/>
            <p:cNvSpPr/>
            <p:nvPr/>
          </p:nvSpPr>
          <p:spPr>
            <a:xfrm>
              <a:off x="5341537" y="2251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t6212"/>
            <p:cNvSpPr/>
            <p:nvPr/>
          </p:nvSpPr>
          <p:spPr>
            <a:xfrm>
              <a:off x="5526282" y="2106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t6213"/>
            <p:cNvSpPr/>
            <p:nvPr/>
          </p:nvSpPr>
          <p:spPr>
            <a:xfrm>
              <a:off x="5687748" y="2039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t6214"/>
            <p:cNvSpPr/>
            <p:nvPr/>
          </p:nvSpPr>
          <p:spPr>
            <a:xfrm>
              <a:off x="5304373" y="2068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t6215"/>
            <p:cNvSpPr/>
            <p:nvPr/>
          </p:nvSpPr>
          <p:spPr>
            <a:xfrm>
              <a:off x="5539135" y="2190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t6216"/>
            <p:cNvSpPr/>
            <p:nvPr/>
          </p:nvSpPr>
          <p:spPr>
            <a:xfrm>
              <a:off x="5377475" y="2195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t6217"/>
            <p:cNvSpPr/>
            <p:nvPr/>
          </p:nvSpPr>
          <p:spPr>
            <a:xfrm>
              <a:off x="5200041" y="2159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t6218"/>
            <p:cNvSpPr/>
            <p:nvPr/>
          </p:nvSpPr>
          <p:spPr>
            <a:xfrm>
              <a:off x="5188513" y="2297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t6219"/>
            <p:cNvSpPr/>
            <p:nvPr/>
          </p:nvSpPr>
          <p:spPr>
            <a:xfrm>
              <a:off x="5367114" y="1963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t6220"/>
            <p:cNvSpPr/>
            <p:nvPr/>
          </p:nvSpPr>
          <p:spPr>
            <a:xfrm>
              <a:off x="5879727" y="1765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t6221"/>
            <p:cNvSpPr/>
            <p:nvPr/>
          </p:nvSpPr>
          <p:spPr>
            <a:xfrm>
              <a:off x="5389402" y="2172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t6222"/>
            <p:cNvSpPr/>
            <p:nvPr/>
          </p:nvSpPr>
          <p:spPr>
            <a:xfrm>
              <a:off x="5303653" y="2103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t6223"/>
            <p:cNvSpPr/>
            <p:nvPr/>
          </p:nvSpPr>
          <p:spPr>
            <a:xfrm>
              <a:off x="5706685" y="1789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t6224"/>
            <p:cNvSpPr/>
            <p:nvPr/>
          </p:nvSpPr>
          <p:spPr>
            <a:xfrm>
              <a:off x="5473739" y="2175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t6225"/>
            <p:cNvSpPr/>
            <p:nvPr/>
          </p:nvSpPr>
          <p:spPr>
            <a:xfrm>
              <a:off x="5575236" y="2072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t6226"/>
            <p:cNvSpPr/>
            <p:nvPr/>
          </p:nvSpPr>
          <p:spPr>
            <a:xfrm>
              <a:off x="5714374" y="1921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t6227"/>
            <p:cNvSpPr/>
            <p:nvPr/>
          </p:nvSpPr>
          <p:spPr>
            <a:xfrm>
              <a:off x="5337087" y="2253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t6228"/>
            <p:cNvSpPr/>
            <p:nvPr/>
          </p:nvSpPr>
          <p:spPr>
            <a:xfrm>
              <a:off x="5688776" y="2050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t6229"/>
            <p:cNvSpPr/>
            <p:nvPr/>
          </p:nvSpPr>
          <p:spPr>
            <a:xfrm>
              <a:off x="5704647" y="1870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t6230"/>
            <p:cNvSpPr/>
            <p:nvPr/>
          </p:nvSpPr>
          <p:spPr>
            <a:xfrm>
              <a:off x="5368913" y="2088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t6231"/>
            <p:cNvSpPr/>
            <p:nvPr/>
          </p:nvSpPr>
          <p:spPr>
            <a:xfrm>
              <a:off x="5589504" y="1977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t6232"/>
            <p:cNvSpPr/>
            <p:nvPr/>
          </p:nvSpPr>
          <p:spPr>
            <a:xfrm>
              <a:off x="4950181" y="2661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t6233"/>
            <p:cNvSpPr/>
            <p:nvPr/>
          </p:nvSpPr>
          <p:spPr>
            <a:xfrm>
              <a:off x="5397845" y="2164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t6234"/>
            <p:cNvSpPr/>
            <p:nvPr/>
          </p:nvSpPr>
          <p:spPr>
            <a:xfrm>
              <a:off x="5451331" y="1863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t6235"/>
            <p:cNvSpPr/>
            <p:nvPr/>
          </p:nvSpPr>
          <p:spPr>
            <a:xfrm>
              <a:off x="5730936" y="194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t6236"/>
            <p:cNvSpPr/>
            <p:nvPr/>
          </p:nvSpPr>
          <p:spPr>
            <a:xfrm>
              <a:off x="5048176" y="2500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t6237"/>
            <p:cNvSpPr/>
            <p:nvPr/>
          </p:nvSpPr>
          <p:spPr>
            <a:xfrm>
              <a:off x="5382041" y="2184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t6238"/>
            <p:cNvSpPr/>
            <p:nvPr/>
          </p:nvSpPr>
          <p:spPr>
            <a:xfrm>
              <a:off x="4930813" y="2409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t6239"/>
            <p:cNvSpPr/>
            <p:nvPr/>
          </p:nvSpPr>
          <p:spPr>
            <a:xfrm>
              <a:off x="5304009" y="2106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t6240"/>
            <p:cNvSpPr/>
            <p:nvPr/>
          </p:nvSpPr>
          <p:spPr>
            <a:xfrm>
              <a:off x="5547960" y="2260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t6241"/>
            <p:cNvSpPr/>
            <p:nvPr/>
          </p:nvSpPr>
          <p:spPr>
            <a:xfrm>
              <a:off x="5460253" y="2117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t6242"/>
            <p:cNvSpPr/>
            <p:nvPr/>
          </p:nvSpPr>
          <p:spPr>
            <a:xfrm>
              <a:off x="5907019" y="1711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t6243"/>
            <p:cNvSpPr/>
            <p:nvPr/>
          </p:nvSpPr>
          <p:spPr>
            <a:xfrm>
              <a:off x="5245262" y="2131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t6244"/>
            <p:cNvSpPr/>
            <p:nvPr/>
          </p:nvSpPr>
          <p:spPr>
            <a:xfrm>
              <a:off x="5612956" y="1959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t6245"/>
            <p:cNvSpPr/>
            <p:nvPr/>
          </p:nvSpPr>
          <p:spPr>
            <a:xfrm>
              <a:off x="5871964" y="1982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t6246"/>
            <p:cNvSpPr/>
            <p:nvPr/>
          </p:nvSpPr>
          <p:spPr>
            <a:xfrm>
              <a:off x="5374048" y="2108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t6247"/>
            <p:cNvSpPr/>
            <p:nvPr/>
          </p:nvSpPr>
          <p:spPr>
            <a:xfrm>
              <a:off x="5370566" y="2102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t6248"/>
            <p:cNvSpPr/>
            <p:nvPr/>
          </p:nvSpPr>
          <p:spPr>
            <a:xfrm>
              <a:off x="5612434" y="2005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t6249"/>
            <p:cNvSpPr/>
            <p:nvPr/>
          </p:nvSpPr>
          <p:spPr>
            <a:xfrm>
              <a:off x="5320983" y="2174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t6250"/>
            <p:cNvSpPr/>
            <p:nvPr/>
          </p:nvSpPr>
          <p:spPr>
            <a:xfrm>
              <a:off x="5293957" y="2126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t6251"/>
            <p:cNvSpPr/>
            <p:nvPr/>
          </p:nvSpPr>
          <p:spPr>
            <a:xfrm>
              <a:off x="4935208" y="2354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t6252"/>
            <p:cNvSpPr/>
            <p:nvPr/>
          </p:nvSpPr>
          <p:spPr>
            <a:xfrm>
              <a:off x="5633787" y="2069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t6253"/>
            <p:cNvSpPr/>
            <p:nvPr/>
          </p:nvSpPr>
          <p:spPr>
            <a:xfrm>
              <a:off x="5318888" y="2190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t6254"/>
            <p:cNvSpPr/>
            <p:nvPr/>
          </p:nvSpPr>
          <p:spPr>
            <a:xfrm>
              <a:off x="5382369" y="2199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t6255"/>
            <p:cNvSpPr/>
            <p:nvPr/>
          </p:nvSpPr>
          <p:spPr>
            <a:xfrm>
              <a:off x="5704686" y="1890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t6256"/>
            <p:cNvSpPr/>
            <p:nvPr/>
          </p:nvSpPr>
          <p:spPr>
            <a:xfrm>
              <a:off x="5587841" y="2004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t6257"/>
            <p:cNvSpPr/>
            <p:nvPr/>
          </p:nvSpPr>
          <p:spPr>
            <a:xfrm>
              <a:off x="5487699" y="2264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t6258"/>
            <p:cNvSpPr/>
            <p:nvPr/>
          </p:nvSpPr>
          <p:spPr>
            <a:xfrm>
              <a:off x="5534139" y="2223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t6259"/>
            <p:cNvSpPr/>
            <p:nvPr/>
          </p:nvSpPr>
          <p:spPr>
            <a:xfrm>
              <a:off x="6026409" y="1608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t6260"/>
            <p:cNvSpPr/>
            <p:nvPr/>
          </p:nvSpPr>
          <p:spPr>
            <a:xfrm>
              <a:off x="5635455" y="2100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t6261"/>
            <p:cNvSpPr/>
            <p:nvPr/>
          </p:nvSpPr>
          <p:spPr>
            <a:xfrm>
              <a:off x="5438754" y="1848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t6262"/>
            <p:cNvSpPr/>
            <p:nvPr/>
          </p:nvSpPr>
          <p:spPr>
            <a:xfrm>
              <a:off x="5044893" y="2485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t6263"/>
            <p:cNvSpPr/>
            <p:nvPr/>
          </p:nvSpPr>
          <p:spPr>
            <a:xfrm>
              <a:off x="5517290" y="2017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t6264"/>
            <p:cNvSpPr/>
            <p:nvPr/>
          </p:nvSpPr>
          <p:spPr>
            <a:xfrm>
              <a:off x="5619359" y="2137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t6265"/>
            <p:cNvSpPr/>
            <p:nvPr/>
          </p:nvSpPr>
          <p:spPr>
            <a:xfrm>
              <a:off x="5484511" y="2134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t6266"/>
            <p:cNvSpPr/>
            <p:nvPr/>
          </p:nvSpPr>
          <p:spPr>
            <a:xfrm>
              <a:off x="5263679" y="1990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t6267"/>
            <p:cNvSpPr/>
            <p:nvPr/>
          </p:nvSpPr>
          <p:spPr>
            <a:xfrm>
              <a:off x="5287887" y="2059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t6268"/>
            <p:cNvSpPr/>
            <p:nvPr/>
          </p:nvSpPr>
          <p:spPr>
            <a:xfrm>
              <a:off x="5788122" y="1848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t6269"/>
            <p:cNvSpPr/>
            <p:nvPr/>
          </p:nvSpPr>
          <p:spPr>
            <a:xfrm>
              <a:off x="5057669" y="2483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t6270"/>
            <p:cNvSpPr/>
            <p:nvPr/>
          </p:nvSpPr>
          <p:spPr>
            <a:xfrm>
              <a:off x="5286282" y="2017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t6271"/>
            <p:cNvSpPr/>
            <p:nvPr/>
          </p:nvSpPr>
          <p:spPr>
            <a:xfrm>
              <a:off x="4936205" y="1910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t6272"/>
            <p:cNvSpPr/>
            <p:nvPr/>
          </p:nvSpPr>
          <p:spPr>
            <a:xfrm>
              <a:off x="5068845" y="2592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t6273"/>
            <p:cNvSpPr/>
            <p:nvPr/>
          </p:nvSpPr>
          <p:spPr>
            <a:xfrm>
              <a:off x="5976510" y="2030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t6274"/>
            <p:cNvSpPr/>
            <p:nvPr/>
          </p:nvSpPr>
          <p:spPr>
            <a:xfrm>
              <a:off x="5439776" y="2101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t6275"/>
            <p:cNvSpPr/>
            <p:nvPr/>
          </p:nvSpPr>
          <p:spPr>
            <a:xfrm>
              <a:off x="5722524" y="1779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t6276"/>
            <p:cNvSpPr/>
            <p:nvPr/>
          </p:nvSpPr>
          <p:spPr>
            <a:xfrm>
              <a:off x="5580956" y="2106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t6277"/>
            <p:cNvSpPr/>
            <p:nvPr/>
          </p:nvSpPr>
          <p:spPr>
            <a:xfrm>
              <a:off x="5477667" y="2306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t6278"/>
            <p:cNvSpPr/>
            <p:nvPr/>
          </p:nvSpPr>
          <p:spPr>
            <a:xfrm>
              <a:off x="5239624" y="2218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t6279"/>
            <p:cNvSpPr/>
            <p:nvPr/>
          </p:nvSpPr>
          <p:spPr>
            <a:xfrm>
              <a:off x="5472016" y="1970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t6280"/>
            <p:cNvSpPr/>
            <p:nvPr/>
          </p:nvSpPr>
          <p:spPr>
            <a:xfrm>
              <a:off x="5129205" y="2599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t6281"/>
            <p:cNvSpPr/>
            <p:nvPr/>
          </p:nvSpPr>
          <p:spPr>
            <a:xfrm>
              <a:off x="5722423" y="1909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t6282"/>
            <p:cNvSpPr/>
            <p:nvPr/>
          </p:nvSpPr>
          <p:spPr>
            <a:xfrm>
              <a:off x="5585762" y="1961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t6283"/>
            <p:cNvSpPr/>
            <p:nvPr/>
          </p:nvSpPr>
          <p:spPr>
            <a:xfrm>
              <a:off x="5469007" y="2016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t6284"/>
            <p:cNvSpPr/>
            <p:nvPr/>
          </p:nvSpPr>
          <p:spPr>
            <a:xfrm>
              <a:off x="5763313" y="1769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t6285"/>
            <p:cNvSpPr/>
            <p:nvPr/>
          </p:nvSpPr>
          <p:spPr>
            <a:xfrm>
              <a:off x="5398640" y="2133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t6286"/>
            <p:cNvSpPr/>
            <p:nvPr/>
          </p:nvSpPr>
          <p:spPr>
            <a:xfrm>
              <a:off x="5435153" y="2150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t6287"/>
            <p:cNvSpPr/>
            <p:nvPr/>
          </p:nvSpPr>
          <p:spPr>
            <a:xfrm>
              <a:off x="5741547" y="2146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t6288"/>
            <p:cNvSpPr/>
            <p:nvPr/>
          </p:nvSpPr>
          <p:spPr>
            <a:xfrm>
              <a:off x="5278518" y="2187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t6289"/>
            <p:cNvSpPr/>
            <p:nvPr/>
          </p:nvSpPr>
          <p:spPr>
            <a:xfrm>
              <a:off x="5323655" y="2155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t6290"/>
            <p:cNvSpPr/>
            <p:nvPr/>
          </p:nvSpPr>
          <p:spPr>
            <a:xfrm>
              <a:off x="5680029" y="2004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t6291"/>
            <p:cNvSpPr/>
            <p:nvPr/>
          </p:nvSpPr>
          <p:spPr>
            <a:xfrm>
              <a:off x="5650778" y="1838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t6292"/>
            <p:cNvSpPr/>
            <p:nvPr/>
          </p:nvSpPr>
          <p:spPr>
            <a:xfrm>
              <a:off x="5475523" y="2280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t6293"/>
            <p:cNvSpPr/>
            <p:nvPr/>
          </p:nvSpPr>
          <p:spPr>
            <a:xfrm>
              <a:off x="5532506" y="2286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t6294"/>
            <p:cNvSpPr/>
            <p:nvPr/>
          </p:nvSpPr>
          <p:spPr>
            <a:xfrm>
              <a:off x="5329679" y="2162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t6295"/>
            <p:cNvSpPr/>
            <p:nvPr/>
          </p:nvSpPr>
          <p:spPr>
            <a:xfrm>
              <a:off x="5077517" y="2146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t6296"/>
            <p:cNvSpPr/>
            <p:nvPr/>
          </p:nvSpPr>
          <p:spPr>
            <a:xfrm>
              <a:off x="5369017" y="2055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t6297"/>
            <p:cNvSpPr/>
            <p:nvPr/>
          </p:nvSpPr>
          <p:spPr>
            <a:xfrm>
              <a:off x="5702118" y="1794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t6298"/>
            <p:cNvSpPr/>
            <p:nvPr/>
          </p:nvSpPr>
          <p:spPr>
            <a:xfrm>
              <a:off x="5366136" y="2011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t6299"/>
            <p:cNvSpPr/>
            <p:nvPr/>
          </p:nvSpPr>
          <p:spPr>
            <a:xfrm>
              <a:off x="5246472" y="2127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t6300"/>
            <p:cNvSpPr/>
            <p:nvPr/>
          </p:nvSpPr>
          <p:spPr>
            <a:xfrm>
              <a:off x="5878619" y="1699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t6301"/>
            <p:cNvSpPr/>
            <p:nvPr/>
          </p:nvSpPr>
          <p:spPr>
            <a:xfrm>
              <a:off x="4764784" y="2406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t6302"/>
            <p:cNvSpPr/>
            <p:nvPr/>
          </p:nvSpPr>
          <p:spPr>
            <a:xfrm>
              <a:off x="5478158" y="2197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t6303"/>
            <p:cNvSpPr/>
            <p:nvPr/>
          </p:nvSpPr>
          <p:spPr>
            <a:xfrm>
              <a:off x="5643304" y="1820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t6304"/>
            <p:cNvSpPr/>
            <p:nvPr/>
          </p:nvSpPr>
          <p:spPr>
            <a:xfrm>
              <a:off x="5518475" y="2072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t6305"/>
            <p:cNvSpPr/>
            <p:nvPr/>
          </p:nvSpPr>
          <p:spPr>
            <a:xfrm>
              <a:off x="5342752" y="2240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t6306"/>
            <p:cNvSpPr/>
            <p:nvPr/>
          </p:nvSpPr>
          <p:spPr>
            <a:xfrm>
              <a:off x="5347953" y="205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t6307"/>
            <p:cNvSpPr/>
            <p:nvPr/>
          </p:nvSpPr>
          <p:spPr>
            <a:xfrm>
              <a:off x="5377174" y="2148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t6308"/>
            <p:cNvSpPr/>
            <p:nvPr/>
          </p:nvSpPr>
          <p:spPr>
            <a:xfrm>
              <a:off x="5453782" y="1982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t6309"/>
            <p:cNvSpPr/>
            <p:nvPr/>
          </p:nvSpPr>
          <p:spPr>
            <a:xfrm>
              <a:off x="5376390" y="2199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t6310"/>
            <p:cNvSpPr/>
            <p:nvPr/>
          </p:nvSpPr>
          <p:spPr>
            <a:xfrm>
              <a:off x="5510282" y="2310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t6311"/>
            <p:cNvSpPr/>
            <p:nvPr/>
          </p:nvSpPr>
          <p:spPr>
            <a:xfrm>
              <a:off x="5792200" y="202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t6312"/>
            <p:cNvSpPr/>
            <p:nvPr/>
          </p:nvSpPr>
          <p:spPr>
            <a:xfrm>
              <a:off x="5390526" y="220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t6313"/>
            <p:cNvSpPr/>
            <p:nvPr/>
          </p:nvSpPr>
          <p:spPr>
            <a:xfrm>
              <a:off x="5365480" y="2038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t6314"/>
            <p:cNvSpPr/>
            <p:nvPr/>
          </p:nvSpPr>
          <p:spPr>
            <a:xfrm>
              <a:off x="5316818" y="2220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t6315"/>
            <p:cNvSpPr/>
            <p:nvPr/>
          </p:nvSpPr>
          <p:spPr>
            <a:xfrm>
              <a:off x="5476499" y="2235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t6316"/>
            <p:cNvSpPr/>
            <p:nvPr/>
          </p:nvSpPr>
          <p:spPr>
            <a:xfrm>
              <a:off x="5446759" y="2022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t6317"/>
            <p:cNvSpPr/>
            <p:nvPr/>
          </p:nvSpPr>
          <p:spPr>
            <a:xfrm>
              <a:off x="5369689" y="2003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t6318"/>
            <p:cNvSpPr/>
            <p:nvPr/>
          </p:nvSpPr>
          <p:spPr>
            <a:xfrm>
              <a:off x="5788380" y="1813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t6319"/>
            <p:cNvSpPr/>
            <p:nvPr/>
          </p:nvSpPr>
          <p:spPr>
            <a:xfrm>
              <a:off x="4879808" y="2578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t6320"/>
            <p:cNvSpPr/>
            <p:nvPr/>
          </p:nvSpPr>
          <p:spPr>
            <a:xfrm>
              <a:off x="5628513" y="2018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t6321"/>
            <p:cNvSpPr/>
            <p:nvPr/>
          </p:nvSpPr>
          <p:spPr>
            <a:xfrm>
              <a:off x="4910047" y="2027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t6322"/>
            <p:cNvSpPr/>
            <p:nvPr/>
          </p:nvSpPr>
          <p:spPr>
            <a:xfrm>
              <a:off x="5450091" y="2047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t6323"/>
            <p:cNvSpPr/>
            <p:nvPr/>
          </p:nvSpPr>
          <p:spPr>
            <a:xfrm>
              <a:off x="5120892" y="2575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t6324"/>
            <p:cNvSpPr/>
            <p:nvPr/>
          </p:nvSpPr>
          <p:spPr>
            <a:xfrm>
              <a:off x="5267492" y="2146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t6325"/>
            <p:cNvSpPr/>
            <p:nvPr/>
          </p:nvSpPr>
          <p:spPr>
            <a:xfrm>
              <a:off x="5535925" y="2319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t6326"/>
            <p:cNvSpPr/>
            <p:nvPr/>
          </p:nvSpPr>
          <p:spPr>
            <a:xfrm>
              <a:off x="5162649" y="2259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t6327"/>
            <p:cNvSpPr/>
            <p:nvPr/>
          </p:nvSpPr>
          <p:spPr>
            <a:xfrm>
              <a:off x="5304468" y="2153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t6328"/>
            <p:cNvSpPr/>
            <p:nvPr/>
          </p:nvSpPr>
          <p:spPr>
            <a:xfrm>
              <a:off x="5495807" y="2268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t6329"/>
            <p:cNvSpPr/>
            <p:nvPr/>
          </p:nvSpPr>
          <p:spPr>
            <a:xfrm>
              <a:off x="5192050" y="2243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t6330"/>
            <p:cNvSpPr/>
            <p:nvPr/>
          </p:nvSpPr>
          <p:spPr>
            <a:xfrm>
              <a:off x="5417864" y="2140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t6331"/>
            <p:cNvSpPr/>
            <p:nvPr/>
          </p:nvSpPr>
          <p:spPr>
            <a:xfrm>
              <a:off x="5308687" y="2034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t6332"/>
            <p:cNvSpPr/>
            <p:nvPr/>
          </p:nvSpPr>
          <p:spPr>
            <a:xfrm>
              <a:off x="5576598" y="2129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t6333"/>
            <p:cNvSpPr/>
            <p:nvPr/>
          </p:nvSpPr>
          <p:spPr>
            <a:xfrm>
              <a:off x="5381932" y="2146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t6334"/>
            <p:cNvSpPr/>
            <p:nvPr/>
          </p:nvSpPr>
          <p:spPr>
            <a:xfrm>
              <a:off x="5222906" y="1960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t6335"/>
            <p:cNvSpPr/>
            <p:nvPr/>
          </p:nvSpPr>
          <p:spPr>
            <a:xfrm>
              <a:off x="5505169" y="2086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t6336"/>
            <p:cNvSpPr/>
            <p:nvPr/>
          </p:nvSpPr>
          <p:spPr>
            <a:xfrm>
              <a:off x="5017270" y="2201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t6337"/>
            <p:cNvSpPr/>
            <p:nvPr/>
          </p:nvSpPr>
          <p:spPr>
            <a:xfrm>
              <a:off x="5690220" y="2026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t6338"/>
            <p:cNvSpPr/>
            <p:nvPr/>
          </p:nvSpPr>
          <p:spPr>
            <a:xfrm>
              <a:off x="5409546" y="2249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t6339"/>
            <p:cNvSpPr/>
            <p:nvPr/>
          </p:nvSpPr>
          <p:spPr>
            <a:xfrm>
              <a:off x="5822008" y="1919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t6340"/>
            <p:cNvSpPr/>
            <p:nvPr/>
          </p:nvSpPr>
          <p:spPr>
            <a:xfrm>
              <a:off x="5560107" y="2226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t6341"/>
            <p:cNvSpPr/>
            <p:nvPr/>
          </p:nvSpPr>
          <p:spPr>
            <a:xfrm>
              <a:off x="5165615" y="2364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t6342"/>
            <p:cNvSpPr/>
            <p:nvPr/>
          </p:nvSpPr>
          <p:spPr>
            <a:xfrm>
              <a:off x="5277207" y="2228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t6343"/>
            <p:cNvSpPr/>
            <p:nvPr/>
          </p:nvSpPr>
          <p:spPr>
            <a:xfrm>
              <a:off x="4998919" y="2334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t6344"/>
            <p:cNvSpPr/>
            <p:nvPr/>
          </p:nvSpPr>
          <p:spPr>
            <a:xfrm>
              <a:off x="5669784" y="2013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t6345"/>
            <p:cNvSpPr/>
            <p:nvPr/>
          </p:nvSpPr>
          <p:spPr>
            <a:xfrm>
              <a:off x="5534346" y="2163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t6346"/>
            <p:cNvSpPr/>
            <p:nvPr/>
          </p:nvSpPr>
          <p:spPr>
            <a:xfrm>
              <a:off x="5703810" y="1823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t6347"/>
            <p:cNvSpPr/>
            <p:nvPr/>
          </p:nvSpPr>
          <p:spPr>
            <a:xfrm>
              <a:off x="5633028" y="2066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t6348"/>
            <p:cNvSpPr/>
            <p:nvPr/>
          </p:nvSpPr>
          <p:spPr>
            <a:xfrm>
              <a:off x="5201454" y="2222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t6349"/>
            <p:cNvSpPr/>
            <p:nvPr/>
          </p:nvSpPr>
          <p:spPr>
            <a:xfrm>
              <a:off x="5496917" y="2262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t6350"/>
            <p:cNvSpPr/>
            <p:nvPr/>
          </p:nvSpPr>
          <p:spPr>
            <a:xfrm>
              <a:off x="5180029" y="2324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t6351"/>
            <p:cNvSpPr/>
            <p:nvPr/>
          </p:nvSpPr>
          <p:spPr>
            <a:xfrm>
              <a:off x="5156128" y="2453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t6352"/>
            <p:cNvSpPr/>
            <p:nvPr/>
          </p:nvSpPr>
          <p:spPr>
            <a:xfrm>
              <a:off x="5638786" y="2152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t6353"/>
            <p:cNvSpPr/>
            <p:nvPr/>
          </p:nvSpPr>
          <p:spPr>
            <a:xfrm>
              <a:off x="4968779" y="2746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t6354"/>
            <p:cNvSpPr/>
            <p:nvPr/>
          </p:nvSpPr>
          <p:spPr>
            <a:xfrm>
              <a:off x="5751110" y="1850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t6355"/>
            <p:cNvSpPr/>
            <p:nvPr/>
          </p:nvSpPr>
          <p:spPr>
            <a:xfrm>
              <a:off x="5388536" y="2126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t6356"/>
            <p:cNvSpPr/>
            <p:nvPr/>
          </p:nvSpPr>
          <p:spPr>
            <a:xfrm>
              <a:off x="5650435" y="1908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t6357"/>
            <p:cNvSpPr/>
            <p:nvPr/>
          </p:nvSpPr>
          <p:spPr>
            <a:xfrm>
              <a:off x="5777416" y="1895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t6358"/>
            <p:cNvSpPr/>
            <p:nvPr/>
          </p:nvSpPr>
          <p:spPr>
            <a:xfrm>
              <a:off x="5311874" y="2052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t6359"/>
            <p:cNvSpPr/>
            <p:nvPr/>
          </p:nvSpPr>
          <p:spPr>
            <a:xfrm>
              <a:off x="5276030" y="2249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t6360"/>
            <p:cNvSpPr/>
            <p:nvPr/>
          </p:nvSpPr>
          <p:spPr>
            <a:xfrm>
              <a:off x="5617792" y="1973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t6361"/>
            <p:cNvSpPr/>
            <p:nvPr/>
          </p:nvSpPr>
          <p:spPr>
            <a:xfrm>
              <a:off x="5599098" y="2076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t6362"/>
            <p:cNvSpPr/>
            <p:nvPr/>
          </p:nvSpPr>
          <p:spPr>
            <a:xfrm>
              <a:off x="5746356" y="2078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t6363"/>
            <p:cNvSpPr/>
            <p:nvPr/>
          </p:nvSpPr>
          <p:spPr>
            <a:xfrm>
              <a:off x="5870738" y="1374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t6364"/>
            <p:cNvSpPr/>
            <p:nvPr/>
          </p:nvSpPr>
          <p:spPr>
            <a:xfrm>
              <a:off x="5762630" y="2011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t6365"/>
            <p:cNvSpPr/>
            <p:nvPr/>
          </p:nvSpPr>
          <p:spPr>
            <a:xfrm>
              <a:off x="5459789" y="1932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t6366"/>
            <p:cNvSpPr/>
            <p:nvPr/>
          </p:nvSpPr>
          <p:spPr>
            <a:xfrm>
              <a:off x="5541453" y="2096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t6367"/>
            <p:cNvSpPr/>
            <p:nvPr/>
          </p:nvSpPr>
          <p:spPr>
            <a:xfrm>
              <a:off x="4985391" y="2676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t6368"/>
            <p:cNvSpPr/>
            <p:nvPr/>
          </p:nvSpPr>
          <p:spPr>
            <a:xfrm>
              <a:off x="5775136" y="1920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t6369"/>
            <p:cNvSpPr/>
            <p:nvPr/>
          </p:nvSpPr>
          <p:spPr>
            <a:xfrm>
              <a:off x="5148830" y="2552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t6370"/>
            <p:cNvSpPr/>
            <p:nvPr/>
          </p:nvSpPr>
          <p:spPr>
            <a:xfrm>
              <a:off x="4656414" y="2489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t6371"/>
            <p:cNvSpPr/>
            <p:nvPr/>
          </p:nvSpPr>
          <p:spPr>
            <a:xfrm>
              <a:off x="5286950" y="1985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t6372"/>
            <p:cNvSpPr/>
            <p:nvPr/>
          </p:nvSpPr>
          <p:spPr>
            <a:xfrm>
              <a:off x="5688859" y="2037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t6373"/>
            <p:cNvSpPr/>
            <p:nvPr/>
          </p:nvSpPr>
          <p:spPr>
            <a:xfrm>
              <a:off x="5148919" y="240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t6374"/>
            <p:cNvSpPr/>
            <p:nvPr/>
          </p:nvSpPr>
          <p:spPr>
            <a:xfrm>
              <a:off x="5769850" y="1997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t6375"/>
            <p:cNvSpPr/>
            <p:nvPr/>
          </p:nvSpPr>
          <p:spPr>
            <a:xfrm>
              <a:off x="5602768" y="1949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t6376"/>
            <p:cNvSpPr/>
            <p:nvPr/>
          </p:nvSpPr>
          <p:spPr>
            <a:xfrm>
              <a:off x="5719449" y="1737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t6377"/>
            <p:cNvSpPr/>
            <p:nvPr/>
          </p:nvSpPr>
          <p:spPr>
            <a:xfrm>
              <a:off x="5316332" y="2192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t6378"/>
            <p:cNvSpPr/>
            <p:nvPr/>
          </p:nvSpPr>
          <p:spPr>
            <a:xfrm>
              <a:off x="5146409" y="2664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t6379"/>
            <p:cNvSpPr/>
            <p:nvPr/>
          </p:nvSpPr>
          <p:spPr>
            <a:xfrm>
              <a:off x="5408442" y="230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t6380"/>
            <p:cNvSpPr/>
            <p:nvPr/>
          </p:nvSpPr>
          <p:spPr>
            <a:xfrm>
              <a:off x="5421478" y="211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t6381"/>
            <p:cNvSpPr/>
            <p:nvPr/>
          </p:nvSpPr>
          <p:spPr>
            <a:xfrm>
              <a:off x="5450330" y="2101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t6382"/>
            <p:cNvSpPr/>
            <p:nvPr/>
          </p:nvSpPr>
          <p:spPr>
            <a:xfrm>
              <a:off x="5094389" y="2529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t6383"/>
            <p:cNvSpPr/>
            <p:nvPr/>
          </p:nvSpPr>
          <p:spPr>
            <a:xfrm>
              <a:off x="5585362" y="2030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t6384"/>
            <p:cNvSpPr/>
            <p:nvPr/>
          </p:nvSpPr>
          <p:spPr>
            <a:xfrm>
              <a:off x="5296625" y="2298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t6385"/>
            <p:cNvSpPr/>
            <p:nvPr/>
          </p:nvSpPr>
          <p:spPr>
            <a:xfrm>
              <a:off x="5506570" y="2293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t6386"/>
            <p:cNvSpPr/>
            <p:nvPr/>
          </p:nvSpPr>
          <p:spPr>
            <a:xfrm>
              <a:off x="5395520" y="2144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t6387"/>
            <p:cNvSpPr/>
            <p:nvPr/>
          </p:nvSpPr>
          <p:spPr>
            <a:xfrm>
              <a:off x="5689456" y="1742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t6388"/>
            <p:cNvSpPr/>
            <p:nvPr/>
          </p:nvSpPr>
          <p:spPr>
            <a:xfrm>
              <a:off x="5449474" y="2033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t6389"/>
            <p:cNvSpPr/>
            <p:nvPr/>
          </p:nvSpPr>
          <p:spPr>
            <a:xfrm>
              <a:off x="5444734" y="2049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t6390"/>
            <p:cNvSpPr/>
            <p:nvPr/>
          </p:nvSpPr>
          <p:spPr>
            <a:xfrm>
              <a:off x="5092767" y="2638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t6391"/>
            <p:cNvSpPr/>
            <p:nvPr/>
          </p:nvSpPr>
          <p:spPr>
            <a:xfrm>
              <a:off x="4953605" y="2929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t6392"/>
            <p:cNvSpPr/>
            <p:nvPr/>
          </p:nvSpPr>
          <p:spPr>
            <a:xfrm>
              <a:off x="5399296" y="2236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t6393"/>
            <p:cNvSpPr/>
            <p:nvPr/>
          </p:nvSpPr>
          <p:spPr>
            <a:xfrm>
              <a:off x="5380422" y="2194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t6394"/>
            <p:cNvSpPr/>
            <p:nvPr/>
          </p:nvSpPr>
          <p:spPr>
            <a:xfrm>
              <a:off x="5594688" y="2023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t6395"/>
            <p:cNvSpPr/>
            <p:nvPr/>
          </p:nvSpPr>
          <p:spPr>
            <a:xfrm>
              <a:off x="5121188" y="2609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t6396"/>
            <p:cNvSpPr/>
            <p:nvPr/>
          </p:nvSpPr>
          <p:spPr>
            <a:xfrm>
              <a:off x="5066040" y="2523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t6397"/>
            <p:cNvSpPr/>
            <p:nvPr/>
          </p:nvSpPr>
          <p:spPr>
            <a:xfrm>
              <a:off x="5508887" y="2118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t6398"/>
            <p:cNvSpPr/>
            <p:nvPr/>
          </p:nvSpPr>
          <p:spPr>
            <a:xfrm>
              <a:off x="5835325" y="2003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t6399"/>
            <p:cNvSpPr/>
            <p:nvPr/>
          </p:nvSpPr>
          <p:spPr>
            <a:xfrm>
              <a:off x="5293276" y="2063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t6400"/>
            <p:cNvSpPr/>
            <p:nvPr/>
          </p:nvSpPr>
          <p:spPr>
            <a:xfrm>
              <a:off x="5421172" y="2235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t6401"/>
            <p:cNvSpPr/>
            <p:nvPr/>
          </p:nvSpPr>
          <p:spPr>
            <a:xfrm>
              <a:off x="5262638" y="2165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t6402"/>
            <p:cNvSpPr/>
            <p:nvPr/>
          </p:nvSpPr>
          <p:spPr>
            <a:xfrm>
              <a:off x="5027726" y="2214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t6403"/>
            <p:cNvSpPr/>
            <p:nvPr/>
          </p:nvSpPr>
          <p:spPr>
            <a:xfrm>
              <a:off x="5262060" y="2140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t6404"/>
            <p:cNvSpPr/>
            <p:nvPr/>
          </p:nvSpPr>
          <p:spPr>
            <a:xfrm>
              <a:off x="5198551" y="2142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t6405"/>
            <p:cNvSpPr/>
            <p:nvPr/>
          </p:nvSpPr>
          <p:spPr>
            <a:xfrm>
              <a:off x="5768250" y="1971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t6406"/>
            <p:cNvSpPr/>
            <p:nvPr/>
          </p:nvSpPr>
          <p:spPr>
            <a:xfrm>
              <a:off x="5260060" y="2178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t6407"/>
            <p:cNvSpPr/>
            <p:nvPr/>
          </p:nvSpPr>
          <p:spPr>
            <a:xfrm>
              <a:off x="5253372" y="2185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t6408"/>
            <p:cNvSpPr/>
            <p:nvPr/>
          </p:nvSpPr>
          <p:spPr>
            <a:xfrm>
              <a:off x="5702864" y="1829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t6409"/>
            <p:cNvSpPr/>
            <p:nvPr/>
          </p:nvSpPr>
          <p:spPr>
            <a:xfrm>
              <a:off x="5372146" y="2013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t6410"/>
            <p:cNvSpPr/>
            <p:nvPr/>
          </p:nvSpPr>
          <p:spPr>
            <a:xfrm>
              <a:off x="5674936" y="1930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t6411"/>
            <p:cNvSpPr/>
            <p:nvPr/>
          </p:nvSpPr>
          <p:spPr>
            <a:xfrm>
              <a:off x="5527811" y="2039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t6412"/>
            <p:cNvSpPr/>
            <p:nvPr/>
          </p:nvSpPr>
          <p:spPr>
            <a:xfrm>
              <a:off x="5259131" y="2202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t6413"/>
            <p:cNvSpPr/>
            <p:nvPr/>
          </p:nvSpPr>
          <p:spPr>
            <a:xfrm>
              <a:off x="5460137" y="2084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t6414"/>
            <p:cNvSpPr/>
            <p:nvPr/>
          </p:nvSpPr>
          <p:spPr>
            <a:xfrm>
              <a:off x="5330074" y="2164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t6415"/>
            <p:cNvSpPr/>
            <p:nvPr/>
          </p:nvSpPr>
          <p:spPr>
            <a:xfrm>
              <a:off x="5107076" y="2646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t6416"/>
            <p:cNvSpPr/>
            <p:nvPr/>
          </p:nvSpPr>
          <p:spPr>
            <a:xfrm>
              <a:off x="5454023" y="2092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t6417"/>
            <p:cNvSpPr/>
            <p:nvPr/>
          </p:nvSpPr>
          <p:spPr>
            <a:xfrm>
              <a:off x="5522337" y="2119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t6418"/>
            <p:cNvSpPr/>
            <p:nvPr/>
          </p:nvSpPr>
          <p:spPr>
            <a:xfrm>
              <a:off x="5806482" y="1909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t6419"/>
            <p:cNvSpPr/>
            <p:nvPr/>
          </p:nvSpPr>
          <p:spPr>
            <a:xfrm>
              <a:off x="5565832" y="2277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t6420"/>
            <p:cNvSpPr/>
            <p:nvPr/>
          </p:nvSpPr>
          <p:spPr>
            <a:xfrm>
              <a:off x="5184446" y="2117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t6421"/>
            <p:cNvSpPr/>
            <p:nvPr/>
          </p:nvSpPr>
          <p:spPr>
            <a:xfrm>
              <a:off x="5485643" y="217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t6422"/>
            <p:cNvSpPr/>
            <p:nvPr/>
          </p:nvSpPr>
          <p:spPr>
            <a:xfrm>
              <a:off x="5256847" y="2149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t6423"/>
            <p:cNvSpPr/>
            <p:nvPr/>
          </p:nvSpPr>
          <p:spPr>
            <a:xfrm>
              <a:off x="5538182" y="2284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t6424"/>
            <p:cNvSpPr/>
            <p:nvPr/>
          </p:nvSpPr>
          <p:spPr>
            <a:xfrm>
              <a:off x="5577774" y="2000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t6425"/>
            <p:cNvSpPr/>
            <p:nvPr/>
          </p:nvSpPr>
          <p:spPr>
            <a:xfrm>
              <a:off x="5526033" y="207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t6426"/>
            <p:cNvSpPr/>
            <p:nvPr/>
          </p:nvSpPr>
          <p:spPr>
            <a:xfrm>
              <a:off x="5770059" y="1969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t6427"/>
            <p:cNvSpPr/>
            <p:nvPr/>
          </p:nvSpPr>
          <p:spPr>
            <a:xfrm>
              <a:off x="5324769" y="2148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t6428"/>
            <p:cNvSpPr/>
            <p:nvPr/>
          </p:nvSpPr>
          <p:spPr>
            <a:xfrm>
              <a:off x="5575716" y="2031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t6429"/>
            <p:cNvSpPr/>
            <p:nvPr/>
          </p:nvSpPr>
          <p:spPr>
            <a:xfrm>
              <a:off x="5399583" y="2202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t6430"/>
            <p:cNvSpPr/>
            <p:nvPr/>
          </p:nvSpPr>
          <p:spPr>
            <a:xfrm>
              <a:off x="5157755" y="2500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t6431"/>
            <p:cNvSpPr/>
            <p:nvPr/>
          </p:nvSpPr>
          <p:spPr>
            <a:xfrm>
              <a:off x="5289275" y="2212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t6432"/>
            <p:cNvSpPr/>
            <p:nvPr/>
          </p:nvSpPr>
          <p:spPr>
            <a:xfrm>
              <a:off x="4986151" y="2576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t6433"/>
            <p:cNvSpPr/>
            <p:nvPr/>
          </p:nvSpPr>
          <p:spPr>
            <a:xfrm>
              <a:off x="5701010" y="1893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t6434"/>
            <p:cNvSpPr/>
            <p:nvPr/>
          </p:nvSpPr>
          <p:spPr>
            <a:xfrm>
              <a:off x="5244131" y="2082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t6435"/>
            <p:cNvSpPr/>
            <p:nvPr/>
          </p:nvSpPr>
          <p:spPr>
            <a:xfrm>
              <a:off x="5656032" y="1729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t6436"/>
            <p:cNvSpPr/>
            <p:nvPr/>
          </p:nvSpPr>
          <p:spPr>
            <a:xfrm>
              <a:off x="5574216" y="2066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t6437"/>
            <p:cNvSpPr/>
            <p:nvPr/>
          </p:nvSpPr>
          <p:spPr>
            <a:xfrm>
              <a:off x="5609849" y="2014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t6438"/>
            <p:cNvSpPr/>
            <p:nvPr/>
          </p:nvSpPr>
          <p:spPr>
            <a:xfrm>
              <a:off x="5764449" y="2032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t6439"/>
            <p:cNvSpPr/>
            <p:nvPr/>
          </p:nvSpPr>
          <p:spPr>
            <a:xfrm>
              <a:off x="5294611" y="2106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t6440"/>
            <p:cNvSpPr/>
            <p:nvPr/>
          </p:nvSpPr>
          <p:spPr>
            <a:xfrm>
              <a:off x="5196834" y="2182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t6441"/>
            <p:cNvSpPr/>
            <p:nvPr/>
          </p:nvSpPr>
          <p:spPr>
            <a:xfrm>
              <a:off x="5179318" y="2223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t6442"/>
            <p:cNvSpPr/>
            <p:nvPr/>
          </p:nvSpPr>
          <p:spPr>
            <a:xfrm>
              <a:off x="5706406" y="1806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t6443"/>
            <p:cNvSpPr/>
            <p:nvPr/>
          </p:nvSpPr>
          <p:spPr>
            <a:xfrm>
              <a:off x="5550177" y="2177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t6444"/>
            <p:cNvSpPr/>
            <p:nvPr/>
          </p:nvSpPr>
          <p:spPr>
            <a:xfrm>
              <a:off x="5275805" y="2141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t6445"/>
            <p:cNvSpPr/>
            <p:nvPr/>
          </p:nvSpPr>
          <p:spPr>
            <a:xfrm>
              <a:off x="5685273" y="1877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t6446"/>
            <p:cNvSpPr/>
            <p:nvPr/>
          </p:nvSpPr>
          <p:spPr>
            <a:xfrm>
              <a:off x="5485974" y="2221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t6447"/>
            <p:cNvSpPr/>
            <p:nvPr/>
          </p:nvSpPr>
          <p:spPr>
            <a:xfrm>
              <a:off x="5518863" y="2091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t6448"/>
            <p:cNvSpPr/>
            <p:nvPr/>
          </p:nvSpPr>
          <p:spPr>
            <a:xfrm>
              <a:off x="5385526" y="219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t6449"/>
            <p:cNvSpPr/>
            <p:nvPr/>
          </p:nvSpPr>
          <p:spPr>
            <a:xfrm>
              <a:off x="5909438" y="1554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t6450"/>
            <p:cNvSpPr/>
            <p:nvPr/>
          </p:nvSpPr>
          <p:spPr>
            <a:xfrm>
              <a:off x="5133154" y="2611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t6451"/>
            <p:cNvSpPr/>
            <p:nvPr/>
          </p:nvSpPr>
          <p:spPr>
            <a:xfrm>
              <a:off x="5434044" y="2061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t6452"/>
            <p:cNvSpPr/>
            <p:nvPr/>
          </p:nvSpPr>
          <p:spPr>
            <a:xfrm>
              <a:off x="5376707" y="2200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t6453"/>
            <p:cNvSpPr/>
            <p:nvPr/>
          </p:nvSpPr>
          <p:spPr>
            <a:xfrm>
              <a:off x="5634361" y="2119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t6454"/>
            <p:cNvSpPr/>
            <p:nvPr/>
          </p:nvSpPr>
          <p:spPr>
            <a:xfrm>
              <a:off x="5522507" y="2095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t6455"/>
            <p:cNvSpPr/>
            <p:nvPr/>
          </p:nvSpPr>
          <p:spPr>
            <a:xfrm>
              <a:off x="5863568" y="1484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t6456"/>
            <p:cNvSpPr/>
            <p:nvPr/>
          </p:nvSpPr>
          <p:spPr>
            <a:xfrm>
              <a:off x="5185020" y="2242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t6457"/>
            <p:cNvSpPr/>
            <p:nvPr/>
          </p:nvSpPr>
          <p:spPr>
            <a:xfrm>
              <a:off x="5426309" y="1952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t6458"/>
            <p:cNvSpPr/>
            <p:nvPr/>
          </p:nvSpPr>
          <p:spPr>
            <a:xfrm>
              <a:off x="5434859" y="2201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t6459"/>
            <p:cNvSpPr/>
            <p:nvPr/>
          </p:nvSpPr>
          <p:spPr>
            <a:xfrm>
              <a:off x="5441563" y="2080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t6460"/>
            <p:cNvSpPr/>
            <p:nvPr/>
          </p:nvSpPr>
          <p:spPr>
            <a:xfrm>
              <a:off x="5058019" y="2635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t6461"/>
            <p:cNvSpPr/>
            <p:nvPr/>
          </p:nvSpPr>
          <p:spPr>
            <a:xfrm>
              <a:off x="5184854" y="2175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t6462"/>
            <p:cNvSpPr/>
            <p:nvPr/>
          </p:nvSpPr>
          <p:spPr>
            <a:xfrm>
              <a:off x="5525531" y="2009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t6463"/>
            <p:cNvSpPr/>
            <p:nvPr/>
          </p:nvSpPr>
          <p:spPr>
            <a:xfrm>
              <a:off x="5417603" y="2098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t6464"/>
            <p:cNvSpPr/>
            <p:nvPr/>
          </p:nvSpPr>
          <p:spPr>
            <a:xfrm>
              <a:off x="5802818" y="1891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t6465"/>
            <p:cNvSpPr/>
            <p:nvPr/>
          </p:nvSpPr>
          <p:spPr>
            <a:xfrm>
              <a:off x="5429207" y="1951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t6466"/>
            <p:cNvSpPr/>
            <p:nvPr/>
          </p:nvSpPr>
          <p:spPr>
            <a:xfrm>
              <a:off x="5381549" y="2128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t6467"/>
            <p:cNvSpPr/>
            <p:nvPr/>
          </p:nvSpPr>
          <p:spPr>
            <a:xfrm>
              <a:off x="5488169" y="2118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t6468"/>
            <p:cNvSpPr/>
            <p:nvPr/>
          </p:nvSpPr>
          <p:spPr>
            <a:xfrm>
              <a:off x="5497975" y="222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t6469"/>
            <p:cNvSpPr/>
            <p:nvPr/>
          </p:nvSpPr>
          <p:spPr>
            <a:xfrm>
              <a:off x="5356133" y="2279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t6470"/>
            <p:cNvSpPr/>
            <p:nvPr/>
          </p:nvSpPr>
          <p:spPr>
            <a:xfrm>
              <a:off x="5598985" y="2007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t6471"/>
            <p:cNvSpPr/>
            <p:nvPr/>
          </p:nvSpPr>
          <p:spPr>
            <a:xfrm>
              <a:off x="5486090" y="2244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t6472"/>
            <p:cNvSpPr/>
            <p:nvPr/>
          </p:nvSpPr>
          <p:spPr>
            <a:xfrm>
              <a:off x="5337144" y="2271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t6473"/>
            <p:cNvSpPr/>
            <p:nvPr/>
          </p:nvSpPr>
          <p:spPr>
            <a:xfrm>
              <a:off x="5174081" y="2305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t6474"/>
            <p:cNvSpPr/>
            <p:nvPr/>
          </p:nvSpPr>
          <p:spPr>
            <a:xfrm>
              <a:off x="5123801" y="2691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t6475"/>
            <p:cNvSpPr/>
            <p:nvPr/>
          </p:nvSpPr>
          <p:spPr>
            <a:xfrm>
              <a:off x="5777298" y="1847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t6476"/>
            <p:cNvSpPr/>
            <p:nvPr/>
          </p:nvSpPr>
          <p:spPr>
            <a:xfrm>
              <a:off x="5194057" y="2278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t6477"/>
            <p:cNvSpPr/>
            <p:nvPr/>
          </p:nvSpPr>
          <p:spPr>
            <a:xfrm>
              <a:off x="5851206" y="1926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t6478"/>
            <p:cNvSpPr/>
            <p:nvPr/>
          </p:nvSpPr>
          <p:spPr>
            <a:xfrm>
              <a:off x="5402780" y="2270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t6479"/>
            <p:cNvSpPr/>
            <p:nvPr/>
          </p:nvSpPr>
          <p:spPr>
            <a:xfrm>
              <a:off x="5694512" y="2075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t6480"/>
            <p:cNvSpPr/>
            <p:nvPr/>
          </p:nvSpPr>
          <p:spPr>
            <a:xfrm>
              <a:off x="5180906" y="2161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t6481"/>
            <p:cNvSpPr/>
            <p:nvPr/>
          </p:nvSpPr>
          <p:spPr>
            <a:xfrm>
              <a:off x="5753212" y="1987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t6482"/>
            <p:cNvSpPr/>
            <p:nvPr/>
          </p:nvSpPr>
          <p:spPr>
            <a:xfrm>
              <a:off x="4798151" y="275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t6483"/>
            <p:cNvSpPr/>
            <p:nvPr/>
          </p:nvSpPr>
          <p:spPr>
            <a:xfrm>
              <a:off x="5325891" y="2219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t6484"/>
            <p:cNvSpPr/>
            <p:nvPr/>
          </p:nvSpPr>
          <p:spPr>
            <a:xfrm>
              <a:off x="5123770" y="2435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t6485"/>
            <p:cNvSpPr/>
            <p:nvPr/>
          </p:nvSpPr>
          <p:spPr>
            <a:xfrm>
              <a:off x="5353032" y="2239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t6486"/>
            <p:cNvSpPr/>
            <p:nvPr/>
          </p:nvSpPr>
          <p:spPr>
            <a:xfrm>
              <a:off x="5670911" y="1774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t6487"/>
            <p:cNvSpPr/>
            <p:nvPr/>
          </p:nvSpPr>
          <p:spPr>
            <a:xfrm>
              <a:off x="5490767" y="2284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t6488"/>
            <p:cNvSpPr/>
            <p:nvPr/>
          </p:nvSpPr>
          <p:spPr>
            <a:xfrm>
              <a:off x="5122559" y="2822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t6489"/>
            <p:cNvSpPr/>
            <p:nvPr/>
          </p:nvSpPr>
          <p:spPr>
            <a:xfrm>
              <a:off x="5381426" y="2197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t6490"/>
            <p:cNvSpPr/>
            <p:nvPr/>
          </p:nvSpPr>
          <p:spPr>
            <a:xfrm>
              <a:off x="5495960" y="2231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t6491"/>
            <p:cNvSpPr/>
            <p:nvPr/>
          </p:nvSpPr>
          <p:spPr>
            <a:xfrm>
              <a:off x="5141235" y="2862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t6492"/>
            <p:cNvSpPr/>
            <p:nvPr/>
          </p:nvSpPr>
          <p:spPr>
            <a:xfrm>
              <a:off x="5044944" y="2465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t6493"/>
            <p:cNvSpPr/>
            <p:nvPr/>
          </p:nvSpPr>
          <p:spPr>
            <a:xfrm>
              <a:off x="5103249" y="2506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t6494"/>
            <p:cNvSpPr/>
            <p:nvPr/>
          </p:nvSpPr>
          <p:spPr>
            <a:xfrm>
              <a:off x="5556287" y="2244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t6495"/>
            <p:cNvSpPr/>
            <p:nvPr/>
          </p:nvSpPr>
          <p:spPr>
            <a:xfrm>
              <a:off x="5268478" y="2108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t6496"/>
            <p:cNvSpPr/>
            <p:nvPr/>
          </p:nvSpPr>
          <p:spPr>
            <a:xfrm>
              <a:off x="5255064" y="2201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t6497"/>
            <p:cNvSpPr/>
            <p:nvPr/>
          </p:nvSpPr>
          <p:spPr>
            <a:xfrm>
              <a:off x="4996230" y="2604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t6498"/>
            <p:cNvSpPr/>
            <p:nvPr/>
          </p:nvSpPr>
          <p:spPr>
            <a:xfrm>
              <a:off x="4892362" y="2709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t6499"/>
            <p:cNvSpPr/>
            <p:nvPr/>
          </p:nvSpPr>
          <p:spPr>
            <a:xfrm>
              <a:off x="5559535" y="2261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t6500"/>
            <p:cNvSpPr/>
            <p:nvPr/>
          </p:nvSpPr>
          <p:spPr>
            <a:xfrm>
              <a:off x="5486733" y="2198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t6501"/>
            <p:cNvSpPr/>
            <p:nvPr/>
          </p:nvSpPr>
          <p:spPr>
            <a:xfrm>
              <a:off x="5171695" y="2353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t6502"/>
            <p:cNvSpPr/>
            <p:nvPr/>
          </p:nvSpPr>
          <p:spPr>
            <a:xfrm>
              <a:off x="5508327" y="2059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t6503"/>
            <p:cNvSpPr/>
            <p:nvPr/>
          </p:nvSpPr>
          <p:spPr>
            <a:xfrm>
              <a:off x="4978565" y="2651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t6504"/>
            <p:cNvSpPr/>
            <p:nvPr/>
          </p:nvSpPr>
          <p:spPr>
            <a:xfrm>
              <a:off x="5435430" y="2055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t6505"/>
            <p:cNvSpPr/>
            <p:nvPr/>
          </p:nvSpPr>
          <p:spPr>
            <a:xfrm>
              <a:off x="5805896" y="1871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t6506"/>
            <p:cNvSpPr/>
            <p:nvPr/>
          </p:nvSpPr>
          <p:spPr>
            <a:xfrm>
              <a:off x="5393402" y="216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t6507"/>
            <p:cNvSpPr/>
            <p:nvPr/>
          </p:nvSpPr>
          <p:spPr>
            <a:xfrm>
              <a:off x="5503125" y="2065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t6508"/>
            <p:cNvSpPr/>
            <p:nvPr/>
          </p:nvSpPr>
          <p:spPr>
            <a:xfrm>
              <a:off x="5692573" y="2130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t6509"/>
            <p:cNvSpPr/>
            <p:nvPr/>
          </p:nvSpPr>
          <p:spPr>
            <a:xfrm>
              <a:off x="5118125" y="2618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t6510"/>
            <p:cNvSpPr/>
            <p:nvPr/>
          </p:nvSpPr>
          <p:spPr>
            <a:xfrm>
              <a:off x="5184069" y="2162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t6511"/>
            <p:cNvSpPr/>
            <p:nvPr/>
          </p:nvSpPr>
          <p:spPr>
            <a:xfrm>
              <a:off x="5541394" y="2122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t6512"/>
            <p:cNvSpPr/>
            <p:nvPr/>
          </p:nvSpPr>
          <p:spPr>
            <a:xfrm>
              <a:off x="5220029" y="2149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t6513"/>
            <p:cNvSpPr/>
            <p:nvPr/>
          </p:nvSpPr>
          <p:spPr>
            <a:xfrm>
              <a:off x="5379104" y="2239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t6514"/>
            <p:cNvSpPr/>
            <p:nvPr/>
          </p:nvSpPr>
          <p:spPr>
            <a:xfrm>
              <a:off x="5685099" y="1848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t6515"/>
            <p:cNvSpPr/>
            <p:nvPr/>
          </p:nvSpPr>
          <p:spPr>
            <a:xfrm>
              <a:off x="5246736" y="2157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t6516"/>
            <p:cNvSpPr/>
            <p:nvPr/>
          </p:nvSpPr>
          <p:spPr>
            <a:xfrm>
              <a:off x="5453066" y="1879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t6517"/>
            <p:cNvSpPr/>
            <p:nvPr/>
          </p:nvSpPr>
          <p:spPr>
            <a:xfrm>
              <a:off x="5443675" y="2060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t6518"/>
            <p:cNvSpPr/>
            <p:nvPr/>
          </p:nvSpPr>
          <p:spPr>
            <a:xfrm>
              <a:off x="5281934" y="2066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t6519"/>
            <p:cNvSpPr/>
            <p:nvPr/>
          </p:nvSpPr>
          <p:spPr>
            <a:xfrm>
              <a:off x="5800475" y="195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t6520"/>
            <p:cNvSpPr/>
            <p:nvPr/>
          </p:nvSpPr>
          <p:spPr>
            <a:xfrm>
              <a:off x="5398887" y="2196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t6521"/>
            <p:cNvSpPr/>
            <p:nvPr/>
          </p:nvSpPr>
          <p:spPr>
            <a:xfrm>
              <a:off x="5356069" y="2247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t6522"/>
            <p:cNvSpPr/>
            <p:nvPr/>
          </p:nvSpPr>
          <p:spPr>
            <a:xfrm>
              <a:off x="5217995" y="2241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t6523"/>
            <p:cNvSpPr/>
            <p:nvPr/>
          </p:nvSpPr>
          <p:spPr>
            <a:xfrm>
              <a:off x="5348546" y="2255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t6524"/>
            <p:cNvSpPr/>
            <p:nvPr/>
          </p:nvSpPr>
          <p:spPr>
            <a:xfrm>
              <a:off x="5502348" y="2200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t6525"/>
            <p:cNvSpPr/>
            <p:nvPr/>
          </p:nvSpPr>
          <p:spPr>
            <a:xfrm>
              <a:off x="5541199" y="2220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t6526"/>
            <p:cNvSpPr/>
            <p:nvPr/>
          </p:nvSpPr>
          <p:spPr>
            <a:xfrm>
              <a:off x="5517741" y="204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t6527"/>
            <p:cNvSpPr/>
            <p:nvPr/>
          </p:nvSpPr>
          <p:spPr>
            <a:xfrm>
              <a:off x="5350326" y="2253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t6528"/>
            <p:cNvSpPr/>
            <p:nvPr/>
          </p:nvSpPr>
          <p:spPr>
            <a:xfrm>
              <a:off x="5282738" y="2013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t6529"/>
            <p:cNvSpPr/>
            <p:nvPr/>
          </p:nvSpPr>
          <p:spPr>
            <a:xfrm>
              <a:off x="5721732" y="2033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t6530"/>
            <p:cNvSpPr/>
            <p:nvPr/>
          </p:nvSpPr>
          <p:spPr>
            <a:xfrm>
              <a:off x="5904412" y="1757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t6531"/>
            <p:cNvSpPr/>
            <p:nvPr/>
          </p:nvSpPr>
          <p:spPr>
            <a:xfrm>
              <a:off x="5424168" y="2169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t6532"/>
            <p:cNvSpPr/>
            <p:nvPr/>
          </p:nvSpPr>
          <p:spPr>
            <a:xfrm>
              <a:off x="5568676" y="1933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t6533"/>
            <p:cNvSpPr/>
            <p:nvPr/>
          </p:nvSpPr>
          <p:spPr>
            <a:xfrm>
              <a:off x="5405428" y="2233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t6534"/>
            <p:cNvSpPr/>
            <p:nvPr/>
          </p:nvSpPr>
          <p:spPr>
            <a:xfrm>
              <a:off x="5426147" y="2174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t6535"/>
            <p:cNvSpPr/>
            <p:nvPr/>
          </p:nvSpPr>
          <p:spPr>
            <a:xfrm>
              <a:off x="5593680" y="2158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t6536"/>
            <p:cNvSpPr/>
            <p:nvPr/>
          </p:nvSpPr>
          <p:spPr>
            <a:xfrm>
              <a:off x="5269505" y="2113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t6537"/>
            <p:cNvSpPr/>
            <p:nvPr/>
          </p:nvSpPr>
          <p:spPr>
            <a:xfrm>
              <a:off x="5574507" y="2083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t6538"/>
            <p:cNvSpPr/>
            <p:nvPr/>
          </p:nvSpPr>
          <p:spPr>
            <a:xfrm>
              <a:off x="4993957" y="2833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t6539"/>
            <p:cNvSpPr/>
            <p:nvPr/>
          </p:nvSpPr>
          <p:spPr>
            <a:xfrm>
              <a:off x="5229394" y="2049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t6540"/>
            <p:cNvSpPr/>
            <p:nvPr/>
          </p:nvSpPr>
          <p:spPr>
            <a:xfrm>
              <a:off x="5296123" y="2109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t6541"/>
            <p:cNvSpPr/>
            <p:nvPr/>
          </p:nvSpPr>
          <p:spPr>
            <a:xfrm>
              <a:off x="5259618" y="2235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t6542"/>
            <p:cNvSpPr/>
            <p:nvPr/>
          </p:nvSpPr>
          <p:spPr>
            <a:xfrm>
              <a:off x="5693187" y="2075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t6543"/>
            <p:cNvSpPr/>
            <p:nvPr/>
          </p:nvSpPr>
          <p:spPr>
            <a:xfrm>
              <a:off x="4579506" y="284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t6544"/>
            <p:cNvSpPr/>
            <p:nvPr/>
          </p:nvSpPr>
          <p:spPr>
            <a:xfrm>
              <a:off x="5298617" y="2147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t6545"/>
            <p:cNvSpPr/>
            <p:nvPr/>
          </p:nvSpPr>
          <p:spPr>
            <a:xfrm>
              <a:off x="5065013" y="2394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t6546"/>
            <p:cNvSpPr/>
            <p:nvPr/>
          </p:nvSpPr>
          <p:spPr>
            <a:xfrm>
              <a:off x="5120553" y="2669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t6547"/>
            <p:cNvSpPr/>
            <p:nvPr/>
          </p:nvSpPr>
          <p:spPr>
            <a:xfrm>
              <a:off x="5588246" y="1963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t6548"/>
            <p:cNvSpPr/>
            <p:nvPr/>
          </p:nvSpPr>
          <p:spPr>
            <a:xfrm>
              <a:off x="5169543" y="2311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t6549"/>
            <p:cNvSpPr/>
            <p:nvPr/>
          </p:nvSpPr>
          <p:spPr>
            <a:xfrm>
              <a:off x="5682800" y="1957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t6550"/>
            <p:cNvSpPr/>
            <p:nvPr/>
          </p:nvSpPr>
          <p:spPr>
            <a:xfrm>
              <a:off x="5660315" y="1729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t6551"/>
            <p:cNvSpPr/>
            <p:nvPr/>
          </p:nvSpPr>
          <p:spPr>
            <a:xfrm>
              <a:off x="5748870" y="1984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t6552"/>
            <p:cNvSpPr/>
            <p:nvPr/>
          </p:nvSpPr>
          <p:spPr>
            <a:xfrm>
              <a:off x="5125927" y="2657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t6553"/>
            <p:cNvSpPr/>
            <p:nvPr/>
          </p:nvSpPr>
          <p:spPr>
            <a:xfrm>
              <a:off x="5714230" y="1812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t6554"/>
            <p:cNvSpPr/>
            <p:nvPr/>
          </p:nvSpPr>
          <p:spPr>
            <a:xfrm>
              <a:off x="5484895" y="2162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t6555"/>
            <p:cNvSpPr/>
            <p:nvPr/>
          </p:nvSpPr>
          <p:spPr>
            <a:xfrm>
              <a:off x="5576314" y="2033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t6556"/>
            <p:cNvSpPr/>
            <p:nvPr/>
          </p:nvSpPr>
          <p:spPr>
            <a:xfrm>
              <a:off x="5440197" y="2055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t6557"/>
            <p:cNvSpPr/>
            <p:nvPr/>
          </p:nvSpPr>
          <p:spPr>
            <a:xfrm>
              <a:off x="5529290" y="220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t6558"/>
            <p:cNvSpPr/>
            <p:nvPr/>
          </p:nvSpPr>
          <p:spPr>
            <a:xfrm>
              <a:off x="5533860" y="2205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t6559"/>
            <p:cNvSpPr/>
            <p:nvPr/>
          </p:nvSpPr>
          <p:spPr>
            <a:xfrm>
              <a:off x="4671567" y="2601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t6560"/>
            <p:cNvSpPr/>
            <p:nvPr/>
          </p:nvSpPr>
          <p:spPr>
            <a:xfrm>
              <a:off x="5411541" y="2176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t6561"/>
            <p:cNvSpPr/>
            <p:nvPr/>
          </p:nvSpPr>
          <p:spPr>
            <a:xfrm>
              <a:off x="5310375" y="2012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t6562"/>
            <p:cNvSpPr/>
            <p:nvPr/>
          </p:nvSpPr>
          <p:spPr>
            <a:xfrm>
              <a:off x="5202850" y="2198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t6563"/>
            <p:cNvSpPr/>
            <p:nvPr/>
          </p:nvSpPr>
          <p:spPr>
            <a:xfrm>
              <a:off x="5289969" y="2066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t6564"/>
            <p:cNvSpPr/>
            <p:nvPr/>
          </p:nvSpPr>
          <p:spPr>
            <a:xfrm>
              <a:off x="5481112" y="2075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t6565"/>
            <p:cNvSpPr/>
            <p:nvPr/>
          </p:nvSpPr>
          <p:spPr>
            <a:xfrm>
              <a:off x="5121012" y="2709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t6566"/>
            <p:cNvSpPr/>
            <p:nvPr/>
          </p:nvSpPr>
          <p:spPr>
            <a:xfrm>
              <a:off x="5835292" y="1730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t6567"/>
            <p:cNvSpPr/>
            <p:nvPr/>
          </p:nvSpPr>
          <p:spPr>
            <a:xfrm>
              <a:off x="5079370" y="199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t6568"/>
            <p:cNvSpPr/>
            <p:nvPr/>
          </p:nvSpPr>
          <p:spPr>
            <a:xfrm>
              <a:off x="5190388" y="2205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t6569"/>
            <p:cNvSpPr/>
            <p:nvPr/>
          </p:nvSpPr>
          <p:spPr>
            <a:xfrm>
              <a:off x="5896391" y="1658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t6570"/>
            <p:cNvSpPr/>
            <p:nvPr/>
          </p:nvSpPr>
          <p:spPr>
            <a:xfrm>
              <a:off x="5413276" y="2199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t6571"/>
            <p:cNvSpPr/>
            <p:nvPr/>
          </p:nvSpPr>
          <p:spPr>
            <a:xfrm>
              <a:off x="4867450" y="263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t6572"/>
            <p:cNvSpPr/>
            <p:nvPr/>
          </p:nvSpPr>
          <p:spPr>
            <a:xfrm>
              <a:off x="5436152" y="2122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t6573"/>
            <p:cNvSpPr/>
            <p:nvPr/>
          </p:nvSpPr>
          <p:spPr>
            <a:xfrm>
              <a:off x="4883796" y="2472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t6574"/>
            <p:cNvSpPr/>
            <p:nvPr/>
          </p:nvSpPr>
          <p:spPr>
            <a:xfrm>
              <a:off x="5067886" y="2149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t6575"/>
            <p:cNvSpPr/>
            <p:nvPr/>
          </p:nvSpPr>
          <p:spPr>
            <a:xfrm>
              <a:off x="5380405" y="2129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t6576"/>
            <p:cNvSpPr/>
            <p:nvPr/>
          </p:nvSpPr>
          <p:spPr>
            <a:xfrm>
              <a:off x="5428471" y="2147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t6577"/>
            <p:cNvSpPr/>
            <p:nvPr/>
          </p:nvSpPr>
          <p:spPr>
            <a:xfrm>
              <a:off x="5770582" y="200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t6578"/>
            <p:cNvSpPr/>
            <p:nvPr/>
          </p:nvSpPr>
          <p:spPr>
            <a:xfrm>
              <a:off x="5799165" y="2054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t6579"/>
            <p:cNvSpPr/>
            <p:nvPr/>
          </p:nvSpPr>
          <p:spPr>
            <a:xfrm>
              <a:off x="5447672" y="1996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t6580"/>
            <p:cNvSpPr/>
            <p:nvPr/>
          </p:nvSpPr>
          <p:spPr>
            <a:xfrm>
              <a:off x="5356709" y="2257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t6581"/>
            <p:cNvSpPr/>
            <p:nvPr/>
          </p:nvSpPr>
          <p:spPr>
            <a:xfrm>
              <a:off x="5158928" y="2479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t6582"/>
            <p:cNvSpPr/>
            <p:nvPr/>
          </p:nvSpPr>
          <p:spPr>
            <a:xfrm>
              <a:off x="5563278" y="2231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t6583"/>
            <p:cNvSpPr/>
            <p:nvPr/>
          </p:nvSpPr>
          <p:spPr>
            <a:xfrm>
              <a:off x="5771395" y="1910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t6584"/>
            <p:cNvSpPr/>
            <p:nvPr/>
          </p:nvSpPr>
          <p:spPr>
            <a:xfrm>
              <a:off x="5312411" y="2072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t6585"/>
            <p:cNvSpPr/>
            <p:nvPr/>
          </p:nvSpPr>
          <p:spPr>
            <a:xfrm>
              <a:off x="5485629" y="2177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t6586"/>
            <p:cNvSpPr/>
            <p:nvPr/>
          </p:nvSpPr>
          <p:spPr>
            <a:xfrm>
              <a:off x="5373774" y="2094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t6587"/>
            <p:cNvSpPr/>
            <p:nvPr/>
          </p:nvSpPr>
          <p:spPr>
            <a:xfrm>
              <a:off x="5136757" y="2764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t6588"/>
            <p:cNvSpPr/>
            <p:nvPr/>
          </p:nvSpPr>
          <p:spPr>
            <a:xfrm>
              <a:off x="5165036" y="2378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t6589"/>
            <p:cNvSpPr/>
            <p:nvPr/>
          </p:nvSpPr>
          <p:spPr>
            <a:xfrm>
              <a:off x="5304567" y="2027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t6590"/>
            <p:cNvSpPr/>
            <p:nvPr/>
          </p:nvSpPr>
          <p:spPr>
            <a:xfrm>
              <a:off x="5492046" y="2310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t6591"/>
            <p:cNvSpPr/>
            <p:nvPr/>
          </p:nvSpPr>
          <p:spPr>
            <a:xfrm>
              <a:off x="5430503" y="2193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t6592"/>
            <p:cNvSpPr/>
            <p:nvPr/>
          </p:nvSpPr>
          <p:spPr>
            <a:xfrm>
              <a:off x="5456750" y="2027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t6593"/>
            <p:cNvSpPr/>
            <p:nvPr/>
          </p:nvSpPr>
          <p:spPr>
            <a:xfrm>
              <a:off x="5378332" y="2113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t6594"/>
            <p:cNvSpPr/>
            <p:nvPr/>
          </p:nvSpPr>
          <p:spPr>
            <a:xfrm>
              <a:off x="5372913" y="2034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t6595"/>
            <p:cNvSpPr/>
            <p:nvPr/>
          </p:nvSpPr>
          <p:spPr>
            <a:xfrm>
              <a:off x="5052895" y="2406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t6596"/>
            <p:cNvSpPr/>
            <p:nvPr/>
          </p:nvSpPr>
          <p:spPr>
            <a:xfrm>
              <a:off x="5429150" y="2029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t6597"/>
            <p:cNvSpPr/>
            <p:nvPr/>
          </p:nvSpPr>
          <p:spPr>
            <a:xfrm>
              <a:off x="5031545" y="2358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t6598"/>
            <p:cNvSpPr/>
            <p:nvPr/>
          </p:nvSpPr>
          <p:spPr>
            <a:xfrm>
              <a:off x="5675599" y="1908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t6599"/>
            <p:cNvSpPr/>
            <p:nvPr/>
          </p:nvSpPr>
          <p:spPr>
            <a:xfrm>
              <a:off x="5631716" y="2123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t6600"/>
            <p:cNvSpPr/>
            <p:nvPr/>
          </p:nvSpPr>
          <p:spPr>
            <a:xfrm>
              <a:off x="5407199" y="2278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t6601"/>
            <p:cNvSpPr/>
            <p:nvPr/>
          </p:nvSpPr>
          <p:spPr>
            <a:xfrm>
              <a:off x="5457341" y="2037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t6602"/>
            <p:cNvSpPr/>
            <p:nvPr/>
          </p:nvSpPr>
          <p:spPr>
            <a:xfrm>
              <a:off x="5722286" y="1842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t6603"/>
            <p:cNvSpPr/>
            <p:nvPr/>
          </p:nvSpPr>
          <p:spPr>
            <a:xfrm>
              <a:off x="5400470" y="2282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t6604"/>
            <p:cNvSpPr/>
            <p:nvPr/>
          </p:nvSpPr>
          <p:spPr>
            <a:xfrm>
              <a:off x="5489414" y="2144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t6605"/>
            <p:cNvSpPr/>
            <p:nvPr/>
          </p:nvSpPr>
          <p:spPr>
            <a:xfrm>
              <a:off x="5234713" y="2090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t6606"/>
            <p:cNvSpPr/>
            <p:nvPr/>
          </p:nvSpPr>
          <p:spPr>
            <a:xfrm>
              <a:off x="5435000" y="2134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t6607"/>
            <p:cNvSpPr/>
            <p:nvPr/>
          </p:nvSpPr>
          <p:spPr>
            <a:xfrm>
              <a:off x="5208212" y="2194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t6608"/>
            <p:cNvSpPr/>
            <p:nvPr/>
          </p:nvSpPr>
          <p:spPr>
            <a:xfrm>
              <a:off x="5385862" y="2202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t6609"/>
            <p:cNvSpPr/>
            <p:nvPr/>
          </p:nvSpPr>
          <p:spPr>
            <a:xfrm>
              <a:off x="5598468" y="2032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t6610"/>
            <p:cNvSpPr/>
            <p:nvPr/>
          </p:nvSpPr>
          <p:spPr>
            <a:xfrm>
              <a:off x="5221913" y="195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t6611"/>
            <p:cNvSpPr/>
            <p:nvPr/>
          </p:nvSpPr>
          <p:spPr>
            <a:xfrm>
              <a:off x="5759479" y="1969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t6612"/>
            <p:cNvSpPr/>
            <p:nvPr/>
          </p:nvSpPr>
          <p:spPr>
            <a:xfrm>
              <a:off x="5879093" y="2054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t6613"/>
            <p:cNvSpPr/>
            <p:nvPr/>
          </p:nvSpPr>
          <p:spPr>
            <a:xfrm>
              <a:off x="4908321" y="1985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t6614"/>
            <p:cNvSpPr/>
            <p:nvPr/>
          </p:nvSpPr>
          <p:spPr>
            <a:xfrm>
              <a:off x="5301606" y="2148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t6615"/>
            <p:cNvSpPr/>
            <p:nvPr/>
          </p:nvSpPr>
          <p:spPr>
            <a:xfrm>
              <a:off x="5777942" y="205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t6616"/>
            <p:cNvSpPr/>
            <p:nvPr/>
          </p:nvSpPr>
          <p:spPr>
            <a:xfrm>
              <a:off x="4923736" y="1861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t6617"/>
            <p:cNvSpPr/>
            <p:nvPr/>
          </p:nvSpPr>
          <p:spPr>
            <a:xfrm>
              <a:off x="5460794" y="2086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t6618"/>
            <p:cNvSpPr/>
            <p:nvPr/>
          </p:nvSpPr>
          <p:spPr>
            <a:xfrm>
              <a:off x="5344781" y="2241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t6619"/>
            <p:cNvSpPr/>
            <p:nvPr/>
          </p:nvSpPr>
          <p:spPr>
            <a:xfrm>
              <a:off x="5801140" y="1792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t6620"/>
            <p:cNvSpPr/>
            <p:nvPr/>
          </p:nvSpPr>
          <p:spPr>
            <a:xfrm>
              <a:off x="4885242" y="2706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t6621"/>
            <p:cNvSpPr/>
            <p:nvPr/>
          </p:nvSpPr>
          <p:spPr>
            <a:xfrm>
              <a:off x="5063883" y="2366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t6622"/>
            <p:cNvSpPr/>
            <p:nvPr/>
          </p:nvSpPr>
          <p:spPr>
            <a:xfrm>
              <a:off x="5437337" y="2067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t6623"/>
            <p:cNvSpPr/>
            <p:nvPr/>
          </p:nvSpPr>
          <p:spPr>
            <a:xfrm>
              <a:off x="5731897" y="1881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t6624"/>
            <p:cNvSpPr/>
            <p:nvPr/>
          </p:nvSpPr>
          <p:spPr>
            <a:xfrm>
              <a:off x="5670182" y="183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t6625"/>
            <p:cNvSpPr/>
            <p:nvPr/>
          </p:nvSpPr>
          <p:spPr>
            <a:xfrm>
              <a:off x="5259349" y="2117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t6626"/>
            <p:cNvSpPr/>
            <p:nvPr/>
          </p:nvSpPr>
          <p:spPr>
            <a:xfrm>
              <a:off x="5772711" y="1998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t6627"/>
            <p:cNvSpPr/>
            <p:nvPr/>
          </p:nvSpPr>
          <p:spPr>
            <a:xfrm>
              <a:off x="5395380" y="2243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t6628"/>
            <p:cNvSpPr/>
            <p:nvPr/>
          </p:nvSpPr>
          <p:spPr>
            <a:xfrm>
              <a:off x="5395316" y="2166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t6629"/>
            <p:cNvSpPr/>
            <p:nvPr/>
          </p:nvSpPr>
          <p:spPr>
            <a:xfrm>
              <a:off x="5643787" y="1908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t6630"/>
            <p:cNvSpPr/>
            <p:nvPr/>
          </p:nvSpPr>
          <p:spPr>
            <a:xfrm>
              <a:off x="5629519" y="2037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t6631"/>
            <p:cNvSpPr/>
            <p:nvPr/>
          </p:nvSpPr>
          <p:spPr>
            <a:xfrm>
              <a:off x="5170343" y="2298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t6632"/>
            <p:cNvSpPr/>
            <p:nvPr/>
          </p:nvSpPr>
          <p:spPr>
            <a:xfrm>
              <a:off x="5471448" y="2009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t6633"/>
            <p:cNvSpPr/>
            <p:nvPr/>
          </p:nvSpPr>
          <p:spPr>
            <a:xfrm>
              <a:off x="5707804" y="1701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t6634"/>
            <p:cNvSpPr/>
            <p:nvPr/>
          </p:nvSpPr>
          <p:spPr>
            <a:xfrm>
              <a:off x="5696602" y="1951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t6635"/>
            <p:cNvSpPr/>
            <p:nvPr/>
          </p:nvSpPr>
          <p:spPr>
            <a:xfrm>
              <a:off x="5299671" y="2211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t6636"/>
            <p:cNvSpPr/>
            <p:nvPr/>
          </p:nvSpPr>
          <p:spPr>
            <a:xfrm>
              <a:off x="5719049" y="1744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t6637"/>
            <p:cNvSpPr/>
            <p:nvPr/>
          </p:nvSpPr>
          <p:spPr>
            <a:xfrm>
              <a:off x="5355663" y="2295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t6638"/>
            <p:cNvSpPr/>
            <p:nvPr/>
          </p:nvSpPr>
          <p:spPr>
            <a:xfrm>
              <a:off x="5643325" y="1872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t6639"/>
            <p:cNvSpPr/>
            <p:nvPr/>
          </p:nvSpPr>
          <p:spPr>
            <a:xfrm>
              <a:off x="5522369" y="1985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t6640"/>
            <p:cNvSpPr/>
            <p:nvPr/>
          </p:nvSpPr>
          <p:spPr>
            <a:xfrm>
              <a:off x="5816494" y="1867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t6641"/>
            <p:cNvSpPr/>
            <p:nvPr/>
          </p:nvSpPr>
          <p:spPr>
            <a:xfrm>
              <a:off x="5414426" y="2153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t6642"/>
            <p:cNvSpPr/>
            <p:nvPr/>
          </p:nvSpPr>
          <p:spPr>
            <a:xfrm>
              <a:off x="5234252" y="2181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t6643"/>
            <p:cNvSpPr/>
            <p:nvPr/>
          </p:nvSpPr>
          <p:spPr>
            <a:xfrm>
              <a:off x="5469670" y="2080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t6644"/>
            <p:cNvSpPr/>
            <p:nvPr/>
          </p:nvSpPr>
          <p:spPr>
            <a:xfrm>
              <a:off x="5086749" y="1955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t6645"/>
            <p:cNvSpPr/>
            <p:nvPr/>
          </p:nvSpPr>
          <p:spPr>
            <a:xfrm>
              <a:off x="5849644" y="173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t6646"/>
            <p:cNvSpPr/>
            <p:nvPr/>
          </p:nvSpPr>
          <p:spPr>
            <a:xfrm>
              <a:off x="5332211" y="2179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t6647"/>
            <p:cNvSpPr/>
            <p:nvPr/>
          </p:nvSpPr>
          <p:spPr>
            <a:xfrm>
              <a:off x="5476591" y="2181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t6648"/>
            <p:cNvSpPr/>
            <p:nvPr/>
          </p:nvSpPr>
          <p:spPr>
            <a:xfrm>
              <a:off x="5511106" y="2095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t6649"/>
            <p:cNvSpPr/>
            <p:nvPr/>
          </p:nvSpPr>
          <p:spPr>
            <a:xfrm>
              <a:off x="5689068" y="1994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t6650"/>
            <p:cNvSpPr/>
            <p:nvPr/>
          </p:nvSpPr>
          <p:spPr>
            <a:xfrm>
              <a:off x="5272305" y="2162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t6651"/>
            <p:cNvSpPr/>
            <p:nvPr/>
          </p:nvSpPr>
          <p:spPr>
            <a:xfrm>
              <a:off x="5353922" y="2264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t6652"/>
            <p:cNvSpPr/>
            <p:nvPr/>
          </p:nvSpPr>
          <p:spPr>
            <a:xfrm>
              <a:off x="5268404" y="2037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t6653"/>
            <p:cNvSpPr/>
            <p:nvPr/>
          </p:nvSpPr>
          <p:spPr>
            <a:xfrm>
              <a:off x="5084067" y="2117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t6654"/>
            <p:cNvSpPr/>
            <p:nvPr/>
          </p:nvSpPr>
          <p:spPr>
            <a:xfrm>
              <a:off x="5783800" y="1883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t6655"/>
            <p:cNvSpPr/>
            <p:nvPr/>
          </p:nvSpPr>
          <p:spPr>
            <a:xfrm>
              <a:off x="5629394" y="2093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t6656"/>
            <p:cNvSpPr/>
            <p:nvPr/>
          </p:nvSpPr>
          <p:spPr>
            <a:xfrm>
              <a:off x="5536470" y="2235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t6657"/>
            <p:cNvSpPr/>
            <p:nvPr/>
          </p:nvSpPr>
          <p:spPr>
            <a:xfrm>
              <a:off x="5662144" y="1716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t6658"/>
            <p:cNvSpPr/>
            <p:nvPr/>
          </p:nvSpPr>
          <p:spPr>
            <a:xfrm>
              <a:off x="5321409" y="2128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t6659"/>
            <p:cNvSpPr/>
            <p:nvPr/>
          </p:nvSpPr>
          <p:spPr>
            <a:xfrm>
              <a:off x="5429049" y="2109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t6660"/>
            <p:cNvSpPr/>
            <p:nvPr/>
          </p:nvSpPr>
          <p:spPr>
            <a:xfrm>
              <a:off x="4958140" y="2679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t6661"/>
            <p:cNvSpPr/>
            <p:nvPr/>
          </p:nvSpPr>
          <p:spPr>
            <a:xfrm>
              <a:off x="5034419" y="2323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t6662"/>
            <p:cNvSpPr/>
            <p:nvPr/>
          </p:nvSpPr>
          <p:spPr>
            <a:xfrm>
              <a:off x="5341019" y="2178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t6663"/>
            <p:cNvSpPr/>
            <p:nvPr/>
          </p:nvSpPr>
          <p:spPr>
            <a:xfrm>
              <a:off x="5571419" y="2162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t6664"/>
            <p:cNvSpPr/>
            <p:nvPr/>
          </p:nvSpPr>
          <p:spPr>
            <a:xfrm>
              <a:off x="5318255" y="2222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t6665"/>
            <p:cNvSpPr/>
            <p:nvPr/>
          </p:nvSpPr>
          <p:spPr>
            <a:xfrm>
              <a:off x="5625451" y="1926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t6666"/>
            <p:cNvSpPr/>
            <p:nvPr/>
          </p:nvSpPr>
          <p:spPr>
            <a:xfrm>
              <a:off x="5979803" y="1794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t6667"/>
            <p:cNvSpPr/>
            <p:nvPr/>
          </p:nvSpPr>
          <p:spPr>
            <a:xfrm>
              <a:off x="5473258" y="2095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t6668"/>
            <p:cNvSpPr/>
            <p:nvPr/>
          </p:nvSpPr>
          <p:spPr>
            <a:xfrm>
              <a:off x="5362517" y="2010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t6669"/>
            <p:cNvSpPr/>
            <p:nvPr/>
          </p:nvSpPr>
          <p:spPr>
            <a:xfrm>
              <a:off x="5498530" y="2270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t6670"/>
            <p:cNvSpPr/>
            <p:nvPr/>
          </p:nvSpPr>
          <p:spPr>
            <a:xfrm>
              <a:off x="5725975" y="1908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t6671"/>
            <p:cNvSpPr/>
            <p:nvPr/>
          </p:nvSpPr>
          <p:spPr>
            <a:xfrm>
              <a:off x="5872593" y="1888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t6672"/>
            <p:cNvSpPr/>
            <p:nvPr/>
          </p:nvSpPr>
          <p:spPr>
            <a:xfrm>
              <a:off x="5104692" y="2725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t6673"/>
            <p:cNvSpPr/>
            <p:nvPr/>
          </p:nvSpPr>
          <p:spPr>
            <a:xfrm>
              <a:off x="5472403" y="1999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t6674"/>
            <p:cNvSpPr/>
            <p:nvPr/>
          </p:nvSpPr>
          <p:spPr>
            <a:xfrm>
              <a:off x="5629927" y="2022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t6675"/>
            <p:cNvSpPr/>
            <p:nvPr/>
          </p:nvSpPr>
          <p:spPr>
            <a:xfrm>
              <a:off x="5685578" y="1913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t6676"/>
            <p:cNvSpPr/>
            <p:nvPr/>
          </p:nvSpPr>
          <p:spPr>
            <a:xfrm>
              <a:off x="5489186" y="2270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t6677"/>
            <p:cNvSpPr/>
            <p:nvPr/>
          </p:nvSpPr>
          <p:spPr>
            <a:xfrm>
              <a:off x="5616693" y="2050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t6678"/>
            <p:cNvSpPr/>
            <p:nvPr/>
          </p:nvSpPr>
          <p:spPr>
            <a:xfrm>
              <a:off x="5322335" y="2181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t6679"/>
            <p:cNvSpPr/>
            <p:nvPr/>
          </p:nvSpPr>
          <p:spPr>
            <a:xfrm>
              <a:off x="5613438" y="2100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t6680"/>
            <p:cNvSpPr/>
            <p:nvPr/>
          </p:nvSpPr>
          <p:spPr>
            <a:xfrm>
              <a:off x="5338333" y="2040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t6681"/>
            <p:cNvSpPr/>
            <p:nvPr/>
          </p:nvSpPr>
          <p:spPr>
            <a:xfrm>
              <a:off x="5588081" y="1997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t6682"/>
            <p:cNvSpPr/>
            <p:nvPr/>
          </p:nvSpPr>
          <p:spPr>
            <a:xfrm>
              <a:off x="5951272" y="1891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t6683"/>
            <p:cNvSpPr/>
            <p:nvPr/>
          </p:nvSpPr>
          <p:spPr>
            <a:xfrm>
              <a:off x="5225495" y="2068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t6684"/>
            <p:cNvSpPr/>
            <p:nvPr/>
          </p:nvSpPr>
          <p:spPr>
            <a:xfrm>
              <a:off x="5152586" y="252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t6685"/>
            <p:cNvSpPr/>
            <p:nvPr/>
          </p:nvSpPr>
          <p:spPr>
            <a:xfrm>
              <a:off x="5467415" y="1981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t6686"/>
            <p:cNvSpPr/>
            <p:nvPr/>
          </p:nvSpPr>
          <p:spPr>
            <a:xfrm>
              <a:off x="4887218" y="2495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t6687"/>
            <p:cNvSpPr/>
            <p:nvPr/>
          </p:nvSpPr>
          <p:spPr>
            <a:xfrm>
              <a:off x="5246812" y="2210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t6688"/>
            <p:cNvSpPr/>
            <p:nvPr/>
          </p:nvSpPr>
          <p:spPr>
            <a:xfrm>
              <a:off x="5820025" y="1806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t6689"/>
            <p:cNvSpPr/>
            <p:nvPr/>
          </p:nvSpPr>
          <p:spPr>
            <a:xfrm>
              <a:off x="5596429" y="2057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t6690"/>
            <p:cNvSpPr/>
            <p:nvPr/>
          </p:nvSpPr>
          <p:spPr>
            <a:xfrm>
              <a:off x="5491421" y="2173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t6691"/>
            <p:cNvSpPr/>
            <p:nvPr/>
          </p:nvSpPr>
          <p:spPr>
            <a:xfrm>
              <a:off x="6075005" y="2185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t6692"/>
            <p:cNvSpPr/>
            <p:nvPr/>
          </p:nvSpPr>
          <p:spPr>
            <a:xfrm>
              <a:off x="5507472" y="2342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t6693"/>
            <p:cNvSpPr/>
            <p:nvPr/>
          </p:nvSpPr>
          <p:spPr>
            <a:xfrm>
              <a:off x="5127495" y="2493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t6694"/>
            <p:cNvSpPr/>
            <p:nvPr/>
          </p:nvSpPr>
          <p:spPr>
            <a:xfrm>
              <a:off x="5327200" y="2118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t6695"/>
            <p:cNvSpPr/>
            <p:nvPr/>
          </p:nvSpPr>
          <p:spPr>
            <a:xfrm>
              <a:off x="5759568" y="1957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t6696"/>
            <p:cNvSpPr/>
            <p:nvPr/>
          </p:nvSpPr>
          <p:spPr>
            <a:xfrm>
              <a:off x="5652013" y="1872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t6697"/>
            <p:cNvSpPr/>
            <p:nvPr/>
          </p:nvSpPr>
          <p:spPr>
            <a:xfrm>
              <a:off x="5253590" y="2325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t6698"/>
            <p:cNvSpPr/>
            <p:nvPr/>
          </p:nvSpPr>
          <p:spPr>
            <a:xfrm>
              <a:off x="5020315" y="2211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t6699"/>
            <p:cNvSpPr/>
            <p:nvPr/>
          </p:nvSpPr>
          <p:spPr>
            <a:xfrm>
              <a:off x="5483518" y="2286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t6700"/>
            <p:cNvSpPr/>
            <p:nvPr/>
          </p:nvSpPr>
          <p:spPr>
            <a:xfrm>
              <a:off x="5266406" y="212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t6701"/>
            <p:cNvSpPr/>
            <p:nvPr/>
          </p:nvSpPr>
          <p:spPr>
            <a:xfrm>
              <a:off x="5642805" y="1866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t6702"/>
            <p:cNvSpPr/>
            <p:nvPr/>
          </p:nvSpPr>
          <p:spPr>
            <a:xfrm>
              <a:off x="5310812" y="2210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t6703"/>
            <p:cNvSpPr/>
            <p:nvPr/>
          </p:nvSpPr>
          <p:spPr>
            <a:xfrm>
              <a:off x="5310117" y="2208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t6704"/>
            <p:cNvSpPr/>
            <p:nvPr/>
          </p:nvSpPr>
          <p:spPr>
            <a:xfrm>
              <a:off x="5759385" y="2084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t6705"/>
            <p:cNvSpPr/>
            <p:nvPr/>
          </p:nvSpPr>
          <p:spPr>
            <a:xfrm>
              <a:off x="5304166" y="2105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t6706"/>
            <p:cNvSpPr/>
            <p:nvPr/>
          </p:nvSpPr>
          <p:spPr>
            <a:xfrm>
              <a:off x="5151621" y="257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t6707"/>
            <p:cNvSpPr/>
            <p:nvPr/>
          </p:nvSpPr>
          <p:spPr>
            <a:xfrm>
              <a:off x="5730011" y="1879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t6708"/>
            <p:cNvSpPr/>
            <p:nvPr/>
          </p:nvSpPr>
          <p:spPr>
            <a:xfrm>
              <a:off x="5016855" y="2159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t6709"/>
            <p:cNvSpPr/>
            <p:nvPr/>
          </p:nvSpPr>
          <p:spPr>
            <a:xfrm>
              <a:off x="5784384" y="193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t6710"/>
            <p:cNvSpPr/>
            <p:nvPr/>
          </p:nvSpPr>
          <p:spPr>
            <a:xfrm>
              <a:off x="5114411" y="2632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t6711"/>
            <p:cNvSpPr/>
            <p:nvPr/>
          </p:nvSpPr>
          <p:spPr>
            <a:xfrm>
              <a:off x="5550777" y="222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t6712"/>
            <p:cNvSpPr/>
            <p:nvPr/>
          </p:nvSpPr>
          <p:spPr>
            <a:xfrm>
              <a:off x="5134778" y="2599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t6713"/>
            <p:cNvSpPr/>
            <p:nvPr/>
          </p:nvSpPr>
          <p:spPr>
            <a:xfrm>
              <a:off x="5439721" y="2071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t6714"/>
            <p:cNvSpPr/>
            <p:nvPr/>
          </p:nvSpPr>
          <p:spPr>
            <a:xfrm>
              <a:off x="4700359" y="2398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t6715"/>
            <p:cNvSpPr/>
            <p:nvPr/>
          </p:nvSpPr>
          <p:spPr>
            <a:xfrm>
              <a:off x="5547013" y="2159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t6716"/>
            <p:cNvSpPr/>
            <p:nvPr/>
          </p:nvSpPr>
          <p:spPr>
            <a:xfrm>
              <a:off x="5474102" y="2172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t6717"/>
            <p:cNvSpPr/>
            <p:nvPr/>
          </p:nvSpPr>
          <p:spPr>
            <a:xfrm>
              <a:off x="5497401" y="2254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t6718"/>
            <p:cNvSpPr/>
            <p:nvPr/>
          </p:nvSpPr>
          <p:spPr>
            <a:xfrm>
              <a:off x="5769676" y="1985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t6719"/>
            <p:cNvSpPr/>
            <p:nvPr/>
          </p:nvSpPr>
          <p:spPr>
            <a:xfrm>
              <a:off x="5660730" y="1886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t6720"/>
            <p:cNvSpPr/>
            <p:nvPr/>
          </p:nvSpPr>
          <p:spPr>
            <a:xfrm>
              <a:off x="5030427" y="2511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t6721"/>
            <p:cNvSpPr/>
            <p:nvPr/>
          </p:nvSpPr>
          <p:spPr>
            <a:xfrm>
              <a:off x="5553660" y="2199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t6722"/>
            <p:cNvSpPr/>
            <p:nvPr/>
          </p:nvSpPr>
          <p:spPr>
            <a:xfrm>
              <a:off x="5185927" y="2072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t6723"/>
            <p:cNvSpPr/>
            <p:nvPr/>
          </p:nvSpPr>
          <p:spPr>
            <a:xfrm>
              <a:off x="5340062" y="2275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t6724"/>
            <p:cNvSpPr/>
            <p:nvPr/>
          </p:nvSpPr>
          <p:spPr>
            <a:xfrm>
              <a:off x="5521886" y="2004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t6725"/>
            <p:cNvSpPr/>
            <p:nvPr/>
          </p:nvSpPr>
          <p:spPr>
            <a:xfrm>
              <a:off x="5866180" y="1670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t6726"/>
            <p:cNvSpPr/>
            <p:nvPr/>
          </p:nvSpPr>
          <p:spPr>
            <a:xfrm>
              <a:off x="5426783" y="2214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t6727"/>
            <p:cNvSpPr/>
            <p:nvPr/>
          </p:nvSpPr>
          <p:spPr>
            <a:xfrm>
              <a:off x="5106396" y="2678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t6728"/>
            <p:cNvSpPr/>
            <p:nvPr/>
          </p:nvSpPr>
          <p:spPr>
            <a:xfrm>
              <a:off x="5445617" y="2019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t6729"/>
            <p:cNvSpPr/>
            <p:nvPr/>
          </p:nvSpPr>
          <p:spPr>
            <a:xfrm>
              <a:off x="5655127" y="1578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t6730"/>
            <p:cNvSpPr/>
            <p:nvPr/>
          </p:nvSpPr>
          <p:spPr>
            <a:xfrm>
              <a:off x="5060235" y="2490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t6731"/>
            <p:cNvSpPr/>
            <p:nvPr/>
          </p:nvSpPr>
          <p:spPr>
            <a:xfrm>
              <a:off x="5502127" y="2235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t6732"/>
            <p:cNvSpPr/>
            <p:nvPr/>
          </p:nvSpPr>
          <p:spPr>
            <a:xfrm>
              <a:off x="5294330" y="1733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t6733"/>
            <p:cNvSpPr/>
            <p:nvPr/>
          </p:nvSpPr>
          <p:spPr>
            <a:xfrm>
              <a:off x="5446681" y="1987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t6734"/>
            <p:cNvSpPr/>
            <p:nvPr/>
          </p:nvSpPr>
          <p:spPr>
            <a:xfrm>
              <a:off x="5283276" y="2063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t6735"/>
            <p:cNvSpPr/>
            <p:nvPr/>
          </p:nvSpPr>
          <p:spPr>
            <a:xfrm>
              <a:off x="5727619" y="1966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t6736"/>
            <p:cNvSpPr/>
            <p:nvPr/>
          </p:nvSpPr>
          <p:spPr>
            <a:xfrm>
              <a:off x="5235442" y="2178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t6737"/>
            <p:cNvSpPr/>
            <p:nvPr/>
          </p:nvSpPr>
          <p:spPr>
            <a:xfrm>
              <a:off x="5494093" y="2198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t6738"/>
            <p:cNvSpPr/>
            <p:nvPr/>
          </p:nvSpPr>
          <p:spPr>
            <a:xfrm>
              <a:off x="4931497" y="227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t6739"/>
            <p:cNvSpPr/>
            <p:nvPr/>
          </p:nvSpPr>
          <p:spPr>
            <a:xfrm>
              <a:off x="5400110" y="2222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t6740"/>
            <p:cNvSpPr/>
            <p:nvPr/>
          </p:nvSpPr>
          <p:spPr>
            <a:xfrm>
              <a:off x="4836080" y="2493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t6741"/>
            <p:cNvSpPr/>
            <p:nvPr/>
          </p:nvSpPr>
          <p:spPr>
            <a:xfrm>
              <a:off x="5391003" y="2184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t6742"/>
            <p:cNvSpPr/>
            <p:nvPr/>
          </p:nvSpPr>
          <p:spPr>
            <a:xfrm>
              <a:off x="5593447" y="1982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t6743"/>
            <p:cNvSpPr/>
            <p:nvPr/>
          </p:nvSpPr>
          <p:spPr>
            <a:xfrm>
              <a:off x="5651426" y="1953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t6744"/>
            <p:cNvSpPr/>
            <p:nvPr/>
          </p:nvSpPr>
          <p:spPr>
            <a:xfrm>
              <a:off x="5476255" y="2279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t6745"/>
            <p:cNvSpPr/>
            <p:nvPr/>
          </p:nvSpPr>
          <p:spPr>
            <a:xfrm>
              <a:off x="5104960" y="2732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t6746"/>
            <p:cNvSpPr/>
            <p:nvPr/>
          </p:nvSpPr>
          <p:spPr>
            <a:xfrm>
              <a:off x="5410857" y="2093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t6747"/>
            <p:cNvSpPr/>
            <p:nvPr/>
          </p:nvSpPr>
          <p:spPr>
            <a:xfrm>
              <a:off x="5928967" y="1467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t6748"/>
            <p:cNvSpPr/>
            <p:nvPr/>
          </p:nvSpPr>
          <p:spPr>
            <a:xfrm>
              <a:off x="5364659" y="2058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t6749"/>
            <p:cNvSpPr/>
            <p:nvPr/>
          </p:nvSpPr>
          <p:spPr>
            <a:xfrm>
              <a:off x="5678349" y="1862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t6750"/>
            <p:cNvSpPr/>
            <p:nvPr/>
          </p:nvSpPr>
          <p:spPr>
            <a:xfrm>
              <a:off x="5344413" y="2248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t6751"/>
            <p:cNvSpPr/>
            <p:nvPr/>
          </p:nvSpPr>
          <p:spPr>
            <a:xfrm>
              <a:off x="5575799" y="1997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t6752"/>
            <p:cNvSpPr/>
            <p:nvPr/>
          </p:nvSpPr>
          <p:spPr>
            <a:xfrm>
              <a:off x="4796778" y="2671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t6753"/>
            <p:cNvSpPr/>
            <p:nvPr/>
          </p:nvSpPr>
          <p:spPr>
            <a:xfrm>
              <a:off x="5494452" y="2149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t6754"/>
            <p:cNvSpPr/>
            <p:nvPr/>
          </p:nvSpPr>
          <p:spPr>
            <a:xfrm>
              <a:off x="5398865" y="219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t6755"/>
            <p:cNvSpPr/>
            <p:nvPr/>
          </p:nvSpPr>
          <p:spPr>
            <a:xfrm>
              <a:off x="5149734" y="2522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t6756"/>
            <p:cNvSpPr/>
            <p:nvPr/>
          </p:nvSpPr>
          <p:spPr>
            <a:xfrm>
              <a:off x="5637104" y="2106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t6757"/>
            <p:cNvSpPr/>
            <p:nvPr/>
          </p:nvSpPr>
          <p:spPr>
            <a:xfrm>
              <a:off x="5570566" y="1933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t6758"/>
            <p:cNvSpPr/>
            <p:nvPr/>
          </p:nvSpPr>
          <p:spPr>
            <a:xfrm>
              <a:off x="5592462" y="2044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t6759"/>
            <p:cNvSpPr/>
            <p:nvPr/>
          </p:nvSpPr>
          <p:spPr>
            <a:xfrm>
              <a:off x="5047336" y="2438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t6760"/>
            <p:cNvSpPr/>
            <p:nvPr/>
          </p:nvSpPr>
          <p:spPr>
            <a:xfrm>
              <a:off x="5565372" y="2270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t6761"/>
            <p:cNvSpPr/>
            <p:nvPr/>
          </p:nvSpPr>
          <p:spPr>
            <a:xfrm>
              <a:off x="5616542" y="2033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t6762"/>
            <p:cNvSpPr/>
            <p:nvPr/>
          </p:nvSpPr>
          <p:spPr>
            <a:xfrm>
              <a:off x="5121074" y="2816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t6763"/>
            <p:cNvSpPr/>
            <p:nvPr/>
          </p:nvSpPr>
          <p:spPr>
            <a:xfrm>
              <a:off x="5388731" y="2180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t6764"/>
            <p:cNvSpPr/>
            <p:nvPr/>
          </p:nvSpPr>
          <p:spPr>
            <a:xfrm>
              <a:off x="5527860" y="2272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t6765"/>
            <p:cNvSpPr/>
            <p:nvPr/>
          </p:nvSpPr>
          <p:spPr>
            <a:xfrm>
              <a:off x="5310325" y="2083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t6766"/>
            <p:cNvSpPr/>
            <p:nvPr/>
          </p:nvSpPr>
          <p:spPr>
            <a:xfrm>
              <a:off x="5253156" y="2211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t6767"/>
            <p:cNvSpPr/>
            <p:nvPr/>
          </p:nvSpPr>
          <p:spPr>
            <a:xfrm>
              <a:off x="5261268" y="2163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t6768"/>
            <p:cNvSpPr/>
            <p:nvPr/>
          </p:nvSpPr>
          <p:spPr>
            <a:xfrm>
              <a:off x="5526697" y="2116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t6769"/>
            <p:cNvSpPr/>
            <p:nvPr/>
          </p:nvSpPr>
          <p:spPr>
            <a:xfrm>
              <a:off x="4685494" y="2655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t6770"/>
            <p:cNvSpPr/>
            <p:nvPr/>
          </p:nvSpPr>
          <p:spPr>
            <a:xfrm>
              <a:off x="5536019" y="2193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t6771"/>
            <p:cNvSpPr/>
            <p:nvPr/>
          </p:nvSpPr>
          <p:spPr>
            <a:xfrm>
              <a:off x="5328258" y="2254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t6772"/>
            <p:cNvSpPr/>
            <p:nvPr/>
          </p:nvSpPr>
          <p:spPr>
            <a:xfrm>
              <a:off x="4998224" y="2224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t6773"/>
            <p:cNvSpPr/>
            <p:nvPr/>
          </p:nvSpPr>
          <p:spPr>
            <a:xfrm>
              <a:off x="5554156" y="2248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t6774"/>
            <p:cNvSpPr/>
            <p:nvPr/>
          </p:nvSpPr>
          <p:spPr>
            <a:xfrm>
              <a:off x="5251522" y="2199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t6775"/>
            <p:cNvSpPr/>
            <p:nvPr/>
          </p:nvSpPr>
          <p:spPr>
            <a:xfrm>
              <a:off x="5532812" y="2348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t6776"/>
            <p:cNvSpPr/>
            <p:nvPr/>
          </p:nvSpPr>
          <p:spPr>
            <a:xfrm>
              <a:off x="5442884" y="2072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t6777"/>
            <p:cNvSpPr/>
            <p:nvPr/>
          </p:nvSpPr>
          <p:spPr>
            <a:xfrm>
              <a:off x="5512579" y="2089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t6778"/>
            <p:cNvSpPr/>
            <p:nvPr/>
          </p:nvSpPr>
          <p:spPr>
            <a:xfrm>
              <a:off x="5499634" y="2040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t6779"/>
            <p:cNvSpPr/>
            <p:nvPr/>
          </p:nvSpPr>
          <p:spPr>
            <a:xfrm>
              <a:off x="5494255" y="2303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t6780"/>
            <p:cNvSpPr/>
            <p:nvPr/>
          </p:nvSpPr>
          <p:spPr>
            <a:xfrm>
              <a:off x="5542724" y="2171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t6781"/>
            <p:cNvSpPr/>
            <p:nvPr/>
          </p:nvSpPr>
          <p:spPr>
            <a:xfrm>
              <a:off x="5654267" y="1638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t6782"/>
            <p:cNvSpPr/>
            <p:nvPr/>
          </p:nvSpPr>
          <p:spPr>
            <a:xfrm>
              <a:off x="5206912" y="2053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t6783"/>
            <p:cNvSpPr/>
            <p:nvPr/>
          </p:nvSpPr>
          <p:spPr>
            <a:xfrm>
              <a:off x="5555400" y="2160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t6784"/>
            <p:cNvSpPr/>
            <p:nvPr/>
          </p:nvSpPr>
          <p:spPr>
            <a:xfrm>
              <a:off x="5250400" y="2137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t6785"/>
            <p:cNvSpPr/>
            <p:nvPr/>
          </p:nvSpPr>
          <p:spPr>
            <a:xfrm>
              <a:off x="5216456" y="2063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t6786"/>
            <p:cNvSpPr/>
            <p:nvPr/>
          </p:nvSpPr>
          <p:spPr>
            <a:xfrm>
              <a:off x="5068494" y="2316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t6787"/>
            <p:cNvSpPr/>
            <p:nvPr/>
          </p:nvSpPr>
          <p:spPr>
            <a:xfrm>
              <a:off x="5463990" y="2050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t6788"/>
            <p:cNvSpPr/>
            <p:nvPr/>
          </p:nvSpPr>
          <p:spPr>
            <a:xfrm>
              <a:off x="5081744" y="1846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t6789"/>
            <p:cNvSpPr/>
            <p:nvPr/>
          </p:nvSpPr>
          <p:spPr>
            <a:xfrm>
              <a:off x="5391891" y="2160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t6790"/>
            <p:cNvSpPr/>
            <p:nvPr/>
          </p:nvSpPr>
          <p:spPr>
            <a:xfrm>
              <a:off x="5324252" y="2148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t6791"/>
            <p:cNvSpPr/>
            <p:nvPr/>
          </p:nvSpPr>
          <p:spPr>
            <a:xfrm>
              <a:off x="5550920" y="2225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t6792"/>
            <p:cNvSpPr/>
            <p:nvPr/>
          </p:nvSpPr>
          <p:spPr>
            <a:xfrm>
              <a:off x="5959498" y="1284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t6793"/>
            <p:cNvSpPr/>
            <p:nvPr/>
          </p:nvSpPr>
          <p:spPr>
            <a:xfrm>
              <a:off x="5774909" y="1844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t6794"/>
            <p:cNvSpPr/>
            <p:nvPr/>
          </p:nvSpPr>
          <p:spPr>
            <a:xfrm>
              <a:off x="5168781" y="223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t6795"/>
            <p:cNvSpPr/>
            <p:nvPr/>
          </p:nvSpPr>
          <p:spPr>
            <a:xfrm>
              <a:off x="5788543" y="1884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t6796"/>
            <p:cNvSpPr/>
            <p:nvPr/>
          </p:nvSpPr>
          <p:spPr>
            <a:xfrm>
              <a:off x="5150751" y="2452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t6797"/>
            <p:cNvSpPr/>
            <p:nvPr/>
          </p:nvSpPr>
          <p:spPr>
            <a:xfrm>
              <a:off x="5328333" y="2101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t6798"/>
            <p:cNvSpPr/>
            <p:nvPr/>
          </p:nvSpPr>
          <p:spPr>
            <a:xfrm>
              <a:off x="5963236" y="1877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t6799"/>
            <p:cNvSpPr/>
            <p:nvPr/>
          </p:nvSpPr>
          <p:spPr>
            <a:xfrm>
              <a:off x="5694630" y="2120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t6800"/>
            <p:cNvSpPr/>
            <p:nvPr/>
          </p:nvSpPr>
          <p:spPr>
            <a:xfrm>
              <a:off x="5129346" y="2524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t6801"/>
            <p:cNvSpPr/>
            <p:nvPr/>
          </p:nvSpPr>
          <p:spPr>
            <a:xfrm>
              <a:off x="5539937" y="2157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t6802"/>
            <p:cNvSpPr/>
            <p:nvPr/>
          </p:nvSpPr>
          <p:spPr>
            <a:xfrm>
              <a:off x="5067185" y="2380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t6803"/>
            <p:cNvSpPr/>
            <p:nvPr/>
          </p:nvSpPr>
          <p:spPr>
            <a:xfrm>
              <a:off x="5737645" y="1940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t6804"/>
            <p:cNvSpPr/>
            <p:nvPr/>
          </p:nvSpPr>
          <p:spPr>
            <a:xfrm>
              <a:off x="5406962" y="2323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t6805"/>
            <p:cNvSpPr/>
            <p:nvPr/>
          </p:nvSpPr>
          <p:spPr>
            <a:xfrm>
              <a:off x="5516102" y="2106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t6806"/>
            <p:cNvSpPr/>
            <p:nvPr/>
          </p:nvSpPr>
          <p:spPr>
            <a:xfrm>
              <a:off x="5054002" y="2320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t6807"/>
            <p:cNvSpPr/>
            <p:nvPr/>
          </p:nvSpPr>
          <p:spPr>
            <a:xfrm>
              <a:off x="5221049" y="2105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t6808"/>
            <p:cNvSpPr/>
            <p:nvPr/>
          </p:nvSpPr>
          <p:spPr>
            <a:xfrm>
              <a:off x="5464601" y="1876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t6809"/>
            <p:cNvSpPr/>
            <p:nvPr/>
          </p:nvSpPr>
          <p:spPr>
            <a:xfrm>
              <a:off x="5537670" y="2211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t6810"/>
            <p:cNvSpPr/>
            <p:nvPr/>
          </p:nvSpPr>
          <p:spPr>
            <a:xfrm>
              <a:off x="5710135" y="1831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t6811"/>
            <p:cNvSpPr/>
            <p:nvPr/>
          </p:nvSpPr>
          <p:spPr>
            <a:xfrm>
              <a:off x="5835875" y="1642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t6812"/>
            <p:cNvSpPr/>
            <p:nvPr/>
          </p:nvSpPr>
          <p:spPr>
            <a:xfrm>
              <a:off x="5385407" y="2171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t6813"/>
            <p:cNvSpPr/>
            <p:nvPr/>
          </p:nvSpPr>
          <p:spPr>
            <a:xfrm>
              <a:off x="4846333" y="2933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t6814"/>
            <p:cNvSpPr/>
            <p:nvPr/>
          </p:nvSpPr>
          <p:spPr>
            <a:xfrm>
              <a:off x="5301730" y="1974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t6815"/>
            <p:cNvSpPr/>
            <p:nvPr/>
          </p:nvSpPr>
          <p:spPr>
            <a:xfrm>
              <a:off x="5631533" y="2107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t6816"/>
            <p:cNvSpPr/>
            <p:nvPr/>
          </p:nvSpPr>
          <p:spPr>
            <a:xfrm>
              <a:off x="5680008" y="1881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t6817"/>
            <p:cNvSpPr/>
            <p:nvPr/>
          </p:nvSpPr>
          <p:spPr>
            <a:xfrm>
              <a:off x="5643575" y="1911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t6818"/>
            <p:cNvSpPr/>
            <p:nvPr/>
          </p:nvSpPr>
          <p:spPr>
            <a:xfrm>
              <a:off x="5218554" y="2031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t6819"/>
            <p:cNvSpPr/>
            <p:nvPr/>
          </p:nvSpPr>
          <p:spPr>
            <a:xfrm>
              <a:off x="5659402" y="1796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t6820"/>
            <p:cNvSpPr/>
            <p:nvPr/>
          </p:nvSpPr>
          <p:spPr>
            <a:xfrm>
              <a:off x="5430957" y="2124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t6821"/>
            <p:cNvSpPr/>
            <p:nvPr/>
          </p:nvSpPr>
          <p:spPr>
            <a:xfrm>
              <a:off x="5711683" y="1874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t6822"/>
            <p:cNvSpPr/>
            <p:nvPr/>
          </p:nvSpPr>
          <p:spPr>
            <a:xfrm>
              <a:off x="5170080" y="2388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t6823"/>
            <p:cNvSpPr/>
            <p:nvPr/>
          </p:nvSpPr>
          <p:spPr>
            <a:xfrm>
              <a:off x="5420493" y="212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t6824"/>
            <p:cNvSpPr/>
            <p:nvPr/>
          </p:nvSpPr>
          <p:spPr>
            <a:xfrm>
              <a:off x="5739227" y="1943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t6825"/>
            <p:cNvSpPr/>
            <p:nvPr/>
          </p:nvSpPr>
          <p:spPr>
            <a:xfrm>
              <a:off x="5188019" y="2102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t6826"/>
            <p:cNvSpPr/>
            <p:nvPr/>
          </p:nvSpPr>
          <p:spPr>
            <a:xfrm>
              <a:off x="5473022" y="2252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t6827"/>
            <p:cNvSpPr/>
            <p:nvPr/>
          </p:nvSpPr>
          <p:spPr>
            <a:xfrm>
              <a:off x="5234901" y="2069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t6828"/>
            <p:cNvSpPr/>
            <p:nvPr/>
          </p:nvSpPr>
          <p:spPr>
            <a:xfrm>
              <a:off x="5277766" y="2198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t6829"/>
            <p:cNvSpPr/>
            <p:nvPr/>
          </p:nvSpPr>
          <p:spPr>
            <a:xfrm>
              <a:off x="5255187" y="2258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t6830"/>
            <p:cNvSpPr/>
            <p:nvPr/>
          </p:nvSpPr>
          <p:spPr>
            <a:xfrm>
              <a:off x="5174123" y="2332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t6831"/>
            <p:cNvSpPr/>
            <p:nvPr/>
          </p:nvSpPr>
          <p:spPr>
            <a:xfrm>
              <a:off x="5518832" y="2018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t6832"/>
            <p:cNvSpPr/>
            <p:nvPr/>
          </p:nvSpPr>
          <p:spPr>
            <a:xfrm>
              <a:off x="5415451" y="2221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t6833"/>
            <p:cNvSpPr/>
            <p:nvPr/>
          </p:nvSpPr>
          <p:spPr>
            <a:xfrm>
              <a:off x="5399568" y="2228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t6834"/>
            <p:cNvSpPr/>
            <p:nvPr/>
          </p:nvSpPr>
          <p:spPr>
            <a:xfrm>
              <a:off x="5433775" y="2103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t6835"/>
            <p:cNvSpPr/>
            <p:nvPr/>
          </p:nvSpPr>
          <p:spPr>
            <a:xfrm>
              <a:off x="5329166" y="2097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t6836"/>
            <p:cNvSpPr/>
            <p:nvPr/>
          </p:nvSpPr>
          <p:spPr>
            <a:xfrm>
              <a:off x="5139087" y="2665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t6837"/>
            <p:cNvSpPr/>
            <p:nvPr/>
          </p:nvSpPr>
          <p:spPr>
            <a:xfrm>
              <a:off x="5267652" y="2157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t6838"/>
            <p:cNvSpPr/>
            <p:nvPr/>
          </p:nvSpPr>
          <p:spPr>
            <a:xfrm>
              <a:off x="5538734" y="2232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t6839"/>
            <p:cNvSpPr/>
            <p:nvPr/>
          </p:nvSpPr>
          <p:spPr>
            <a:xfrm>
              <a:off x="5712477" y="1815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t6840"/>
            <p:cNvSpPr/>
            <p:nvPr/>
          </p:nvSpPr>
          <p:spPr>
            <a:xfrm>
              <a:off x="5537322" y="2272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t6841"/>
            <p:cNvSpPr/>
            <p:nvPr/>
          </p:nvSpPr>
          <p:spPr>
            <a:xfrm>
              <a:off x="5275659" y="2086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t6842"/>
            <p:cNvSpPr/>
            <p:nvPr/>
          </p:nvSpPr>
          <p:spPr>
            <a:xfrm>
              <a:off x="5395817" y="2221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t6843"/>
            <p:cNvSpPr/>
            <p:nvPr/>
          </p:nvSpPr>
          <p:spPr>
            <a:xfrm>
              <a:off x="5287926" y="2015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t6844"/>
            <p:cNvSpPr/>
            <p:nvPr/>
          </p:nvSpPr>
          <p:spPr>
            <a:xfrm>
              <a:off x="5173272" y="2384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t6845"/>
            <p:cNvSpPr/>
            <p:nvPr/>
          </p:nvSpPr>
          <p:spPr>
            <a:xfrm>
              <a:off x="5076792" y="223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t6846"/>
            <p:cNvSpPr/>
            <p:nvPr/>
          </p:nvSpPr>
          <p:spPr>
            <a:xfrm>
              <a:off x="5857895" y="1998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t6847"/>
            <p:cNvSpPr/>
            <p:nvPr/>
          </p:nvSpPr>
          <p:spPr>
            <a:xfrm>
              <a:off x="5257387" y="2097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t6848"/>
            <p:cNvSpPr/>
            <p:nvPr/>
          </p:nvSpPr>
          <p:spPr>
            <a:xfrm>
              <a:off x="5502791" y="2242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t6849"/>
            <p:cNvSpPr/>
            <p:nvPr/>
          </p:nvSpPr>
          <p:spPr>
            <a:xfrm>
              <a:off x="5168794" y="2315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t6850"/>
            <p:cNvSpPr/>
            <p:nvPr/>
          </p:nvSpPr>
          <p:spPr>
            <a:xfrm>
              <a:off x="5416436" y="2196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t6851"/>
            <p:cNvSpPr/>
            <p:nvPr/>
          </p:nvSpPr>
          <p:spPr>
            <a:xfrm>
              <a:off x="5436746" y="1980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t6852"/>
            <p:cNvSpPr/>
            <p:nvPr/>
          </p:nvSpPr>
          <p:spPr>
            <a:xfrm>
              <a:off x="5485614" y="2282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t6853"/>
            <p:cNvSpPr/>
            <p:nvPr/>
          </p:nvSpPr>
          <p:spPr>
            <a:xfrm>
              <a:off x="5503664" y="2034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t6854"/>
            <p:cNvSpPr/>
            <p:nvPr/>
          </p:nvSpPr>
          <p:spPr>
            <a:xfrm>
              <a:off x="5268372" y="218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t6855"/>
            <p:cNvSpPr/>
            <p:nvPr/>
          </p:nvSpPr>
          <p:spPr>
            <a:xfrm>
              <a:off x="5406432" y="2291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t6856"/>
            <p:cNvSpPr/>
            <p:nvPr/>
          </p:nvSpPr>
          <p:spPr>
            <a:xfrm>
              <a:off x="5440151" y="1885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t6857"/>
            <p:cNvSpPr/>
            <p:nvPr/>
          </p:nvSpPr>
          <p:spPr>
            <a:xfrm>
              <a:off x="4823940" y="269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t6858"/>
            <p:cNvSpPr/>
            <p:nvPr/>
          </p:nvSpPr>
          <p:spPr>
            <a:xfrm>
              <a:off x="5590668" y="1930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t6859"/>
            <p:cNvSpPr/>
            <p:nvPr/>
          </p:nvSpPr>
          <p:spPr>
            <a:xfrm>
              <a:off x="5192901" y="224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t6860"/>
            <p:cNvSpPr/>
            <p:nvPr/>
          </p:nvSpPr>
          <p:spPr>
            <a:xfrm>
              <a:off x="5202462" y="2157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t6861"/>
            <p:cNvSpPr/>
            <p:nvPr/>
          </p:nvSpPr>
          <p:spPr>
            <a:xfrm>
              <a:off x="5224414" y="194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t6862"/>
            <p:cNvSpPr/>
            <p:nvPr/>
          </p:nvSpPr>
          <p:spPr>
            <a:xfrm>
              <a:off x="5530578" y="2228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t6863"/>
            <p:cNvSpPr/>
            <p:nvPr/>
          </p:nvSpPr>
          <p:spPr>
            <a:xfrm>
              <a:off x="5822965" y="2063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t6864"/>
            <p:cNvSpPr/>
            <p:nvPr/>
          </p:nvSpPr>
          <p:spPr>
            <a:xfrm>
              <a:off x="5236765" y="2115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t6865"/>
            <p:cNvSpPr/>
            <p:nvPr/>
          </p:nvSpPr>
          <p:spPr>
            <a:xfrm>
              <a:off x="4749638" y="2795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t6866"/>
            <p:cNvSpPr/>
            <p:nvPr/>
          </p:nvSpPr>
          <p:spPr>
            <a:xfrm>
              <a:off x="5551776" y="2283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t6867"/>
            <p:cNvSpPr/>
            <p:nvPr/>
          </p:nvSpPr>
          <p:spPr>
            <a:xfrm>
              <a:off x="5204013" y="2029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t6868"/>
            <p:cNvSpPr/>
            <p:nvPr/>
          </p:nvSpPr>
          <p:spPr>
            <a:xfrm>
              <a:off x="5347545" y="2242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t6869"/>
            <p:cNvSpPr/>
            <p:nvPr/>
          </p:nvSpPr>
          <p:spPr>
            <a:xfrm>
              <a:off x="5480603" y="210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t6870"/>
            <p:cNvSpPr/>
            <p:nvPr/>
          </p:nvSpPr>
          <p:spPr>
            <a:xfrm>
              <a:off x="5198587" y="1972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t6871"/>
            <p:cNvSpPr/>
            <p:nvPr/>
          </p:nvSpPr>
          <p:spPr>
            <a:xfrm>
              <a:off x="5719372" y="1744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t6872"/>
            <p:cNvSpPr/>
            <p:nvPr/>
          </p:nvSpPr>
          <p:spPr>
            <a:xfrm>
              <a:off x="5377173" y="2171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t6873"/>
            <p:cNvSpPr/>
            <p:nvPr/>
          </p:nvSpPr>
          <p:spPr>
            <a:xfrm>
              <a:off x="5286964" y="2175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t6874"/>
            <p:cNvSpPr/>
            <p:nvPr/>
          </p:nvSpPr>
          <p:spPr>
            <a:xfrm>
              <a:off x="5444102" y="2109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t6875"/>
            <p:cNvSpPr/>
            <p:nvPr/>
          </p:nvSpPr>
          <p:spPr>
            <a:xfrm>
              <a:off x="4729037" y="2206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t6876"/>
            <p:cNvSpPr/>
            <p:nvPr/>
          </p:nvSpPr>
          <p:spPr>
            <a:xfrm>
              <a:off x="5469742" y="2059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t6877"/>
            <p:cNvSpPr/>
            <p:nvPr/>
          </p:nvSpPr>
          <p:spPr>
            <a:xfrm>
              <a:off x="4707581" y="2496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t6878"/>
            <p:cNvSpPr/>
            <p:nvPr/>
          </p:nvSpPr>
          <p:spPr>
            <a:xfrm>
              <a:off x="5736226" y="1964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t6879"/>
            <p:cNvSpPr/>
            <p:nvPr/>
          </p:nvSpPr>
          <p:spPr>
            <a:xfrm>
              <a:off x="5166756" y="232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t6880"/>
            <p:cNvSpPr/>
            <p:nvPr/>
          </p:nvSpPr>
          <p:spPr>
            <a:xfrm>
              <a:off x="4851663" y="2821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t6881"/>
            <p:cNvSpPr/>
            <p:nvPr/>
          </p:nvSpPr>
          <p:spPr>
            <a:xfrm>
              <a:off x="5709051" y="1884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t6882"/>
            <p:cNvSpPr/>
            <p:nvPr/>
          </p:nvSpPr>
          <p:spPr>
            <a:xfrm>
              <a:off x="5510252" y="2173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t6883"/>
            <p:cNvSpPr/>
            <p:nvPr/>
          </p:nvSpPr>
          <p:spPr>
            <a:xfrm>
              <a:off x="5051383" y="2553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t6884"/>
            <p:cNvSpPr/>
            <p:nvPr/>
          </p:nvSpPr>
          <p:spPr>
            <a:xfrm>
              <a:off x="5608871" y="2040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t6885"/>
            <p:cNvSpPr/>
            <p:nvPr/>
          </p:nvSpPr>
          <p:spPr>
            <a:xfrm>
              <a:off x="5687084" y="1954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t6886"/>
            <p:cNvSpPr/>
            <p:nvPr/>
          </p:nvSpPr>
          <p:spPr>
            <a:xfrm>
              <a:off x="5210940" y="2091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t6887"/>
            <p:cNvSpPr/>
            <p:nvPr/>
          </p:nvSpPr>
          <p:spPr>
            <a:xfrm>
              <a:off x="5326955" y="213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t6888"/>
            <p:cNvSpPr/>
            <p:nvPr/>
          </p:nvSpPr>
          <p:spPr>
            <a:xfrm>
              <a:off x="5343307" y="2208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t6889"/>
            <p:cNvSpPr/>
            <p:nvPr/>
          </p:nvSpPr>
          <p:spPr>
            <a:xfrm>
              <a:off x="5571326" y="1970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t6890"/>
            <p:cNvSpPr/>
            <p:nvPr/>
          </p:nvSpPr>
          <p:spPr>
            <a:xfrm>
              <a:off x="4662439" y="2966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t6891"/>
            <p:cNvSpPr/>
            <p:nvPr/>
          </p:nvSpPr>
          <p:spPr>
            <a:xfrm>
              <a:off x="5104180" y="2578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t6892"/>
            <p:cNvSpPr/>
            <p:nvPr/>
          </p:nvSpPr>
          <p:spPr>
            <a:xfrm>
              <a:off x="5536237" y="2355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t6893"/>
            <p:cNvSpPr/>
            <p:nvPr/>
          </p:nvSpPr>
          <p:spPr>
            <a:xfrm>
              <a:off x="5135425" y="2718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t6894"/>
            <p:cNvSpPr/>
            <p:nvPr/>
          </p:nvSpPr>
          <p:spPr>
            <a:xfrm>
              <a:off x="5110177" y="2530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t6895"/>
            <p:cNvSpPr/>
            <p:nvPr/>
          </p:nvSpPr>
          <p:spPr>
            <a:xfrm>
              <a:off x="5856118" y="1743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t6896"/>
            <p:cNvSpPr/>
            <p:nvPr/>
          </p:nvSpPr>
          <p:spPr>
            <a:xfrm>
              <a:off x="5604895" y="1880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t6897"/>
            <p:cNvSpPr/>
            <p:nvPr/>
          </p:nvSpPr>
          <p:spPr>
            <a:xfrm>
              <a:off x="5370097" y="2022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t6898"/>
            <p:cNvSpPr/>
            <p:nvPr/>
          </p:nvSpPr>
          <p:spPr>
            <a:xfrm>
              <a:off x="6104202" y="1987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t6899"/>
            <p:cNvSpPr/>
            <p:nvPr/>
          </p:nvSpPr>
          <p:spPr>
            <a:xfrm>
              <a:off x="4869942" y="2719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t6900"/>
            <p:cNvSpPr/>
            <p:nvPr/>
          </p:nvSpPr>
          <p:spPr>
            <a:xfrm>
              <a:off x="5635866" y="2112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t6901"/>
            <p:cNvSpPr/>
            <p:nvPr/>
          </p:nvSpPr>
          <p:spPr>
            <a:xfrm>
              <a:off x="5226615" y="2074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t6902"/>
            <p:cNvSpPr/>
            <p:nvPr/>
          </p:nvSpPr>
          <p:spPr>
            <a:xfrm>
              <a:off x="5406239" y="2286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t6903"/>
            <p:cNvSpPr/>
            <p:nvPr/>
          </p:nvSpPr>
          <p:spPr>
            <a:xfrm>
              <a:off x="5047729" y="2645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t6904"/>
            <p:cNvSpPr/>
            <p:nvPr/>
          </p:nvSpPr>
          <p:spPr>
            <a:xfrm>
              <a:off x="5524222" y="2235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t6905"/>
            <p:cNvSpPr/>
            <p:nvPr/>
          </p:nvSpPr>
          <p:spPr>
            <a:xfrm>
              <a:off x="5174538" y="2284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t6906"/>
            <p:cNvSpPr/>
            <p:nvPr/>
          </p:nvSpPr>
          <p:spPr>
            <a:xfrm>
              <a:off x="5399303" y="2150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t6907"/>
            <p:cNvSpPr/>
            <p:nvPr/>
          </p:nvSpPr>
          <p:spPr>
            <a:xfrm>
              <a:off x="5470198" y="2072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t6908"/>
            <p:cNvSpPr/>
            <p:nvPr/>
          </p:nvSpPr>
          <p:spPr>
            <a:xfrm>
              <a:off x="5430199" y="2082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t6909"/>
            <p:cNvSpPr/>
            <p:nvPr/>
          </p:nvSpPr>
          <p:spPr>
            <a:xfrm>
              <a:off x="4928333" y="1801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t6910"/>
            <p:cNvSpPr/>
            <p:nvPr/>
          </p:nvSpPr>
          <p:spPr>
            <a:xfrm>
              <a:off x="5341238" y="2269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t6911"/>
            <p:cNvSpPr/>
            <p:nvPr/>
          </p:nvSpPr>
          <p:spPr>
            <a:xfrm>
              <a:off x="5376423" y="219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t6912"/>
            <p:cNvSpPr/>
            <p:nvPr/>
          </p:nvSpPr>
          <p:spPr>
            <a:xfrm>
              <a:off x="5373336" y="2086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t6913"/>
            <p:cNvSpPr/>
            <p:nvPr/>
          </p:nvSpPr>
          <p:spPr>
            <a:xfrm>
              <a:off x="5296238" y="2083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t6914"/>
            <p:cNvSpPr/>
            <p:nvPr/>
          </p:nvSpPr>
          <p:spPr>
            <a:xfrm>
              <a:off x="5372072" y="2039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t6915"/>
            <p:cNvSpPr/>
            <p:nvPr/>
          </p:nvSpPr>
          <p:spPr>
            <a:xfrm>
              <a:off x="5231111" y="1899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t6916"/>
            <p:cNvSpPr/>
            <p:nvPr/>
          </p:nvSpPr>
          <p:spPr>
            <a:xfrm>
              <a:off x="5527552" y="2105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t6917"/>
            <p:cNvSpPr/>
            <p:nvPr/>
          </p:nvSpPr>
          <p:spPr>
            <a:xfrm>
              <a:off x="5306231" y="2114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t6918"/>
            <p:cNvSpPr/>
            <p:nvPr/>
          </p:nvSpPr>
          <p:spPr>
            <a:xfrm>
              <a:off x="5412587" y="2139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t6919"/>
            <p:cNvSpPr/>
            <p:nvPr/>
          </p:nvSpPr>
          <p:spPr>
            <a:xfrm>
              <a:off x="5314532" y="2119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t6920"/>
            <p:cNvSpPr/>
            <p:nvPr/>
          </p:nvSpPr>
          <p:spPr>
            <a:xfrm>
              <a:off x="5524263" y="2172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t6921"/>
            <p:cNvSpPr/>
            <p:nvPr/>
          </p:nvSpPr>
          <p:spPr>
            <a:xfrm>
              <a:off x="5209668" y="2261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t6922"/>
            <p:cNvSpPr/>
            <p:nvPr/>
          </p:nvSpPr>
          <p:spPr>
            <a:xfrm>
              <a:off x="5476075" y="2243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t6923"/>
            <p:cNvSpPr/>
            <p:nvPr/>
          </p:nvSpPr>
          <p:spPr>
            <a:xfrm>
              <a:off x="5618334" y="2087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t6924"/>
            <p:cNvSpPr/>
            <p:nvPr/>
          </p:nvSpPr>
          <p:spPr>
            <a:xfrm>
              <a:off x="5022610" y="2335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t6925"/>
            <p:cNvSpPr/>
            <p:nvPr/>
          </p:nvSpPr>
          <p:spPr>
            <a:xfrm>
              <a:off x="5622277" y="1968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t6926"/>
            <p:cNvSpPr/>
            <p:nvPr/>
          </p:nvSpPr>
          <p:spPr>
            <a:xfrm>
              <a:off x="5667430" y="1755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t6927"/>
            <p:cNvSpPr/>
            <p:nvPr/>
          </p:nvSpPr>
          <p:spPr>
            <a:xfrm>
              <a:off x="5744801" y="1879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t6928"/>
            <p:cNvSpPr/>
            <p:nvPr/>
          </p:nvSpPr>
          <p:spPr>
            <a:xfrm>
              <a:off x="4888753" y="2654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t6929"/>
            <p:cNvSpPr/>
            <p:nvPr/>
          </p:nvSpPr>
          <p:spPr>
            <a:xfrm>
              <a:off x="5318637" y="2161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t6930"/>
            <p:cNvSpPr/>
            <p:nvPr/>
          </p:nvSpPr>
          <p:spPr>
            <a:xfrm>
              <a:off x="5444556" y="1934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t6931"/>
            <p:cNvSpPr/>
            <p:nvPr/>
          </p:nvSpPr>
          <p:spPr>
            <a:xfrm>
              <a:off x="5837747" y="1672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t6932"/>
            <p:cNvSpPr/>
            <p:nvPr/>
          </p:nvSpPr>
          <p:spPr>
            <a:xfrm>
              <a:off x="5658232" y="1725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t6933"/>
            <p:cNvSpPr/>
            <p:nvPr/>
          </p:nvSpPr>
          <p:spPr>
            <a:xfrm>
              <a:off x="5928079" y="1788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t6934"/>
            <p:cNvSpPr/>
            <p:nvPr/>
          </p:nvSpPr>
          <p:spPr>
            <a:xfrm>
              <a:off x="5415502" y="2232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t6935"/>
            <p:cNvSpPr/>
            <p:nvPr/>
          </p:nvSpPr>
          <p:spPr>
            <a:xfrm>
              <a:off x="5482275" y="2135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t6936"/>
            <p:cNvSpPr/>
            <p:nvPr/>
          </p:nvSpPr>
          <p:spPr>
            <a:xfrm>
              <a:off x="5370553" y="199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t6937"/>
            <p:cNvSpPr/>
            <p:nvPr/>
          </p:nvSpPr>
          <p:spPr>
            <a:xfrm>
              <a:off x="5522779" y="2022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t6938"/>
            <p:cNvSpPr/>
            <p:nvPr/>
          </p:nvSpPr>
          <p:spPr>
            <a:xfrm>
              <a:off x="5242338" y="2078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t6939"/>
            <p:cNvSpPr/>
            <p:nvPr/>
          </p:nvSpPr>
          <p:spPr>
            <a:xfrm>
              <a:off x="5327723" y="2171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t6940"/>
            <p:cNvSpPr/>
            <p:nvPr/>
          </p:nvSpPr>
          <p:spPr>
            <a:xfrm>
              <a:off x="5686353" y="2011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t6941"/>
            <p:cNvSpPr/>
            <p:nvPr/>
          </p:nvSpPr>
          <p:spPr>
            <a:xfrm>
              <a:off x="5357330" y="2241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t6942"/>
            <p:cNvSpPr/>
            <p:nvPr/>
          </p:nvSpPr>
          <p:spPr>
            <a:xfrm>
              <a:off x="5520071" y="2074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t6943"/>
            <p:cNvSpPr/>
            <p:nvPr/>
          </p:nvSpPr>
          <p:spPr>
            <a:xfrm>
              <a:off x="5630397" y="2033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t6944"/>
            <p:cNvSpPr/>
            <p:nvPr/>
          </p:nvSpPr>
          <p:spPr>
            <a:xfrm>
              <a:off x="5273015" y="2175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t6945"/>
            <p:cNvSpPr/>
            <p:nvPr/>
          </p:nvSpPr>
          <p:spPr>
            <a:xfrm>
              <a:off x="5439788" y="201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t6946"/>
            <p:cNvSpPr/>
            <p:nvPr/>
          </p:nvSpPr>
          <p:spPr>
            <a:xfrm>
              <a:off x="5002433" y="2105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t6947"/>
            <p:cNvSpPr/>
            <p:nvPr/>
          </p:nvSpPr>
          <p:spPr>
            <a:xfrm>
              <a:off x="5382554" y="2161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t6948"/>
            <p:cNvSpPr/>
            <p:nvPr/>
          </p:nvSpPr>
          <p:spPr>
            <a:xfrm>
              <a:off x="5397942" y="2209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t6949"/>
            <p:cNvSpPr/>
            <p:nvPr/>
          </p:nvSpPr>
          <p:spPr>
            <a:xfrm>
              <a:off x="5314716" y="1981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t6950"/>
            <p:cNvSpPr/>
            <p:nvPr/>
          </p:nvSpPr>
          <p:spPr>
            <a:xfrm>
              <a:off x="5592850" y="2044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t6951"/>
            <p:cNvSpPr/>
            <p:nvPr/>
          </p:nvSpPr>
          <p:spPr>
            <a:xfrm>
              <a:off x="5482423" y="2122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t6952"/>
            <p:cNvSpPr/>
            <p:nvPr/>
          </p:nvSpPr>
          <p:spPr>
            <a:xfrm>
              <a:off x="5334508" y="2214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t6953"/>
            <p:cNvSpPr/>
            <p:nvPr/>
          </p:nvSpPr>
          <p:spPr>
            <a:xfrm>
              <a:off x="5160195" y="2539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t6954"/>
            <p:cNvSpPr/>
            <p:nvPr/>
          </p:nvSpPr>
          <p:spPr>
            <a:xfrm>
              <a:off x="5428341" y="2290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t6955"/>
            <p:cNvSpPr/>
            <p:nvPr/>
          </p:nvSpPr>
          <p:spPr>
            <a:xfrm>
              <a:off x="5854184" y="1851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t6956"/>
            <p:cNvSpPr/>
            <p:nvPr/>
          </p:nvSpPr>
          <p:spPr>
            <a:xfrm>
              <a:off x="5614650" y="1984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t6957"/>
            <p:cNvSpPr/>
            <p:nvPr/>
          </p:nvSpPr>
          <p:spPr>
            <a:xfrm>
              <a:off x="5599595" y="1891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t6958"/>
            <p:cNvSpPr/>
            <p:nvPr/>
          </p:nvSpPr>
          <p:spPr>
            <a:xfrm>
              <a:off x="5630140" y="1977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t6959"/>
            <p:cNvSpPr/>
            <p:nvPr/>
          </p:nvSpPr>
          <p:spPr>
            <a:xfrm>
              <a:off x="5505357" y="2242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t6960"/>
            <p:cNvSpPr/>
            <p:nvPr/>
          </p:nvSpPr>
          <p:spPr>
            <a:xfrm>
              <a:off x="5327552" y="2211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t6961"/>
            <p:cNvSpPr/>
            <p:nvPr/>
          </p:nvSpPr>
          <p:spPr>
            <a:xfrm>
              <a:off x="5212210" y="2000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t6962"/>
            <p:cNvSpPr/>
            <p:nvPr/>
          </p:nvSpPr>
          <p:spPr>
            <a:xfrm>
              <a:off x="5433454" y="2173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t6963"/>
            <p:cNvSpPr/>
            <p:nvPr/>
          </p:nvSpPr>
          <p:spPr>
            <a:xfrm>
              <a:off x="5423268" y="2155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t6964"/>
            <p:cNvSpPr/>
            <p:nvPr/>
          </p:nvSpPr>
          <p:spPr>
            <a:xfrm>
              <a:off x="5766640" y="1990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t6965"/>
            <p:cNvSpPr/>
            <p:nvPr/>
          </p:nvSpPr>
          <p:spPr>
            <a:xfrm>
              <a:off x="5420461" y="2210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t6966"/>
            <p:cNvSpPr/>
            <p:nvPr/>
          </p:nvSpPr>
          <p:spPr>
            <a:xfrm>
              <a:off x="5081489" y="1932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t6967"/>
            <p:cNvSpPr/>
            <p:nvPr/>
          </p:nvSpPr>
          <p:spPr>
            <a:xfrm>
              <a:off x="5758149" y="1880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t6968"/>
            <p:cNvSpPr/>
            <p:nvPr/>
          </p:nvSpPr>
          <p:spPr>
            <a:xfrm>
              <a:off x="5357396" y="2311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t6969"/>
            <p:cNvSpPr/>
            <p:nvPr/>
          </p:nvSpPr>
          <p:spPr>
            <a:xfrm>
              <a:off x="5433022" y="2111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t6970"/>
            <p:cNvSpPr/>
            <p:nvPr/>
          </p:nvSpPr>
          <p:spPr>
            <a:xfrm>
              <a:off x="5246035" y="2144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t6971"/>
            <p:cNvSpPr/>
            <p:nvPr/>
          </p:nvSpPr>
          <p:spPr>
            <a:xfrm>
              <a:off x="4947056" y="2518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t6972"/>
            <p:cNvSpPr/>
            <p:nvPr/>
          </p:nvSpPr>
          <p:spPr>
            <a:xfrm>
              <a:off x="5230604" y="2054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t6973"/>
            <p:cNvSpPr/>
            <p:nvPr/>
          </p:nvSpPr>
          <p:spPr>
            <a:xfrm>
              <a:off x="5619186" y="2121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t6974"/>
            <p:cNvSpPr/>
            <p:nvPr/>
          </p:nvSpPr>
          <p:spPr>
            <a:xfrm>
              <a:off x="5190982" y="2175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t6975"/>
            <p:cNvSpPr/>
            <p:nvPr/>
          </p:nvSpPr>
          <p:spPr>
            <a:xfrm>
              <a:off x="5265781" y="2175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t6976"/>
            <p:cNvSpPr/>
            <p:nvPr/>
          </p:nvSpPr>
          <p:spPr>
            <a:xfrm>
              <a:off x="5373544" y="2064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t6977"/>
            <p:cNvSpPr/>
            <p:nvPr/>
          </p:nvSpPr>
          <p:spPr>
            <a:xfrm>
              <a:off x="5284799" y="1988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t6978"/>
            <p:cNvSpPr/>
            <p:nvPr/>
          </p:nvSpPr>
          <p:spPr>
            <a:xfrm>
              <a:off x="5343757" y="2227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t6979"/>
            <p:cNvSpPr/>
            <p:nvPr/>
          </p:nvSpPr>
          <p:spPr>
            <a:xfrm>
              <a:off x="5533619" y="2192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t6980"/>
            <p:cNvSpPr/>
            <p:nvPr/>
          </p:nvSpPr>
          <p:spPr>
            <a:xfrm>
              <a:off x="5482007" y="2175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t6981"/>
            <p:cNvSpPr/>
            <p:nvPr/>
          </p:nvSpPr>
          <p:spPr>
            <a:xfrm>
              <a:off x="5433464" y="2167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t6982"/>
            <p:cNvSpPr/>
            <p:nvPr/>
          </p:nvSpPr>
          <p:spPr>
            <a:xfrm>
              <a:off x="5113986" y="2587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t6983"/>
            <p:cNvSpPr/>
            <p:nvPr/>
          </p:nvSpPr>
          <p:spPr>
            <a:xfrm>
              <a:off x="5182457" y="2146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t6984"/>
            <p:cNvSpPr/>
            <p:nvPr/>
          </p:nvSpPr>
          <p:spPr>
            <a:xfrm>
              <a:off x="5223540" y="1954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t6985"/>
            <p:cNvSpPr/>
            <p:nvPr/>
          </p:nvSpPr>
          <p:spPr>
            <a:xfrm>
              <a:off x="5125578" y="2635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t6986"/>
            <p:cNvSpPr/>
            <p:nvPr/>
          </p:nvSpPr>
          <p:spPr>
            <a:xfrm>
              <a:off x="5805189" y="2072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t6987"/>
            <p:cNvSpPr/>
            <p:nvPr/>
          </p:nvSpPr>
          <p:spPr>
            <a:xfrm>
              <a:off x="5619306" y="2164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t6988"/>
            <p:cNvSpPr/>
            <p:nvPr/>
          </p:nvSpPr>
          <p:spPr>
            <a:xfrm>
              <a:off x="5464927" y="2125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t6989"/>
            <p:cNvSpPr/>
            <p:nvPr/>
          </p:nvSpPr>
          <p:spPr>
            <a:xfrm>
              <a:off x="5549949" y="2196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t6990"/>
            <p:cNvSpPr/>
            <p:nvPr/>
          </p:nvSpPr>
          <p:spPr>
            <a:xfrm>
              <a:off x="4847229" y="2803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t6991"/>
            <p:cNvSpPr/>
            <p:nvPr/>
          </p:nvSpPr>
          <p:spPr>
            <a:xfrm>
              <a:off x="5867619" y="1562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t6992"/>
            <p:cNvSpPr/>
            <p:nvPr/>
          </p:nvSpPr>
          <p:spPr>
            <a:xfrm>
              <a:off x="5418043" y="2162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t6993"/>
            <p:cNvSpPr/>
            <p:nvPr/>
          </p:nvSpPr>
          <p:spPr>
            <a:xfrm>
              <a:off x="5610709" y="1952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t6994"/>
            <p:cNvSpPr/>
            <p:nvPr/>
          </p:nvSpPr>
          <p:spPr>
            <a:xfrm>
              <a:off x="5744455" y="2043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t6995"/>
            <p:cNvSpPr/>
            <p:nvPr/>
          </p:nvSpPr>
          <p:spPr>
            <a:xfrm>
              <a:off x="5065052" y="2664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t6996"/>
            <p:cNvSpPr/>
            <p:nvPr/>
          </p:nvSpPr>
          <p:spPr>
            <a:xfrm>
              <a:off x="5942185" y="1735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t6997"/>
            <p:cNvSpPr/>
            <p:nvPr/>
          </p:nvSpPr>
          <p:spPr>
            <a:xfrm>
              <a:off x="5306205" y="2115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t6998"/>
            <p:cNvSpPr/>
            <p:nvPr/>
          </p:nvSpPr>
          <p:spPr>
            <a:xfrm>
              <a:off x="5438982" y="1920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t6999"/>
            <p:cNvSpPr/>
            <p:nvPr/>
          </p:nvSpPr>
          <p:spPr>
            <a:xfrm>
              <a:off x="5461406" y="191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t7000"/>
            <p:cNvSpPr/>
            <p:nvPr/>
          </p:nvSpPr>
          <p:spPr>
            <a:xfrm>
              <a:off x="5159377" y="2389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t7001"/>
            <p:cNvSpPr/>
            <p:nvPr/>
          </p:nvSpPr>
          <p:spPr>
            <a:xfrm>
              <a:off x="5722721" y="1947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t7002"/>
            <p:cNvSpPr/>
            <p:nvPr/>
          </p:nvSpPr>
          <p:spPr>
            <a:xfrm>
              <a:off x="5276143" y="2221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t7003"/>
            <p:cNvSpPr/>
            <p:nvPr/>
          </p:nvSpPr>
          <p:spPr>
            <a:xfrm>
              <a:off x="4989304" y="2562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t7004"/>
            <p:cNvSpPr/>
            <p:nvPr/>
          </p:nvSpPr>
          <p:spPr>
            <a:xfrm>
              <a:off x="5089277" y="2560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t7005"/>
            <p:cNvSpPr/>
            <p:nvPr/>
          </p:nvSpPr>
          <p:spPr>
            <a:xfrm>
              <a:off x="5336002" y="2286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t7006"/>
            <p:cNvSpPr/>
            <p:nvPr/>
          </p:nvSpPr>
          <p:spPr>
            <a:xfrm>
              <a:off x="5638873" y="2100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t7007"/>
            <p:cNvSpPr/>
            <p:nvPr/>
          </p:nvSpPr>
          <p:spPr>
            <a:xfrm>
              <a:off x="5380813" y="2219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t7008"/>
            <p:cNvSpPr/>
            <p:nvPr/>
          </p:nvSpPr>
          <p:spPr>
            <a:xfrm>
              <a:off x="5492651" y="2271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t7009"/>
            <p:cNvSpPr/>
            <p:nvPr/>
          </p:nvSpPr>
          <p:spPr>
            <a:xfrm>
              <a:off x="5606806" y="1903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t7010"/>
            <p:cNvSpPr/>
            <p:nvPr/>
          </p:nvSpPr>
          <p:spPr>
            <a:xfrm>
              <a:off x="6062870" y="1709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t7011"/>
            <p:cNvSpPr/>
            <p:nvPr/>
          </p:nvSpPr>
          <p:spPr>
            <a:xfrm>
              <a:off x="5157959" y="2358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t7012"/>
            <p:cNvSpPr/>
            <p:nvPr/>
          </p:nvSpPr>
          <p:spPr>
            <a:xfrm>
              <a:off x="5605568" y="1883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t7013"/>
            <p:cNvSpPr/>
            <p:nvPr/>
          </p:nvSpPr>
          <p:spPr>
            <a:xfrm>
              <a:off x="5539815" y="2157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t7014"/>
            <p:cNvSpPr/>
            <p:nvPr/>
          </p:nvSpPr>
          <p:spPr>
            <a:xfrm>
              <a:off x="5438797" y="2056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t7015"/>
            <p:cNvSpPr/>
            <p:nvPr/>
          </p:nvSpPr>
          <p:spPr>
            <a:xfrm>
              <a:off x="5031368" y="2424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t7016"/>
            <p:cNvSpPr/>
            <p:nvPr/>
          </p:nvSpPr>
          <p:spPr>
            <a:xfrm>
              <a:off x="5418898" y="2227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t7017"/>
            <p:cNvSpPr/>
            <p:nvPr/>
          </p:nvSpPr>
          <p:spPr>
            <a:xfrm>
              <a:off x="5506613" y="2218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t7018"/>
            <p:cNvSpPr/>
            <p:nvPr/>
          </p:nvSpPr>
          <p:spPr>
            <a:xfrm>
              <a:off x="5198571" y="2215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t7019"/>
            <p:cNvSpPr/>
            <p:nvPr/>
          </p:nvSpPr>
          <p:spPr>
            <a:xfrm>
              <a:off x="5243192" y="2155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t7020"/>
            <p:cNvSpPr/>
            <p:nvPr/>
          </p:nvSpPr>
          <p:spPr>
            <a:xfrm>
              <a:off x="5652508" y="2042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t7021"/>
            <p:cNvSpPr/>
            <p:nvPr/>
          </p:nvSpPr>
          <p:spPr>
            <a:xfrm>
              <a:off x="5447620" y="204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t7022"/>
            <p:cNvSpPr/>
            <p:nvPr/>
          </p:nvSpPr>
          <p:spPr>
            <a:xfrm>
              <a:off x="5754555" y="1933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t7023"/>
            <p:cNvSpPr/>
            <p:nvPr/>
          </p:nvSpPr>
          <p:spPr>
            <a:xfrm>
              <a:off x="5492075" y="2196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t7024"/>
            <p:cNvSpPr/>
            <p:nvPr/>
          </p:nvSpPr>
          <p:spPr>
            <a:xfrm>
              <a:off x="5423930" y="2158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t7025"/>
            <p:cNvSpPr/>
            <p:nvPr/>
          </p:nvSpPr>
          <p:spPr>
            <a:xfrm>
              <a:off x="4902686" y="1888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t7026"/>
            <p:cNvSpPr/>
            <p:nvPr/>
          </p:nvSpPr>
          <p:spPr>
            <a:xfrm>
              <a:off x="5607107" y="1894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t7027"/>
            <p:cNvSpPr/>
            <p:nvPr/>
          </p:nvSpPr>
          <p:spPr>
            <a:xfrm>
              <a:off x="5676812" y="1942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t7028"/>
            <p:cNvSpPr/>
            <p:nvPr/>
          </p:nvSpPr>
          <p:spPr>
            <a:xfrm>
              <a:off x="5112730" y="2468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t7029"/>
            <p:cNvSpPr/>
            <p:nvPr/>
          </p:nvSpPr>
          <p:spPr>
            <a:xfrm>
              <a:off x="5285460" y="2099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t7030"/>
            <p:cNvSpPr/>
            <p:nvPr/>
          </p:nvSpPr>
          <p:spPr>
            <a:xfrm>
              <a:off x="5292667" y="2131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t7031"/>
            <p:cNvSpPr/>
            <p:nvPr/>
          </p:nvSpPr>
          <p:spPr>
            <a:xfrm>
              <a:off x="5503799" y="2101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t7032"/>
            <p:cNvSpPr/>
            <p:nvPr/>
          </p:nvSpPr>
          <p:spPr>
            <a:xfrm>
              <a:off x="5417636" y="2199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t7033"/>
            <p:cNvSpPr/>
            <p:nvPr/>
          </p:nvSpPr>
          <p:spPr>
            <a:xfrm>
              <a:off x="5679889" y="1850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t7034"/>
            <p:cNvSpPr/>
            <p:nvPr/>
          </p:nvSpPr>
          <p:spPr>
            <a:xfrm>
              <a:off x="5220102" y="2155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t7035"/>
            <p:cNvSpPr/>
            <p:nvPr/>
          </p:nvSpPr>
          <p:spPr>
            <a:xfrm>
              <a:off x="5234796" y="2181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t7036"/>
            <p:cNvSpPr/>
            <p:nvPr/>
          </p:nvSpPr>
          <p:spPr>
            <a:xfrm>
              <a:off x="5377732" y="216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t7037"/>
            <p:cNvSpPr/>
            <p:nvPr/>
          </p:nvSpPr>
          <p:spPr>
            <a:xfrm>
              <a:off x="5038667" y="2308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t7038"/>
            <p:cNvSpPr/>
            <p:nvPr/>
          </p:nvSpPr>
          <p:spPr>
            <a:xfrm>
              <a:off x="5409581" y="2225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t7039"/>
            <p:cNvSpPr/>
            <p:nvPr/>
          </p:nvSpPr>
          <p:spPr>
            <a:xfrm>
              <a:off x="5612302" y="2073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t7040"/>
            <p:cNvSpPr/>
            <p:nvPr/>
          </p:nvSpPr>
          <p:spPr>
            <a:xfrm>
              <a:off x="5470810" y="2019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t7041"/>
            <p:cNvSpPr/>
            <p:nvPr/>
          </p:nvSpPr>
          <p:spPr>
            <a:xfrm>
              <a:off x="5866851" y="1838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t7042"/>
            <p:cNvSpPr/>
            <p:nvPr/>
          </p:nvSpPr>
          <p:spPr>
            <a:xfrm>
              <a:off x="5697179" y="204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t7043"/>
            <p:cNvSpPr/>
            <p:nvPr/>
          </p:nvSpPr>
          <p:spPr>
            <a:xfrm>
              <a:off x="5267594" y="2161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t7044"/>
            <p:cNvSpPr/>
            <p:nvPr/>
          </p:nvSpPr>
          <p:spPr>
            <a:xfrm>
              <a:off x="5368578" y="2013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t7045"/>
            <p:cNvSpPr/>
            <p:nvPr/>
          </p:nvSpPr>
          <p:spPr>
            <a:xfrm>
              <a:off x="5507614" y="2172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t7046"/>
            <p:cNvSpPr/>
            <p:nvPr/>
          </p:nvSpPr>
          <p:spPr>
            <a:xfrm>
              <a:off x="5117595" y="2507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t7047"/>
            <p:cNvSpPr/>
            <p:nvPr/>
          </p:nvSpPr>
          <p:spPr>
            <a:xfrm>
              <a:off x="5092354" y="2506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t7048"/>
            <p:cNvSpPr/>
            <p:nvPr/>
          </p:nvSpPr>
          <p:spPr>
            <a:xfrm>
              <a:off x="5264175" y="2115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t7049"/>
            <p:cNvSpPr/>
            <p:nvPr/>
          </p:nvSpPr>
          <p:spPr>
            <a:xfrm>
              <a:off x="5633524" y="2044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t7050"/>
            <p:cNvSpPr/>
            <p:nvPr/>
          </p:nvSpPr>
          <p:spPr>
            <a:xfrm>
              <a:off x="5379059" y="2212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t7051"/>
            <p:cNvSpPr/>
            <p:nvPr/>
          </p:nvSpPr>
          <p:spPr>
            <a:xfrm>
              <a:off x="5272318" y="2068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t7052"/>
            <p:cNvSpPr/>
            <p:nvPr/>
          </p:nvSpPr>
          <p:spPr>
            <a:xfrm>
              <a:off x="5394277" y="2148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t7053"/>
            <p:cNvSpPr/>
            <p:nvPr/>
          </p:nvSpPr>
          <p:spPr>
            <a:xfrm>
              <a:off x="5298735" y="2071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t7054"/>
            <p:cNvSpPr/>
            <p:nvPr/>
          </p:nvSpPr>
          <p:spPr>
            <a:xfrm>
              <a:off x="5325005" y="1968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t7055"/>
            <p:cNvSpPr/>
            <p:nvPr/>
          </p:nvSpPr>
          <p:spPr>
            <a:xfrm>
              <a:off x="5491612" y="2137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t7056"/>
            <p:cNvSpPr/>
            <p:nvPr/>
          </p:nvSpPr>
          <p:spPr>
            <a:xfrm>
              <a:off x="5399077" y="2251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t7057"/>
            <p:cNvSpPr/>
            <p:nvPr/>
          </p:nvSpPr>
          <p:spPr>
            <a:xfrm>
              <a:off x="5787381" y="1866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t7058"/>
            <p:cNvSpPr/>
            <p:nvPr/>
          </p:nvSpPr>
          <p:spPr>
            <a:xfrm>
              <a:off x="5591219" y="191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t7059"/>
            <p:cNvSpPr/>
            <p:nvPr/>
          </p:nvSpPr>
          <p:spPr>
            <a:xfrm>
              <a:off x="5182054" y="2145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t7060"/>
            <p:cNvSpPr/>
            <p:nvPr/>
          </p:nvSpPr>
          <p:spPr>
            <a:xfrm>
              <a:off x="5514273" y="2236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t7061"/>
            <p:cNvSpPr/>
            <p:nvPr/>
          </p:nvSpPr>
          <p:spPr>
            <a:xfrm>
              <a:off x="5518957" y="2070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t7062"/>
            <p:cNvSpPr/>
            <p:nvPr/>
          </p:nvSpPr>
          <p:spPr>
            <a:xfrm>
              <a:off x="4928883" y="1902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t7063"/>
            <p:cNvSpPr/>
            <p:nvPr/>
          </p:nvSpPr>
          <p:spPr>
            <a:xfrm>
              <a:off x="5277058" y="2133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t7064"/>
            <p:cNvSpPr/>
            <p:nvPr/>
          </p:nvSpPr>
          <p:spPr>
            <a:xfrm>
              <a:off x="5051576" y="235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t7065"/>
            <p:cNvSpPr/>
            <p:nvPr/>
          </p:nvSpPr>
          <p:spPr>
            <a:xfrm>
              <a:off x="4874536" y="2559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t7066"/>
            <p:cNvSpPr/>
            <p:nvPr/>
          </p:nvSpPr>
          <p:spPr>
            <a:xfrm>
              <a:off x="5811698" y="1938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t7067"/>
            <p:cNvSpPr/>
            <p:nvPr/>
          </p:nvSpPr>
          <p:spPr>
            <a:xfrm>
              <a:off x="5310118" y="2080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t7068"/>
            <p:cNvSpPr/>
            <p:nvPr/>
          </p:nvSpPr>
          <p:spPr>
            <a:xfrm>
              <a:off x="5662727" y="1696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t7069"/>
            <p:cNvSpPr/>
            <p:nvPr/>
          </p:nvSpPr>
          <p:spPr>
            <a:xfrm>
              <a:off x="5857549" y="1691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t7070"/>
            <p:cNvSpPr/>
            <p:nvPr/>
          </p:nvSpPr>
          <p:spPr>
            <a:xfrm>
              <a:off x="5205259" y="2190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t7071"/>
            <p:cNvSpPr/>
            <p:nvPr/>
          </p:nvSpPr>
          <p:spPr>
            <a:xfrm>
              <a:off x="5659237" y="1733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t7072"/>
            <p:cNvSpPr/>
            <p:nvPr/>
          </p:nvSpPr>
          <p:spPr>
            <a:xfrm>
              <a:off x="5606948" y="2003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t7073"/>
            <p:cNvSpPr/>
            <p:nvPr/>
          </p:nvSpPr>
          <p:spPr>
            <a:xfrm>
              <a:off x="5522760" y="2088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t7074"/>
            <p:cNvSpPr/>
            <p:nvPr/>
          </p:nvSpPr>
          <p:spPr>
            <a:xfrm>
              <a:off x="5319249" y="2165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t7075"/>
            <p:cNvSpPr/>
            <p:nvPr/>
          </p:nvSpPr>
          <p:spPr>
            <a:xfrm>
              <a:off x="5154048" y="2372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t7076"/>
            <p:cNvSpPr/>
            <p:nvPr/>
          </p:nvSpPr>
          <p:spPr>
            <a:xfrm>
              <a:off x="5134000" y="2462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t7077"/>
            <p:cNvSpPr/>
            <p:nvPr/>
          </p:nvSpPr>
          <p:spPr>
            <a:xfrm>
              <a:off x="5102603" y="2465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t7078"/>
            <p:cNvSpPr/>
            <p:nvPr/>
          </p:nvSpPr>
          <p:spPr>
            <a:xfrm>
              <a:off x="5585982" y="206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t7079"/>
            <p:cNvSpPr/>
            <p:nvPr/>
          </p:nvSpPr>
          <p:spPr>
            <a:xfrm>
              <a:off x="5339152" y="2221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t7080"/>
            <p:cNvSpPr/>
            <p:nvPr/>
          </p:nvSpPr>
          <p:spPr>
            <a:xfrm>
              <a:off x="5424734" y="2122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t7081"/>
            <p:cNvSpPr/>
            <p:nvPr/>
          </p:nvSpPr>
          <p:spPr>
            <a:xfrm>
              <a:off x="5136396" y="2808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t7082"/>
            <p:cNvSpPr/>
            <p:nvPr/>
          </p:nvSpPr>
          <p:spPr>
            <a:xfrm>
              <a:off x="5433128" y="2181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t7083"/>
            <p:cNvSpPr/>
            <p:nvPr/>
          </p:nvSpPr>
          <p:spPr>
            <a:xfrm>
              <a:off x="4933808" y="2277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t7084"/>
            <p:cNvSpPr/>
            <p:nvPr/>
          </p:nvSpPr>
          <p:spPr>
            <a:xfrm>
              <a:off x="5264260" y="2165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t7085"/>
            <p:cNvSpPr/>
            <p:nvPr/>
          </p:nvSpPr>
          <p:spPr>
            <a:xfrm>
              <a:off x="5634492" y="2038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t7086"/>
            <p:cNvSpPr/>
            <p:nvPr/>
          </p:nvSpPr>
          <p:spPr>
            <a:xfrm>
              <a:off x="5399730" y="2260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t7087"/>
            <p:cNvSpPr/>
            <p:nvPr/>
          </p:nvSpPr>
          <p:spPr>
            <a:xfrm>
              <a:off x="5462818" y="2097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t7088"/>
            <p:cNvSpPr/>
            <p:nvPr/>
          </p:nvSpPr>
          <p:spPr>
            <a:xfrm>
              <a:off x="5316394" y="2249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t7089"/>
            <p:cNvSpPr/>
            <p:nvPr/>
          </p:nvSpPr>
          <p:spPr>
            <a:xfrm>
              <a:off x="5586846" y="1965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t7090"/>
            <p:cNvSpPr/>
            <p:nvPr/>
          </p:nvSpPr>
          <p:spPr>
            <a:xfrm>
              <a:off x="5405234" y="2274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t7091"/>
            <p:cNvSpPr/>
            <p:nvPr/>
          </p:nvSpPr>
          <p:spPr>
            <a:xfrm>
              <a:off x="4762517" y="2772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t7092"/>
            <p:cNvSpPr/>
            <p:nvPr/>
          </p:nvSpPr>
          <p:spPr>
            <a:xfrm>
              <a:off x="5008804" y="2143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t7093"/>
            <p:cNvSpPr/>
            <p:nvPr/>
          </p:nvSpPr>
          <p:spPr>
            <a:xfrm>
              <a:off x="5547030" y="2209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t7094"/>
            <p:cNvSpPr/>
            <p:nvPr/>
          </p:nvSpPr>
          <p:spPr>
            <a:xfrm>
              <a:off x="5288291" y="1956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t7095"/>
            <p:cNvSpPr/>
            <p:nvPr/>
          </p:nvSpPr>
          <p:spPr>
            <a:xfrm>
              <a:off x="5561539" y="2225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t7096"/>
            <p:cNvSpPr/>
            <p:nvPr/>
          </p:nvSpPr>
          <p:spPr>
            <a:xfrm>
              <a:off x="5568834" y="1991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t7097"/>
            <p:cNvSpPr/>
            <p:nvPr/>
          </p:nvSpPr>
          <p:spPr>
            <a:xfrm>
              <a:off x="5847750" y="1827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t7098"/>
            <p:cNvSpPr/>
            <p:nvPr/>
          </p:nvSpPr>
          <p:spPr>
            <a:xfrm>
              <a:off x="5119535" y="2633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t7099"/>
            <p:cNvSpPr/>
            <p:nvPr/>
          </p:nvSpPr>
          <p:spPr>
            <a:xfrm>
              <a:off x="5608703" y="2007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t7100"/>
            <p:cNvSpPr/>
            <p:nvPr/>
          </p:nvSpPr>
          <p:spPr>
            <a:xfrm>
              <a:off x="5419316" y="2177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t7101"/>
            <p:cNvSpPr/>
            <p:nvPr/>
          </p:nvSpPr>
          <p:spPr>
            <a:xfrm>
              <a:off x="5827121" y="1818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t7102"/>
            <p:cNvSpPr/>
            <p:nvPr/>
          </p:nvSpPr>
          <p:spPr>
            <a:xfrm>
              <a:off x="5731173" y="1896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t7103"/>
            <p:cNvSpPr/>
            <p:nvPr/>
          </p:nvSpPr>
          <p:spPr>
            <a:xfrm>
              <a:off x="5539579" y="2165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t7104"/>
            <p:cNvSpPr/>
            <p:nvPr/>
          </p:nvSpPr>
          <p:spPr>
            <a:xfrm>
              <a:off x="5533540" y="2144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t7105"/>
            <p:cNvSpPr/>
            <p:nvPr/>
          </p:nvSpPr>
          <p:spPr>
            <a:xfrm>
              <a:off x="5268628" y="2221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t7106"/>
            <p:cNvSpPr/>
            <p:nvPr/>
          </p:nvSpPr>
          <p:spPr>
            <a:xfrm>
              <a:off x="5258309" y="2182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t7107"/>
            <p:cNvSpPr/>
            <p:nvPr/>
          </p:nvSpPr>
          <p:spPr>
            <a:xfrm>
              <a:off x="5518412" y="1997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t7108"/>
            <p:cNvSpPr/>
            <p:nvPr/>
          </p:nvSpPr>
          <p:spPr>
            <a:xfrm>
              <a:off x="4959113" y="2656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t7109"/>
            <p:cNvSpPr/>
            <p:nvPr/>
          </p:nvSpPr>
          <p:spPr>
            <a:xfrm>
              <a:off x="5773602" y="2014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t7110"/>
            <p:cNvSpPr/>
            <p:nvPr/>
          </p:nvSpPr>
          <p:spPr>
            <a:xfrm>
              <a:off x="5425291" y="2207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t7111"/>
            <p:cNvSpPr/>
            <p:nvPr/>
          </p:nvSpPr>
          <p:spPr>
            <a:xfrm>
              <a:off x="5280813" y="2100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t7112"/>
            <p:cNvSpPr/>
            <p:nvPr/>
          </p:nvSpPr>
          <p:spPr>
            <a:xfrm>
              <a:off x="5598203" y="1865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t7113"/>
            <p:cNvSpPr/>
            <p:nvPr/>
          </p:nvSpPr>
          <p:spPr>
            <a:xfrm>
              <a:off x="5310799" y="2158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t7114"/>
            <p:cNvSpPr/>
            <p:nvPr/>
          </p:nvSpPr>
          <p:spPr>
            <a:xfrm>
              <a:off x="5634462" y="2068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t7115"/>
            <p:cNvSpPr/>
            <p:nvPr/>
          </p:nvSpPr>
          <p:spPr>
            <a:xfrm>
              <a:off x="5527490" y="2070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t7116"/>
            <p:cNvSpPr/>
            <p:nvPr/>
          </p:nvSpPr>
          <p:spPr>
            <a:xfrm>
              <a:off x="5501646" y="2083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t7117"/>
            <p:cNvSpPr/>
            <p:nvPr/>
          </p:nvSpPr>
          <p:spPr>
            <a:xfrm>
              <a:off x="5574463" y="2054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t7118"/>
            <p:cNvSpPr/>
            <p:nvPr/>
          </p:nvSpPr>
          <p:spPr>
            <a:xfrm>
              <a:off x="5551512" y="2187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t7119"/>
            <p:cNvSpPr/>
            <p:nvPr/>
          </p:nvSpPr>
          <p:spPr>
            <a:xfrm>
              <a:off x="5413898" y="1934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t7120"/>
            <p:cNvSpPr/>
            <p:nvPr/>
          </p:nvSpPr>
          <p:spPr>
            <a:xfrm>
              <a:off x="5351384" y="2281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t7121"/>
            <p:cNvSpPr/>
            <p:nvPr/>
          </p:nvSpPr>
          <p:spPr>
            <a:xfrm>
              <a:off x="5148611" y="2460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t7122"/>
            <p:cNvSpPr/>
            <p:nvPr/>
          </p:nvSpPr>
          <p:spPr>
            <a:xfrm>
              <a:off x="5150776" y="2490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t7123"/>
            <p:cNvSpPr/>
            <p:nvPr/>
          </p:nvSpPr>
          <p:spPr>
            <a:xfrm>
              <a:off x="5031244" y="2409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t7124"/>
            <p:cNvSpPr/>
            <p:nvPr/>
          </p:nvSpPr>
          <p:spPr>
            <a:xfrm>
              <a:off x="5163641" y="2226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t7125"/>
            <p:cNvSpPr/>
            <p:nvPr/>
          </p:nvSpPr>
          <p:spPr>
            <a:xfrm>
              <a:off x="5050104" y="2594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t7126"/>
            <p:cNvSpPr/>
            <p:nvPr/>
          </p:nvSpPr>
          <p:spPr>
            <a:xfrm>
              <a:off x="4857181" y="2646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t7127"/>
            <p:cNvSpPr/>
            <p:nvPr/>
          </p:nvSpPr>
          <p:spPr>
            <a:xfrm>
              <a:off x="4994206" y="2688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t7128"/>
            <p:cNvSpPr/>
            <p:nvPr/>
          </p:nvSpPr>
          <p:spPr>
            <a:xfrm>
              <a:off x="5228957" y="2084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t7129"/>
            <p:cNvSpPr/>
            <p:nvPr/>
          </p:nvSpPr>
          <p:spPr>
            <a:xfrm>
              <a:off x="5539381" y="2214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t7130"/>
            <p:cNvSpPr/>
            <p:nvPr/>
          </p:nvSpPr>
          <p:spPr>
            <a:xfrm>
              <a:off x="5406329" y="230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t7131"/>
            <p:cNvSpPr/>
            <p:nvPr/>
          </p:nvSpPr>
          <p:spPr>
            <a:xfrm>
              <a:off x="5441648" y="190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t7132"/>
            <p:cNvSpPr/>
            <p:nvPr/>
          </p:nvSpPr>
          <p:spPr>
            <a:xfrm>
              <a:off x="4964953" y="2775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t7133"/>
            <p:cNvSpPr/>
            <p:nvPr/>
          </p:nvSpPr>
          <p:spPr>
            <a:xfrm>
              <a:off x="5532822" y="2284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t7134"/>
            <p:cNvSpPr/>
            <p:nvPr/>
          </p:nvSpPr>
          <p:spPr>
            <a:xfrm>
              <a:off x="5315109" y="2056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t7135"/>
            <p:cNvSpPr/>
            <p:nvPr/>
          </p:nvSpPr>
          <p:spPr>
            <a:xfrm>
              <a:off x="5531804" y="2185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t7136"/>
            <p:cNvSpPr/>
            <p:nvPr/>
          </p:nvSpPr>
          <p:spPr>
            <a:xfrm>
              <a:off x="5359935" y="2186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t7137"/>
            <p:cNvSpPr/>
            <p:nvPr/>
          </p:nvSpPr>
          <p:spPr>
            <a:xfrm>
              <a:off x="5413008" y="2084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t7138"/>
            <p:cNvSpPr/>
            <p:nvPr/>
          </p:nvSpPr>
          <p:spPr>
            <a:xfrm>
              <a:off x="5370924" y="2114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t7139"/>
            <p:cNvSpPr/>
            <p:nvPr/>
          </p:nvSpPr>
          <p:spPr>
            <a:xfrm>
              <a:off x="5307983" y="2226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t7140"/>
            <p:cNvSpPr/>
            <p:nvPr/>
          </p:nvSpPr>
          <p:spPr>
            <a:xfrm>
              <a:off x="5240484" y="2159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t7141"/>
            <p:cNvSpPr/>
            <p:nvPr/>
          </p:nvSpPr>
          <p:spPr>
            <a:xfrm>
              <a:off x="5532367" y="2300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t7142"/>
            <p:cNvSpPr/>
            <p:nvPr/>
          </p:nvSpPr>
          <p:spPr>
            <a:xfrm>
              <a:off x="5212133" y="2089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t7143"/>
            <p:cNvSpPr/>
            <p:nvPr/>
          </p:nvSpPr>
          <p:spPr>
            <a:xfrm>
              <a:off x="5671492" y="1725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t7144"/>
            <p:cNvSpPr/>
            <p:nvPr/>
          </p:nvSpPr>
          <p:spPr>
            <a:xfrm>
              <a:off x="5630832" y="2038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t7145"/>
            <p:cNvSpPr/>
            <p:nvPr/>
          </p:nvSpPr>
          <p:spPr>
            <a:xfrm>
              <a:off x="6014868" y="2088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t7146"/>
            <p:cNvSpPr/>
            <p:nvPr/>
          </p:nvSpPr>
          <p:spPr>
            <a:xfrm>
              <a:off x="5590145" y="205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t7147"/>
            <p:cNvSpPr/>
            <p:nvPr/>
          </p:nvSpPr>
          <p:spPr>
            <a:xfrm>
              <a:off x="5630008" y="2031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t7148"/>
            <p:cNvSpPr/>
            <p:nvPr/>
          </p:nvSpPr>
          <p:spPr>
            <a:xfrm>
              <a:off x="5178486" y="2194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t7149"/>
            <p:cNvSpPr/>
            <p:nvPr/>
          </p:nvSpPr>
          <p:spPr>
            <a:xfrm>
              <a:off x="5396666" y="2258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t7150"/>
            <p:cNvSpPr/>
            <p:nvPr/>
          </p:nvSpPr>
          <p:spPr>
            <a:xfrm>
              <a:off x="5898933" y="167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t7151"/>
            <p:cNvSpPr/>
            <p:nvPr/>
          </p:nvSpPr>
          <p:spPr>
            <a:xfrm>
              <a:off x="4846227" y="2942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t7152"/>
            <p:cNvSpPr/>
            <p:nvPr/>
          </p:nvSpPr>
          <p:spPr>
            <a:xfrm>
              <a:off x="5466384" y="2067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t7153"/>
            <p:cNvSpPr/>
            <p:nvPr/>
          </p:nvSpPr>
          <p:spPr>
            <a:xfrm>
              <a:off x="5347584" y="2151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t7154"/>
            <p:cNvSpPr/>
            <p:nvPr/>
          </p:nvSpPr>
          <p:spPr>
            <a:xfrm>
              <a:off x="5266704" y="2216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t7155"/>
            <p:cNvSpPr/>
            <p:nvPr/>
          </p:nvSpPr>
          <p:spPr>
            <a:xfrm>
              <a:off x="5409572" y="2218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t7156"/>
            <p:cNvSpPr/>
            <p:nvPr/>
          </p:nvSpPr>
          <p:spPr>
            <a:xfrm>
              <a:off x="5300130" y="2184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t7157"/>
            <p:cNvSpPr/>
            <p:nvPr/>
          </p:nvSpPr>
          <p:spPr>
            <a:xfrm>
              <a:off x="5497642" y="225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t7158"/>
            <p:cNvSpPr/>
            <p:nvPr/>
          </p:nvSpPr>
          <p:spPr>
            <a:xfrm>
              <a:off x="5384094" y="2225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t7159"/>
            <p:cNvSpPr/>
            <p:nvPr/>
          </p:nvSpPr>
          <p:spPr>
            <a:xfrm>
              <a:off x="5356530" y="2277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t7160"/>
            <p:cNvSpPr/>
            <p:nvPr/>
          </p:nvSpPr>
          <p:spPr>
            <a:xfrm>
              <a:off x="5707006" y="1797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t7161"/>
            <p:cNvSpPr/>
            <p:nvPr/>
          </p:nvSpPr>
          <p:spPr>
            <a:xfrm>
              <a:off x="5724758" y="1830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t7162"/>
            <p:cNvSpPr/>
            <p:nvPr/>
          </p:nvSpPr>
          <p:spPr>
            <a:xfrm>
              <a:off x="5214163" y="2164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t7163"/>
            <p:cNvSpPr/>
            <p:nvPr/>
          </p:nvSpPr>
          <p:spPr>
            <a:xfrm>
              <a:off x="5610095" y="1981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t7164"/>
            <p:cNvSpPr/>
            <p:nvPr/>
          </p:nvSpPr>
          <p:spPr>
            <a:xfrm>
              <a:off x="5069666" y="2233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t7165"/>
            <p:cNvSpPr/>
            <p:nvPr/>
          </p:nvSpPr>
          <p:spPr>
            <a:xfrm>
              <a:off x="5976000" y="2109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t7166"/>
            <p:cNvSpPr/>
            <p:nvPr/>
          </p:nvSpPr>
          <p:spPr>
            <a:xfrm>
              <a:off x="5521428" y="2244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t7167"/>
            <p:cNvSpPr/>
            <p:nvPr/>
          </p:nvSpPr>
          <p:spPr>
            <a:xfrm>
              <a:off x="5978934" y="2110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t7168"/>
            <p:cNvSpPr/>
            <p:nvPr/>
          </p:nvSpPr>
          <p:spPr>
            <a:xfrm>
              <a:off x="5603158" y="190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t7169"/>
            <p:cNvSpPr/>
            <p:nvPr/>
          </p:nvSpPr>
          <p:spPr>
            <a:xfrm>
              <a:off x="5468727" y="2146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t7170"/>
            <p:cNvSpPr/>
            <p:nvPr/>
          </p:nvSpPr>
          <p:spPr>
            <a:xfrm>
              <a:off x="5587670" y="2055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t7171"/>
            <p:cNvSpPr/>
            <p:nvPr/>
          </p:nvSpPr>
          <p:spPr>
            <a:xfrm>
              <a:off x="5083884" y="1891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t7172"/>
            <p:cNvSpPr/>
            <p:nvPr/>
          </p:nvSpPr>
          <p:spPr>
            <a:xfrm>
              <a:off x="5635879" y="2182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t7173"/>
            <p:cNvSpPr/>
            <p:nvPr/>
          </p:nvSpPr>
          <p:spPr>
            <a:xfrm>
              <a:off x="5222049" y="1819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t7174"/>
            <p:cNvSpPr/>
            <p:nvPr/>
          </p:nvSpPr>
          <p:spPr>
            <a:xfrm>
              <a:off x="5233995" y="2050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t7175"/>
            <p:cNvSpPr/>
            <p:nvPr/>
          </p:nvSpPr>
          <p:spPr>
            <a:xfrm>
              <a:off x="5311635" y="2099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t7176"/>
            <p:cNvSpPr/>
            <p:nvPr/>
          </p:nvSpPr>
          <p:spPr>
            <a:xfrm>
              <a:off x="5574973" y="1959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t7177"/>
            <p:cNvSpPr/>
            <p:nvPr/>
          </p:nvSpPr>
          <p:spPr>
            <a:xfrm>
              <a:off x="5309644" y="2191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t7178"/>
            <p:cNvSpPr/>
            <p:nvPr/>
          </p:nvSpPr>
          <p:spPr>
            <a:xfrm>
              <a:off x="5642133" y="2035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t7179"/>
            <p:cNvSpPr/>
            <p:nvPr/>
          </p:nvSpPr>
          <p:spPr>
            <a:xfrm>
              <a:off x="5647189" y="1887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t7180"/>
            <p:cNvSpPr/>
            <p:nvPr/>
          </p:nvSpPr>
          <p:spPr>
            <a:xfrm>
              <a:off x="5132325" y="2606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t7181"/>
            <p:cNvSpPr/>
            <p:nvPr/>
          </p:nvSpPr>
          <p:spPr>
            <a:xfrm>
              <a:off x="5773280" y="2009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t7182"/>
            <p:cNvSpPr/>
            <p:nvPr/>
          </p:nvSpPr>
          <p:spPr>
            <a:xfrm>
              <a:off x="5702371" y="1806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t7183"/>
            <p:cNvSpPr/>
            <p:nvPr/>
          </p:nvSpPr>
          <p:spPr>
            <a:xfrm>
              <a:off x="5047234" y="2443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t7184"/>
            <p:cNvSpPr/>
            <p:nvPr/>
          </p:nvSpPr>
          <p:spPr>
            <a:xfrm>
              <a:off x="5233610" y="2205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t7185"/>
            <p:cNvSpPr/>
            <p:nvPr/>
          </p:nvSpPr>
          <p:spPr>
            <a:xfrm>
              <a:off x="5190862" y="2179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t7186"/>
            <p:cNvSpPr/>
            <p:nvPr/>
          </p:nvSpPr>
          <p:spPr>
            <a:xfrm>
              <a:off x="5632262" y="2015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t7187"/>
            <p:cNvSpPr/>
            <p:nvPr/>
          </p:nvSpPr>
          <p:spPr>
            <a:xfrm>
              <a:off x="5561207" y="2173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t7188"/>
            <p:cNvSpPr/>
            <p:nvPr/>
          </p:nvSpPr>
          <p:spPr>
            <a:xfrm>
              <a:off x="5533250" y="2200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t7189"/>
            <p:cNvSpPr/>
            <p:nvPr/>
          </p:nvSpPr>
          <p:spPr>
            <a:xfrm>
              <a:off x="5113634" y="2593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t7190"/>
            <p:cNvSpPr/>
            <p:nvPr/>
          </p:nvSpPr>
          <p:spPr>
            <a:xfrm>
              <a:off x="4866656" y="2988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t7191"/>
            <p:cNvSpPr/>
            <p:nvPr/>
          </p:nvSpPr>
          <p:spPr>
            <a:xfrm>
              <a:off x="5422339" y="2169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t7192"/>
            <p:cNvSpPr/>
            <p:nvPr/>
          </p:nvSpPr>
          <p:spPr>
            <a:xfrm>
              <a:off x="5635589" y="2057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t7193"/>
            <p:cNvSpPr/>
            <p:nvPr/>
          </p:nvSpPr>
          <p:spPr>
            <a:xfrm>
              <a:off x="5613272" y="201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t7194"/>
            <p:cNvSpPr/>
            <p:nvPr/>
          </p:nvSpPr>
          <p:spPr>
            <a:xfrm>
              <a:off x="4853827" y="2810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t7195"/>
            <p:cNvSpPr/>
            <p:nvPr/>
          </p:nvSpPr>
          <p:spPr>
            <a:xfrm>
              <a:off x="6001875" y="2066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t7196"/>
            <p:cNvSpPr/>
            <p:nvPr/>
          </p:nvSpPr>
          <p:spPr>
            <a:xfrm>
              <a:off x="4900089" y="2178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t7197"/>
            <p:cNvSpPr/>
            <p:nvPr/>
          </p:nvSpPr>
          <p:spPr>
            <a:xfrm>
              <a:off x="5103289" y="2698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t7198"/>
            <p:cNvSpPr/>
            <p:nvPr/>
          </p:nvSpPr>
          <p:spPr>
            <a:xfrm>
              <a:off x="5306881" y="2164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t7199"/>
            <p:cNvSpPr/>
            <p:nvPr/>
          </p:nvSpPr>
          <p:spPr>
            <a:xfrm>
              <a:off x="5198680" y="2092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t7200"/>
            <p:cNvSpPr/>
            <p:nvPr/>
          </p:nvSpPr>
          <p:spPr>
            <a:xfrm>
              <a:off x="5782010" y="1832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t7201"/>
            <p:cNvSpPr/>
            <p:nvPr/>
          </p:nvSpPr>
          <p:spPr>
            <a:xfrm>
              <a:off x="5268277" y="2155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t7202"/>
            <p:cNvSpPr/>
            <p:nvPr/>
          </p:nvSpPr>
          <p:spPr>
            <a:xfrm>
              <a:off x="5597033" y="1930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t7203"/>
            <p:cNvSpPr/>
            <p:nvPr/>
          </p:nvSpPr>
          <p:spPr>
            <a:xfrm>
              <a:off x="5146895" y="2702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t7204"/>
            <p:cNvSpPr/>
            <p:nvPr/>
          </p:nvSpPr>
          <p:spPr>
            <a:xfrm>
              <a:off x="5473108" y="2199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t7205"/>
            <p:cNvSpPr/>
            <p:nvPr/>
          </p:nvSpPr>
          <p:spPr>
            <a:xfrm>
              <a:off x="5219775" y="212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t7206"/>
            <p:cNvSpPr/>
            <p:nvPr/>
          </p:nvSpPr>
          <p:spPr>
            <a:xfrm>
              <a:off x="5207701" y="2209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t7207"/>
            <p:cNvSpPr/>
            <p:nvPr/>
          </p:nvSpPr>
          <p:spPr>
            <a:xfrm>
              <a:off x="5341952" y="2271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t7208"/>
            <p:cNvSpPr/>
            <p:nvPr/>
          </p:nvSpPr>
          <p:spPr>
            <a:xfrm>
              <a:off x="5545396" y="2152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t7209"/>
            <p:cNvSpPr/>
            <p:nvPr/>
          </p:nvSpPr>
          <p:spPr>
            <a:xfrm>
              <a:off x="5703268" y="180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t7210"/>
            <p:cNvSpPr/>
            <p:nvPr/>
          </p:nvSpPr>
          <p:spPr>
            <a:xfrm>
              <a:off x="5892202" y="1811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t7211"/>
            <p:cNvSpPr/>
            <p:nvPr/>
          </p:nvSpPr>
          <p:spPr>
            <a:xfrm>
              <a:off x="5553707" y="2207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t7212"/>
            <p:cNvSpPr/>
            <p:nvPr/>
          </p:nvSpPr>
          <p:spPr>
            <a:xfrm>
              <a:off x="5676380" y="1963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t7213"/>
            <p:cNvSpPr/>
            <p:nvPr/>
          </p:nvSpPr>
          <p:spPr>
            <a:xfrm>
              <a:off x="5315343" y="2081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t7214"/>
            <p:cNvSpPr/>
            <p:nvPr/>
          </p:nvSpPr>
          <p:spPr>
            <a:xfrm>
              <a:off x="5699834" y="1822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t7215"/>
            <p:cNvSpPr/>
            <p:nvPr/>
          </p:nvSpPr>
          <p:spPr>
            <a:xfrm>
              <a:off x="5346917" y="2274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t7216"/>
            <p:cNvSpPr/>
            <p:nvPr/>
          </p:nvSpPr>
          <p:spPr>
            <a:xfrm>
              <a:off x="5144993" y="2822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t7217"/>
            <p:cNvSpPr/>
            <p:nvPr/>
          </p:nvSpPr>
          <p:spPr>
            <a:xfrm>
              <a:off x="5244161" y="2211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t7218"/>
            <p:cNvSpPr/>
            <p:nvPr/>
          </p:nvSpPr>
          <p:spPr>
            <a:xfrm>
              <a:off x="5490756" y="227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t7219"/>
            <p:cNvSpPr/>
            <p:nvPr/>
          </p:nvSpPr>
          <p:spPr>
            <a:xfrm>
              <a:off x="5511970" y="2226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t7220"/>
            <p:cNvSpPr/>
            <p:nvPr/>
          </p:nvSpPr>
          <p:spPr>
            <a:xfrm>
              <a:off x="4956003" y="2455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t7221"/>
            <p:cNvSpPr/>
            <p:nvPr/>
          </p:nvSpPr>
          <p:spPr>
            <a:xfrm>
              <a:off x="5487901" y="2272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t7222"/>
            <p:cNvSpPr/>
            <p:nvPr/>
          </p:nvSpPr>
          <p:spPr>
            <a:xfrm>
              <a:off x="5024817" y="2281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t7223"/>
            <p:cNvSpPr/>
            <p:nvPr/>
          </p:nvSpPr>
          <p:spPr>
            <a:xfrm>
              <a:off x="5604597" y="1994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t7224"/>
            <p:cNvSpPr/>
            <p:nvPr/>
          </p:nvSpPr>
          <p:spPr>
            <a:xfrm>
              <a:off x="5113022" y="2618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t7225"/>
            <p:cNvSpPr/>
            <p:nvPr/>
          </p:nvSpPr>
          <p:spPr>
            <a:xfrm>
              <a:off x="5606926" y="1966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t7226"/>
            <p:cNvSpPr/>
            <p:nvPr/>
          </p:nvSpPr>
          <p:spPr>
            <a:xfrm>
              <a:off x="5504049" y="211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t7227"/>
            <p:cNvSpPr/>
            <p:nvPr/>
          </p:nvSpPr>
          <p:spPr>
            <a:xfrm>
              <a:off x="5972384" y="1833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t7228"/>
            <p:cNvSpPr/>
            <p:nvPr/>
          </p:nvSpPr>
          <p:spPr>
            <a:xfrm>
              <a:off x="4814276" y="2712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t7229"/>
            <p:cNvSpPr/>
            <p:nvPr/>
          </p:nvSpPr>
          <p:spPr>
            <a:xfrm>
              <a:off x="5432817" y="2189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t7230"/>
            <p:cNvSpPr/>
            <p:nvPr/>
          </p:nvSpPr>
          <p:spPr>
            <a:xfrm>
              <a:off x="5422692" y="2159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t7231"/>
            <p:cNvSpPr/>
            <p:nvPr/>
          </p:nvSpPr>
          <p:spPr>
            <a:xfrm>
              <a:off x="5018388" y="2474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t7232"/>
            <p:cNvSpPr/>
            <p:nvPr/>
          </p:nvSpPr>
          <p:spPr>
            <a:xfrm>
              <a:off x="5607059" y="1939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t7233"/>
            <p:cNvSpPr/>
            <p:nvPr/>
          </p:nvSpPr>
          <p:spPr>
            <a:xfrm>
              <a:off x="5265035" y="2148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t7234"/>
            <p:cNvSpPr/>
            <p:nvPr/>
          </p:nvSpPr>
          <p:spPr>
            <a:xfrm>
              <a:off x="5133210" y="2649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t7235"/>
            <p:cNvSpPr/>
            <p:nvPr/>
          </p:nvSpPr>
          <p:spPr>
            <a:xfrm>
              <a:off x="5123039" y="262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t7236"/>
            <p:cNvSpPr/>
            <p:nvPr/>
          </p:nvSpPr>
          <p:spPr>
            <a:xfrm>
              <a:off x="5286221" y="2100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t7237"/>
            <p:cNvSpPr/>
            <p:nvPr/>
          </p:nvSpPr>
          <p:spPr>
            <a:xfrm>
              <a:off x="5530438" y="2265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t7238"/>
            <p:cNvSpPr/>
            <p:nvPr/>
          </p:nvSpPr>
          <p:spPr>
            <a:xfrm>
              <a:off x="5179389" y="2185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t7239"/>
            <p:cNvSpPr/>
            <p:nvPr/>
          </p:nvSpPr>
          <p:spPr>
            <a:xfrm>
              <a:off x="5994965" y="1910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t7240"/>
            <p:cNvSpPr/>
            <p:nvPr/>
          </p:nvSpPr>
          <p:spPr>
            <a:xfrm>
              <a:off x="5621680" y="2043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t7241"/>
            <p:cNvSpPr/>
            <p:nvPr/>
          </p:nvSpPr>
          <p:spPr>
            <a:xfrm>
              <a:off x="5743449" y="190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t7242"/>
            <p:cNvSpPr/>
            <p:nvPr/>
          </p:nvSpPr>
          <p:spPr>
            <a:xfrm>
              <a:off x="5266254" y="2103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t7243"/>
            <p:cNvSpPr/>
            <p:nvPr/>
          </p:nvSpPr>
          <p:spPr>
            <a:xfrm>
              <a:off x="5093530" y="2600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t7244"/>
            <p:cNvSpPr/>
            <p:nvPr/>
          </p:nvSpPr>
          <p:spPr>
            <a:xfrm>
              <a:off x="5417166" y="2175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t7245"/>
            <p:cNvSpPr/>
            <p:nvPr/>
          </p:nvSpPr>
          <p:spPr>
            <a:xfrm>
              <a:off x="5170148" y="2251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t7246"/>
            <p:cNvSpPr/>
            <p:nvPr/>
          </p:nvSpPr>
          <p:spPr>
            <a:xfrm>
              <a:off x="5049130" y="2358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t7247"/>
            <p:cNvSpPr/>
            <p:nvPr/>
          </p:nvSpPr>
          <p:spPr>
            <a:xfrm>
              <a:off x="5845270" y="1670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t7248"/>
            <p:cNvSpPr/>
            <p:nvPr/>
          </p:nvSpPr>
          <p:spPr>
            <a:xfrm>
              <a:off x="5634143" y="2000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t7249"/>
            <p:cNvSpPr/>
            <p:nvPr/>
          </p:nvSpPr>
          <p:spPr>
            <a:xfrm>
              <a:off x="4938044" y="2337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t7250"/>
            <p:cNvSpPr/>
            <p:nvPr/>
          </p:nvSpPr>
          <p:spPr>
            <a:xfrm>
              <a:off x="5589081" y="2001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t7251"/>
            <p:cNvSpPr/>
            <p:nvPr/>
          </p:nvSpPr>
          <p:spPr>
            <a:xfrm>
              <a:off x="5099043" y="2558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t7252"/>
            <p:cNvSpPr/>
            <p:nvPr/>
          </p:nvSpPr>
          <p:spPr>
            <a:xfrm>
              <a:off x="4707033" y="2609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t7253"/>
            <p:cNvSpPr/>
            <p:nvPr/>
          </p:nvSpPr>
          <p:spPr>
            <a:xfrm>
              <a:off x="5247238" y="2172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t7254"/>
            <p:cNvSpPr/>
            <p:nvPr/>
          </p:nvSpPr>
          <p:spPr>
            <a:xfrm>
              <a:off x="5218162" y="2161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t7255"/>
            <p:cNvSpPr/>
            <p:nvPr/>
          </p:nvSpPr>
          <p:spPr>
            <a:xfrm>
              <a:off x="5046488" y="2456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t7256"/>
            <p:cNvSpPr/>
            <p:nvPr/>
          </p:nvSpPr>
          <p:spPr>
            <a:xfrm>
              <a:off x="5608312" y="2032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t7257"/>
            <p:cNvSpPr/>
            <p:nvPr/>
          </p:nvSpPr>
          <p:spPr>
            <a:xfrm>
              <a:off x="5578658" y="2092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t7258"/>
            <p:cNvSpPr/>
            <p:nvPr/>
          </p:nvSpPr>
          <p:spPr>
            <a:xfrm>
              <a:off x="5553290" y="2302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t7259"/>
            <p:cNvSpPr/>
            <p:nvPr/>
          </p:nvSpPr>
          <p:spPr>
            <a:xfrm>
              <a:off x="5233787" y="2180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t7260"/>
            <p:cNvSpPr/>
            <p:nvPr/>
          </p:nvSpPr>
          <p:spPr>
            <a:xfrm>
              <a:off x="5431048" y="2174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t7261"/>
            <p:cNvSpPr/>
            <p:nvPr/>
          </p:nvSpPr>
          <p:spPr>
            <a:xfrm>
              <a:off x="5765613" y="2014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t7262"/>
            <p:cNvSpPr/>
            <p:nvPr/>
          </p:nvSpPr>
          <p:spPr>
            <a:xfrm>
              <a:off x="5448217" y="1944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t7263"/>
            <p:cNvSpPr/>
            <p:nvPr/>
          </p:nvSpPr>
          <p:spPr>
            <a:xfrm>
              <a:off x="5421765" y="2196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t7264"/>
            <p:cNvSpPr/>
            <p:nvPr/>
          </p:nvSpPr>
          <p:spPr>
            <a:xfrm>
              <a:off x="5293303" y="2103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t7265"/>
            <p:cNvSpPr/>
            <p:nvPr/>
          </p:nvSpPr>
          <p:spPr>
            <a:xfrm>
              <a:off x="5093929" y="2504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t7266"/>
            <p:cNvSpPr/>
            <p:nvPr/>
          </p:nvSpPr>
          <p:spPr>
            <a:xfrm>
              <a:off x="5508372" y="2166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t7267"/>
            <p:cNvSpPr/>
            <p:nvPr/>
          </p:nvSpPr>
          <p:spPr>
            <a:xfrm>
              <a:off x="5541634" y="2146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t7268"/>
            <p:cNvSpPr/>
            <p:nvPr/>
          </p:nvSpPr>
          <p:spPr>
            <a:xfrm>
              <a:off x="5432049" y="2125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t7269"/>
            <p:cNvSpPr/>
            <p:nvPr/>
          </p:nvSpPr>
          <p:spPr>
            <a:xfrm>
              <a:off x="5718399" y="1864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t7270"/>
            <p:cNvSpPr/>
            <p:nvPr/>
          </p:nvSpPr>
          <p:spPr>
            <a:xfrm>
              <a:off x="5592059" y="2072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t7271"/>
            <p:cNvSpPr/>
            <p:nvPr/>
          </p:nvSpPr>
          <p:spPr>
            <a:xfrm>
              <a:off x="5053997" y="2661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t7272"/>
            <p:cNvSpPr/>
            <p:nvPr/>
          </p:nvSpPr>
          <p:spPr>
            <a:xfrm>
              <a:off x="5518148" y="2255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t7273"/>
            <p:cNvSpPr/>
            <p:nvPr/>
          </p:nvSpPr>
          <p:spPr>
            <a:xfrm>
              <a:off x="5126698" y="2647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t7274"/>
            <p:cNvSpPr/>
            <p:nvPr/>
          </p:nvSpPr>
          <p:spPr>
            <a:xfrm>
              <a:off x="5143977" y="2704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t7275"/>
            <p:cNvSpPr/>
            <p:nvPr/>
          </p:nvSpPr>
          <p:spPr>
            <a:xfrm>
              <a:off x="5123235" y="2784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t7276"/>
            <p:cNvSpPr/>
            <p:nvPr/>
          </p:nvSpPr>
          <p:spPr>
            <a:xfrm>
              <a:off x="5546191" y="2280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t7277"/>
            <p:cNvSpPr/>
            <p:nvPr/>
          </p:nvSpPr>
          <p:spPr>
            <a:xfrm>
              <a:off x="5428039" y="2116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t7278"/>
            <p:cNvSpPr/>
            <p:nvPr/>
          </p:nvSpPr>
          <p:spPr>
            <a:xfrm>
              <a:off x="5680057" y="1999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t7279"/>
            <p:cNvSpPr/>
            <p:nvPr/>
          </p:nvSpPr>
          <p:spPr>
            <a:xfrm>
              <a:off x="5401434" y="2295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t7280"/>
            <p:cNvSpPr/>
            <p:nvPr/>
          </p:nvSpPr>
          <p:spPr>
            <a:xfrm>
              <a:off x="5329923" y="2110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t7281"/>
            <p:cNvSpPr/>
            <p:nvPr/>
          </p:nvSpPr>
          <p:spPr>
            <a:xfrm>
              <a:off x="5129365" y="2609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t7282"/>
            <p:cNvSpPr/>
            <p:nvPr/>
          </p:nvSpPr>
          <p:spPr>
            <a:xfrm>
              <a:off x="4980678" y="2495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t7283"/>
            <p:cNvSpPr/>
            <p:nvPr/>
          </p:nvSpPr>
          <p:spPr>
            <a:xfrm>
              <a:off x="5591836" y="2003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t7284"/>
            <p:cNvSpPr/>
            <p:nvPr/>
          </p:nvSpPr>
          <p:spPr>
            <a:xfrm>
              <a:off x="5663281" y="1668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t7285"/>
            <p:cNvSpPr/>
            <p:nvPr/>
          </p:nvSpPr>
          <p:spPr>
            <a:xfrm>
              <a:off x="5002463" y="2579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t7286"/>
            <p:cNvSpPr/>
            <p:nvPr/>
          </p:nvSpPr>
          <p:spPr>
            <a:xfrm>
              <a:off x="5461962" y="2119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t7287"/>
            <p:cNvSpPr/>
            <p:nvPr/>
          </p:nvSpPr>
          <p:spPr>
            <a:xfrm>
              <a:off x="5557073" y="2283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t7288"/>
            <p:cNvSpPr/>
            <p:nvPr/>
          </p:nvSpPr>
          <p:spPr>
            <a:xfrm>
              <a:off x="5665171" y="1734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t7289"/>
            <p:cNvSpPr/>
            <p:nvPr/>
          </p:nvSpPr>
          <p:spPr>
            <a:xfrm>
              <a:off x="5802806" y="1893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t7290"/>
            <p:cNvSpPr/>
            <p:nvPr/>
          </p:nvSpPr>
          <p:spPr>
            <a:xfrm>
              <a:off x="5361849" y="2040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t7291"/>
            <p:cNvSpPr/>
            <p:nvPr/>
          </p:nvSpPr>
          <p:spPr>
            <a:xfrm>
              <a:off x="5345629" y="2292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t7292"/>
            <p:cNvSpPr/>
            <p:nvPr/>
          </p:nvSpPr>
          <p:spPr>
            <a:xfrm>
              <a:off x="5801860" y="2065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t7293"/>
            <p:cNvSpPr/>
            <p:nvPr/>
          </p:nvSpPr>
          <p:spPr>
            <a:xfrm>
              <a:off x="5318546" y="2158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t7294"/>
            <p:cNvSpPr/>
            <p:nvPr/>
          </p:nvSpPr>
          <p:spPr>
            <a:xfrm>
              <a:off x="5602724" y="1891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t7295"/>
            <p:cNvSpPr/>
            <p:nvPr/>
          </p:nvSpPr>
          <p:spPr>
            <a:xfrm>
              <a:off x="4751570" y="2783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t7296"/>
            <p:cNvSpPr/>
            <p:nvPr/>
          </p:nvSpPr>
          <p:spPr>
            <a:xfrm>
              <a:off x="5022394" y="2104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t7297"/>
            <p:cNvSpPr/>
            <p:nvPr/>
          </p:nvSpPr>
          <p:spPr>
            <a:xfrm>
              <a:off x="5222701" y="1850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t7298"/>
            <p:cNvSpPr/>
            <p:nvPr/>
          </p:nvSpPr>
          <p:spPr>
            <a:xfrm>
              <a:off x="5451464" y="1965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t7299"/>
            <p:cNvSpPr/>
            <p:nvPr/>
          </p:nvSpPr>
          <p:spPr>
            <a:xfrm>
              <a:off x="5336436" y="2262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t7300"/>
            <p:cNvSpPr/>
            <p:nvPr/>
          </p:nvSpPr>
          <p:spPr>
            <a:xfrm>
              <a:off x="5516916" y="2238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t7301"/>
            <p:cNvSpPr/>
            <p:nvPr/>
          </p:nvSpPr>
          <p:spPr>
            <a:xfrm>
              <a:off x="5016915" y="212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t7302"/>
            <p:cNvSpPr/>
            <p:nvPr/>
          </p:nvSpPr>
          <p:spPr>
            <a:xfrm>
              <a:off x="5077395" y="1940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t7303"/>
            <p:cNvSpPr/>
            <p:nvPr/>
          </p:nvSpPr>
          <p:spPr>
            <a:xfrm>
              <a:off x="5526195" y="2054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t7304"/>
            <p:cNvSpPr/>
            <p:nvPr/>
          </p:nvSpPr>
          <p:spPr>
            <a:xfrm>
              <a:off x="5259945" y="2275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t7305"/>
            <p:cNvSpPr/>
            <p:nvPr/>
          </p:nvSpPr>
          <p:spPr>
            <a:xfrm>
              <a:off x="5270239" y="2063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t7306"/>
            <p:cNvSpPr/>
            <p:nvPr/>
          </p:nvSpPr>
          <p:spPr>
            <a:xfrm>
              <a:off x="5222312" y="1825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t7307"/>
            <p:cNvSpPr/>
            <p:nvPr/>
          </p:nvSpPr>
          <p:spPr>
            <a:xfrm>
              <a:off x="5495762" y="2164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t7308"/>
            <p:cNvSpPr/>
            <p:nvPr/>
          </p:nvSpPr>
          <p:spPr>
            <a:xfrm>
              <a:off x="5330241" y="2156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t7309"/>
            <p:cNvSpPr/>
            <p:nvPr/>
          </p:nvSpPr>
          <p:spPr>
            <a:xfrm>
              <a:off x="5741972" y="1975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t7310"/>
            <p:cNvSpPr/>
            <p:nvPr/>
          </p:nvSpPr>
          <p:spPr>
            <a:xfrm>
              <a:off x="5149454" y="2572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t7311"/>
            <p:cNvSpPr/>
            <p:nvPr/>
          </p:nvSpPr>
          <p:spPr>
            <a:xfrm>
              <a:off x="5324505" y="2204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t7312"/>
            <p:cNvSpPr/>
            <p:nvPr/>
          </p:nvSpPr>
          <p:spPr>
            <a:xfrm>
              <a:off x="5850116" y="1687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t7313"/>
            <p:cNvSpPr/>
            <p:nvPr/>
          </p:nvSpPr>
          <p:spPr>
            <a:xfrm>
              <a:off x="5056929" y="2494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t7314"/>
            <p:cNvSpPr/>
            <p:nvPr/>
          </p:nvSpPr>
          <p:spPr>
            <a:xfrm>
              <a:off x="5279418" y="2204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t7315"/>
            <p:cNvSpPr/>
            <p:nvPr/>
          </p:nvSpPr>
          <p:spPr>
            <a:xfrm>
              <a:off x="5443093" y="2084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t7316"/>
            <p:cNvSpPr/>
            <p:nvPr/>
          </p:nvSpPr>
          <p:spPr>
            <a:xfrm>
              <a:off x="5568221" y="2019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t7317"/>
            <p:cNvSpPr/>
            <p:nvPr/>
          </p:nvSpPr>
          <p:spPr>
            <a:xfrm>
              <a:off x="5403061" y="2229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t7318"/>
            <p:cNvSpPr/>
            <p:nvPr/>
          </p:nvSpPr>
          <p:spPr>
            <a:xfrm>
              <a:off x="5470205" y="1981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t7319"/>
            <p:cNvSpPr/>
            <p:nvPr/>
          </p:nvSpPr>
          <p:spPr>
            <a:xfrm>
              <a:off x="5060337" y="2427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t7320"/>
            <p:cNvSpPr/>
            <p:nvPr/>
          </p:nvSpPr>
          <p:spPr>
            <a:xfrm>
              <a:off x="5520728" y="2067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t7321"/>
            <p:cNvSpPr/>
            <p:nvPr/>
          </p:nvSpPr>
          <p:spPr>
            <a:xfrm>
              <a:off x="5311861" y="2221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t7322"/>
            <p:cNvSpPr/>
            <p:nvPr/>
          </p:nvSpPr>
          <p:spPr>
            <a:xfrm>
              <a:off x="5110854" y="2556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t7323"/>
            <p:cNvSpPr/>
            <p:nvPr/>
          </p:nvSpPr>
          <p:spPr>
            <a:xfrm>
              <a:off x="5642745" y="1944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t7324"/>
            <p:cNvSpPr/>
            <p:nvPr/>
          </p:nvSpPr>
          <p:spPr>
            <a:xfrm>
              <a:off x="5161300" y="2332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t7325"/>
            <p:cNvSpPr/>
            <p:nvPr/>
          </p:nvSpPr>
          <p:spPr>
            <a:xfrm>
              <a:off x="5326269" y="2185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t7326"/>
            <p:cNvSpPr/>
            <p:nvPr/>
          </p:nvSpPr>
          <p:spPr>
            <a:xfrm>
              <a:off x="5513805" y="2054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t7327"/>
            <p:cNvSpPr/>
            <p:nvPr/>
          </p:nvSpPr>
          <p:spPr>
            <a:xfrm>
              <a:off x="5346300" y="2215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t7328"/>
            <p:cNvSpPr/>
            <p:nvPr/>
          </p:nvSpPr>
          <p:spPr>
            <a:xfrm>
              <a:off x="5450859" y="2008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t7329"/>
            <p:cNvSpPr/>
            <p:nvPr/>
          </p:nvSpPr>
          <p:spPr>
            <a:xfrm>
              <a:off x="5257544" y="2188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t7330"/>
            <p:cNvSpPr/>
            <p:nvPr/>
          </p:nvSpPr>
          <p:spPr>
            <a:xfrm>
              <a:off x="5646954" y="1995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t7331"/>
            <p:cNvSpPr/>
            <p:nvPr/>
          </p:nvSpPr>
          <p:spPr>
            <a:xfrm>
              <a:off x="5291113" y="1931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t7332"/>
            <p:cNvSpPr/>
            <p:nvPr/>
          </p:nvSpPr>
          <p:spPr>
            <a:xfrm>
              <a:off x="5587372" y="2019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t7333"/>
            <p:cNvSpPr/>
            <p:nvPr/>
          </p:nvSpPr>
          <p:spPr>
            <a:xfrm>
              <a:off x="5124963" y="2551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t7334"/>
            <p:cNvSpPr/>
            <p:nvPr/>
          </p:nvSpPr>
          <p:spPr>
            <a:xfrm>
              <a:off x="5744681" y="206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t7335"/>
            <p:cNvSpPr/>
            <p:nvPr/>
          </p:nvSpPr>
          <p:spPr>
            <a:xfrm>
              <a:off x="5414917" y="2165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t7336"/>
            <p:cNvSpPr/>
            <p:nvPr/>
          </p:nvSpPr>
          <p:spPr>
            <a:xfrm>
              <a:off x="5679187" y="1862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t7337"/>
            <p:cNvSpPr/>
            <p:nvPr/>
          </p:nvSpPr>
          <p:spPr>
            <a:xfrm>
              <a:off x="5254608" y="2185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t7338"/>
            <p:cNvSpPr/>
            <p:nvPr/>
          </p:nvSpPr>
          <p:spPr>
            <a:xfrm>
              <a:off x="5164777" y="2286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t7339"/>
            <p:cNvSpPr/>
            <p:nvPr/>
          </p:nvSpPr>
          <p:spPr>
            <a:xfrm>
              <a:off x="5209633" y="2160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t7340"/>
            <p:cNvSpPr/>
            <p:nvPr/>
          </p:nvSpPr>
          <p:spPr>
            <a:xfrm>
              <a:off x="5193177" y="2177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t7341"/>
            <p:cNvSpPr/>
            <p:nvPr/>
          </p:nvSpPr>
          <p:spPr>
            <a:xfrm>
              <a:off x="4949837" y="2445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t7342"/>
            <p:cNvSpPr/>
            <p:nvPr/>
          </p:nvSpPr>
          <p:spPr>
            <a:xfrm>
              <a:off x="5162574" y="2478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t7343"/>
            <p:cNvSpPr/>
            <p:nvPr/>
          </p:nvSpPr>
          <p:spPr>
            <a:xfrm>
              <a:off x="5197635" y="2232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t7344"/>
            <p:cNvSpPr/>
            <p:nvPr/>
          </p:nvSpPr>
          <p:spPr>
            <a:xfrm>
              <a:off x="5495467" y="2306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t7345"/>
            <p:cNvSpPr/>
            <p:nvPr/>
          </p:nvSpPr>
          <p:spPr>
            <a:xfrm>
              <a:off x="5849295" y="1833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t7346"/>
            <p:cNvSpPr/>
            <p:nvPr/>
          </p:nvSpPr>
          <p:spPr>
            <a:xfrm>
              <a:off x="5670743" y="1677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t7347"/>
            <p:cNvSpPr/>
            <p:nvPr/>
          </p:nvSpPr>
          <p:spPr>
            <a:xfrm>
              <a:off x="4996441" y="2626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t7348"/>
            <p:cNvSpPr/>
            <p:nvPr/>
          </p:nvSpPr>
          <p:spPr>
            <a:xfrm>
              <a:off x="4995265" y="2588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t7349"/>
            <p:cNvSpPr/>
            <p:nvPr/>
          </p:nvSpPr>
          <p:spPr>
            <a:xfrm>
              <a:off x="5366122" y="2044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t7350"/>
            <p:cNvSpPr/>
            <p:nvPr/>
          </p:nvSpPr>
          <p:spPr>
            <a:xfrm>
              <a:off x="5726607" y="1873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t7351"/>
            <p:cNvSpPr/>
            <p:nvPr/>
          </p:nvSpPr>
          <p:spPr>
            <a:xfrm>
              <a:off x="5414234" y="2048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t7352"/>
            <p:cNvSpPr/>
            <p:nvPr/>
          </p:nvSpPr>
          <p:spPr>
            <a:xfrm>
              <a:off x="5408586" y="2258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t7353"/>
            <p:cNvSpPr/>
            <p:nvPr/>
          </p:nvSpPr>
          <p:spPr>
            <a:xfrm>
              <a:off x="5530442" y="2138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t7354"/>
            <p:cNvSpPr/>
            <p:nvPr/>
          </p:nvSpPr>
          <p:spPr>
            <a:xfrm>
              <a:off x="5212689" y="2122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t7355"/>
            <p:cNvSpPr/>
            <p:nvPr/>
          </p:nvSpPr>
          <p:spPr>
            <a:xfrm>
              <a:off x="5372900" y="1989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t7356"/>
            <p:cNvSpPr/>
            <p:nvPr/>
          </p:nvSpPr>
          <p:spPr>
            <a:xfrm>
              <a:off x="5879275" y="2035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t7357"/>
            <p:cNvSpPr/>
            <p:nvPr/>
          </p:nvSpPr>
          <p:spPr>
            <a:xfrm>
              <a:off x="5302718" y="2218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t7358"/>
            <p:cNvSpPr/>
            <p:nvPr/>
          </p:nvSpPr>
          <p:spPr>
            <a:xfrm>
              <a:off x="5625875" y="2018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t7359"/>
            <p:cNvSpPr/>
            <p:nvPr/>
          </p:nvSpPr>
          <p:spPr>
            <a:xfrm>
              <a:off x="5397919" y="222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t7360"/>
            <p:cNvSpPr/>
            <p:nvPr/>
          </p:nvSpPr>
          <p:spPr>
            <a:xfrm>
              <a:off x="5721890" y="1854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t7361"/>
            <p:cNvSpPr/>
            <p:nvPr/>
          </p:nvSpPr>
          <p:spPr>
            <a:xfrm>
              <a:off x="5318278" y="2233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t7362"/>
            <p:cNvSpPr/>
            <p:nvPr/>
          </p:nvSpPr>
          <p:spPr>
            <a:xfrm>
              <a:off x="5447446" y="1921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t7363"/>
            <p:cNvSpPr/>
            <p:nvPr/>
          </p:nvSpPr>
          <p:spPr>
            <a:xfrm>
              <a:off x="5303585" y="2189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t7364"/>
            <p:cNvSpPr/>
            <p:nvPr/>
          </p:nvSpPr>
          <p:spPr>
            <a:xfrm>
              <a:off x="5396052" y="2181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t7365"/>
            <p:cNvSpPr/>
            <p:nvPr/>
          </p:nvSpPr>
          <p:spPr>
            <a:xfrm>
              <a:off x="5479423" y="2158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t7366"/>
            <p:cNvSpPr/>
            <p:nvPr/>
          </p:nvSpPr>
          <p:spPr>
            <a:xfrm>
              <a:off x="5425851" y="2098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t7367"/>
            <p:cNvSpPr/>
            <p:nvPr/>
          </p:nvSpPr>
          <p:spPr>
            <a:xfrm>
              <a:off x="5270921" y="2192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t7368"/>
            <p:cNvSpPr/>
            <p:nvPr/>
          </p:nvSpPr>
          <p:spPr>
            <a:xfrm>
              <a:off x="5594796" y="1954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t7369"/>
            <p:cNvSpPr/>
            <p:nvPr/>
          </p:nvSpPr>
          <p:spPr>
            <a:xfrm>
              <a:off x="5404682" y="2333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t7370"/>
            <p:cNvSpPr/>
            <p:nvPr/>
          </p:nvSpPr>
          <p:spPr>
            <a:xfrm>
              <a:off x="5537545" y="2213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t7371"/>
            <p:cNvSpPr/>
            <p:nvPr/>
          </p:nvSpPr>
          <p:spPr>
            <a:xfrm>
              <a:off x="5327210" y="2177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t7372"/>
            <p:cNvSpPr/>
            <p:nvPr/>
          </p:nvSpPr>
          <p:spPr>
            <a:xfrm>
              <a:off x="5519964" y="2303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t7373"/>
            <p:cNvSpPr/>
            <p:nvPr/>
          </p:nvSpPr>
          <p:spPr>
            <a:xfrm>
              <a:off x="5529138" y="2238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t7374"/>
            <p:cNvSpPr/>
            <p:nvPr/>
          </p:nvSpPr>
          <p:spPr>
            <a:xfrm>
              <a:off x="5350526" y="2158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t7375"/>
            <p:cNvSpPr/>
            <p:nvPr/>
          </p:nvSpPr>
          <p:spPr>
            <a:xfrm>
              <a:off x="5236405" y="2072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t7376"/>
            <p:cNvSpPr/>
            <p:nvPr/>
          </p:nvSpPr>
          <p:spPr>
            <a:xfrm>
              <a:off x="5753282" y="1884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t7377"/>
            <p:cNvSpPr/>
            <p:nvPr/>
          </p:nvSpPr>
          <p:spPr>
            <a:xfrm>
              <a:off x="5689338" y="2062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t7378"/>
            <p:cNvSpPr/>
            <p:nvPr/>
          </p:nvSpPr>
          <p:spPr>
            <a:xfrm>
              <a:off x="5451665" y="1892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t7379"/>
            <p:cNvSpPr/>
            <p:nvPr/>
          </p:nvSpPr>
          <p:spPr>
            <a:xfrm>
              <a:off x="5115372" y="2782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t7380"/>
            <p:cNvSpPr/>
            <p:nvPr/>
          </p:nvSpPr>
          <p:spPr>
            <a:xfrm>
              <a:off x="5430828" y="2211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t7381"/>
            <p:cNvSpPr/>
            <p:nvPr/>
          </p:nvSpPr>
          <p:spPr>
            <a:xfrm>
              <a:off x="5351491" y="2197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t7382"/>
            <p:cNvSpPr/>
            <p:nvPr/>
          </p:nvSpPr>
          <p:spPr>
            <a:xfrm>
              <a:off x="5507767" y="2071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t7383"/>
            <p:cNvSpPr/>
            <p:nvPr/>
          </p:nvSpPr>
          <p:spPr>
            <a:xfrm>
              <a:off x="5716061" y="1871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t7384"/>
            <p:cNvSpPr/>
            <p:nvPr/>
          </p:nvSpPr>
          <p:spPr>
            <a:xfrm>
              <a:off x="5041982" y="2589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t7385"/>
            <p:cNvSpPr/>
            <p:nvPr/>
          </p:nvSpPr>
          <p:spPr>
            <a:xfrm>
              <a:off x="5322169" y="2219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t7386"/>
            <p:cNvSpPr/>
            <p:nvPr/>
          </p:nvSpPr>
          <p:spPr>
            <a:xfrm>
              <a:off x="5454489" y="1946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t7387"/>
            <p:cNvSpPr/>
            <p:nvPr/>
          </p:nvSpPr>
          <p:spPr>
            <a:xfrm>
              <a:off x="5437139" y="2115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t7388"/>
            <p:cNvSpPr/>
            <p:nvPr/>
          </p:nvSpPr>
          <p:spPr>
            <a:xfrm>
              <a:off x="5645471" y="1868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t7389"/>
            <p:cNvSpPr/>
            <p:nvPr/>
          </p:nvSpPr>
          <p:spPr>
            <a:xfrm>
              <a:off x="5587893" y="203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t7390"/>
            <p:cNvSpPr/>
            <p:nvPr/>
          </p:nvSpPr>
          <p:spPr>
            <a:xfrm>
              <a:off x="5385463" y="2229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t7391"/>
            <p:cNvSpPr/>
            <p:nvPr/>
          </p:nvSpPr>
          <p:spPr>
            <a:xfrm>
              <a:off x="5440091" y="2024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t7392"/>
            <p:cNvSpPr/>
            <p:nvPr/>
          </p:nvSpPr>
          <p:spPr>
            <a:xfrm>
              <a:off x="5437337" y="2041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t7393"/>
            <p:cNvSpPr/>
            <p:nvPr/>
          </p:nvSpPr>
          <p:spPr>
            <a:xfrm>
              <a:off x="5001343" y="2222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t7394"/>
            <p:cNvSpPr/>
            <p:nvPr/>
          </p:nvSpPr>
          <p:spPr>
            <a:xfrm>
              <a:off x="5599595" y="1992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t7395"/>
            <p:cNvSpPr/>
            <p:nvPr/>
          </p:nvSpPr>
          <p:spPr>
            <a:xfrm>
              <a:off x="5403319" y="2250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t7396"/>
            <p:cNvSpPr/>
            <p:nvPr/>
          </p:nvSpPr>
          <p:spPr>
            <a:xfrm>
              <a:off x="4989748" y="2473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t7397"/>
            <p:cNvSpPr/>
            <p:nvPr/>
          </p:nvSpPr>
          <p:spPr>
            <a:xfrm>
              <a:off x="5524349" y="2091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t7398"/>
            <p:cNvSpPr/>
            <p:nvPr/>
          </p:nvSpPr>
          <p:spPr>
            <a:xfrm>
              <a:off x="5435936" y="214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t7399"/>
            <p:cNvSpPr/>
            <p:nvPr/>
          </p:nvSpPr>
          <p:spPr>
            <a:xfrm>
              <a:off x="5353612" y="2250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t7400"/>
            <p:cNvSpPr/>
            <p:nvPr/>
          </p:nvSpPr>
          <p:spPr>
            <a:xfrm>
              <a:off x="5395358" y="2231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t7401"/>
            <p:cNvSpPr/>
            <p:nvPr/>
          </p:nvSpPr>
          <p:spPr>
            <a:xfrm>
              <a:off x="4952530" y="2460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t7402"/>
            <p:cNvSpPr/>
            <p:nvPr/>
          </p:nvSpPr>
          <p:spPr>
            <a:xfrm>
              <a:off x="5209201" y="2202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t7403"/>
            <p:cNvSpPr/>
            <p:nvPr/>
          </p:nvSpPr>
          <p:spPr>
            <a:xfrm>
              <a:off x="5538827" y="2180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t7404"/>
            <p:cNvSpPr/>
            <p:nvPr/>
          </p:nvSpPr>
          <p:spPr>
            <a:xfrm>
              <a:off x="5105530" y="2740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t7405"/>
            <p:cNvSpPr/>
            <p:nvPr/>
          </p:nvSpPr>
          <p:spPr>
            <a:xfrm>
              <a:off x="5426581" y="2194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t7406"/>
            <p:cNvSpPr/>
            <p:nvPr/>
          </p:nvSpPr>
          <p:spPr>
            <a:xfrm>
              <a:off x="5564765" y="2218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t7407"/>
            <p:cNvSpPr/>
            <p:nvPr/>
          </p:nvSpPr>
          <p:spPr>
            <a:xfrm>
              <a:off x="5708357" y="1939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t7408"/>
            <p:cNvSpPr/>
            <p:nvPr/>
          </p:nvSpPr>
          <p:spPr>
            <a:xfrm>
              <a:off x="5318323" y="2208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t7409"/>
            <p:cNvSpPr/>
            <p:nvPr/>
          </p:nvSpPr>
          <p:spPr>
            <a:xfrm>
              <a:off x="5694052" y="1971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t7410"/>
            <p:cNvSpPr/>
            <p:nvPr/>
          </p:nvSpPr>
          <p:spPr>
            <a:xfrm>
              <a:off x="5649333" y="1854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t7411"/>
            <p:cNvSpPr/>
            <p:nvPr/>
          </p:nvSpPr>
          <p:spPr>
            <a:xfrm>
              <a:off x="5107999" y="2531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t7412"/>
            <p:cNvSpPr/>
            <p:nvPr/>
          </p:nvSpPr>
          <p:spPr>
            <a:xfrm>
              <a:off x="5099536" y="2469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t7413"/>
            <p:cNvSpPr/>
            <p:nvPr/>
          </p:nvSpPr>
          <p:spPr>
            <a:xfrm>
              <a:off x="5651749" y="184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t7414"/>
            <p:cNvSpPr/>
            <p:nvPr/>
          </p:nvSpPr>
          <p:spPr>
            <a:xfrm>
              <a:off x="5468741" y="2046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t7415"/>
            <p:cNvSpPr/>
            <p:nvPr/>
          </p:nvSpPr>
          <p:spPr>
            <a:xfrm>
              <a:off x="5519522" y="2125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t7416"/>
            <p:cNvSpPr/>
            <p:nvPr/>
          </p:nvSpPr>
          <p:spPr>
            <a:xfrm>
              <a:off x="5043787" y="2587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t7417"/>
            <p:cNvSpPr/>
            <p:nvPr/>
          </p:nvSpPr>
          <p:spPr>
            <a:xfrm>
              <a:off x="5825171" y="2005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t7418"/>
            <p:cNvSpPr/>
            <p:nvPr/>
          </p:nvSpPr>
          <p:spPr>
            <a:xfrm>
              <a:off x="5232137" y="2135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t7419"/>
            <p:cNvSpPr/>
            <p:nvPr/>
          </p:nvSpPr>
          <p:spPr>
            <a:xfrm>
              <a:off x="5546616" y="2211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t7420"/>
            <p:cNvSpPr/>
            <p:nvPr/>
          </p:nvSpPr>
          <p:spPr>
            <a:xfrm>
              <a:off x="5425932" y="2184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t7421"/>
            <p:cNvSpPr/>
            <p:nvPr/>
          </p:nvSpPr>
          <p:spPr>
            <a:xfrm>
              <a:off x="5780040" y="2080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t7422"/>
            <p:cNvSpPr/>
            <p:nvPr/>
          </p:nvSpPr>
          <p:spPr>
            <a:xfrm>
              <a:off x="5566536" y="2254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t7423"/>
            <p:cNvSpPr/>
            <p:nvPr/>
          </p:nvSpPr>
          <p:spPr>
            <a:xfrm>
              <a:off x="5435891" y="2071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t7424"/>
            <p:cNvSpPr/>
            <p:nvPr/>
          </p:nvSpPr>
          <p:spPr>
            <a:xfrm>
              <a:off x="5443641" y="2033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t7425"/>
            <p:cNvSpPr/>
            <p:nvPr/>
          </p:nvSpPr>
          <p:spPr>
            <a:xfrm>
              <a:off x="5002626" y="2568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t7426"/>
            <p:cNvSpPr/>
            <p:nvPr/>
          </p:nvSpPr>
          <p:spPr>
            <a:xfrm>
              <a:off x="5458782" y="2061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t7427"/>
            <p:cNvSpPr/>
            <p:nvPr/>
          </p:nvSpPr>
          <p:spPr>
            <a:xfrm>
              <a:off x="5269077" y="2128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t7428"/>
            <p:cNvSpPr/>
            <p:nvPr/>
          </p:nvSpPr>
          <p:spPr>
            <a:xfrm>
              <a:off x="5768425" y="2094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t7429"/>
            <p:cNvSpPr/>
            <p:nvPr/>
          </p:nvSpPr>
          <p:spPr>
            <a:xfrm>
              <a:off x="5790841" y="1855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t7430"/>
            <p:cNvSpPr/>
            <p:nvPr/>
          </p:nvSpPr>
          <p:spPr>
            <a:xfrm>
              <a:off x="5086910" y="2092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t7431"/>
            <p:cNvSpPr/>
            <p:nvPr/>
          </p:nvSpPr>
          <p:spPr>
            <a:xfrm>
              <a:off x="5519697" y="2139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t7432"/>
            <p:cNvSpPr/>
            <p:nvPr/>
          </p:nvSpPr>
          <p:spPr>
            <a:xfrm>
              <a:off x="5386624" y="2184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t7433"/>
            <p:cNvSpPr/>
            <p:nvPr/>
          </p:nvSpPr>
          <p:spPr>
            <a:xfrm>
              <a:off x="5666772" y="1848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t7434"/>
            <p:cNvSpPr/>
            <p:nvPr/>
          </p:nvSpPr>
          <p:spPr>
            <a:xfrm>
              <a:off x="5265660" y="2169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t7435"/>
            <p:cNvSpPr/>
            <p:nvPr/>
          </p:nvSpPr>
          <p:spPr>
            <a:xfrm>
              <a:off x="5642425" y="2102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t7436"/>
            <p:cNvSpPr/>
            <p:nvPr/>
          </p:nvSpPr>
          <p:spPr>
            <a:xfrm>
              <a:off x="5061228" y="2521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t7437"/>
            <p:cNvSpPr/>
            <p:nvPr/>
          </p:nvSpPr>
          <p:spPr>
            <a:xfrm>
              <a:off x="5149419" y="2436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t7438"/>
            <p:cNvSpPr/>
            <p:nvPr/>
          </p:nvSpPr>
          <p:spPr>
            <a:xfrm>
              <a:off x="5364495" y="2101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t7439"/>
            <p:cNvSpPr/>
            <p:nvPr/>
          </p:nvSpPr>
          <p:spPr>
            <a:xfrm>
              <a:off x="5522826" y="209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t7440"/>
            <p:cNvSpPr/>
            <p:nvPr/>
          </p:nvSpPr>
          <p:spPr>
            <a:xfrm>
              <a:off x="5469221" y="2156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t7441"/>
            <p:cNvSpPr/>
            <p:nvPr/>
          </p:nvSpPr>
          <p:spPr>
            <a:xfrm>
              <a:off x="5409194" y="2324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t7442"/>
            <p:cNvSpPr/>
            <p:nvPr/>
          </p:nvSpPr>
          <p:spPr>
            <a:xfrm>
              <a:off x="5033093" y="2183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t7443"/>
            <p:cNvSpPr/>
            <p:nvPr/>
          </p:nvSpPr>
          <p:spPr>
            <a:xfrm>
              <a:off x="5203449" y="2022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t7444"/>
            <p:cNvSpPr/>
            <p:nvPr/>
          </p:nvSpPr>
          <p:spPr>
            <a:xfrm>
              <a:off x="5733973" y="2004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t7445"/>
            <p:cNvSpPr/>
            <p:nvPr/>
          </p:nvSpPr>
          <p:spPr>
            <a:xfrm>
              <a:off x="5158712" y="2528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t7446"/>
            <p:cNvSpPr/>
            <p:nvPr/>
          </p:nvSpPr>
          <p:spPr>
            <a:xfrm>
              <a:off x="5332578" y="2210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t7447"/>
            <p:cNvSpPr/>
            <p:nvPr/>
          </p:nvSpPr>
          <p:spPr>
            <a:xfrm>
              <a:off x="5575657" y="2048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t7448"/>
            <p:cNvSpPr/>
            <p:nvPr/>
          </p:nvSpPr>
          <p:spPr>
            <a:xfrm>
              <a:off x="5188419" y="2181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t7449"/>
            <p:cNvSpPr/>
            <p:nvPr/>
          </p:nvSpPr>
          <p:spPr>
            <a:xfrm>
              <a:off x="5469057" y="2093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t7450"/>
            <p:cNvSpPr/>
            <p:nvPr/>
          </p:nvSpPr>
          <p:spPr>
            <a:xfrm>
              <a:off x="5545975" y="228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t7451"/>
            <p:cNvSpPr/>
            <p:nvPr/>
          </p:nvSpPr>
          <p:spPr>
            <a:xfrm>
              <a:off x="5646218" y="1976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t7452"/>
            <p:cNvSpPr/>
            <p:nvPr/>
          </p:nvSpPr>
          <p:spPr>
            <a:xfrm>
              <a:off x="5809094" y="1727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t7453"/>
            <p:cNvSpPr/>
            <p:nvPr/>
          </p:nvSpPr>
          <p:spPr>
            <a:xfrm>
              <a:off x="5367199" y="2023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t7454"/>
            <p:cNvSpPr/>
            <p:nvPr/>
          </p:nvSpPr>
          <p:spPr>
            <a:xfrm>
              <a:off x="5565145" y="2207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t7455"/>
            <p:cNvSpPr/>
            <p:nvPr/>
          </p:nvSpPr>
          <p:spPr>
            <a:xfrm>
              <a:off x="4762060" y="2347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t7456"/>
            <p:cNvSpPr/>
            <p:nvPr/>
          </p:nvSpPr>
          <p:spPr>
            <a:xfrm>
              <a:off x="5462274" y="2121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t7457"/>
            <p:cNvSpPr/>
            <p:nvPr/>
          </p:nvSpPr>
          <p:spPr>
            <a:xfrm>
              <a:off x="4959225" y="2488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t7458"/>
            <p:cNvSpPr/>
            <p:nvPr/>
          </p:nvSpPr>
          <p:spPr>
            <a:xfrm>
              <a:off x="5500864" y="2224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t7459"/>
            <p:cNvSpPr/>
            <p:nvPr/>
          </p:nvSpPr>
          <p:spPr>
            <a:xfrm>
              <a:off x="6009855" y="1595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t7460"/>
            <p:cNvSpPr/>
            <p:nvPr/>
          </p:nvSpPr>
          <p:spPr>
            <a:xfrm>
              <a:off x="5037274" y="2574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t7461"/>
            <p:cNvSpPr/>
            <p:nvPr/>
          </p:nvSpPr>
          <p:spPr>
            <a:xfrm>
              <a:off x="5306280" y="2039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t7462"/>
            <p:cNvSpPr/>
            <p:nvPr/>
          </p:nvSpPr>
          <p:spPr>
            <a:xfrm>
              <a:off x="5336585" y="2210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t7463"/>
            <p:cNvSpPr/>
            <p:nvPr/>
          </p:nvSpPr>
          <p:spPr>
            <a:xfrm>
              <a:off x="5561448" y="2238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t7464"/>
            <p:cNvSpPr/>
            <p:nvPr/>
          </p:nvSpPr>
          <p:spPr>
            <a:xfrm>
              <a:off x="5146238" y="2788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t7465"/>
            <p:cNvSpPr/>
            <p:nvPr/>
          </p:nvSpPr>
          <p:spPr>
            <a:xfrm>
              <a:off x="5300368" y="2171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t7466"/>
            <p:cNvSpPr/>
            <p:nvPr/>
          </p:nvSpPr>
          <p:spPr>
            <a:xfrm>
              <a:off x="5664762" y="1867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t7467"/>
            <p:cNvSpPr/>
            <p:nvPr/>
          </p:nvSpPr>
          <p:spPr>
            <a:xfrm>
              <a:off x="5528364" y="2256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t7468"/>
            <p:cNvSpPr/>
            <p:nvPr/>
          </p:nvSpPr>
          <p:spPr>
            <a:xfrm>
              <a:off x="5650680" y="1931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t7469"/>
            <p:cNvSpPr/>
            <p:nvPr/>
          </p:nvSpPr>
          <p:spPr>
            <a:xfrm>
              <a:off x="5739672" y="1838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t7470"/>
            <p:cNvSpPr/>
            <p:nvPr/>
          </p:nvSpPr>
          <p:spPr>
            <a:xfrm>
              <a:off x="5586781" y="186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t7471"/>
            <p:cNvSpPr/>
            <p:nvPr/>
          </p:nvSpPr>
          <p:spPr>
            <a:xfrm>
              <a:off x="5451216" y="1906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t7472"/>
            <p:cNvSpPr/>
            <p:nvPr/>
          </p:nvSpPr>
          <p:spPr>
            <a:xfrm>
              <a:off x="5331425" y="2191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t7473"/>
            <p:cNvSpPr/>
            <p:nvPr/>
          </p:nvSpPr>
          <p:spPr>
            <a:xfrm>
              <a:off x="5467121" y="2078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t7474"/>
            <p:cNvSpPr/>
            <p:nvPr/>
          </p:nvSpPr>
          <p:spPr>
            <a:xfrm>
              <a:off x="5353177" y="2257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t7475"/>
            <p:cNvSpPr/>
            <p:nvPr/>
          </p:nvSpPr>
          <p:spPr>
            <a:xfrm>
              <a:off x="4826104" y="2442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t7476"/>
            <p:cNvSpPr/>
            <p:nvPr/>
          </p:nvSpPr>
          <p:spPr>
            <a:xfrm>
              <a:off x="5699473" y="2080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t7477"/>
            <p:cNvSpPr/>
            <p:nvPr/>
          </p:nvSpPr>
          <p:spPr>
            <a:xfrm>
              <a:off x="5299344" y="2199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t7478"/>
            <p:cNvSpPr/>
            <p:nvPr/>
          </p:nvSpPr>
          <p:spPr>
            <a:xfrm>
              <a:off x="5476587" y="220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t7479"/>
            <p:cNvSpPr/>
            <p:nvPr/>
          </p:nvSpPr>
          <p:spPr>
            <a:xfrm>
              <a:off x="5415798" y="2142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t7480"/>
            <p:cNvSpPr/>
            <p:nvPr/>
          </p:nvSpPr>
          <p:spPr>
            <a:xfrm>
              <a:off x="5331638" y="1990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t7481"/>
            <p:cNvSpPr/>
            <p:nvPr/>
          </p:nvSpPr>
          <p:spPr>
            <a:xfrm>
              <a:off x="5651288" y="1854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t7482"/>
            <p:cNvSpPr/>
            <p:nvPr/>
          </p:nvSpPr>
          <p:spPr>
            <a:xfrm>
              <a:off x="5460055" y="1941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t7483"/>
            <p:cNvSpPr/>
            <p:nvPr/>
          </p:nvSpPr>
          <p:spPr>
            <a:xfrm>
              <a:off x="5772147" y="2084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t7484"/>
            <p:cNvSpPr/>
            <p:nvPr/>
          </p:nvSpPr>
          <p:spPr>
            <a:xfrm>
              <a:off x="5097619" y="2589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t7485"/>
            <p:cNvSpPr/>
            <p:nvPr/>
          </p:nvSpPr>
          <p:spPr>
            <a:xfrm>
              <a:off x="5251391" y="2235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t7486"/>
            <p:cNvSpPr/>
            <p:nvPr/>
          </p:nvSpPr>
          <p:spPr>
            <a:xfrm>
              <a:off x="5042069" y="2520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t7487"/>
            <p:cNvSpPr/>
            <p:nvPr/>
          </p:nvSpPr>
          <p:spPr>
            <a:xfrm>
              <a:off x="5304495" y="2199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t7488"/>
            <p:cNvSpPr/>
            <p:nvPr/>
          </p:nvSpPr>
          <p:spPr>
            <a:xfrm>
              <a:off x="5400003" y="2221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t7489"/>
            <p:cNvSpPr/>
            <p:nvPr/>
          </p:nvSpPr>
          <p:spPr>
            <a:xfrm>
              <a:off x="5936770" y="1716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t7490"/>
            <p:cNvSpPr/>
            <p:nvPr/>
          </p:nvSpPr>
          <p:spPr>
            <a:xfrm>
              <a:off x="5536110" y="2242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t7491"/>
            <p:cNvSpPr/>
            <p:nvPr/>
          </p:nvSpPr>
          <p:spPr>
            <a:xfrm>
              <a:off x="5401167" y="223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t7492"/>
            <p:cNvSpPr/>
            <p:nvPr/>
          </p:nvSpPr>
          <p:spPr>
            <a:xfrm>
              <a:off x="5615597" y="2061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t7493"/>
            <p:cNvSpPr/>
            <p:nvPr/>
          </p:nvSpPr>
          <p:spPr>
            <a:xfrm>
              <a:off x="5236734" y="2139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t7494"/>
            <p:cNvSpPr/>
            <p:nvPr/>
          </p:nvSpPr>
          <p:spPr>
            <a:xfrm>
              <a:off x="4852383" y="2520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t7495"/>
            <p:cNvSpPr/>
            <p:nvPr/>
          </p:nvSpPr>
          <p:spPr>
            <a:xfrm>
              <a:off x="5692746" y="2116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t7496"/>
            <p:cNvSpPr/>
            <p:nvPr/>
          </p:nvSpPr>
          <p:spPr>
            <a:xfrm>
              <a:off x="5532636" y="2141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t7497"/>
            <p:cNvSpPr/>
            <p:nvPr/>
          </p:nvSpPr>
          <p:spPr>
            <a:xfrm>
              <a:off x="5398013" y="2220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t7498"/>
            <p:cNvSpPr/>
            <p:nvPr/>
          </p:nvSpPr>
          <p:spPr>
            <a:xfrm>
              <a:off x="5034356" y="2358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t7499"/>
            <p:cNvSpPr/>
            <p:nvPr/>
          </p:nvSpPr>
          <p:spPr>
            <a:xfrm>
              <a:off x="5523184" y="2194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t7500"/>
            <p:cNvSpPr/>
            <p:nvPr/>
          </p:nvSpPr>
          <p:spPr>
            <a:xfrm>
              <a:off x="5708823" y="1885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t7501"/>
            <p:cNvSpPr/>
            <p:nvPr/>
          </p:nvSpPr>
          <p:spPr>
            <a:xfrm>
              <a:off x="5149596" y="2572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t7502"/>
            <p:cNvSpPr/>
            <p:nvPr/>
          </p:nvSpPr>
          <p:spPr>
            <a:xfrm>
              <a:off x="5384859" y="2193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t7503"/>
            <p:cNvSpPr/>
            <p:nvPr/>
          </p:nvSpPr>
          <p:spPr>
            <a:xfrm>
              <a:off x="5310757" y="2197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t7504"/>
            <p:cNvSpPr/>
            <p:nvPr/>
          </p:nvSpPr>
          <p:spPr>
            <a:xfrm>
              <a:off x="5740546" y="2023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t7505"/>
            <p:cNvSpPr/>
            <p:nvPr/>
          </p:nvSpPr>
          <p:spPr>
            <a:xfrm>
              <a:off x="5226872" y="2002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t7506"/>
            <p:cNvSpPr/>
            <p:nvPr/>
          </p:nvSpPr>
          <p:spPr>
            <a:xfrm>
              <a:off x="5703827" y="1648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t7507"/>
            <p:cNvSpPr/>
            <p:nvPr/>
          </p:nvSpPr>
          <p:spPr>
            <a:xfrm>
              <a:off x="5036490" y="2427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t7508"/>
            <p:cNvSpPr/>
            <p:nvPr/>
          </p:nvSpPr>
          <p:spPr>
            <a:xfrm>
              <a:off x="5360513" y="2107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t7509"/>
            <p:cNvSpPr/>
            <p:nvPr/>
          </p:nvSpPr>
          <p:spPr>
            <a:xfrm>
              <a:off x="5404514" y="2290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t7510"/>
            <p:cNvSpPr/>
            <p:nvPr/>
          </p:nvSpPr>
          <p:spPr>
            <a:xfrm>
              <a:off x="5254890" y="2160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t7511"/>
            <p:cNvSpPr/>
            <p:nvPr/>
          </p:nvSpPr>
          <p:spPr>
            <a:xfrm>
              <a:off x="5347680" y="2338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t7512"/>
            <p:cNvSpPr/>
            <p:nvPr/>
          </p:nvSpPr>
          <p:spPr>
            <a:xfrm>
              <a:off x="5265080" y="2128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t7513"/>
            <p:cNvSpPr/>
            <p:nvPr/>
          </p:nvSpPr>
          <p:spPr>
            <a:xfrm>
              <a:off x="5586360" y="2014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t7514"/>
            <p:cNvSpPr/>
            <p:nvPr/>
          </p:nvSpPr>
          <p:spPr>
            <a:xfrm>
              <a:off x="5429112" y="2107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t7515"/>
            <p:cNvSpPr/>
            <p:nvPr/>
          </p:nvSpPr>
          <p:spPr>
            <a:xfrm>
              <a:off x="4917436" y="1672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t7516"/>
            <p:cNvSpPr/>
            <p:nvPr/>
          </p:nvSpPr>
          <p:spPr>
            <a:xfrm>
              <a:off x="5781521" y="1959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t7517"/>
            <p:cNvSpPr/>
            <p:nvPr/>
          </p:nvSpPr>
          <p:spPr>
            <a:xfrm>
              <a:off x="5327346" y="2108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t7518"/>
            <p:cNvSpPr/>
            <p:nvPr/>
          </p:nvSpPr>
          <p:spPr>
            <a:xfrm>
              <a:off x="5351828" y="2264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t7519"/>
            <p:cNvSpPr/>
            <p:nvPr/>
          </p:nvSpPr>
          <p:spPr>
            <a:xfrm>
              <a:off x="5261647" y="2212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t7520"/>
            <p:cNvSpPr/>
            <p:nvPr/>
          </p:nvSpPr>
          <p:spPr>
            <a:xfrm>
              <a:off x="5495770" y="2235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t7521"/>
            <p:cNvSpPr/>
            <p:nvPr/>
          </p:nvSpPr>
          <p:spPr>
            <a:xfrm>
              <a:off x="5028828" y="2210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t7522"/>
            <p:cNvSpPr/>
            <p:nvPr/>
          </p:nvSpPr>
          <p:spPr>
            <a:xfrm>
              <a:off x="5564845" y="2328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t7523"/>
            <p:cNvSpPr/>
            <p:nvPr/>
          </p:nvSpPr>
          <p:spPr>
            <a:xfrm>
              <a:off x="4960872" y="2510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t7524"/>
            <p:cNvSpPr/>
            <p:nvPr/>
          </p:nvSpPr>
          <p:spPr>
            <a:xfrm>
              <a:off x="5432673" y="2084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t7525"/>
            <p:cNvSpPr/>
            <p:nvPr/>
          </p:nvSpPr>
          <p:spPr>
            <a:xfrm>
              <a:off x="5688772" y="2015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t7526"/>
            <p:cNvSpPr/>
            <p:nvPr/>
          </p:nvSpPr>
          <p:spPr>
            <a:xfrm>
              <a:off x="5436576" y="2024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t7527"/>
            <p:cNvSpPr/>
            <p:nvPr/>
          </p:nvSpPr>
          <p:spPr>
            <a:xfrm>
              <a:off x="5446329" y="1948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t7528"/>
            <p:cNvSpPr/>
            <p:nvPr/>
          </p:nvSpPr>
          <p:spPr>
            <a:xfrm>
              <a:off x="5491731" y="2149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t7529"/>
            <p:cNvSpPr/>
            <p:nvPr/>
          </p:nvSpPr>
          <p:spPr>
            <a:xfrm>
              <a:off x="5680789" y="1897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t7530"/>
            <p:cNvSpPr/>
            <p:nvPr/>
          </p:nvSpPr>
          <p:spPr>
            <a:xfrm>
              <a:off x="5444421" y="2129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t7531"/>
            <p:cNvSpPr/>
            <p:nvPr/>
          </p:nvSpPr>
          <p:spPr>
            <a:xfrm>
              <a:off x="4877494" y="2864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t7532"/>
            <p:cNvSpPr/>
            <p:nvPr/>
          </p:nvSpPr>
          <p:spPr>
            <a:xfrm>
              <a:off x="5483325" y="2082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t7533"/>
            <p:cNvSpPr/>
            <p:nvPr/>
          </p:nvSpPr>
          <p:spPr>
            <a:xfrm>
              <a:off x="5567653" y="2136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t7534"/>
            <p:cNvSpPr/>
            <p:nvPr/>
          </p:nvSpPr>
          <p:spPr>
            <a:xfrm>
              <a:off x="5669054" y="1782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t7535"/>
            <p:cNvSpPr/>
            <p:nvPr/>
          </p:nvSpPr>
          <p:spPr>
            <a:xfrm>
              <a:off x="5350699" y="2240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t7536"/>
            <p:cNvSpPr/>
            <p:nvPr/>
          </p:nvSpPr>
          <p:spPr>
            <a:xfrm>
              <a:off x="5071705" y="2498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t7537"/>
            <p:cNvSpPr/>
            <p:nvPr/>
          </p:nvSpPr>
          <p:spPr>
            <a:xfrm>
              <a:off x="5621538" y="1941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t7538"/>
            <p:cNvSpPr/>
            <p:nvPr/>
          </p:nvSpPr>
          <p:spPr>
            <a:xfrm>
              <a:off x="5325165" y="1965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t7539"/>
            <p:cNvSpPr/>
            <p:nvPr/>
          </p:nvSpPr>
          <p:spPr>
            <a:xfrm>
              <a:off x="5731404" y="1863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t7540"/>
            <p:cNvSpPr/>
            <p:nvPr/>
          </p:nvSpPr>
          <p:spPr>
            <a:xfrm>
              <a:off x="5520818" y="2101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t7541"/>
            <p:cNvSpPr/>
            <p:nvPr/>
          </p:nvSpPr>
          <p:spPr>
            <a:xfrm>
              <a:off x="5033283" y="2416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t7542"/>
            <p:cNvSpPr/>
            <p:nvPr/>
          </p:nvSpPr>
          <p:spPr>
            <a:xfrm>
              <a:off x="5616423" y="200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t7543"/>
            <p:cNvSpPr/>
            <p:nvPr/>
          </p:nvSpPr>
          <p:spPr>
            <a:xfrm>
              <a:off x="5394567" y="2127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t7544"/>
            <p:cNvSpPr/>
            <p:nvPr/>
          </p:nvSpPr>
          <p:spPr>
            <a:xfrm>
              <a:off x="5146771" y="2859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t7545"/>
            <p:cNvSpPr/>
            <p:nvPr/>
          </p:nvSpPr>
          <p:spPr>
            <a:xfrm>
              <a:off x="5430393" y="2207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t7546"/>
            <p:cNvSpPr/>
            <p:nvPr/>
          </p:nvSpPr>
          <p:spPr>
            <a:xfrm>
              <a:off x="5653856" y="1733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t7547"/>
            <p:cNvSpPr/>
            <p:nvPr/>
          </p:nvSpPr>
          <p:spPr>
            <a:xfrm>
              <a:off x="5654823" y="1755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t7548"/>
            <p:cNvSpPr/>
            <p:nvPr/>
          </p:nvSpPr>
          <p:spPr>
            <a:xfrm>
              <a:off x="5384380" y="2219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t7549"/>
            <p:cNvSpPr/>
            <p:nvPr/>
          </p:nvSpPr>
          <p:spPr>
            <a:xfrm>
              <a:off x="5378841" y="2175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t7550"/>
            <p:cNvSpPr/>
            <p:nvPr/>
          </p:nvSpPr>
          <p:spPr>
            <a:xfrm>
              <a:off x="5480084" y="2137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t7551"/>
            <p:cNvSpPr/>
            <p:nvPr/>
          </p:nvSpPr>
          <p:spPr>
            <a:xfrm>
              <a:off x="4764763" y="2660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t7552"/>
            <p:cNvSpPr/>
            <p:nvPr/>
          </p:nvSpPr>
          <p:spPr>
            <a:xfrm>
              <a:off x="5358058" y="2299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t7553"/>
            <p:cNvSpPr/>
            <p:nvPr/>
          </p:nvSpPr>
          <p:spPr>
            <a:xfrm>
              <a:off x="5467293" y="2044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t7554"/>
            <p:cNvSpPr/>
            <p:nvPr/>
          </p:nvSpPr>
          <p:spPr>
            <a:xfrm>
              <a:off x="4789672" y="2539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t7555"/>
            <p:cNvSpPr/>
            <p:nvPr/>
          </p:nvSpPr>
          <p:spPr>
            <a:xfrm>
              <a:off x="5185059" y="2297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t7556"/>
            <p:cNvSpPr/>
            <p:nvPr/>
          </p:nvSpPr>
          <p:spPr>
            <a:xfrm>
              <a:off x="5269977" y="2235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t7557"/>
            <p:cNvSpPr/>
            <p:nvPr/>
          </p:nvSpPr>
          <p:spPr>
            <a:xfrm>
              <a:off x="5582102" y="1894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t7558"/>
            <p:cNvSpPr/>
            <p:nvPr/>
          </p:nvSpPr>
          <p:spPr>
            <a:xfrm>
              <a:off x="5231240" y="2039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t7559"/>
            <p:cNvSpPr/>
            <p:nvPr/>
          </p:nvSpPr>
          <p:spPr>
            <a:xfrm>
              <a:off x="5385319" y="2163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t7560"/>
            <p:cNvSpPr/>
            <p:nvPr/>
          </p:nvSpPr>
          <p:spPr>
            <a:xfrm>
              <a:off x="4870105" y="2775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t7561"/>
            <p:cNvSpPr/>
            <p:nvPr/>
          </p:nvSpPr>
          <p:spPr>
            <a:xfrm>
              <a:off x="5166981" y="2367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t7562"/>
            <p:cNvSpPr/>
            <p:nvPr/>
          </p:nvSpPr>
          <p:spPr>
            <a:xfrm>
              <a:off x="5674964" y="1937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t7563"/>
            <p:cNvSpPr/>
            <p:nvPr/>
          </p:nvSpPr>
          <p:spPr>
            <a:xfrm>
              <a:off x="5292074" y="2088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t7564"/>
            <p:cNvSpPr/>
            <p:nvPr/>
          </p:nvSpPr>
          <p:spPr>
            <a:xfrm>
              <a:off x="5282689" y="2156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t7565"/>
            <p:cNvSpPr/>
            <p:nvPr/>
          </p:nvSpPr>
          <p:spPr>
            <a:xfrm>
              <a:off x="5208994" y="2193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t7566"/>
            <p:cNvSpPr/>
            <p:nvPr/>
          </p:nvSpPr>
          <p:spPr>
            <a:xfrm>
              <a:off x="5208532" y="2089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t7567"/>
            <p:cNvSpPr/>
            <p:nvPr/>
          </p:nvSpPr>
          <p:spPr>
            <a:xfrm>
              <a:off x="5299205" y="224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t7568"/>
            <p:cNvSpPr/>
            <p:nvPr/>
          </p:nvSpPr>
          <p:spPr>
            <a:xfrm>
              <a:off x="5326764" y="2214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t7569"/>
            <p:cNvSpPr/>
            <p:nvPr/>
          </p:nvSpPr>
          <p:spPr>
            <a:xfrm>
              <a:off x="5402531" y="2227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t7570"/>
            <p:cNvSpPr/>
            <p:nvPr/>
          </p:nvSpPr>
          <p:spPr>
            <a:xfrm>
              <a:off x="4979217" y="2621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t7571"/>
            <p:cNvSpPr/>
            <p:nvPr/>
          </p:nvSpPr>
          <p:spPr>
            <a:xfrm>
              <a:off x="5636068" y="2118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t7572"/>
            <p:cNvSpPr/>
            <p:nvPr/>
          </p:nvSpPr>
          <p:spPr>
            <a:xfrm>
              <a:off x="5686686" y="1868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t7573"/>
            <p:cNvSpPr/>
            <p:nvPr/>
          </p:nvSpPr>
          <p:spPr>
            <a:xfrm>
              <a:off x="5531190" y="219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t7574"/>
            <p:cNvSpPr/>
            <p:nvPr/>
          </p:nvSpPr>
          <p:spPr>
            <a:xfrm>
              <a:off x="5361991" y="2005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t7575"/>
            <p:cNvSpPr/>
            <p:nvPr/>
          </p:nvSpPr>
          <p:spPr>
            <a:xfrm>
              <a:off x="5742011" y="1985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t7576"/>
            <p:cNvSpPr/>
            <p:nvPr/>
          </p:nvSpPr>
          <p:spPr>
            <a:xfrm>
              <a:off x="5614863" y="2024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t7577"/>
            <p:cNvSpPr/>
            <p:nvPr/>
          </p:nvSpPr>
          <p:spPr>
            <a:xfrm>
              <a:off x="5450205" y="1998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t7578"/>
            <p:cNvSpPr/>
            <p:nvPr/>
          </p:nvSpPr>
          <p:spPr>
            <a:xfrm>
              <a:off x="5516288" y="2057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t7579"/>
            <p:cNvSpPr/>
            <p:nvPr/>
          </p:nvSpPr>
          <p:spPr>
            <a:xfrm>
              <a:off x="5101389" y="2560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t7580"/>
            <p:cNvSpPr/>
            <p:nvPr/>
          </p:nvSpPr>
          <p:spPr>
            <a:xfrm>
              <a:off x="4565136" y="2610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t7581"/>
            <p:cNvSpPr/>
            <p:nvPr/>
          </p:nvSpPr>
          <p:spPr>
            <a:xfrm>
              <a:off x="5508733" y="2187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t7582"/>
            <p:cNvSpPr/>
            <p:nvPr/>
          </p:nvSpPr>
          <p:spPr>
            <a:xfrm>
              <a:off x="5366604" y="2086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t7583"/>
            <p:cNvSpPr/>
            <p:nvPr/>
          </p:nvSpPr>
          <p:spPr>
            <a:xfrm>
              <a:off x="5396166" y="2282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t7584"/>
            <p:cNvSpPr/>
            <p:nvPr/>
          </p:nvSpPr>
          <p:spPr>
            <a:xfrm>
              <a:off x="5445942" y="2082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t7585"/>
            <p:cNvSpPr/>
            <p:nvPr/>
          </p:nvSpPr>
          <p:spPr>
            <a:xfrm>
              <a:off x="5485355" y="2306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t7586"/>
            <p:cNvSpPr/>
            <p:nvPr/>
          </p:nvSpPr>
          <p:spPr>
            <a:xfrm>
              <a:off x="5756297" y="1969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t7587"/>
            <p:cNvSpPr/>
            <p:nvPr/>
          </p:nvSpPr>
          <p:spPr>
            <a:xfrm>
              <a:off x="5642614" y="1847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t7588"/>
            <p:cNvSpPr/>
            <p:nvPr/>
          </p:nvSpPr>
          <p:spPr>
            <a:xfrm>
              <a:off x="5550167" y="217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t7589"/>
            <p:cNvSpPr/>
            <p:nvPr/>
          </p:nvSpPr>
          <p:spPr>
            <a:xfrm>
              <a:off x="5049436" y="2423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t7590"/>
            <p:cNvSpPr/>
            <p:nvPr/>
          </p:nvSpPr>
          <p:spPr>
            <a:xfrm>
              <a:off x="5386524" y="2241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t7591"/>
            <p:cNvSpPr/>
            <p:nvPr/>
          </p:nvSpPr>
          <p:spPr>
            <a:xfrm>
              <a:off x="5805476" y="1884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t7592"/>
            <p:cNvSpPr/>
            <p:nvPr/>
          </p:nvSpPr>
          <p:spPr>
            <a:xfrm>
              <a:off x="5331417" y="2193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t7593"/>
            <p:cNvSpPr/>
            <p:nvPr/>
          </p:nvSpPr>
          <p:spPr>
            <a:xfrm>
              <a:off x="5174396" y="2326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t7594"/>
            <p:cNvSpPr/>
            <p:nvPr/>
          </p:nvSpPr>
          <p:spPr>
            <a:xfrm>
              <a:off x="5775242" y="1751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t7595"/>
            <p:cNvSpPr/>
            <p:nvPr/>
          </p:nvSpPr>
          <p:spPr>
            <a:xfrm>
              <a:off x="5384530" y="2194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t7596"/>
            <p:cNvSpPr/>
            <p:nvPr/>
          </p:nvSpPr>
          <p:spPr>
            <a:xfrm>
              <a:off x="5731555" y="1863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t7597"/>
            <p:cNvSpPr/>
            <p:nvPr/>
          </p:nvSpPr>
          <p:spPr>
            <a:xfrm>
              <a:off x="5172498" y="2336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t7598"/>
            <p:cNvSpPr/>
            <p:nvPr/>
          </p:nvSpPr>
          <p:spPr>
            <a:xfrm>
              <a:off x="5412100" y="2057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t7599"/>
            <p:cNvSpPr/>
            <p:nvPr/>
          </p:nvSpPr>
          <p:spPr>
            <a:xfrm>
              <a:off x="5412503" y="2150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t7600"/>
            <p:cNvSpPr/>
            <p:nvPr/>
          </p:nvSpPr>
          <p:spPr>
            <a:xfrm>
              <a:off x="5523315" y="2043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t7601"/>
            <p:cNvSpPr/>
            <p:nvPr/>
          </p:nvSpPr>
          <p:spPr>
            <a:xfrm>
              <a:off x="5775524" y="1894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t7602"/>
            <p:cNvSpPr/>
            <p:nvPr/>
          </p:nvSpPr>
          <p:spPr>
            <a:xfrm>
              <a:off x="5626131" y="2029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t7603"/>
            <p:cNvSpPr/>
            <p:nvPr/>
          </p:nvSpPr>
          <p:spPr>
            <a:xfrm>
              <a:off x="5323007" y="2195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t7604"/>
            <p:cNvSpPr/>
            <p:nvPr/>
          </p:nvSpPr>
          <p:spPr>
            <a:xfrm>
              <a:off x="5572799" y="2017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t7605"/>
            <p:cNvSpPr/>
            <p:nvPr/>
          </p:nvSpPr>
          <p:spPr>
            <a:xfrm>
              <a:off x="4991418" y="2758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t7606"/>
            <p:cNvSpPr/>
            <p:nvPr/>
          </p:nvSpPr>
          <p:spPr>
            <a:xfrm>
              <a:off x="5375879" y="2185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t7607"/>
            <p:cNvSpPr/>
            <p:nvPr/>
          </p:nvSpPr>
          <p:spPr>
            <a:xfrm>
              <a:off x="5426186" y="2091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t7608"/>
            <p:cNvSpPr/>
            <p:nvPr/>
          </p:nvSpPr>
          <p:spPr>
            <a:xfrm>
              <a:off x="5573993" y="209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t7609"/>
            <p:cNvSpPr/>
            <p:nvPr/>
          </p:nvSpPr>
          <p:spPr>
            <a:xfrm>
              <a:off x="5325325" y="2177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t7610"/>
            <p:cNvSpPr/>
            <p:nvPr/>
          </p:nvSpPr>
          <p:spPr>
            <a:xfrm>
              <a:off x="4962806" y="2527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t7611"/>
            <p:cNvSpPr/>
            <p:nvPr/>
          </p:nvSpPr>
          <p:spPr>
            <a:xfrm>
              <a:off x="4956143" y="2525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t7612"/>
            <p:cNvSpPr/>
            <p:nvPr/>
          </p:nvSpPr>
          <p:spPr>
            <a:xfrm>
              <a:off x="5475577" y="2310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t7613"/>
            <p:cNvSpPr/>
            <p:nvPr/>
          </p:nvSpPr>
          <p:spPr>
            <a:xfrm>
              <a:off x="5337789" y="2234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t7614"/>
            <p:cNvSpPr/>
            <p:nvPr/>
          </p:nvSpPr>
          <p:spPr>
            <a:xfrm>
              <a:off x="5408816" y="2291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t7615"/>
            <p:cNvSpPr/>
            <p:nvPr/>
          </p:nvSpPr>
          <p:spPr>
            <a:xfrm>
              <a:off x="5397631" y="2255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t7616"/>
            <p:cNvSpPr/>
            <p:nvPr/>
          </p:nvSpPr>
          <p:spPr>
            <a:xfrm>
              <a:off x="5130150" y="2723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t7617"/>
            <p:cNvSpPr/>
            <p:nvPr/>
          </p:nvSpPr>
          <p:spPr>
            <a:xfrm>
              <a:off x="5510062" y="2110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t7618"/>
            <p:cNvSpPr/>
            <p:nvPr/>
          </p:nvSpPr>
          <p:spPr>
            <a:xfrm>
              <a:off x="5692874" y="2041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t7619"/>
            <p:cNvSpPr/>
            <p:nvPr/>
          </p:nvSpPr>
          <p:spPr>
            <a:xfrm>
              <a:off x="5396335" y="2209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t7620"/>
            <p:cNvSpPr/>
            <p:nvPr/>
          </p:nvSpPr>
          <p:spPr>
            <a:xfrm>
              <a:off x="5066326" y="2667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t7621"/>
            <p:cNvSpPr/>
            <p:nvPr/>
          </p:nvSpPr>
          <p:spPr>
            <a:xfrm>
              <a:off x="5715200" y="1933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t7622"/>
            <p:cNvSpPr/>
            <p:nvPr/>
          </p:nvSpPr>
          <p:spPr>
            <a:xfrm>
              <a:off x="5242265" y="2117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t7623"/>
            <p:cNvSpPr/>
            <p:nvPr/>
          </p:nvSpPr>
          <p:spPr>
            <a:xfrm>
              <a:off x="5254640" y="2111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t7624"/>
            <p:cNvSpPr/>
            <p:nvPr/>
          </p:nvSpPr>
          <p:spPr>
            <a:xfrm>
              <a:off x="5153970" y="2529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t7625"/>
            <p:cNvSpPr/>
            <p:nvPr/>
          </p:nvSpPr>
          <p:spPr>
            <a:xfrm>
              <a:off x="5717882" y="1892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t7626"/>
            <p:cNvSpPr/>
            <p:nvPr/>
          </p:nvSpPr>
          <p:spPr>
            <a:xfrm>
              <a:off x="5461101" y="2037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t7627"/>
            <p:cNvSpPr/>
            <p:nvPr/>
          </p:nvSpPr>
          <p:spPr>
            <a:xfrm>
              <a:off x="5294902" y="2260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t7628"/>
            <p:cNvSpPr/>
            <p:nvPr/>
          </p:nvSpPr>
          <p:spPr>
            <a:xfrm>
              <a:off x="5517039" y="2267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t7629"/>
            <p:cNvSpPr/>
            <p:nvPr/>
          </p:nvSpPr>
          <p:spPr>
            <a:xfrm>
              <a:off x="5472143" y="1925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t7630"/>
            <p:cNvSpPr/>
            <p:nvPr/>
          </p:nvSpPr>
          <p:spPr>
            <a:xfrm>
              <a:off x="5111076" y="2615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t7631"/>
            <p:cNvSpPr/>
            <p:nvPr/>
          </p:nvSpPr>
          <p:spPr>
            <a:xfrm>
              <a:off x="5321001" y="2168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t7632"/>
            <p:cNvSpPr/>
            <p:nvPr/>
          </p:nvSpPr>
          <p:spPr>
            <a:xfrm>
              <a:off x="5023991" y="198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t7633"/>
            <p:cNvSpPr/>
            <p:nvPr/>
          </p:nvSpPr>
          <p:spPr>
            <a:xfrm>
              <a:off x="5433556" y="2038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t7634"/>
            <p:cNvSpPr/>
            <p:nvPr/>
          </p:nvSpPr>
          <p:spPr>
            <a:xfrm>
              <a:off x="5356597" y="2260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t7635"/>
            <p:cNvSpPr/>
            <p:nvPr/>
          </p:nvSpPr>
          <p:spPr>
            <a:xfrm>
              <a:off x="5516784" y="1997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t7636"/>
            <p:cNvSpPr/>
            <p:nvPr/>
          </p:nvSpPr>
          <p:spPr>
            <a:xfrm>
              <a:off x="5255928" y="2211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t7637"/>
            <p:cNvSpPr/>
            <p:nvPr/>
          </p:nvSpPr>
          <p:spPr>
            <a:xfrm>
              <a:off x="5168716" y="2390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t7638"/>
            <p:cNvSpPr/>
            <p:nvPr/>
          </p:nvSpPr>
          <p:spPr>
            <a:xfrm>
              <a:off x="5418905" y="2166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t7639"/>
            <p:cNvSpPr/>
            <p:nvPr/>
          </p:nvSpPr>
          <p:spPr>
            <a:xfrm>
              <a:off x="5429820" y="2189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t7640"/>
            <p:cNvSpPr/>
            <p:nvPr/>
          </p:nvSpPr>
          <p:spPr>
            <a:xfrm>
              <a:off x="5274936" y="2137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t7641"/>
            <p:cNvSpPr/>
            <p:nvPr/>
          </p:nvSpPr>
          <p:spPr>
            <a:xfrm>
              <a:off x="5872822" y="1387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t7642"/>
            <p:cNvSpPr/>
            <p:nvPr/>
          </p:nvSpPr>
          <p:spPr>
            <a:xfrm>
              <a:off x="5188483" y="2119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t7643"/>
            <p:cNvSpPr/>
            <p:nvPr/>
          </p:nvSpPr>
          <p:spPr>
            <a:xfrm>
              <a:off x="5096051" y="2403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t7644"/>
            <p:cNvSpPr/>
            <p:nvPr/>
          </p:nvSpPr>
          <p:spPr>
            <a:xfrm>
              <a:off x="5358013" y="2206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t7645"/>
            <p:cNvSpPr/>
            <p:nvPr/>
          </p:nvSpPr>
          <p:spPr>
            <a:xfrm>
              <a:off x="5634695" y="2053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t7646"/>
            <p:cNvSpPr/>
            <p:nvPr/>
          </p:nvSpPr>
          <p:spPr>
            <a:xfrm>
              <a:off x="5508372" y="221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t7647"/>
            <p:cNvSpPr/>
            <p:nvPr/>
          </p:nvSpPr>
          <p:spPr>
            <a:xfrm>
              <a:off x="5106872" y="2734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t7648"/>
            <p:cNvSpPr/>
            <p:nvPr/>
          </p:nvSpPr>
          <p:spPr>
            <a:xfrm>
              <a:off x="5473055" y="2166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t7649"/>
            <p:cNvSpPr/>
            <p:nvPr/>
          </p:nvSpPr>
          <p:spPr>
            <a:xfrm>
              <a:off x="5496759" y="2336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t7650"/>
            <p:cNvSpPr/>
            <p:nvPr/>
          </p:nvSpPr>
          <p:spPr>
            <a:xfrm>
              <a:off x="5426156" y="215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t7651"/>
            <p:cNvSpPr/>
            <p:nvPr/>
          </p:nvSpPr>
          <p:spPr>
            <a:xfrm>
              <a:off x="5417628" y="2165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t7652"/>
            <p:cNvSpPr/>
            <p:nvPr/>
          </p:nvSpPr>
          <p:spPr>
            <a:xfrm>
              <a:off x="5311449" y="2157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t7653"/>
            <p:cNvSpPr/>
            <p:nvPr/>
          </p:nvSpPr>
          <p:spPr>
            <a:xfrm>
              <a:off x="5639320" y="2071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t7654"/>
            <p:cNvSpPr/>
            <p:nvPr/>
          </p:nvSpPr>
          <p:spPr>
            <a:xfrm>
              <a:off x="5303408" y="2177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t7655"/>
            <p:cNvSpPr/>
            <p:nvPr/>
          </p:nvSpPr>
          <p:spPr>
            <a:xfrm>
              <a:off x="5449836" y="1975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t7656"/>
            <p:cNvSpPr/>
            <p:nvPr/>
          </p:nvSpPr>
          <p:spPr>
            <a:xfrm>
              <a:off x="4742419" y="2699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t7657"/>
            <p:cNvSpPr/>
            <p:nvPr/>
          </p:nvSpPr>
          <p:spPr>
            <a:xfrm>
              <a:off x="5428951" y="2134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t7658"/>
            <p:cNvSpPr/>
            <p:nvPr/>
          </p:nvSpPr>
          <p:spPr>
            <a:xfrm>
              <a:off x="5424623" y="2172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t7659"/>
            <p:cNvSpPr/>
            <p:nvPr/>
          </p:nvSpPr>
          <p:spPr>
            <a:xfrm>
              <a:off x="5708429" y="1750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t7660"/>
            <p:cNvSpPr/>
            <p:nvPr/>
          </p:nvSpPr>
          <p:spPr>
            <a:xfrm>
              <a:off x="5789874" y="1946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t7661"/>
            <p:cNvSpPr/>
            <p:nvPr/>
          </p:nvSpPr>
          <p:spPr>
            <a:xfrm>
              <a:off x="5515812" y="2139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t7662"/>
            <p:cNvSpPr/>
            <p:nvPr/>
          </p:nvSpPr>
          <p:spPr>
            <a:xfrm>
              <a:off x="5265128" y="2142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t7663"/>
            <p:cNvSpPr/>
            <p:nvPr/>
          </p:nvSpPr>
          <p:spPr>
            <a:xfrm>
              <a:off x="5746633" y="2229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t7664"/>
            <p:cNvSpPr/>
            <p:nvPr/>
          </p:nvSpPr>
          <p:spPr>
            <a:xfrm>
              <a:off x="4931695" y="180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t7665"/>
            <p:cNvSpPr/>
            <p:nvPr/>
          </p:nvSpPr>
          <p:spPr>
            <a:xfrm>
              <a:off x="5414152" y="2198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t7666"/>
            <p:cNvSpPr/>
            <p:nvPr/>
          </p:nvSpPr>
          <p:spPr>
            <a:xfrm>
              <a:off x="5364012" y="2055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t7667"/>
            <p:cNvSpPr/>
            <p:nvPr/>
          </p:nvSpPr>
          <p:spPr>
            <a:xfrm>
              <a:off x="5598723" y="1990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t7668"/>
            <p:cNvSpPr/>
            <p:nvPr/>
          </p:nvSpPr>
          <p:spPr>
            <a:xfrm>
              <a:off x="5824505" y="1579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t7669"/>
            <p:cNvSpPr/>
            <p:nvPr/>
          </p:nvSpPr>
          <p:spPr>
            <a:xfrm>
              <a:off x="5649926" y="1950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t7670"/>
            <p:cNvSpPr/>
            <p:nvPr/>
          </p:nvSpPr>
          <p:spPr>
            <a:xfrm>
              <a:off x="5176186" y="2522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t7671"/>
            <p:cNvSpPr/>
            <p:nvPr/>
          </p:nvSpPr>
          <p:spPr>
            <a:xfrm>
              <a:off x="5403592" y="2248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t7672"/>
            <p:cNvSpPr/>
            <p:nvPr/>
          </p:nvSpPr>
          <p:spPr>
            <a:xfrm>
              <a:off x="5455326" y="1999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t7673"/>
            <p:cNvSpPr/>
            <p:nvPr/>
          </p:nvSpPr>
          <p:spPr>
            <a:xfrm>
              <a:off x="5476912" y="2330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t7674"/>
            <p:cNvSpPr/>
            <p:nvPr/>
          </p:nvSpPr>
          <p:spPr>
            <a:xfrm>
              <a:off x="5397550" y="2183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t7675"/>
            <p:cNvSpPr/>
            <p:nvPr/>
          </p:nvSpPr>
          <p:spPr>
            <a:xfrm>
              <a:off x="5003524" y="2389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t7676"/>
            <p:cNvSpPr/>
            <p:nvPr/>
          </p:nvSpPr>
          <p:spPr>
            <a:xfrm>
              <a:off x="5608118" y="2014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t7677"/>
            <p:cNvSpPr/>
            <p:nvPr/>
          </p:nvSpPr>
          <p:spPr>
            <a:xfrm>
              <a:off x="5969337" y="1989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t7678"/>
            <p:cNvSpPr/>
            <p:nvPr/>
          </p:nvSpPr>
          <p:spPr>
            <a:xfrm>
              <a:off x="5664526" y="1717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t7679"/>
            <p:cNvSpPr/>
            <p:nvPr/>
          </p:nvSpPr>
          <p:spPr>
            <a:xfrm>
              <a:off x="5350978" y="2231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t7680"/>
            <p:cNvSpPr/>
            <p:nvPr/>
          </p:nvSpPr>
          <p:spPr>
            <a:xfrm>
              <a:off x="5198791" y="2232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t7681"/>
            <p:cNvSpPr/>
            <p:nvPr/>
          </p:nvSpPr>
          <p:spPr>
            <a:xfrm>
              <a:off x="5138889" y="268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t7682"/>
            <p:cNvSpPr/>
            <p:nvPr/>
          </p:nvSpPr>
          <p:spPr>
            <a:xfrm>
              <a:off x="5639502" y="2087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t7683"/>
            <p:cNvSpPr/>
            <p:nvPr/>
          </p:nvSpPr>
          <p:spPr>
            <a:xfrm>
              <a:off x="5736872" y="1996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t7684"/>
            <p:cNvSpPr/>
            <p:nvPr/>
          </p:nvSpPr>
          <p:spPr>
            <a:xfrm>
              <a:off x="5523507" y="1976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t7685"/>
            <p:cNvSpPr/>
            <p:nvPr/>
          </p:nvSpPr>
          <p:spPr>
            <a:xfrm>
              <a:off x="5084512" y="198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t7686"/>
            <p:cNvSpPr/>
            <p:nvPr/>
          </p:nvSpPr>
          <p:spPr>
            <a:xfrm>
              <a:off x="5273170" y="2134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t7687"/>
            <p:cNvSpPr/>
            <p:nvPr/>
          </p:nvSpPr>
          <p:spPr>
            <a:xfrm>
              <a:off x="5336935" y="2212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t7688"/>
            <p:cNvSpPr/>
            <p:nvPr/>
          </p:nvSpPr>
          <p:spPr>
            <a:xfrm>
              <a:off x="5304856" y="2201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t7689"/>
            <p:cNvSpPr/>
            <p:nvPr/>
          </p:nvSpPr>
          <p:spPr>
            <a:xfrm>
              <a:off x="5163906" y="2195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t7690"/>
            <p:cNvSpPr/>
            <p:nvPr/>
          </p:nvSpPr>
          <p:spPr>
            <a:xfrm>
              <a:off x="5365840" y="1956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t7691"/>
            <p:cNvSpPr/>
            <p:nvPr/>
          </p:nvSpPr>
          <p:spPr>
            <a:xfrm>
              <a:off x="5695599" y="2040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t7692"/>
            <p:cNvSpPr/>
            <p:nvPr/>
          </p:nvSpPr>
          <p:spPr>
            <a:xfrm>
              <a:off x="5212993" y="2143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t7693"/>
            <p:cNvSpPr/>
            <p:nvPr/>
          </p:nvSpPr>
          <p:spPr>
            <a:xfrm>
              <a:off x="5319016" y="2163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t7694"/>
            <p:cNvSpPr/>
            <p:nvPr/>
          </p:nvSpPr>
          <p:spPr>
            <a:xfrm>
              <a:off x="5675253" y="1967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t7695"/>
            <p:cNvSpPr/>
            <p:nvPr/>
          </p:nvSpPr>
          <p:spPr>
            <a:xfrm>
              <a:off x="5174755" y="2417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t7696"/>
            <p:cNvSpPr/>
            <p:nvPr/>
          </p:nvSpPr>
          <p:spPr>
            <a:xfrm>
              <a:off x="5364871" y="2074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t7697"/>
            <p:cNvSpPr/>
            <p:nvPr/>
          </p:nvSpPr>
          <p:spPr>
            <a:xfrm>
              <a:off x="5742557" y="1979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t7698"/>
            <p:cNvSpPr/>
            <p:nvPr/>
          </p:nvSpPr>
          <p:spPr>
            <a:xfrm>
              <a:off x="5530039" y="2309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t7699"/>
            <p:cNvSpPr/>
            <p:nvPr/>
          </p:nvSpPr>
          <p:spPr>
            <a:xfrm>
              <a:off x="5711442" y="1842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t7700"/>
            <p:cNvSpPr/>
            <p:nvPr/>
          </p:nvSpPr>
          <p:spPr>
            <a:xfrm>
              <a:off x="5449625" y="1953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t7701"/>
            <p:cNvSpPr/>
            <p:nvPr/>
          </p:nvSpPr>
          <p:spPr>
            <a:xfrm>
              <a:off x="5818323" y="1921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t7702"/>
            <p:cNvSpPr/>
            <p:nvPr/>
          </p:nvSpPr>
          <p:spPr>
            <a:xfrm>
              <a:off x="5307532" y="2099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t7703"/>
            <p:cNvSpPr/>
            <p:nvPr/>
          </p:nvSpPr>
          <p:spPr>
            <a:xfrm>
              <a:off x="4912637" y="2244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t7704"/>
            <p:cNvSpPr/>
            <p:nvPr/>
          </p:nvSpPr>
          <p:spPr>
            <a:xfrm>
              <a:off x="5345186" y="2248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t7705"/>
            <p:cNvSpPr/>
            <p:nvPr/>
          </p:nvSpPr>
          <p:spPr>
            <a:xfrm>
              <a:off x="5392999" y="2263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t7706"/>
            <p:cNvSpPr/>
            <p:nvPr/>
          </p:nvSpPr>
          <p:spPr>
            <a:xfrm>
              <a:off x="5545683" y="2094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t7707"/>
            <p:cNvSpPr/>
            <p:nvPr/>
          </p:nvSpPr>
          <p:spPr>
            <a:xfrm>
              <a:off x="5034968" y="253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t7708"/>
            <p:cNvSpPr/>
            <p:nvPr/>
          </p:nvSpPr>
          <p:spPr>
            <a:xfrm>
              <a:off x="5173158" y="2492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t7709"/>
            <p:cNvSpPr/>
            <p:nvPr/>
          </p:nvSpPr>
          <p:spPr>
            <a:xfrm>
              <a:off x="6001463" y="217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t7710"/>
            <p:cNvSpPr/>
            <p:nvPr/>
          </p:nvSpPr>
          <p:spPr>
            <a:xfrm>
              <a:off x="5386051" y="2182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t7711"/>
            <p:cNvSpPr/>
            <p:nvPr/>
          </p:nvSpPr>
          <p:spPr>
            <a:xfrm>
              <a:off x="4962778" y="2757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t7712"/>
            <p:cNvSpPr/>
            <p:nvPr/>
          </p:nvSpPr>
          <p:spPr>
            <a:xfrm>
              <a:off x="5536800" y="2222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t7713"/>
            <p:cNvSpPr/>
            <p:nvPr/>
          </p:nvSpPr>
          <p:spPr>
            <a:xfrm>
              <a:off x="5586818" y="1908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t7714"/>
            <p:cNvSpPr/>
            <p:nvPr/>
          </p:nvSpPr>
          <p:spPr>
            <a:xfrm>
              <a:off x="5696882" y="1929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t7715"/>
            <p:cNvSpPr/>
            <p:nvPr/>
          </p:nvSpPr>
          <p:spPr>
            <a:xfrm>
              <a:off x="5309333" y="2281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t7716"/>
            <p:cNvSpPr/>
            <p:nvPr/>
          </p:nvSpPr>
          <p:spPr>
            <a:xfrm>
              <a:off x="5559178" y="2262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t7717"/>
            <p:cNvSpPr/>
            <p:nvPr/>
          </p:nvSpPr>
          <p:spPr>
            <a:xfrm>
              <a:off x="5256504" y="2235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t7718"/>
            <p:cNvSpPr/>
            <p:nvPr/>
          </p:nvSpPr>
          <p:spPr>
            <a:xfrm>
              <a:off x="5618008" y="2114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t7719"/>
            <p:cNvSpPr/>
            <p:nvPr/>
          </p:nvSpPr>
          <p:spPr>
            <a:xfrm>
              <a:off x="5512680" y="2114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t7720"/>
            <p:cNvSpPr/>
            <p:nvPr/>
          </p:nvSpPr>
          <p:spPr>
            <a:xfrm>
              <a:off x="5559085" y="2252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t7721"/>
            <p:cNvSpPr/>
            <p:nvPr/>
          </p:nvSpPr>
          <p:spPr>
            <a:xfrm>
              <a:off x="5258925" y="2169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t7722"/>
            <p:cNvSpPr/>
            <p:nvPr/>
          </p:nvSpPr>
          <p:spPr>
            <a:xfrm>
              <a:off x="4704805" y="2722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t7723"/>
            <p:cNvSpPr/>
            <p:nvPr/>
          </p:nvSpPr>
          <p:spPr>
            <a:xfrm>
              <a:off x="5585798" y="1861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t7724"/>
            <p:cNvSpPr/>
            <p:nvPr/>
          </p:nvSpPr>
          <p:spPr>
            <a:xfrm>
              <a:off x="5276148" y="2157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t7725"/>
            <p:cNvSpPr/>
            <p:nvPr/>
          </p:nvSpPr>
          <p:spPr>
            <a:xfrm>
              <a:off x="5342693" y="2265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t7726"/>
            <p:cNvSpPr/>
            <p:nvPr/>
          </p:nvSpPr>
          <p:spPr>
            <a:xfrm>
              <a:off x="5036369" y="2515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t7727"/>
            <p:cNvSpPr/>
            <p:nvPr/>
          </p:nvSpPr>
          <p:spPr>
            <a:xfrm>
              <a:off x="5534976" y="2300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t7728"/>
            <p:cNvSpPr/>
            <p:nvPr/>
          </p:nvSpPr>
          <p:spPr>
            <a:xfrm>
              <a:off x="4920450" y="1675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t7729"/>
            <p:cNvSpPr/>
            <p:nvPr/>
          </p:nvSpPr>
          <p:spPr>
            <a:xfrm>
              <a:off x="5429821" y="2146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t7730"/>
            <p:cNvSpPr/>
            <p:nvPr/>
          </p:nvSpPr>
          <p:spPr>
            <a:xfrm>
              <a:off x="5537722" y="2288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t7731"/>
            <p:cNvSpPr/>
            <p:nvPr/>
          </p:nvSpPr>
          <p:spPr>
            <a:xfrm>
              <a:off x="5359953" y="2283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t7732"/>
            <p:cNvSpPr/>
            <p:nvPr/>
          </p:nvSpPr>
          <p:spPr>
            <a:xfrm>
              <a:off x="5325572" y="2192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t7733"/>
            <p:cNvSpPr/>
            <p:nvPr/>
          </p:nvSpPr>
          <p:spPr>
            <a:xfrm>
              <a:off x="5335135" y="2020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t7734"/>
            <p:cNvSpPr/>
            <p:nvPr/>
          </p:nvSpPr>
          <p:spPr>
            <a:xfrm>
              <a:off x="5590038" y="2071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t7735"/>
            <p:cNvSpPr/>
            <p:nvPr/>
          </p:nvSpPr>
          <p:spPr>
            <a:xfrm>
              <a:off x="4967667" y="2648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t7736"/>
            <p:cNvSpPr/>
            <p:nvPr/>
          </p:nvSpPr>
          <p:spPr>
            <a:xfrm>
              <a:off x="5403225" y="2294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t7737"/>
            <p:cNvSpPr/>
            <p:nvPr/>
          </p:nvSpPr>
          <p:spPr>
            <a:xfrm>
              <a:off x="5429438" y="2179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t7738"/>
            <p:cNvSpPr/>
            <p:nvPr/>
          </p:nvSpPr>
          <p:spPr>
            <a:xfrm>
              <a:off x="5210673" y="2218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t7739"/>
            <p:cNvSpPr/>
            <p:nvPr/>
          </p:nvSpPr>
          <p:spPr>
            <a:xfrm>
              <a:off x="5590627" y="213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t7740"/>
            <p:cNvSpPr/>
            <p:nvPr/>
          </p:nvSpPr>
          <p:spPr>
            <a:xfrm>
              <a:off x="5736091" y="1976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t7741"/>
            <p:cNvSpPr/>
            <p:nvPr/>
          </p:nvSpPr>
          <p:spPr>
            <a:xfrm>
              <a:off x="5346820" y="2265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t7742"/>
            <p:cNvSpPr/>
            <p:nvPr/>
          </p:nvSpPr>
          <p:spPr>
            <a:xfrm>
              <a:off x="5529346" y="2175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t7743"/>
            <p:cNvSpPr/>
            <p:nvPr/>
          </p:nvSpPr>
          <p:spPr>
            <a:xfrm>
              <a:off x="5674194" y="1887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t7744"/>
            <p:cNvSpPr/>
            <p:nvPr/>
          </p:nvSpPr>
          <p:spPr>
            <a:xfrm>
              <a:off x="5290082" y="2226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t7745"/>
            <p:cNvSpPr/>
            <p:nvPr/>
          </p:nvSpPr>
          <p:spPr>
            <a:xfrm>
              <a:off x="5380838" y="2176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t7746"/>
            <p:cNvSpPr/>
            <p:nvPr/>
          </p:nvSpPr>
          <p:spPr>
            <a:xfrm>
              <a:off x="5910237" y="1716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t7747"/>
            <p:cNvSpPr/>
            <p:nvPr/>
          </p:nvSpPr>
          <p:spPr>
            <a:xfrm>
              <a:off x="5659129" y="186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t7748"/>
            <p:cNvSpPr/>
            <p:nvPr/>
          </p:nvSpPr>
          <p:spPr>
            <a:xfrm>
              <a:off x="5226725" y="2058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t7749"/>
            <p:cNvSpPr/>
            <p:nvPr/>
          </p:nvSpPr>
          <p:spPr>
            <a:xfrm>
              <a:off x="5311455" y="2230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t7750"/>
            <p:cNvSpPr/>
            <p:nvPr/>
          </p:nvSpPr>
          <p:spPr>
            <a:xfrm>
              <a:off x="5313525" y="2040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t7751"/>
            <p:cNvSpPr/>
            <p:nvPr/>
          </p:nvSpPr>
          <p:spPr>
            <a:xfrm>
              <a:off x="5607174" y="1891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t7752"/>
            <p:cNvSpPr/>
            <p:nvPr/>
          </p:nvSpPr>
          <p:spPr>
            <a:xfrm>
              <a:off x="5168053" y="2218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t7753"/>
            <p:cNvSpPr/>
            <p:nvPr/>
          </p:nvSpPr>
          <p:spPr>
            <a:xfrm>
              <a:off x="5086462" y="1937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t7754"/>
            <p:cNvSpPr/>
            <p:nvPr/>
          </p:nvSpPr>
          <p:spPr>
            <a:xfrm>
              <a:off x="5411448" y="2054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t7755"/>
            <p:cNvSpPr/>
            <p:nvPr/>
          </p:nvSpPr>
          <p:spPr>
            <a:xfrm>
              <a:off x="5943849" y="1808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t7756"/>
            <p:cNvSpPr/>
            <p:nvPr/>
          </p:nvSpPr>
          <p:spPr>
            <a:xfrm>
              <a:off x="5450570" y="1947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t7757"/>
            <p:cNvSpPr/>
            <p:nvPr/>
          </p:nvSpPr>
          <p:spPr>
            <a:xfrm>
              <a:off x="5124919" y="2756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t7758"/>
            <p:cNvSpPr/>
            <p:nvPr/>
          </p:nvSpPr>
          <p:spPr>
            <a:xfrm>
              <a:off x="5380574" y="2156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t7759"/>
            <p:cNvSpPr/>
            <p:nvPr/>
          </p:nvSpPr>
          <p:spPr>
            <a:xfrm>
              <a:off x="5212225" y="2026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t7760"/>
            <p:cNvSpPr/>
            <p:nvPr/>
          </p:nvSpPr>
          <p:spPr>
            <a:xfrm>
              <a:off x="5190210" y="2258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t7761"/>
            <p:cNvSpPr/>
            <p:nvPr/>
          </p:nvSpPr>
          <p:spPr>
            <a:xfrm>
              <a:off x="5308132" y="2040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t7762"/>
            <p:cNvSpPr/>
            <p:nvPr/>
          </p:nvSpPr>
          <p:spPr>
            <a:xfrm>
              <a:off x="5669584" y="1747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t7763"/>
            <p:cNvSpPr/>
            <p:nvPr/>
          </p:nvSpPr>
          <p:spPr>
            <a:xfrm>
              <a:off x="4891153" y="2590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t7764"/>
            <p:cNvSpPr/>
            <p:nvPr/>
          </p:nvSpPr>
          <p:spPr>
            <a:xfrm>
              <a:off x="5686060" y="2193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t7765"/>
            <p:cNvSpPr/>
            <p:nvPr/>
          </p:nvSpPr>
          <p:spPr>
            <a:xfrm>
              <a:off x="5105616" y="2570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t7766"/>
            <p:cNvSpPr/>
            <p:nvPr/>
          </p:nvSpPr>
          <p:spPr>
            <a:xfrm>
              <a:off x="4838954" y="2343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t7767"/>
            <p:cNvSpPr/>
            <p:nvPr/>
          </p:nvSpPr>
          <p:spPr>
            <a:xfrm>
              <a:off x="5544511" y="2152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t7768"/>
            <p:cNvSpPr/>
            <p:nvPr/>
          </p:nvSpPr>
          <p:spPr>
            <a:xfrm>
              <a:off x="5494969" y="2345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t7769"/>
            <p:cNvSpPr/>
            <p:nvPr/>
          </p:nvSpPr>
          <p:spPr>
            <a:xfrm>
              <a:off x="5491967" y="2264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t7770"/>
            <p:cNvSpPr/>
            <p:nvPr/>
          </p:nvSpPr>
          <p:spPr>
            <a:xfrm>
              <a:off x="5160946" y="2100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t7771"/>
            <p:cNvSpPr/>
            <p:nvPr/>
          </p:nvSpPr>
          <p:spPr>
            <a:xfrm>
              <a:off x="5362635" y="1972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t7772"/>
            <p:cNvSpPr/>
            <p:nvPr/>
          </p:nvSpPr>
          <p:spPr>
            <a:xfrm>
              <a:off x="5392120" y="2161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t7773"/>
            <p:cNvSpPr/>
            <p:nvPr/>
          </p:nvSpPr>
          <p:spPr>
            <a:xfrm>
              <a:off x="5800979" y="2055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t7774"/>
            <p:cNvSpPr/>
            <p:nvPr/>
          </p:nvSpPr>
          <p:spPr>
            <a:xfrm>
              <a:off x="5404677" y="2299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t7775"/>
            <p:cNvSpPr/>
            <p:nvPr/>
          </p:nvSpPr>
          <p:spPr>
            <a:xfrm>
              <a:off x="5134361" y="2665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t7776"/>
            <p:cNvSpPr/>
            <p:nvPr/>
          </p:nvSpPr>
          <p:spPr>
            <a:xfrm>
              <a:off x="5545724" y="2111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t7777"/>
            <p:cNvSpPr/>
            <p:nvPr/>
          </p:nvSpPr>
          <p:spPr>
            <a:xfrm>
              <a:off x="5706061" y="1767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t7778"/>
            <p:cNvSpPr/>
            <p:nvPr/>
          </p:nvSpPr>
          <p:spPr>
            <a:xfrm>
              <a:off x="4886118" y="2519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t7779"/>
            <p:cNvSpPr/>
            <p:nvPr/>
          </p:nvSpPr>
          <p:spPr>
            <a:xfrm>
              <a:off x="5468081" y="2063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t7780"/>
            <p:cNvSpPr/>
            <p:nvPr/>
          </p:nvSpPr>
          <p:spPr>
            <a:xfrm>
              <a:off x="5737115" y="1942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t7781"/>
            <p:cNvSpPr/>
            <p:nvPr/>
          </p:nvSpPr>
          <p:spPr>
            <a:xfrm>
              <a:off x="5344781" y="2305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t7782"/>
            <p:cNvSpPr/>
            <p:nvPr/>
          </p:nvSpPr>
          <p:spPr>
            <a:xfrm>
              <a:off x="5519843" y="2172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t7783"/>
            <p:cNvSpPr/>
            <p:nvPr/>
          </p:nvSpPr>
          <p:spPr>
            <a:xfrm>
              <a:off x="5380707" y="2219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t7784"/>
            <p:cNvSpPr/>
            <p:nvPr/>
          </p:nvSpPr>
          <p:spPr>
            <a:xfrm>
              <a:off x="5267631" y="2168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t7785"/>
            <p:cNvSpPr/>
            <p:nvPr/>
          </p:nvSpPr>
          <p:spPr>
            <a:xfrm>
              <a:off x="5533109" y="2174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t7786"/>
            <p:cNvSpPr/>
            <p:nvPr/>
          </p:nvSpPr>
          <p:spPr>
            <a:xfrm>
              <a:off x="5681393" y="1921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t7787"/>
            <p:cNvSpPr/>
            <p:nvPr/>
          </p:nvSpPr>
          <p:spPr>
            <a:xfrm>
              <a:off x="5497375" y="2181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t7788"/>
            <p:cNvSpPr/>
            <p:nvPr/>
          </p:nvSpPr>
          <p:spPr>
            <a:xfrm>
              <a:off x="5123537" y="2599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t7789"/>
            <p:cNvSpPr/>
            <p:nvPr/>
          </p:nvSpPr>
          <p:spPr>
            <a:xfrm>
              <a:off x="5778384" y="1769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t7790"/>
            <p:cNvSpPr/>
            <p:nvPr/>
          </p:nvSpPr>
          <p:spPr>
            <a:xfrm>
              <a:off x="5458110" y="1935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t7791"/>
            <p:cNvSpPr/>
            <p:nvPr/>
          </p:nvSpPr>
          <p:spPr>
            <a:xfrm>
              <a:off x="5460407" y="1972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t7792"/>
            <p:cNvSpPr/>
            <p:nvPr/>
          </p:nvSpPr>
          <p:spPr>
            <a:xfrm>
              <a:off x="5463604" y="1990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t7793"/>
            <p:cNvSpPr/>
            <p:nvPr/>
          </p:nvSpPr>
          <p:spPr>
            <a:xfrm>
              <a:off x="5530355" y="2233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t7794"/>
            <p:cNvSpPr/>
            <p:nvPr/>
          </p:nvSpPr>
          <p:spPr>
            <a:xfrm>
              <a:off x="5314940" y="2179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t7795"/>
            <p:cNvSpPr/>
            <p:nvPr/>
          </p:nvSpPr>
          <p:spPr>
            <a:xfrm>
              <a:off x="5072323" y="2442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t7796"/>
            <p:cNvSpPr/>
            <p:nvPr/>
          </p:nvSpPr>
          <p:spPr>
            <a:xfrm>
              <a:off x="5721489" y="2107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t7797"/>
            <p:cNvSpPr/>
            <p:nvPr/>
          </p:nvSpPr>
          <p:spPr>
            <a:xfrm>
              <a:off x="5097788" y="2573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t7798"/>
            <p:cNvSpPr/>
            <p:nvPr/>
          </p:nvSpPr>
          <p:spPr>
            <a:xfrm>
              <a:off x="5301256" y="2216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t7799"/>
            <p:cNvSpPr/>
            <p:nvPr/>
          </p:nvSpPr>
          <p:spPr>
            <a:xfrm>
              <a:off x="5188110" y="2295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t7800"/>
            <p:cNvSpPr/>
            <p:nvPr/>
          </p:nvSpPr>
          <p:spPr>
            <a:xfrm>
              <a:off x="5511303" y="2123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t7801"/>
            <p:cNvSpPr/>
            <p:nvPr/>
          </p:nvSpPr>
          <p:spPr>
            <a:xfrm>
              <a:off x="5273121" y="216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t7802"/>
            <p:cNvSpPr/>
            <p:nvPr/>
          </p:nvSpPr>
          <p:spPr>
            <a:xfrm>
              <a:off x="5559927" y="2288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t7803"/>
            <p:cNvSpPr/>
            <p:nvPr/>
          </p:nvSpPr>
          <p:spPr>
            <a:xfrm>
              <a:off x="5700808" y="1838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t7804"/>
            <p:cNvSpPr/>
            <p:nvPr/>
          </p:nvSpPr>
          <p:spPr>
            <a:xfrm>
              <a:off x="5293053" y="2209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t7805"/>
            <p:cNvSpPr/>
            <p:nvPr/>
          </p:nvSpPr>
          <p:spPr>
            <a:xfrm>
              <a:off x="5119560" y="2557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t7806"/>
            <p:cNvSpPr/>
            <p:nvPr/>
          </p:nvSpPr>
          <p:spPr>
            <a:xfrm>
              <a:off x="5079868" y="2063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t7807"/>
            <p:cNvSpPr/>
            <p:nvPr/>
          </p:nvSpPr>
          <p:spPr>
            <a:xfrm>
              <a:off x="5347319" y="2363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t7808"/>
            <p:cNvSpPr/>
            <p:nvPr/>
          </p:nvSpPr>
          <p:spPr>
            <a:xfrm>
              <a:off x="5284692" y="2165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t7809"/>
            <p:cNvSpPr/>
            <p:nvPr/>
          </p:nvSpPr>
          <p:spPr>
            <a:xfrm>
              <a:off x="5233743" y="2055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t7810"/>
            <p:cNvSpPr/>
            <p:nvPr/>
          </p:nvSpPr>
          <p:spPr>
            <a:xfrm>
              <a:off x="5671101" y="1807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t7811"/>
            <p:cNvSpPr/>
            <p:nvPr/>
          </p:nvSpPr>
          <p:spPr>
            <a:xfrm>
              <a:off x="5379550" y="2242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t7812"/>
            <p:cNvSpPr/>
            <p:nvPr/>
          </p:nvSpPr>
          <p:spPr>
            <a:xfrm>
              <a:off x="5150127" y="2483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t7813"/>
            <p:cNvSpPr/>
            <p:nvPr/>
          </p:nvSpPr>
          <p:spPr>
            <a:xfrm>
              <a:off x="5390192" y="2217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t7814"/>
            <p:cNvSpPr/>
            <p:nvPr/>
          </p:nvSpPr>
          <p:spPr>
            <a:xfrm>
              <a:off x="5731820" y="2056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t7815"/>
            <p:cNvSpPr/>
            <p:nvPr/>
          </p:nvSpPr>
          <p:spPr>
            <a:xfrm>
              <a:off x="5534306" y="2206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t7816"/>
            <p:cNvSpPr/>
            <p:nvPr/>
          </p:nvSpPr>
          <p:spPr>
            <a:xfrm>
              <a:off x="5583865" y="2035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t7817"/>
            <p:cNvSpPr/>
            <p:nvPr/>
          </p:nvSpPr>
          <p:spPr>
            <a:xfrm>
              <a:off x="5550316" y="2227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t7818"/>
            <p:cNvSpPr/>
            <p:nvPr/>
          </p:nvSpPr>
          <p:spPr>
            <a:xfrm>
              <a:off x="5405207" y="2291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t7819"/>
            <p:cNvSpPr/>
            <p:nvPr/>
          </p:nvSpPr>
          <p:spPr>
            <a:xfrm>
              <a:off x="5254730" y="2263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t7820"/>
            <p:cNvSpPr/>
            <p:nvPr/>
          </p:nvSpPr>
          <p:spPr>
            <a:xfrm>
              <a:off x="5046509" y="2314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t7821"/>
            <p:cNvSpPr/>
            <p:nvPr/>
          </p:nvSpPr>
          <p:spPr>
            <a:xfrm>
              <a:off x="5347925" y="2229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t7822"/>
            <p:cNvSpPr/>
            <p:nvPr/>
          </p:nvSpPr>
          <p:spPr>
            <a:xfrm>
              <a:off x="5649386" y="1902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t7823"/>
            <p:cNvSpPr/>
            <p:nvPr/>
          </p:nvSpPr>
          <p:spPr>
            <a:xfrm>
              <a:off x="5525574" y="2022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t7824"/>
            <p:cNvSpPr/>
            <p:nvPr/>
          </p:nvSpPr>
          <p:spPr>
            <a:xfrm>
              <a:off x="5059271" y="257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t7825"/>
            <p:cNvSpPr/>
            <p:nvPr/>
          </p:nvSpPr>
          <p:spPr>
            <a:xfrm>
              <a:off x="5433680" y="2177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t7826"/>
            <p:cNvSpPr/>
            <p:nvPr/>
          </p:nvSpPr>
          <p:spPr>
            <a:xfrm>
              <a:off x="5616112" y="2174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t7827"/>
            <p:cNvSpPr/>
            <p:nvPr/>
          </p:nvSpPr>
          <p:spPr>
            <a:xfrm>
              <a:off x="4929510" y="2219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t7828"/>
            <p:cNvSpPr/>
            <p:nvPr/>
          </p:nvSpPr>
          <p:spPr>
            <a:xfrm>
              <a:off x="5113320" y="2548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t7829"/>
            <p:cNvSpPr/>
            <p:nvPr/>
          </p:nvSpPr>
          <p:spPr>
            <a:xfrm>
              <a:off x="5121105" y="2683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t7830"/>
            <p:cNvSpPr/>
            <p:nvPr/>
          </p:nvSpPr>
          <p:spPr>
            <a:xfrm>
              <a:off x="5925960" y="1532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t7831"/>
            <p:cNvSpPr/>
            <p:nvPr/>
          </p:nvSpPr>
          <p:spPr>
            <a:xfrm>
              <a:off x="5274959" y="2155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t7832"/>
            <p:cNvSpPr/>
            <p:nvPr/>
          </p:nvSpPr>
          <p:spPr>
            <a:xfrm>
              <a:off x="5668850" y="1741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t7833"/>
            <p:cNvSpPr/>
            <p:nvPr/>
          </p:nvSpPr>
          <p:spPr>
            <a:xfrm>
              <a:off x="5430196" y="2128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t7834"/>
            <p:cNvSpPr/>
            <p:nvPr/>
          </p:nvSpPr>
          <p:spPr>
            <a:xfrm>
              <a:off x="5360300" y="2019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t7835"/>
            <p:cNvSpPr/>
            <p:nvPr/>
          </p:nvSpPr>
          <p:spPr>
            <a:xfrm>
              <a:off x="5426882" y="2092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t7836"/>
            <p:cNvSpPr/>
            <p:nvPr/>
          </p:nvSpPr>
          <p:spPr>
            <a:xfrm>
              <a:off x="5296872" y="2227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t7837"/>
            <p:cNvSpPr/>
            <p:nvPr/>
          </p:nvSpPr>
          <p:spPr>
            <a:xfrm>
              <a:off x="5217323" y="2121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t7838"/>
            <p:cNvSpPr/>
            <p:nvPr/>
          </p:nvSpPr>
          <p:spPr>
            <a:xfrm>
              <a:off x="5509488" y="2140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t7839"/>
            <p:cNvSpPr/>
            <p:nvPr/>
          </p:nvSpPr>
          <p:spPr>
            <a:xfrm>
              <a:off x="5376011" y="2228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t7840"/>
            <p:cNvSpPr/>
            <p:nvPr/>
          </p:nvSpPr>
          <p:spPr>
            <a:xfrm>
              <a:off x="5630648" y="1967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t7841"/>
            <p:cNvSpPr/>
            <p:nvPr/>
          </p:nvSpPr>
          <p:spPr>
            <a:xfrm>
              <a:off x="5311999" y="2190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t7842"/>
            <p:cNvSpPr/>
            <p:nvPr/>
          </p:nvSpPr>
          <p:spPr>
            <a:xfrm>
              <a:off x="5589848" y="1974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t7843"/>
            <p:cNvSpPr/>
            <p:nvPr/>
          </p:nvSpPr>
          <p:spPr>
            <a:xfrm>
              <a:off x="5046019" y="2404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t7844"/>
            <p:cNvSpPr/>
            <p:nvPr/>
          </p:nvSpPr>
          <p:spPr>
            <a:xfrm>
              <a:off x="5772952" y="2048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t7845"/>
            <p:cNvSpPr/>
            <p:nvPr/>
          </p:nvSpPr>
          <p:spPr>
            <a:xfrm>
              <a:off x="5707650" y="1865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t7846"/>
            <p:cNvSpPr/>
            <p:nvPr/>
          </p:nvSpPr>
          <p:spPr>
            <a:xfrm>
              <a:off x="5256221" y="2335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t7847"/>
            <p:cNvSpPr/>
            <p:nvPr/>
          </p:nvSpPr>
          <p:spPr>
            <a:xfrm>
              <a:off x="5439810" y="2116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t7848"/>
            <p:cNvSpPr/>
            <p:nvPr/>
          </p:nvSpPr>
          <p:spPr>
            <a:xfrm>
              <a:off x="5519243" y="2285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t7849"/>
            <p:cNvSpPr/>
            <p:nvPr/>
          </p:nvSpPr>
          <p:spPr>
            <a:xfrm>
              <a:off x="5186577" y="2174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t7850"/>
            <p:cNvSpPr/>
            <p:nvPr/>
          </p:nvSpPr>
          <p:spPr>
            <a:xfrm>
              <a:off x="5171506" y="233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t7851"/>
            <p:cNvSpPr/>
            <p:nvPr/>
          </p:nvSpPr>
          <p:spPr>
            <a:xfrm>
              <a:off x="5222679" y="1959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t7852"/>
            <p:cNvSpPr/>
            <p:nvPr/>
          </p:nvSpPr>
          <p:spPr>
            <a:xfrm>
              <a:off x="5203909" y="2124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t7853"/>
            <p:cNvSpPr/>
            <p:nvPr/>
          </p:nvSpPr>
          <p:spPr>
            <a:xfrm>
              <a:off x="5269169" y="2044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t7854"/>
            <p:cNvSpPr/>
            <p:nvPr/>
          </p:nvSpPr>
          <p:spPr>
            <a:xfrm>
              <a:off x="5409496" y="2342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t7855"/>
            <p:cNvSpPr/>
            <p:nvPr/>
          </p:nvSpPr>
          <p:spPr>
            <a:xfrm>
              <a:off x="5484728" y="2191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t7856"/>
            <p:cNvSpPr/>
            <p:nvPr/>
          </p:nvSpPr>
          <p:spPr>
            <a:xfrm>
              <a:off x="5738919" y="2048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t7857"/>
            <p:cNvSpPr/>
            <p:nvPr/>
          </p:nvSpPr>
          <p:spPr>
            <a:xfrm>
              <a:off x="6050411" y="1888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t7858"/>
            <p:cNvSpPr/>
            <p:nvPr/>
          </p:nvSpPr>
          <p:spPr>
            <a:xfrm>
              <a:off x="5586389" y="1861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t7859"/>
            <p:cNvSpPr/>
            <p:nvPr/>
          </p:nvSpPr>
          <p:spPr>
            <a:xfrm>
              <a:off x="5068254" y="2327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t7860"/>
            <p:cNvSpPr/>
            <p:nvPr/>
          </p:nvSpPr>
          <p:spPr>
            <a:xfrm>
              <a:off x="5487885" y="230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t7861"/>
            <p:cNvSpPr/>
            <p:nvPr/>
          </p:nvSpPr>
          <p:spPr>
            <a:xfrm>
              <a:off x="4914895" y="237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t7862"/>
            <p:cNvSpPr/>
            <p:nvPr/>
          </p:nvSpPr>
          <p:spPr>
            <a:xfrm>
              <a:off x="5348676" y="2281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t7863"/>
            <p:cNvSpPr/>
            <p:nvPr/>
          </p:nvSpPr>
          <p:spPr>
            <a:xfrm>
              <a:off x="5550772" y="2252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t7864"/>
            <p:cNvSpPr/>
            <p:nvPr/>
          </p:nvSpPr>
          <p:spPr>
            <a:xfrm>
              <a:off x="5503458" y="2202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t7865"/>
            <p:cNvSpPr/>
            <p:nvPr/>
          </p:nvSpPr>
          <p:spPr>
            <a:xfrm>
              <a:off x="5494964" y="2197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t7866"/>
            <p:cNvSpPr/>
            <p:nvPr/>
          </p:nvSpPr>
          <p:spPr>
            <a:xfrm>
              <a:off x="5457324" y="2024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t7867"/>
            <p:cNvSpPr/>
            <p:nvPr/>
          </p:nvSpPr>
          <p:spPr>
            <a:xfrm>
              <a:off x="5637551" y="2128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t7868"/>
            <p:cNvSpPr/>
            <p:nvPr/>
          </p:nvSpPr>
          <p:spPr>
            <a:xfrm>
              <a:off x="5476112" y="2253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t7869"/>
            <p:cNvSpPr/>
            <p:nvPr/>
          </p:nvSpPr>
          <p:spPr>
            <a:xfrm>
              <a:off x="5111485" y="2652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t7870"/>
            <p:cNvSpPr/>
            <p:nvPr/>
          </p:nvSpPr>
          <p:spPr>
            <a:xfrm>
              <a:off x="4872970" y="2842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t7871"/>
            <p:cNvSpPr/>
            <p:nvPr/>
          </p:nvSpPr>
          <p:spPr>
            <a:xfrm>
              <a:off x="5446285" y="201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t7872"/>
            <p:cNvSpPr/>
            <p:nvPr/>
          </p:nvSpPr>
          <p:spPr>
            <a:xfrm>
              <a:off x="5478049" y="2237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t7873"/>
            <p:cNvSpPr/>
            <p:nvPr/>
          </p:nvSpPr>
          <p:spPr>
            <a:xfrm>
              <a:off x="5642469" y="2040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t7874"/>
            <p:cNvSpPr/>
            <p:nvPr/>
          </p:nvSpPr>
          <p:spPr>
            <a:xfrm>
              <a:off x="5304040" y="2083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t7875"/>
            <p:cNvSpPr/>
            <p:nvPr/>
          </p:nvSpPr>
          <p:spPr>
            <a:xfrm>
              <a:off x="5137928" y="2800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t7876"/>
            <p:cNvSpPr/>
            <p:nvPr/>
          </p:nvSpPr>
          <p:spPr>
            <a:xfrm>
              <a:off x="5393942" y="2146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t7877"/>
            <p:cNvSpPr/>
            <p:nvPr/>
          </p:nvSpPr>
          <p:spPr>
            <a:xfrm>
              <a:off x="5174061" y="2262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t7878"/>
            <p:cNvSpPr/>
            <p:nvPr/>
          </p:nvSpPr>
          <p:spPr>
            <a:xfrm>
              <a:off x="5546459" y="2148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t7879"/>
            <p:cNvSpPr/>
            <p:nvPr/>
          </p:nvSpPr>
          <p:spPr>
            <a:xfrm>
              <a:off x="5460754" y="2001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t7880"/>
            <p:cNvSpPr/>
            <p:nvPr/>
          </p:nvSpPr>
          <p:spPr>
            <a:xfrm>
              <a:off x="5386114" y="2213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t7881"/>
            <p:cNvSpPr/>
            <p:nvPr/>
          </p:nvSpPr>
          <p:spPr>
            <a:xfrm>
              <a:off x="4840009" y="2577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t7882"/>
            <p:cNvSpPr/>
            <p:nvPr/>
          </p:nvSpPr>
          <p:spPr>
            <a:xfrm>
              <a:off x="5297530" y="2073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t7883"/>
            <p:cNvSpPr/>
            <p:nvPr/>
          </p:nvSpPr>
          <p:spPr>
            <a:xfrm>
              <a:off x="4907560" y="1833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t7884"/>
            <p:cNvSpPr/>
            <p:nvPr/>
          </p:nvSpPr>
          <p:spPr>
            <a:xfrm>
              <a:off x="5432249" y="2132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t7885"/>
            <p:cNvSpPr/>
            <p:nvPr/>
          </p:nvSpPr>
          <p:spPr>
            <a:xfrm>
              <a:off x="5027235" y="2276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t7886"/>
            <p:cNvSpPr/>
            <p:nvPr/>
          </p:nvSpPr>
          <p:spPr>
            <a:xfrm>
              <a:off x="4924925" y="1882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t7887"/>
            <p:cNvSpPr/>
            <p:nvPr/>
          </p:nvSpPr>
          <p:spPr>
            <a:xfrm>
              <a:off x="5671708" y="1890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t7888"/>
            <p:cNvSpPr/>
            <p:nvPr/>
          </p:nvSpPr>
          <p:spPr>
            <a:xfrm>
              <a:off x="5289142" y="2197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t7889"/>
            <p:cNvSpPr/>
            <p:nvPr/>
          </p:nvSpPr>
          <p:spPr>
            <a:xfrm>
              <a:off x="5405088" y="2214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t7890"/>
            <p:cNvSpPr/>
            <p:nvPr/>
          </p:nvSpPr>
          <p:spPr>
            <a:xfrm>
              <a:off x="5416174" y="2144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t7891"/>
            <p:cNvSpPr/>
            <p:nvPr/>
          </p:nvSpPr>
          <p:spPr>
            <a:xfrm>
              <a:off x="5472647" y="2133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t7892"/>
            <p:cNvSpPr/>
            <p:nvPr/>
          </p:nvSpPr>
          <p:spPr>
            <a:xfrm>
              <a:off x="5529647" y="2284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t7893"/>
            <p:cNvSpPr/>
            <p:nvPr/>
          </p:nvSpPr>
          <p:spPr>
            <a:xfrm>
              <a:off x="5258841" y="219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t7894"/>
            <p:cNvSpPr/>
            <p:nvPr/>
          </p:nvSpPr>
          <p:spPr>
            <a:xfrm>
              <a:off x="5514861" y="2147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t7895"/>
            <p:cNvSpPr/>
            <p:nvPr/>
          </p:nvSpPr>
          <p:spPr>
            <a:xfrm>
              <a:off x="5587595" y="1950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t7896"/>
            <p:cNvSpPr/>
            <p:nvPr/>
          </p:nvSpPr>
          <p:spPr>
            <a:xfrm>
              <a:off x="5514486" y="227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t7897"/>
            <p:cNvSpPr/>
            <p:nvPr/>
          </p:nvSpPr>
          <p:spPr>
            <a:xfrm>
              <a:off x="5646397" y="1898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t7898"/>
            <p:cNvSpPr/>
            <p:nvPr/>
          </p:nvSpPr>
          <p:spPr>
            <a:xfrm>
              <a:off x="5260273" y="2199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t7899"/>
            <p:cNvSpPr/>
            <p:nvPr/>
          </p:nvSpPr>
          <p:spPr>
            <a:xfrm>
              <a:off x="5354525" y="2244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t7900"/>
            <p:cNvSpPr/>
            <p:nvPr/>
          </p:nvSpPr>
          <p:spPr>
            <a:xfrm>
              <a:off x="5406937" y="2143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t7901"/>
            <p:cNvSpPr/>
            <p:nvPr/>
          </p:nvSpPr>
          <p:spPr>
            <a:xfrm>
              <a:off x="5415899" y="2224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t7902"/>
            <p:cNvSpPr/>
            <p:nvPr/>
          </p:nvSpPr>
          <p:spPr>
            <a:xfrm>
              <a:off x="4975863" y="2727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t7903"/>
            <p:cNvSpPr/>
            <p:nvPr/>
          </p:nvSpPr>
          <p:spPr>
            <a:xfrm>
              <a:off x="5144374" y="2872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t7904"/>
            <p:cNvSpPr/>
            <p:nvPr/>
          </p:nvSpPr>
          <p:spPr>
            <a:xfrm>
              <a:off x="5382844" y="2234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t7905"/>
            <p:cNvSpPr/>
            <p:nvPr/>
          </p:nvSpPr>
          <p:spPr>
            <a:xfrm>
              <a:off x="5269152" y="2167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t7906"/>
            <p:cNvSpPr/>
            <p:nvPr/>
          </p:nvSpPr>
          <p:spPr>
            <a:xfrm>
              <a:off x="5431253" y="2176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t7907"/>
            <p:cNvSpPr/>
            <p:nvPr/>
          </p:nvSpPr>
          <p:spPr>
            <a:xfrm>
              <a:off x="5869398" y="1223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t7908"/>
            <p:cNvSpPr/>
            <p:nvPr/>
          </p:nvSpPr>
          <p:spPr>
            <a:xfrm>
              <a:off x="5342765" y="2139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t7909"/>
            <p:cNvSpPr/>
            <p:nvPr/>
          </p:nvSpPr>
          <p:spPr>
            <a:xfrm>
              <a:off x="5060882" y="2562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t7910"/>
            <p:cNvSpPr/>
            <p:nvPr/>
          </p:nvSpPr>
          <p:spPr>
            <a:xfrm>
              <a:off x="5527242" y="2179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t7911"/>
            <p:cNvSpPr/>
            <p:nvPr/>
          </p:nvSpPr>
          <p:spPr>
            <a:xfrm>
              <a:off x="5828010" y="1667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t7912"/>
            <p:cNvSpPr/>
            <p:nvPr/>
          </p:nvSpPr>
          <p:spPr>
            <a:xfrm>
              <a:off x="5430134" y="213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t7913"/>
            <p:cNvSpPr/>
            <p:nvPr/>
          </p:nvSpPr>
          <p:spPr>
            <a:xfrm>
              <a:off x="5314703" y="2205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t7914"/>
            <p:cNvSpPr/>
            <p:nvPr/>
          </p:nvSpPr>
          <p:spPr>
            <a:xfrm>
              <a:off x="5554999" y="2248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t7915"/>
            <p:cNvSpPr/>
            <p:nvPr/>
          </p:nvSpPr>
          <p:spPr>
            <a:xfrm>
              <a:off x="5355517" y="2290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t7916"/>
            <p:cNvSpPr/>
            <p:nvPr/>
          </p:nvSpPr>
          <p:spPr>
            <a:xfrm>
              <a:off x="5415778" y="2094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t7917"/>
            <p:cNvSpPr/>
            <p:nvPr/>
          </p:nvSpPr>
          <p:spPr>
            <a:xfrm>
              <a:off x="5457867" y="2019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t7918"/>
            <p:cNvSpPr/>
            <p:nvPr/>
          </p:nvSpPr>
          <p:spPr>
            <a:xfrm>
              <a:off x="5627957" y="2013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t7919"/>
            <p:cNvSpPr/>
            <p:nvPr/>
          </p:nvSpPr>
          <p:spPr>
            <a:xfrm>
              <a:off x="5293255" y="2226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t7920"/>
            <p:cNvSpPr/>
            <p:nvPr/>
          </p:nvSpPr>
          <p:spPr>
            <a:xfrm>
              <a:off x="5330018" y="217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t7921"/>
            <p:cNvSpPr/>
            <p:nvPr/>
          </p:nvSpPr>
          <p:spPr>
            <a:xfrm>
              <a:off x="5319984" y="2230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t7922"/>
            <p:cNvSpPr/>
            <p:nvPr/>
          </p:nvSpPr>
          <p:spPr>
            <a:xfrm>
              <a:off x="5413095" y="2235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t7923"/>
            <p:cNvSpPr/>
            <p:nvPr/>
          </p:nvSpPr>
          <p:spPr>
            <a:xfrm>
              <a:off x="5550496" y="2208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t7924"/>
            <p:cNvSpPr/>
            <p:nvPr/>
          </p:nvSpPr>
          <p:spPr>
            <a:xfrm>
              <a:off x="5741222" y="2053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t7925"/>
            <p:cNvSpPr/>
            <p:nvPr/>
          </p:nvSpPr>
          <p:spPr>
            <a:xfrm>
              <a:off x="5404592" y="2310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t7926"/>
            <p:cNvSpPr/>
            <p:nvPr/>
          </p:nvSpPr>
          <p:spPr>
            <a:xfrm>
              <a:off x="5182351" y="2120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t7927"/>
            <p:cNvSpPr/>
            <p:nvPr/>
          </p:nvSpPr>
          <p:spPr>
            <a:xfrm>
              <a:off x="5366366" y="2091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t7928"/>
            <p:cNvSpPr/>
            <p:nvPr/>
          </p:nvSpPr>
          <p:spPr>
            <a:xfrm>
              <a:off x="5743845" y="2068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t7929"/>
            <p:cNvSpPr/>
            <p:nvPr/>
          </p:nvSpPr>
          <p:spPr>
            <a:xfrm>
              <a:off x="5305828" y="2300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t7930"/>
            <p:cNvSpPr/>
            <p:nvPr/>
          </p:nvSpPr>
          <p:spPr>
            <a:xfrm>
              <a:off x="5575201" y="2125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t7931"/>
            <p:cNvSpPr/>
            <p:nvPr/>
          </p:nvSpPr>
          <p:spPr>
            <a:xfrm>
              <a:off x="5571284" y="2085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t7932"/>
            <p:cNvSpPr/>
            <p:nvPr/>
          </p:nvSpPr>
          <p:spPr>
            <a:xfrm>
              <a:off x="5541558" y="224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t7933"/>
            <p:cNvSpPr/>
            <p:nvPr/>
          </p:nvSpPr>
          <p:spPr>
            <a:xfrm>
              <a:off x="5622173" y="1927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t7934"/>
            <p:cNvSpPr/>
            <p:nvPr/>
          </p:nvSpPr>
          <p:spPr>
            <a:xfrm>
              <a:off x="5477907" y="2281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t7935"/>
            <p:cNvSpPr/>
            <p:nvPr/>
          </p:nvSpPr>
          <p:spPr>
            <a:xfrm>
              <a:off x="5430447" y="2129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t7936"/>
            <p:cNvSpPr/>
            <p:nvPr/>
          </p:nvSpPr>
          <p:spPr>
            <a:xfrm>
              <a:off x="5006071" y="2013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t7937"/>
            <p:cNvSpPr/>
            <p:nvPr/>
          </p:nvSpPr>
          <p:spPr>
            <a:xfrm>
              <a:off x="5111365" y="2507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t7938"/>
            <p:cNvSpPr/>
            <p:nvPr/>
          </p:nvSpPr>
          <p:spPr>
            <a:xfrm>
              <a:off x="4975552" y="2737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t7939"/>
            <p:cNvSpPr/>
            <p:nvPr/>
          </p:nvSpPr>
          <p:spPr>
            <a:xfrm>
              <a:off x="5320297" y="2178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t7940"/>
            <p:cNvSpPr/>
            <p:nvPr/>
          </p:nvSpPr>
          <p:spPr>
            <a:xfrm>
              <a:off x="5805138" y="1902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t7941"/>
            <p:cNvSpPr/>
            <p:nvPr/>
          </p:nvSpPr>
          <p:spPr>
            <a:xfrm>
              <a:off x="5399410" y="2205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t7942"/>
            <p:cNvSpPr/>
            <p:nvPr/>
          </p:nvSpPr>
          <p:spPr>
            <a:xfrm>
              <a:off x="5615743" y="2000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t7943"/>
            <p:cNvSpPr/>
            <p:nvPr/>
          </p:nvSpPr>
          <p:spPr>
            <a:xfrm>
              <a:off x="5017946" y="2226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t7944"/>
            <p:cNvSpPr/>
            <p:nvPr/>
          </p:nvSpPr>
          <p:spPr>
            <a:xfrm>
              <a:off x="5104664" y="2476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t7945"/>
            <p:cNvSpPr/>
            <p:nvPr/>
          </p:nvSpPr>
          <p:spPr>
            <a:xfrm>
              <a:off x="5389360" y="2186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t7946"/>
            <p:cNvSpPr/>
            <p:nvPr/>
          </p:nvSpPr>
          <p:spPr>
            <a:xfrm>
              <a:off x="5774242" y="1884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t7947"/>
            <p:cNvSpPr/>
            <p:nvPr/>
          </p:nvSpPr>
          <p:spPr>
            <a:xfrm>
              <a:off x="5387755" y="2212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t7948"/>
            <p:cNvSpPr/>
            <p:nvPr/>
          </p:nvSpPr>
          <p:spPr>
            <a:xfrm>
              <a:off x="5566249" y="2261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t7949"/>
            <p:cNvSpPr/>
            <p:nvPr/>
          </p:nvSpPr>
          <p:spPr>
            <a:xfrm>
              <a:off x="5580510" y="195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t7950"/>
            <p:cNvSpPr/>
            <p:nvPr/>
          </p:nvSpPr>
          <p:spPr>
            <a:xfrm>
              <a:off x="5425520" y="2153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t7951"/>
            <p:cNvSpPr/>
            <p:nvPr/>
          </p:nvSpPr>
          <p:spPr>
            <a:xfrm>
              <a:off x="5294597" y="2100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t7952"/>
            <p:cNvSpPr/>
            <p:nvPr/>
          </p:nvSpPr>
          <p:spPr>
            <a:xfrm>
              <a:off x="5292544" y="2202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t7953"/>
            <p:cNvSpPr/>
            <p:nvPr/>
          </p:nvSpPr>
          <p:spPr>
            <a:xfrm>
              <a:off x="5724390" y="1792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t7954"/>
            <p:cNvSpPr/>
            <p:nvPr/>
          </p:nvSpPr>
          <p:spPr>
            <a:xfrm>
              <a:off x="4991884" y="2538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t7955"/>
            <p:cNvSpPr/>
            <p:nvPr/>
          </p:nvSpPr>
          <p:spPr>
            <a:xfrm>
              <a:off x="5329271" y="2171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t7956"/>
            <p:cNvSpPr/>
            <p:nvPr/>
          </p:nvSpPr>
          <p:spPr>
            <a:xfrm>
              <a:off x="5619017" y="2022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t7957"/>
            <p:cNvSpPr/>
            <p:nvPr/>
          </p:nvSpPr>
          <p:spPr>
            <a:xfrm>
              <a:off x="5005521" y="2170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t7958"/>
            <p:cNvSpPr/>
            <p:nvPr/>
          </p:nvSpPr>
          <p:spPr>
            <a:xfrm>
              <a:off x="5340642" y="2220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t7959"/>
            <p:cNvSpPr/>
            <p:nvPr/>
          </p:nvSpPr>
          <p:spPr>
            <a:xfrm>
              <a:off x="5730600" y="178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t7960"/>
            <p:cNvSpPr/>
            <p:nvPr/>
          </p:nvSpPr>
          <p:spPr>
            <a:xfrm>
              <a:off x="5552736" y="223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t7961"/>
            <p:cNvSpPr/>
            <p:nvPr/>
          </p:nvSpPr>
          <p:spPr>
            <a:xfrm>
              <a:off x="5296561" y="2112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t7962"/>
            <p:cNvSpPr/>
            <p:nvPr/>
          </p:nvSpPr>
          <p:spPr>
            <a:xfrm>
              <a:off x="5584253" y="2086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t7963"/>
            <p:cNvSpPr/>
            <p:nvPr/>
          </p:nvSpPr>
          <p:spPr>
            <a:xfrm>
              <a:off x="5204783" y="2144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t7964"/>
            <p:cNvSpPr/>
            <p:nvPr/>
          </p:nvSpPr>
          <p:spPr>
            <a:xfrm>
              <a:off x="5026522" y="2248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t7965"/>
            <p:cNvSpPr/>
            <p:nvPr/>
          </p:nvSpPr>
          <p:spPr>
            <a:xfrm>
              <a:off x="5246590" y="2066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t7966"/>
            <p:cNvSpPr/>
            <p:nvPr/>
          </p:nvSpPr>
          <p:spPr>
            <a:xfrm>
              <a:off x="5259236" y="1974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t7967"/>
            <p:cNvSpPr/>
            <p:nvPr/>
          </p:nvSpPr>
          <p:spPr>
            <a:xfrm>
              <a:off x="5901242" y="1936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t7968"/>
            <p:cNvSpPr/>
            <p:nvPr/>
          </p:nvSpPr>
          <p:spPr>
            <a:xfrm>
              <a:off x="4678276" y="2585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t7969"/>
            <p:cNvSpPr/>
            <p:nvPr/>
          </p:nvSpPr>
          <p:spPr>
            <a:xfrm>
              <a:off x="5498622" y="2026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t7970"/>
            <p:cNvSpPr/>
            <p:nvPr/>
          </p:nvSpPr>
          <p:spPr>
            <a:xfrm>
              <a:off x="5399552" y="2224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t7971"/>
            <p:cNvSpPr/>
            <p:nvPr/>
          </p:nvSpPr>
          <p:spPr>
            <a:xfrm>
              <a:off x="5653105" y="1990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t7972"/>
            <p:cNvSpPr/>
            <p:nvPr/>
          </p:nvSpPr>
          <p:spPr>
            <a:xfrm>
              <a:off x="5633875" y="1996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t7973"/>
            <p:cNvSpPr/>
            <p:nvPr/>
          </p:nvSpPr>
          <p:spPr>
            <a:xfrm>
              <a:off x="5594850" y="210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t7974"/>
            <p:cNvSpPr/>
            <p:nvPr/>
          </p:nvSpPr>
          <p:spPr>
            <a:xfrm>
              <a:off x="5658379" y="1637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t7975"/>
            <p:cNvSpPr/>
            <p:nvPr/>
          </p:nvSpPr>
          <p:spPr>
            <a:xfrm>
              <a:off x="5237500" y="2150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t7976"/>
            <p:cNvSpPr/>
            <p:nvPr/>
          </p:nvSpPr>
          <p:spPr>
            <a:xfrm>
              <a:off x="5743712" y="2013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t7977"/>
            <p:cNvSpPr/>
            <p:nvPr/>
          </p:nvSpPr>
          <p:spPr>
            <a:xfrm>
              <a:off x="5258835" y="2146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t7978"/>
            <p:cNvSpPr/>
            <p:nvPr/>
          </p:nvSpPr>
          <p:spPr>
            <a:xfrm>
              <a:off x="5221991" y="1990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t7979"/>
            <p:cNvSpPr/>
            <p:nvPr/>
          </p:nvSpPr>
          <p:spPr>
            <a:xfrm>
              <a:off x="5212986" y="218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t7980"/>
            <p:cNvSpPr/>
            <p:nvPr/>
          </p:nvSpPr>
          <p:spPr>
            <a:xfrm>
              <a:off x="5025234" y="2334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t7981"/>
            <p:cNvSpPr/>
            <p:nvPr/>
          </p:nvSpPr>
          <p:spPr>
            <a:xfrm>
              <a:off x="5056082" y="2751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t7982"/>
            <p:cNvSpPr/>
            <p:nvPr/>
          </p:nvSpPr>
          <p:spPr>
            <a:xfrm>
              <a:off x="5680219" y="1879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t7983"/>
            <p:cNvSpPr/>
            <p:nvPr/>
          </p:nvSpPr>
          <p:spPr>
            <a:xfrm>
              <a:off x="5542328" y="2157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t7984"/>
            <p:cNvSpPr/>
            <p:nvPr/>
          </p:nvSpPr>
          <p:spPr>
            <a:xfrm>
              <a:off x="5392592" y="2210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t7985"/>
            <p:cNvSpPr/>
            <p:nvPr/>
          </p:nvSpPr>
          <p:spPr>
            <a:xfrm>
              <a:off x="5423970" y="216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t7986"/>
            <p:cNvSpPr/>
            <p:nvPr/>
          </p:nvSpPr>
          <p:spPr>
            <a:xfrm>
              <a:off x="5540720" y="2199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t7987"/>
            <p:cNvSpPr/>
            <p:nvPr/>
          </p:nvSpPr>
          <p:spPr>
            <a:xfrm>
              <a:off x="5350627" y="2205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t7988"/>
            <p:cNvSpPr/>
            <p:nvPr/>
          </p:nvSpPr>
          <p:spPr>
            <a:xfrm>
              <a:off x="5780218" y="1799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t7989"/>
            <p:cNvSpPr/>
            <p:nvPr/>
          </p:nvSpPr>
          <p:spPr>
            <a:xfrm>
              <a:off x="5521310" y="2203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t7990"/>
            <p:cNvSpPr/>
            <p:nvPr/>
          </p:nvSpPr>
          <p:spPr>
            <a:xfrm>
              <a:off x="5393305" y="2157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t7991"/>
            <p:cNvSpPr/>
            <p:nvPr/>
          </p:nvSpPr>
          <p:spPr>
            <a:xfrm>
              <a:off x="5485716" y="2286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t7992"/>
            <p:cNvSpPr/>
            <p:nvPr/>
          </p:nvSpPr>
          <p:spPr>
            <a:xfrm>
              <a:off x="4709927" y="2805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t7993"/>
            <p:cNvSpPr/>
            <p:nvPr/>
          </p:nvSpPr>
          <p:spPr>
            <a:xfrm>
              <a:off x="4858581" y="2819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t7994"/>
            <p:cNvSpPr/>
            <p:nvPr/>
          </p:nvSpPr>
          <p:spPr>
            <a:xfrm>
              <a:off x="5554398" y="2257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t7995"/>
            <p:cNvSpPr/>
            <p:nvPr/>
          </p:nvSpPr>
          <p:spPr>
            <a:xfrm>
              <a:off x="5355439" y="2178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t7996"/>
            <p:cNvSpPr/>
            <p:nvPr/>
          </p:nvSpPr>
          <p:spPr>
            <a:xfrm>
              <a:off x="5643377" y="1885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t7997"/>
            <p:cNvSpPr/>
            <p:nvPr/>
          </p:nvSpPr>
          <p:spPr>
            <a:xfrm>
              <a:off x="5088655" y="2012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t7998"/>
            <p:cNvSpPr/>
            <p:nvPr/>
          </p:nvSpPr>
          <p:spPr>
            <a:xfrm>
              <a:off x="4709892" y="2520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t7999"/>
            <p:cNvSpPr/>
            <p:nvPr/>
          </p:nvSpPr>
          <p:spPr>
            <a:xfrm>
              <a:off x="5653771" y="1711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t8000"/>
            <p:cNvSpPr/>
            <p:nvPr/>
          </p:nvSpPr>
          <p:spPr>
            <a:xfrm>
              <a:off x="5844045" y="1646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t8001"/>
            <p:cNvSpPr/>
            <p:nvPr/>
          </p:nvSpPr>
          <p:spPr>
            <a:xfrm>
              <a:off x="5635235" y="2134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t8002"/>
            <p:cNvSpPr/>
            <p:nvPr/>
          </p:nvSpPr>
          <p:spPr>
            <a:xfrm>
              <a:off x="5410490" y="2134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t8003"/>
            <p:cNvSpPr/>
            <p:nvPr/>
          </p:nvSpPr>
          <p:spPr>
            <a:xfrm>
              <a:off x="5672036" y="1746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t8004"/>
            <p:cNvSpPr/>
            <p:nvPr/>
          </p:nvSpPr>
          <p:spPr>
            <a:xfrm>
              <a:off x="5372737" y="2062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t8005"/>
            <p:cNvSpPr/>
            <p:nvPr/>
          </p:nvSpPr>
          <p:spPr>
            <a:xfrm>
              <a:off x="5186828" y="2129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t8006"/>
            <p:cNvSpPr/>
            <p:nvPr/>
          </p:nvSpPr>
          <p:spPr>
            <a:xfrm>
              <a:off x="5262157" y="2119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t8007"/>
            <p:cNvSpPr/>
            <p:nvPr/>
          </p:nvSpPr>
          <p:spPr>
            <a:xfrm>
              <a:off x="5335580" y="2236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t8008"/>
            <p:cNvSpPr/>
            <p:nvPr/>
          </p:nvSpPr>
          <p:spPr>
            <a:xfrm>
              <a:off x="5677446" y="1944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t8009"/>
            <p:cNvSpPr/>
            <p:nvPr/>
          </p:nvSpPr>
          <p:spPr>
            <a:xfrm>
              <a:off x="5380761" y="2173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t8010"/>
            <p:cNvSpPr/>
            <p:nvPr/>
          </p:nvSpPr>
          <p:spPr>
            <a:xfrm>
              <a:off x="5224287" y="198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t8011"/>
            <p:cNvSpPr/>
            <p:nvPr/>
          </p:nvSpPr>
          <p:spPr>
            <a:xfrm>
              <a:off x="5354629" y="2296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t8012"/>
            <p:cNvSpPr/>
            <p:nvPr/>
          </p:nvSpPr>
          <p:spPr>
            <a:xfrm>
              <a:off x="5710166" y="1810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t8013"/>
            <p:cNvSpPr/>
            <p:nvPr/>
          </p:nvSpPr>
          <p:spPr>
            <a:xfrm>
              <a:off x="5235570" y="2204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t8014"/>
            <p:cNvSpPr/>
            <p:nvPr/>
          </p:nvSpPr>
          <p:spPr>
            <a:xfrm>
              <a:off x="5395316" y="2245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t8015"/>
            <p:cNvSpPr/>
            <p:nvPr/>
          </p:nvSpPr>
          <p:spPr>
            <a:xfrm>
              <a:off x="5627665" y="2032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t8016"/>
            <p:cNvSpPr/>
            <p:nvPr/>
          </p:nvSpPr>
          <p:spPr>
            <a:xfrm>
              <a:off x="4900152" y="2166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t8017"/>
            <p:cNvSpPr/>
            <p:nvPr/>
          </p:nvSpPr>
          <p:spPr>
            <a:xfrm>
              <a:off x="5882417" y="2029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t8018"/>
            <p:cNvSpPr/>
            <p:nvPr/>
          </p:nvSpPr>
          <p:spPr>
            <a:xfrm>
              <a:off x="5320480" y="2171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t8019"/>
            <p:cNvSpPr/>
            <p:nvPr/>
          </p:nvSpPr>
          <p:spPr>
            <a:xfrm>
              <a:off x="5643666" y="1954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t8020"/>
            <p:cNvSpPr/>
            <p:nvPr/>
          </p:nvSpPr>
          <p:spPr>
            <a:xfrm>
              <a:off x="5531309" y="2207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t8021"/>
            <p:cNvSpPr/>
            <p:nvPr/>
          </p:nvSpPr>
          <p:spPr>
            <a:xfrm>
              <a:off x="5242814" y="2096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t8022"/>
            <p:cNvSpPr/>
            <p:nvPr/>
          </p:nvSpPr>
          <p:spPr>
            <a:xfrm>
              <a:off x="5732138" y="1927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t8023"/>
            <p:cNvSpPr/>
            <p:nvPr/>
          </p:nvSpPr>
          <p:spPr>
            <a:xfrm>
              <a:off x="4923077" y="2121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t8024"/>
            <p:cNvSpPr/>
            <p:nvPr/>
          </p:nvSpPr>
          <p:spPr>
            <a:xfrm>
              <a:off x="5445644" y="2077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t8025"/>
            <p:cNvSpPr/>
            <p:nvPr/>
          </p:nvSpPr>
          <p:spPr>
            <a:xfrm>
              <a:off x="5653927" y="162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t8026"/>
            <p:cNvSpPr/>
            <p:nvPr/>
          </p:nvSpPr>
          <p:spPr>
            <a:xfrm>
              <a:off x="5254997" y="2200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t8027"/>
            <p:cNvSpPr/>
            <p:nvPr/>
          </p:nvSpPr>
          <p:spPr>
            <a:xfrm>
              <a:off x="5383734" y="2254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t8028"/>
            <p:cNvSpPr/>
            <p:nvPr/>
          </p:nvSpPr>
          <p:spPr>
            <a:xfrm>
              <a:off x="5505933" y="2146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t8029"/>
            <p:cNvSpPr/>
            <p:nvPr/>
          </p:nvSpPr>
          <p:spPr>
            <a:xfrm>
              <a:off x="5352128" y="2246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t8030"/>
            <p:cNvSpPr/>
            <p:nvPr/>
          </p:nvSpPr>
          <p:spPr>
            <a:xfrm>
              <a:off x="5315481" y="2118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t8031"/>
            <p:cNvSpPr/>
            <p:nvPr/>
          </p:nvSpPr>
          <p:spPr>
            <a:xfrm>
              <a:off x="5873282" y="1658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t8032"/>
            <p:cNvSpPr/>
            <p:nvPr/>
          </p:nvSpPr>
          <p:spPr>
            <a:xfrm>
              <a:off x="5300298" y="2249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t8033"/>
            <p:cNvSpPr/>
            <p:nvPr/>
          </p:nvSpPr>
          <p:spPr>
            <a:xfrm>
              <a:off x="5415931" y="2259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t8034"/>
            <p:cNvSpPr/>
            <p:nvPr/>
          </p:nvSpPr>
          <p:spPr>
            <a:xfrm>
              <a:off x="5346862" y="2219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t8035"/>
            <p:cNvSpPr/>
            <p:nvPr/>
          </p:nvSpPr>
          <p:spPr>
            <a:xfrm>
              <a:off x="5216165" y="2084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t8036"/>
            <p:cNvSpPr/>
            <p:nvPr/>
          </p:nvSpPr>
          <p:spPr>
            <a:xfrm>
              <a:off x="5702356" y="1810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t8037"/>
            <p:cNvSpPr/>
            <p:nvPr/>
          </p:nvSpPr>
          <p:spPr>
            <a:xfrm>
              <a:off x="5038450" y="2399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t8038"/>
            <p:cNvSpPr/>
            <p:nvPr/>
          </p:nvSpPr>
          <p:spPr>
            <a:xfrm>
              <a:off x="5114433" y="2537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t8039"/>
            <p:cNvSpPr/>
            <p:nvPr/>
          </p:nvSpPr>
          <p:spPr>
            <a:xfrm>
              <a:off x="5657453" y="1683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t8040"/>
            <p:cNvSpPr/>
            <p:nvPr/>
          </p:nvSpPr>
          <p:spPr>
            <a:xfrm>
              <a:off x="5403508" y="2271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t8041"/>
            <p:cNvSpPr/>
            <p:nvPr/>
          </p:nvSpPr>
          <p:spPr>
            <a:xfrm>
              <a:off x="5912129" y="1801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t8042"/>
            <p:cNvSpPr/>
            <p:nvPr/>
          </p:nvSpPr>
          <p:spPr>
            <a:xfrm>
              <a:off x="5437241" y="2037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t8043"/>
            <p:cNvSpPr/>
            <p:nvPr/>
          </p:nvSpPr>
          <p:spPr>
            <a:xfrm>
              <a:off x="5482508" y="2079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t8044"/>
            <p:cNvSpPr/>
            <p:nvPr/>
          </p:nvSpPr>
          <p:spPr>
            <a:xfrm>
              <a:off x="5497550" y="2338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t8045"/>
            <p:cNvSpPr/>
            <p:nvPr/>
          </p:nvSpPr>
          <p:spPr>
            <a:xfrm>
              <a:off x="5604841" y="1900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t8046"/>
            <p:cNvSpPr/>
            <p:nvPr/>
          </p:nvSpPr>
          <p:spPr>
            <a:xfrm>
              <a:off x="5162352" y="2324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t8047"/>
            <p:cNvSpPr/>
            <p:nvPr/>
          </p:nvSpPr>
          <p:spPr>
            <a:xfrm>
              <a:off x="5820920" y="1826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t8048"/>
            <p:cNvSpPr/>
            <p:nvPr/>
          </p:nvSpPr>
          <p:spPr>
            <a:xfrm>
              <a:off x="5208110" y="2195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t8049"/>
            <p:cNvSpPr/>
            <p:nvPr/>
          </p:nvSpPr>
          <p:spPr>
            <a:xfrm>
              <a:off x="5278517" y="2143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t8050"/>
            <p:cNvSpPr/>
            <p:nvPr/>
          </p:nvSpPr>
          <p:spPr>
            <a:xfrm>
              <a:off x="5544364" y="223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t8051"/>
            <p:cNvSpPr/>
            <p:nvPr/>
          </p:nvSpPr>
          <p:spPr>
            <a:xfrm>
              <a:off x="5327832" y="2220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t8052"/>
            <p:cNvSpPr/>
            <p:nvPr/>
          </p:nvSpPr>
          <p:spPr>
            <a:xfrm>
              <a:off x="5320642" y="2135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t8053"/>
            <p:cNvSpPr/>
            <p:nvPr/>
          </p:nvSpPr>
          <p:spPr>
            <a:xfrm>
              <a:off x="5582191" y="2111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t8054"/>
            <p:cNvSpPr/>
            <p:nvPr/>
          </p:nvSpPr>
          <p:spPr>
            <a:xfrm>
              <a:off x="5385731" y="2151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t8055"/>
            <p:cNvSpPr/>
            <p:nvPr/>
          </p:nvSpPr>
          <p:spPr>
            <a:xfrm>
              <a:off x="5605490" y="1917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t8056"/>
            <p:cNvSpPr/>
            <p:nvPr/>
          </p:nvSpPr>
          <p:spPr>
            <a:xfrm>
              <a:off x="5327118" y="2000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t8057"/>
            <p:cNvSpPr/>
            <p:nvPr/>
          </p:nvSpPr>
          <p:spPr>
            <a:xfrm>
              <a:off x="5227617" y="2052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t8058"/>
            <p:cNvSpPr/>
            <p:nvPr/>
          </p:nvSpPr>
          <p:spPr>
            <a:xfrm>
              <a:off x="5106190" y="2688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t8059"/>
            <p:cNvSpPr/>
            <p:nvPr/>
          </p:nvSpPr>
          <p:spPr>
            <a:xfrm>
              <a:off x="6043367" y="1547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t8060"/>
            <p:cNvSpPr/>
            <p:nvPr/>
          </p:nvSpPr>
          <p:spPr>
            <a:xfrm>
              <a:off x="5417430" y="2201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t8061"/>
            <p:cNvSpPr/>
            <p:nvPr/>
          </p:nvSpPr>
          <p:spPr>
            <a:xfrm>
              <a:off x="5207329" y="2297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t8062"/>
            <p:cNvSpPr/>
            <p:nvPr/>
          </p:nvSpPr>
          <p:spPr>
            <a:xfrm>
              <a:off x="5298033" y="2105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t8063"/>
            <p:cNvSpPr/>
            <p:nvPr/>
          </p:nvSpPr>
          <p:spPr>
            <a:xfrm>
              <a:off x="5748629" y="1988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t8064"/>
            <p:cNvSpPr/>
            <p:nvPr/>
          </p:nvSpPr>
          <p:spPr>
            <a:xfrm>
              <a:off x="5225864" y="2077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t8065"/>
            <p:cNvSpPr/>
            <p:nvPr/>
          </p:nvSpPr>
          <p:spPr>
            <a:xfrm>
              <a:off x="5165030" y="2227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t8066"/>
            <p:cNvSpPr/>
            <p:nvPr/>
          </p:nvSpPr>
          <p:spPr>
            <a:xfrm>
              <a:off x="5158697" y="2330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t8067"/>
            <p:cNvSpPr/>
            <p:nvPr/>
          </p:nvSpPr>
          <p:spPr>
            <a:xfrm>
              <a:off x="5414590" y="2137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t8068"/>
            <p:cNvSpPr/>
            <p:nvPr/>
          </p:nvSpPr>
          <p:spPr>
            <a:xfrm>
              <a:off x="5581120" y="1948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t8069"/>
            <p:cNvSpPr/>
            <p:nvPr/>
          </p:nvSpPr>
          <p:spPr>
            <a:xfrm>
              <a:off x="5576918" y="1970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t8070"/>
            <p:cNvSpPr/>
            <p:nvPr/>
          </p:nvSpPr>
          <p:spPr>
            <a:xfrm>
              <a:off x="5464332" y="2134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t8071"/>
            <p:cNvSpPr/>
            <p:nvPr/>
          </p:nvSpPr>
          <p:spPr>
            <a:xfrm>
              <a:off x="5776568" y="1742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t8072"/>
            <p:cNvSpPr/>
            <p:nvPr/>
          </p:nvSpPr>
          <p:spPr>
            <a:xfrm>
              <a:off x="5386945" y="2217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t8073"/>
            <p:cNvSpPr/>
            <p:nvPr/>
          </p:nvSpPr>
          <p:spPr>
            <a:xfrm>
              <a:off x="5277805" y="2208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t8074"/>
            <p:cNvSpPr/>
            <p:nvPr/>
          </p:nvSpPr>
          <p:spPr>
            <a:xfrm>
              <a:off x="5615799" y="2004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t8075"/>
            <p:cNvSpPr/>
            <p:nvPr/>
          </p:nvSpPr>
          <p:spPr>
            <a:xfrm>
              <a:off x="5459187" y="2085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t8076"/>
            <p:cNvSpPr/>
            <p:nvPr/>
          </p:nvSpPr>
          <p:spPr>
            <a:xfrm>
              <a:off x="5367581" y="2113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t8077"/>
            <p:cNvSpPr/>
            <p:nvPr/>
          </p:nvSpPr>
          <p:spPr>
            <a:xfrm>
              <a:off x="5510701" y="2247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t8078"/>
            <p:cNvSpPr/>
            <p:nvPr/>
          </p:nvSpPr>
          <p:spPr>
            <a:xfrm>
              <a:off x="4895634" y="1918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t8079"/>
            <p:cNvSpPr/>
            <p:nvPr/>
          </p:nvSpPr>
          <p:spPr>
            <a:xfrm>
              <a:off x="5334741" y="2154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t8080"/>
            <p:cNvSpPr/>
            <p:nvPr/>
          </p:nvSpPr>
          <p:spPr>
            <a:xfrm>
              <a:off x="5002193" y="2024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t8081"/>
            <p:cNvSpPr/>
            <p:nvPr/>
          </p:nvSpPr>
          <p:spPr>
            <a:xfrm>
              <a:off x="4908174" y="1667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t8082"/>
            <p:cNvSpPr/>
            <p:nvPr/>
          </p:nvSpPr>
          <p:spPr>
            <a:xfrm>
              <a:off x="5521381" y="2290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t8083"/>
            <p:cNvSpPr/>
            <p:nvPr/>
          </p:nvSpPr>
          <p:spPr>
            <a:xfrm>
              <a:off x="5280627" y="2139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t8084"/>
            <p:cNvSpPr/>
            <p:nvPr/>
          </p:nvSpPr>
          <p:spPr>
            <a:xfrm>
              <a:off x="5154104" y="2601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t8085"/>
            <p:cNvSpPr/>
            <p:nvPr/>
          </p:nvSpPr>
          <p:spPr>
            <a:xfrm>
              <a:off x="5855628" y="1594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t8086"/>
            <p:cNvSpPr/>
            <p:nvPr/>
          </p:nvSpPr>
          <p:spPr>
            <a:xfrm>
              <a:off x="5063280" y="2333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t8087"/>
            <p:cNvSpPr/>
            <p:nvPr/>
          </p:nvSpPr>
          <p:spPr>
            <a:xfrm>
              <a:off x="5462161" y="1974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t8088"/>
            <p:cNvSpPr/>
            <p:nvPr/>
          </p:nvSpPr>
          <p:spPr>
            <a:xfrm>
              <a:off x="4990347" y="2522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t8089"/>
            <p:cNvSpPr/>
            <p:nvPr/>
          </p:nvSpPr>
          <p:spPr>
            <a:xfrm>
              <a:off x="5195929" y="2196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t8090"/>
            <p:cNvSpPr/>
            <p:nvPr/>
          </p:nvSpPr>
          <p:spPr>
            <a:xfrm>
              <a:off x="5318808" y="2204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t8091"/>
            <p:cNvSpPr/>
            <p:nvPr/>
          </p:nvSpPr>
          <p:spPr>
            <a:xfrm>
              <a:off x="5004638" y="2311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t8092"/>
            <p:cNvSpPr/>
            <p:nvPr/>
          </p:nvSpPr>
          <p:spPr>
            <a:xfrm>
              <a:off x="5525141" y="2182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t8093"/>
            <p:cNvSpPr/>
            <p:nvPr/>
          </p:nvSpPr>
          <p:spPr>
            <a:xfrm>
              <a:off x="5847626" y="139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t8094"/>
            <p:cNvSpPr/>
            <p:nvPr/>
          </p:nvSpPr>
          <p:spPr>
            <a:xfrm>
              <a:off x="5687403" y="1994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t8095"/>
            <p:cNvSpPr/>
            <p:nvPr/>
          </p:nvSpPr>
          <p:spPr>
            <a:xfrm>
              <a:off x="5239205" y="2153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t8096"/>
            <p:cNvSpPr/>
            <p:nvPr/>
          </p:nvSpPr>
          <p:spPr>
            <a:xfrm>
              <a:off x="5398852" y="2219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t8097"/>
            <p:cNvSpPr/>
            <p:nvPr/>
          </p:nvSpPr>
          <p:spPr>
            <a:xfrm>
              <a:off x="5261700" y="2183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t8098"/>
            <p:cNvSpPr/>
            <p:nvPr/>
          </p:nvSpPr>
          <p:spPr>
            <a:xfrm>
              <a:off x="5720864" y="1974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t8099"/>
            <p:cNvSpPr/>
            <p:nvPr/>
          </p:nvSpPr>
          <p:spPr>
            <a:xfrm>
              <a:off x="5665085" y="1648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t8100"/>
            <p:cNvSpPr/>
            <p:nvPr/>
          </p:nvSpPr>
          <p:spPr>
            <a:xfrm>
              <a:off x="5532295" y="2155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t8101"/>
            <p:cNvSpPr/>
            <p:nvPr/>
          </p:nvSpPr>
          <p:spPr>
            <a:xfrm>
              <a:off x="5490110" y="2157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t8102"/>
            <p:cNvSpPr/>
            <p:nvPr/>
          </p:nvSpPr>
          <p:spPr>
            <a:xfrm>
              <a:off x="5558763" y="2281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t8103"/>
            <p:cNvSpPr/>
            <p:nvPr/>
          </p:nvSpPr>
          <p:spPr>
            <a:xfrm>
              <a:off x="5536000" y="2188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t8104"/>
            <p:cNvSpPr/>
            <p:nvPr/>
          </p:nvSpPr>
          <p:spPr>
            <a:xfrm>
              <a:off x="5824197" y="1841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t8105"/>
            <p:cNvSpPr/>
            <p:nvPr/>
          </p:nvSpPr>
          <p:spPr>
            <a:xfrm>
              <a:off x="5442722" y="2041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t8106"/>
            <p:cNvSpPr/>
            <p:nvPr/>
          </p:nvSpPr>
          <p:spPr>
            <a:xfrm>
              <a:off x="5307147" y="2210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t8107"/>
            <p:cNvSpPr/>
            <p:nvPr/>
          </p:nvSpPr>
          <p:spPr>
            <a:xfrm>
              <a:off x="5550870" y="2237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t8108"/>
            <p:cNvSpPr/>
            <p:nvPr/>
          </p:nvSpPr>
          <p:spPr>
            <a:xfrm>
              <a:off x="5361077" y="2003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t8109"/>
            <p:cNvSpPr/>
            <p:nvPr/>
          </p:nvSpPr>
          <p:spPr>
            <a:xfrm>
              <a:off x="5406015" y="231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t8110"/>
            <p:cNvSpPr/>
            <p:nvPr/>
          </p:nvSpPr>
          <p:spPr>
            <a:xfrm>
              <a:off x="5594034" y="2049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t8111"/>
            <p:cNvSpPr/>
            <p:nvPr/>
          </p:nvSpPr>
          <p:spPr>
            <a:xfrm>
              <a:off x="4930426" y="1951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t8112"/>
            <p:cNvSpPr/>
            <p:nvPr/>
          </p:nvSpPr>
          <p:spPr>
            <a:xfrm>
              <a:off x="5906396" y="1703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t8113"/>
            <p:cNvSpPr/>
            <p:nvPr/>
          </p:nvSpPr>
          <p:spPr>
            <a:xfrm>
              <a:off x="5272262" y="2159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t8114"/>
            <p:cNvSpPr/>
            <p:nvPr/>
          </p:nvSpPr>
          <p:spPr>
            <a:xfrm>
              <a:off x="5294629" y="2145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t8115"/>
            <p:cNvSpPr/>
            <p:nvPr/>
          </p:nvSpPr>
          <p:spPr>
            <a:xfrm>
              <a:off x="6034514" y="1875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t8116"/>
            <p:cNvSpPr/>
            <p:nvPr/>
          </p:nvSpPr>
          <p:spPr>
            <a:xfrm>
              <a:off x="5152648" y="2491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t8117"/>
            <p:cNvSpPr/>
            <p:nvPr/>
          </p:nvSpPr>
          <p:spPr>
            <a:xfrm>
              <a:off x="5146151" y="2633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t8118"/>
            <p:cNvSpPr/>
            <p:nvPr/>
          </p:nvSpPr>
          <p:spPr>
            <a:xfrm>
              <a:off x="5198788" y="2136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t8119"/>
            <p:cNvSpPr/>
            <p:nvPr/>
          </p:nvSpPr>
          <p:spPr>
            <a:xfrm>
              <a:off x="5411555" y="2087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t8120"/>
            <p:cNvSpPr/>
            <p:nvPr/>
          </p:nvSpPr>
          <p:spPr>
            <a:xfrm>
              <a:off x="5604845" y="186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t8121"/>
            <p:cNvSpPr/>
            <p:nvPr/>
          </p:nvSpPr>
          <p:spPr>
            <a:xfrm>
              <a:off x="5038885" y="2468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t8122"/>
            <p:cNvSpPr/>
            <p:nvPr/>
          </p:nvSpPr>
          <p:spPr>
            <a:xfrm>
              <a:off x="5561975" y="2249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t8123"/>
            <p:cNvSpPr/>
            <p:nvPr/>
          </p:nvSpPr>
          <p:spPr>
            <a:xfrm>
              <a:off x="5603766" y="2045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t8124"/>
            <p:cNvSpPr/>
            <p:nvPr/>
          </p:nvSpPr>
          <p:spPr>
            <a:xfrm>
              <a:off x="5140707" y="2831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t8125"/>
            <p:cNvSpPr/>
            <p:nvPr/>
          </p:nvSpPr>
          <p:spPr>
            <a:xfrm>
              <a:off x="5503936" y="2288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t8126"/>
            <p:cNvSpPr/>
            <p:nvPr/>
          </p:nvSpPr>
          <p:spPr>
            <a:xfrm>
              <a:off x="5598471" y="2010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t8127"/>
            <p:cNvSpPr/>
            <p:nvPr/>
          </p:nvSpPr>
          <p:spPr>
            <a:xfrm>
              <a:off x="5879803" y="1859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t8128"/>
            <p:cNvSpPr/>
            <p:nvPr/>
          </p:nvSpPr>
          <p:spPr>
            <a:xfrm>
              <a:off x="5935091" y="1657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t8129"/>
            <p:cNvSpPr/>
            <p:nvPr/>
          </p:nvSpPr>
          <p:spPr>
            <a:xfrm>
              <a:off x="4834950" y="269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t8130"/>
            <p:cNvSpPr/>
            <p:nvPr/>
          </p:nvSpPr>
          <p:spPr>
            <a:xfrm>
              <a:off x="5252572" y="217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t8131"/>
            <p:cNvSpPr/>
            <p:nvPr/>
          </p:nvSpPr>
          <p:spPr>
            <a:xfrm>
              <a:off x="5354828" y="2260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t8132"/>
            <p:cNvSpPr/>
            <p:nvPr/>
          </p:nvSpPr>
          <p:spPr>
            <a:xfrm>
              <a:off x="5126605" y="2717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t8133"/>
            <p:cNvSpPr/>
            <p:nvPr/>
          </p:nvSpPr>
          <p:spPr>
            <a:xfrm>
              <a:off x="5205187" y="2099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t8134"/>
            <p:cNvSpPr/>
            <p:nvPr/>
          </p:nvSpPr>
          <p:spPr>
            <a:xfrm>
              <a:off x="5426920" y="2237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t8135"/>
            <p:cNvSpPr/>
            <p:nvPr/>
          </p:nvSpPr>
          <p:spPr>
            <a:xfrm>
              <a:off x="5666741" y="1664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t8136"/>
            <p:cNvSpPr/>
            <p:nvPr/>
          </p:nvSpPr>
          <p:spPr>
            <a:xfrm>
              <a:off x="5585987" y="1985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t8137"/>
            <p:cNvSpPr/>
            <p:nvPr/>
          </p:nvSpPr>
          <p:spPr>
            <a:xfrm>
              <a:off x="5654942" y="166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t8138"/>
            <p:cNvSpPr/>
            <p:nvPr/>
          </p:nvSpPr>
          <p:spPr>
            <a:xfrm>
              <a:off x="5165583" y="2283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t8139"/>
            <p:cNvSpPr/>
            <p:nvPr/>
          </p:nvSpPr>
          <p:spPr>
            <a:xfrm>
              <a:off x="5452265" y="2003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t8140"/>
            <p:cNvSpPr/>
            <p:nvPr/>
          </p:nvSpPr>
          <p:spPr>
            <a:xfrm>
              <a:off x="5182474" y="2131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t8141"/>
            <p:cNvSpPr/>
            <p:nvPr/>
          </p:nvSpPr>
          <p:spPr>
            <a:xfrm>
              <a:off x="5210062" y="2043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t8142"/>
            <p:cNvSpPr/>
            <p:nvPr/>
          </p:nvSpPr>
          <p:spPr>
            <a:xfrm>
              <a:off x="5509702" y="2170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t8143"/>
            <p:cNvSpPr/>
            <p:nvPr/>
          </p:nvSpPr>
          <p:spPr>
            <a:xfrm>
              <a:off x="5651680" y="1821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t8144"/>
            <p:cNvSpPr/>
            <p:nvPr/>
          </p:nvSpPr>
          <p:spPr>
            <a:xfrm>
              <a:off x="5201856" y="2058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t8145"/>
            <p:cNvSpPr/>
            <p:nvPr/>
          </p:nvSpPr>
          <p:spPr>
            <a:xfrm>
              <a:off x="5652870" y="1857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t8146"/>
            <p:cNvSpPr/>
            <p:nvPr/>
          </p:nvSpPr>
          <p:spPr>
            <a:xfrm>
              <a:off x="5351757" y="2261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t8147"/>
            <p:cNvSpPr/>
            <p:nvPr/>
          </p:nvSpPr>
          <p:spPr>
            <a:xfrm>
              <a:off x="5659633" y="1827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t8148"/>
            <p:cNvSpPr/>
            <p:nvPr/>
          </p:nvSpPr>
          <p:spPr>
            <a:xfrm>
              <a:off x="5055571" y="2444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t8149"/>
            <p:cNvSpPr/>
            <p:nvPr/>
          </p:nvSpPr>
          <p:spPr>
            <a:xfrm>
              <a:off x="5398674" y="2185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t8150"/>
            <p:cNvSpPr/>
            <p:nvPr/>
          </p:nvSpPr>
          <p:spPr>
            <a:xfrm>
              <a:off x="5186758" y="2166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t8151"/>
            <p:cNvSpPr/>
            <p:nvPr/>
          </p:nvSpPr>
          <p:spPr>
            <a:xfrm>
              <a:off x="5469442" y="2188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t8152"/>
            <p:cNvSpPr/>
            <p:nvPr/>
          </p:nvSpPr>
          <p:spPr>
            <a:xfrm>
              <a:off x="5889213" y="1742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t8153"/>
            <p:cNvSpPr/>
            <p:nvPr/>
          </p:nvSpPr>
          <p:spPr>
            <a:xfrm>
              <a:off x="5452743" y="1896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t8154"/>
            <p:cNvSpPr/>
            <p:nvPr/>
          </p:nvSpPr>
          <p:spPr>
            <a:xfrm>
              <a:off x="5651000" y="1978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t8155"/>
            <p:cNvSpPr/>
            <p:nvPr/>
          </p:nvSpPr>
          <p:spPr>
            <a:xfrm>
              <a:off x="5562857" y="2307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t8156"/>
            <p:cNvSpPr/>
            <p:nvPr/>
          </p:nvSpPr>
          <p:spPr>
            <a:xfrm>
              <a:off x="5779091" y="1876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t8157"/>
            <p:cNvSpPr/>
            <p:nvPr/>
          </p:nvSpPr>
          <p:spPr>
            <a:xfrm>
              <a:off x="5757977" y="1848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t8158"/>
            <p:cNvSpPr/>
            <p:nvPr/>
          </p:nvSpPr>
          <p:spPr>
            <a:xfrm>
              <a:off x="5369622" y="2111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t8159"/>
            <p:cNvSpPr/>
            <p:nvPr/>
          </p:nvSpPr>
          <p:spPr>
            <a:xfrm>
              <a:off x="5547711" y="2144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t8160"/>
            <p:cNvSpPr/>
            <p:nvPr/>
          </p:nvSpPr>
          <p:spPr>
            <a:xfrm>
              <a:off x="5643690" y="1826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t8161"/>
            <p:cNvSpPr/>
            <p:nvPr/>
          </p:nvSpPr>
          <p:spPr>
            <a:xfrm>
              <a:off x="4974459" y="2687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t8162"/>
            <p:cNvSpPr/>
            <p:nvPr/>
          </p:nvSpPr>
          <p:spPr>
            <a:xfrm>
              <a:off x="5435355" y="2006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t8163"/>
            <p:cNvSpPr/>
            <p:nvPr/>
          </p:nvSpPr>
          <p:spPr>
            <a:xfrm>
              <a:off x="5441612" y="202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t8164"/>
            <p:cNvSpPr/>
            <p:nvPr/>
          </p:nvSpPr>
          <p:spPr>
            <a:xfrm>
              <a:off x="5598219" y="2049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t8165"/>
            <p:cNvSpPr/>
            <p:nvPr/>
          </p:nvSpPr>
          <p:spPr>
            <a:xfrm>
              <a:off x="5297393" y="2183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t8166"/>
            <p:cNvSpPr/>
            <p:nvPr/>
          </p:nvSpPr>
          <p:spPr>
            <a:xfrm>
              <a:off x="5525132" y="2055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t8167"/>
            <p:cNvSpPr/>
            <p:nvPr/>
          </p:nvSpPr>
          <p:spPr>
            <a:xfrm>
              <a:off x="5267637" y="2182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t8168"/>
            <p:cNvSpPr/>
            <p:nvPr/>
          </p:nvSpPr>
          <p:spPr>
            <a:xfrm>
              <a:off x="5750325" y="1794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t8169"/>
            <p:cNvSpPr/>
            <p:nvPr/>
          </p:nvSpPr>
          <p:spPr>
            <a:xfrm>
              <a:off x="5408004" y="2264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t8170"/>
            <p:cNvSpPr/>
            <p:nvPr/>
          </p:nvSpPr>
          <p:spPr>
            <a:xfrm>
              <a:off x="5803658" y="1887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t8171"/>
            <p:cNvSpPr/>
            <p:nvPr/>
          </p:nvSpPr>
          <p:spPr>
            <a:xfrm>
              <a:off x="5169358" y="2307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t8172"/>
            <p:cNvSpPr/>
            <p:nvPr/>
          </p:nvSpPr>
          <p:spPr>
            <a:xfrm>
              <a:off x="5773592" y="187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t8173"/>
            <p:cNvSpPr/>
            <p:nvPr/>
          </p:nvSpPr>
          <p:spPr>
            <a:xfrm>
              <a:off x="5342227" y="2214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t8174"/>
            <p:cNvSpPr/>
            <p:nvPr/>
          </p:nvSpPr>
          <p:spPr>
            <a:xfrm>
              <a:off x="5017619" y="2271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t8175"/>
            <p:cNvSpPr/>
            <p:nvPr/>
          </p:nvSpPr>
          <p:spPr>
            <a:xfrm>
              <a:off x="5431795" y="2111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t8176"/>
            <p:cNvSpPr/>
            <p:nvPr/>
          </p:nvSpPr>
          <p:spPr>
            <a:xfrm>
              <a:off x="5275770" y="2200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t8177"/>
            <p:cNvSpPr/>
            <p:nvPr/>
          </p:nvSpPr>
          <p:spPr>
            <a:xfrm>
              <a:off x="4875289" y="2827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t8178"/>
            <p:cNvSpPr/>
            <p:nvPr/>
          </p:nvSpPr>
          <p:spPr>
            <a:xfrm>
              <a:off x="5386452" y="2214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t8179"/>
            <p:cNvSpPr/>
            <p:nvPr/>
          </p:nvSpPr>
          <p:spPr>
            <a:xfrm>
              <a:off x="6037654" y="2150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t8180"/>
            <p:cNvSpPr/>
            <p:nvPr/>
          </p:nvSpPr>
          <p:spPr>
            <a:xfrm>
              <a:off x="5478445" y="2221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t8181"/>
            <p:cNvSpPr/>
            <p:nvPr/>
          </p:nvSpPr>
          <p:spPr>
            <a:xfrm>
              <a:off x="5134053" y="2488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t8182"/>
            <p:cNvSpPr/>
            <p:nvPr/>
          </p:nvSpPr>
          <p:spPr>
            <a:xfrm>
              <a:off x="5827126" y="1851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t8183"/>
            <p:cNvSpPr/>
            <p:nvPr/>
          </p:nvSpPr>
          <p:spPr>
            <a:xfrm>
              <a:off x="5548843" y="2186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t8184"/>
            <p:cNvSpPr/>
            <p:nvPr/>
          </p:nvSpPr>
          <p:spPr>
            <a:xfrm>
              <a:off x="5170677" y="231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t8185"/>
            <p:cNvSpPr/>
            <p:nvPr/>
          </p:nvSpPr>
          <p:spPr>
            <a:xfrm>
              <a:off x="5490929" y="2217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t8186"/>
            <p:cNvSpPr/>
            <p:nvPr/>
          </p:nvSpPr>
          <p:spPr>
            <a:xfrm>
              <a:off x="5197333" y="2333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t8187"/>
            <p:cNvSpPr/>
            <p:nvPr/>
          </p:nvSpPr>
          <p:spPr>
            <a:xfrm>
              <a:off x="5605971" y="1947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t8188"/>
            <p:cNvSpPr/>
            <p:nvPr/>
          </p:nvSpPr>
          <p:spPr>
            <a:xfrm>
              <a:off x="5367287" y="2119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t8189"/>
            <p:cNvSpPr/>
            <p:nvPr/>
          </p:nvSpPr>
          <p:spPr>
            <a:xfrm>
              <a:off x="5145056" y="2739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t8190"/>
            <p:cNvSpPr/>
            <p:nvPr/>
          </p:nvSpPr>
          <p:spPr>
            <a:xfrm>
              <a:off x="5181769" y="2255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t8191"/>
            <p:cNvSpPr/>
            <p:nvPr/>
          </p:nvSpPr>
          <p:spPr>
            <a:xfrm>
              <a:off x="5261625" y="2149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t8192"/>
            <p:cNvSpPr/>
            <p:nvPr/>
          </p:nvSpPr>
          <p:spPr>
            <a:xfrm>
              <a:off x="5543497" y="2204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t8193"/>
            <p:cNvSpPr/>
            <p:nvPr/>
          </p:nvSpPr>
          <p:spPr>
            <a:xfrm>
              <a:off x="5203367" y="2137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t8194"/>
            <p:cNvSpPr/>
            <p:nvPr/>
          </p:nvSpPr>
          <p:spPr>
            <a:xfrm>
              <a:off x="5285759" y="1906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t8195"/>
            <p:cNvSpPr/>
            <p:nvPr/>
          </p:nvSpPr>
          <p:spPr>
            <a:xfrm>
              <a:off x="5753382" y="2017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t8196"/>
            <p:cNvSpPr/>
            <p:nvPr/>
          </p:nvSpPr>
          <p:spPr>
            <a:xfrm>
              <a:off x="5667239" y="1856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t8197"/>
            <p:cNvSpPr/>
            <p:nvPr/>
          </p:nvSpPr>
          <p:spPr>
            <a:xfrm>
              <a:off x="5345226" y="2240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t8198"/>
            <p:cNvSpPr/>
            <p:nvPr/>
          </p:nvSpPr>
          <p:spPr>
            <a:xfrm>
              <a:off x="5674408" y="188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t8199"/>
            <p:cNvSpPr/>
            <p:nvPr/>
          </p:nvSpPr>
          <p:spPr>
            <a:xfrm>
              <a:off x="5490848" y="2154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t8200"/>
            <p:cNvSpPr/>
            <p:nvPr/>
          </p:nvSpPr>
          <p:spPr>
            <a:xfrm>
              <a:off x="5450582" y="1985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t8201"/>
            <p:cNvSpPr/>
            <p:nvPr/>
          </p:nvSpPr>
          <p:spPr>
            <a:xfrm>
              <a:off x="5234739" y="2137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t8202"/>
            <p:cNvSpPr/>
            <p:nvPr/>
          </p:nvSpPr>
          <p:spPr>
            <a:xfrm>
              <a:off x="5398515" y="2252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t8203"/>
            <p:cNvSpPr/>
            <p:nvPr/>
          </p:nvSpPr>
          <p:spPr>
            <a:xfrm>
              <a:off x="5148668" y="2565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t8204"/>
            <p:cNvSpPr/>
            <p:nvPr/>
          </p:nvSpPr>
          <p:spPr>
            <a:xfrm>
              <a:off x="5619142" y="2042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t8205"/>
            <p:cNvSpPr/>
            <p:nvPr/>
          </p:nvSpPr>
          <p:spPr>
            <a:xfrm>
              <a:off x="5057054" y="2436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t8206"/>
            <p:cNvSpPr/>
            <p:nvPr/>
          </p:nvSpPr>
          <p:spPr>
            <a:xfrm>
              <a:off x="5601129" y="1892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t8207"/>
            <p:cNvSpPr/>
            <p:nvPr/>
          </p:nvSpPr>
          <p:spPr>
            <a:xfrm>
              <a:off x="5247057" y="2236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t8208"/>
            <p:cNvSpPr/>
            <p:nvPr/>
          </p:nvSpPr>
          <p:spPr>
            <a:xfrm>
              <a:off x="5709728" y="1774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t8209"/>
            <p:cNvSpPr/>
            <p:nvPr/>
          </p:nvSpPr>
          <p:spPr>
            <a:xfrm>
              <a:off x="5254325" y="2267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t8210"/>
            <p:cNvSpPr/>
            <p:nvPr/>
          </p:nvSpPr>
          <p:spPr>
            <a:xfrm>
              <a:off x="5188602" y="2268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t8211"/>
            <p:cNvSpPr/>
            <p:nvPr/>
          </p:nvSpPr>
          <p:spPr>
            <a:xfrm>
              <a:off x="5681131" y="1910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t8212"/>
            <p:cNvSpPr/>
            <p:nvPr/>
          </p:nvSpPr>
          <p:spPr>
            <a:xfrm>
              <a:off x="5550594" y="2118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t8213"/>
            <p:cNvSpPr/>
            <p:nvPr/>
          </p:nvSpPr>
          <p:spPr>
            <a:xfrm>
              <a:off x="5637218" y="2177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t8214"/>
            <p:cNvSpPr/>
            <p:nvPr/>
          </p:nvSpPr>
          <p:spPr>
            <a:xfrm>
              <a:off x="5525503" y="2072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t8215"/>
            <p:cNvSpPr/>
            <p:nvPr/>
          </p:nvSpPr>
          <p:spPr>
            <a:xfrm>
              <a:off x="4994074" y="2529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t8216"/>
            <p:cNvSpPr/>
            <p:nvPr/>
          </p:nvSpPr>
          <p:spPr>
            <a:xfrm>
              <a:off x="5180388" y="2189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t8217"/>
            <p:cNvSpPr/>
            <p:nvPr/>
          </p:nvSpPr>
          <p:spPr>
            <a:xfrm>
              <a:off x="5435167" y="2170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t8218"/>
            <p:cNvSpPr/>
            <p:nvPr/>
          </p:nvSpPr>
          <p:spPr>
            <a:xfrm>
              <a:off x="5790534" y="1730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t8219"/>
            <p:cNvSpPr/>
            <p:nvPr/>
          </p:nvSpPr>
          <p:spPr>
            <a:xfrm>
              <a:off x="5677620" y="1920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t8220"/>
            <p:cNvSpPr/>
            <p:nvPr/>
          </p:nvSpPr>
          <p:spPr>
            <a:xfrm>
              <a:off x="5323804" y="212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t8221"/>
            <p:cNvSpPr/>
            <p:nvPr/>
          </p:nvSpPr>
          <p:spPr>
            <a:xfrm>
              <a:off x="4937566" y="2167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t8222"/>
            <p:cNvSpPr/>
            <p:nvPr/>
          </p:nvSpPr>
          <p:spPr>
            <a:xfrm>
              <a:off x="5425244" y="2208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t8223"/>
            <p:cNvSpPr/>
            <p:nvPr/>
          </p:nvSpPr>
          <p:spPr>
            <a:xfrm>
              <a:off x="5303268" y="2180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t8224"/>
            <p:cNvSpPr/>
            <p:nvPr/>
          </p:nvSpPr>
          <p:spPr>
            <a:xfrm>
              <a:off x="5581426" y="2075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t8225"/>
            <p:cNvSpPr/>
            <p:nvPr/>
          </p:nvSpPr>
          <p:spPr>
            <a:xfrm>
              <a:off x="5210558" y="2265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t8226"/>
            <p:cNvSpPr/>
            <p:nvPr/>
          </p:nvSpPr>
          <p:spPr>
            <a:xfrm>
              <a:off x="5486024" y="2179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t8227"/>
            <p:cNvSpPr/>
            <p:nvPr/>
          </p:nvSpPr>
          <p:spPr>
            <a:xfrm>
              <a:off x="4869800" y="2537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t8228"/>
            <p:cNvSpPr/>
            <p:nvPr/>
          </p:nvSpPr>
          <p:spPr>
            <a:xfrm>
              <a:off x="5657694" y="1665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t8229"/>
            <p:cNvSpPr/>
            <p:nvPr/>
          </p:nvSpPr>
          <p:spPr>
            <a:xfrm>
              <a:off x="5304596" y="2235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t8230"/>
            <p:cNvSpPr/>
            <p:nvPr/>
          </p:nvSpPr>
          <p:spPr>
            <a:xfrm>
              <a:off x="5279487" y="2140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t8231"/>
            <p:cNvSpPr/>
            <p:nvPr/>
          </p:nvSpPr>
          <p:spPr>
            <a:xfrm>
              <a:off x="5745343" y="2002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t8232"/>
            <p:cNvSpPr/>
            <p:nvPr/>
          </p:nvSpPr>
          <p:spPr>
            <a:xfrm>
              <a:off x="5540429" y="2227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t8233"/>
            <p:cNvSpPr/>
            <p:nvPr/>
          </p:nvSpPr>
          <p:spPr>
            <a:xfrm>
              <a:off x="5195314" y="2082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t8234"/>
            <p:cNvSpPr/>
            <p:nvPr/>
          </p:nvSpPr>
          <p:spPr>
            <a:xfrm>
              <a:off x="5399773" y="2270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t8235"/>
            <p:cNvSpPr/>
            <p:nvPr/>
          </p:nvSpPr>
          <p:spPr>
            <a:xfrm>
              <a:off x="5126128" y="2698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t8236"/>
            <p:cNvSpPr/>
            <p:nvPr/>
          </p:nvSpPr>
          <p:spPr>
            <a:xfrm>
              <a:off x="5667886" y="1988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t8237"/>
            <p:cNvSpPr/>
            <p:nvPr/>
          </p:nvSpPr>
          <p:spPr>
            <a:xfrm>
              <a:off x="5655697" y="1642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t8238"/>
            <p:cNvSpPr/>
            <p:nvPr/>
          </p:nvSpPr>
          <p:spPr>
            <a:xfrm>
              <a:off x="5652365" y="1702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t8239"/>
            <p:cNvSpPr/>
            <p:nvPr/>
          </p:nvSpPr>
          <p:spPr>
            <a:xfrm>
              <a:off x="5461681" y="2084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t8240"/>
            <p:cNvSpPr/>
            <p:nvPr/>
          </p:nvSpPr>
          <p:spPr>
            <a:xfrm>
              <a:off x="5268193" y="217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t8241"/>
            <p:cNvSpPr/>
            <p:nvPr/>
          </p:nvSpPr>
          <p:spPr>
            <a:xfrm>
              <a:off x="5447998" y="1986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t8242"/>
            <p:cNvSpPr/>
            <p:nvPr/>
          </p:nvSpPr>
          <p:spPr>
            <a:xfrm>
              <a:off x="5622958" y="1965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t8243"/>
            <p:cNvSpPr/>
            <p:nvPr/>
          </p:nvSpPr>
          <p:spPr>
            <a:xfrm>
              <a:off x="5423710" y="2105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t8244"/>
            <p:cNvSpPr/>
            <p:nvPr/>
          </p:nvSpPr>
          <p:spPr>
            <a:xfrm>
              <a:off x="5451626" y="2051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t8245"/>
            <p:cNvSpPr/>
            <p:nvPr/>
          </p:nvSpPr>
          <p:spPr>
            <a:xfrm>
              <a:off x="5114042" y="2524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t8246"/>
            <p:cNvSpPr/>
            <p:nvPr/>
          </p:nvSpPr>
          <p:spPr>
            <a:xfrm>
              <a:off x="5325286" y="2210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t8247"/>
            <p:cNvSpPr/>
            <p:nvPr/>
          </p:nvSpPr>
          <p:spPr>
            <a:xfrm>
              <a:off x="5626819" y="1956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t8248"/>
            <p:cNvSpPr/>
            <p:nvPr/>
          </p:nvSpPr>
          <p:spPr>
            <a:xfrm>
              <a:off x="5177337" y="2145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t8249"/>
            <p:cNvSpPr/>
            <p:nvPr/>
          </p:nvSpPr>
          <p:spPr>
            <a:xfrm>
              <a:off x="5871644" y="1918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t8250"/>
            <p:cNvSpPr/>
            <p:nvPr/>
          </p:nvSpPr>
          <p:spPr>
            <a:xfrm>
              <a:off x="5266482" y="2149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t8251"/>
            <p:cNvSpPr/>
            <p:nvPr/>
          </p:nvSpPr>
          <p:spPr>
            <a:xfrm>
              <a:off x="5215112" y="2199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t8252"/>
            <p:cNvSpPr/>
            <p:nvPr/>
          </p:nvSpPr>
          <p:spPr>
            <a:xfrm>
              <a:off x="5442897" y="2054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t8253"/>
            <p:cNvSpPr/>
            <p:nvPr/>
          </p:nvSpPr>
          <p:spPr>
            <a:xfrm>
              <a:off x="5532098" y="2229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t8254"/>
            <p:cNvSpPr/>
            <p:nvPr/>
          </p:nvSpPr>
          <p:spPr>
            <a:xfrm>
              <a:off x="5118058" y="2670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t8255"/>
            <p:cNvSpPr/>
            <p:nvPr/>
          </p:nvSpPr>
          <p:spPr>
            <a:xfrm>
              <a:off x="5469201" y="1998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t8256"/>
            <p:cNvSpPr/>
            <p:nvPr/>
          </p:nvSpPr>
          <p:spPr>
            <a:xfrm>
              <a:off x="5164825" y="231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t8257"/>
            <p:cNvSpPr/>
            <p:nvPr/>
          </p:nvSpPr>
          <p:spPr>
            <a:xfrm>
              <a:off x="5102928" y="2629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t8258"/>
            <p:cNvSpPr/>
            <p:nvPr/>
          </p:nvSpPr>
          <p:spPr>
            <a:xfrm>
              <a:off x="5542687" y="2238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t8259"/>
            <p:cNvSpPr/>
            <p:nvPr/>
          </p:nvSpPr>
          <p:spPr>
            <a:xfrm>
              <a:off x="5102779" y="2626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t8260"/>
            <p:cNvSpPr/>
            <p:nvPr/>
          </p:nvSpPr>
          <p:spPr>
            <a:xfrm>
              <a:off x="5667638" y="1692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t8261"/>
            <p:cNvSpPr/>
            <p:nvPr/>
          </p:nvSpPr>
          <p:spPr>
            <a:xfrm>
              <a:off x="5707072" y="1826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t8262"/>
            <p:cNvSpPr/>
            <p:nvPr/>
          </p:nvSpPr>
          <p:spPr>
            <a:xfrm>
              <a:off x="5060245" y="2378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t8263"/>
            <p:cNvSpPr/>
            <p:nvPr/>
          </p:nvSpPr>
          <p:spPr>
            <a:xfrm>
              <a:off x="4806260" y="2218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t8264"/>
            <p:cNvSpPr/>
            <p:nvPr/>
          </p:nvSpPr>
          <p:spPr>
            <a:xfrm>
              <a:off x="5460678" y="2085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t8265"/>
            <p:cNvSpPr/>
            <p:nvPr/>
          </p:nvSpPr>
          <p:spPr>
            <a:xfrm>
              <a:off x="5675981" y="1914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t8266"/>
            <p:cNvSpPr/>
            <p:nvPr/>
          </p:nvSpPr>
          <p:spPr>
            <a:xfrm>
              <a:off x="5272569" y="2244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t8267"/>
            <p:cNvSpPr/>
            <p:nvPr/>
          </p:nvSpPr>
          <p:spPr>
            <a:xfrm>
              <a:off x="5309361" y="2228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t8268"/>
            <p:cNvSpPr/>
            <p:nvPr/>
          </p:nvSpPr>
          <p:spPr>
            <a:xfrm>
              <a:off x="5073993" y="2284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t8269"/>
            <p:cNvSpPr/>
            <p:nvPr/>
          </p:nvSpPr>
          <p:spPr>
            <a:xfrm>
              <a:off x="5657007" y="1700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t8270"/>
            <p:cNvSpPr/>
            <p:nvPr/>
          </p:nvSpPr>
          <p:spPr>
            <a:xfrm>
              <a:off x="5011173" y="1999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t8271"/>
            <p:cNvSpPr/>
            <p:nvPr/>
          </p:nvSpPr>
          <p:spPr>
            <a:xfrm>
              <a:off x="5309276" y="2114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t8272"/>
            <p:cNvSpPr/>
            <p:nvPr/>
          </p:nvSpPr>
          <p:spPr>
            <a:xfrm>
              <a:off x="5092520" y="2456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t8273"/>
            <p:cNvSpPr/>
            <p:nvPr/>
          </p:nvSpPr>
          <p:spPr>
            <a:xfrm>
              <a:off x="5202422" y="2259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t8274"/>
            <p:cNvSpPr/>
            <p:nvPr/>
          </p:nvSpPr>
          <p:spPr>
            <a:xfrm>
              <a:off x="5530502" y="2235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t8275"/>
            <p:cNvSpPr/>
            <p:nvPr/>
          </p:nvSpPr>
          <p:spPr>
            <a:xfrm>
              <a:off x="5650801" y="1913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t8276"/>
            <p:cNvSpPr/>
            <p:nvPr/>
          </p:nvSpPr>
          <p:spPr>
            <a:xfrm>
              <a:off x="5657427" y="1751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t8277"/>
            <p:cNvSpPr/>
            <p:nvPr/>
          </p:nvSpPr>
          <p:spPr>
            <a:xfrm>
              <a:off x="5886731" y="163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t8278"/>
            <p:cNvSpPr/>
            <p:nvPr/>
          </p:nvSpPr>
          <p:spPr>
            <a:xfrm>
              <a:off x="5513542" y="2219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t8279"/>
            <p:cNvSpPr/>
            <p:nvPr/>
          </p:nvSpPr>
          <p:spPr>
            <a:xfrm>
              <a:off x="5018043" y="219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t8280"/>
            <p:cNvSpPr/>
            <p:nvPr/>
          </p:nvSpPr>
          <p:spPr>
            <a:xfrm>
              <a:off x="5736087" y="1995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t8281"/>
            <p:cNvSpPr/>
            <p:nvPr/>
          </p:nvSpPr>
          <p:spPr>
            <a:xfrm>
              <a:off x="5079506" y="1827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t8282"/>
            <p:cNvSpPr/>
            <p:nvPr/>
          </p:nvSpPr>
          <p:spPr>
            <a:xfrm>
              <a:off x="5800161" y="1896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t8283"/>
            <p:cNvSpPr/>
            <p:nvPr/>
          </p:nvSpPr>
          <p:spPr>
            <a:xfrm>
              <a:off x="4965634" y="2487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t8284"/>
            <p:cNvSpPr/>
            <p:nvPr/>
          </p:nvSpPr>
          <p:spPr>
            <a:xfrm>
              <a:off x="5212058" y="2081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t8285"/>
            <p:cNvSpPr/>
            <p:nvPr/>
          </p:nvSpPr>
          <p:spPr>
            <a:xfrm>
              <a:off x="5462071" y="2096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t8286"/>
            <p:cNvSpPr/>
            <p:nvPr/>
          </p:nvSpPr>
          <p:spPr>
            <a:xfrm>
              <a:off x="5568717" y="2081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t8287"/>
            <p:cNvSpPr/>
            <p:nvPr/>
          </p:nvSpPr>
          <p:spPr>
            <a:xfrm>
              <a:off x="5855451" y="1908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t8288"/>
            <p:cNvSpPr/>
            <p:nvPr/>
          </p:nvSpPr>
          <p:spPr>
            <a:xfrm>
              <a:off x="5344578" y="2186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t8289"/>
            <p:cNvSpPr/>
            <p:nvPr/>
          </p:nvSpPr>
          <p:spPr>
            <a:xfrm>
              <a:off x="5352852" y="2239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t8290"/>
            <p:cNvSpPr/>
            <p:nvPr/>
          </p:nvSpPr>
          <p:spPr>
            <a:xfrm>
              <a:off x="5412619" y="2190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t8291"/>
            <p:cNvSpPr/>
            <p:nvPr/>
          </p:nvSpPr>
          <p:spPr>
            <a:xfrm>
              <a:off x="4941598" y="2653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t8292"/>
            <p:cNvSpPr/>
            <p:nvPr/>
          </p:nvSpPr>
          <p:spPr>
            <a:xfrm>
              <a:off x="5680595" y="1955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t8293"/>
            <p:cNvSpPr/>
            <p:nvPr/>
          </p:nvSpPr>
          <p:spPr>
            <a:xfrm>
              <a:off x="6013065" y="1917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t8294"/>
            <p:cNvSpPr/>
            <p:nvPr/>
          </p:nvSpPr>
          <p:spPr>
            <a:xfrm>
              <a:off x="5565944" y="2225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t8295"/>
            <p:cNvSpPr/>
            <p:nvPr/>
          </p:nvSpPr>
          <p:spPr>
            <a:xfrm>
              <a:off x="5669025" y="1817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t8296"/>
            <p:cNvSpPr/>
            <p:nvPr/>
          </p:nvSpPr>
          <p:spPr>
            <a:xfrm>
              <a:off x="5653311" y="1900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t8297"/>
            <p:cNvSpPr/>
            <p:nvPr/>
          </p:nvSpPr>
          <p:spPr>
            <a:xfrm>
              <a:off x="5740615" y="1947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t8298"/>
            <p:cNvSpPr/>
            <p:nvPr/>
          </p:nvSpPr>
          <p:spPr>
            <a:xfrm>
              <a:off x="5454850" y="2022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t8299"/>
            <p:cNvSpPr/>
            <p:nvPr/>
          </p:nvSpPr>
          <p:spPr>
            <a:xfrm>
              <a:off x="5725282" y="1802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t8300"/>
            <p:cNvSpPr/>
            <p:nvPr/>
          </p:nvSpPr>
          <p:spPr>
            <a:xfrm>
              <a:off x="5351275" y="2286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t8301"/>
            <p:cNvSpPr/>
            <p:nvPr/>
          </p:nvSpPr>
          <p:spPr>
            <a:xfrm>
              <a:off x="5458545" y="2046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t8302"/>
            <p:cNvSpPr/>
            <p:nvPr/>
          </p:nvSpPr>
          <p:spPr>
            <a:xfrm>
              <a:off x="5446864" y="1988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t8303"/>
            <p:cNvSpPr/>
            <p:nvPr/>
          </p:nvSpPr>
          <p:spPr>
            <a:xfrm>
              <a:off x="5301172" y="217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t8304"/>
            <p:cNvSpPr/>
            <p:nvPr/>
          </p:nvSpPr>
          <p:spPr>
            <a:xfrm>
              <a:off x="5439724" y="2090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t8305"/>
            <p:cNvSpPr/>
            <p:nvPr/>
          </p:nvSpPr>
          <p:spPr>
            <a:xfrm>
              <a:off x="5346852" y="2146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t8306"/>
            <p:cNvSpPr/>
            <p:nvPr/>
          </p:nvSpPr>
          <p:spPr>
            <a:xfrm>
              <a:off x="5199663" y="199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t8307"/>
            <p:cNvSpPr/>
            <p:nvPr/>
          </p:nvSpPr>
          <p:spPr>
            <a:xfrm>
              <a:off x="5198911" y="236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t8308"/>
            <p:cNvSpPr/>
            <p:nvPr/>
          </p:nvSpPr>
          <p:spPr>
            <a:xfrm>
              <a:off x="5301423" y="2146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t8309"/>
            <p:cNvSpPr/>
            <p:nvPr/>
          </p:nvSpPr>
          <p:spPr>
            <a:xfrm>
              <a:off x="5760888" y="2061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t8310"/>
            <p:cNvSpPr/>
            <p:nvPr/>
          </p:nvSpPr>
          <p:spPr>
            <a:xfrm>
              <a:off x="5862392" y="1637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t8311"/>
            <p:cNvSpPr/>
            <p:nvPr/>
          </p:nvSpPr>
          <p:spPr>
            <a:xfrm>
              <a:off x="5197170" y="2067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t8312"/>
            <p:cNvSpPr/>
            <p:nvPr/>
          </p:nvSpPr>
          <p:spPr>
            <a:xfrm>
              <a:off x="5665510" y="1610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t8313"/>
            <p:cNvSpPr/>
            <p:nvPr/>
          </p:nvSpPr>
          <p:spPr>
            <a:xfrm>
              <a:off x="5359143" y="218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t8314"/>
            <p:cNvSpPr/>
            <p:nvPr/>
          </p:nvSpPr>
          <p:spPr>
            <a:xfrm>
              <a:off x="5796164" y="2066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t8315"/>
            <p:cNvSpPr/>
            <p:nvPr/>
          </p:nvSpPr>
          <p:spPr>
            <a:xfrm>
              <a:off x="5541179" y="2181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t8316"/>
            <p:cNvSpPr/>
            <p:nvPr/>
          </p:nvSpPr>
          <p:spPr>
            <a:xfrm>
              <a:off x="5247364" y="2221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t8317"/>
            <p:cNvSpPr/>
            <p:nvPr/>
          </p:nvSpPr>
          <p:spPr>
            <a:xfrm>
              <a:off x="5446724" y="2004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t8318"/>
            <p:cNvSpPr/>
            <p:nvPr/>
          </p:nvSpPr>
          <p:spPr>
            <a:xfrm>
              <a:off x="5483477" y="2265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t8319"/>
            <p:cNvSpPr/>
            <p:nvPr/>
          </p:nvSpPr>
          <p:spPr>
            <a:xfrm>
              <a:off x="5329944" y="2079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t8320"/>
            <p:cNvSpPr/>
            <p:nvPr/>
          </p:nvSpPr>
          <p:spPr>
            <a:xfrm>
              <a:off x="5705385" y="1789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t8321"/>
            <p:cNvSpPr/>
            <p:nvPr/>
          </p:nvSpPr>
          <p:spPr>
            <a:xfrm>
              <a:off x="5806979" y="1903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t8322"/>
            <p:cNvSpPr/>
            <p:nvPr/>
          </p:nvSpPr>
          <p:spPr>
            <a:xfrm>
              <a:off x="5479161" y="2164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t8323"/>
            <p:cNvSpPr/>
            <p:nvPr/>
          </p:nvSpPr>
          <p:spPr>
            <a:xfrm>
              <a:off x="5249867" y="2201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t8324"/>
            <p:cNvSpPr/>
            <p:nvPr/>
          </p:nvSpPr>
          <p:spPr>
            <a:xfrm>
              <a:off x="5710168" y="2031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t8325"/>
            <p:cNvSpPr/>
            <p:nvPr/>
          </p:nvSpPr>
          <p:spPr>
            <a:xfrm>
              <a:off x="5549584" y="2148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t8326"/>
            <p:cNvSpPr/>
            <p:nvPr/>
          </p:nvSpPr>
          <p:spPr>
            <a:xfrm>
              <a:off x="5052110" y="221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t8327"/>
            <p:cNvSpPr/>
            <p:nvPr/>
          </p:nvSpPr>
          <p:spPr>
            <a:xfrm>
              <a:off x="5257472" y="2215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t8328"/>
            <p:cNvSpPr/>
            <p:nvPr/>
          </p:nvSpPr>
          <p:spPr>
            <a:xfrm>
              <a:off x="5162871" y="2294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t8329"/>
            <p:cNvSpPr/>
            <p:nvPr/>
          </p:nvSpPr>
          <p:spPr>
            <a:xfrm>
              <a:off x="5227075" y="1981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t8330"/>
            <p:cNvSpPr/>
            <p:nvPr/>
          </p:nvSpPr>
          <p:spPr>
            <a:xfrm>
              <a:off x="5445499" y="1958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t8331"/>
            <p:cNvSpPr/>
            <p:nvPr/>
          </p:nvSpPr>
          <p:spPr>
            <a:xfrm>
              <a:off x="5094305" y="2577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t8332"/>
            <p:cNvSpPr/>
            <p:nvPr/>
          </p:nvSpPr>
          <p:spPr>
            <a:xfrm>
              <a:off x="5083258" y="1675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t8333"/>
            <p:cNvSpPr/>
            <p:nvPr/>
          </p:nvSpPr>
          <p:spPr>
            <a:xfrm>
              <a:off x="5038466" y="2444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t8334"/>
            <p:cNvSpPr/>
            <p:nvPr/>
          </p:nvSpPr>
          <p:spPr>
            <a:xfrm>
              <a:off x="5213427" y="2172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t8335"/>
            <p:cNvSpPr/>
            <p:nvPr/>
          </p:nvSpPr>
          <p:spPr>
            <a:xfrm>
              <a:off x="5522001" y="1987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t8336"/>
            <p:cNvSpPr/>
            <p:nvPr/>
          </p:nvSpPr>
          <p:spPr>
            <a:xfrm>
              <a:off x="5572225" y="2210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t8337"/>
            <p:cNvSpPr/>
            <p:nvPr/>
          </p:nvSpPr>
          <p:spPr>
            <a:xfrm>
              <a:off x="5265260" y="2053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t8338"/>
            <p:cNvSpPr/>
            <p:nvPr/>
          </p:nvSpPr>
          <p:spPr>
            <a:xfrm>
              <a:off x="5635827" y="2059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t8339"/>
            <p:cNvSpPr/>
            <p:nvPr/>
          </p:nvSpPr>
          <p:spPr>
            <a:xfrm>
              <a:off x="5688301" y="2001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t8340"/>
            <p:cNvSpPr/>
            <p:nvPr/>
          </p:nvSpPr>
          <p:spPr>
            <a:xfrm>
              <a:off x="5379073" y="2141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t8341"/>
            <p:cNvSpPr/>
            <p:nvPr/>
          </p:nvSpPr>
          <p:spPr>
            <a:xfrm>
              <a:off x="5549992" y="2159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t8342"/>
            <p:cNvSpPr/>
            <p:nvPr/>
          </p:nvSpPr>
          <p:spPr>
            <a:xfrm>
              <a:off x="5484786" y="2227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t8343"/>
            <p:cNvSpPr/>
            <p:nvPr/>
          </p:nvSpPr>
          <p:spPr>
            <a:xfrm>
              <a:off x="5595980" y="1978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t8344"/>
            <p:cNvSpPr/>
            <p:nvPr/>
          </p:nvSpPr>
          <p:spPr>
            <a:xfrm>
              <a:off x="5261311" y="2170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t8345"/>
            <p:cNvSpPr/>
            <p:nvPr/>
          </p:nvSpPr>
          <p:spPr>
            <a:xfrm>
              <a:off x="5607403" y="1967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t8346"/>
            <p:cNvSpPr/>
            <p:nvPr/>
          </p:nvSpPr>
          <p:spPr>
            <a:xfrm>
              <a:off x="5320632" y="2195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t8347"/>
            <p:cNvSpPr/>
            <p:nvPr/>
          </p:nvSpPr>
          <p:spPr>
            <a:xfrm>
              <a:off x="5405787" y="2330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t8348"/>
            <p:cNvSpPr/>
            <p:nvPr/>
          </p:nvSpPr>
          <p:spPr>
            <a:xfrm>
              <a:off x="5378719" y="2200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t8349"/>
            <p:cNvSpPr/>
            <p:nvPr/>
          </p:nvSpPr>
          <p:spPr>
            <a:xfrm>
              <a:off x="5621950" y="2016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t8350"/>
            <p:cNvSpPr/>
            <p:nvPr/>
          </p:nvSpPr>
          <p:spPr>
            <a:xfrm>
              <a:off x="5601944" y="1914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t8351"/>
            <p:cNvSpPr/>
            <p:nvPr/>
          </p:nvSpPr>
          <p:spPr>
            <a:xfrm>
              <a:off x="5594062" y="204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t8352"/>
            <p:cNvSpPr/>
            <p:nvPr/>
          </p:nvSpPr>
          <p:spPr>
            <a:xfrm>
              <a:off x="5354714" y="2295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t8353"/>
            <p:cNvSpPr/>
            <p:nvPr/>
          </p:nvSpPr>
          <p:spPr>
            <a:xfrm>
              <a:off x="5227610" y="2054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t8354"/>
            <p:cNvSpPr/>
            <p:nvPr/>
          </p:nvSpPr>
          <p:spPr>
            <a:xfrm>
              <a:off x="5293789" y="2087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t8355"/>
            <p:cNvSpPr/>
            <p:nvPr/>
          </p:nvSpPr>
          <p:spPr>
            <a:xfrm>
              <a:off x="5772728" y="2127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t8356"/>
            <p:cNvSpPr/>
            <p:nvPr/>
          </p:nvSpPr>
          <p:spPr>
            <a:xfrm>
              <a:off x="5448749" y="1961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t8357"/>
            <p:cNvSpPr/>
            <p:nvPr/>
          </p:nvSpPr>
          <p:spPr>
            <a:xfrm>
              <a:off x="5571376" y="2160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t8358"/>
            <p:cNvSpPr/>
            <p:nvPr/>
          </p:nvSpPr>
          <p:spPr>
            <a:xfrm>
              <a:off x="5028112" y="2239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t8359"/>
            <p:cNvSpPr/>
            <p:nvPr/>
          </p:nvSpPr>
          <p:spPr>
            <a:xfrm>
              <a:off x="5227197" y="1991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t8360"/>
            <p:cNvSpPr/>
            <p:nvPr/>
          </p:nvSpPr>
          <p:spPr>
            <a:xfrm>
              <a:off x="5266473" y="214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t8361"/>
            <p:cNvSpPr/>
            <p:nvPr/>
          </p:nvSpPr>
          <p:spPr>
            <a:xfrm>
              <a:off x="5367772" y="2078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t8362"/>
            <p:cNvSpPr/>
            <p:nvPr/>
          </p:nvSpPr>
          <p:spPr>
            <a:xfrm>
              <a:off x="5523359" y="2074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t8363"/>
            <p:cNvSpPr/>
            <p:nvPr/>
          </p:nvSpPr>
          <p:spPr>
            <a:xfrm>
              <a:off x="5409608" y="2230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t8364"/>
            <p:cNvSpPr/>
            <p:nvPr/>
          </p:nvSpPr>
          <p:spPr>
            <a:xfrm>
              <a:off x="5502101" y="2107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t8365"/>
            <p:cNvSpPr/>
            <p:nvPr/>
          </p:nvSpPr>
          <p:spPr>
            <a:xfrm>
              <a:off x="5291401" y="2035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t8366"/>
            <p:cNvSpPr/>
            <p:nvPr/>
          </p:nvSpPr>
          <p:spPr>
            <a:xfrm>
              <a:off x="5147783" y="2710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t8367"/>
            <p:cNvSpPr/>
            <p:nvPr/>
          </p:nvSpPr>
          <p:spPr>
            <a:xfrm>
              <a:off x="5791773" y="1872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t8368"/>
            <p:cNvSpPr/>
            <p:nvPr/>
          </p:nvSpPr>
          <p:spPr>
            <a:xfrm>
              <a:off x="5563556" y="2319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t8369"/>
            <p:cNvSpPr/>
            <p:nvPr/>
          </p:nvSpPr>
          <p:spPr>
            <a:xfrm>
              <a:off x="5049568" y="2588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t8370"/>
            <p:cNvSpPr/>
            <p:nvPr/>
          </p:nvSpPr>
          <p:spPr>
            <a:xfrm>
              <a:off x="5547343" y="2200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t8371"/>
            <p:cNvSpPr/>
            <p:nvPr/>
          </p:nvSpPr>
          <p:spPr>
            <a:xfrm>
              <a:off x="5520860" y="2271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t8372"/>
            <p:cNvSpPr/>
            <p:nvPr/>
          </p:nvSpPr>
          <p:spPr>
            <a:xfrm>
              <a:off x="5687156" y="2033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t8373"/>
            <p:cNvSpPr/>
            <p:nvPr/>
          </p:nvSpPr>
          <p:spPr>
            <a:xfrm>
              <a:off x="5314288" y="2168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t8374"/>
            <p:cNvSpPr/>
            <p:nvPr/>
          </p:nvSpPr>
          <p:spPr>
            <a:xfrm>
              <a:off x="5406577" y="2282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t8375"/>
            <p:cNvSpPr/>
            <p:nvPr/>
          </p:nvSpPr>
          <p:spPr>
            <a:xfrm>
              <a:off x="5185467" y="208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t8376"/>
            <p:cNvSpPr/>
            <p:nvPr/>
          </p:nvSpPr>
          <p:spPr>
            <a:xfrm>
              <a:off x="5319346" y="2181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t8377"/>
            <p:cNvSpPr/>
            <p:nvPr/>
          </p:nvSpPr>
          <p:spPr>
            <a:xfrm>
              <a:off x="5181164" y="2247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t8378"/>
            <p:cNvSpPr/>
            <p:nvPr/>
          </p:nvSpPr>
          <p:spPr>
            <a:xfrm>
              <a:off x="5553110" y="2277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t8379"/>
            <p:cNvSpPr/>
            <p:nvPr/>
          </p:nvSpPr>
          <p:spPr>
            <a:xfrm>
              <a:off x="5159980" y="2510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t8380"/>
            <p:cNvSpPr/>
            <p:nvPr/>
          </p:nvSpPr>
          <p:spPr>
            <a:xfrm>
              <a:off x="5651259" y="2047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t8381"/>
            <p:cNvSpPr/>
            <p:nvPr/>
          </p:nvSpPr>
          <p:spPr>
            <a:xfrm>
              <a:off x="5292371" y="2167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t8382"/>
            <p:cNvSpPr/>
            <p:nvPr/>
          </p:nvSpPr>
          <p:spPr>
            <a:xfrm>
              <a:off x="5264810" y="2158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t8383"/>
            <p:cNvSpPr/>
            <p:nvPr/>
          </p:nvSpPr>
          <p:spPr>
            <a:xfrm>
              <a:off x="5234580" y="2247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t8384"/>
            <p:cNvSpPr/>
            <p:nvPr/>
          </p:nvSpPr>
          <p:spPr>
            <a:xfrm>
              <a:off x="5093734" y="2440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t8385"/>
            <p:cNvSpPr/>
            <p:nvPr/>
          </p:nvSpPr>
          <p:spPr>
            <a:xfrm>
              <a:off x="5247625" y="2122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t8386"/>
            <p:cNvSpPr/>
            <p:nvPr/>
          </p:nvSpPr>
          <p:spPr>
            <a:xfrm>
              <a:off x="5401255" y="2257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t8387"/>
            <p:cNvSpPr/>
            <p:nvPr/>
          </p:nvSpPr>
          <p:spPr>
            <a:xfrm>
              <a:off x="4742345" y="2331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t8388"/>
            <p:cNvSpPr/>
            <p:nvPr/>
          </p:nvSpPr>
          <p:spPr>
            <a:xfrm>
              <a:off x="5500418" y="2144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t8389"/>
            <p:cNvSpPr/>
            <p:nvPr/>
          </p:nvSpPr>
          <p:spPr>
            <a:xfrm>
              <a:off x="5433976" y="2052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t8390"/>
            <p:cNvSpPr/>
            <p:nvPr/>
          </p:nvSpPr>
          <p:spPr>
            <a:xfrm>
              <a:off x="5407633" y="2190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t8391"/>
            <p:cNvSpPr/>
            <p:nvPr/>
          </p:nvSpPr>
          <p:spPr>
            <a:xfrm>
              <a:off x="5330305" y="2100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t8392"/>
            <p:cNvSpPr/>
            <p:nvPr/>
          </p:nvSpPr>
          <p:spPr>
            <a:xfrm>
              <a:off x="5361396" y="208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t8393"/>
            <p:cNvSpPr/>
            <p:nvPr/>
          </p:nvSpPr>
          <p:spPr>
            <a:xfrm>
              <a:off x="5559889" y="2223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t8394"/>
            <p:cNvSpPr/>
            <p:nvPr/>
          </p:nvSpPr>
          <p:spPr>
            <a:xfrm>
              <a:off x="5508027" y="2164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t8395"/>
            <p:cNvSpPr/>
            <p:nvPr/>
          </p:nvSpPr>
          <p:spPr>
            <a:xfrm>
              <a:off x="5648129" y="1934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t8396"/>
            <p:cNvSpPr/>
            <p:nvPr/>
          </p:nvSpPr>
          <p:spPr>
            <a:xfrm>
              <a:off x="5496724" y="2185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t8397"/>
            <p:cNvSpPr/>
            <p:nvPr/>
          </p:nvSpPr>
          <p:spPr>
            <a:xfrm>
              <a:off x="5332853" y="2012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t8398"/>
            <p:cNvSpPr/>
            <p:nvPr/>
          </p:nvSpPr>
          <p:spPr>
            <a:xfrm>
              <a:off x="5548327" y="2177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t8399"/>
            <p:cNvSpPr/>
            <p:nvPr/>
          </p:nvSpPr>
          <p:spPr>
            <a:xfrm>
              <a:off x="5296056" y="2189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t8400"/>
            <p:cNvSpPr/>
            <p:nvPr/>
          </p:nvSpPr>
          <p:spPr>
            <a:xfrm>
              <a:off x="5085075" y="2122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t8401"/>
            <p:cNvSpPr/>
            <p:nvPr/>
          </p:nvSpPr>
          <p:spPr>
            <a:xfrm>
              <a:off x="5088441" y="1953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t8402"/>
            <p:cNvSpPr/>
            <p:nvPr/>
          </p:nvSpPr>
          <p:spPr>
            <a:xfrm>
              <a:off x="5154986" y="2539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t8403"/>
            <p:cNvSpPr/>
            <p:nvPr/>
          </p:nvSpPr>
          <p:spPr>
            <a:xfrm>
              <a:off x="5401441" y="2273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t8404"/>
            <p:cNvSpPr/>
            <p:nvPr/>
          </p:nvSpPr>
          <p:spPr>
            <a:xfrm>
              <a:off x="5352078" y="2240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t8405"/>
            <p:cNvSpPr/>
            <p:nvPr/>
          </p:nvSpPr>
          <p:spPr>
            <a:xfrm>
              <a:off x="5231875" y="2074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t8406"/>
            <p:cNvSpPr/>
            <p:nvPr/>
          </p:nvSpPr>
          <p:spPr>
            <a:xfrm>
              <a:off x="5350569" y="2284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t8407"/>
            <p:cNvSpPr/>
            <p:nvPr/>
          </p:nvSpPr>
          <p:spPr>
            <a:xfrm>
              <a:off x="5295025" y="2286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t8408"/>
            <p:cNvSpPr/>
            <p:nvPr/>
          </p:nvSpPr>
          <p:spPr>
            <a:xfrm>
              <a:off x="5289328" y="2021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t8409"/>
            <p:cNvSpPr/>
            <p:nvPr/>
          </p:nvSpPr>
          <p:spPr>
            <a:xfrm>
              <a:off x="5236254" y="2115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t8410"/>
            <p:cNvSpPr/>
            <p:nvPr/>
          </p:nvSpPr>
          <p:spPr>
            <a:xfrm>
              <a:off x="5365359" y="1970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t8411"/>
            <p:cNvSpPr/>
            <p:nvPr/>
          </p:nvSpPr>
          <p:spPr>
            <a:xfrm>
              <a:off x="5550642" y="2123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t8412"/>
            <p:cNvSpPr/>
            <p:nvPr/>
          </p:nvSpPr>
          <p:spPr>
            <a:xfrm>
              <a:off x="5567890" y="1923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t8413"/>
            <p:cNvSpPr/>
            <p:nvPr/>
          </p:nvSpPr>
          <p:spPr>
            <a:xfrm>
              <a:off x="5428822" y="2079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t8414"/>
            <p:cNvSpPr/>
            <p:nvPr/>
          </p:nvSpPr>
          <p:spPr>
            <a:xfrm>
              <a:off x="5650992" y="1955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t8415"/>
            <p:cNvSpPr/>
            <p:nvPr/>
          </p:nvSpPr>
          <p:spPr>
            <a:xfrm>
              <a:off x="5267610" y="2122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t8416"/>
            <p:cNvSpPr/>
            <p:nvPr/>
          </p:nvSpPr>
          <p:spPr>
            <a:xfrm>
              <a:off x="5333450" y="202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t8417"/>
            <p:cNvSpPr/>
            <p:nvPr/>
          </p:nvSpPr>
          <p:spPr>
            <a:xfrm>
              <a:off x="5133510" y="2712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t8418"/>
            <p:cNvSpPr/>
            <p:nvPr/>
          </p:nvSpPr>
          <p:spPr>
            <a:xfrm>
              <a:off x="5615954" y="2090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t8419"/>
            <p:cNvSpPr/>
            <p:nvPr/>
          </p:nvSpPr>
          <p:spPr>
            <a:xfrm>
              <a:off x="5360656" y="2080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t8420"/>
            <p:cNvSpPr/>
            <p:nvPr/>
          </p:nvSpPr>
          <p:spPr>
            <a:xfrm>
              <a:off x="5118151" y="2596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t8421"/>
            <p:cNvSpPr/>
            <p:nvPr/>
          </p:nvSpPr>
          <p:spPr>
            <a:xfrm>
              <a:off x="5294289" y="2109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t8422"/>
            <p:cNvSpPr/>
            <p:nvPr/>
          </p:nvSpPr>
          <p:spPr>
            <a:xfrm>
              <a:off x="5083290" y="1923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t8423"/>
            <p:cNvSpPr/>
            <p:nvPr/>
          </p:nvSpPr>
          <p:spPr>
            <a:xfrm>
              <a:off x="5353621" y="2244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t8424"/>
            <p:cNvSpPr/>
            <p:nvPr/>
          </p:nvSpPr>
          <p:spPr>
            <a:xfrm>
              <a:off x="5004820" y="2211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t8425"/>
            <p:cNvSpPr/>
            <p:nvPr/>
          </p:nvSpPr>
          <p:spPr>
            <a:xfrm>
              <a:off x="5083610" y="1882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t8426"/>
            <p:cNvSpPr/>
            <p:nvPr/>
          </p:nvSpPr>
          <p:spPr>
            <a:xfrm>
              <a:off x="5332265" y="2136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t8427"/>
            <p:cNvSpPr/>
            <p:nvPr/>
          </p:nvSpPr>
          <p:spPr>
            <a:xfrm>
              <a:off x="5633488" y="2199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t8428"/>
            <p:cNvSpPr/>
            <p:nvPr/>
          </p:nvSpPr>
          <p:spPr>
            <a:xfrm>
              <a:off x="5271204" y="2097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t8429"/>
            <p:cNvSpPr/>
            <p:nvPr/>
          </p:nvSpPr>
          <p:spPr>
            <a:xfrm>
              <a:off x="5762332" y="1863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t8430"/>
            <p:cNvSpPr/>
            <p:nvPr/>
          </p:nvSpPr>
          <p:spPr>
            <a:xfrm>
              <a:off x="5108518" y="2548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t8431"/>
            <p:cNvSpPr/>
            <p:nvPr/>
          </p:nvSpPr>
          <p:spPr>
            <a:xfrm>
              <a:off x="5175504" y="2316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t8432"/>
            <p:cNvSpPr/>
            <p:nvPr/>
          </p:nvSpPr>
          <p:spPr>
            <a:xfrm>
              <a:off x="4946565" y="2455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t8433"/>
            <p:cNvSpPr/>
            <p:nvPr/>
          </p:nvSpPr>
          <p:spPr>
            <a:xfrm>
              <a:off x="5024541" y="2284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t8434"/>
            <p:cNvSpPr/>
            <p:nvPr/>
          </p:nvSpPr>
          <p:spPr>
            <a:xfrm>
              <a:off x="5516984" y="2291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t8435"/>
            <p:cNvSpPr/>
            <p:nvPr/>
          </p:nvSpPr>
          <p:spPr>
            <a:xfrm>
              <a:off x="5941628" y="1772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t8436"/>
            <p:cNvSpPr/>
            <p:nvPr/>
          </p:nvSpPr>
          <p:spPr>
            <a:xfrm>
              <a:off x="5570706" y="2059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t8437"/>
            <p:cNvSpPr/>
            <p:nvPr/>
          </p:nvSpPr>
          <p:spPr>
            <a:xfrm>
              <a:off x="5873552" y="1545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t8438"/>
            <p:cNvSpPr/>
            <p:nvPr/>
          </p:nvSpPr>
          <p:spPr>
            <a:xfrm>
              <a:off x="5259618" y="2146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t8439"/>
            <p:cNvSpPr/>
            <p:nvPr/>
          </p:nvSpPr>
          <p:spPr>
            <a:xfrm>
              <a:off x="5626894" y="1982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t8440"/>
            <p:cNvSpPr/>
            <p:nvPr/>
          </p:nvSpPr>
          <p:spPr>
            <a:xfrm>
              <a:off x="5429161" y="2152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t8441"/>
            <p:cNvSpPr/>
            <p:nvPr/>
          </p:nvSpPr>
          <p:spPr>
            <a:xfrm>
              <a:off x="5507531" y="2120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t8442"/>
            <p:cNvSpPr/>
            <p:nvPr/>
          </p:nvSpPr>
          <p:spPr>
            <a:xfrm>
              <a:off x="5858995" y="1930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t8443"/>
            <p:cNvSpPr/>
            <p:nvPr/>
          </p:nvSpPr>
          <p:spPr>
            <a:xfrm>
              <a:off x="5030840" y="2436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t8444"/>
            <p:cNvSpPr/>
            <p:nvPr/>
          </p:nvSpPr>
          <p:spPr>
            <a:xfrm>
              <a:off x="5363344" y="2033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t8445"/>
            <p:cNvSpPr/>
            <p:nvPr/>
          </p:nvSpPr>
          <p:spPr>
            <a:xfrm>
              <a:off x="5875485" y="1779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t8446"/>
            <p:cNvSpPr/>
            <p:nvPr/>
          </p:nvSpPr>
          <p:spPr>
            <a:xfrm>
              <a:off x="5201173" y="2108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t8447"/>
            <p:cNvSpPr/>
            <p:nvPr/>
          </p:nvSpPr>
          <p:spPr>
            <a:xfrm>
              <a:off x="5207025" y="2168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t8448"/>
            <p:cNvSpPr/>
            <p:nvPr/>
          </p:nvSpPr>
          <p:spPr>
            <a:xfrm>
              <a:off x="5394781" y="2284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t8449"/>
            <p:cNvSpPr/>
            <p:nvPr/>
          </p:nvSpPr>
          <p:spPr>
            <a:xfrm>
              <a:off x="5483606" y="2324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t8450"/>
            <p:cNvSpPr/>
            <p:nvPr/>
          </p:nvSpPr>
          <p:spPr>
            <a:xfrm>
              <a:off x="5480860" y="2110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t8451"/>
            <p:cNvSpPr/>
            <p:nvPr/>
          </p:nvSpPr>
          <p:spPr>
            <a:xfrm>
              <a:off x="5551684" y="2176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t8452"/>
            <p:cNvSpPr/>
            <p:nvPr/>
          </p:nvSpPr>
          <p:spPr>
            <a:xfrm>
              <a:off x="5681101" y="1853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t8453"/>
            <p:cNvSpPr/>
            <p:nvPr/>
          </p:nvSpPr>
          <p:spPr>
            <a:xfrm>
              <a:off x="5476230" y="235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t8454"/>
            <p:cNvSpPr/>
            <p:nvPr/>
          </p:nvSpPr>
          <p:spPr>
            <a:xfrm>
              <a:off x="5338045" y="2026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t8455"/>
            <p:cNvSpPr/>
            <p:nvPr/>
          </p:nvSpPr>
          <p:spPr>
            <a:xfrm>
              <a:off x="5516545" y="2027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t8456"/>
            <p:cNvSpPr/>
            <p:nvPr/>
          </p:nvSpPr>
          <p:spPr>
            <a:xfrm>
              <a:off x="5312077" y="2278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t8457"/>
            <p:cNvSpPr/>
            <p:nvPr/>
          </p:nvSpPr>
          <p:spPr>
            <a:xfrm>
              <a:off x="5736653" y="1992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t8458"/>
            <p:cNvSpPr/>
            <p:nvPr/>
          </p:nvSpPr>
          <p:spPr>
            <a:xfrm>
              <a:off x="5396815" y="2176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t8459"/>
            <p:cNvSpPr/>
            <p:nvPr/>
          </p:nvSpPr>
          <p:spPr>
            <a:xfrm>
              <a:off x="5514532" y="229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t8460"/>
            <p:cNvSpPr/>
            <p:nvPr/>
          </p:nvSpPr>
          <p:spPr>
            <a:xfrm>
              <a:off x="5939073" y="1789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t8461"/>
            <p:cNvSpPr/>
            <p:nvPr/>
          </p:nvSpPr>
          <p:spPr>
            <a:xfrm>
              <a:off x="5123225" y="2675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t8462"/>
            <p:cNvSpPr/>
            <p:nvPr/>
          </p:nvSpPr>
          <p:spPr>
            <a:xfrm>
              <a:off x="5746344" y="2115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t8463"/>
            <p:cNvSpPr/>
            <p:nvPr/>
          </p:nvSpPr>
          <p:spPr>
            <a:xfrm>
              <a:off x="5229254" y="2091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t8464"/>
            <p:cNvSpPr/>
            <p:nvPr/>
          </p:nvSpPr>
          <p:spPr>
            <a:xfrm>
              <a:off x="5458523" y="1998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t8465"/>
            <p:cNvSpPr/>
            <p:nvPr/>
          </p:nvSpPr>
          <p:spPr>
            <a:xfrm>
              <a:off x="5288459" y="202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t8466"/>
            <p:cNvSpPr/>
            <p:nvPr/>
          </p:nvSpPr>
          <p:spPr>
            <a:xfrm>
              <a:off x="5263377" y="2127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t8467"/>
            <p:cNvSpPr/>
            <p:nvPr/>
          </p:nvSpPr>
          <p:spPr>
            <a:xfrm>
              <a:off x="5516165" y="2070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t8468"/>
            <p:cNvSpPr/>
            <p:nvPr/>
          </p:nvSpPr>
          <p:spPr>
            <a:xfrm>
              <a:off x="5378158" y="2194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t8469"/>
            <p:cNvSpPr/>
            <p:nvPr/>
          </p:nvSpPr>
          <p:spPr>
            <a:xfrm>
              <a:off x="5083250" y="1524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t8470"/>
            <p:cNvSpPr/>
            <p:nvPr/>
          </p:nvSpPr>
          <p:spPr>
            <a:xfrm>
              <a:off x="5518024" y="2263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t8471"/>
            <p:cNvSpPr/>
            <p:nvPr/>
          </p:nvSpPr>
          <p:spPr>
            <a:xfrm>
              <a:off x="5755670" y="2058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t8472"/>
            <p:cNvSpPr/>
            <p:nvPr/>
          </p:nvSpPr>
          <p:spPr>
            <a:xfrm>
              <a:off x="5716224" y="1865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t8473"/>
            <p:cNvSpPr/>
            <p:nvPr/>
          </p:nvSpPr>
          <p:spPr>
            <a:xfrm>
              <a:off x="5278122" y="2117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t8474"/>
            <p:cNvSpPr/>
            <p:nvPr/>
          </p:nvSpPr>
          <p:spPr>
            <a:xfrm>
              <a:off x="5344842" y="2260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t8475"/>
            <p:cNvSpPr/>
            <p:nvPr/>
          </p:nvSpPr>
          <p:spPr>
            <a:xfrm>
              <a:off x="5110099" y="2563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t8476"/>
            <p:cNvSpPr/>
            <p:nvPr/>
          </p:nvSpPr>
          <p:spPr>
            <a:xfrm>
              <a:off x="5768236" y="1967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t8477"/>
            <p:cNvSpPr/>
            <p:nvPr/>
          </p:nvSpPr>
          <p:spPr>
            <a:xfrm>
              <a:off x="5453637" y="1865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t8478"/>
            <p:cNvSpPr/>
            <p:nvPr/>
          </p:nvSpPr>
          <p:spPr>
            <a:xfrm>
              <a:off x="5345652" y="2266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t8479"/>
            <p:cNvSpPr/>
            <p:nvPr/>
          </p:nvSpPr>
          <p:spPr>
            <a:xfrm>
              <a:off x="5131666" y="2623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t8480"/>
            <p:cNvSpPr/>
            <p:nvPr/>
          </p:nvSpPr>
          <p:spPr>
            <a:xfrm>
              <a:off x="5329293" y="2126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t8481"/>
            <p:cNvSpPr/>
            <p:nvPr/>
          </p:nvSpPr>
          <p:spPr>
            <a:xfrm>
              <a:off x="5044130" y="2388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t8482"/>
            <p:cNvSpPr/>
            <p:nvPr/>
          </p:nvSpPr>
          <p:spPr>
            <a:xfrm>
              <a:off x="5441108" y="1827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t8483"/>
            <p:cNvSpPr/>
            <p:nvPr/>
          </p:nvSpPr>
          <p:spPr>
            <a:xfrm>
              <a:off x="5649955" y="1873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t8484"/>
            <p:cNvSpPr/>
            <p:nvPr/>
          </p:nvSpPr>
          <p:spPr>
            <a:xfrm>
              <a:off x="5446892" y="1989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t8485"/>
            <p:cNvSpPr/>
            <p:nvPr/>
          </p:nvSpPr>
          <p:spPr>
            <a:xfrm>
              <a:off x="5587633" y="1944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t8486"/>
            <p:cNvSpPr/>
            <p:nvPr/>
          </p:nvSpPr>
          <p:spPr>
            <a:xfrm>
              <a:off x="5298873" y="2157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t8487"/>
            <p:cNvSpPr/>
            <p:nvPr/>
          </p:nvSpPr>
          <p:spPr>
            <a:xfrm>
              <a:off x="5082728" y="1945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t8488"/>
            <p:cNvSpPr/>
            <p:nvPr/>
          </p:nvSpPr>
          <p:spPr>
            <a:xfrm>
              <a:off x="5352159" y="2269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t8489"/>
            <p:cNvSpPr/>
            <p:nvPr/>
          </p:nvSpPr>
          <p:spPr>
            <a:xfrm>
              <a:off x="5256106" y="2187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t8490"/>
            <p:cNvSpPr/>
            <p:nvPr/>
          </p:nvSpPr>
          <p:spPr>
            <a:xfrm>
              <a:off x="5879843" y="1587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t8491"/>
            <p:cNvSpPr/>
            <p:nvPr/>
          </p:nvSpPr>
          <p:spPr>
            <a:xfrm>
              <a:off x="5264391" y="2117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t8492"/>
            <p:cNvSpPr/>
            <p:nvPr/>
          </p:nvSpPr>
          <p:spPr>
            <a:xfrm>
              <a:off x="5883445" y="1700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t8493"/>
            <p:cNvSpPr/>
            <p:nvPr/>
          </p:nvSpPr>
          <p:spPr>
            <a:xfrm>
              <a:off x="5327362" y="2173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t8494"/>
            <p:cNvSpPr/>
            <p:nvPr/>
          </p:nvSpPr>
          <p:spPr>
            <a:xfrm>
              <a:off x="5549377" y="2189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t8495"/>
            <p:cNvSpPr/>
            <p:nvPr/>
          </p:nvSpPr>
          <p:spPr>
            <a:xfrm>
              <a:off x="5309171" y="2096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t8496"/>
            <p:cNvSpPr/>
            <p:nvPr/>
          </p:nvSpPr>
          <p:spPr>
            <a:xfrm>
              <a:off x="5526358" y="2292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t8497"/>
            <p:cNvSpPr/>
            <p:nvPr/>
          </p:nvSpPr>
          <p:spPr>
            <a:xfrm>
              <a:off x="5590666" y="2160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t8498"/>
            <p:cNvSpPr/>
            <p:nvPr/>
          </p:nvSpPr>
          <p:spPr>
            <a:xfrm>
              <a:off x="5402285" y="2237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t8499"/>
            <p:cNvSpPr/>
            <p:nvPr/>
          </p:nvSpPr>
          <p:spPr>
            <a:xfrm>
              <a:off x="4999865" y="2685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t8500"/>
            <p:cNvSpPr/>
            <p:nvPr/>
          </p:nvSpPr>
          <p:spPr>
            <a:xfrm>
              <a:off x="5292021" y="2164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t8501"/>
            <p:cNvSpPr/>
            <p:nvPr/>
          </p:nvSpPr>
          <p:spPr>
            <a:xfrm>
              <a:off x="5196084" y="2204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t8502"/>
            <p:cNvSpPr/>
            <p:nvPr/>
          </p:nvSpPr>
          <p:spPr>
            <a:xfrm>
              <a:off x="5044784" y="2391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t8503"/>
            <p:cNvSpPr/>
            <p:nvPr/>
          </p:nvSpPr>
          <p:spPr>
            <a:xfrm>
              <a:off x="5081497" y="1926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t8504"/>
            <p:cNvSpPr/>
            <p:nvPr/>
          </p:nvSpPr>
          <p:spPr>
            <a:xfrm>
              <a:off x="5582523" y="1990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t8505"/>
            <p:cNvSpPr/>
            <p:nvPr/>
          </p:nvSpPr>
          <p:spPr>
            <a:xfrm>
              <a:off x="5663175" y="1772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t8506"/>
            <p:cNvSpPr/>
            <p:nvPr/>
          </p:nvSpPr>
          <p:spPr>
            <a:xfrm>
              <a:off x="5521183" y="2079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t8507"/>
            <p:cNvSpPr/>
            <p:nvPr/>
          </p:nvSpPr>
          <p:spPr>
            <a:xfrm>
              <a:off x="5074909" y="2262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t8508"/>
            <p:cNvSpPr/>
            <p:nvPr/>
          </p:nvSpPr>
          <p:spPr>
            <a:xfrm>
              <a:off x="5867243" y="170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t8509"/>
            <p:cNvSpPr/>
            <p:nvPr/>
          </p:nvSpPr>
          <p:spPr>
            <a:xfrm>
              <a:off x="5229374" y="1959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t8510"/>
            <p:cNvSpPr/>
            <p:nvPr/>
          </p:nvSpPr>
          <p:spPr>
            <a:xfrm>
              <a:off x="5281475" y="2117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t8511"/>
            <p:cNvSpPr/>
            <p:nvPr/>
          </p:nvSpPr>
          <p:spPr>
            <a:xfrm>
              <a:off x="5569233" y="2027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t8512"/>
            <p:cNvSpPr/>
            <p:nvPr/>
          </p:nvSpPr>
          <p:spPr>
            <a:xfrm>
              <a:off x="5360463" y="2136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t8513"/>
            <p:cNvSpPr/>
            <p:nvPr/>
          </p:nvSpPr>
          <p:spPr>
            <a:xfrm>
              <a:off x="5176643" y="2184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t8514"/>
            <p:cNvSpPr/>
            <p:nvPr/>
          </p:nvSpPr>
          <p:spPr>
            <a:xfrm>
              <a:off x="5892010" y="1574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t8515"/>
            <p:cNvSpPr/>
            <p:nvPr/>
          </p:nvSpPr>
          <p:spPr>
            <a:xfrm>
              <a:off x="5095488" y="2640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t8516"/>
            <p:cNvSpPr/>
            <p:nvPr/>
          </p:nvSpPr>
          <p:spPr>
            <a:xfrm>
              <a:off x="5491440" y="2231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t8517"/>
            <p:cNvSpPr/>
            <p:nvPr/>
          </p:nvSpPr>
          <p:spPr>
            <a:xfrm>
              <a:off x="5708224" y="1812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t8518"/>
            <p:cNvSpPr/>
            <p:nvPr/>
          </p:nvSpPr>
          <p:spPr>
            <a:xfrm>
              <a:off x="5499835" y="2187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t8519"/>
            <p:cNvSpPr/>
            <p:nvPr/>
          </p:nvSpPr>
          <p:spPr>
            <a:xfrm>
              <a:off x="5120063" y="2738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t8520"/>
            <p:cNvSpPr/>
            <p:nvPr/>
          </p:nvSpPr>
          <p:spPr>
            <a:xfrm>
              <a:off x="5427622" y="2217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t8521"/>
            <p:cNvSpPr/>
            <p:nvPr/>
          </p:nvSpPr>
          <p:spPr>
            <a:xfrm>
              <a:off x="5165509" y="2343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t8522"/>
            <p:cNvSpPr/>
            <p:nvPr/>
          </p:nvSpPr>
          <p:spPr>
            <a:xfrm>
              <a:off x="5134453" y="2552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t8523"/>
            <p:cNvSpPr/>
            <p:nvPr/>
          </p:nvSpPr>
          <p:spPr>
            <a:xfrm>
              <a:off x="5047854" y="2487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t8524"/>
            <p:cNvSpPr/>
            <p:nvPr/>
          </p:nvSpPr>
          <p:spPr>
            <a:xfrm>
              <a:off x="5413289" y="2235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t8525"/>
            <p:cNvSpPr/>
            <p:nvPr/>
          </p:nvSpPr>
          <p:spPr>
            <a:xfrm>
              <a:off x="5446621" y="1989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t8526"/>
            <p:cNvSpPr/>
            <p:nvPr/>
          </p:nvSpPr>
          <p:spPr>
            <a:xfrm>
              <a:off x="4730483" y="262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t8527"/>
            <p:cNvSpPr/>
            <p:nvPr/>
          </p:nvSpPr>
          <p:spPr>
            <a:xfrm>
              <a:off x="5408233" y="229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t8528"/>
            <p:cNvSpPr/>
            <p:nvPr/>
          </p:nvSpPr>
          <p:spPr>
            <a:xfrm>
              <a:off x="5328159" y="2157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t8529"/>
            <p:cNvSpPr/>
            <p:nvPr/>
          </p:nvSpPr>
          <p:spPr>
            <a:xfrm>
              <a:off x="5103405" y="2507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t8530"/>
            <p:cNvSpPr/>
            <p:nvPr/>
          </p:nvSpPr>
          <p:spPr>
            <a:xfrm>
              <a:off x="5009187" y="2313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t8531"/>
            <p:cNvSpPr/>
            <p:nvPr/>
          </p:nvSpPr>
          <p:spPr>
            <a:xfrm>
              <a:off x="5183966" y="2436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t8532"/>
            <p:cNvSpPr/>
            <p:nvPr/>
          </p:nvSpPr>
          <p:spPr>
            <a:xfrm>
              <a:off x="5682893" y="1883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t8533"/>
            <p:cNvSpPr/>
            <p:nvPr/>
          </p:nvSpPr>
          <p:spPr>
            <a:xfrm>
              <a:off x="5181323" y="2261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t8534"/>
            <p:cNvSpPr/>
            <p:nvPr/>
          </p:nvSpPr>
          <p:spPr>
            <a:xfrm>
              <a:off x="5645057" y="1898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t8535"/>
            <p:cNvSpPr/>
            <p:nvPr/>
          </p:nvSpPr>
          <p:spPr>
            <a:xfrm>
              <a:off x="5706207" y="1776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t8536"/>
            <p:cNvSpPr/>
            <p:nvPr/>
          </p:nvSpPr>
          <p:spPr>
            <a:xfrm>
              <a:off x="5154554" y="2361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t8537"/>
            <p:cNvSpPr/>
            <p:nvPr/>
          </p:nvSpPr>
          <p:spPr>
            <a:xfrm>
              <a:off x="5594927" y="1901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t8538"/>
            <p:cNvSpPr/>
            <p:nvPr/>
          </p:nvSpPr>
          <p:spPr>
            <a:xfrm>
              <a:off x="5580960" y="1887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t8539"/>
            <p:cNvSpPr/>
            <p:nvPr/>
          </p:nvSpPr>
          <p:spPr>
            <a:xfrm>
              <a:off x="5836079" y="1583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t8540"/>
            <p:cNvSpPr/>
            <p:nvPr/>
          </p:nvSpPr>
          <p:spPr>
            <a:xfrm>
              <a:off x="5140827" y="2716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t8541"/>
            <p:cNvSpPr/>
            <p:nvPr/>
          </p:nvSpPr>
          <p:spPr>
            <a:xfrm>
              <a:off x="5700963" y="1736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t8542"/>
            <p:cNvSpPr/>
            <p:nvPr/>
          </p:nvSpPr>
          <p:spPr>
            <a:xfrm>
              <a:off x="5346388" y="2270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t8543"/>
            <p:cNvSpPr/>
            <p:nvPr/>
          </p:nvSpPr>
          <p:spPr>
            <a:xfrm>
              <a:off x="5263584" y="2109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t8544"/>
            <p:cNvSpPr/>
            <p:nvPr/>
          </p:nvSpPr>
          <p:spPr>
            <a:xfrm>
              <a:off x="5376490" y="2174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t8545"/>
            <p:cNvSpPr/>
            <p:nvPr/>
          </p:nvSpPr>
          <p:spPr>
            <a:xfrm>
              <a:off x="5488152" y="2184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t8546"/>
            <p:cNvSpPr/>
            <p:nvPr/>
          </p:nvSpPr>
          <p:spPr>
            <a:xfrm>
              <a:off x="5279654" y="2244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t8547"/>
            <p:cNvSpPr/>
            <p:nvPr/>
          </p:nvSpPr>
          <p:spPr>
            <a:xfrm>
              <a:off x="5768869" y="2011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t8548"/>
            <p:cNvSpPr/>
            <p:nvPr/>
          </p:nvSpPr>
          <p:spPr>
            <a:xfrm>
              <a:off x="5570062" y="2159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t8549"/>
            <p:cNvSpPr/>
            <p:nvPr/>
          </p:nvSpPr>
          <p:spPr>
            <a:xfrm>
              <a:off x="5203929" y="2157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t8550"/>
            <p:cNvSpPr/>
            <p:nvPr/>
          </p:nvSpPr>
          <p:spPr>
            <a:xfrm>
              <a:off x="5697372" y="2044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t8551"/>
            <p:cNvSpPr/>
            <p:nvPr/>
          </p:nvSpPr>
          <p:spPr>
            <a:xfrm>
              <a:off x="5438567" y="1989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t8552"/>
            <p:cNvSpPr/>
            <p:nvPr/>
          </p:nvSpPr>
          <p:spPr>
            <a:xfrm>
              <a:off x="5560162" y="2218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t8553"/>
            <p:cNvSpPr/>
            <p:nvPr/>
          </p:nvSpPr>
          <p:spPr>
            <a:xfrm>
              <a:off x="5214923" y="2079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t8554"/>
            <p:cNvSpPr/>
            <p:nvPr/>
          </p:nvSpPr>
          <p:spPr>
            <a:xfrm>
              <a:off x="5362192" y="206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t8555"/>
            <p:cNvSpPr/>
            <p:nvPr/>
          </p:nvSpPr>
          <p:spPr>
            <a:xfrm>
              <a:off x="5344477" y="2261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t8556"/>
            <p:cNvSpPr/>
            <p:nvPr/>
          </p:nvSpPr>
          <p:spPr>
            <a:xfrm>
              <a:off x="5028911" y="2029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t8557"/>
            <p:cNvSpPr/>
            <p:nvPr/>
          </p:nvSpPr>
          <p:spPr>
            <a:xfrm>
              <a:off x="5197768" y="1943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t8558"/>
            <p:cNvSpPr/>
            <p:nvPr/>
          </p:nvSpPr>
          <p:spPr>
            <a:xfrm>
              <a:off x="5649536" y="1997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t8559"/>
            <p:cNvSpPr/>
            <p:nvPr/>
          </p:nvSpPr>
          <p:spPr>
            <a:xfrm>
              <a:off x="5393444" y="2243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t8560"/>
            <p:cNvSpPr/>
            <p:nvPr/>
          </p:nvSpPr>
          <p:spPr>
            <a:xfrm>
              <a:off x="5847347" y="1497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t8561"/>
            <p:cNvSpPr/>
            <p:nvPr/>
          </p:nvSpPr>
          <p:spPr>
            <a:xfrm>
              <a:off x="5469078" y="2065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t8562"/>
            <p:cNvSpPr/>
            <p:nvPr/>
          </p:nvSpPr>
          <p:spPr>
            <a:xfrm>
              <a:off x="5418945" y="2280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t8563"/>
            <p:cNvSpPr/>
            <p:nvPr/>
          </p:nvSpPr>
          <p:spPr>
            <a:xfrm>
              <a:off x="5773266" y="1999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t8564"/>
            <p:cNvSpPr/>
            <p:nvPr/>
          </p:nvSpPr>
          <p:spPr>
            <a:xfrm>
              <a:off x="5596380" y="1929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t8565"/>
            <p:cNvSpPr/>
            <p:nvPr/>
          </p:nvSpPr>
          <p:spPr>
            <a:xfrm>
              <a:off x="5621864" y="2008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t8566"/>
            <p:cNvSpPr/>
            <p:nvPr/>
          </p:nvSpPr>
          <p:spPr>
            <a:xfrm>
              <a:off x="5238238" y="2107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t8567"/>
            <p:cNvSpPr/>
            <p:nvPr/>
          </p:nvSpPr>
          <p:spPr>
            <a:xfrm>
              <a:off x="5605081" y="1980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t8568"/>
            <p:cNvSpPr/>
            <p:nvPr/>
          </p:nvSpPr>
          <p:spPr>
            <a:xfrm>
              <a:off x="5495272" y="2306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t8569"/>
            <p:cNvSpPr/>
            <p:nvPr/>
          </p:nvSpPr>
          <p:spPr>
            <a:xfrm>
              <a:off x="5388046" y="2239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t8570"/>
            <p:cNvSpPr/>
            <p:nvPr/>
          </p:nvSpPr>
          <p:spPr>
            <a:xfrm>
              <a:off x="5223089" y="1905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t8571"/>
            <p:cNvSpPr/>
            <p:nvPr/>
          </p:nvSpPr>
          <p:spPr>
            <a:xfrm>
              <a:off x="5147546" y="2530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t8572"/>
            <p:cNvSpPr/>
            <p:nvPr/>
          </p:nvSpPr>
          <p:spPr>
            <a:xfrm>
              <a:off x="5716870" y="1772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t8573"/>
            <p:cNvSpPr/>
            <p:nvPr/>
          </p:nvSpPr>
          <p:spPr>
            <a:xfrm>
              <a:off x="5409694" y="2233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t8574"/>
            <p:cNvSpPr/>
            <p:nvPr/>
          </p:nvSpPr>
          <p:spPr>
            <a:xfrm>
              <a:off x="5219843" y="2024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t8575"/>
            <p:cNvSpPr/>
            <p:nvPr/>
          </p:nvSpPr>
          <p:spPr>
            <a:xfrm>
              <a:off x="5305106" y="2094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t8576"/>
            <p:cNvSpPr/>
            <p:nvPr/>
          </p:nvSpPr>
          <p:spPr>
            <a:xfrm>
              <a:off x="5454705" y="2023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t8577"/>
            <p:cNvSpPr/>
            <p:nvPr/>
          </p:nvSpPr>
          <p:spPr>
            <a:xfrm>
              <a:off x="5744191" y="2010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t8578"/>
            <p:cNvSpPr/>
            <p:nvPr/>
          </p:nvSpPr>
          <p:spPr>
            <a:xfrm>
              <a:off x="5445350" y="2005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t8579"/>
            <p:cNvSpPr/>
            <p:nvPr/>
          </p:nvSpPr>
          <p:spPr>
            <a:xfrm>
              <a:off x="5526885" y="2072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t8580"/>
            <p:cNvSpPr/>
            <p:nvPr/>
          </p:nvSpPr>
          <p:spPr>
            <a:xfrm>
              <a:off x="4948673" y="2465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t8581"/>
            <p:cNvSpPr/>
            <p:nvPr/>
          </p:nvSpPr>
          <p:spPr>
            <a:xfrm>
              <a:off x="5517446" y="2251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t8582"/>
            <p:cNvSpPr/>
            <p:nvPr/>
          </p:nvSpPr>
          <p:spPr>
            <a:xfrm>
              <a:off x="6009524" y="1571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t8583"/>
            <p:cNvSpPr/>
            <p:nvPr/>
          </p:nvSpPr>
          <p:spPr>
            <a:xfrm>
              <a:off x="5342213" y="2288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t8584"/>
            <p:cNvSpPr/>
            <p:nvPr/>
          </p:nvSpPr>
          <p:spPr>
            <a:xfrm>
              <a:off x="5528209" y="2273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t8585"/>
            <p:cNvSpPr/>
            <p:nvPr/>
          </p:nvSpPr>
          <p:spPr>
            <a:xfrm>
              <a:off x="5386452" y="2120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t8586"/>
            <p:cNvSpPr/>
            <p:nvPr/>
          </p:nvSpPr>
          <p:spPr>
            <a:xfrm>
              <a:off x="5439531" y="206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t8587"/>
            <p:cNvSpPr/>
            <p:nvPr/>
          </p:nvSpPr>
          <p:spPr>
            <a:xfrm>
              <a:off x="5590265" y="2152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t8588"/>
            <p:cNvSpPr/>
            <p:nvPr/>
          </p:nvSpPr>
          <p:spPr>
            <a:xfrm>
              <a:off x="5451860" y="1923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t8589"/>
            <p:cNvSpPr/>
            <p:nvPr/>
          </p:nvSpPr>
          <p:spPr>
            <a:xfrm>
              <a:off x="5796015" y="2104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t8590"/>
            <p:cNvSpPr/>
            <p:nvPr/>
          </p:nvSpPr>
          <p:spPr>
            <a:xfrm>
              <a:off x="5233220" y="2198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t8591"/>
            <p:cNvSpPr/>
            <p:nvPr/>
          </p:nvSpPr>
          <p:spPr>
            <a:xfrm>
              <a:off x="5652995" y="1830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t8592"/>
            <p:cNvSpPr/>
            <p:nvPr/>
          </p:nvSpPr>
          <p:spPr>
            <a:xfrm>
              <a:off x="5612959" y="2085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t8593"/>
            <p:cNvSpPr/>
            <p:nvPr/>
          </p:nvSpPr>
          <p:spPr>
            <a:xfrm>
              <a:off x="5114848" y="247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t8594"/>
            <p:cNvSpPr/>
            <p:nvPr/>
          </p:nvSpPr>
          <p:spPr>
            <a:xfrm>
              <a:off x="5420542" y="2114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t8595"/>
            <p:cNvSpPr/>
            <p:nvPr/>
          </p:nvSpPr>
          <p:spPr>
            <a:xfrm>
              <a:off x="5561164" y="2243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t8596"/>
            <p:cNvSpPr/>
            <p:nvPr/>
          </p:nvSpPr>
          <p:spPr>
            <a:xfrm>
              <a:off x="5779507" y="1797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t8597"/>
            <p:cNvSpPr/>
            <p:nvPr/>
          </p:nvSpPr>
          <p:spPr>
            <a:xfrm>
              <a:off x="5352279" y="2232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t8598"/>
            <p:cNvSpPr/>
            <p:nvPr/>
          </p:nvSpPr>
          <p:spPr>
            <a:xfrm>
              <a:off x="5554808" y="2249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t8599"/>
            <p:cNvSpPr/>
            <p:nvPr/>
          </p:nvSpPr>
          <p:spPr>
            <a:xfrm>
              <a:off x="5251216" y="2207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t8600"/>
            <p:cNvSpPr/>
            <p:nvPr/>
          </p:nvSpPr>
          <p:spPr>
            <a:xfrm>
              <a:off x="5746478" y="1970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t8601"/>
            <p:cNvSpPr/>
            <p:nvPr/>
          </p:nvSpPr>
          <p:spPr>
            <a:xfrm>
              <a:off x="5265363" y="2131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t8602"/>
            <p:cNvSpPr/>
            <p:nvPr/>
          </p:nvSpPr>
          <p:spPr>
            <a:xfrm>
              <a:off x="5467021" y="2170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t8603"/>
            <p:cNvSpPr/>
            <p:nvPr/>
          </p:nvSpPr>
          <p:spPr>
            <a:xfrm>
              <a:off x="5665439" y="1735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t8604"/>
            <p:cNvSpPr/>
            <p:nvPr/>
          </p:nvSpPr>
          <p:spPr>
            <a:xfrm>
              <a:off x="5155880" y="2325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t8605"/>
            <p:cNvSpPr/>
            <p:nvPr/>
          </p:nvSpPr>
          <p:spPr>
            <a:xfrm>
              <a:off x="5524298" y="2088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t8606"/>
            <p:cNvSpPr/>
            <p:nvPr/>
          </p:nvSpPr>
          <p:spPr>
            <a:xfrm>
              <a:off x="5335602" y="2232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t8607"/>
            <p:cNvSpPr/>
            <p:nvPr/>
          </p:nvSpPr>
          <p:spPr>
            <a:xfrm>
              <a:off x="5356001" y="2283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t8608"/>
            <p:cNvSpPr/>
            <p:nvPr/>
          </p:nvSpPr>
          <p:spPr>
            <a:xfrm>
              <a:off x="5851444" y="1674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t8609"/>
            <p:cNvSpPr/>
            <p:nvPr/>
          </p:nvSpPr>
          <p:spPr>
            <a:xfrm>
              <a:off x="5314710" y="2145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t8610"/>
            <p:cNvSpPr/>
            <p:nvPr/>
          </p:nvSpPr>
          <p:spPr>
            <a:xfrm>
              <a:off x="5408168" y="2216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t8611"/>
            <p:cNvSpPr/>
            <p:nvPr/>
          </p:nvSpPr>
          <p:spPr>
            <a:xfrm>
              <a:off x="5320950" y="2171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t8612"/>
            <p:cNvSpPr/>
            <p:nvPr/>
          </p:nvSpPr>
          <p:spPr>
            <a:xfrm>
              <a:off x="5205620" y="2038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t8613"/>
            <p:cNvSpPr/>
            <p:nvPr/>
          </p:nvSpPr>
          <p:spPr>
            <a:xfrm>
              <a:off x="5764092" y="1760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t8614"/>
            <p:cNvSpPr/>
            <p:nvPr/>
          </p:nvSpPr>
          <p:spPr>
            <a:xfrm>
              <a:off x="5408161" y="208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t8615"/>
            <p:cNvSpPr/>
            <p:nvPr/>
          </p:nvSpPr>
          <p:spPr>
            <a:xfrm>
              <a:off x="5105454" y="2511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t8616"/>
            <p:cNvSpPr/>
            <p:nvPr/>
          </p:nvSpPr>
          <p:spPr>
            <a:xfrm>
              <a:off x="5842808" y="2084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t8617"/>
            <p:cNvSpPr/>
            <p:nvPr/>
          </p:nvSpPr>
          <p:spPr>
            <a:xfrm>
              <a:off x="5662955" y="1744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t8618"/>
            <p:cNvSpPr/>
            <p:nvPr/>
          </p:nvSpPr>
          <p:spPr>
            <a:xfrm>
              <a:off x="5287398" y="2099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t8619"/>
            <p:cNvSpPr/>
            <p:nvPr/>
          </p:nvSpPr>
          <p:spPr>
            <a:xfrm>
              <a:off x="5646271" y="1940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t8620"/>
            <p:cNvSpPr/>
            <p:nvPr/>
          </p:nvSpPr>
          <p:spPr>
            <a:xfrm>
              <a:off x="5602434" y="1875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t8621"/>
            <p:cNvSpPr/>
            <p:nvPr/>
          </p:nvSpPr>
          <p:spPr>
            <a:xfrm>
              <a:off x="5426198" y="2188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t8622"/>
            <p:cNvSpPr/>
            <p:nvPr/>
          </p:nvSpPr>
          <p:spPr>
            <a:xfrm>
              <a:off x="5582816" y="1948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t8623"/>
            <p:cNvSpPr/>
            <p:nvPr/>
          </p:nvSpPr>
          <p:spPr>
            <a:xfrm>
              <a:off x="5332455" y="2160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t8624"/>
            <p:cNvSpPr/>
            <p:nvPr/>
          </p:nvSpPr>
          <p:spPr>
            <a:xfrm>
              <a:off x="5319239" y="2174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t8625"/>
            <p:cNvSpPr/>
            <p:nvPr/>
          </p:nvSpPr>
          <p:spPr>
            <a:xfrm>
              <a:off x="5430153" y="2149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t8626"/>
            <p:cNvSpPr/>
            <p:nvPr/>
          </p:nvSpPr>
          <p:spPr>
            <a:xfrm>
              <a:off x="6000345" y="1942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t8627"/>
            <p:cNvSpPr/>
            <p:nvPr/>
          </p:nvSpPr>
          <p:spPr>
            <a:xfrm>
              <a:off x="5077017" y="2308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t8628"/>
            <p:cNvSpPr/>
            <p:nvPr/>
          </p:nvSpPr>
          <p:spPr>
            <a:xfrm>
              <a:off x="5100825" y="2665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t8629"/>
            <p:cNvSpPr/>
            <p:nvPr/>
          </p:nvSpPr>
          <p:spPr>
            <a:xfrm>
              <a:off x="5798111" y="1828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t8630"/>
            <p:cNvSpPr/>
            <p:nvPr/>
          </p:nvSpPr>
          <p:spPr>
            <a:xfrm>
              <a:off x="5622406" y="2096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t8631"/>
            <p:cNvSpPr/>
            <p:nvPr/>
          </p:nvSpPr>
          <p:spPr>
            <a:xfrm>
              <a:off x="5659963" y="1809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t8632"/>
            <p:cNvSpPr/>
            <p:nvPr/>
          </p:nvSpPr>
          <p:spPr>
            <a:xfrm>
              <a:off x="5415634" y="2182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t8633"/>
            <p:cNvSpPr/>
            <p:nvPr/>
          </p:nvSpPr>
          <p:spPr>
            <a:xfrm>
              <a:off x="5851731" y="1639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t8634"/>
            <p:cNvSpPr/>
            <p:nvPr/>
          </p:nvSpPr>
          <p:spPr>
            <a:xfrm>
              <a:off x="5050533" y="2501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t8635"/>
            <p:cNvSpPr/>
            <p:nvPr/>
          </p:nvSpPr>
          <p:spPr>
            <a:xfrm>
              <a:off x="5676280" y="1926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t8636"/>
            <p:cNvSpPr/>
            <p:nvPr/>
          </p:nvSpPr>
          <p:spPr>
            <a:xfrm>
              <a:off x="5256593" y="2200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t8637"/>
            <p:cNvSpPr/>
            <p:nvPr/>
          </p:nvSpPr>
          <p:spPr>
            <a:xfrm>
              <a:off x="5076973" y="2335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t8638"/>
            <p:cNvSpPr/>
            <p:nvPr/>
          </p:nvSpPr>
          <p:spPr>
            <a:xfrm>
              <a:off x="5302499" y="2161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t8639"/>
            <p:cNvSpPr/>
            <p:nvPr/>
          </p:nvSpPr>
          <p:spPr>
            <a:xfrm>
              <a:off x="5749965" y="198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t8640"/>
            <p:cNvSpPr/>
            <p:nvPr/>
          </p:nvSpPr>
          <p:spPr>
            <a:xfrm>
              <a:off x="5212541" y="2106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t8641"/>
            <p:cNvSpPr/>
            <p:nvPr/>
          </p:nvSpPr>
          <p:spPr>
            <a:xfrm>
              <a:off x="5508770" y="2052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t8642"/>
            <p:cNvSpPr/>
            <p:nvPr/>
          </p:nvSpPr>
          <p:spPr>
            <a:xfrm>
              <a:off x="5046961" y="2413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t8643"/>
            <p:cNvSpPr/>
            <p:nvPr/>
          </p:nvSpPr>
          <p:spPr>
            <a:xfrm>
              <a:off x="5137604" y="2602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t8644"/>
            <p:cNvSpPr/>
            <p:nvPr/>
          </p:nvSpPr>
          <p:spPr>
            <a:xfrm>
              <a:off x="4807227" y="2637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t8645"/>
            <p:cNvSpPr/>
            <p:nvPr/>
          </p:nvSpPr>
          <p:spPr>
            <a:xfrm>
              <a:off x="5532690" y="2239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t8646"/>
            <p:cNvSpPr/>
            <p:nvPr/>
          </p:nvSpPr>
          <p:spPr>
            <a:xfrm>
              <a:off x="5213543" y="1988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t8647"/>
            <p:cNvSpPr/>
            <p:nvPr/>
          </p:nvSpPr>
          <p:spPr>
            <a:xfrm>
              <a:off x="5394214" y="2265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t8648"/>
            <p:cNvSpPr/>
            <p:nvPr/>
          </p:nvSpPr>
          <p:spPr>
            <a:xfrm>
              <a:off x="4732436" y="2565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t8649"/>
            <p:cNvSpPr/>
            <p:nvPr/>
          </p:nvSpPr>
          <p:spPr>
            <a:xfrm>
              <a:off x="5709207" y="1875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t8650"/>
            <p:cNvSpPr/>
            <p:nvPr/>
          </p:nvSpPr>
          <p:spPr>
            <a:xfrm>
              <a:off x="5182743" y="2294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t8651"/>
            <p:cNvSpPr/>
            <p:nvPr/>
          </p:nvSpPr>
          <p:spPr>
            <a:xfrm>
              <a:off x="5417701" y="2216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t8652"/>
            <p:cNvSpPr/>
            <p:nvPr/>
          </p:nvSpPr>
          <p:spPr>
            <a:xfrm>
              <a:off x="5135833" y="2585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t8653"/>
            <p:cNvSpPr/>
            <p:nvPr/>
          </p:nvSpPr>
          <p:spPr>
            <a:xfrm>
              <a:off x="5305301" y="2174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t8654"/>
            <p:cNvSpPr/>
            <p:nvPr/>
          </p:nvSpPr>
          <p:spPr>
            <a:xfrm>
              <a:off x="5445458" y="2016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t8655"/>
            <p:cNvSpPr/>
            <p:nvPr/>
          </p:nvSpPr>
          <p:spPr>
            <a:xfrm>
              <a:off x="5299249" y="2195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t8656"/>
            <p:cNvSpPr/>
            <p:nvPr/>
          </p:nvSpPr>
          <p:spPr>
            <a:xfrm>
              <a:off x="5318176" y="2196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t8657"/>
            <p:cNvSpPr/>
            <p:nvPr/>
          </p:nvSpPr>
          <p:spPr>
            <a:xfrm>
              <a:off x="5375131" y="210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t8658"/>
            <p:cNvSpPr/>
            <p:nvPr/>
          </p:nvSpPr>
          <p:spPr>
            <a:xfrm>
              <a:off x="5210346" y="2275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t8659"/>
            <p:cNvSpPr/>
            <p:nvPr/>
          </p:nvSpPr>
          <p:spPr>
            <a:xfrm>
              <a:off x="5993546" y="221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t8660"/>
            <p:cNvSpPr/>
            <p:nvPr/>
          </p:nvSpPr>
          <p:spPr>
            <a:xfrm>
              <a:off x="5206950" y="2227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t8661"/>
            <p:cNvSpPr/>
            <p:nvPr/>
          </p:nvSpPr>
          <p:spPr>
            <a:xfrm>
              <a:off x="5603709" y="1967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t8662"/>
            <p:cNvSpPr/>
            <p:nvPr/>
          </p:nvSpPr>
          <p:spPr>
            <a:xfrm>
              <a:off x="5121771" y="2592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t8663"/>
            <p:cNvSpPr/>
            <p:nvPr/>
          </p:nvSpPr>
          <p:spPr>
            <a:xfrm>
              <a:off x="5046396" y="242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t8664"/>
            <p:cNvSpPr/>
            <p:nvPr/>
          </p:nvSpPr>
          <p:spPr>
            <a:xfrm>
              <a:off x="5703488" y="1892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t8665"/>
            <p:cNvSpPr/>
            <p:nvPr/>
          </p:nvSpPr>
          <p:spPr>
            <a:xfrm>
              <a:off x="5190432" y="2057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t8666"/>
            <p:cNvSpPr/>
            <p:nvPr/>
          </p:nvSpPr>
          <p:spPr>
            <a:xfrm>
              <a:off x="4988768" y="2588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t8667"/>
            <p:cNvSpPr/>
            <p:nvPr/>
          </p:nvSpPr>
          <p:spPr>
            <a:xfrm>
              <a:off x="5634153" y="201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t8668"/>
            <p:cNvSpPr/>
            <p:nvPr/>
          </p:nvSpPr>
          <p:spPr>
            <a:xfrm>
              <a:off x="5519472" y="2175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t8669"/>
            <p:cNvSpPr/>
            <p:nvPr/>
          </p:nvSpPr>
          <p:spPr>
            <a:xfrm>
              <a:off x="5207217" y="2024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t8670"/>
            <p:cNvSpPr/>
            <p:nvPr/>
          </p:nvSpPr>
          <p:spPr>
            <a:xfrm>
              <a:off x="5583990" y="1908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t8671"/>
            <p:cNvSpPr/>
            <p:nvPr/>
          </p:nvSpPr>
          <p:spPr>
            <a:xfrm>
              <a:off x="5408071" y="2279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t8672"/>
            <p:cNvSpPr/>
            <p:nvPr/>
          </p:nvSpPr>
          <p:spPr>
            <a:xfrm>
              <a:off x="4984265" y="2530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t8673"/>
            <p:cNvSpPr/>
            <p:nvPr/>
          </p:nvSpPr>
          <p:spPr>
            <a:xfrm>
              <a:off x="5247554" y="2152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t8674"/>
            <p:cNvSpPr/>
            <p:nvPr/>
          </p:nvSpPr>
          <p:spPr>
            <a:xfrm>
              <a:off x="5381535" y="221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t8675"/>
            <p:cNvSpPr/>
            <p:nvPr/>
          </p:nvSpPr>
          <p:spPr>
            <a:xfrm>
              <a:off x="5328339" y="2191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t8676"/>
            <p:cNvSpPr/>
            <p:nvPr/>
          </p:nvSpPr>
          <p:spPr>
            <a:xfrm>
              <a:off x="5347086" y="2225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t8677"/>
            <p:cNvSpPr/>
            <p:nvPr/>
          </p:nvSpPr>
          <p:spPr>
            <a:xfrm>
              <a:off x="4978581" y="2567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t8678"/>
            <p:cNvSpPr/>
            <p:nvPr/>
          </p:nvSpPr>
          <p:spPr>
            <a:xfrm>
              <a:off x="5093929" y="270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t8679"/>
            <p:cNvSpPr/>
            <p:nvPr/>
          </p:nvSpPr>
          <p:spPr>
            <a:xfrm>
              <a:off x="5818241" y="1922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t8680"/>
            <p:cNvSpPr/>
            <p:nvPr/>
          </p:nvSpPr>
          <p:spPr>
            <a:xfrm>
              <a:off x="5739040" y="1925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t8681"/>
            <p:cNvSpPr/>
            <p:nvPr/>
          </p:nvSpPr>
          <p:spPr>
            <a:xfrm>
              <a:off x="5605738" y="1989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t8682"/>
            <p:cNvSpPr/>
            <p:nvPr/>
          </p:nvSpPr>
          <p:spPr>
            <a:xfrm>
              <a:off x="5103367" y="2523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t8683"/>
            <p:cNvSpPr/>
            <p:nvPr/>
          </p:nvSpPr>
          <p:spPr>
            <a:xfrm>
              <a:off x="5415573" y="2116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t8684"/>
            <p:cNvSpPr/>
            <p:nvPr/>
          </p:nvSpPr>
          <p:spPr>
            <a:xfrm>
              <a:off x="5321375" y="2240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t8685"/>
            <p:cNvSpPr/>
            <p:nvPr/>
          </p:nvSpPr>
          <p:spPr>
            <a:xfrm>
              <a:off x="5179505" y="2224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t8686"/>
            <p:cNvSpPr/>
            <p:nvPr/>
          </p:nvSpPr>
          <p:spPr>
            <a:xfrm>
              <a:off x="5176465" y="2363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t8687"/>
            <p:cNvSpPr/>
            <p:nvPr/>
          </p:nvSpPr>
          <p:spPr>
            <a:xfrm>
              <a:off x="5527612" y="2064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t8688"/>
            <p:cNvSpPr/>
            <p:nvPr/>
          </p:nvSpPr>
          <p:spPr>
            <a:xfrm>
              <a:off x="5612443" y="2080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t8689"/>
            <p:cNvSpPr/>
            <p:nvPr/>
          </p:nvSpPr>
          <p:spPr>
            <a:xfrm>
              <a:off x="5416966" y="2127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t8690"/>
            <p:cNvSpPr/>
            <p:nvPr/>
          </p:nvSpPr>
          <p:spPr>
            <a:xfrm>
              <a:off x="5755836" y="2025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t8691"/>
            <p:cNvSpPr/>
            <p:nvPr/>
          </p:nvSpPr>
          <p:spPr>
            <a:xfrm>
              <a:off x="5669123" y="1679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t8692"/>
            <p:cNvSpPr/>
            <p:nvPr/>
          </p:nvSpPr>
          <p:spPr>
            <a:xfrm>
              <a:off x="4974848" y="2719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t8693"/>
            <p:cNvSpPr/>
            <p:nvPr/>
          </p:nvSpPr>
          <p:spPr>
            <a:xfrm>
              <a:off x="5436420" y="2024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t8694"/>
            <p:cNvSpPr/>
            <p:nvPr/>
          </p:nvSpPr>
          <p:spPr>
            <a:xfrm>
              <a:off x="4932856" y="2083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t8695"/>
            <p:cNvSpPr/>
            <p:nvPr/>
          </p:nvSpPr>
          <p:spPr>
            <a:xfrm>
              <a:off x="5447148" y="2094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t8696"/>
            <p:cNvSpPr/>
            <p:nvPr/>
          </p:nvSpPr>
          <p:spPr>
            <a:xfrm>
              <a:off x="5032713" y="2411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t8697"/>
            <p:cNvSpPr/>
            <p:nvPr/>
          </p:nvSpPr>
          <p:spPr>
            <a:xfrm>
              <a:off x="5603295" y="1907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t8698"/>
            <p:cNvSpPr/>
            <p:nvPr/>
          </p:nvSpPr>
          <p:spPr>
            <a:xfrm>
              <a:off x="5316427" y="2199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t8699"/>
            <p:cNvSpPr/>
            <p:nvPr/>
          </p:nvSpPr>
          <p:spPr>
            <a:xfrm>
              <a:off x="5314125" y="2207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t8700"/>
            <p:cNvSpPr/>
            <p:nvPr/>
          </p:nvSpPr>
          <p:spPr>
            <a:xfrm>
              <a:off x="5212819" y="1963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t8701"/>
            <p:cNvSpPr/>
            <p:nvPr/>
          </p:nvSpPr>
          <p:spPr>
            <a:xfrm>
              <a:off x="5539788" y="2118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t8702"/>
            <p:cNvSpPr/>
            <p:nvPr/>
          </p:nvSpPr>
          <p:spPr>
            <a:xfrm>
              <a:off x="5790292" y="1861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t8703"/>
            <p:cNvSpPr/>
            <p:nvPr/>
          </p:nvSpPr>
          <p:spPr>
            <a:xfrm>
              <a:off x="5410187" y="2065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t8704"/>
            <p:cNvSpPr/>
            <p:nvPr/>
          </p:nvSpPr>
          <p:spPr>
            <a:xfrm>
              <a:off x="5040512" y="2436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t8705"/>
            <p:cNvSpPr/>
            <p:nvPr/>
          </p:nvSpPr>
          <p:spPr>
            <a:xfrm>
              <a:off x="5355432" y="2175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t8706"/>
            <p:cNvSpPr/>
            <p:nvPr/>
          </p:nvSpPr>
          <p:spPr>
            <a:xfrm>
              <a:off x="5420471" y="2191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t8707"/>
            <p:cNvSpPr/>
            <p:nvPr/>
          </p:nvSpPr>
          <p:spPr>
            <a:xfrm>
              <a:off x="5234518" y="2130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t8708"/>
            <p:cNvSpPr/>
            <p:nvPr/>
          </p:nvSpPr>
          <p:spPr>
            <a:xfrm>
              <a:off x="5608207" y="2042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t8709"/>
            <p:cNvSpPr/>
            <p:nvPr/>
          </p:nvSpPr>
          <p:spPr>
            <a:xfrm>
              <a:off x="5473825" y="2259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t8710"/>
            <p:cNvSpPr/>
            <p:nvPr/>
          </p:nvSpPr>
          <p:spPr>
            <a:xfrm>
              <a:off x="5492797" y="2148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t8711"/>
            <p:cNvSpPr/>
            <p:nvPr/>
          </p:nvSpPr>
          <p:spPr>
            <a:xfrm>
              <a:off x="5617119" y="2013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t8712"/>
            <p:cNvSpPr/>
            <p:nvPr/>
          </p:nvSpPr>
          <p:spPr>
            <a:xfrm>
              <a:off x="5410923" y="2129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t8713"/>
            <p:cNvSpPr/>
            <p:nvPr/>
          </p:nvSpPr>
          <p:spPr>
            <a:xfrm>
              <a:off x="5403583" y="2206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t8714"/>
            <p:cNvSpPr/>
            <p:nvPr/>
          </p:nvSpPr>
          <p:spPr>
            <a:xfrm>
              <a:off x="5894046" y="2094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t8715"/>
            <p:cNvSpPr/>
            <p:nvPr/>
          </p:nvSpPr>
          <p:spPr>
            <a:xfrm>
              <a:off x="5314021" y="2177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t8716"/>
            <p:cNvSpPr/>
            <p:nvPr/>
          </p:nvSpPr>
          <p:spPr>
            <a:xfrm>
              <a:off x="5386568" y="2138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t8717"/>
            <p:cNvSpPr/>
            <p:nvPr/>
          </p:nvSpPr>
          <p:spPr>
            <a:xfrm>
              <a:off x="5461229" y="2042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t8718"/>
            <p:cNvSpPr/>
            <p:nvPr/>
          </p:nvSpPr>
          <p:spPr>
            <a:xfrm>
              <a:off x="5661517" y="1639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t8719"/>
            <p:cNvSpPr/>
            <p:nvPr/>
          </p:nvSpPr>
          <p:spPr>
            <a:xfrm>
              <a:off x="5382798" y="2166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t8720"/>
            <p:cNvSpPr/>
            <p:nvPr/>
          </p:nvSpPr>
          <p:spPr>
            <a:xfrm>
              <a:off x="5626501" y="2040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t8721"/>
            <p:cNvSpPr/>
            <p:nvPr/>
          </p:nvSpPr>
          <p:spPr>
            <a:xfrm>
              <a:off x="5585011" y="1934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t8722"/>
            <p:cNvSpPr/>
            <p:nvPr/>
          </p:nvSpPr>
          <p:spPr>
            <a:xfrm>
              <a:off x="5356502" y="2303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t8723"/>
            <p:cNvSpPr/>
            <p:nvPr/>
          </p:nvSpPr>
          <p:spPr>
            <a:xfrm>
              <a:off x="5056530" y="2546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t8724"/>
            <p:cNvSpPr/>
            <p:nvPr/>
          </p:nvSpPr>
          <p:spPr>
            <a:xfrm>
              <a:off x="5173194" y="2390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t8725"/>
            <p:cNvSpPr/>
            <p:nvPr/>
          </p:nvSpPr>
          <p:spPr>
            <a:xfrm>
              <a:off x="5529060" y="2325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t8726"/>
            <p:cNvSpPr/>
            <p:nvPr/>
          </p:nvSpPr>
          <p:spPr>
            <a:xfrm>
              <a:off x="5656471" y="1734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t8727"/>
            <p:cNvSpPr/>
            <p:nvPr/>
          </p:nvSpPr>
          <p:spPr>
            <a:xfrm>
              <a:off x="5189078" y="2299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t8728"/>
            <p:cNvSpPr/>
            <p:nvPr/>
          </p:nvSpPr>
          <p:spPr>
            <a:xfrm>
              <a:off x="5648593" y="194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t8729"/>
            <p:cNvSpPr/>
            <p:nvPr/>
          </p:nvSpPr>
          <p:spPr>
            <a:xfrm>
              <a:off x="5541858" y="2178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t8730"/>
            <p:cNvSpPr/>
            <p:nvPr/>
          </p:nvSpPr>
          <p:spPr>
            <a:xfrm>
              <a:off x="5258585" y="2166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t8731"/>
            <p:cNvSpPr/>
            <p:nvPr/>
          </p:nvSpPr>
          <p:spPr>
            <a:xfrm>
              <a:off x="5248253" y="2200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t8732"/>
            <p:cNvSpPr/>
            <p:nvPr/>
          </p:nvSpPr>
          <p:spPr>
            <a:xfrm>
              <a:off x="5746633" y="1986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t8733"/>
            <p:cNvSpPr/>
            <p:nvPr/>
          </p:nvSpPr>
          <p:spPr>
            <a:xfrm>
              <a:off x="5646221" y="1917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t8734"/>
            <p:cNvSpPr/>
            <p:nvPr/>
          </p:nvSpPr>
          <p:spPr>
            <a:xfrm>
              <a:off x="5251997" y="2196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t8735"/>
            <p:cNvSpPr/>
            <p:nvPr/>
          </p:nvSpPr>
          <p:spPr>
            <a:xfrm>
              <a:off x="5431418" y="2164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t8736"/>
            <p:cNvSpPr/>
            <p:nvPr/>
          </p:nvSpPr>
          <p:spPr>
            <a:xfrm>
              <a:off x="5394087" y="2196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t8737"/>
            <p:cNvSpPr/>
            <p:nvPr/>
          </p:nvSpPr>
          <p:spPr>
            <a:xfrm>
              <a:off x="5527501" y="2134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t8738"/>
            <p:cNvSpPr/>
            <p:nvPr/>
          </p:nvSpPr>
          <p:spPr>
            <a:xfrm>
              <a:off x="5414449" y="2243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t8739"/>
            <p:cNvSpPr/>
            <p:nvPr/>
          </p:nvSpPr>
          <p:spPr>
            <a:xfrm>
              <a:off x="5513413" y="2206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t8740"/>
            <p:cNvSpPr/>
            <p:nvPr/>
          </p:nvSpPr>
          <p:spPr>
            <a:xfrm>
              <a:off x="5572702" y="2240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t8741"/>
            <p:cNvSpPr/>
            <p:nvPr/>
          </p:nvSpPr>
          <p:spPr>
            <a:xfrm>
              <a:off x="5094076" y="2470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t8742"/>
            <p:cNvSpPr/>
            <p:nvPr/>
          </p:nvSpPr>
          <p:spPr>
            <a:xfrm>
              <a:off x="4950973" y="2291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t8743"/>
            <p:cNvSpPr/>
            <p:nvPr/>
          </p:nvSpPr>
          <p:spPr>
            <a:xfrm>
              <a:off x="5465791" y="2122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t8744"/>
            <p:cNvSpPr/>
            <p:nvPr/>
          </p:nvSpPr>
          <p:spPr>
            <a:xfrm>
              <a:off x="5286000" y="1965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t8745"/>
            <p:cNvSpPr/>
            <p:nvPr/>
          </p:nvSpPr>
          <p:spPr>
            <a:xfrm>
              <a:off x="5158909" y="2371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t8746"/>
            <p:cNvSpPr/>
            <p:nvPr/>
          </p:nvSpPr>
          <p:spPr>
            <a:xfrm>
              <a:off x="4989682" y="2449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t8747"/>
            <p:cNvSpPr/>
            <p:nvPr/>
          </p:nvSpPr>
          <p:spPr>
            <a:xfrm>
              <a:off x="5162255" y="2179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t8748"/>
            <p:cNvSpPr/>
            <p:nvPr/>
          </p:nvSpPr>
          <p:spPr>
            <a:xfrm>
              <a:off x="5642277" y="2116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t8749"/>
            <p:cNvSpPr/>
            <p:nvPr/>
          </p:nvSpPr>
          <p:spPr>
            <a:xfrm>
              <a:off x="5143207" y="2524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t8750"/>
            <p:cNvSpPr/>
            <p:nvPr/>
          </p:nvSpPr>
          <p:spPr>
            <a:xfrm>
              <a:off x="5502697" y="2237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t8751"/>
            <p:cNvSpPr/>
            <p:nvPr/>
          </p:nvSpPr>
          <p:spPr>
            <a:xfrm>
              <a:off x="5763530" y="1983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t8752"/>
            <p:cNvSpPr/>
            <p:nvPr/>
          </p:nvSpPr>
          <p:spPr>
            <a:xfrm>
              <a:off x="4986157" y="2797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t8753"/>
            <p:cNvSpPr/>
            <p:nvPr/>
          </p:nvSpPr>
          <p:spPr>
            <a:xfrm>
              <a:off x="5382635" y="2225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t8754"/>
            <p:cNvSpPr/>
            <p:nvPr/>
          </p:nvSpPr>
          <p:spPr>
            <a:xfrm>
              <a:off x="5023295" y="2186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t8755"/>
            <p:cNvSpPr/>
            <p:nvPr/>
          </p:nvSpPr>
          <p:spPr>
            <a:xfrm>
              <a:off x="5599551" y="2034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t8756"/>
            <p:cNvSpPr/>
            <p:nvPr/>
          </p:nvSpPr>
          <p:spPr>
            <a:xfrm>
              <a:off x="4991679" y="2684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t8757"/>
            <p:cNvSpPr/>
            <p:nvPr/>
          </p:nvSpPr>
          <p:spPr>
            <a:xfrm>
              <a:off x="5756017" y="2130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t8758"/>
            <p:cNvSpPr/>
            <p:nvPr/>
          </p:nvSpPr>
          <p:spPr>
            <a:xfrm>
              <a:off x="5484758" y="2304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t8759"/>
            <p:cNvSpPr/>
            <p:nvPr/>
          </p:nvSpPr>
          <p:spPr>
            <a:xfrm>
              <a:off x="5411335" y="2066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t8760"/>
            <p:cNvSpPr/>
            <p:nvPr/>
          </p:nvSpPr>
          <p:spPr>
            <a:xfrm>
              <a:off x="5558065" y="2246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t8761"/>
            <p:cNvSpPr/>
            <p:nvPr/>
          </p:nvSpPr>
          <p:spPr>
            <a:xfrm>
              <a:off x="5919749" y="1507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t8762"/>
            <p:cNvSpPr/>
            <p:nvPr/>
          </p:nvSpPr>
          <p:spPr>
            <a:xfrm>
              <a:off x="5510233" y="2080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t8763"/>
            <p:cNvSpPr/>
            <p:nvPr/>
          </p:nvSpPr>
          <p:spPr>
            <a:xfrm>
              <a:off x="5556461" y="2187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t8764"/>
            <p:cNvSpPr/>
            <p:nvPr/>
          </p:nvSpPr>
          <p:spPr>
            <a:xfrm>
              <a:off x="5115579" y="2641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t8765"/>
            <p:cNvSpPr/>
            <p:nvPr/>
          </p:nvSpPr>
          <p:spPr>
            <a:xfrm>
              <a:off x="5183292" y="2251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t8766"/>
            <p:cNvSpPr/>
            <p:nvPr/>
          </p:nvSpPr>
          <p:spPr>
            <a:xfrm>
              <a:off x="5104543" y="254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t8767"/>
            <p:cNvSpPr/>
            <p:nvPr/>
          </p:nvSpPr>
          <p:spPr>
            <a:xfrm>
              <a:off x="5200094" y="2133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t8768"/>
            <p:cNvSpPr/>
            <p:nvPr/>
          </p:nvSpPr>
          <p:spPr>
            <a:xfrm>
              <a:off x="5952654" y="168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t8769"/>
            <p:cNvSpPr/>
            <p:nvPr/>
          </p:nvSpPr>
          <p:spPr>
            <a:xfrm>
              <a:off x="5575369" y="1952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t8770"/>
            <p:cNvSpPr/>
            <p:nvPr/>
          </p:nvSpPr>
          <p:spPr>
            <a:xfrm>
              <a:off x="5242913" y="2177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t8771"/>
            <p:cNvSpPr/>
            <p:nvPr/>
          </p:nvSpPr>
          <p:spPr>
            <a:xfrm>
              <a:off x="5541322" y="2160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t8772"/>
            <p:cNvSpPr/>
            <p:nvPr/>
          </p:nvSpPr>
          <p:spPr>
            <a:xfrm>
              <a:off x="5209499" y="2106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t8773"/>
            <p:cNvSpPr/>
            <p:nvPr/>
          </p:nvSpPr>
          <p:spPr>
            <a:xfrm>
              <a:off x="5671029" y="1740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t8774"/>
            <p:cNvSpPr/>
            <p:nvPr/>
          </p:nvSpPr>
          <p:spPr>
            <a:xfrm>
              <a:off x="5393647" y="2255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t8775"/>
            <p:cNvSpPr/>
            <p:nvPr/>
          </p:nvSpPr>
          <p:spPr>
            <a:xfrm>
              <a:off x="5748020" y="1826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t8776"/>
            <p:cNvSpPr/>
            <p:nvPr/>
          </p:nvSpPr>
          <p:spPr>
            <a:xfrm>
              <a:off x="5151964" y="2551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t8777"/>
            <p:cNvSpPr/>
            <p:nvPr/>
          </p:nvSpPr>
          <p:spPr>
            <a:xfrm>
              <a:off x="5428043" y="2184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t8778"/>
            <p:cNvSpPr/>
            <p:nvPr/>
          </p:nvSpPr>
          <p:spPr>
            <a:xfrm>
              <a:off x="5149203" y="2314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t8779"/>
            <p:cNvSpPr/>
            <p:nvPr/>
          </p:nvSpPr>
          <p:spPr>
            <a:xfrm>
              <a:off x="5226185" y="1931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t8780"/>
            <p:cNvSpPr/>
            <p:nvPr/>
          </p:nvSpPr>
          <p:spPr>
            <a:xfrm>
              <a:off x="5371301" y="198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t8781"/>
            <p:cNvSpPr/>
            <p:nvPr/>
          </p:nvSpPr>
          <p:spPr>
            <a:xfrm>
              <a:off x="5454597" y="197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t8782"/>
            <p:cNvSpPr/>
            <p:nvPr/>
          </p:nvSpPr>
          <p:spPr>
            <a:xfrm>
              <a:off x="5455412" y="1931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t8783"/>
            <p:cNvSpPr/>
            <p:nvPr/>
          </p:nvSpPr>
          <p:spPr>
            <a:xfrm>
              <a:off x="5298755" y="2067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t8784"/>
            <p:cNvSpPr/>
            <p:nvPr/>
          </p:nvSpPr>
          <p:spPr>
            <a:xfrm>
              <a:off x="5440399" y="2028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t8785"/>
            <p:cNvSpPr/>
            <p:nvPr/>
          </p:nvSpPr>
          <p:spPr>
            <a:xfrm>
              <a:off x="5070051" y="2353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t8786"/>
            <p:cNvSpPr/>
            <p:nvPr/>
          </p:nvSpPr>
          <p:spPr>
            <a:xfrm>
              <a:off x="5332172" y="2167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t8787"/>
            <p:cNvSpPr/>
            <p:nvPr/>
          </p:nvSpPr>
          <p:spPr>
            <a:xfrm>
              <a:off x="5133780" y="2631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t8788"/>
            <p:cNvSpPr/>
            <p:nvPr/>
          </p:nvSpPr>
          <p:spPr>
            <a:xfrm>
              <a:off x="5501929" y="2224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t8789"/>
            <p:cNvSpPr/>
            <p:nvPr/>
          </p:nvSpPr>
          <p:spPr>
            <a:xfrm>
              <a:off x="5579494" y="2133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t8790"/>
            <p:cNvSpPr/>
            <p:nvPr/>
          </p:nvSpPr>
          <p:spPr>
            <a:xfrm>
              <a:off x="5269116" y="2159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t8791"/>
            <p:cNvSpPr/>
            <p:nvPr/>
          </p:nvSpPr>
          <p:spPr>
            <a:xfrm>
              <a:off x="5479071" y="221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t8792"/>
            <p:cNvSpPr/>
            <p:nvPr/>
          </p:nvSpPr>
          <p:spPr>
            <a:xfrm>
              <a:off x="5238985" y="2105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t8793"/>
            <p:cNvSpPr/>
            <p:nvPr/>
          </p:nvSpPr>
          <p:spPr>
            <a:xfrm>
              <a:off x="5548004" y="2206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t8794"/>
            <p:cNvSpPr/>
            <p:nvPr/>
          </p:nvSpPr>
          <p:spPr>
            <a:xfrm>
              <a:off x="5751417" y="2043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t8795"/>
            <p:cNvSpPr/>
            <p:nvPr/>
          </p:nvSpPr>
          <p:spPr>
            <a:xfrm>
              <a:off x="5422223" y="2208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t8796"/>
            <p:cNvSpPr/>
            <p:nvPr/>
          </p:nvSpPr>
          <p:spPr>
            <a:xfrm>
              <a:off x="5374322" y="2088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t8797"/>
            <p:cNvSpPr/>
            <p:nvPr/>
          </p:nvSpPr>
          <p:spPr>
            <a:xfrm>
              <a:off x="5475492" y="2330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t8798"/>
            <p:cNvSpPr/>
            <p:nvPr/>
          </p:nvSpPr>
          <p:spPr>
            <a:xfrm>
              <a:off x="5541573" y="2140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t8799"/>
            <p:cNvSpPr/>
            <p:nvPr/>
          </p:nvSpPr>
          <p:spPr>
            <a:xfrm>
              <a:off x="5757121" y="1974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t8800"/>
            <p:cNvSpPr/>
            <p:nvPr/>
          </p:nvSpPr>
          <p:spPr>
            <a:xfrm>
              <a:off x="5241647" y="2165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t8801"/>
            <p:cNvSpPr/>
            <p:nvPr/>
          </p:nvSpPr>
          <p:spPr>
            <a:xfrm>
              <a:off x="5528158" y="2110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t8802"/>
            <p:cNvSpPr/>
            <p:nvPr/>
          </p:nvSpPr>
          <p:spPr>
            <a:xfrm>
              <a:off x="5108406" y="2736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t8803"/>
            <p:cNvSpPr/>
            <p:nvPr/>
          </p:nvSpPr>
          <p:spPr>
            <a:xfrm>
              <a:off x="5649450" y="1979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t8804"/>
            <p:cNvSpPr/>
            <p:nvPr/>
          </p:nvSpPr>
          <p:spPr>
            <a:xfrm>
              <a:off x="5505025" y="2229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t8805"/>
            <p:cNvSpPr/>
            <p:nvPr/>
          </p:nvSpPr>
          <p:spPr>
            <a:xfrm>
              <a:off x="5299712" y="2178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t8806"/>
            <p:cNvSpPr/>
            <p:nvPr/>
          </p:nvSpPr>
          <p:spPr>
            <a:xfrm>
              <a:off x="5898061" y="1631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t8807"/>
            <p:cNvSpPr/>
            <p:nvPr/>
          </p:nvSpPr>
          <p:spPr>
            <a:xfrm>
              <a:off x="5417596" y="213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t8808"/>
            <p:cNvSpPr/>
            <p:nvPr/>
          </p:nvSpPr>
          <p:spPr>
            <a:xfrm>
              <a:off x="5840904" y="1705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t8809"/>
            <p:cNvSpPr/>
            <p:nvPr/>
          </p:nvSpPr>
          <p:spPr>
            <a:xfrm>
              <a:off x="5633588" y="2094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t8810"/>
            <p:cNvSpPr/>
            <p:nvPr/>
          </p:nvSpPr>
          <p:spPr>
            <a:xfrm>
              <a:off x="5299216" y="2248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t8811"/>
            <p:cNvSpPr/>
            <p:nvPr/>
          </p:nvSpPr>
          <p:spPr>
            <a:xfrm>
              <a:off x="5531485" y="2241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t8812"/>
            <p:cNvSpPr/>
            <p:nvPr/>
          </p:nvSpPr>
          <p:spPr>
            <a:xfrm>
              <a:off x="5803441" y="1975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t8813"/>
            <p:cNvSpPr/>
            <p:nvPr/>
          </p:nvSpPr>
          <p:spPr>
            <a:xfrm>
              <a:off x="5496911" y="2351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t8814"/>
            <p:cNvSpPr/>
            <p:nvPr/>
          </p:nvSpPr>
          <p:spPr>
            <a:xfrm>
              <a:off x="5556192" y="2192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t8815"/>
            <p:cNvSpPr/>
            <p:nvPr/>
          </p:nvSpPr>
          <p:spPr>
            <a:xfrm>
              <a:off x="5409831" y="2280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t8816"/>
            <p:cNvSpPr/>
            <p:nvPr/>
          </p:nvSpPr>
          <p:spPr>
            <a:xfrm>
              <a:off x="5631644" y="2034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t8817"/>
            <p:cNvSpPr/>
            <p:nvPr/>
          </p:nvSpPr>
          <p:spPr>
            <a:xfrm>
              <a:off x="5287188" y="207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t8818"/>
            <p:cNvSpPr/>
            <p:nvPr/>
          </p:nvSpPr>
          <p:spPr>
            <a:xfrm>
              <a:off x="5421269" y="2146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t8819"/>
            <p:cNvSpPr/>
            <p:nvPr/>
          </p:nvSpPr>
          <p:spPr>
            <a:xfrm>
              <a:off x="5903214" y="1884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t8820"/>
            <p:cNvSpPr/>
            <p:nvPr/>
          </p:nvSpPr>
          <p:spPr>
            <a:xfrm>
              <a:off x="4692274" y="2512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t8821"/>
            <p:cNvSpPr/>
            <p:nvPr/>
          </p:nvSpPr>
          <p:spPr>
            <a:xfrm>
              <a:off x="5536739" y="2253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t8822"/>
            <p:cNvSpPr/>
            <p:nvPr/>
          </p:nvSpPr>
          <p:spPr>
            <a:xfrm>
              <a:off x="5048004" y="2650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t8823"/>
            <p:cNvSpPr/>
            <p:nvPr/>
          </p:nvSpPr>
          <p:spPr>
            <a:xfrm>
              <a:off x="5331763" y="2084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t8824"/>
            <p:cNvSpPr/>
            <p:nvPr/>
          </p:nvSpPr>
          <p:spPr>
            <a:xfrm>
              <a:off x="5385442" y="2175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t8825"/>
            <p:cNvSpPr/>
            <p:nvPr/>
          </p:nvSpPr>
          <p:spPr>
            <a:xfrm>
              <a:off x="5363422" y="2057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t8826"/>
            <p:cNvSpPr/>
            <p:nvPr/>
          </p:nvSpPr>
          <p:spPr>
            <a:xfrm>
              <a:off x="5233232" y="2158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t8827"/>
            <p:cNvSpPr/>
            <p:nvPr/>
          </p:nvSpPr>
          <p:spPr>
            <a:xfrm>
              <a:off x="5173555" y="2449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t8828"/>
            <p:cNvSpPr/>
            <p:nvPr/>
          </p:nvSpPr>
          <p:spPr>
            <a:xfrm>
              <a:off x="5339700" y="2290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t8829"/>
            <p:cNvSpPr/>
            <p:nvPr/>
          </p:nvSpPr>
          <p:spPr>
            <a:xfrm>
              <a:off x="5287508" y="2133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t8830"/>
            <p:cNvSpPr/>
            <p:nvPr/>
          </p:nvSpPr>
          <p:spPr>
            <a:xfrm>
              <a:off x="5403624" y="2180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t8831"/>
            <p:cNvSpPr/>
            <p:nvPr/>
          </p:nvSpPr>
          <p:spPr>
            <a:xfrm>
              <a:off x="5596083" y="1970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t8832"/>
            <p:cNvSpPr/>
            <p:nvPr/>
          </p:nvSpPr>
          <p:spPr>
            <a:xfrm>
              <a:off x="5626226" y="2068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t8833"/>
            <p:cNvSpPr/>
            <p:nvPr/>
          </p:nvSpPr>
          <p:spPr>
            <a:xfrm>
              <a:off x="6114630" y="1923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t8834"/>
            <p:cNvSpPr/>
            <p:nvPr/>
          </p:nvSpPr>
          <p:spPr>
            <a:xfrm>
              <a:off x="5339635" y="2253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t8835"/>
            <p:cNvSpPr/>
            <p:nvPr/>
          </p:nvSpPr>
          <p:spPr>
            <a:xfrm>
              <a:off x="5297079" y="1844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t8836"/>
            <p:cNvSpPr/>
            <p:nvPr/>
          </p:nvSpPr>
          <p:spPr>
            <a:xfrm>
              <a:off x="5410362" y="2160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t8837"/>
            <p:cNvSpPr/>
            <p:nvPr/>
          </p:nvSpPr>
          <p:spPr>
            <a:xfrm>
              <a:off x="5355285" y="225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t8838"/>
            <p:cNvSpPr/>
            <p:nvPr/>
          </p:nvSpPr>
          <p:spPr>
            <a:xfrm>
              <a:off x="5200464" y="2167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t8839"/>
            <p:cNvSpPr/>
            <p:nvPr/>
          </p:nvSpPr>
          <p:spPr>
            <a:xfrm>
              <a:off x="5508957" y="2129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t8840"/>
            <p:cNvSpPr/>
            <p:nvPr/>
          </p:nvSpPr>
          <p:spPr>
            <a:xfrm>
              <a:off x="5055982" y="2551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t8841"/>
            <p:cNvSpPr/>
            <p:nvPr/>
          </p:nvSpPr>
          <p:spPr>
            <a:xfrm>
              <a:off x="5496742" y="2301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t8842"/>
            <p:cNvSpPr/>
            <p:nvPr/>
          </p:nvSpPr>
          <p:spPr>
            <a:xfrm>
              <a:off x="5602534" y="1850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t8843"/>
            <p:cNvSpPr/>
            <p:nvPr/>
          </p:nvSpPr>
          <p:spPr>
            <a:xfrm>
              <a:off x="5782014" y="1743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t8844"/>
            <p:cNvSpPr/>
            <p:nvPr/>
          </p:nvSpPr>
          <p:spPr>
            <a:xfrm>
              <a:off x="5295063" y="2133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t8845"/>
            <p:cNvSpPr/>
            <p:nvPr/>
          </p:nvSpPr>
          <p:spPr>
            <a:xfrm>
              <a:off x="5538907" y="2263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t8846"/>
            <p:cNvSpPr/>
            <p:nvPr/>
          </p:nvSpPr>
          <p:spPr>
            <a:xfrm>
              <a:off x="5034157" y="2600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t8847"/>
            <p:cNvSpPr/>
            <p:nvPr/>
          </p:nvSpPr>
          <p:spPr>
            <a:xfrm>
              <a:off x="5295295" y="220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t8848"/>
            <p:cNvSpPr/>
            <p:nvPr/>
          </p:nvSpPr>
          <p:spPr>
            <a:xfrm>
              <a:off x="5321749" y="2169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t8849"/>
            <p:cNvSpPr/>
            <p:nvPr/>
          </p:nvSpPr>
          <p:spPr>
            <a:xfrm>
              <a:off x="5557485" y="2243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t8850"/>
            <p:cNvSpPr/>
            <p:nvPr/>
          </p:nvSpPr>
          <p:spPr>
            <a:xfrm>
              <a:off x="5427825" y="208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t8851"/>
            <p:cNvSpPr/>
            <p:nvPr/>
          </p:nvSpPr>
          <p:spPr>
            <a:xfrm>
              <a:off x="5559732" y="2195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t8852"/>
            <p:cNvSpPr/>
            <p:nvPr/>
          </p:nvSpPr>
          <p:spPr>
            <a:xfrm>
              <a:off x="5107963" y="2464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t8853"/>
            <p:cNvSpPr/>
            <p:nvPr/>
          </p:nvSpPr>
          <p:spPr>
            <a:xfrm>
              <a:off x="5594747" y="1947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t8854"/>
            <p:cNvSpPr/>
            <p:nvPr/>
          </p:nvSpPr>
          <p:spPr>
            <a:xfrm>
              <a:off x="5100852" y="2594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t8855"/>
            <p:cNvSpPr/>
            <p:nvPr/>
          </p:nvSpPr>
          <p:spPr>
            <a:xfrm>
              <a:off x="5406231" y="2262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t8856"/>
            <p:cNvSpPr/>
            <p:nvPr/>
          </p:nvSpPr>
          <p:spPr>
            <a:xfrm>
              <a:off x="5480691" y="2303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t8857"/>
            <p:cNvSpPr/>
            <p:nvPr/>
          </p:nvSpPr>
          <p:spPr>
            <a:xfrm>
              <a:off x="5429426" y="2180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t8858"/>
            <p:cNvSpPr/>
            <p:nvPr/>
          </p:nvSpPr>
          <p:spPr>
            <a:xfrm>
              <a:off x="5427640" y="2153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t8859"/>
            <p:cNvSpPr/>
            <p:nvPr/>
          </p:nvSpPr>
          <p:spPr>
            <a:xfrm>
              <a:off x="5582268" y="2078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t8860"/>
            <p:cNvSpPr/>
            <p:nvPr/>
          </p:nvSpPr>
          <p:spPr>
            <a:xfrm>
              <a:off x="5274652" y="2179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t8861"/>
            <p:cNvSpPr/>
            <p:nvPr/>
          </p:nvSpPr>
          <p:spPr>
            <a:xfrm>
              <a:off x="5829935" y="1903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t8862"/>
            <p:cNvSpPr/>
            <p:nvPr/>
          </p:nvSpPr>
          <p:spPr>
            <a:xfrm>
              <a:off x="5843012" y="1739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t8863"/>
            <p:cNvSpPr/>
            <p:nvPr/>
          </p:nvSpPr>
          <p:spPr>
            <a:xfrm>
              <a:off x="5745271" y="205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t8864"/>
            <p:cNvSpPr/>
            <p:nvPr/>
          </p:nvSpPr>
          <p:spPr>
            <a:xfrm>
              <a:off x="5732925" y="1842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t8865"/>
            <p:cNvSpPr/>
            <p:nvPr/>
          </p:nvSpPr>
          <p:spPr>
            <a:xfrm>
              <a:off x="5159704" y="2472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t8866"/>
            <p:cNvSpPr/>
            <p:nvPr/>
          </p:nvSpPr>
          <p:spPr>
            <a:xfrm>
              <a:off x="5919304" y="1153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t8867"/>
            <p:cNvSpPr/>
            <p:nvPr/>
          </p:nvSpPr>
          <p:spPr>
            <a:xfrm>
              <a:off x="5163844" y="2189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t8868"/>
            <p:cNvSpPr/>
            <p:nvPr/>
          </p:nvSpPr>
          <p:spPr>
            <a:xfrm>
              <a:off x="5120082" y="2642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t8869"/>
            <p:cNvSpPr/>
            <p:nvPr/>
          </p:nvSpPr>
          <p:spPr>
            <a:xfrm>
              <a:off x="5816553" y="1842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t8870"/>
            <p:cNvSpPr/>
            <p:nvPr/>
          </p:nvSpPr>
          <p:spPr>
            <a:xfrm>
              <a:off x="5309799" y="2099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t8871"/>
            <p:cNvSpPr/>
            <p:nvPr/>
          </p:nvSpPr>
          <p:spPr>
            <a:xfrm>
              <a:off x="5351165" y="2231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t8872"/>
            <p:cNvSpPr/>
            <p:nvPr/>
          </p:nvSpPr>
          <p:spPr>
            <a:xfrm>
              <a:off x="5528451" y="2091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t8873"/>
            <p:cNvSpPr/>
            <p:nvPr/>
          </p:nvSpPr>
          <p:spPr>
            <a:xfrm>
              <a:off x="5006641" y="2118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t8874"/>
            <p:cNvSpPr/>
            <p:nvPr/>
          </p:nvSpPr>
          <p:spPr>
            <a:xfrm>
              <a:off x="5306048" y="2252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t8875"/>
            <p:cNvSpPr/>
            <p:nvPr/>
          </p:nvSpPr>
          <p:spPr>
            <a:xfrm>
              <a:off x="5175893" y="2459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t8876"/>
            <p:cNvSpPr/>
            <p:nvPr/>
          </p:nvSpPr>
          <p:spPr>
            <a:xfrm>
              <a:off x="5090245" y="2449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t8877"/>
            <p:cNvSpPr/>
            <p:nvPr/>
          </p:nvSpPr>
          <p:spPr>
            <a:xfrm>
              <a:off x="5711504" y="1978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t8878"/>
            <p:cNvSpPr/>
            <p:nvPr/>
          </p:nvSpPr>
          <p:spPr>
            <a:xfrm>
              <a:off x="5692537" y="2075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t8879"/>
            <p:cNvSpPr/>
            <p:nvPr/>
          </p:nvSpPr>
          <p:spPr>
            <a:xfrm>
              <a:off x="5445522" y="1987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t8880"/>
            <p:cNvSpPr/>
            <p:nvPr/>
          </p:nvSpPr>
          <p:spPr>
            <a:xfrm>
              <a:off x="5402397" y="2208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t8881"/>
            <p:cNvSpPr/>
            <p:nvPr/>
          </p:nvSpPr>
          <p:spPr>
            <a:xfrm>
              <a:off x="5313213" y="2061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t8882"/>
            <p:cNvSpPr/>
            <p:nvPr/>
          </p:nvSpPr>
          <p:spPr>
            <a:xfrm>
              <a:off x="5378901" y="2236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t8883"/>
            <p:cNvSpPr/>
            <p:nvPr/>
          </p:nvSpPr>
          <p:spPr>
            <a:xfrm>
              <a:off x="5682647" y="1859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t8884"/>
            <p:cNvSpPr/>
            <p:nvPr/>
          </p:nvSpPr>
          <p:spPr>
            <a:xfrm>
              <a:off x="5627750" y="1942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t8885"/>
            <p:cNvSpPr/>
            <p:nvPr/>
          </p:nvSpPr>
          <p:spPr>
            <a:xfrm>
              <a:off x="5365498" y="2095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t8886"/>
            <p:cNvSpPr/>
            <p:nvPr/>
          </p:nvSpPr>
          <p:spPr>
            <a:xfrm>
              <a:off x="5464820" y="2055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t8887"/>
            <p:cNvSpPr/>
            <p:nvPr/>
          </p:nvSpPr>
          <p:spPr>
            <a:xfrm>
              <a:off x="5088474" y="2177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t8888"/>
            <p:cNvSpPr/>
            <p:nvPr/>
          </p:nvSpPr>
          <p:spPr>
            <a:xfrm>
              <a:off x="5660032" y="1724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t8889"/>
            <p:cNvSpPr/>
            <p:nvPr/>
          </p:nvSpPr>
          <p:spPr>
            <a:xfrm>
              <a:off x="5523138" y="2128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t8890"/>
            <p:cNvSpPr/>
            <p:nvPr/>
          </p:nvSpPr>
          <p:spPr>
            <a:xfrm>
              <a:off x="5412752" y="2133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t8891"/>
            <p:cNvSpPr/>
            <p:nvPr/>
          </p:nvSpPr>
          <p:spPr>
            <a:xfrm>
              <a:off x="5747212" y="1922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t8892"/>
            <p:cNvSpPr/>
            <p:nvPr/>
          </p:nvSpPr>
          <p:spPr>
            <a:xfrm>
              <a:off x="5925311" y="1757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t8893"/>
            <p:cNvSpPr/>
            <p:nvPr/>
          </p:nvSpPr>
          <p:spPr>
            <a:xfrm>
              <a:off x="5073143" y="2456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t8894"/>
            <p:cNvSpPr/>
            <p:nvPr/>
          </p:nvSpPr>
          <p:spPr>
            <a:xfrm>
              <a:off x="5790131" y="1895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t8895"/>
            <p:cNvSpPr/>
            <p:nvPr/>
          </p:nvSpPr>
          <p:spPr>
            <a:xfrm>
              <a:off x="5669881" y="1700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t8896"/>
            <p:cNvSpPr/>
            <p:nvPr/>
          </p:nvSpPr>
          <p:spPr>
            <a:xfrm>
              <a:off x="4992505" y="254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t8897"/>
            <p:cNvSpPr/>
            <p:nvPr/>
          </p:nvSpPr>
          <p:spPr>
            <a:xfrm>
              <a:off x="5168619" y="2187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t8898"/>
            <p:cNvSpPr/>
            <p:nvPr/>
          </p:nvSpPr>
          <p:spPr>
            <a:xfrm>
              <a:off x="5142804" y="2585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t8899"/>
            <p:cNvSpPr/>
            <p:nvPr/>
          </p:nvSpPr>
          <p:spPr>
            <a:xfrm>
              <a:off x="5360424" y="2077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t8900"/>
            <p:cNvSpPr/>
            <p:nvPr/>
          </p:nvSpPr>
          <p:spPr>
            <a:xfrm>
              <a:off x="5266696" y="2203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t8901"/>
            <p:cNvSpPr/>
            <p:nvPr/>
          </p:nvSpPr>
          <p:spPr>
            <a:xfrm>
              <a:off x="5286681" y="2127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t8902"/>
            <p:cNvSpPr/>
            <p:nvPr/>
          </p:nvSpPr>
          <p:spPr>
            <a:xfrm>
              <a:off x="5766915" y="1989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t8903"/>
            <p:cNvSpPr/>
            <p:nvPr/>
          </p:nvSpPr>
          <p:spPr>
            <a:xfrm>
              <a:off x="5488220" y="2149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t8904"/>
            <p:cNvSpPr/>
            <p:nvPr/>
          </p:nvSpPr>
          <p:spPr>
            <a:xfrm>
              <a:off x="5488662" y="2283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t8905"/>
            <p:cNvSpPr/>
            <p:nvPr/>
          </p:nvSpPr>
          <p:spPr>
            <a:xfrm>
              <a:off x="5174020" y="2497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t8906"/>
            <p:cNvSpPr/>
            <p:nvPr/>
          </p:nvSpPr>
          <p:spPr>
            <a:xfrm>
              <a:off x="5793929" y="1984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t8907"/>
            <p:cNvSpPr/>
            <p:nvPr/>
          </p:nvSpPr>
          <p:spPr>
            <a:xfrm>
              <a:off x="5424708" y="2150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t8908"/>
            <p:cNvSpPr/>
            <p:nvPr/>
          </p:nvSpPr>
          <p:spPr>
            <a:xfrm>
              <a:off x="5256172" y="2193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t8909"/>
            <p:cNvSpPr/>
            <p:nvPr/>
          </p:nvSpPr>
          <p:spPr>
            <a:xfrm>
              <a:off x="5132563" y="2626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t8910"/>
            <p:cNvSpPr/>
            <p:nvPr/>
          </p:nvSpPr>
          <p:spPr>
            <a:xfrm>
              <a:off x="5463148" y="2021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t8911"/>
            <p:cNvSpPr/>
            <p:nvPr/>
          </p:nvSpPr>
          <p:spPr>
            <a:xfrm>
              <a:off x="5606893" y="1891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t8912"/>
            <p:cNvSpPr/>
            <p:nvPr/>
          </p:nvSpPr>
          <p:spPr>
            <a:xfrm>
              <a:off x="5180116" y="2259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t8913"/>
            <p:cNvSpPr/>
            <p:nvPr/>
          </p:nvSpPr>
          <p:spPr>
            <a:xfrm>
              <a:off x="5305028" y="2056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t8914"/>
            <p:cNvSpPr/>
            <p:nvPr/>
          </p:nvSpPr>
          <p:spPr>
            <a:xfrm>
              <a:off x="5683652" y="2040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t8915"/>
            <p:cNvSpPr/>
            <p:nvPr/>
          </p:nvSpPr>
          <p:spPr>
            <a:xfrm>
              <a:off x="4985965" y="2504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t8916"/>
            <p:cNvSpPr/>
            <p:nvPr/>
          </p:nvSpPr>
          <p:spPr>
            <a:xfrm>
              <a:off x="5147588" y="2551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t8917"/>
            <p:cNvSpPr/>
            <p:nvPr/>
          </p:nvSpPr>
          <p:spPr>
            <a:xfrm>
              <a:off x="5526303" y="2063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t8918"/>
            <p:cNvSpPr/>
            <p:nvPr/>
          </p:nvSpPr>
          <p:spPr>
            <a:xfrm>
              <a:off x="5567618" y="2051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t8919"/>
            <p:cNvSpPr/>
            <p:nvPr/>
          </p:nvSpPr>
          <p:spPr>
            <a:xfrm>
              <a:off x="5443531" y="2010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t8920"/>
            <p:cNvSpPr/>
            <p:nvPr/>
          </p:nvSpPr>
          <p:spPr>
            <a:xfrm>
              <a:off x="5503735" y="2257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t8921"/>
            <p:cNvSpPr/>
            <p:nvPr/>
          </p:nvSpPr>
          <p:spPr>
            <a:xfrm>
              <a:off x="5471360" y="2048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t8922"/>
            <p:cNvSpPr/>
            <p:nvPr/>
          </p:nvSpPr>
          <p:spPr>
            <a:xfrm>
              <a:off x="5642898" y="1937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t8923"/>
            <p:cNvSpPr/>
            <p:nvPr/>
          </p:nvSpPr>
          <p:spPr>
            <a:xfrm>
              <a:off x="5425892" y="2133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t8924"/>
            <p:cNvSpPr/>
            <p:nvPr/>
          </p:nvSpPr>
          <p:spPr>
            <a:xfrm>
              <a:off x="5454913" y="1949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t8925"/>
            <p:cNvSpPr/>
            <p:nvPr/>
          </p:nvSpPr>
          <p:spPr>
            <a:xfrm>
              <a:off x="5274835" y="2197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t8926"/>
            <p:cNvSpPr/>
            <p:nvPr/>
          </p:nvSpPr>
          <p:spPr>
            <a:xfrm>
              <a:off x="4897670" y="1815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t8927"/>
            <p:cNvSpPr/>
            <p:nvPr/>
          </p:nvSpPr>
          <p:spPr>
            <a:xfrm>
              <a:off x="5236207" y="2149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t8928"/>
            <p:cNvSpPr/>
            <p:nvPr/>
          </p:nvSpPr>
          <p:spPr>
            <a:xfrm>
              <a:off x="5261007" y="2249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t8929"/>
            <p:cNvSpPr/>
            <p:nvPr/>
          </p:nvSpPr>
          <p:spPr>
            <a:xfrm>
              <a:off x="5218293" y="2126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t8930"/>
            <p:cNvSpPr/>
            <p:nvPr/>
          </p:nvSpPr>
          <p:spPr>
            <a:xfrm>
              <a:off x="5340056" y="225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t8931"/>
            <p:cNvSpPr/>
            <p:nvPr/>
          </p:nvSpPr>
          <p:spPr>
            <a:xfrm>
              <a:off x="5120285" y="2620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t8932"/>
            <p:cNvSpPr/>
            <p:nvPr/>
          </p:nvSpPr>
          <p:spPr>
            <a:xfrm>
              <a:off x="5813177" y="1884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t8933"/>
            <p:cNvSpPr/>
            <p:nvPr/>
          </p:nvSpPr>
          <p:spPr>
            <a:xfrm>
              <a:off x="5481947" y="2096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t8934"/>
            <p:cNvSpPr/>
            <p:nvPr/>
          </p:nvSpPr>
          <p:spPr>
            <a:xfrm>
              <a:off x="5122459" y="2687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t8935"/>
            <p:cNvSpPr/>
            <p:nvPr/>
          </p:nvSpPr>
          <p:spPr>
            <a:xfrm>
              <a:off x="5459492" y="2125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t8936"/>
            <p:cNvSpPr/>
            <p:nvPr/>
          </p:nvSpPr>
          <p:spPr>
            <a:xfrm>
              <a:off x="5764611" y="1933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t8937"/>
            <p:cNvSpPr/>
            <p:nvPr/>
          </p:nvSpPr>
          <p:spPr>
            <a:xfrm>
              <a:off x="5286651" y="2139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t8938"/>
            <p:cNvSpPr/>
            <p:nvPr/>
          </p:nvSpPr>
          <p:spPr>
            <a:xfrm>
              <a:off x="5360277" y="2121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t8939"/>
            <p:cNvSpPr/>
            <p:nvPr/>
          </p:nvSpPr>
          <p:spPr>
            <a:xfrm>
              <a:off x="5664025" y="1797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t8940"/>
            <p:cNvSpPr/>
            <p:nvPr/>
          </p:nvSpPr>
          <p:spPr>
            <a:xfrm>
              <a:off x="5712972" y="1839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t8941"/>
            <p:cNvSpPr/>
            <p:nvPr/>
          </p:nvSpPr>
          <p:spPr>
            <a:xfrm>
              <a:off x="5600380" y="2077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t8942"/>
            <p:cNvSpPr/>
            <p:nvPr/>
          </p:nvSpPr>
          <p:spPr>
            <a:xfrm>
              <a:off x="5110781" y="2619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t8943"/>
            <p:cNvSpPr/>
            <p:nvPr/>
          </p:nvSpPr>
          <p:spPr>
            <a:xfrm>
              <a:off x="5553634" y="2217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t8944"/>
            <p:cNvSpPr/>
            <p:nvPr/>
          </p:nvSpPr>
          <p:spPr>
            <a:xfrm>
              <a:off x="5530426" y="217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t8945"/>
            <p:cNvSpPr/>
            <p:nvPr/>
          </p:nvSpPr>
          <p:spPr>
            <a:xfrm>
              <a:off x="5385459" y="2193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t8946"/>
            <p:cNvSpPr/>
            <p:nvPr/>
          </p:nvSpPr>
          <p:spPr>
            <a:xfrm>
              <a:off x="5532985" y="2209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t8947"/>
            <p:cNvSpPr/>
            <p:nvPr/>
          </p:nvSpPr>
          <p:spPr>
            <a:xfrm>
              <a:off x="5533544" y="2164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t8948"/>
            <p:cNvSpPr/>
            <p:nvPr/>
          </p:nvSpPr>
          <p:spPr>
            <a:xfrm>
              <a:off x="5508169" y="2072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t8949"/>
            <p:cNvSpPr/>
            <p:nvPr/>
          </p:nvSpPr>
          <p:spPr>
            <a:xfrm>
              <a:off x="5543879" y="2136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t8950"/>
            <p:cNvSpPr/>
            <p:nvPr/>
          </p:nvSpPr>
          <p:spPr>
            <a:xfrm>
              <a:off x="5650126" y="1917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t8951"/>
            <p:cNvSpPr/>
            <p:nvPr/>
          </p:nvSpPr>
          <p:spPr>
            <a:xfrm>
              <a:off x="5394233" y="2204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t8952"/>
            <p:cNvSpPr/>
            <p:nvPr/>
          </p:nvSpPr>
          <p:spPr>
            <a:xfrm>
              <a:off x="5632108" y="2016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t8953"/>
            <p:cNvSpPr/>
            <p:nvPr/>
          </p:nvSpPr>
          <p:spPr>
            <a:xfrm>
              <a:off x="5700229" y="1770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t8954"/>
            <p:cNvSpPr/>
            <p:nvPr/>
          </p:nvSpPr>
          <p:spPr>
            <a:xfrm>
              <a:off x="5581693" y="1886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t8955"/>
            <p:cNvSpPr/>
            <p:nvPr/>
          </p:nvSpPr>
          <p:spPr>
            <a:xfrm>
              <a:off x="5795041" y="1972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t8956"/>
            <p:cNvSpPr/>
            <p:nvPr/>
          </p:nvSpPr>
          <p:spPr>
            <a:xfrm>
              <a:off x="5164314" y="2200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t8957"/>
            <p:cNvSpPr/>
            <p:nvPr/>
          </p:nvSpPr>
          <p:spPr>
            <a:xfrm>
              <a:off x="5458087" y="2044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t8958"/>
            <p:cNvSpPr/>
            <p:nvPr/>
          </p:nvSpPr>
          <p:spPr>
            <a:xfrm>
              <a:off x="5483759" y="2217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t8959"/>
            <p:cNvSpPr/>
            <p:nvPr/>
          </p:nvSpPr>
          <p:spPr>
            <a:xfrm>
              <a:off x="5520578" y="2282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t8960"/>
            <p:cNvSpPr/>
            <p:nvPr/>
          </p:nvSpPr>
          <p:spPr>
            <a:xfrm>
              <a:off x="5489885" y="2283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t8961"/>
            <p:cNvSpPr/>
            <p:nvPr/>
          </p:nvSpPr>
          <p:spPr>
            <a:xfrm>
              <a:off x="5644784" y="1862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t8962"/>
            <p:cNvSpPr/>
            <p:nvPr/>
          </p:nvSpPr>
          <p:spPr>
            <a:xfrm>
              <a:off x="5377434" y="2225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t8963"/>
            <p:cNvSpPr/>
            <p:nvPr/>
          </p:nvSpPr>
          <p:spPr>
            <a:xfrm>
              <a:off x="5476854" y="2134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t8964"/>
            <p:cNvSpPr/>
            <p:nvPr/>
          </p:nvSpPr>
          <p:spPr>
            <a:xfrm>
              <a:off x="5704071" y="1799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t8965"/>
            <p:cNvSpPr/>
            <p:nvPr/>
          </p:nvSpPr>
          <p:spPr>
            <a:xfrm>
              <a:off x="5608105" y="207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t8966"/>
            <p:cNvSpPr/>
            <p:nvPr/>
          </p:nvSpPr>
          <p:spPr>
            <a:xfrm>
              <a:off x="5453530" y="1995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t8967"/>
            <p:cNvSpPr/>
            <p:nvPr/>
          </p:nvSpPr>
          <p:spPr>
            <a:xfrm>
              <a:off x="5975887" y="1887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t8968"/>
            <p:cNvSpPr/>
            <p:nvPr/>
          </p:nvSpPr>
          <p:spPr>
            <a:xfrm>
              <a:off x="5252546" y="2237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t8969"/>
            <p:cNvSpPr/>
            <p:nvPr/>
          </p:nvSpPr>
          <p:spPr>
            <a:xfrm>
              <a:off x="5381403" y="2224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t8970"/>
            <p:cNvSpPr/>
            <p:nvPr/>
          </p:nvSpPr>
          <p:spPr>
            <a:xfrm>
              <a:off x="5308941" y="2204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t8971"/>
            <p:cNvSpPr/>
            <p:nvPr/>
          </p:nvSpPr>
          <p:spPr>
            <a:xfrm>
              <a:off x="5702709" y="1918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t8972"/>
            <p:cNvSpPr/>
            <p:nvPr/>
          </p:nvSpPr>
          <p:spPr>
            <a:xfrm>
              <a:off x="5611014" y="1979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t8973"/>
            <p:cNvSpPr/>
            <p:nvPr/>
          </p:nvSpPr>
          <p:spPr>
            <a:xfrm>
              <a:off x="5573885" y="2096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t8974"/>
            <p:cNvSpPr/>
            <p:nvPr/>
          </p:nvSpPr>
          <p:spPr>
            <a:xfrm>
              <a:off x="5404881" y="2322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t8975"/>
            <p:cNvSpPr/>
            <p:nvPr/>
          </p:nvSpPr>
          <p:spPr>
            <a:xfrm>
              <a:off x="5078032" y="2344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t8976"/>
            <p:cNvSpPr/>
            <p:nvPr/>
          </p:nvSpPr>
          <p:spPr>
            <a:xfrm>
              <a:off x="5258555" y="2165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t8977"/>
            <p:cNvSpPr/>
            <p:nvPr/>
          </p:nvSpPr>
          <p:spPr>
            <a:xfrm>
              <a:off x="5743675" y="1862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t8978"/>
            <p:cNvSpPr/>
            <p:nvPr/>
          </p:nvSpPr>
          <p:spPr>
            <a:xfrm>
              <a:off x="5159682" y="2374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t8979"/>
            <p:cNvSpPr/>
            <p:nvPr/>
          </p:nvSpPr>
          <p:spPr>
            <a:xfrm>
              <a:off x="4910232" y="1815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t8980"/>
            <p:cNvSpPr/>
            <p:nvPr/>
          </p:nvSpPr>
          <p:spPr>
            <a:xfrm>
              <a:off x="5456792" y="1943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t8981"/>
            <p:cNvSpPr/>
            <p:nvPr/>
          </p:nvSpPr>
          <p:spPr>
            <a:xfrm>
              <a:off x="5254783" y="2205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t8982"/>
            <p:cNvSpPr/>
            <p:nvPr/>
          </p:nvSpPr>
          <p:spPr>
            <a:xfrm>
              <a:off x="5458587" y="2031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t8983"/>
            <p:cNvSpPr/>
            <p:nvPr/>
          </p:nvSpPr>
          <p:spPr>
            <a:xfrm>
              <a:off x="5974113" y="2006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t8984"/>
            <p:cNvSpPr/>
            <p:nvPr/>
          </p:nvSpPr>
          <p:spPr>
            <a:xfrm>
              <a:off x="5006765" y="2579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t8985"/>
            <p:cNvSpPr/>
            <p:nvPr/>
          </p:nvSpPr>
          <p:spPr>
            <a:xfrm>
              <a:off x="5566646" y="2237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t8986"/>
            <p:cNvSpPr/>
            <p:nvPr/>
          </p:nvSpPr>
          <p:spPr>
            <a:xfrm>
              <a:off x="5462206" y="2136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t8987"/>
            <p:cNvSpPr/>
            <p:nvPr/>
          </p:nvSpPr>
          <p:spPr>
            <a:xfrm>
              <a:off x="5524267" y="2119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t8988"/>
            <p:cNvSpPr/>
            <p:nvPr/>
          </p:nvSpPr>
          <p:spPr>
            <a:xfrm>
              <a:off x="5276238" y="2198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t8989"/>
            <p:cNvSpPr/>
            <p:nvPr/>
          </p:nvSpPr>
          <p:spPr>
            <a:xfrm>
              <a:off x="4958507" y="2474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t8990"/>
            <p:cNvSpPr/>
            <p:nvPr/>
          </p:nvSpPr>
          <p:spPr>
            <a:xfrm>
              <a:off x="5901594" y="1547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t8991"/>
            <p:cNvSpPr/>
            <p:nvPr/>
          </p:nvSpPr>
          <p:spPr>
            <a:xfrm>
              <a:off x="5585495" y="197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t8992"/>
            <p:cNvSpPr/>
            <p:nvPr/>
          </p:nvSpPr>
          <p:spPr>
            <a:xfrm>
              <a:off x="5642723" y="1944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t8993"/>
            <p:cNvSpPr/>
            <p:nvPr/>
          </p:nvSpPr>
          <p:spPr>
            <a:xfrm>
              <a:off x="5350868" y="2295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t8994"/>
            <p:cNvSpPr/>
            <p:nvPr/>
          </p:nvSpPr>
          <p:spPr>
            <a:xfrm>
              <a:off x="5430965" y="2146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t8995"/>
            <p:cNvSpPr/>
            <p:nvPr/>
          </p:nvSpPr>
          <p:spPr>
            <a:xfrm>
              <a:off x="5163606" y="2298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t8996"/>
            <p:cNvSpPr/>
            <p:nvPr/>
          </p:nvSpPr>
          <p:spPr>
            <a:xfrm>
              <a:off x="4924289" y="1512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t8997"/>
            <p:cNvSpPr/>
            <p:nvPr/>
          </p:nvSpPr>
          <p:spPr>
            <a:xfrm>
              <a:off x="5512313" y="2240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t8998"/>
            <p:cNvSpPr/>
            <p:nvPr/>
          </p:nvSpPr>
          <p:spPr>
            <a:xfrm>
              <a:off x="5610009" y="2041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t8999"/>
            <p:cNvSpPr/>
            <p:nvPr/>
          </p:nvSpPr>
          <p:spPr>
            <a:xfrm>
              <a:off x="5548130" y="2150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t9000"/>
            <p:cNvSpPr/>
            <p:nvPr/>
          </p:nvSpPr>
          <p:spPr>
            <a:xfrm>
              <a:off x="5253353" y="2219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t9001"/>
            <p:cNvSpPr/>
            <p:nvPr/>
          </p:nvSpPr>
          <p:spPr>
            <a:xfrm>
              <a:off x="5478835" y="218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t9002"/>
            <p:cNvSpPr/>
            <p:nvPr/>
          </p:nvSpPr>
          <p:spPr>
            <a:xfrm>
              <a:off x="5434343" y="209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t9003"/>
            <p:cNvSpPr/>
            <p:nvPr/>
          </p:nvSpPr>
          <p:spPr>
            <a:xfrm>
              <a:off x="5328075" y="2143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t9004"/>
            <p:cNvSpPr/>
            <p:nvPr/>
          </p:nvSpPr>
          <p:spPr>
            <a:xfrm>
              <a:off x="5730429" y="1953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t9005"/>
            <p:cNvSpPr/>
            <p:nvPr/>
          </p:nvSpPr>
          <p:spPr>
            <a:xfrm>
              <a:off x="5330827" y="2171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t9006"/>
            <p:cNvSpPr/>
            <p:nvPr/>
          </p:nvSpPr>
          <p:spPr>
            <a:xfrm>
              <a:off x="5601921" y="1888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t9007"/>
            <p:cNvSpPr/>
            <p:nvPr/>
          </p:nvSpPr>
          <p:spPr>
            <a:xfrm>
              <a:off x="5840657" y="1718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t9008"/>
            <p:cNvSpPr/>
            <p:nvPr/>
          </p:nvSpPr>
          <p:spPr>
            <a:xfrm>
              <a:off x="4732047" y="2470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t9009"/>
            <p:cNvSpPr/>
            <p:nvPr/>
          </p:nvSpPr>
          <p:spPr>
            <a:xfrm>
              <a:off x="5432654" y="1985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t9010"/>
            <p:cNvSpPr/>
            <p:nvPr/>
          </p:nvSpPr>
          <p:spPr>
            <a:xfrm>
              <a:off x="5276036" y="2144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t9011"/>
            <p:cNvSpPr/>
            <p:nvPr/>
          </p:nvSpPr>
          <p:spPr>
            <a:xfrm>
              <a:off x="5127856" y="2718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t9012"/>
            <p:cNvSpPr/>
            <p:nvPr/>
          </p:nvSpPr>
          <p:spPr>
            <a:xfrm>
              <a:off x="5576382" y="2034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t9013"/>
            <p:cNvSpPr/>
            <p:nvPr/>
          </p:nvSpPr>
          <p:spPr>
            <a:xfrm>
              <a:off x="5571989" y="2040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t9014"/>
            <p:cNvSpPr/>
            <p:nvPr/>
          </p:nvSpPr>
          <p:spPr>
            <a:xfrm>
              <a:off x="5003477" y="249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t9015"/>
            <p:cNvSpPr/>
            <p:nvPr/>
          </p:nvSpPr>
          <p:spPr>
            <a:xfrm>
              <a:off x="5629605" y="1961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t9016"/>
            <p:cNvSpPr/>
            <p:nvPr/>
          </p:nvSpPr>
          <p:spPr>
            <a:xfrm>
              <a:off x="5619443" y="2077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t9017"/>
            <p:cNvSpPr/>
            <p:nvPr/>
          </p:nvSpPr>
          <p:spPr>
            <a:xfrm>
              <a:off x="5810789" y="1948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t9018"/>
            <p:cNvSpPr/>
            <p:nvPr/>
          </p:nvSpPr>
          <p:spPr>
            <a:xfrm>
              <a:off x="5600485" y="1983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t9019"/>
            <p:cNvSpPr/>
            <p:nvPr/>
          </p:nvSpPr>
          <p:spPr>
            <a:xfrm>
              <a:off x="5547521" y="2256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t9020"/>
            <p:cNvSpPr/>
            <p:nvPr/>
          </p:nvSpPr>
          <p:spPr>
            <a:xfrm>
              <a:off x="5165853" y="2378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t9021"/>
            <p:cNvSpPr/>
            <p:nvPr/>
          </p:nvSpPr>
          <p:spPr>
            <a:xfrm>
              <a:off x="5371526" y="2110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t9022"/>
            <p:cNvSpPr/>
            <p:nvPr/>
          </p:nvSpPr>
          <p:spPr>
            <a:xfrm>
              <a:off x="5566277" y="2203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t9023"/>
            <p:cNvSpPr/>
            <p:nvPr/>
          </p:nvSpPr>
          <p:spPr>
            <a:xfrm>
              <a:off x="5881962" y="1834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t9024"/>
            <p:cNvSpPr/>
            <p:nvPr/>
          </p:nvSpPr>
          <p:spPr>
            <a:xfrm>
              <a:off x="5601252" y="1862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t9025"/>
            <p:cNvSpPr/>
            <p:nvPr/>
          </p:nvSpPr>
          <p:spPr>
            <a:xfrm>
              <a:off x="5175727" y="2393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t9026"/>
            <p:cNvSpPr/>
            <p:nvPr/>
          </p:nvSpPr>
          <p:spPr>
            <a:xfrm>
              <a:off x="5726743" y="2055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t9027"/>
            <p:cNvSpPr/>
            <p:nvPr/>
          </p:nvSpPr>
          <p:spPr>
            <a:xfrm>
              <a:off x="5469940" y="2026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t9028"/>
            <p:cNvSpPr/>
            <p:nvPr/>
          </p:nvSpPr>
          <p:spPr>
            <a:xfrm>
              <a:off x="5397672" y="2136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t9029"/>
            <p:cNvSpPr/>
            <p:nvPr/>
          </p:nvSpPr>
          <p:spPr>
            <a:xfrm>
              <a:off x="5454769" y="1970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t9030"/>
            <p:cNvSpPr/>
            <p:nvPr/>
          </p:nvSpPr>
          <p:spPr>
            <a:xfrm>
              <a:off x="5037890" y="2204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t9031"/>
            <p:cNvSpPr/>
            <p:nvPr/>
          </p:nvSpPr>
          <p:spPr>
            <a:xfrm>
              <a:off x="5657286" y="1666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t9032"/>
            <p:cNvSpPr/>
            <p:nvPr/>
          </p:nvSpPr>
          <p:spPr>
            <a:xfrm>
              <a:off x="5267481" y="2120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t9033"/>
            <p:cNvSpPr/>
            <p:nvPr/>
          </p:nvSpPr>
          <p:spPr>
            <a:xfrm>
              <a:off x="5390797" y="2233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t9034"/>
            <p:cNvSpPr/>
            <p:nvPr/>
          </p:nvSpPr>
          <p:spPr>
            <a:xfrm>
              <a:off x="5502080" y="2061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t9035"/>
            <p:cNvSpPr/>
            <p:nvPr/>
          </p:nvSpPr>
          <p:spPr>
            <a:xfrm>
              <a:off x="5496969" y="2131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t9036"/>
            <p:cNvSpPr/>
            <p:nvPr/>
          </p:nvSpPr>
          <p:spPr>
            <a:xfrm>
              <a:off x="5835628" y="1992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t9037"/>
            <p:cNvSpPr/>
            <p:nvPr/>
          </p:nvSpPr>
          <p:spPr>
            <a:xfrm>
              <a:off x="5796368" y="1895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t9038"/>
            <p:cNvSpPr/>
            <p:nvPr/>
          </p:nvSpPr>
          <p:spPr>
            <a:xfrm>
              <a:off x="5854252" y="1496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t9039"/>
            <p:cNvSpPr/>
            <p:nvPr/>
          </p:nvSpPr>
          <p:spPr>
            <a:xfrm>
              <a:off x="5425226" y="2209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t9040"/>
            <p:cNvSpPr/>
            <p:nvPr/>
          </p:nvSpPr>
          <p:spPr>
            <a:xfrm>
              <a:off x="5683732" y="1900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t9041"/>
            <p:cNvSpPr/>
            <p:nvPr/>
          </p:nvSpPr>
          <p:spPr>
            <a:xfrm>
              <a:off x="5169238" y="2299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t9042"/>
            <p:cNvSpPr/>
            <p:nvPr/>
          </p:nvSpPr>
          <p:spPr>
            <a:xfrm>
              <a:off x="5582023" y="1920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t9043"/>
            <p:cNvSpPr/>
            <p:nvPr/>
          </p:nvSpPr>
          <p:spPr>
            <a:xfrm>
              <a:off x="5758527" y="1923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t9044"/>
            <p:cNvSpPr/>
            <p:nvPr/>
          </p:nvSpPr>
          <p:spPr>
            <a:xfrm>
              <a:off x="5475401" y="2195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t9045"/>
            <p:cNvSpPr/>
            <p:nvPr/>
          </p:nvSpPr>
          <p:spPr>
            <a:xfrm>
              <a:off x="6127533" y="1794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t9046"/>
            <p:cNvSpPr/>
            <p:nvPr/>
          </p:nvSpPr>
          <p:spPr>
            <a:xfrm>
              <a:off x="5326190" y="2170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t9047"/>
            <p:cNvSpPr/>
            <p:nvPr/>
          </p:nvSpPr>
          <p:spPr>
            <a:xfrm>
              <a:off x="5169881" y="2237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t9048"/>
            <p:cNvSpPr/>
            <p:nvPr/>
          </p:nvSpPr>
          <p:spPr>
            <a:xfrm>
              <a:off x="5840824" y="1847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t9049"/>
            <p:cNvSpPr/>
            <p:nvPr/>
          </p:nvSpPr>
          <p:spPr>
            <a:xfrm>
              <a:off x="5487042" y="2100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t9050"/>
            <p:cNvSpPr/>
            <p:nvPr/>
          </p:nvSpPr>
          <p:spPr>
            <a:xfrm>
              <a:off x="5344146" y="2223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t9051"/>
            <p:cNvSpPr/>
            <p:nvPr/>
          </p:nvSpPr>
          <p:spPr>
            <a:xfrm>
              <a:off x="5520952" y="2008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t9052"/>
            <p:cNvSpPr/>
            <p:nvPr/>
          </p:nvSpPr>
          <p:spPr>
            <a:xfrm>
              <a:off x="5658532" y="172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t9053"/>
            <p:cNvSpPr/>
            <p:nvPr/>
          </p:nvSpPr>
          <p:spPr>
            <a:xfrm>
              <a:off x="5542758" y="2195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t9054"/>
            <p:cNvSpPr/>
            <p:nvPr/>
          </p:nvSpPr>
          <p:spPr>
            <a:xfrm>
              <a:off x="4935483" y="2208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t9055"/>
            <p:cNvSpPr/>
            <p:nvPr/>
          </p:nvSpPr>
          <p:spPr>
            <a:xfrm>
              <a:off x="5301031" y="2226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t9056"/>
            <p:cNvSpPr/>
            <p:nvPr/>
          </p:nvSpPr>
          <p:spPr>
            <a:xfrm>
              <a:off x="5224650" y="1818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t9057"/>
            <p:cNvSpPr/>
            <p:nvPr/>
          </p:nvSpPr>
          <p:spPr>
            <a:xfrm>
              <a:off x="5491552" y="2213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t9058"/>
            <p:cNvSpPr/>
            <p:nvPr/>
          </p:nvSpPr>
          <p:spPr>
            <a:xfrm>
              <a:off x="5618017" y="2003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t9059"/>
            <p:cNvSpPr/>
            <p:nvPr/>
          </p:nvSpPr>
          <p:spPr>
            <a:xfrm>
              <a:off x="5634055" y="205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t9060"/>
            <p:cNvSpPr/>
            <p:nvPr/>
          </p:nvSpPr>
          <p:spPr>
            <a:xfrm>
              <a:off x="5233513" y="2158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t9061"/>
            <p:cNvSpPr/>
            <p:nvPr/>
          </p:nvSpPr>
          <p:spPr>
            <a:xfrm>
              <a:off x="5479915" y="2128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t9062"/>
            <p:cNvSpPr/>
            <p:nvPr/>
          </p:nvSpPr>
          <p:spPr>
            <a:xfrm>
              <a:off x="5361310" y="2058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t9063"/>
            <p:cNvSpPr/>
            <p:nvPr/>
          </p:nvSpPr>
          <p:spPr>
            <a:xfrm>
              <a:off x="5209995" y="2248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t9064"/>
            <p:cNvSpPr/>
            <p:nvPr/>
          </p:nvSpPr>
          <p:spPr>
            <a:xfrm>
              <a:off x="5023750" y="2139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t9065"/>
            <p:cNvSpPr/>
            <p:nvPr/>
          </p:nvSpPr>
          <p:spPr>
            <a:xfrm>
              <a:off x="5398054" y="223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t9066"/>
            <p:cNvSpPr/>
            <p:nvPr/>
          </p:nvSpPr>
          <p:spPr>
            <a:xfrm>
              <a:off x="5567625" y="1973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t9067"/>
            <p:cNvSpPr/>
            <p:nvPr/>
          </p:nvSpPr>
          <p:spPr>
            <a:xfrm>
              <a:off x="5926552" y="1393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t9068"/>
            <p:cNvSpPr/>
            <p:nvPr/>
          </p:nvSpPr>
          <p:spPr>
            <a:xfrm>
              <a:off x="5467419" y="2065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t9069"/>
            <p:cNvSpPr/>
            <p:nvPr/>
          </p:nvSpPr>
          <p:spPr>
            <a:xfrm>
              <a:off x="5361092" y="2043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t9070"/>
            <p:cNvSpPr/>
            <p:nvPr/>
          </p:nvSpPr>
          <p:spPr>
            <a:xfrm>
              <a:off x="5668159" y="1953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t9071"/>
            <p:cNvSpPr/>
            <p:nvPr/>
          </p:nvSpPr>
          <p:spPr>
            <a:xfrm>
              <a:off x="4690665" y="2410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t9072"/>
            <p:cNvSpPr/>
            <p:nvPr/>
          </p:nvSpPr>
          <p:spPr>
            <a:xfrm>
              <a:off x="5572452" y="2025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t9073"/>
            <p:cNvSpPr/>
            <p:nvPr/>
          </p:nvSpPr>
          <p:spPr>
            <a:xfrm>
              <a:off x="5165505" y="2343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t9074"/>
            <p:cNvSpPr/>
            <p:nvPr/>
          </p:nvSpPr>
          <p:spPr>
            <a:xfrm>
              <a:off x="5842238" y="1356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t9075"/>
            <p:cNvSpPr/>
            <p:nvPr/>
          </p:nvSpPr>
          <p:spPr>
            <a:xfrm>
              <a:off x="5442659" y="2170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t9076"/>
            <p:cNvSpPr/>
            <p:nvPr/>
          </p:nvSpPr>
          <p:spPr>
            <a:xfrm>
              <a:off x="5350261" y="2248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t9077"/>
            <p:cNvSpPr/>
            <p:nvPr/>
          </p:nvSpPr>
          <p:spPr>
            <a:xfrm>
              <a:off x="5692094" y="1958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t9078"/>
            <p:cNvSpPr/>
            <p:nvPr/>
          </p:nvSpPr>
          <p:spPr>
            <a:xfrm>
              <a:off x="5493075" y="2186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t9079"/>
            <p:cNvSpPr/>
            <p:nvPr/>
          </p:nvSpPr>
          <p:spPr>
            <a:xfrm>
              <a:off x="5723220" y="1938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t9080"/>
            <p:cNvSpPr/>
            <p:nvPr/>
          </p:nvSpPr>
          <p:spPr>
            <a:xfrm>
              <a:off x="5240810" y="2132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t9081"/>
            <p:cNvSpPr/>
            <p:nvPr/>
          </p:nvSpPr>
          <p:spPr>
            <a:xfrm>
              <a:off x="5384604" y="2234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t9082"/>
            <p:cNvSpPr/>
            <p:nvPr/>
          </p:nvSpPr>
          <p:spPr>
            <a:xfrm>
              <a:off x="4960661" y="2520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t9083"/>
            <p:cNvSpPr/>
            <p:nvPr/>
          </p:nvSpPr>
          <p:spPr>
            <a:xfrm>
              <a:off x="5329988" y="2158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t9084"/>
            <p:cNvSpPr/>
            <p:nvPr/>
          </p:nvSpPr>
          <p:spPr>
            <a:xfrm>
              <a:off x="5481011" y="2247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t9085"/>
            <p:cNvSpPr/>
            <p:nvPr/>
          </p:nvSpPr>
          <p:spPr>
            <a:xfrm>
              <a:off x="5712473" y="1961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t9086"/>
            <p:cNvSpPr/>
            <p:nvPr/>
          </p:nvSpPr>
          <p:spPr>
            <a:xfrm>
              <a:off x="5580775" y="2121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t9087"/>
            <p:cNvSpPr/>
            <p:nvPr/>
          </p:nvSpPr>
          <p:spPr>
            <a:xfrm>
              <a:off x="5634262" y="205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t9088"/>
            <p:cNvSpPr/>
            <p:nvPr/>
          </p:nvSpPr>
          <p:spPr>
            <a:xfrm>
              <a:off x="5564348" y="2296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t9089"/>
            <p:cNvSpPr/>
            <p:nvPr/>
          </p:nvSpPr>
          <p:spPr>
            <a:xfrm>
              <a:off x="5236757" y="2176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t9090"/>
            <p:cNvSpPr/>
            <p:nvPr/>
          </p:nvSpPr>
          <p:spPr>
            <a:xfrm>
              <a:off x="4907131" y="1806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t9091"/>
            <p:cNvSpPr/>
            <p:nvPr/>
          </p:nvSpPr>
          <p:spPr>
            <a:xfrm>
              <a:off x="5846598" y="1756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t9092"/>
            <p:cNvSpPr/>
            <p:nvPr/>
          </p:nvSpPr>
          <p:spPr>
            <a:xfrm>
              <a:off x="5673048" y="1973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t9093"/>
            <p:cNvSpPr/>
            <p:nvPr/>
          </p:nvSpPr>
          <p:spPr>
            <a:xfrm>
              <a:off x="5509162" y="2185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t9094"/>
            <p:cNvSpPr/>
            <p:nvPr/>
          </p:nvSpPr>
          <p:spPr>
            <a:xfrm>
              <a:off x="5176850" y="2268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t9095"/>
            <p:cNvSpPr/>
            <p:nvPr/>
          </p:nvSpPr>
          <p:spPr>
            <a:xfrm>
              <a:off x="5762215" y="1954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t9096"/>
            <p:cNvSpPr/>
            <p:nvPr/>
          </p:nvSpPr>
          <p:spPr>
            <a:xfrm>
              <a:off x="5345287" y="221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t9097"/>
            <p:cNvSpPr/>
            <p:nvPr/>
          </p:nvSpPr>
          <p:spPr>
            <a:xfrm>
              <a:off x="5589994" y="2019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t9098"/>
            <p:cNvSpPr/>
            <p:nvPr/>
          </p:nvSpPr>
          <p:spPr>
            <a:xfrm>
              <a:off x="5809229" y="1709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t9099"/>
            <p:cNvSpPr/>
            <p:nvPr/>
          </p:nvSpPr>
          <p:spPr>
            <a:xfrm>
              <a:off x="5418292" y="2228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t9100"/>
            <p:cNvSpPr/>
            <p:nvPr/>
          </p:nvSpPr>
          <p:spPr>
            <a:xfrm>
              <a:off x="5445011" y="1942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t9101"/>
            <p:cNvSpPr/>
            <p:nvPr/>
          </p:nvSpPr>
          <p:spPr>
            <a:xfrm>
              <a:off x="5181233" y="2139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t9102"/>
            <p:cNvSpPr/>
            <p:nvPr/>
          </p:nvSpPr>
          <p:spPr>
            <a:xfrm>
              <a:off x="5232441" y="2195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t9103"/>
            <p:cNvSpPr/>
            <p:nvPr/>
          </p:nvSpPr>
          <p:spPr>
            <a:xfrm>
              <a:off x="4992030" y="2699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t9104"/>
            <p:cNvSpPr/>
            <p:nvPr/>
          </p:nvSpPr>
          <p:spPr>
            <a:xfrm>
              <a:off x="5354416" y="2255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t9105"/>
            <p:cNvSpPr/>
            <p:nvPr/>
          </p:nvSpPr>
          <p:spPr>
            <a:xfrm>
              <a:off x="5677104" y="2037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t9106"/>
            <p:cNvSpPr/>
            <p:nvPr/>
          </p:nvSpPr>
          <p:spPr>
            <a:xfrm>
              <a:off x="5301729" y="2067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t9107"/>
            <p:cNvSpPr/>
            <p:nvPr/>
          </p:nvSpPr>
          <p:spPr>
            <a:xfrm>
              <a:off x="4716898" y="2511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t9108"/>
            <p:cNvSpPr/>
            <p:nvPr/>
          </p:nvSpPr>
          <p:spPr>
            <a:xfrm>
              <a:off x="5686893" y="2118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t9109"/>
            <p:cNvSpPr/>
            <p:nvPr/>
          </p:nvSpPr>
          <p:spPr>
            <a:xfrm>
              <a:off x="5341319" y="2279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t9110"/>
            <p:cNvSpPr/>
            <p:nvPr/>
          </p:nvSpPr>
          <p:spPr>
            <a:xfrm>
              <a:off x="5198699" y="2132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t9111"/>
            <p:cNvSpPr/>
            <p:nvPr/>
          </p:nvSpPr>
          <p:spPr>
            <a:xfrm>
              <a:off x="5656229" y="1671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5112968" y="2484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5616490" y="198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5459016" y="2078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5691795" y="2015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5623576" y="2060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5454039" y="1888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5398506" y="2159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5397433" y="2219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t9120"/>
            <p:cNvSpPr/>
            <p:nvPr/>
          </p:nvSpPr>
          <p:spPr>
            <a:xfrm>
              <a:off x="5606068" y="1946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t9121"/>
            <p:cNvSpPr/>
            <p:nvPr/>
          </p:nvSpPr>
          <p:spPr>
            <a:xfrm>
              <a:off x="5301429" y="2221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pt9122"/>
            <p:cNvSpPr/>
            <p:nvPr/>
          </p:nvSpPr>
          <p:spPr>
            <a:xfrm>
              <a:off x="5371857" y="2035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pt9123"/>
            <p:cNvSpPr/>
            <p:nvPr/>
          </p:nvSpPr>
          <p:spPr>
            <a:xfrm>
              <a:off x="5508835" y="2269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pt9124"/>
            <p:cNvSpPr/>
            <p:nvPr/>
          </p:nvSpPr>
          <p:spPr>
            <a:xfrm>
              <a:off x="5290914" y="2028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pt9125"/>
            <p:cNvSpPr/>
            <p:nvPr/>
          </p:nvSpPr>
          <p:spPr>
            <a:xfrm>
              <a:off x="5501189" y="2194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pt9126"/>
            <p:cNvSpPr/>
            <p:nvPr/>
          </p:nvSpPr>
          <p:spPr>
            <a:xfrm>
              <a:off x="5837981" y="1902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pt9127"/>
            <p:cNvSpPr/>
            <p:nvPr/>
          </p:nvSpPr>
          <p:spPr>
            <a:xfrm>
              <a:off x="5527037" y="2243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pt9128"/>
            <p:cNvSpPr/>
            <p:nvPr/>
          </p:nvSpPr>
          <p:spPr>
            <a:xfrm>
              <a:off x="5133402" y="2592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pt9129"/>
            <p:cNvSpPr/>
            <p:nvPr/>
          </p:nvSpPr>
          <p:spPr>
            <a:xfrm>
              <a:off x="5382889" y="2221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pt9130"/>
            <p:cNvSpPr/>
            <p:nvPr/>
          </p:nvSpPr>
          <p:spPr>
            <a:xfrm>
              <a:off x="5523291" y="2041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pt9131"/>
            <p:cNvSpPr/>
            <p:nvPr/>
          </p:nvSpPr>
          <p:spPr>
            <a:xfrm>
              <a:off x="5736599" y="1947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pt9132"/>
            <p:cNvSpPr/>
            <p:nvPr/>
          </p:nvSpPr>
          <p:spPr>
            <a:xfrm>
              <a:off x="5343605" y="2246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pt9133"/>
            <p:cNvSpPr/>
            <p:nvPr/>
          </p:nvSpPr>
          <p:spPr>
            <a:xfrm>
              <a:off x="5483394" y="2277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pt9134"/>
            <p:cNvSpPr/>
            <p:nvPr/>
          </p:nvSpPr>
          <p:spPr>
            <a:xfrm>
              <a:off x="5139944" y="2655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pt9135"/>
            <p:cNvSpPr/>
            <p:nvPr/>
          </p:nvSpPr>
          <p:spPr>
            <a:xfrm>
              <a:off x="5434673" y="2090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pt9136"/>
            <p:cNvSpPr/>
            <p:nvPr/>
          </p:nvSpPr>
          <p:spPr>
            <a:xfrm>
              <a:off x="5391781" y="2031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7" name="pt9137"/>
            <p:cNvSpPr/>
            <p:nvPr/>
          </p:nvSpPr>
          <p:spPr>
            <a:xfrm>
              <a:off x="5484233" y="2126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8" name="pt9138"/>
            <p:cNvSpPr/>
            <p:nvPr/>
          </p:nvSpPr>
          <p:spPr>
            <a:xfrm>
              <a:off x="5454748" y="1972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9" name="pt9139"/>
            <p:cNvSpPr/>
            <p:nvPr/>
          </p:nvSpPr>
          <p:spPr>
            <a:xfrm>
              <a:off x="5399557" y="1989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0" name="pt9140"/>
            <p:cNvSpPr/>
            <p:nvPr/>
          </p:nvSpPr>
          <p:spPr>
            <a:xfrm>
              <a:off x="5525605" y="2118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1" name="pt9141"/>
            <p:cNvSpPr/>
            <p:nvPr/>
          </p:nvSpPr>
          <p:spPr>
            <a:xfrm>
              <a:off x="5305649" y="2152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2" name="pt9142"/>
            <p:cNvSpPr/>
            <p:nvPr/>
          </p:nvSpPr>
          <p:spPr>
            <a:xfrm>
              <a:off x="5366840" y="2082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3" name="pt9143"/>
            <p:cNvSpPr/>
            <p:nvPr/>
          </p:nvSpPr>
          <p:spPr>
            <a:xfrm>
              <a:off x="5671602" y="1731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4" name="pt9144"/>
            <p:cNvSpPr/>
            <p:nvPr/>
          </p:nvSpPr>
          <p:spPr>
            <a:xfrm>
              <a:off x="5523034" y="2143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5" name="pt9145"/>
            <p:cNvSpPr/>
            <p:nvPr/>
          </p:nvSpPr>
          <p:spPr>
            <a:xfrm>
              <a:off x="5433439" y="2015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6" name="pt9146"/>
            <p:cNvSpPr/>
            <p:nvPr/>
          </p:nvSpPr>
          <p:spPr>
            <a:xfrm>
              <a:off x="5846704" y="200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7" name="pt9147"/>
            <p:cNvSpPr/>
            <p:nvPr/>
          </p:nvSpPr>
          <p:spPr>
            <a:xfrm>
              <a:off x="5521583" y="2205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8" name="pt9148"/>
            <p:cNvSpPr/>
            <p:nvPr/>
          </p:nvSpPr>
          <p:spPr>
            <a:xfrm>
              <a:off x="5433783" y="2243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9" name="pt9149"/>
            <p:cNvSpPr/>
            <p:nvPr/>
          </p:nvSpPr>
          <p:spPr>
            <a:xfrm>
              <a:off x="5392680" y="2336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0" name="pt9150"/>
            <p:cNvSpPr/>
            <p:nvPr/>
          </p:nvSpPr>
          <p:spPr>
            <a:xfrm>
              <a:off x="5267516" y="2159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1" name="pt9151"/>
            <p:cNvSpPr/>
            <p:nvPr/>
          </p:nvSpPr>
          <p:spPr>
            <a:xfrm>
              <a:off x="5022082" y="2244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2" name="pt9152"/>
            <p:cNvSpPr/>
            <p:nvPr/>
          </p:nvSpPr>
          <p:spPr>
            <a:xfrm>
              <a:off x="5408139" y="2309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3" name="pt9153"/>
            <p:cNvSpPr/>
            <p:nvPr/>
          </p:nvSpPr>
          <p:spPr>
            <a:xfrm>
              <a:off x="5374562" y="2084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4" name="pt9154"/>
            <p:cNvSpPr/>
            <p:nvPr/>
          </p:nvSpPr>
          <p:spPr>
            <a:xfrm>
              <a:off x="5058711" y="232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5" name="pt9155"/>
            <p:cNvSpPr/>
            <p:nvPr/>
          </p:nvSpPr>
          <p:spPr>
            <a:xfrm>
              <a:off x="5418516" y="2205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6" name="pt9156"/>
            <p:cNvSpPr/>
            <p:nvPr/>
          </p:nvSpPr>
          <p:spPr>
            <a:xfrm>
              <a:off x="4972230" y="2556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7" name="pt9157"/>
            <p:cNvSpPr/>
            <p:nvPr/>
          </p:nvSpPr>
          <p:spPr>
            <a:xfrm>
              <a:off x="5515846" y="2045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8" name="pt9158"/>
            <p:cNvSpPr/>
            <p:nvPr/>
          </p:nvSpPr>
          <p:spPr>
            <a:xfrm>
              <a:off x="5520744" y="2063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9" name="pt9159"/>
            <p:cNvSpPr/>
            <p:nvPr/>
          </p:nvSpPr>
          <p:spPr>
            <a:xfrm>
              <a:off x="5261613" y="2141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0" name="pt9160"/>
            <p:cNvSpPr/>
            <p:nvPr/>
          </p:nvSpPr>
          <p:spPr>
            <a:xfrm>
              <a:off x="5060774" y="2288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1" name="pt9161"/>
            <p:cNvSpPr/>
            <p:nvPr/>
          </p:nvSpPr>
          <p:spPr>
            <a:xfrm>
              <a:off x="5625629" y="2008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2" name="pt9162"/>
            <p:cNvSpPr/>
            <p:nvPr/>
          </p:nvSpPr>
          <p:spPr>
            <a:xfrm>
              <a:off x="5403821" y="2214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3" name="pt9163"/>
            <p:cNvSpPr/>
            <p:nvPr/>
          </p:nvSpPr>
          <p:spPr>
            <a:xfrm>
              <a:off x="5850872" y="1578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4" name="pt9164"/>
            <p:cNvSpPr/>
            <p:nvPr/>
          </p:nvSpPr>
          <p:spPr>
            <a:xfrm>
              <a:off x="5060300" y="2613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5" name="pt9165"/>
            <p:cNvSpPr/>
            <p:nvPr/>
          </p:nvSpPr>
          <p:spPr>
            <a:xfrm>
              <a:off x="5377678" y="2202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6" name="pt9166"/>
            <p:cNvSpPr/>
            <p:nvPr/>
          </p:nvSpPr>
          <p:spPr>
            <a:xfrm>
              <a:off x="4932361" y="2039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7" name="pt9167"/>
            <p:cNvSpPr/>
            <p:nvPr/>
          </p:nvSpPr>
          <p:spPr>
            <a:xfrm>
              <a:off x="5541726" y="2264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8" name="pt9168"/>
            <p:cNvSpPr/>
            <p:nvPr/>
          </p:nvSpPr>
          <p:spPr>
            <a:xfrm>
              <a:off x="5654027" y="1741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9" name="pt9169"/>
            <p:cNvSpPr/>
            <p:nvPr/>
          </p:nvSpPr>
          <p:spPr>
            <a:xfrm>
              <a:off x="5435226" y="2093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0" name="pt9170"/>
            <p:cNvSpPr/>
            <p:nvPr/>
          </p:nvSpPr>
          <p:spPr>
            <a:xfrm>
              <a:off x="5721977" y="1970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1" name="pt9171"/>
            <p:cNvSpPr/>
            <p:nvPr/>
          </p:nvSpPr>
          <p:spPr>
            <a:xfrm>
              <a:off x="5612367" y="2108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2" name="pt9172"/>
            <p:cNvSpPr/>
            <p:nvPr/>
          </p:nvSpPr>
          <p:spPr>
            <a:xfrm>
              <a:off x="5456250" y="1945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3" name="pt9173"/>
            <p:cNvSpPr/>
            <p:nvPr/>
          </p:nvSpPr>
          <p:spPr>
            <a:xfrm>
              <a:off x="5034866" y="2461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4" name="pt9174"/>
            <p:cNvSpPr/>
            <p:nvPr/>
          </p:nvSpPr>
          <p:spPr>
            <a:xfrm>
              <a:off x="5714894" y="1837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5" name="pt9175"/>
            <p:cNvSpPr/>
            <p:nvPr/>
          </p:nvSpPr>
          <p:spPr>
            <a:xfrm>
              <a:off x="5683524" y="1883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6" name="pt9176"/>
            <p:cNvSpPr/>
            <p:nvPr/>
          </p:nvSpPr>
          <p:spPr>
            <a:xfrm>
              <a:off x="5613720" y="2092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7" name="pt9177"/>
            <p:cNvSpPr/>
            <p:nvPr/>
          </p:nvSpPr>
          <p:spPr>
            <a:xfrm>
              <a:off x="5611861" y="209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8" name="pt9178"/>
            <p:cNvSpPr/>
            <p:nvPr/>
          </p:nvSpPr>
          <p:spPr>
            <a:xfrm>
              <a:off x="5547417" y="2178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9" name="pt9179"/>
            <p:cNvSpPr/>
            <p:nvPr/>
          </p:nvSpPr>
          <p:spPr>
            <a:xfrm>
              <a:off x="5545486" y="2284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0" name="pt9180"/>
            <p:cNvSpPr/>
            <p:nvPr/>
          </p:nvSpPr>
          <p:spPr>
            <a:xfrm>
              <a:off x="5714532" y="1932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1" name="pt9181"/>
            <p:cNvSpPr/>
            <p:nvPr/>
          </p:nvSpPr>
          <p:spPr>
            <a:xfrm>
              <a:off x="5462686" y="2113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2" name="pt9182"/>
            <p:cNvSpPr/>
            <p:nvPr/>
          </p:nvSpPr>
          <p:spPr>
            <a:xfrm>
              <a:off x="5338940" y="2246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3" name="pt9183"/>
            <p:cNvSpPr/>
            <p:nvPr/>
          </p:nvSpPr>
          <p:spPr>
            <a:xfrm>
              <a:off x="5081804" y="1637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4" name="pt9184"/>
            <p:cNvSpPr/>
            <p:nvPr/>
          </p:nvSpPr>
          <p:spPr>
            <a:xfrm>
              <a:off x="5564210" y="2232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5" name="pt9185"/>
            <p:cNvSpPr/>
            <p:nvPr/>
          </p:nvSpPr>
          <p:spPr>
            <a:xfrm>
              <a:off x="5314086" y="2087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6" name="pt9186"/>
            <p:cNvSpPr/>
            <p:nvPr/>
          </p:nvSpPr>
          <p:spPr>
            <a:xfrm>
              <a:off x="5586992" y="2066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7" name="pt9187"/>
            <p:cNvSpPr/>
            <p:nvPr/>
          </p:nvSpPr>
          <p:spPr>
            <a:xfrm>
              <a:off x="5707286" y="1847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8" name="pt9188"/>
            <p:cNvSpPr/>
            <p:nvPr/>
          </p:nvSpPr>
          <p:spPr>
            <a:xfrm>
              <a:off x="5739037" y="2141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9" name="pt9189"/>
            <p:cNvSpPr/>
            <p:nvPr/>
          </p:nvSpPr>
          <p:spPr>
            <a:xfrm>
              <a:off x="5622525" y="1994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0" name="pt9190"/>
            <p:cNvSpPr/>
            <p:nvPr/>
          </p:nvSpPr>
          <p:spPr>
            <a:xfrm>
              <a:off x="5559508" y="2349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1" name="pt9191"/>
            <p:cNvSpPr/>
            <p:nvPr/>
          </p:nvSpPr>
          <p:spPr>
            <a:xfrm>
              <a:off x="5735964" y="1973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2" name="pt9192"/>
            <p:cNvSpPr/>
            <p:nvPr/>
          </p:nvSpPr>
          <p:spPr>
            <a:xfrm>
              <a:off x="5248710" y="2158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3" name="pt9193"/>
            <p:cNvSpPr/>
            <p:nvPr/>
          </p:nvSpPr>
          <p:spPr>
            <a:xfrm>
              <a:off x="5062990" y="2609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4" name="pt9194"/>
            <p:cNvSpPr/>
            <p:nvPr/>
          </p:nvSpPr>
          <p:spPr>
            <a:xfrm>
              <a:off x="5655162" y="1642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5" name="pt9195"/>
            <p:cNvSpPr/>
            <p:nvPr/>
          </p:nvSpPr>
          <p:spPr>
            <a:xfrm>
              <a:off x="5462756" y="1948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6" name="pt9196"/>
            <p:cNvSpPr/>
            <p:nvPr/>
          </p:nvSpPr>
          <p:spPr>
            <a:xfrm>
              <a:off x="5384302" y="2207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7" name="pt9197"/>
            <p:cNvSpPr/>
            <p:nvPr/>
          </p:nvSpPr>
          <p:spPr>
            <a:xfrm>
              <a:off x="5745879" y="1919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8" name="pt9198"/>
            <p:cNvSpPr/>
            <p:nvPr/>
          </p:nvSpPr>
          <p:spPr>
            <a:xfrm>
              <a:off x="5164652" y="2266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9" name="pt9199"/>
            <p:cNvSpPr/>
            <p:nvPr/>
          </p:nvSpPr>
          <p:spPr>
            <a:xfrm>
              <a:off x="5626563" y="2023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0" name="pt9200"/>
            <p:cNvSpPr/>
            <p:nvPr/>
          </p:nvSpPr>
          <p:spPr>
            <a:xfrm>
              <a:off x="5154540" y="2611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1" name="pt9201"/>
            <p:cNvSpPr/>
            <p:nvPr/>
          </p:nvSpPr>
          <p:spPr>
            <a:xfrm>
              <a:off x="5344310" y="2267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2" name="pt9202"/>
            <p:cNvSpPr/>
            <p:nvPr/>
          </p:nvSpPr>
          <p:spPr>
            <a:xfrm>
              <a:off x="5627375" y="2059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3" name="pt9203"/>
            <p:cNvSpPr/>
            <p:nvPr/>
          </p:nvSpPr>
          <p:spPr>
            <a:xfrm>
              <a:off x="5272240" y="2097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4" name="pt9204"/>
            <p:cNvSpPr/>
            <p:nvPr/>
          </p:nvSpPr>
          <p:spPr>
            <a:xfrm>
              <a:off x="5342911" y="2260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5" name="pt9205"/>
            <p:cNvSpPr/>
            <p:nvPr/>
          </p:nvSpPr>
          <p:spPr>
            <a:xfrm>
              <a:off x="5548193" y="2220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6" name="pt9206"/>
            <p:cNvSpPr/>
            <p:nvPr/>
          </p:nvSpPr>
          <p:spPr>
            <a:xfrm>
              <a:off x="5632909" y="2093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7" name="pt9207"/>
            <p:cNvSpPr/>
            <p:nvPr/>
          </p:nvSpPr>
          <p:spPr>
            <a:xfrm>
              <a:off x="5646424" y="1989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8" name="pt9208"/>
            <p:cNvSpPr/>
            <p:nvPr/>
          </p:nvSpPr>
          <p:spPr>
            <a:xfrm>
              <a:off x="5287462" y="2149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9" name="pt9209"/>
            <p:cNvSpPr/>
            <p:nvPr/>
          </p:nvSpPr>
          <p:spPr>
            <a:xfrm>
              <a:off x="5489589" y="2236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0" name="pt9210"/>
            <p:cNvSpPr/>
            <p:nvPr/>
          </p:nvSpPr>
          <p:spPr>
            <a:xfrm>
              <a:off x="5852301" y="1632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1" name="pt9211"/>
            <p:cNvSpPr/>
            <p:nvPr/>
          </p:nvSpPr>
          <p:spPr>
            <a:xfrm>
              <a:off x="5412653" y="2064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2" name="pt9212"/>
            <p:cNvSpPr/>
            <p:nvPr/>
          </p:nvSpPr>
          <p:spPr>
            <a:xfrm>
              <a:off x="5666024" y="1707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3" name="pt9213"/>
            <p:cNvSpPr/>
            <p:nvPr/>
          </p:nvSpPr>
          <p:spPr>
            <a:xfrm>
              <a:off x="5324506" y="2186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4" name="pt9214"/>
            <p:cNvSpPr/>
            <p:nvPr/>
          </p:nvSpPr>
          <p:spPr>
            <a:xfrm>
              <a:off x="5655150" y="1719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5" name="pt9215"/>
            <p:cNvSpPr/>
            <p:nvPr/>
          </p:nvSpPr>
          <p:spPr>
            <a:xfrm>
              <a:off x="5468548" y="2122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6" name="pt9216"/>
            <p:cNvSpPr/>
            <p:nvPr/>
          </p:nvSpPr>
          <p:spPr>
            <a:xfrm>
              <a:off x="5762114" y="1964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7" name="pt9217"/>
            <p:cNvSpPr/>
            <p:nvPr/>
          </p:nvSpPr>
          <p:spPr>
            <a:xfrm>
              <a:off x="5500705" y="2066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8" name="pt9218"/>
            <p:cNvSpPr/>
            <p:nvPr/>
          </p:nvSpPr>
          <p:spPr>
            <a:xfrm>
              <a:off x="5706006" y="1836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9" name="pt9219"/>
            <p:cNvSpPr/>
            <p:nvPr/>
          </p:nvSpPr>
          <p:spPr>
            <a:xfrm>
              <a:off x="5887508" y="1801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0" name="pt9220"/>
            <p:cNvSpPr/>
            <p:nvPr/>
          </p:nvSpPr>
          <p:spPr>
            <a:xfrm>
              <a:off x="5552405" y="2201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1" name="pt9221"/>
            <p:cNvSpPr/>
            <p:nvPr/>
          </p:nvSpPr>
          <p:spPr>
            <a:xfrm>
              <a:off x="5487325" y="2217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2" name="pt9222"/>
            <p:cNvSpPr/>
            <p:nvPr/>
          </p:nvSpPr>
          <p:spPr>
            <a:xfrm>
              <a:off x="5710770" y="2011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3" name="pt9223"/>
            <p:cNvSpPr/>
            <p:nvPr/>
          </p:nvSpPr>
          <p:spPr>
            <a:xfrm>
              <a:off x="5464267" y="2111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4" name="pt9224"/>
            <p:cNvSpPr/>
            <p:nvPr/>
          </p:nvSpPr>
          <p:spPr>
            <a:xfrm>
              <a:off x="5299976" y="2192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5" name="pt9225"/>
            <p:cNvSpPr/>
            <p:nvPr/>
          </p:nvSpPr>
          <p:spPr>
            <a:xfrm>
              <a:off x="5652019" y="189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6" name="pt9226"/>
            <p:cNvSpPr/>
            <p:nvPr/>
          </p:nvSpPr>
          <p:spPr>
            <a:xfrm>
              <a:off x="5489042" y="2151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7" name="pt9227"/>
            <p:cNvSpPr/>
            <p:nvPr/>
          </p:nvSpPr>
          <p:spPr>
            <a:xfrm>
              <a:off x="5520991" y="2100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8" name="pt9228"/>
            <p:cNvSpPr/>
            <p:nvPr/>
          </p:nvSpPr>
          <p:spPr>
            <a:xfrm>
              <a:off x="5112595" y="2636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9" name="pt9229"/>
            <p:cNvSpPr/>
            <p:nvPr/>
          </p:nvSpPr>
          <p:spPr>
            <a:xfrm>
              <a:off x="5141428" y="2681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0" name="pt9230"/>
            <p:cNvSpPr/>
            <p:nvPr/>
          </p:nvSpPr>
          <p:spPr>
            <a:xfrm>
              <a:off x="5252994" y="2188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1" name="pt9231"/>
            <p:cNvSpPr/>
            <p:nvPr/>
          </p:nvSpPr>
          <p:spPr>
            <a:xfrm>
              <a:off x="5479803" y="221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2" name="pt9232"/>
            <p:cNvSpPr/>
            <p:nvPr/>
          </p:nvSpPr>
          <p:spPr>
            <a:xfrm>
              <a:off x="5478034" y="2134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3" name="pt9233"/>
            <p:cNvSpPr/>
            <p:nvPr/>
          </p:nvSpPr>
          <p:spPr>
            <a:xfrm>
              <a:off x="5112639" y="2511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4" name="pt9234"/>
            <p:cNvSpPr/>
            <p:nvPr/>
          </p:nvSpPr>
          <p:spPr>
            <a:xfrm>
              <a:off x="5952789" y="1900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5" name="pt9235"/>
            <p:cNvSpPr/>
            <p:nvPr/>
          </p:nvSpPr>
          <p:spPr>
            <a:xfrm>
              <a:off x="5634055" y="2055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6" name="pt9236"/>
            <p:cNvSpPr/>
            <p:nvPr/>
          </p:nvSpPr>
          <p:spPr>
            <a:xfrm>
              <a:off x="5574554" y="2061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7" name="pt9237"/>
            <p:cNvSpPr/>
            <p:nvPr/>
          </p:nvSpPr>
          <p:spPr>
            <a:xfrm>
              <a:off x="5520632" y="2225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8" name="pt9238"/>
            <p:cNvSpPr/>
            <p:nvPr/>
          </p:nvSpPr>
          <p:spPr>
            <a:xfrm>
              <a:off x="5816091" y="1999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9" name="pt9239"/>
            <p:cNvSpPr/>
            <p:nvPr/>
          </p:nvSpPr>
          <p:spPr>
            <a:xfrm>
              <a:off x="5323517" y="2179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0" name="pt9240"/>
            <p:cNvSpPr/>
            <p:nvPr/>
          </p:nvSpPr>
          <p:spPr>
            <a:xfrm>
              <a:off x="5776975" y="1871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1" name="pt9241"/>
            <p:cNvSpPr/>
            <p:nvPr/>
          </p:nvSpPr>
          <p:spPr>
            <a:xfrm>
              <a:off x="5327744" y="2151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2" name="pt9242"/>
            <p:cNvSpPr/>
            <p:nvPr/>
          </p:nvSpPr>
          <p:spPr>
            <a:xfrm>
              <a:off x="5357291" y="2241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3" name="pt9243"/>
            <p:cNvSpPr/>
            <p:nvPr/>
          </p:nvSpPr>
          <p:spPr>
            <a:xfrm>
              <a:off x="5374613" y="2083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4" name="pt9244"/>
            <p:cNvSpPr/>
            <p:nvPr/>
          </p:nvSpPr>
          <p:spPr>
            <a:xfrm>
              <a:off x="5781635" y="1849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5" name="pt9245"/>
            <p:cNvSpPr/>
            <p:nvPr/>
          </p:nvSpPr>
          <p:spPr>
            <a:xfrm>
              <a:off x="5344361" y="2269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6" name="pt9246"/>
            <p:cNvSpPr/>
            <p:nvPr/>
          </p:nvSpPr>
          <p:spPr>
            <a:xfrm>
              <a:off x="5593800" y="2093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7" name="pt9247"/>
            <p:cNvSpPr/>
            <p:nvPr/>
          </p:nvSpPr>
          <p:spPr>
            <a:xfrm>
              <a:off x="5560945" y="2201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8" name="pt9248"/>
            <p:cNvSpPr/>
            <p:nvPr/>
          </p:nvSpPr>
          <p:spPr>
            <a:xfrm>
              <a:off x="5414817" y="2049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9" name="pt9249"/>
            <p:cNvSpPr/>
            <p:nvPr/>
          </p:nvSpPr>
          <p:spPr>
            <a:xfrm>
              <a:off x="5640384" y="2072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0" name="pt9250"/>
            <p:cNvSpPr/>
            <p:nvPr/>
          </p:nvSpPr>
          <p:spPr>
            <a:xfrm>
              <a:off x="5271173" y="2171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1" name="pt9251"/>
            <p:cNvSpPr/>
            <p:nvPr/>
          </p:nvSpPr>
          <p:spPr>
            <a:xfrm>
              <a:off x="5321249" y="2235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2" name="pt9252"/>
            <p:cNvSpPr/>
            <p:nvPr/>
          </p:nvSpPr>
          <p:spPr>
            <a:xfrm>
              <a:off x="5345712" y="2279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3" name="pt9253"/>
            <p:cNvSpPr/>
            <p:nvPr/>
          </p:nvSpPr>
          <p:spPr>
            <a:xfrm>
              <a:off x="5544742" y="2045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4" name="pt9254"/>
            <p:cNvSpPr/>
            <p:nvPr/>
          </p:nvSpPr>
          <p:spPr>
            <a:xfrm>
              <a:off x="5481012" y="2085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5" name="pt9255"/>
            <p:cNvSpPr/>
            <p:nvPr/>
          </p:nvSpPr>
          <p:spPr>
            <a:xfrm>
              <a:off x="5592054" y="1950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6" name="pt9256"/>
            <p:cNvSpPr/>
            <p:nvPr/>
          </p:nvSpPr>
          <p:spPr>
            <a:xfrm>
              <a:off x="5446466" y="202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7" name="pt9257"/>
            <p:cNvSpPr/>
            <p:nvPr/>
          </p:nvSpPr>
          <p:spPr>
            <a:xfrm>
              <a:off x="5535296" y="2141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8" name="pt9258"/>
            <p:cNvSpPr/>
            <p:nvPr/>
          </p:nvSpPr>
          <p:spPr>
            <a:xfrm>
              <a:off x="5717600" y="1911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9" name="pt9259"/>
            <p:cNvSpPr/>
            <p:nvPr/>
          </p:nvSpPr>
          <p:spPr>
            <a:xfrm>
              <a:off x="5327827" y="2159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0" name="pt9260"/>
            <p:cNvSpPr/>
            <p:nvPr/>
          </p:nvSpPr>
          <p:spPr>
            <a:xfrm>
              <a:off x="5728243" y="1893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1" name="pt9261"/>
            <p:cNvSpPr/>
            <p:nvPr/>
          </p:nvSpPr>
          <p:spPr>
            <a:xfrm>
              <a:off x="5495234" y="2275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2" name="pt9262"/>
            <p:cNvSpPr/>
            <p:nvPr/>
          </p:nvSpPr>
          <p:spPr>
            <a:xfrm>
              <a:off x="5139291" y="2697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3" name="pt9263"/>
            <p:cNvSpPr/>
            <p:nvPr/>
          </p:nvSpPr>
          <p:spPr>
            <a:xfrm>
              <a:off x="5341803" y="2216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4" name="pt9264"/>
            <p:cNvSpPr/>
            <p:nvPr/>
          </p:nvSpPr>
          <p:spPr>
            <a:xfrm>
              <a:off x="5183043" y="1934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5" name="pt9265"/>
            <p:cNvSpPr/>
            <p:nvPr/>
          </p:nvSpPr>
          <p:spPr>
            <a:xfrm>
              <a:off x="5489278" y="2149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6" name="pt9266"/>
            <p:cNvSpPr/>
            <p:nvPr/>
          </p:nvSpPr>
          <p:spPr>
            <a:xfrm>
              <a:off x="4814565" y="2616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7" name="pt9267"/>
            <p:cNvSpPr/>
            <p:nvPr/>
          </p:nvSpPr>
          <p:spPr>
            <a:xfrm>
              <a:off x="5190083" y="2262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8" name="pt9268"/>
            <p:cNvSpPr/>
            <p:nvPr/>
          </p:nvSpPr>
          <p:spPr>
            <a:xfrm>
              <a:off x="5641147" y="2080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9" name="pt9269"/>
            <p:cNvSpPr/>
            <p:nvPr/>
          </p:nvSpPr>
          <p:spPr>
            <a:xfrm>
              <a:off x="5350402" y="2284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0" name="pt9270"/>
            <p:cNvSpPr/>
            <p:nvPr/>
          </p:nvSpPr>
          <p:spPr>
            <a:xfrm>
              <a:off x="5331570" y="2207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1" name="pt9271"/>
            <p:cNvSpPr/>
            <p:nvPr/>
          </p:nvSpPr>
          <p:spPr>
            <a:xfrm>
              <a:off x="5455734" y="1972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2" name="pt9272"/>
            <p:cNvSpPr/>
            <p:nvPr/>
          </p:nvSpPr>
          <p:spPr>
            <a:xfrm>
              <a:off x="5325726" y="2138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3" name="pt9273"/>
            <p:cNvSpPr/>
            <p:nvPr/>
          </p:nvSpPr>
          <p:spPr>
            <a:xfrm>
              <a:off x="5520135" y="2044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4" name="pt9274"/>
            <p:cNvSpPr/>
            <p:nvPr/>
          </p:nvSpPr>
          <p:spPr>
            <a:xfrm>
              <a:off x="5544268" y="2164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5" name="pt9275"/>
            <p:cNvSpPr/>
            <p:nvPr/>
          </p:nvSpPr>
          <p:spPr>
            <a:xfrm>
              <a:off x="5277462" y="2157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6" name="pt9276"/>
            <p:cNvSpPr/>
            <p:nvPr/>
          </p:nvSpPr>
          <p:spPr>
            <a:xfrm>
              <a:off x="5200611" y="2129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7" name="pt9277"/>
            <p:cNvSpPr/>
            <p:nvPr/>
          </p:nvSpPr>
          <p:spPr>
            <a:xfrm>
              <a:off x="5433089" y="2177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8" name="pt9278"/>
            <p:cNvSpPr/>
            <p:nvPr/>
          </p:nvSpPr>
          <p:spPr>
            <a:xfrm>
              <a:off x="5069828" y="2382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9" name="pt9279"/>
            <p:cNvSpPr/>
            <p:nvPr/>
          </p:nvSpPr>
          <p:spPr>
            <a:xfrm>
              <a:off x="5458930" y="2101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0" name="pt9280"/>
            <p:cNvSpPr/>
            <p:nvPr/>
          </p:nvSpPr>
          <p:spPr>
            <a:xfrm>
              <a:off x="5807149" y="1883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1" name="pt9281"/>
            <p:cNvSpPr/>
            <p:nvPr/>
          </p:nvSpPr>
          <p:spPr>
            <a:xfrm>
              <a:off x="4954516" y="2279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2" name="pt9282"/>
            <p:cNvSpPr/>
            <p:nvPr/>
          </p:nvSpPr>
          <p:spPr>
            <a:xfrm>
              <a:off x="5376011" y="2142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3" name="pt9283"/>
            <p:cNvSpPr/>
            <p:nvPr/>
          </p:nvSpPr>
          <p:spPr>
            <a:xfrm>
              <a:off x="5188650" y="2260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4" name="pt9284"/>
            <p:cNvSpPr/>
            <p:nvPr/>
          </p:nvSpPr>
          <p:spPr>
            <a:xfrm>
              <a:off x="5052807" y="2656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5" name="pt9285"/>
            <p:cNvSpPr/>
            <p:nvPr/>
          </p:nvSpPr>
          <p:spPr>
            <a:xfrm>
              <a:off x="5688423" y="192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6" name="pt9286"/>
            <p:cNvSpPr/>
            <p:nvPr/>
          </p:nvSpPr>
          <p:spPr>
            <a:xfrm>
              <a:off x="5817628" y="2016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7" name="pt9287"/>
            <p:cNvSpPr/>
            <p:nvPr/>
          </p:nvSpPr>
          <p:spPr>
            <a:xfrm>
              <a:off x="5270485" y="2222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8" name="pt9288"/>
            <p:cNvSpPr/>
            <p:nvPr/>
          </p:nvSpPr>
          <p:spPr>
            <a:xfrm>
              <a:off x="5614224" y="1932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9" name="pt9289"/>
            <p:cNvSpPr/>
            <p:nvPr/>
          </p:nvSpPr>
          <p:spPr>
            <a:xfrm>
              <a:off x="5267914" y="2144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0" name="pt9290"/>
            <p:cNvSpPr/>
            <p:nvPr/>
          </p:nvSpPr>
          <p:spPr>
            <a:xfrm>
              <a:off x="5538744" y="2198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1" name="pt9291"/>
            <p:cNvSpPr/>
            <p:nvPr/>
          </p:nvSpPr>
          <p:spPr>
            <a:xfrm>
              <a:off x="5321953" y="2112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2" name="pt9292"/>
            <p:cNvSpPr/>
            <p:nvPr/>
          </p:nvSpPr>
          <p:spPr>
            <a:xfrm>
              <a:off x="5295321" y="2002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3" name="pt9293"/>
            <p:cNvSpPr/>
            <p:nvPr/>
          </p:nvSpPr>
          <p:spPr>
            <a:xfrm>
              <a:off x="5206269" y="2117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4" name="pt9294"/>
            <p:cNvSpPr/>
            <p:nvPr/>
          </p:nvSpPr>
          <p:spPr>
            <a:xfrm>
              <a:off x="5542673" y="219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5" name="pt9295"/>
            <p:cNvSpPr/>
            <p:nvPr/>
          </p:nvSpPr>
          <p:spPr>
            <a:xfrm>
              <a:off x="5433563" y="2017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6" name="pt9296"/>
            <p:cNvSpPr/>
            <p:nvPr/>
          </p:nvSpPr>
          <p:spPr>
            <a:xfrm>
              <a:off x="4986702" y="2574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7" name="pt9297"/>
            <p:cNvSpPr/>
            <p:nvPr/>
          </p:nvSpPr>
          <p:spPr>
            <a:xfrm>
              <a:off x="5041970" y="2377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8" name="pt9298"/>
            <p:cNvSpPr/>
            <p:nvPr/>
          </p:nvSpPr>
          <p:spPr>
            <a:xfrm>
              <a:off x="4957755" y="2690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9" name="pt9299"/>
            <p:cNvSpPr/>
            <p:nvPr/>
          </p:nvSpPr>
          <p:spPr>
            <a:xfrm>
              <a:off x="5442006" y="2105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0" name="pt9300"/>
            <p:cNvSpPr/>
            <p:nvPr/>
          </p:nvSpPr>
          <p:spPr>
            <a:xfrm>
              <a:off x="5511422" y="2286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1" name="pt9301"/>
            <p:cNvSpPr/>
            <p:nvPr/>
          </p:nvSpPr>
          <p:spPr>
            <a:xfrm>
              <a:off x="5332845" y="214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2" name="pt9302"/>
            <p:cNvSpPr/>
            <p:nvPr/>
          </p:nvSpPr>
          <p:spPr>
            <a:xfrm>
              <a:off x="4903707" y="1901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3" name="pt9303"/>
            <p:cNvSpPr/>
            <p:nvPr/>
          </p:nvSpPr>
          <p:spPr>
            <a:xfrm>
              <a:off x="5042124" y="2569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4" name="pt9304"/>
            <p:cNvSpPr/>
            <p:nvPr/>
          </p:nvSpPr>
          <p:spPr>
            <a:xfrm>
              <a:off x="5711110" y="191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5" name="pt9305"/>
            <p:cNvSpPr/>
            <p:nvPr/>
          </p:nvSpPr>
          <p:spPr>
            <a:xfrm>
              <a:off x="5263792" y="2202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6" name="pt9306"/>
            <p:cNvSpPr/>
            <p:nvPr/>
          </p:nvSpPr>
          <p:spPr>
            <a:xfrm>
              <a:off x="5730211" y="2001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7" name="pt9307"/>
            <p:cNvSpPr/>
            <p:nvPr/>
          </p:nvSpPr>
          <p:spPr>
            <a:xfrm>
              <a:off x="5216916" y="2145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8" name="pt9308"/>
            <p:cNvSpPr/>
            <p:nvPr/>
          </p:nvSpPr>
          <p:spPr>
            <a:xfrm>
              <a:off x="5208902" y="2060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9" name="pt9309"/>
            <p:cNvSpPr/>
            <p:nvPr/>
          </p:nvSpPr>
          <p:spPr>
            <a:xfrm>
              <a:off x="5207883" y="2138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0" name="pt9310"/>
            <p:cNvSpPr/>
            <p:nvPr/>
          </p:nvSpPr>
          <p:spPr>
            <a:xfrm>
              <a:off x="5358071" y="2217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1" name="pt9311"/>
            <p:cNvSpPr/>
            <p:nvPr/>
          </p:nvSpPr>
          <p:spPr>
            <a:xfrm>
              <a:off x="4929025" y="2267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2" name="pt9312"/>
            <p:cNvSpPr/>
            <p:nvPr/>
          </p:nvSpPr>
          <p:spPr>
            <a:xfrm>
              <a:off x="5208113" y="2108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3" name="pt9313"/>
            <p:cNvSpPr/>
            <p:nvPr/>
          </p:nvSpPr>
          <p:spPr>
            <a:xfrm>
              <a:off x="5501320" y="2087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4" name="pt9314"/>
            <p:cNvSpPr/>
            <p:nvPr/>
          </p:nvSpPr>
          <p:spPr>
            <a:xfrm>
              <a:off x="5516841" y="2281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5" name="pt9315"/>
            <p:cNvSpPr/>
            <p:nvPr/>
          </p:nvSpPr>
          <p:spPr>
            <a:xfrm>
              <a:off x="5415313" y="2173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6" name="pt9316"/>
            <p:cNvSpPr/>
            <p:nvPr/>
          </p:nvSpPr>
          <p:spPr>
            <a:xfrm>
              <a:off x="5562273" y="228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7" name="pt9317"/>
            <p:cNvSpPr/>
            <p:nvPr/>
          </p:nvSpPr>
          <p:spPr>
            <a:xfrm>
              <a:off x="5825711" y="1858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8" name="pt9318"/>
            <p:cNvSpPr/>
            <p:nvPr/>
          </p:nvSpPr>
          <p:spPr>
            <a:xfrm>
              <a:off x="4962691" y="2672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9" name="pt9319"/>
            <p:cNvSpPr/>
            <p:nvPr/>
          </p:nvSpPr>
          <p:spPr>
            <a:xfrm>
              <a:off x="5610435" y="2073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0" name="pt9320"/>
            <p:cNvSpPr/>
            <p:nvPr/>
          </p:nvSpPr>
          <p:spPr>
            <a:xfrm>
              <a:off x="5466430" y="2019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1" name="pt9321"/>
            <p:cNvSpPr/>
            <p:nvPr/>
          </p:nvSpPr>
          <p:spPr>
            <a:xfrm>
              <a:off x="4888924" y="2855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2" name="pt9322"/>
            <p:cNvSpPr/>
            <p:nvPr/>
          </p:nvSpPr>
          <p:spPr>
            <a:xfrm>
              <a:off x="5224822" y="1928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3" name="pt9323"/>
            <p:cNvSpPr/>
            <p:nvPr/>
          </p:nvSpPr>
          <p:spPr>
            <a:xfrm>
              <a:off x="5519068" y="2058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4" name="pt9324"/>
            <p:cNvSpPr/>
            <p:nvPr/>
          </p:nvSpPr>
          <p:spPr>
            <a:xfrm>
              <a:off x="5493288" y="2233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5" name="pt9325"/>
            <p:cNvSpPr/>
            <p:nvPr/>
          </p:nvSpPr>
          <p:spPr>
            <a:xfrm>
              <a:off x="5398725" y="2206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6" name="pt9326"/>
            <p:cNvSpPr/>
            <p:nvPr/>
          </p:nvSpPr>
          <p:spPr>
            <a:xfrm>
              <a:off x="4965738" y="2565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7" name="pt9327"/>
            <p:cNvSpPr/>
            <p:nvPr/>
          </p:nvSpPr>
          <p:spPr>
            <a:xfrm>
              <a:off x="5763697" y="1967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8" name="pt9328"/>
            <p:cNvSpPr/>
            <p:nvPr/>
          </p:nvSpPr>
          <p:spPr>
            <a:xfrm>
              <a:off x="5177472" y="2250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9" name="pt9329"/>
            <p:cNvSpPr/>
            <p:nvPr/>
          </p:nvSpPr>
          <p:spPr>
            <a:xfrm>
              <a:off x="5639004" y="2012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0" name="pt9330"/>
            <p:cNvSpPr/>
            <p:nvPr/>
          </p:nvSpPr>
          <p:spPr>
            <a:xfrm>
              <a:off x="5712415" y="1780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1" name="pt9331"/>
            <p:cNvSpPr/>
            <p:nvPr/>
          </p:nvSpPr>
          <p:spPr>
            <a:xfrm>
              <a:off x="5413312" y="214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2" name="pt9332"/>
            <p:cNvSpPr/>
            <p:nvPr/>
          </p:nvSpPr>
          <p:spPr>
            <a:xfrm>
              <a:off x="5060587" y="2374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3" name="pt9333"/>
            <p:cNvSpPr/>
            <p:nvPr/>
          </p:nvSpPr>
          <p:spPr>
            <a:xfrm>
              <a:off x="5753570" y="1909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4" name="pt9334"/>
            <p:cNvSpPr/>
            <p:nvPr/>
          </p:nvSpPr>
          <p:spPr>
            <a:xfrm>
              <a:off x="5754155" y="1772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5" name="pt9335"/>
            <p:cNvSpPr/>
            <p:nvPr/>
          </p:nvSpPr>
          <p:spPr>
            <a:xfrm>
              <a:off x="5625074" y="1947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6" name="pt9336"/>
            <p:cNvSpPr/>
            <p:nvPr/>
          </p:nvSpPr>
          <p:spPr>
            <a:xfrm>
              <a:off x="5340763" y="2272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7" name="pt9337"/>
            <p:cNvSpPr/>
            <p:nvPr/>
          </p:nvSpPr>
          <p:spPr>
            <a:xfrm>
              <a:off x="5400922" y="2266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8" name="pt9338"/>
            <p:cNvSpPr/>
            <p:nvPr/>
          </p:nvSpPr>
          <p:spPr>
            <a:xfrm>
              <a:off x="4955702" y="2653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9" name="pt9339"/>
            <p:cNvSpPr/>
            <p:nvPr/>
          </p:nvSpPr>
          <p:spPr>
            <a:xfrm>
              <a:off x="5729566" y="1918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0" name="pt9340"/>
            <p:cNvSpPr/>
            <p:nvPr/>
          </p:nvSpPr>
          <p:spPr>
            <a:xfrm>
              <a:off x="5482067" y="206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1" name="pt9341"/>
            <p:cNvSpPr/>
            <p:nvPr/>
          </p:nvSpPr>
          <p:spPr>
            <a:xfrm>
              <a:off x="4769200" y="2604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2" name="pt9342"/>
            <p:cNvSpPr/>
            <p:nvPr/>
          </p:nvSpPr>
          <p:spPr>
            <a:xfrm>
              <a:off x="5369095" y="2128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3" name="pt9343"/>
            <p:cNvSpPr/>
            <p:nvPr/>
          </p:nvSpPr>
          <p:spPr>
            <a:xfrm>
              <a:off x="5422911" y="2187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4" name="pt9344"/>
            <p:cNvSpPr/>
            <p:nvPr/>
          </p:nvSpPr>
          <p:spPr>
            <a:xfrm>
              <a:off x="5300949" y="220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5" name="pt9345"/>
            <p:cNvSpPr/>
            <p:nvPr/>
          </p:nvSpPr>
          <p:spPr>
            <a:xfrm>
              <a:off x="5983165" y="2091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6" name="pt9346"/>
            <p:cNvSpPr/>
            <p:nvPr/>
          </p:nvSpPr>
          <p:spPr>
            <a:xfrm>
              <a:off x="5232797" y="2158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7" name="pt9347"/>
            <p:cNvSpPr/>
            <p:nvPr/>
          </p:nvSpPr>
          <p:spPr>
            <a:xfrm>
              <a:off x="5345441" y="2212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8" name="pt9348"/>
            <p:cNvSpPr/>
            <p:nvPr/>
          </p:nvSpPr>
          <p:spPr>
            <a:xfrm>
              <a:off x="5427746" y="2238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9" name="pt9349"/>
            <p:cNvSpPr/>
            <p:nvPr/>
          </p:nvSpPr>
          <p:spPr>
            <a:xfrm>
              <a:off x="5930064" y="1647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0" name="pt9350"/>
            <p:cNvSpPr/>
            <p:nvPr/>
          </p:nvSpPr>
          <p:spPr>
            <a:xfrm>
              <a:off x="5891715" y="1942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1" name="pt9351"/>
            <p:cNvSpPr/>
            <p:nvPr/>
          </p:nvSpPr>
          <p:spPr>
            <a:xfrm>
              <a:off x="5125283" y="2513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2" name="pt9352"/>
            <p:cNvSpPr/>
            <p:nvPr/>
          </p:nvSpPr>
          <p:spPr>
            <a:xfrm>
              <a:off x="4989493" y="2775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3" name="pt9353"/>
            <p:cNvSpPr/>
            <p:nvPr/>
          </p:nvSpPr>
          <p:spPr>
            <a:xfrm>
              <a:off x="5782136" y="1795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4" name="pt9354"/>
            <p:cNvSpPr/>
            <p:nvPr/>
          </p:nvSpPr>
          <p:spPr>
            <a:xfrm>
              <a:off x="5584286" y="212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5" name="pt9355"/>
            <p:cNvSpPr/>
            <p:nvPr/>
          </p:nvSpPr>
          <p:spPr>
            <a:xfrm>
              <a:off x="5417840" y="2145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6" name="pt9356"/>
            <p:cNvSpPr/>
            <p:nvPr/>
          </p:nvSpPr>
          <p:spPr>
            <a:xfrm>
              <a:off x="5763589" y="1931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7" name="pt9357"/>
            <p:cNvSpPr/>
            <p:nvPr/>
          </p:nvSpPr>
          <p:spPr>
            <a:xfrm>
              <a:off x="5735295" y="1912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8" name="pt9358"/>
            <p:cNvSpPr/>
            <p:nvPr/>
          </p:nvSpPr>
          <p:spPr>
            <a:xfrm>
              <a:off x="5330635" y="2211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9" name="pt9359"/>
            <p:cNvSpPr/>
            <p:nvPr/>
          </p:nvSpPr>
          <p:spPr>
            <a:xfrm>
              <a:off x="5321518" y="2189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0" name="pt9360"/>
            <p:cNvSpPr/>
            <p:nvPr/>
          </p:nvSpPr>
          <p:spPr>
            <a:xfrm>
              <a:off x="5489425" y="2220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1" name="pt9361"/>
            <p:cNvSpPr/>
            <p:nvPr/>
          </p:nvSpPr>
          <p:spPr>
            <a:xfrm>
              <a:off x="5080776" y="1724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2" name="pt9362"/>
            <p:cNvSpPr/>
            <p:nvPr/>
          </p:nvSpPr>
          <p:spPr>
            <a:xfrm>
              <a:off x="5401154" y="2248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3" name="pt9363"/>
            <p:cNvSpPr/>
            <p:nvPr/>
          </p:nvSpPr>
          <p:spPr>
            <a:xfrm>
              <a:off x="5290614" y="2196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4" name="pt9364"/>
            <p:cNvSpPr/>
            <p:nvPr/>
          </p:nvSpPr>
          <p:spPr>
            <a:xfrm>
              <a:off x="5060548" y="2499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5" name="pt9365"/>
            <p:cNvSpPr/>
            <p:nvPr/>
          </p:nvSpPr>
          <p:spPr>
            <a:xfrm>
              <a:off x="5342400" y="2188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6" name="pt9366"/>
            <p:cNvSpPr/>
            <p:nvPr/>
          </p:nvSpPr>
          <p:spPr>
            <a:xfrm>
              <a:off x="5445354" y="1969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7" name="pt9367"/>
            <p:cNvSpPr/>
            <p:nvPr/>
          </p:nvSpPr>
          <p:spPr>
            <a:xfrm>
              <a:off x="4560868" y="2574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8" name="pt9368"/>
            <p:cNvSpPr/>
            <p:nvPr/>
          </p:nvSpPr>
          <p:spPr>
            <a:xfrm>
              <a:off x="5288774" y="2181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9" name="pt9369"/>
            <p:cNvSpPr/>
            <p:nvPr/>
          </p:nvSpPr>
          <p:spPr>
            <a:xfrm>
              <a:off x="5416865" y="2172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0" name="pt9370"/>
            <p:cNvSpPr/>
            <p:nvPr/>
          </p:nvSpPr>
          <p:spPr>
            <a:xfrm>
              <a:off x="5347127" y="2314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1" name="pt9371"/>
            <p:cNvSpPr/>
            <p:nvPr/>
          </p:nvSpPr>
          <p:spPr>
            <a:xfrm>
              <a:off x="5511964" y="2262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2" name="pt9372"/>
            <p:cNvSpPr/>
            <p:nvPr/>
          </p:nvSpPr>
          <p:spPr>
            <a:xfrm>
              <a:off x="5195111" y="224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3" name="pt9373"/>
            <p:cNvSpPr/>
            <p:nvPr/>
          </p:nvSpPr>
          <p:spPr>
            <a:xfrm>
              <a:off x="5501216" y="2104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4" name="pt9374"/>
            <p:cNvSpPr/>
            <p:nvPr/>
          </p:nvSpPr>
          <p:spPr>
            <a:xfrm>
              <a:off x="5777302" y="1908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5" name="pt9375"/>
            <p:cNvSpPr/>
            <p:nvPr/>
          </p:nvSpPr>
          <p:spPr>
            <a:xfrm>
              <a:off x="5126963" y="2649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6" name="pt9376"/>
            <p:cNvSpPr/>
            <p:nvPr/>
          </p:nvSpPr>
          <p:spPr>
            <a:xfrm>
              <a:off x="5598908" y="1880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7" name="pt9377"/>
            <p:cNvSpPr/>
            <p:nvPr/>
          </p:nvSpPr>
          <p:spPr>
            <a:xfrm>
              <a:off x="5683655" y="1916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8" name="pt9378"/>
            <p:cNvSpPr/>
            <p:nvPr/>
          </p:nvSpPr>
          <p:spPr>
            <a:xfrm>
              <a:off x="5593810" y="1954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9" name="pt9379"/>
            <p:cNvSpPr/>
            <p:nvPr/>
          </p:nvSpPr>
          <p:spPr>
            <a:xfrm>
              <a:off x="5695286" y="1961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0" name="pt9380"/>
            <p:cNvSpPr/>
            <p:nvPr/>
          </p:nvSpPr>
          <p:spPr>
            <a:xfrm>
              <a:off x="5460305" y="2015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1" name="pt9381"/>
            <p:cNvSpPr/>
            <p:nvPr/>
          </p:nvSpPr>
          <p:spPr>
            <a:xfrm>
              <a:off x="6030250" y="2030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2" name="pt9382"/>
            <p:cNvSpPr/>
            <p:nvPr/>
          </p:nvSpPr>
          <p:spPr>
            <a:xfrm>
              <a:off x="5364272" y="2166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3" name="pt9383"/>
            <p:cNvSpPr/>
            <p:nvPr/>
          </p:nvSpPr>
          <p:spPr>
            <a:xfrm>
              <a:off x="5613296" y="2193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4" name="pt9384"/>
            <p:cNvSpPr/>
            <p:nvPr/>
          </p:nvSpPr>
          <p:spPr>
            <a:xfrm>
              <a:off x="5686765" y="1967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5" name="pt9385"/>
            <p:cNvSpPr/>
            <p:nvPr/>
          </p:nvSpPr>
          <p:spPr>
            <a:xfrm>
              <a:off x="5678992" y="2017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6" name="pt9386"/>
            <p:cNvSpPr/>
            <p:nvPr/>
          </p:nvSpPr>
          <p:spPr>
            <a:xfrm>
              <a:off x="5229458" y="1992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7" name="pt9387"/>
            <p:cNvSpPr/>
            <p:nvPr/>
          </p:nvSpPr>
          <p:spPr>
            <a:xfrm>
              <a:off x="5324475" y="2185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8" name="pt9388"/>
            <p:cNvSpPr/>
            <p:nvPr/>
          </p:nvSpPr>
          <p:spPr>
            <a:xfrm>
              <a:off x="5543646" y="2155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9" name="pt9389"/>
            <p:cNvSpPr/>
            <p:nvPr/>
          </p:nvSpPr>
          <p:spPr>
            <a:xfrm>
              <a:off x="4853892" y="2857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0" name="pt9390"/>
            <p:cNvSpPr/>
            <p:nvPr/>
          </p:nvSpPr>
          <p:spPr>
            <a:xfrm>
              <a:off x="5327196" y="213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1" name="pt9391"/>
            <p:cNvSpPr/>
            <p:nvPr/>
          </p:nvSpPr>
          <p:spPr>
            <a:xfrm>
              <a:off x="5086862" y="2058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2" name="pt9392"/>
            <p:cNvSpPr/>
            <p:nvPr/>
          </p:nvSpPr>
          <p:spPr>
            <a:xfrm>
              <a:off x="5205642" y="2284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3" name="pt9393"/>
            <p:cNvSpPr/>
            <p:nvPr/>
          </p:nvSpPr>
          <p:spPr>
            <a:xfrm>
              <a:off x="5621174" y="2022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4" name="pt9394"/>
            <p:cNvSpPr/>
            <p:nvPr/>
          </p:nvSpPr>
          <p:spPr>
            <a:xfrm>
              <a:off x="5619468" y="2010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5" name="pt9395"/>
            <p:cNvSpPr/>
            <p:nvPr/>
          </p:nvSpPr>
          <p:spPr>
            <a:xfrm>
              <a:off x="5383259" y="2075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6" name="pt9396"/>
            <p:cNvSpPr/>
            <p:nvPr/>
          </p:nvSpPr>
          <p:spPr>
            <a:xfrm>
              <a:off x="5300293" y="2216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7" name="pt9397"/>
            <p:cNvSpPr/>
            <p:nvPr/>
          </p:nvSpPr>
          <p:spPr>
            <a:xfrm>
              <a:off x="5247772" y="2178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8" name="pt9398"/>
            <p:cNvSpPr/>
            <p:nvPr/>
          </p:nvSpPr>
          <p:spPr>
            <a:xfrm>
              <a:off x="5104950" y="2622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9" name="pt9399"/>
            <p:cNvSpPr/>
            <p:nvPr/>
          </p:nvSpPr>
          <p:spPr>
            <a:xfrm>
              <a:off x="5660918" y="1761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0" name="pt9400"/>
            <p:cNvSpPr/>
            <p:nvPr/>
          </p:nvSpPr>
          <p:spPr>
            <a:xfrm>
              <a:off x="5142643" y="2704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1" name="pt9401"/>
            <p:cNvSpPr/>
            <p:nvPr/>
          </p:nvSpPr>
          <p:spPr>
            <a:xfrm>
              <a:off x="5057980" y="2413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2" name="pt9402"/>
            <p:cNvSpPr/>
            <p:nvPr/>
          </p:nvSpPr>
          <p:spPr>
            <a:xfrm>
              <a:off x="5665413" y="1762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3" name="pt9403"/>
            <p:cNvSpPr/>
            <p:nvPr/>
          </p:nvSpPr>
          <p:spPr>
            <a:xfrm>
              <a:off x="5598850" y="1839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4" name="pt9404"/>
            <p:cNvSpPr/>
            <p:nvPr/>
          </p:nvSpPr>
          <p:spPr>
            <a:xfrm>
              <a:off x="5285847" y="1949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5" name="pt9405"/>
            <p:cNvSpPr/>
            <p:nvPr/>
          </p:nvSpPr>
          <p:spPr>
            <a:xfrm>
              <a:off x="5401765" y="2197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6" name="pt9406"/>
            <p:cNvSpPr/>
            <p:nvPr/>
          </p:nvSpPr>
          <p:spPr>
            <a:xfrm>
              <a:off x="5351933" y="2273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7" name="pt9407"/>
            <p:cNvSpPr/>
            <p:nvPr/>
          </p:nvSpPr>
          <p:spPr>
            <a:xfrm>
              <a:off x="5317431" y="2238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8" name="pt9408"/>
            <p:cNvSpPr/>
            <p:nvPr/>
          </p:nvSpPr>
          <p:spPr>
            <a:xfrm>
              <a:off x="5726416" y="1884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9" name="pt9409"/>
            <p:cNvSpPr/>
            <p:nvPr/>
          </p:nvSpPr>
          <p:spPr>
            <a:xfrm>
              <a:off x="5094822" y="2563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0" name="pt9410"/>
            <p:cNvSpPr/>
            <p:nvPr/>
          </p:nvSpPr>
          <p:spPr>
            <a:xfrm>
              <a:off x="5524174" y="2241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1" name="pt9411"/>
            <p:cNvSpPr/>
            <p:nvPr/>
          </p:nvSpPr>
          <p:spPr>
            <a:xfrm>
              <a:off x="5661918" y="1698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2" name="pt9412"/>
            <p:cNvSpPr/>
            <p:nvPr/>
          </p:nvSpPr>
          <p:spPr>
            <a:xfrm>
              <a:off x="5822308" y="1933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3" name="pt9413"/>
            <p:cNvSpPr/>
            <p:nvPr/>
          </p:nvSpPr>
          <p:spPr>
            <a:xfrm>
              <a:off x="5378045" y="2121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4" name="pt9414"/>
            <p:cNvSpPr/>
            <p:nvPr/>
          </p:nvSpPr>
          <p:spPr>
            <a:xfrm>
              <a:off x="5341137" y="2214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5" name="pt9415"/>
            <p:cNvSpPr/>
            <p:nvPr/>
          </p:nvSpPr>
          <p:spPr>
            <a:xfrm>
              <a:off x="5042345" y="2209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6" name="pt9416"/>
            <p:cNvSpPr/>
            <p:nvPr/>
          </p:nvSpPr>
          <p:spPr>
            <a:xfrm>
              <a:off x="5312293" y="2168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7" name="pt9417"/>
            <p:cNvSpPr/>
            <p:nvPr/>
          </p:nvSpPr>
          <p:spPr>
            <a:xfrm>
              <a:off x="5680657" y="1880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8" name="pt9418"/>
            <p:cNvSpPr/>
            <p:nvPr/>
          </p:nvSpPr>
          <p:spPr>
            <a:xfrm>
              <a:off x="5488628" y="2295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9" name="pt9419"/>
            <p:cNvSpPr/>
            <p:nvPr/>
          </p:nvSpPr>
          <p:spPr>
            <a:xfrm>
              <a:off x="5398615" y="2229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0" name="pt9420"/>
            <p:cNvSpPr/>
            <p:nvPr/>
          </p:nvSpPr>
          <p:spPr>
            <a:xfrm>
              <a:off x="5274357" y="2148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1" name="pt9421"/>
            <p:cNvSpPr/>
            <p:nvPr/>
          </p:nvSpPr>
          <p:spPr>
            <a:xfrm>
              <a:off x="5239109" y="2130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2" name="pt9422"/>
            <p:cNvSpPr/>
            <p:nvPr/>
          </p:nvSpPr>
          <p:spPr>
            <a:xfrm>
              <a:off x="5150476" y="2520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3" name="pt9423"/>
            <p:cNvSpPr/>
            <p:nvPr/>
          </p:nvSpPr>
          <p:spPr>
            <a:xfrm>
              <a:off x="5024885" y="2322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4" name="pt9424"/>
            <p:cNvSpPr/>
            <p:nvPr/>
          </p:nvSpPr>
          <p:spPr>
            <a:xfrm>
              <a:off x="5652355" y="1886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5" name="pt9425"/>
            <p:cNvSpPr/>
            <p:nvPr/>
          </p:nvSpPr>
          <p:spPr>
            <a:xfrm>
              <a:off x="5578138" y="2182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6" name="pt9426"/>
            <p:cNvSpPr/>
            <p:nvPr/>
          </p:nvSpPr>
          <p:spPr>
            <a:xfrm>
              <a:off x="5604859" y="1919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7" name="pt9427"/>
            <p:cNvSpPr/>
            <p:nvPr/>
          </p:nvSpPr>
          <p:spPr>
            <a:xfrm>
              <a:off x="5386570" y="2241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8" name="pt9428"/>
            <p:cNvSpPr/>
            <p:nvPr/>
          </p:nvSpPr>
          <p:spPr>
            <a:xfrm>
              <a:off x="5481370" y="2071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9" name="pt9429"/>
            <p:cNvSpPr/>
            <p:nvPr/>
          </p:nvSpPr>
          <p:spPr>
            <a:xfrm>
              <a:off x="5416412" y="2134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0" name="pt9430"/>
            <p:cNvSpPr/>
            <p:nvPr/>
          </p:nvSpPr>
          <p:spPr>
            <a:xfrm>
              <a:off x="5477595" y="2296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1" name="pt9431"/>
            <p:cNvSpPr/>
            <p:nvPr/>
          </p:nvSpPr>
          <p:spPr>
            <a:xfrm>
              <a:off x="5616375" y="2094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2" name="pt9432"/>
            <p:cNvSpPr/>
            <p:nvPr/>
          </p:nvSpPr>
          <p:spPr>
            <a:xfrm>
              <a:off x="5513128" y="2072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3" name="pt9433"/>
            <p:cNvSpPr/>
            <p:nvPr/>
          </p:nvSpPr>
          <p:spPr>
            <a:xfrm>
              <a:off x="5705577" y="1774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4" name="pt9434"/>
            <p:cNvSpPr/>
            <p:nvPr/>
          </p:nvSpPr>
          <p:spPr>
            <a:xfrm>
              <a:off x="5593288" y="2132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5" name="pt9435"/>
            <p:cNvSpPr/>
            <p:nvPr/>
          </p:nvSpPr>
          <p:spPr>
            <a:xfrm>
              <a:off x="5426070" y="2205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6" name="pt9436"/>
            <p:cNvSpPr/>
            <p:nvPr/>
          </p:nvSpPr>
          <p:spPr>
            <a:xfrm>
              <a:off x="5365152" y="2051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7" name="pt9437"/>
            <p:cNvSpPr/>
            <p:nvPr/>
          </p:nvSpPr>
          <p:spPr>
            <a:xfrm>
              <a:off x="5313141" y="2164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8" name="pt9438"/>
            <p:cNvSpPr/>
            <p:nvPr/>
          </p:nvSpPr>
          <p:spPr>
            <a:xfrm>
              <a:off x="5639760" y="208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9" name="pt9439"/>
            <p:cNvSpPr/>
            <p:nvPr/>
          </p:nvSpPr>
          <p:spPr>
            <a:xfrm>
              <a:off x="5741746" y="2083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0" name="pt9440"/>
            <p:cNvSpPr/>
            <p:nvPr/>
          </p:nvSpPr>
          <p:spPr>
            <a:xfrm>
              <a:off x="5755288" y="1849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1" name="pt9441"/>
            <p:cNvSpPr/>
            <p:nvPr/>
          </p:nvSpPr>
          <p:spPr>
            <a:xfrm>
              <a:off x="5299120" y="2051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2" name="pt9442"/>
            <p:cNvSpPr/>
            <p:nvPr/>
          </p:nvSpPr>
          <p:spPr>
            <a:xfrm>
              <a:off x="5741715" y="1987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3" name="pt9443"/>
            <p:cNvSpPr/>
            <p:nvPr/>
          </p:nvSpPr>
          <p:spPr>
            <a:xfrm>
              <a:off x="5283830" y="2061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4" name="pt9444"/>
            <p:cNvSpPr/>
            <p:nvPr/>
          </p:nvSpPr>
          <p:spPr>
            <a:xfrm>
              <a:off x="4872039" y="3027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5" name="pt9445"/>
            <p:cNvSpPr/>
            <p:nvPr/>
          </p:nvSpPr>
          <p:spPr>
            <a:xfrm>
              <a:off x="4996568" y="2660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6" name="pt9446"/>
            <p:cNvSpPr/>
            <p:nvPr/>
          </p:nvSpPr>
          <p:spPr>
            <a:xfrm>
              <a:off x="5519420" y="2284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7" name="pt9447"/>
            <p:cNvSpPr/>
            <p:nvPr/>
          </p:nvSpPr>
          <p:spPr>
            <a:xfrm>
              <a:off x="5518169" y="2191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8" name="pt9448"/>
            <p:cNvSpPr/>
            <p:nvPr/>
          </p:nvSpPr>
          <p:spPr>
            <a:xfrm>
              <a:off x="5613970" y="2093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9" name="pt9449"/>
            <p:cNvSpPr/>
            <p:nvPr/>
          </p:nvSpPr>
          <p:spPr>
            <a:xfrm>
              <a:off x="5552670" y="2206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0" name="pt9450"/>
            <p:cNvSpPr/>
            <p:nvPr/>
          </p:nvSpPr>
          <p:spPr>
            <a:xfrm>
              <a:off x="5314152" y="2165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1" name="pt9451"/>
            <p:cNvSpPr/>
            <p:nvPr/>
          </p:nvSpPr>
          <p:spPr>
            <a:xfrm>
              <a:off x="5144350" y="2727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2" name="pt9452"/>
            <p:cNvSpPr/>
            <p:nvPr/>
          </p:nvSpPr>
          <p:spPr>
            <a:xfrm>
              <a:off x="5721953" y="1893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3" name="pt9453"/>
            <p:cNvSpPr/>
            <p:nvPr/>
          </p:nvSpPr>
          <p:spPr>
            <a:xfrm>
              <a:off x="5562137" y="2303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4" name="pt9454"/>
            <p:cNvSpPr/>
            <p:nvPr/>
          </p:nvSpPr>
          <p:spPr>
            <a:xfrm>
              <a:off x="5331217" y="2204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5" name="pt9455"/>
            <p:cNvSpPr/>
            <p:nvPr/>
          </p:nvSpPr>
          <p:spPr>
            <a:xfrm>
              <a:off x="5075255" y="2023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6" name="pt9456"/>
            <p:cNvSpPr/>
            <p:nvPr/>
          </p:nvSpPr>
          <p:spPr>
            <a:xfrm>
              <a:off x="5439695" y="2086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7" name="pt9457"/>
            <p:cNvSpPr/>
            <p:nvPr/>
          </p:nvSpPr>
          <p:spPr>
            <a:xfrm>
              <a:off x="5432500" y="2138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8" name="pt9458"/>
            <p:cNvSpPr/>
            <p:nvPr/>
          </p:nvSpPr>
          <p:spPr>
            <a:xfrm>
              <a:off x="5537378" y="2196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9" name="pt9459"/>
            <p:cNvSpPr/>
            <p:nvPr/>
          </p:nvSpPr>
          <p:spPr>
            <a:xfrm>
              <a:off x="5212114" y="2094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0" name="pt9460"/>
            <p:cNvSpPr/>
            <p:nvPr/>
          </p:nvSpPr>
          <p:spPr>
            <a:xfrm>
              <a:off x="5686455" y="2097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1" name="pt9461"/>
            <p:cNvSpPr/>
            <p:nvPr/>
          </p:nvSpPr>
          <p:spPr>
            <a:xfrm>
              <a:off x="5201529" y="2108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2" name="pt9462"/>
            <p:cNvSpPr/>
            <p:nvPr/>
          </p:nvSpPr>
          <p:spPr>
            <a:xfrm>
              <a:off x="5352196" y="2240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3" name="pt9463"/>
            <p:cNvSpPr/>
            <p:nvPr/>
          </p:nvSpPr>
          <p:spPr>
            <a:xfrm>
              <a:off x="5249681" y="215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4" name="pt9464"/>
            <p:cNvSpPr/>
            <p:nvPr/>
          </p:nvSpPr>
          <p:spPr>
            <a:xfrm>
              <a:off x="5682781" y="200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5" name="pt9465"/>
            <p:cNvSpPr/>
            <p:nvPr/>
          </p:nvSpPr>
          <p:spPr>
            <a:xfrm>
              <a:off x="5687410" y="2140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6" name="pt9466"/>
            <p:cNvSpPr/>
            <p:nvPr/>
          </p:nvSpPr>
          <p:spPr>
            <a:xfrm>
              <a:off x="5560484" y="2291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7" name="pt9467"/>
            <p:cNvSpPr/>
            <p:nvPr/>
          </p:nvSpPr>
          <p:spPr>
            <a:xfrm>
              <a:off x="5335629" y="2317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8" name="pt9468"/>
            <p:cNvSpPr/>
            <p:nvPr/>
          </p:nvSpPr>
          <p:spPr>
            <a:xfrm>
              <a:off x="5281518" y="1915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9" name="pt9469"/>
            <p:cNvSpPr/>
            <p:nvPr/>
          </p:nvSpPr>
          <p:spPr>
            <a:xfrm>
              <a:off x="5631925" y="2051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0" name="pt9470"/>
            <p:cNvSpPr/>
            <p:nvPr/>
          </p:nvSpPr>
          <p:spPr>
            <a:xfrm>
              <a:off x="5576866" y="2167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1" name="pt9471"/>
            <p:cNvSpPr/>
            <p:nvPr/>
          </p:nvSpPr>
          <p:spPr>
            <a:xfrm>
              <a:off x="5278928" y="2166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2" name="pt9472"/>
            <p:cNvSpPr/>
            <p:nvPr/>
          </p:nvSpPr>
          <p:spPr>
            <a:xfrm>
              <a:off x="5257227" y="2234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3" name="pt9473"/>
            <p:cNvSpPr/>
            <p:nvPr/>
          </p:nvSpPr>
          <p:spPr>
            <a:xfrm>
              <a:off x="5582133" y="2044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4" name="pt9474"/>
            <p:cNvSpPr/>
            <p:nvPr/>
          </p:nvSpPr>
          <p:spPr>
            <a:xfrm>
              <a:off x="5102012" y="2753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5" name="pt9475"/>
            <p:cNvSpPr/>
            <p:nvPr/>
          </p:nvSpPr>
          <p:spPr>
            <a:xfrm>
              <a:off x="5190810" y="2144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6" name="pt9476"/>
            <p:cNvSpPr/>
            <p:nvPr/>
          </p:nvSpPr>
          <p:spPr>
            <a:xfrm>
              <a:off x="5149475" y="2437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7" name="pt9477"/>
            <p:cNvSpPr/>
            <p:nvPr/>
          </p:nvSpPr>
          <p:spPr>
            <a:xfrm>
              <a:off x="5480770" y="212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8" name="pt9478"/>
            <p:cNvSpPr/>
            <p:nvPr/>
          </p:nvSpPr>
          <p:spPr>
            <a:xfrm>
              <a:off x="5332840" y="2155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9" name="pt9479"/>
            <p:cNvSpPr/>
            <p:nvPr/>
          </p:nvSpPr>
          <p:spPr>
            <a:xfrm>
              <a:off x="5276213" y="2124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0" name="pt9480"/>
            <p:cNvSpPr/>
            <p:nvPr/>
          </p:nvSpPr>
          <p:spPr>
            <a:xfrm>
              <a:off x="5308670" y="202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1" name="pt9481"/>
            <p:cNvSpPr/>
            <p:nvPr/>
          </p:nvSpPr>
          <p:spPr>
            <a:xfrm>
              <a:off x="5921873" y="1745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2" name="pt9482"/>
            <p:cNvSpPr/>
            <p:nvPr/>
          </p:nvSpPr>
          <p:spPr>
            <a:xfrm>
              <a:off x="5435289" y="1786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3" name="pt9483"/>
            <p:cNvSpPr/>
            <p:nvPr/>
          </p:nvSpPr>
          <p:spPr>
            <a:xfrm>
              <a:off x="5304425" y="2176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4" name="pt9484"/>
            <p:cNvSpPr/>
            <p:nvPr/>
          </p:nvSpPr>
          <p:spPr>
            <a:xfrm>
              <a:off x="5230048" y="2043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5" name="pt9485"/>
            <p:cNvSpPr/>
            <p:nvPr/>
          </p:nvSpPr>
          <p:spPr>
            <a:xfrm>
              <a:off x="5595445" y="1904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6" name="pt9486"/>
            <p:cNvSpPr/>
            <p:nvPr/>
          </p:nvSpPr>
          <p:spPr>
            <a:xfrm>
              <a:off x="5519726" y="2068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7" name="pt9487"/>
            <p:cNvSpPr/>
            <p:nvPr/>
          </p:nvSpPr>
          <p:spPr>
            <a:xfrm>
              <a:off x="5542117" y="2236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8" name="pt9488"/>
            <p:cNvSpPr/>
            <p:nvPr/>
          </p:nvSpPr>
          <p:spPr>
            <a:xfrm>
              <a:off x="5242699" y="2207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9" name="pt9489"/>
            <p:cNvSpPr/>
            <p:nvPr/>
          </p:nvSpPr>
          <p:spPr>
            <a:xfrm>
              <a:off x="5481909" y="2182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0" name="pt9490"/>
            <p:cNvSpPr/>
            <p:nvPr/>
          </p:nvSpPr>
          <p:spPr>
            <a:xfrm>
              <a:off x="5463815" y="2089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1" name="pt9491"/>
            <p:cNvSpPr/>
            <p:nvPr/>
          </p:nvSpPr>
          <p:spPr>
            <a:xfrm>
              <a:off x="5670175" y="1754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2" name="pt9492"/>
            <p:cNvSpPr/>
            <p:nvPr/>
          </p:nvSpPr>
          <p:spPr>
            <a:xfrm>
              <a:off x="5567784" y="2130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3" name="pt9493"/>
            <p:cNvSpPr/>
            <p:nvPr/>
          </p:nvSpPr>
          <p:spPr>
            <a:xfrm>
              <a:off x="5408691" y="223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4" name="pt9494"/>
            <p:cNvSpPr/>
            <p:nvPr/>
          </p:nvSpPr>
          <p:spPr>
            <a:xfrm>
              <a:off x="5445358" y="1902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5" name="pt9495"/>
            <p:cNvSpPr/>
            <p:nvPr/>
          </p:nvSpPr>
          <p:spPr>
            <a:xfrm>
              <a:off x="5095195" y="2444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6" name="pt9496"/>
            <p:cNvSpPr/>
            <p:nvPr/>
          </p:nvSpPr>
          <p:spPr>
            <a:xfrm>
              <a:off x="5063453" y="2367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7" name="pt9497"/>
            <p:cNvSpPr/>
            <p:nvPr/>
          </p:nvSpPr>
          <p:spPr>
            <a:xfrm>
              <a:off x="5323435" y="2158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8" name="pt9498"/>
            <p:cNvSpPr/>
            <p:nvPr/>
          </p:nvSpPr>
          <p:spPr>
            <a:xfrm>
              <a:off x="5547876" y="2223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9" name="pt9499"/>
            <p:cNvSpPr/>
            <p:nvPr/>
          </p:nvSpPr>
          <p:spPr>
            <a:xfrm>
              <a:off x="5282303" y="2178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0" name="pt9500"/>
            <p:cNvSpPr/>
            <p:nvPr/>
          </p:nvSpPr>
          <p:spPr>
            <a:xfrm>
              <a:off x="5335148" y="2266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1" name="pt9501"/>
            <p:cNvSpPr/>
            <p:nvPr/>
          </p:nvSpPr>
          <p:spPr>
            <a:xfrm>
              <a:off x="5767420" y="1977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2" name="pt9502"/>
            <p:cNvSpPr/>
            <p:nvPr/>
          </p:nvSpPr>
          <p:spPr>
            <a:xfrm>
              <a:off x="5288280" y="2085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3" name="pt9503"/>
            <p:cNvSpPr/>
            <p:nvPr/>
          </p:nvSpPr>
          <p:spPr>
            <a:xfrm>
              <a:off x="5518637" y="2264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4" name="pt9504"/>
            <p:cNvSpPr/>
            <p:nvPr/>
          </p:nvSpPr>
          <p:spPr>
            <a:xfrm>
              <a:off x="5580927" y="1932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5" name="pt9505"/>
            <p:cNvSpPr/>
            <p:nvPr/>
          </p:nvSpPr>
          <p:spPr>
            <a:xfrm>
              <a:off x="5406882" y="2360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6" name="pt9506"/>
            <p:cNvSpPr/>
            <p:nvPr/>
          </p:nvSpPr>
          <p:spPr>
            <a:xfrm>
              <a:off x="5374654" y="1960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7" name="pt9507"/>
            <p:cNvSpPr/>
            <p:nvPr/>
          </p:nvSpPr>
          <p:spPr>
            <a:xfrm>
              <a:off x="5763191" y="2027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8" name="pt9508"/>
            <p:cNvSpPr/>
            <p:nvPr/>
          </p:nvSpPr>
          <p:spPr>
            <a:xfrm>
              <a:off x="5330052" y="2081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9" name="pt9509"/>
            <p:cNvSpPr/>
            <p:nvPr/>
          </p:nvSpPr>
          <p:spPr>
            <a:xfrm>
              <a:off x="5239195" y="2145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0" name="pt9510"/>
            <p:cNvSpPr/>
            <p:nvPr/>
          </p:nvSpPr>
          <p:spPr>
            <a:xfrm>
              <a:off x="5136287" y="2488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1" name="pt9511"/>
            <p:cNvSpPr/>
            <p:nvPr/>
          </p:nvSpPr>
          <p:spPr>
            <a:xfrm>
              <a:off x="5230608" y="2094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2" name="pt9512"/>
            <p:cNvSpPr/>
            <p:nvPr/>
          </p:nvSpPr>
          <p:spPr>
            <a:xfrm>
              <a:off x="5362645" y="2092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3" name="pt9513"/>
            <p:cNvSpPr/>
            <p:nvPr/>
          </p:nvSpPr>
          <p:spPr>
            <a:xfrm>
              <a:off x="5435973" y="2062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4" name="pt9514"/>
            <p:cNvSpPr/>
            <p:nvPr/>
          </p:nvSpPr>
          <p:spPr>
            <a:xfrm>
              <a:off x="5587671" y="2049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5" name="pt9515"/>
            <p:cNvSpPr/>
            <p:nvPr/>
          </p:nvSpPr>
          <p:spPr>
            <a:xfrm>
              <a:off x="5376482" y="2216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6" name="pt9516"/>
            <p:cNvSpPr/>
            <p:nvPr/>
          </p:nvSpPr>
          <p:spPr>
            <a:xfrm>
              <a:off x="5869139" y="1505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7" name="pt9517"/>
            <p:cNvSpPr/>
            <p:nvPr/>
          </p:nvSpPr>
          <p:spPr>
            <a:xfrm>
              <a:off x="5646533" y="1976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8" name="pt9518"/>
            <p:cNvSpPr/>
            <p:nvPr/>
          </p:nvSpPr>
          <p:spPr>
            <a:xfrm>
              <a:off x="5490524" y="2193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9" name="pt9519"/>
            <p:cNvSpPr/>
            <p:nvPr/>
          </p:nvSpPr>
          <p:spPr>
            <a:xfrm>
              <a:off x="5679716" y="1935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0" name="pt9520"/>
            <p:cNvSpPr/>
            <p:nvPr/>
          </p:nvSpPr>
          <p:spPr>
            <a:xfrm>
              <a:off x="5558863" y="2326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1" name="pt9521"/>
            <p:cNvSpPr/>
            <p:nvPr/>
          </p:nvSpPr>
          <p:spPr>
            <a:xfrm>
              <a:off x="4756295" y="2835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2" name="pt9522"/>
            <p:cNvSpPr/>
            <p:nvPr/>
          </p:nvSpPr>
          <p:spPr>
            <a:xfrm>
              <a:off x="5732530" y="1904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3" name="pt9523"/>
            <p:cNvSpPr/>
            <p:nvPr/>
          </p:nvSpPr>
          <p:spPr>
            <a:xfrm>
              <a:off x="5072904" y="2423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4" name="pt9524"/>
            <p:cNvSpPr/>
            <p:nvPr/>
          </p:nvSpPr>
          <p:spPr>
            <a:xfrm>
              <a:off x="5262933" y="2084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5" name="pt9525"/>
            <p:cNvSpPr/>
            <p:nvPr/>
          </p:nvSpPr>
          <p:spPr>
            <a:xfrm>
              <a:off x="5987923" y="2073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6" name="pt9526"/>
            <p:cNvSpPr/>
            <p:nvPr/>
          </p:nvSpPr>
          <p:spPr>
            <a:xfrm>
              <a:off x="5030669" y="234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7" name="pt9527"/>
            <p:cNvSpPr/>
            <p:nvPr/>
          </p:nvSpPr>
          <p:spPr>
            <a:xfrm>
              <a:off x="5813491" y="1932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8" name="pt9528"/>
            <p:cNvSpPr/>
            <p:nvPr/>
          </p:nvSpPr>
          <p:spPr>
            <a:xfrm>
              <a:off x="5314181" y="206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9" name="pt9529"/>
            <p:cNvSpPr/>
            <p:nvPr/>
          </p:nvSpPr>
          <p:spPr>
            <a:xfrm>
              <a:off x="5230436" y="2131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0" name="pt9530"/>
            <p:cNvSpPr/>
            <p:nvPr/>
          </p:nvSpPr>
          <p:spPr>
            <a:xfrm>
              <a:off x="5496636" y="2165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1" name="pt9531"/>
            <p:cNvSpPr/>
            <p:nvPr/>
          </p:nvSpPr>
          <p:spPr>
            <a:xfrm>
              <a:off x="5767962" y="2031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2" name="pt9532"/>
            <p:cNvSpPr/>
            <p:nvPr/>
          </p:nvSpPr>
          <p:spPr>
            <a:xfrm>
              <a:off x="5748659" y="2250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3" name="pt9533"/>
            <p:cNvSpPr/>
            <p:nvPr/>
          </p:nvSpPr>
          <p:spPr>
            <a:xfrm>
              <a:off x="5559744" y="2230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4" name="pt9534"/>
            <p:cNvSpPr/>
            <p:nvPr/>
          </p:nvSpPr>
          <p:spPr>
            <a:xfrm>
              <a:off x="5373436" y="2075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5" name="pt9535"/>
            <p:cNvSpPr/>
            <p:nvPr/>
          </p:nvSpPr>
          <p:spPr>
            <a:xfrm>
              <a:off x="5437283" y="1985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6" name="pt9536"/>
            <p:cNvSpPr/>
            <p:nvPr/>
          </p:nvSpPr>
          <p:spPr>
            <a:xfrm>
              <a:off x="5850828" y="1876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7" name="pt9537"/>
            <p:cNvSpPr/>
            <p:nvPr/>
          </p:nvSpPr>
          <p:spPr>
            <a:xfrm>
              <a:off x="5018546" y="2246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8" name="pt9538"/>
            <p:cNvSpPr/>
            <p:nvPr/>
          </p:nvSpPr>
          <p:spPr>
            <a:xfrm>
              <a:off x="5195251" y="215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9" name="pt9539"/>
            <p:cNvSpPr/>
            <p:nvPr/>
          </p:nvSpPr>
          <p:spPr>
            <a:xfrm>
              <a:off x="5510495" y="2317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0" name="pt9540"/>
            <p:cNvSpPr/>
            <p:nvPr/>
          </p:nvSpPr>
          <p:spPr>
            <a:xfrm>
              <a:off x="5601739" y="1968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1" name="pt9541"/>
            <p:cNvSpPr/>
            <p:nvPr/>
          </p:nvSpPr>
          <p:spPr>
            <a:xfrm>
              <a:off x="5395457" y="2188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2" name="pt9542"/>
            <p:cNvSpPr/>
            <p:nvPr/>
          </p:nvSpPr>
          <p:spPr>
            <a:xfrm>
              <a:off x="5401688" y="2183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3" name="pt9543"/>
            <p:cNvSpPr/>
            <p:nvPr/>
          </p:nvSpPr>
          <p:spPr>
            <a:xfrm>
              <a:off x="5065894" y="2485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4" name="pt9544"/>
            <p:cNvSpPr/>
            <p:nvPr/>
          </p:nvSpPr>
          <p:spPr>
            <a:xfrm>
              <a:off x="5582216" y="2029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5" name="pt9545"/>
            <p:cNvSpPr/>
            <p:nvPr/>
          </p:nvSpPr>
          <p:spPr>
            <a:xfrm>
              <a:off x="5584723" y="188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6" name="pt9546"/>
            <p:cNvSpPr/>
            <p:nvPr/>
          </p:nvSpPr>
          <p:spPr>
            <a:xfrm>
              <a:off x="5151777" y="2480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7" name="pt9547"/>
            <p:cNvSpPr/>
            <p:nvPr/>
          </p:nvSpPr>
          <p:spPr>
            <a:xfrm>
              <a:off x="5534367" y="2303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8" name="pt9548"/>
            <p:cNvSpPr/>
            <p:nvPr/>
          </p:nvSpPr>
          <p:spPr>
            <a:xfrm>
              <a:off x="5169274" y="2194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9" name="pt9549"/>
            <p:cNvSpPr/>
            <p:nvPr/>
          </p:nvSpPr>
          <p:spPr>
            <a:xfrm>
              <a:off x="5601640" y="1860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0" name="pt9550"/>
            <p:cNvSpPr/>
            <p:nvPr/>
          </p:nvSpPr>
          <p:spPr>
            <a:xfrm>
              <a:off x="5639723" y="2049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1" name="pt9551"/>
            <p:cNvSpPr/>
            <p:nvPr/>
          </p:nvSpPr>
          <p:spPr>
            <a:xfrm>
              <a:off x="5301219" y="2229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2" name="pt9552"/>
            <p:cNvSpPr/>
            <p:nvPr/>
          </p:nvSpPr>
          <p:spPr>
            <a:xfrm>
              <a:off x="5355851" y="2283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3" name="pt9553"/>
            <p:cNvSpPr/>
            <p:nvPr/>
          </p:nvSpPr>
          <p:spPr>
            <a:xfrm>
              <a:off x="5517092" y="2020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4" name="pt9554"/>
            <p:cNvSpPr/>
            <p:nvPr/>
          </p:nvSpPr>
          <p:spPr>
            <a:xfrm>
              <a:off x="5877200" y="1825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5" name="pt9555"/>
            <p:cNvSpPr/>
            <p:nvPr/>
          </p:nvSpPr>
          <p:spPr>
            <a:xfrm>
              <a:off x="5652677" y="1868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6" name="pt9556"/>
            <p:cNvSpPr/>
            <p:nvPr/>
          </p:nvSpPr>
          <p:spPr>
            <a:xfrm>
              <a:off x="5403817" y="2298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7" name="pt9557"/>
            <p:cNvSpPr/>
            <p:nvPr/>
          </p:nvSpPr>
          <p:spPr>
            <a:xfrm>
              <a:off x="5473019" y="2022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8" name="pt9558"/>
            <p:cNvSpPr/>
            <p:nvPr/>
          </p:nvSpPr>
          <p:spPr>
            <a:xfrm>
              <a:off x="5030676" y="2405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9" name="pt9559"/>
            <p:cNvSpPr/>
            <p:nvPr/>
          </p:nvSpPr>
          <p:spPr>
            <a:xfrm>
              <a:off x="5355226" y="2256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0" name="pt9560"/>
            <p:cNvSpPr/>
            <p:nvPr/>
          </p:nvSpPr>
          <p:spPr>
            <a:xfrm>
              <a:off x="5382306" y="2231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1" name="pt9561"/>
            <p:cNvSpPr/>
            <p:nvPr/>
          </p:nvSpPr>
          <p:spPr>
            <a:xfrm>
              <a:off x="5159017" y="2461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2" name="pt9562"/>
            <p:cNvSpPr/>
            <p:nvPr/>
          </p:nvSpPr>
          <p:spPr>
            <a:xfrm>
              <a:off x="4813132" y="2003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3" name="pt9563"/>
            <p:cNvSpPr/>
            <p:nvPr/>
          </p:nvSpPr>
          <p:spPr>
            <a:xfrm>
              <a:off x="5421302" y="2108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4" name="pt9564"/>
            <p:cNvSpPr/>
            <p:nvPr/>
          </p:nvSpPr>
          <p:spPr>
            <a:xfrm>
              <a:off x="5670195" y="1791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5" name="pt9565"/>
            <p:cNvSpPr/>
            <p:nvPr/>
          </p:nvSpPr>
          <p:spPr>
            <a:xfrm>
              <a:off x="5199826" y="2126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6" name="pt9566"/>
            <p:cNvSpPr/>
            <p:nvPr/>
          </p:nvSpPr>
          <p:spPr>
            <a:xfrm>
              <a:off x="5654051" y="1748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7" name="pt9567"/>
            <p:cNvSpPr/>
            <p:nvPr/>
          </p:nvSpPr>
          <p:spPr>
            <a:xfrm>
              <a:off x="5579364" y="2030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8" name="pt9568"/>
            <p:cNvSpPr/>
            <p:nvPr/>
          </p:nvSpPr>
          <p:spPr>
            <a:xfrm>
              <a:off x="5271769" y="2075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9" name="pt9569"/>
            <p:cNvSpPr/>
            <p:nvPr/>
          </p:nvSpPr>
          <p:spPr>
            <a:xfrm>
              <a:off x="5174481" y="2249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0" name="pt9570"/>
            <p:cNvSpPr/>
            <p:nvPr/>
          </p:nvSpPr>
          <p:spPr>
            <a:xfrm>
              <a:off x="5208796" y="2195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1" name="pt9571"/>
            <p:cNvSpPr/>
            <p:nvPr/>
          </p:nvSpPr>
          <p:spPr>
            <a:xfrm>
              <a:off x="5496953" y="2154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2" name="pt9572"/>
            <p:cNvSpPr/>
            <p:nvPr/>
          </p:nvSpPr>
          <p:spPr>
            <a:xfrm>
              <a:off x="5277060" y="2296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3" name="pt9573"/>
            <p:cNvSpPr/>
            <p:nvPr/>
          </p:nvSpPr>
          <p:spPr>
            <a:xfrm>
              <a:off x="5629094" y="2024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4" name="pt9574"/>
            <p:cNvSpPr/>
            <p:nvPr/>
          </p:nvSpPr>
          <p:spPr>
            <a:xfrm>
              <a:off x="5353876" y="2215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5" name="pt9575"/>
            <p:cNvSpPr/>
            <p:nvPr/>
          </p:nvSpPr>
          <p:spPr>
            <a:xfrm>
              <a:off x="4964689" y="2434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6" name="pt9576"/>
            <p:cNvSpPr/>
            <p:nvPr/>
          </p:nvSpPr>
          <p:spPr>
            <a:xfrm>
              <a:off x="4824165" y="2602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7" name="pt9577"/>
            <p:cNvSpPr/>
            <p:nvPr/>
          </p:nvSpPr>
          <p:spPr>
            <a:xfrm>
              <a:off x="5634090" y="2085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8" name="pt9578"/>
            <p:cNvSpPr/>
            <p:nvPr/>
          </p:nvSpPr>
          <p:spPr>
            <a:xfrm>
              <a:off x="5538794" y="2096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9" name="pt9579"/>
            <p:cNvSpPr/>
            <p:nvPr/>
          </p:nvSpPr>
          <p:spPr>
            <a:xfrm>
              <a:off x="5311149" y="2153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0" name="pt9580"/>
            <p:cNvSpPr/>
            <p:nvPr/>
          </p:nvSpPr>
          <p:spPr>
            <a:xfrm>
              <a:off x="5214519" y="2134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1" name="pt9581"/>
            <p:cNvSpPr/>
            <p:nvPr/>
          </p:nvSpPr>
          <p:spPr>
            <a:xfrm>
              <a:off x="5626006" y="2045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2" name="pt9582"/>
            <p:cNvSpPr/>
            <p:nvPr/>
          </p:nvSpPr>
          <p:spPr>
            <a:xfrm>
              <a:off x="5580990" y="208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3" name="pt9583"/>
            <p:cNvSpPr/>
            <p:nvPr/>
          </p:nvSpPr>
          <p:spPr>
            <a:xfrm>
              <a:off x="5812119" y="1948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4" name="pt9584"/>
            <p:cNvSpPr/>
            <p:nvPr/>
          </p:nvSpPr>
          <p:spPr>
            <a:xfrm>
              <a:off x="5612211" y="2006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5" name="pt9585"/>
            <p:cNvSpPr/>
            <p:nvPr/>
          </p:nvSpPr>
          <p:spPr>
            <a:xfrm>
              <a:off x="5453590" y="2025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6" name="pt9586"/>
            <p:cNvSpPr/>
            <p:nvPr/>
          </p:nvSpPr>
          <p:spPr>
            <a:xfrm>
              <a:off x="5396890" y="2197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7" name="pt9587"/>
            <p:cNvSpPr/>
            <p:nvPr/>
          </p:nvSpPr>
          <p:spPr>
            <a:xfrm>
              <a:off x="5576727" y="1970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8" name="pt9588"/>
            <p:cNvSpPr/>
            <p:nvPr/>
          </p:nvSpPr>
          <p:spPr>
            <a:xfrm>
              <a:off x="5843642" y="184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9" name="pt9589"/>
            <p:cNvSpPr/>
            <p:nvPr/>
          </p:nvSpPr>
          <p:spPr>
            <a:xfrm>
              <a:off x="5394420" y="2175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0" name="pt9590"/>
            <p:cNvSpPr/>
            <p:nvPr/>
          </p:nvSpPr>
          <p:spPr>
            <a:xfrm>
              <a:off x="5408233" y="2328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1" name="pt9591"/>
            <p:cNvSpPr/>
            <p:nvPr/>
          </p:nvSpPr>
          <p:spPr>
            <a:xfrm>
              <a:off x="4699790" y="2661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2" name="pt9592"/>
            <p:cNvSpPr/>
            <p:nvPr/>
          </p:nvSpPr>
          <p:spPr>
            <a:xfrm>
              <a:off x="5352183" y="2267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3" name="pt9593"/>
            <p:cNvSpPr/>
            <p:nvPr/>
          </p:nvSpPr>
          <p:spPr>
            <a:xfrm>
              <a:off x="5573308" y="1990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4" name="pt9594"/>
            <p:cNvSpPr/>
            <p:nvPr/>
          </p:nvSpPr>
          <p:spPr>
            <a:xfrm>
              <a:off x="5366101" y="2072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5" name="pt9595"/>
            <p:cNvSpPr/>
            <p:nvPr/>
          </p:nvSpPr>
          <p:spPr>
            <a:xfrm>
              <a:off x="5362488" y="1921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6" name="pt9596"/>
            <p:cNvSpPr/>
            <p:nvPr/>
          </p:nvSpPr>
          <p:spPr>
            <a:xfrm>
              <a:off x="5745588" y="1985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7" name="pt9597"/>
            <p:cNvSpPr/>
            <p:nvPr/>
          </p:nvSpPr>
          <p:spPr>
            <a:xfrm>
              <a:off x="5417681" y="2150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8" name="pt9598"/>
            <p:cNvSpPr/>
            <p:nvPr/>
          </p:nvSpPr>
          <p:spPr>
            <a:xfrm>
              <a:off x="5970245" y="1749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9" name="pt9599"/>
            <p:cNvSpPr/>
            <p:nvPr/>
          </p:nvSpPr>
          <p:spPr>
            <a:xfrm>
              <a:off x="5606565" y="1956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0" name="pt9600"/>
            <p:cNvSpPr/>
            <p:nvPr/>
          </p:nvSpPr>
          <p:spPr>
            <a:xfrm>
              <a:off x="4911716" y="1808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1" name="pt9601"/>
            <p:cNvSpPr/>
            <p:nvPr/>
          </p:nvSpPr>
          <p:spPr>
            <a:xfrm>
              <a:off x="5509721" y="2238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2" name="pt9602"/>
            <p:cNvSpPr/>
            <p:nvPr/>
          </p:nvSpPr>
          <p:spPr>
            <a:xfrm>
              <a:off x="5671787" y="1685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3" name="pt9603"/>
            <p:cNvSpPr/>
            <p:nvPr/>
          </p:nvSpPr>
          <p:spPr>
            <a:xfrm>
              <a:off x="5919565" y="1599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4" name="pt9604"/>
            <p:cNvSpPr/>
            <p:nvPr/>
          </p:nvSpPr>
          <p:spPr>
            <a:xfrm>
              <a:off x="5701400" y="1805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5" name="pt9605"/>
            <p:cNvSpPr/>
            <p:nvPr/>
          </p:nvSpPr>
          <p:spPr>
            <a:xfrm>
              <a:off x="5612124" y="1984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6" name="pt9606"/>
            <p:cNvSpPr/>
            <p:nvPr/>
          </p:nvSpPr>
          <p:spPr>
            <a:xfrm>
              <a:off x="5079760" y="1901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7" name="pt9607"/>
            <p:cNvSpPr/>
            <p:nvPr/>
          </p:nvSpPr>
          <p:spPr>
            <a:xfrm>
              <a:off x="5204830" y="2211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8" name="pt9608"/>
            <p:cNvSpPr/>
            <p:nvPr/>
          </p:nvSpPr>
          <p:spPr>
            <a:xfrm>
              <a:off x="5974797" y="2086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9" name="pt9609"/>
            <p:cNvSpPr/>
            <p:nvPr/>
          </p:nvSpPr>
          <p:spPr>
            <a:xfrm>
              <a:off x="5508341" y="2066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0" name="pt9610"/>
            <p:cNvSpPr/>
            <p:nvPr/>
          </p:nvSpPr>
          <p:spPr>
            <a:xfrm>
              <a:off x="5427684" y="2147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1" name="pt9611"/>
            <p:cNvSpPr/>
            <p:nvPr/>
          </p:nvSpPr>
          <p:spPr>
            <a:xfrm>
              <a:off x="5028605" y="2492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2" name="pt9612"/>
            <p:cNvSpPr/>
            <p:nvPr/>
          </p:nvSpPr>
          <p:spPr>
            <a:xfrm>
              <a:off x="5741759" y="2054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3" name="pt9613"/>
            <p:cNvSpPr/>
            <p:nvPr/>
          </p:nvSpPr>
          <p:spPr>
            <a:xfrm>
              <a:off x="5311498" y="2170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4" name="pt9614"/>
            <p:cNvSpPr/>
            <p:nvPr/>
          </p:nvSpPr>
          <p:spPr>
            <a:xfrm>
              <a:off x="5180240" y="2170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5" name="pt9615"/>
            <p:cNvSpPr/>
            <p:nvPr/>
          </p:nvSpPr>
          <p:spPr>
            <a:xfrm>
              <a:off x="5913233" y="1246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6" name="pt9616"/>
            <p:cNvSpPr/>
            <p:nvPr/>
          </p:nvSpPr>
          <p:spPr>
            <a:xfrm>
              <a:off x="5204575" y="1955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7" name="pt9617"/>
            <p:cNvSpPr/>
            <p:nvPr/>
          </p:nvSpPr>
          <p:spPr>
            <a:xfrm>
              <a:off x="5668323" y="1632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8" name="pt9618"/>
            <p:cNvSpPr/>
            <p:nvPr/>
          </p:nvSpPr>
          <p:spPr>
            <a:xfrm>
              <a:off x="4974956" y="2442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9" name="pt9619"/>
            <p:cNvSpPr/>
            <p:nvPr/>
          </p:nvSpPr>
          <p:spPr>
            <a:xfrm>
              <a:off x="5505956" y="2119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0" name="pt9620"/>
            <p:cNvSpPr/>
            <p:nvPr/>
          </p:nvSpPr>
          <p:spPr>
            <a:xfrm>
              <a:off x="5296956" y="2228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1" name="pt9621"/>
            <p:cNvSpPr/>
            <p:nvPr/>
          </p:nvSpPr>
          <p:spPr>
            <a:xfrm>
              <a:off x="5842636" y="1918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2" name="pt9622"/>
            <p:cNvSpPr/>
            <p:nvPr/>
          </p:nvSpPr>
          <p:spPr>
            <a:xfrm>
              <a:off x="5239627" y="2198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3" name="pt9623"/>
            <p:cNvSpPr/>
            <p:nvPr/>
          </p:nvSpPr>
          <p:spPr>
            <a:xfrm>
              <a:off x="5309043" y="2068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4" name="pt9624"/>
            <p:cNvSpPr/>
            <p:nvPr/>
          </p:nvSpPr>
          <p:spPr>
            <a:xfrm>
              <a:off x="5274044" y="2194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5" name="pt9625"/>
            <p:cNvSpPr/>
            <p:nvPr/>
          </p:nvSpPr>
          <p:spPr>
            <a:xfrm>
              <a:off x="5398477" y="2258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6" name="pt9626"/>
            <p:cNvSpPr/>
            <p:nvPr/>
          </p:nvSpPr>
          <p:spPr>
            <a:xfrm>
              <a:off x="5781581" y="1747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7" name="pt9627"/>
            <p:cNvSpPr/>
            <p:nvPr/>
          </p:nvSpPr>
          <p:spPr>
            <a:xfrm>
              <a:off x="5592057" y="1979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8" name="pt9628"/>
            <p:cNvSpPr/>
            <p:nvPr/>
          </p:nvSpPr>
          <p:spPr>
            <a:xfrm>
              <a:off x="5657298" y="1855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9" name="pt9629"/>
            <p:cNvSpPr/>
            <p:nvPr/>
          </p:nvSpPr>
          <p:spPr>
            <a:xfrm>
              <a:off x="5305727" y="2249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0" name="pt9630"/>
            <p:cNvSpPr/>
            <p:nvPr/>
          </p:nvSpPr>
          <p:spPr>
            <a:xfrm>
              <a:off x="5614033" y="2103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1" name="pt9631"/>
            <p:cNvSpPr/>
            <p:nvPr/>
          </p:nvSpPr>
          <p:spPr>
            <a:xfrm>
              <a:off x="5476700" y="2169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2" name="pt9632"/>
            <p:cNvSpPr/>
            <p:nvPr/>
          </p:nvSpPr>
          <p:spPr>
            <a:xfrm>
              <a:off x="5814649" y="1974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3" name="pt9633"/>
            <p:cNvSpPr/>
            <p:nvPr/>
          </p:nvSpPr>
          <p:spPr>
            <a:xfrm>
              <a:off x="5457364" y="1981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4" name="pt9634"/>
            <p:cNvSpPr/>
            <p:nvPr/>
          </p:nvSpPr>
          <p:spPr>
            <a:xfrm>
              <a:off x="5618586" y="1982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5" name="pt9635"/>
            <p:cNvSpPr/>
            <p:nvPr/>
          </p:nvSpPr>
          <p:spPr>
            <a:xfrm>
              <a:off x="5275922" y="2157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6" name="pt9636"/>
            <p:cNvSpPr/>
            <p:nvPr/>
          </p:nvSpPr>
          <p:spPr>
            <a:xfrm>
              <a:off x="5058950" y="2460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7" name="pt9637"/>
            <p:cNvSpPr/>
            <p:nvPr/>
          </p:nvSpPr>
          <p:spPr>
            <a:xfrm>
              <a:off x="5042117" y="2507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8" name="pt9638"/>
            <p:cNvSpPr/>
            <p:nvPr/>
          </p:nvSpPr>
          <p:spPr>
            <a:xfrm>
              <a:off x="5207182" y="2047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9" name="pt9639"/>
            <p:cNvSpPr/>
            <p:nvPr/>
          </p:nvSpPr>
          <p:spPr>
            <a:xfrm>
              <a:off x="5502936" y="2081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0" name="pt9640"/>
            <p:cNvSpPr/>
            <p:nvPr/>
          </p:nvSpPr>
          <p:spPr>
            <a:xfrm>
              <a:off x="5842171" y="1883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1" name="pt9641"/>
            <p:cNvSpPr/>
            <p:nvPr/>
          </p:nvSpPr>
          <p:spPr>
            <a:xfrm>
              <a:off x="5310678" y="2159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2" name="pt9642"/>
            <p:cNvSpPr/>
            <p:nvPr/>
          </p:nvSpPr>
          <p:spPr>
            <a:xfrm>
              <a:off x="5494056" y="2167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3" name="pt9643"/>
            <p:cNvSpPr/>
            <p:nvPr/>
          </p:nvSpPr>
          <p:spPr>
            <a:xfrm>
              <a:off x="5394617" y="2130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4" name="pt9644"/>
            <p:cNvSpPr/>
            <p:nvPr/>
          </p:nvSpPr>
          <p:spPr>
            <a:xfrm>
              <a:off x="5597698" y="2076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5" name="pt9645"/>
            <p:cNvSpPr/>
            <p:nvPr/>
          </p:nvSpPr>
          <p:spPr>
            <a:xfrm>
              <a:off x="5341527" y="2315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6" name="pt9646"/>
            <p:cNvSpPr/>
            <p:nvPr/>
          </p:nvSpPr>
          <p:spPr>
            <a:xfrm>
              <a:off x="5229827" y="2026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7" name="pt9647"/>
            <p:cNvSpPr/>
            <p:nvPr/>
          </p:nvSpPr>
          <p:spPr>
            <a:xfrm>
              <a:off x="5235596" y="2096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8" name="pt9648"/>
            <p:cNvSpPr/>
            <p:nvPr/>
          </p:nvSpPr>
          <p:spPr>
            <a:xfrm>
              <a:off x="5287442" y="195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9" name="pt9649"/>
            <p:cNvSpPr/>
            <p:nvPr/>
          </p:nvSpPr>
          <p:spPr>
            <a:xfrm>
              <a:off x="5139540" y="2660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0" name="pt9650"/>
            <p:cNvSpPr/>
            <p:nvPr/>
          </p:nvSpPr>
          <p:spPr>
            <a:xfrm>
              <a:off x="5508589" y="2164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1" name="pt9651"/>
            <p:cNvSpPr/>
            <p:nvPr/>
          </p:nvSpPr>
          <p:spPr>
            <a:xfrm>
              <a:off x="5437940" y="2069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2" name="pt9652"/>
            <p:cNvSpPr/>
            <p:nvPr/>
          </p:nvSpPr>
          <p:spPr>
            <a:xfrm>
              <a:off x="5420573" y="2091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3" name="pt9653"/>
            <p:cNvSpPr/>
            <p:nvPr/>
          </p:nvSpPr>
          <p:spPr>
            <a:xfrm>
              <a:off x="5095353" y="2643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4" name="pt9654"/>
            <p:cNvSpPr/>
            <p:nvPr/>
          </p:nvSpPr>
          <p:spPr>
            <a:xfrm>
              <a:off x="5306846" y="2160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5" name="pt9655"/>
            <p:cNvSpPr/>
            <p:nvPr/>
          </p:nvSpPr>
          <p:spPr>
            <a:xfrm>
              <a:off x="5505853" y="2312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6" name="pt9656"/>
            <p:cNvSpPr/>
            <p:nvPr/>
          </p:nvSpPr>
          <p:spPr>
            <a:xfrm>
              <a:off x="5517275" y="1995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7" name="pt9657"/>
            <p:cNvSpPr/>
            <p:nvPr/>
          </p:nvSpPr>
          <p:spPr>
            <a:xfrm>
              <a:off x="5184903" y="2261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8" name="pt9658"/>
            <p:cNvSpPr/>
            <p:nvPr/>
          </p:nvSpPr>
          <p:spPr>
            <a:xfrm>
              <a:off x="5671059" y="1945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9" name="pt9659"/>
            <p:cNvSpPr/>
            <p:nvPr/>
          </p:nvSpPr>
          <p:spPr>
            <a:xfrm>
              <a:off x="5543587" y="2141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0" name="pt9660"/>
            <p:cNvSpPr/>
            <p:nvPr/>
          </p:nvSpPr>
          <p:spPr>
            <a:xfrm>
              <a:off x="5328092" y="2186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1" name="pt9661"/>
            <p:cNvSpPr/>
            <p:nvPr/>
          </p:nvSpPr>
          <p:spPr>
            <a:xfrm>
              <a:off x="5668659" y="1690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2" name="pt9662"/>
            <p:cNvSpPr/>
            <p:nvPr/>
          </p:nvSpPr>
          <p:spPr>
            <a:xfrm>
              <a:off x="5666852" y="1802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3" name="pt9663"/>
            <p:cNvSpPr/>
            <p:nvPr/>
          </p:nvSpPr>
          <p:spPr>
            <a:xfrm>
              <a:off x="5123250" y="2665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4" name="pt9664"/>
            <p:cNvSpPr/>
            <p:nvPr/>
          </p:nvSpPr>
          <p:spPr>
            <a:xfrm>
              <a:off x="5429990" y="2124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5" name="pt9665"/>
            <p:cNvSpPr/>
            <p:nvPr/>
          </p:nvSpPr>
          <p:spPr>
            <a:xfrm>
              <a:off x="5606138" y="1905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6" name="pt9666"/>
            <p:cNvSpPr/>
            <p:nvPr/>
          </p:nvSpPr>
          <p:spPr>
            <a:xfrm>
              <a:off x="5895986" y="1909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7" name="pt9667"/>
            <p:cNvSpPr/>
            <p:nvPr/>
          </p:nvSpPr>
          <p:spPr>
            <a:xfrm>
              <a:off x="5582198" y="1948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8" name="pt9668"/>
            <p:cNvSpPr/>
            <p:nvPr/>
          </p:nvSpPr>
          <p:spPr>
            <a:xfrm>
              <a:off x="5505952" y="2264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9" name="pt9669"/>
            <p:cNvSpPr/>
            <p:nvPr/>
          </p:nvSpPr>
          <p:spPr>
            <a:xfrm>
              <a:off x="5020669" y="2276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0" name="pt9670"/>
            <p:cNvSpPr/>
            <p:nvPr/>
          </p:nvSpPr>
          <p:spPr>
            <a:xfrm>
              <a:off x="5371656" y="2045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1" name="pt9671"/>
            <p:cNvSpPr/>
            <p:nvPr/>
          </p:nvSpPr>
          <p:spPr>
            <a:xfrm>
              <a:off x="5406347" y="2339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2" name="pt9672"/>
            <p:cNvSpPr/>
            <p:nvPr/>
          </p:nvSpPr>
          <p:spPr>
            <a:xfrm>
              <a:off x="5518215" y="2078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3" name="pt9673"/>
            <p:cNvSpPr/>
            <p:nvPr/>
          </p:nvSpPr>
          <p:spPr>
            <a:xfrm>
              <a:off x="5474634" y="2186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4" name="pt9674"/>
            <p:cNvSpPr/>
            <p:nvPr/>
          </p:nvSpPr>
          <p:spPr>
            <a:xfrm>
              <a:off x="5800628" y="1914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5" name="pt9675"/>
            <p:cNvSpPr/>
            <p:nvPr/>
          </p:nvSpPr>
          <p:spPr>
            <a:xfrm>
              <a:off x="5295662" y="2121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6" name="pt9676"/>
            <p:cNvSpPr/>
            <p:nvPr/>
          </p:nvSpPr>
          <p:spPr>
            <a:xfrm>
              <a:off x="5433652" y="2168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7" name="pt9677"/>
            <p:cNvSpPr/>
            <p:nvPr/>
          </p:nvSpPr>
          <p:spPr>
            <a:xfrm>
              <a:off x="5261457" y="2206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8" name="pt9678"/>
            <p:cNvSpPr/>
            <p:nvPr/>
          </p:nvSpPr>
          <p:spPr>
            <a:xfrm>
              <a:off x="5211796" y="211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9" name="pt9679"/>
            <p:cNvSpPr/>
            <p:nvPr/>
          </p:nvSpPr>
          <p:spPr>
            <a:xfrm>
              <a:off x="5935111" y="1716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0" name="pt9680"/>
            <p:cNvSpPr/>
            <p:nvPr/>
          </p:nvSpPr>
          <p:spPr>
            <a:xfrm>
              <a:off x="5405646" y="2302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1" name="pt9681"/>
            <p:cNvSpPr/>
            <p:nvPr/>
          </p:nvSpPr>
          <p:spPr>
            <a:xfrm>
              <a:off x="5445600" y="1996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2" name="pt9682"/>
            <p:cNvSpPr/>
            <p:nvPr/>
          </p:nvSpPr>
          <p:spPr>
            <a:xfrm>
              <a:off x="5717850" y="1857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3" name="pt9683"/>
            <p:cNvSpPr/>
            <p:nvPr/>
          </p:nvSpPr>
          <p:spPr>
            <a:xfrm>
              <a:off x="5151790" y="254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4" name="pt9684"/>
            <p:cNvSpPr/>
            <p:nvPr/>
          </p:nvSpPr>
          <p:spPr>
            <a:xfrm>
              <a:off x="5367273" y="2030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5" name="pt9685"/>
            <p:cNvSpPr/>
            <p:nvPr/>
          </p:nvSpPr>
          <p:spPr>
            <a:xfrm>
              <a:off x="5279389" y="2252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6" name="pt9686"/>
            <p:cNvSpPr/>
            <p:nvPr/>
          </p:nvSpPr>
          <p:spPr>
            <a:xfrm>
              <a:off x="5012925" y="2289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7" name="pt9687"/>
            <p:cNvSpPr/>
            <p:nvPr/>
          </p:nvSpPr>
          <p:spPr>
            <a:xfrm>
              <a:off x="5329114" y="2104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8" name="pt9688"/>
            <p:cNvSpPr/>
            <p:nvPr/>
          </p:nvSpPr>
          <p:spPr>
            <a:xfrm>
              <a:off x="5312515" y="2163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9" name="pt9689"/>
            <p:cNvSpPr/>
            <p:nvPr/>
          </p:nvSpPr>
          <p:spPr>
            <a:xfrm>
              <a:off x="5256876" y="2175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0" name="pt9690"/>
            <p:cNvSpPr/>
            <p:nvPr/>
          </p:nvSpPr>
          <p:spPr>
            <a:xfrm>
              <a:off x="5502478" y="2086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1" name="pt9691"/>
            <p:cNvSpPr/>
            <p:nvPr/>
          </p:nvSpPr>
          <p:spPr>
            <a:xfrm>
              <a:off x="5393119" y="2288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2" name="pt9692"/>
            <p:cNvSpPr/>
            <p:nvPr/>
          </p:nvSpPr>
          <p:spPr>
            <a:xfrm>
              <a:off x="5569172" y="1954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3" name="pt9693"/>
            <p:cNvSpPr/>
            <p:nvPr/>
          </p:nvSpPr>
          <p:spPr>
            <a:xfrm>
              <a:off x="5378354" y="2159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4" name="pt9694"/>
            <p:cNvSpPr/>
            <p:nvPr/>
          </p:nvSpPr>
          <p:spPr>
            <a:xfrm>
              <a:off x="5783025" y="1845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5" name="pt9695"/>
            <p:cNvSpPr/>
            <p:nvPr/>
          </p:nvSpPr>
          <p:spPr>
            <a:xfrm>
              <a:off x="5677161" y="1911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6" name="pt9696"/>
            <p:cNvSpPr/>
            <p:nvPr/>
          </p:nvSpPr>
          <p:spPr>
            <a:xfrm>
              <a:off x="5471005" y="1910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7" name="pt9697"/>
            <p:cNvSpPr/>
            <p:nvPr/>
          </p:nvSpPr>
          <p:spPr>
            <a:xfrm>
              <a:off x="5722590" y="1925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8" name="pt9698"/>
            <p:cNvSpPr/>
            <p:nvPr/>
          </p:nvSpPr>
          <p:spPr>
            <a:xfrm>
              <a:off x="5040313" y="2469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9" name="pt9699"/>
            <p:cNvSpPr/>
            <p:nvPr/>
          </p:nvSpPr>
          <p:spPr>
            <a:xfrm>
              <a:off x="5550059" y="2229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0" name="pt9700"/>
            <p:cNvSpPr/>
            <p:nvPr/>
          </p:nvSpPr>
          <p:spPr>
            <a:xfrm>
              <a:off x="5104288" y="2624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1" name="pt9701"/>
            <p:cNvSpPr/>
            <p:nvPr/>
          </p:nvSpPr>
          <p:spPr>
            <a:xfrm>
              <a:off x="5381492" y="2168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2" name="pt9702"/>
            <p:cNvSpPr/>
            <p:nvPr/>
          </p:nvSpPr>
          <p:spPr>
            <a:xfrm>
              <a:off x="5744569" y="2087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3" name="pt9703"/>
            <p:cNvSpPr/>
            <p:nvPr/>
          </p:nvSpPr>
          <p:spPr>
            <a:xfrm>
              <a:off x="5486309" y="2184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4" name="pt9704"/>
            <p:cNvSpPr/>
            <p:nvPr/>
          </p:nvSpPr>
          <p:spPr>
            <a:xfrm>
              <a:off x="4765428" y="2722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5" name="pt9705"/>
            <p:cNvSpPr/>
            <p:nvPr/>
          </p:nvSpPr>
          <p:spPr>
            <a:xfrm>
              <a:off x="5364361" y="2027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6" name="pt9706"/>
            <p:cNvSpPr/>
            <p:nvPr/>
          </p:nvSpPr>
          <p:spPr>
            <a:xfrm>
              <a:off x="5339649" y="2281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7" name="pt9707"/>
            <p:cNvSpPr/>
            <p:nvPr/>
          </p:nvSpPr>
          <p:spPr>
            <a:xfrm>
              <a:off x="5631808" y="2105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8" name="pt9708"/>
            <p:cNvSpPr/>
            <p:nvPr/>
          </p:nvSpPr>
          <p:spPr>
            <a:xfrm>
              <a:off x="5447384" y="1972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9" name="pt9709"/>
            <p:cNvSpPr/>
            <p:nvPr/>
          </p:nvSpPr>
          <p:spPr>
            <a:xfrm>
              <a:off x="5587921" y="1987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0" name="pt9710"/>
            <p:cNvSpPr/>
            <p:nvPr/>
          </p:nvSpPr>
          <p:spPr>
            <a:xfrm>
              <a:off x="5427834" y="2198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1" name="pt9711"/>
            <p:cNvSpPr/>
            <p:nvPr/>
          </p:nvSpPr>
          <p:spPr>
            <a:xfrm>
              <a:off x="4952024" y="238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2" name="pt9712"/>
            <p:cNvSpPr/>
            <p:nvPr/>
          </p:nvSpPr>
          <p:spPr>
            <a:xfrm>
              <a:off x="5483609" y="2108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3" name="pt9713"/>
            <p:cNvSpPr/>
            <p:nvPr/>
          </p:nvSpPr>
          <p:spPr>
            <a:xfrm>
              <a:off x="5669446" y="1716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4" name="pt9714"/>
            <p:cNvSpPr/>
            <p:nvPr/>
          </p:nvSpPr>
          <p:spPr>
            <a:xfrm>
              <a:off x="5446947" y="2002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5" name="pt9715"/>
            <p:cNvSpPr/>
            <p:nvPr/>
          </p:nvSpPr>
          <p:spPr>
            <a:xfrm>
              <a:off x="5129735" y="25814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6" name="pt9716"/>
            <p:cNvSpPr/>
            <p:nvPr/>
          </p:nvSpPr>
          <p:spPr>
            <a:xfrm>
              <a:off x="5122005" y="2632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7" name="pt9717"/>
            <p:cNvSpPr/>
            <p:nvPr/>
          </p:nvSpPr>
          <p:spPr>
            <a:xfrm>
              <a:off x="5458531" y="2038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8" name="pt9718"/>
            <p:cNvSpPr/>
            <p:nvPr/>
          </p:nvSpPr>
          <p:spPr>
            <a:xfrm>
              <a:off x="5347012" y="2291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9" name="pt9719"/>
            <p:cNvSpPr/>
            <p:nvPr/>
          </p:nvSpPr>
          <p:spPr>
            <a:xfrm>
              <a:off x="5205415" y="2183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0" name="pt9720"/>
            <p:cNvSpPr/>
            <p:nvPr/>
          </p:nvSpPr>
          <p:spPr>
            <a:xfrm>
              <a:off x="5500538" y="2066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1" name="pt9721"/>
            <p:cNvSpPr/>
            <p:nvPr/>
          </p:nvSpPr>
          <p:spPr>
            <a:xfrm>
              <a:off x="5971720" y="2115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2" name="pt9722"/>
            <p:cNvSpPr/>
            <p:nvPr/>
          </p:nvSpPr>
          <p:spPr>
            <a:xfrm>
              <a:off x="5245568" y="2129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3" name="pt9723"/>
            <p:cNvSpPr/>
            <p:nvPr/>
          </p:nvSpPr>
          <p:spPr>
            <a:xfrm>
              <a:off x="5395036" y="2218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4" name="pt9724"/>
            <p:cNvSpPr/>
            <p:nvPr/>
          </p:nvSpPr>
          <p:spPr>
            <a:xfrm>
              <a:off x="5568084" y="1974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5" name="pt9725"/>
            <p:cNvSpPr/>
            <p:nvPr/>
          </p:nvSpPr>
          <p:spPr>
            <a:xfrm>
              <a:off x="5558788" y="2227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6" name="pt9726"/>
            <p:cNvSpPr/>
            <p:nvPr/>
          </p:nvSpPr>
          <p:spPr>
            <a:xfrm>
              <a:off x="5518532" y="2022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7" name="pt9727"/>
            <p:cNvSpPr/>
            <p:nvPr/>
          </p:nvSpPr>
          <p:spPr>
            <a:xfrm>
              <a:off x="5054328" y="2478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8" name="pt9728"/>
            <p:cNvSpPr/>
            <p:nvPr/>
          </p:nvSpPr>
          <p:spPr>
            <a:xfrm>
              <a:off x="5400114" y="2250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9" name="pt9729"/>
            <p:cNvSpPr/>
            <p:nvPr/>
          </p:nvSpPr>
          <p:spPr>
            <a:xfrm>
              <a:off x="5631611" y="2020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0" name="pt9730"/>
            <p:cNvSpPr/>
            <p:nvPr/>
          </p:nvSpPr>
          <p:spPr>
            <a:xfrm>
              <a:off x="5049170" y="2398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1" name="pt9731"/>
            <p:cNvSpPr/>
            <p:nvPr/>
          </p:nvSpPr>
          <p:spPr>
            <a:xfrm>
              <a:off x="5495423" y="229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2" name="pt9732"/>
            <p:cNvSpPr/>
            <p:nvPr/>
          </p:nvSpPr>
          <p:spPr>
            <a:xfrm>
              <a:off x="4853931" y="2724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3" name="pt9733"/>
            <p:cNvSpPr/>
            <p:nvPr/>
          </p:nvSpPr>
          <p:spPr>
            <a:xfrm>
              <a:off x="5227973" y="184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4" name="pt9734"/>
            <p:cNvSpPr/>
            <p:nvPr/>
          </p:nvSpPr>
          <p:spPr>
            <a:xfrm>
              <a:off x="5173903" y="2436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5" name="pt9735"/>
            <p:cNvSpPr/>
            <p:nvPr/>
          </p:nvSpPr>
          <p:spPr>
            <a:xfrm>
              <a:off x="5515387" y="2149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6" name="pt9736"/>
            <p:cNvSpPr/>
            <p:nvPr/>
          </p:nvSpPr>
          <p:spPr>
            <a:xfrm>
              <a:off x="5473616" y="2048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7" name="pt9737"/>
            <p:cNvSpPr/>
            <p:nvPr/>
          </p:nvSpPr>
          <p:spPr>
            <a:xfrm>
              <a:off x="5676903" y="1888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8" name="pt9738"/>
            <p:cNvSpPr/>
            <p:nvPr/>
          </p:nvSpPr>
          <p:spPr>
            <a:xfrm>
              <a:off x="4870058" y="2696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9" name="pt9739"/>
            <p:cNvSpPr/>
            <p:nvPr/>
          </p:nvSpPr>
          <p:spPr>
            <a:xfrm>
              <a:off x="5576806" y="1888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0" name="pt9740"/>
            <p:cNvSpPr/>
            <p:nvPr/>
          </p:nvSpPr>
          <p:spPr>
            <a:xfrm>
              <a:off x="5065484" y="235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1" name="pt9741"/>
            <p:cNvSpPr/>
            <p:nvPr/>
          </p:nvSpPr>
          <p:spPr>
            <a:xfrm>
              <a:off x="5790593" y="1905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2" name="pt9742"/>
            <p:cNvSpPr/>
            <p:nvPr/>
          </p:nvSpPr>
          <p:spPr>
            <a:xfrm>
              <a:off x="5356941" y="2285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3" name="pt9743"/>
            <p:cNvSpPr/>
            <p:nvPr/>
          </p:nvSpPr>
          <p:spPr>
            <a:xfrm>
              <a:off x="5611208" y="2089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4" name="pt9744"/>
            <p:cNvSpPr/>
            <p:nvPr/>
          </p:nvSpPr>
          <p:spPr>
            <a:xfrm>
              <a:off x="5377709" y="2208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5" name="pt9745"/>
            <p:cNvSpPr/>
            <p:nvPr/>
          </p:nvSpPr>
          <p:spPr>
            <a:xfrm>
              <a:off x="5278596" y="2185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6" name="pt9746"/>
            <p:cNvSpPr/>
            <p:nvPr/>
          </p:nvSpPr>
          <p:spPr>
            <a:xfrm>
              <a:off x="5356152" y="2319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7" name="pt9747"/>
            <p:cNvSpPr/>
            <p:nvPr/>
          </p:nvSpPr>
          <p:spPr>
            <a:xfrm>
              <a:off x="5489853" y="2119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8" name="pt9748"/>
            <p:cNvSpPr/>
            <p:nvPr/>
          </p:nvSpPr>
          <p:spPr>
            <a:xfrm>
              <a:off x="4911439" y="1862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9" name="pt9749"/>
            <p:cNvSpPr/>
            <p:nvPr/>
          </p:nvSpPr>
          <p:spPr>
            <a:xfrm>
              <a:off x="5558977" y="2186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0" name="pt9750"/>
            <p:cNvSpPr/>
            <p:nvPr/>
          </p:nvSpPr>
          <p:spPr>
            <a:xfrm>
              <a:off x="5036404" y="2474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1" name="pt9751"/>
            <p:cNvSpPr/>
            <p:nvPr/>
          </p:nvSpPr>
          <p:spPr>
            <a:xfrm>
              <a:off x="5185822" y="2073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2" name="pt9752"/>
            <p:cNvSpPr/>
            <p:nvPr/>
          </p:nvSpPr>
          <p:spPr>
            <a:xfrm>
              <a:off x="5496597" y="2154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3" name="pt9753"/>
            <p:cNvSpPr/>
            <p:nvPr/>
          </p:nvSpPr>
          <p:spPr>
            <a:xfrm>
              <a:off x="5357900" y="2258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4" name="pt9754"/>
            <p:cNvSpPr/>
            <p:nvPr/>
          </p:nvSpPr>
          <p:spPr>
            <a:xfrm>
              <a:off x="5479870" y="2076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5" name="pt9755"/>
            <p:cNvSpPr/>
            <p:nvPr/>
          </p:nvSpPr>
          <p:spPr>
            <a:xfrm>
              <a:off x="5578873" y="2113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6" name="pt9756"/>
            <p:cNvSpPr/>
            <p:nvPr/>
          </p:nvSpPr>
          <p:spPr>
            <a:xfrm>
              <a:off x="5653666" y="156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7" name="pt9757"/>
            <p:cNvSpPr/>
            <p:nvPr/>
          </p:nvSpPr>
          <p:spPr>
            <a:xfrm>
              <a:off x="4668602" y="2627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8" name="pt9758"/>
            <p:cNvSpPr/>
            <p:nvPr/>
          </p:nvSpPr>
          <p:spPr>
            <a:xfrm>
              <a:off x="5277112" y="2191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9" name="pt9759"/>
            <p:cNvSpPr/>
            <p:nvPr/>
          </p:nvSpPr>
          <p:spPr>
            <a:xfrm>
              <a:off x="4969915" y="2579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0" name="pt9760"/>
            <p:cNvSpPr/>
            <p:nvPr/>
          </p:nvSpPr>
          <p:spPr>
            <a:xfrm>
              <a:off x="5097975" y="2630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1" name="pt9761"/>
            <p:cNvSpPr/>
            <p:nvPr/>
          </p:nvSpPr>
          <p:spPr>
            <a:xfrm>
              <a:off x="5199043" y="2160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2" name="pt9762"/>
            <p:cNvSpPr/>
            <p:nvPr/>
          </p:nvSpPr>
          <p:spPr>
            <a:xfrm>
              <a:off x="5568541" y="2146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3" name="pt9763"/>
            <p:cNvSpPr/>
            <p:nvPr/>
          </p:nvSpPr>
          <p:spPr>
            <a:xfrm>
              <a:off x="5052098" y="2575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4" name="pt9764"/>
            <p:cNvSpPr/>
            <p:nvPr/>
          </p:nvSpPr>
          <p:spPr>
            <a:xfrm>
              <a:off x="5359546" y="2269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5" name="pt9765"/>
            <p:cNvSpPr/>
            <p:nvPr/>
          </p:nvSpPr>
          <p:spPr>
            <a:xfrm>
              <a:off x="5505600" y="2167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6" name="pt9766"/>
            <p:cNvSpPr/>
            <p:nvPr/>
          </p:nvSpPr>
          <p:spPr>
            <a:xfrm>
              <a:off x="5161177" y="2270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7" name="pt9767"/>
            <p:cNvSpPr/>
            <p:nvPr/>
          </p:nvSpPr>
          <p:spPr>
            <a:xfrm>
              <a:off x="5800857" y="1915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8" name="pt9768"/>
            <p:cNvSpPr/>
            <p:nvPr/>
          </p:nvSpPr>
          <p:spPr>
            <a:xfrm>
              <a:off x="5741767" y="2238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9" name="pt9769"/>
            <p:cNvSpPr/>
            <p:nvPr/>
          </p:nvSpPr>
          <p:spPr>
            <a:xfrm>
              <a:off x="5333593" y="2256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0" name="pt9770"/>
            <p:cNvSpPr/>
            <p:nvPr/>
          </p:nvSpPr>
          <p:spPr>
            <a:xfrm>
              <a:off x="5437083" y="2048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1" name="pt9771"/>
            <p:cNvSpPr/>
            <p:nvPr/>
          </p:nvSpPr>
          <p:spPr>
            <a:xfrm>
              <a:off x="5072598" y="2513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2" name="pt9772"/>
            <p:cNvSpPr/>
            <p:nvPr/>
          </p:nvSpPr>
          <p:spPr>
            <a:xfrm>
              <a:off x="5688815" y="2055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3" name="pt9773"/>
            <p:cNvSpPr/>
            <p:nvPr/>
          </p:nvSpPr>
          <p:spPr>
            <a:xfrm>
              <a:off x="5415109" y="2219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4" name="pt9774"/>
            <p:cNvSpPr/>
            <p:nvPr/>
          </p:nvSpPr>
          <p:spPr>
            <a:xfrm>
              <a:off x="5723109" y="1991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5" name="pt9775"/>
            <p:cNvSpPr/>
            <p:nvPr/>
          </p:nvSpPr>
          <p:spPr>
            <a:xfrm>
              <a:off x="5124740" y="2756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6" name="pt9776"/>
            <p:cNvSpPr/>
            <p:nvPr/>
          </p:nvSpPr>
          <p:spPr>
            <a:xfrm>
              <a:off x="5459605" y="2036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7" name="pt9777"/>
            <p:cNvSpPr/>
            <p:nvPr/>
          </p:nvSpPr>
          <p:spPr>
            <a:xfrm>
              <a:off x="5311553" y="2213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8" name="pt9778"/>
            <p:cNvSpPr/>
            <p:nvPr/>
          </p:nvSpPr>
          <p:spPr>
            <a:xfrm>
              <a:off x="5650937" y="1882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9" name="pt9779"/>
            <p:cNvSpPr/>
            <p:nvPr/>
          </p:nvSpPr>
          <p:spPr>
            <a:xfrm>
              <a:off x="5388411" y="2160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0" name="pt9780"/>
            <p:cNvSpPr/>
            <p:nvPr/>
          </p:nvSpPr>
          <p:spPr>
            <a:xfrm>
              <a:off x="5505875" y="2163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1" name="pt9781"/>
            <p:cNvSpPr/>
            <p:nvPr/>
          </p:nvSpPr>
          <p:spPr>
            <a:xfrm>
              <a:off x="5650397" y="188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2" name="pt9782"/>
            <p:cNvSpPr/>
            <p:nvPr/>
          </p:nvSpPr>
          <p:spPr>
            <a:xfrm>
              <a:off x="5641520" y="2019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3" name="pt9783"/>
            <p:cNvSpPr/>
            <p:nvPr/>
          </p:nvSpPr>
          <p:spPr>
            <a:xfrm>
              <a:off x="5568701" y="1957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4" name="pt9784"/>
            <p:cNvSpPr/>
            <p:nvPr/>
          </p:nvSpPr>
          <p:spPr>
            <a:xfrm>
              <a:off x="5558634" y="2254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5" name="pt9785"/>
            <p:cNvSpPr/>
            <p:nvPr/>
          </p:nvSpPr>
          <p:spPr>
            <a:xfrm>
              <a:off x="5111153" y="2563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6" name="pt9786"/>
            <p:cNvSpPr/>
            <p:nvPr/>
          </p:nvSpPr>
          <p:spPr>
            <a:xfrm>
              <a:off x="5425696" y="211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7" name="pt9787"/>
            <p:cNvSpPr/>
            <p:nvPr/>
          </p:nvSpPr>
          <p:spPr>
            <a:xfrm>
              <a:off x="5044501" y="2367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8" name="pt9788"/>
            <p:cNvSpPr/>
            <p:nvPr/>
          </p:nvSpPr>
          <p:spPr>
            <a:xfrm>
              <a:off x="5672831" y="1757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9" name="pt9789"/>
            <p:cNvSpPr/>
            <p:nvPr/>
          </p:nvSpPr>
          <p:spPr>
            <a:xfrm>
              <a:off x="5064887" y="2600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0" name="pt9790"/>
            <p:cNvSpPr/>
            <p:nvPr/>
          </p:nvSpPr>
          <p:spPr>
            <a:xfrm>
              <a:off x="5105736" y="256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1" name="pt9791"/>
            <p:cNvSpPr/>
            <p:nvPr/>
          </p:nvSpPr>
          <p:spPr>
            <a:xfrm>
              <a:off x="5280380" y="2123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2" name="pt9792"/>
            <p:cNvSpPr/>
            <p:nvPr/>
          </p:nvSpPr>
          <p:spPr>
            <a:xfrm>
              <a:off x="5574832" y="1985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3" name="pt9793"/>
            <p:cNvSpPr/>
            <p:nvPr/>
          </p:nvSpPr>
          <p:spPr>
            <a:xfrm>
              <a:off x="5618627" y="1996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4" name="pt9794"/>
            <p:cNvSpPr/>
            <p:nvPr/>
          </p:nvSpPr>
          <p:spPr>
            <a:xfrm>
              <a:off x="5538848" y="2223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5" name="pt9795"/>
            <p:cNvSpPr/>
            <p:nvPr/>
          </p:nvSpPr>
          <p:spPr>
            <a:xfrm>
              <a:off x="5408521" y="2295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6" name="pt9796"/>
            <p:cNvSpPr/>
            <p:nvPr/>
          </p:nvSpPr>
          <p:spPr>
            <a:xfrm>
              <a:off x="5300370" y="2231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7" name="pt9797"/>
            <p:cNvSpPr/>
            <p:nvPr/>
          </p:nvSpPr>
          <p:spPr>
            <a:xfrm>
              <a:off x="5410432" y="2087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8" name="pt9798"/>
            <p:cNvSpPr/>
            <p:nvPr/>
          </p:nvSpPr>
          <p:spPr>
            <a:xfrm>
              <a:off x="5650676" y="1946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9" name="pt9799"/>
            <p:cNvSpPr/>
            <p:nvPr/>
          </p:nvSpPr>
          <p:spPr>
            <a:xfrm>
              <a:off x="5733364" y="1872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0" name="pt9800"/>
            <p:cNvSpPr/>
            <p:nvPr/>
          </p:nvSpPr>
          <p:spPr>
            <a:xfrm>
              <a:off x="5559278" y="2233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1" name="pt9801"/>
            <p:cNvSpPr/>
            <p:nvPr/>
          </p:nvSpPr>
          <p:spPr>
            <a:xfrm>
              <a:off x="5363058" y="2052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2" name="pt9802"/>
            <p:cNvSpPr/>
            <p:nvPr/>
          </p:nvSpPr>
          <p:spPr>
            <a:xfrm>
              <a:off x="5251538" y="2165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3" name="pt9803"/>
            <p:cNvSpPr/>
            <p:nvPr/>
          </p:nvSpPr>
          <p:spPr>
            <a:xfrm>
              <a:off x="5239002" y="2071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4" name="pt9804"/>
            <p:cNvSpPr/>
            <p:nvPr/>
          </p:nvSpPr>
          <p:spPr>
            <a:xfrm>
              <a:off x="5628613" y="1958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5" name="pt9805"/>
            <p:cNvSpPr/>
            <p:nvPr/>
          </p:nvSpPr>
          <p:spPr>
            <a:xfrm>
              <a:off x="5467958" y="2059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6" name="pt9806"/>
            <p:cNvSpPr/>
            <p:nvPr/>
          </p:nvSpPr>
          <p:spPr>
            <a:xfrm>
              <a:off x="5637628" y="2136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7" name="pt9807"/>
            <p:cNvSpPr/>
            <p:nvPr/>
          </p:nvSpPr>
          <p:spPr>
            <a:xfrm>
              <a:off x="5677856" y="1894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8" name="pt9808"/>
            <p:cNvSpPr/>
            <p:nvPr/>
          </p:nvSpPr>
          <p:spPr>
            <a:xfrm>
              <a:off x="5410410" y="2164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9" name="pt9809"/>
            <p:cNvSpPr/>
            <p:nvPr/>
          </p:nvSpPr>
          <p:spPr>
            <a:xfrm>
              <a:off x="5358296" y="2292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0" name="pt9810"/>
            <p:cNvSpPr/>
            <p:nvPr/>
          </p:nvSpPr>
          <p:spPr>
            <a:xfrm>
              <a:off x="5560613" y="2280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1" name="pt9811"/>
            <p:cNvSpPr/>
            <p:nvPr/>
          </p:nvSpPr>
          <p:spPr>
            <a:xfrm>
              <a:off x="5729590" y="1942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2" name="pt9812"/>
            <p:cNvSpPr/>
            <p:nvPr/>
          </p:nvSpPr>
          <p:spPr>
            <a:xfrm>
              <a:off x="5733911" y="1974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3" name="pt9813"/>
            <p:cNvSpPr/>
            <p:nvPr/>
          </p:nvSpPr>
          <p:spPr>
            <a:xfrm>
              <a:off x="5397643" y="2183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4" name="pt9814"/>
            <p:cNvSpPr/>
            <p:nvPr/>
          </p:nvSpPr>
          <p:spPr>
            <a:xfrm>
              <a:off x="5432181" y="2043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5" name="pt9815"/>
            <p:cNvSpPr/>
            <p:nvPr/>
          </p:nvSpPr>
          <p:spPr>
            <a:xfrm>
              <a:off x="5219261" y="2017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6" name="pt9816"/>
            <p:cNvSpPr/>
            <p:nvPr/>
          </p:nvSpPr>
          <p:spPr>
            <a:xfrm>
              <a:off x="5197634" y="2154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7" name="pt9817"/>
            <p:cNvSpPr/>
            <p:nvPr/>
          </p:nvSpPr>
          <p:spPr>
            <a:xfrm>
              <a:off x="4790686" y="2594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8" name="pt9818"/>
            <p:cNvSpPr/>
            <p:nvPr/>
          </p:nvSpPr>
          <p:spPr>
            <a:xfrm>
              <a:off x="5126332" y="2494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9" name="pt9819"/>
            <p:cNvSpPr/>
            <p:nvPr/>
          </p:nvSpPr>
          <p:spPr>
            <a:xfrm>
              <a:off x="5436934" y="2106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0" name="pt9820"/>
            <p:cNvSpPr/>
            <p:nvPr/>
          </p:nvSpPr>
          <p:spPr>
            <a:xfrm>
              <a:off x="5838494" y="1485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1" name="pt9821"/>
            <p:cNvSpPr/>
            <p:nvPr/>
          </p:nvSpPr>
          <p:spPr>
            <a:xfrm>
              <a:off x="5068621" y="2329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2" name="pt9822"/>
            <p:cNvSpPr/>
            <p:nvPr/>
          </p:nvSpPr>
          <p:spPr>
            <a:xfrm>
              <a:off x="4922627" y="1695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3" name="pt9823"/>
            <p:cNvSpPr/>
            <p:nvPr/>
          </p:nvSpPr>
          <p:spPr>
            <a:xfrm>
              <a:off x="5524096" y="2094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4" name="pt9824"/>
            <p:cNvSpPr/>
            <p:nvPr/>
          </p:nvSpPr>
          <p:spPr>
            <a:xfrm>
              <a:off x="5430244" y="2127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5" name="pt9825"/>
            <p:cNvSpPr/>
            <p:nvPr/>
          </p:nvSpPr>
          <p:spPr>
            <a:xfrm>
              <a:off x="5386316" y="220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6" name="pt9826"/>
            <p:cNvSpPr/>
            <p:nvPr/>
          </p:nvSpPr>
          <p:spPr>
            <a:xfrm>
              <a:off x="5143867" y="2786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7" name="pt9827"/>
            <p:cNvSpPr/>
            <p:nvPr/>
          </p:nvSpPr>
          <p:spPr>
            <a:xfrm>
              <a:off x="5110354" y="2485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8" name="pt9828"/>
            <p:cNvSpPr/>
            <p:nvPr/>
          </p:nvSpPr>
          <p:spPr>
            <a:xfrm>
              <a:off x="5371289" y="2097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9" name="pt9829"/>
            <p:cNvSpPr/>
            <p:nvPr/>
          </p:nvSpPr>
          <p:spPr>
            <a:xfrm>
              <a:off x="5739336" y="2030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0" name="pt9830"/>
            <p:cNvSpPr/>
            <p:nvPr/>
          </p:nvSpPr>
          <p:spPr>
            <a:xfrm>
              <a:off x="5084169" y="2094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1" name="pt9831"/>
            <p:cNvSpPr/>
            <p:nvPr/>
          </p:nvSpPr>
          <p:spPr>
            <a:xfrm>
              <a:off x="5349894" y="2241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2" name="pt9832"/>
            <p:cNvSpPr/>
            <p:nvPr/>
          </p:nvSpPr>
          <p:spPr>
            <a:xfrm>
              <a:off x="5488960" y="2145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3" name="pt9833"/>
            <p:cNvSpPr/>
            <p:nvPr/>
          </p:nvSpPr>
          <p:spPr>
            <a:xfrm>
              <a:off x="5407874" y="2152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4" name="pt9834"/>
            <p:cNvSpPr/>
            <p:nvPr/>
          </p:nvSpPr>
          <p:spPr>
            <a:xfrm>
              <a:off x="5330572" y="2088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5" name="pt9835"/>
            <p:cNvSpPr/>
            <p:nvPr/>
          </p:nvSpPr>
          <p:spPr>
            <a:xfrm>
              <a:off x="5349341" y="2198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6" name="pt9836"/>
            <p:cNvSpPr/>
            <p:nvPr/>
          </p:nvSpPr>
          <p:spPr>
            <a:xfrm>
              <a:off x="5263943" y="2091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7" name="pt9837"/>
            <p:cNvSpPr/>
            <p:nvPr/>
          </p:nvSpPr>
          <p:spPr>
            <a:xfrm>
              <a:off x="5766513" y="1787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8" name="pt9838"/>
            <p:cNvSpPr/>
            <p:nvPr/>
          </p:nvSpPr>
          <p:spPr>
            <a:xfrm>
              <a:off x="5323500" y="2121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9" name="pt9839"/>
            <p:cNvSpPr/>
            <p:nvPr/>
          </p:nvSpPr>
          <p:spPr>
            <a:xfrm>
              <a:off x="5719136" y="1876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0" name="pt9840"/>
            <p:cNvSpPr/>
            <p:nvPr/>
          </p:nvSpPr>
          <p:spPr>
            <a:xfrm>
              <a:off x="5344425" y="2254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1" name="pt9841"/>
            <p:cNvSpPr/>
            <p:nvPr/>
          </p:nvSpPr>
          <p:spPr>
            <a:xfrm>
              <a:off x="5651615" y="1914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2" name="pt9842"/>
            <p:cNvSpPr/>
            <p:nvPr/>
          </p:nvSpPr>
          <p:spPr>
            <a:xfrm>
              <a:off x="5191862" y="2158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3" name="pt9843"/>
            <p:cNvSpPr/>
            <p:nvPr/>
          </p:nvSpPr>
          <p:spPr>
            <a:xfrm>
              <a:off x="5478641" y="2122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4" name="pt9844"/>
            <p:cNvSpPr/>
            <p:nvPr/>
          </p:nvSpPr>
          <p:spPr>
            <a:xfrm>
              <a:off x="5286259" y="2039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5" name="pt9845"/>
            <p:cNvSpPr/>
            <p:nvPr/>
          </p:nvSpPr>
          <p:spPr>
            <a:xfrm>
              <a:off x="5510762" y="2138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6" name="pt9846"/>
            <p:cNvSpPr/>
            <p:nvPr/>
          </p:nvSpPr>
          <p:spPr>
            <a:xfrm>
              <a:off x="5737611" y="1947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7" name="pt9847"/>
            <p:cNvSpPr/>
            <p:nvPr/>
          </p:nvSpPr>
          <p:spPr>
            <a:xfrm>
              <a:off x="5630523" y="1981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8" name="pt9848"/>
            <p:cNvSpPr/>
            <p:nvPr/>
          </p:nvSpPr>
          <p:spPr>
            <a:xfrm>
              <a:off x="5064477" y="2573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9" name="pt9849"/>
            <p:cNvSpPr/>
            <p:nvPr/>
          </p:nvSpPr>
          <p:spPr>
            <a:xfrm>
              <a:off x="5586147" y="2035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0" name="pt9850"/>
            <p:cNvSpPr/>
            <p:nvPr/>
          </p:nvSpPr>
          <p:spPr>
            <a:xfrm>
              <a:off x="5839248" y="1799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1" name="pt9851"/>
            <p:cNvSpPr/>
            <p:nvPr/>
          </p:nvSpPr>
          <p:spPr>
            <a:xfrm>
              <a:off x="5573930" y="1889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2" name="pt9852"/>
            <p:cNvSpPr/>
            <p:nvPr/>
          </p:nvSpPr>
          <p:spPr>
            <a:xfrm>
              <a:off x="5402035" y="2185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3" name="pt9853"/>
            <p:cNvSpPr/>
            <p:nvPr/>
          </p:nvSpPr>
          <p:spPr>
            <a:xfrm>
              <a:off x="5467405" y="2030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4" name="pt9854"/>
            <p:cNvSpPr/>
            <p:nvPr/>
          </p:nvSpPr>
          <p:spPr>
            <a:xfrm>
              <a:off x="5227737" y="2082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5" name="pt9855"/>
            <p:cNvSpPr/>
            <p:nvPr/>
          </p:nvSpPr>
          <p:spPr>
            <a:xfrm>
              <a:off x="5306072" y="2208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6" name="pt9856"/>
            <p:cNvSpPr/>
            <p:nvPr/>
          </p:nvSpPr>
          <p:spPr>
            <a:xfrm>
              <a:off x="5477096" y="2172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7" name="pt9857"/>
            <p:cNvSpPr/>
            <p:nvPr/>
          </p:nvSpPr>
          <p:spPr>
            <a:xfrm>
              <a:off x="5333203" y="2187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8" name="pt9858"/>
            <p:cNvSpPr/>
            <p:nvPr/>
          </p:nvSpPr>
          <p:spPr>
            <a:xfrm>
              <a:off x="5175777" y="2512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9" name="pt9859"/>
            <p:cNvSpPr/>
            <p:nvPr/>
          </p:nvSpPr>
          <p:spPr>
            <a:xfrm>
              <a:off x="5433873" y="2158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0" name="pt9860"/>
            <p:cNvSpPr/>
            <p:nvPr/>
          </p:nvSpPr>
          <p:spPr>
            <a:xfrm>
              <a:off x="5673143" y="1884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1" name="pt9861"/>
            <p:cNvSpPr/>
            <p:nvPr/>
          </p:nvSpPr>
          <p:spPr>
            <a:xfrm>
              <a:off x="5309246" y="2234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2" name="pt9862"/>
            <p:cNvSpPr/>
            <p:nvPr/>
          </p:nvSpPr>
          <p:spPr>
            <a:xfrm>
              <a:off x="5699306" y="2006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3" name="pt9863"/>
            <p:cNvSpPr/>
            <p:nvPr/>
          </p:nvSpPr>
          <p:spPr>
            <a:xfrm>
              <a:off x="5723569" y="1976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4" name="pt9864"/>
            <p:cNvSpPr/>
            <p:nvPr/>
          </p:nvSpPr>
          <p:spPr>
            <a:xfrm>
              <a:off x="5260902" y="2183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5" name="pt9865"/>
            <p:cNvSpPr/>
            <p:nvPr/>
          </p:nvSpPr>
          <p:spPr>
            <a:xfrm>
              <a:off x="5104195" y="2615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6" name="pt9866"/>
            <p:cNvSpPr/>
            <p:nvPr/>
          </p:nvSpPr>
          <p:spPr>
            <a:xfrm>
              <a:off x="5756402" y="2007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7" name="pt9867"/>
            <p:cNvSpPr/>
            <p:nvPr/>
          </p:nvSpPr>
          <p:spPr>
            <a:xfrm>
              <a:off x="5195924" y="2090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8" name="pt9868"/>
            <p:cNvSpPr/>
            <p:nvPr/>
          </p:nvSpPr>
          <p:spPr>
            <a:xfrm>
              <a:off x="5038998" y="2630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9" name="pt9869"/>
            <p:cNvSpPr/>
            <p:nvPr/>
          </p:nvSpPr>
          <p:spPr>
            <a:xfrm>
              <a:off x="5360951" y="2019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0" name="pt9870"/>
            <p:cNvSpPr/>
            <p:nvPr/>
          </p:nvSpPr>
          <p:spPr>
            <a:xfrm>
              <a:off x="5362565" y="1933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1" name="pt9871"/>
            <p:cNvSpPr/>
            <p:nvPr/>
          </p:nvSpPr>
          <p:spPr>
            <a:xfrm>
              <a:off x="5295506" y="2138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2" name="pt9872"/>
            <p:cNvSpPr/>
            <p:nvPr/>
          </p:nvSpPr>
          <p:spPr>
            <a:xfrm>
              <a:off x="5359950" y="2227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3" name="pt9873"/>
            <p:cNvSpPr/>
            <p:nvPr/>
          </p:nvSpPr>
          <p:spPr>
            <a:xfrm>
              <a:off x="5401380" y="2202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4" name="pt9874"/>
            <p:cNvSpPr/>
            <p:nvPr/>
          </p:nvSpPr>
          <p:spPr>
            <a:xfrm>
              <a:off x="5487350" y="2131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5" name="pt9875"/>
            <p:cNvSpPr/>
            <p:nvPr/>
          </p:nvSpPr>
          <p:spPr>
            <a:xfrm>
              <a:off x="5402463" y="2252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6" name="pt9876"/>
            <p:cNvSpPr/>
            <p:nvPr/>
          </p:nvSpPr>
          <p:spPr>
            <a:xfrm>
              <a:off x="5492691" y="2219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7" name="pt9877"/>
            <p:cNvSpPr/>
            <p:nvPr/>
          </p:nvSpPr>
          <p:spPr>
            <a:xfrm>
              <a:off x="5204967" y="2141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8" name="pt9878"/>
            <p:cNvSpPr/>
            <p:nvPr/>
          </p:nvSpPr>
          <p:spPr>
            <a:xfrm>
              <a:off x="4875584" y="3040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9" name="pt9879"/>
            <p:cNvSpPr/>
            <p:nvPr/>
          </p:nvSpPr>
          <p:spPr>
            <a:xfrm>
              <a:off x="5614352" y="1987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0" name="pt9880"/>
            <p:cNvSpPr/>
            <p:nvPr/>
          </p:nvSpPr>
          <p:spPr>
            <a:xfrm>
              <a:off x="5689456" y="2036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1" name="pt9881"/>
            <p:cNvSpPr/>
            <p:nvPr/>
          </p:nvSpPr>
          <p:spPr>
            <a:xfrm>
              <a:off x="5532554" y="2224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2" name="pt9882"/>
            <p:cNvSpPr/>
            <p:nvPr/>
          </p:nvSpPr>
          <p:spPr>
            <a:xfrm>
              <a:off x="5535317" y="2264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3" name="pt9883"/>
            <p:cNvSpPr/>
            <p:nvPr/>
          </p:nvSpPr>
          <p:spPr>
            <a:xfrm>
              <a:off x="5644857" y="1985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4" name="pt9884"/>
            <p:cNvSpPr/>
            <p:nvPr/>
          </p:nvSpPr>
          <p:spPr>
            <a:xfrm>
              <a:off x="5468377" y="2130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5" name="pt9885"/>
            <p:cNvSpPr/>
            <p:nvPr/>
          </p:nvSpPr>
          <p:spPr>
            <a:xfrm>
              <a:off x="5824326" y="1812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6" name="pt9886"/>
            <p:cNvSpPr/>
            <p:nvPr/>
          </p:nvSpPr>
          <p:spPr>
            <a:xfrm>
              <a:off x="5104280" y="2490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7" name="pt9887"/>
            <p:cNvSpPr/>
            <p:nvPr/>
          </p:nvSpPr>
          <p:spPr>
            <a:xfrm>
              <a:off x="5453481" y="1951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8" name="pt9888"/>
            <p:cNvSpPr/>
            <p:nvPr/>
          </p:nvSpPr>
          <p:spPr>
            <a:xfrm>
              <a:off x="5648698" y="1870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9" name="pt9889"/>
            <p:cNvSpPr/>
            <p:nvPr/>
          </p:nvSpPr>
          <p:spPr>
            <a:xfrm>
              <a:off x="5266726" y="2174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0" name="pt9890"/>
            <p:cNvSpPr/>
            <p:nvPr/>
          </p:nvSpPr>
          <p:spPr>
            <a:xfrm>
              <a:off x="5594277" y="2186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1" name="pt9891"/>
            <p:cNvSpPr/>
            <p:nvPr/>
          </p:nvSpPr>
          <p:spPr>
            <a:xfrm>
              <a:off x="4883698" y="2655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2" name="pt9892"/>
            <p:cNvSpPr/>
            <p:nvPr/>
          </p:nvSpPr>
          <p:spPr>
            <a:xfrm>
              <a:off x="5215190" y="2012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3" name="pt9893"/>
            <p:cNvSpPr/>
            <p:nvPr/>
          </p:nvSpPr>
          <p:spPr>
            <a:xfrm>
              <a:off x="5205019" y="2297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4" name="pt9894"/>
            <p:cNvSpPr/>
            <p:nvPr/>
          </p:nvSpPr>
          <p:spPr>
            <a:xfrm>
              <a:off x="5731573" y="2018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5" name="pt9895"/>
            <p:cNvSpPr/>
            <p:nvPr/>
          </p:nvSpPr>
          <p:spPr>
            <a:xfrm>
              <a:off x="5539028" y="2245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6" name="pt9896"/>
            <p:cNvSpPr/>
            <p:nvPr/>
          </p:nvSpPr>
          <p:spPr>
            <a:xfrm>
              <a:off x="5368381" y="2111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7" name="pt9897"/>
            <p:cNvSpPr/>
            <p:nvPr/>
          </p:nvSpPr>
          <p:spPr>
            <a:xfrm>
              <a:off x="5454461" y="2098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8" name="pt9898"/>
            <p:cNvSpPr/>
            <p:nvPr/>
          </p:nvSpPr>
          <p:spPr>
            <a:xfrm>
              <a:off x="5266298" y="2090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9" name="pt9899"/>
            <p:cNvSpPr/>
            <p:nvPr/>
          </p:nvSpPr>
          <p:spPr>
            <a:xfrm>
              <a:off x="5607347" y="2060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0" name="pt9900"/>
            <p:cNvSpPr/>
            <p:nvPr/>
          </p:nvSpPr>
          <p:spPr>
            <a:xfrm>
              <a:off x="5108477" y="2643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1" name="pt9901"/>
            <p:cNvSpPr/>
            <p:nvPr/>
          </p:nvSpPr>
          <p:spPr>
            <a:xfrm>
              <a:off x="5501595" y="2284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2" name="pt9902"/>
            <p:cNvSpPr/>
            <p:nvPr/>
          </p:nvSpPr>
          <p:spPr>
            <a:xfrm>
              <a:off x="5597687" y="2033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3" name="pt9903"/>
            <p:cNvSpPr/>
            <p:nvPr/>
          </p:nvSpPr>
          <p:spPr>
            <a:xfrm>
              <a:off x="5564655" y="2285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4" name="pt9904"/>
            <p:cNvSpPr/>
            <p:nvPr/>
          </p:nvSpPr>
          <p:spPr>
            <a:xfrm>
              <a:off x="5944460" y="1662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5" name="pt9905"/>
            <p:cNvSpPr/>
            <p:nvPr/>
          </p:nvSpPr>
          <p:spPr>
            <a:xfrm>
              <a:off x="4851998" y="2736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6" name="pt9906"/>
            <p:cNvSpPr/>
            <p:nvPr/>
          </p:nvSpPr>
          <p:spPr>
            <a:xfrm>
              <a:off x="5551290" y="2246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7" name="pt9907"/>
            <p:cNvSpPr/>
            <p:nvPr/>
          </p:nvSpPr>
          <p:spPr>
            <a:xfrm>
              <a:off x="5289740" y="1931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8" name="pt9908"/>
            <p:cNvSpPr/>
            <p:nvPr/>
          </p:nvSpPr>
          <p:spPr>
            <a:xfrm>
              <a:off x="5352599" y="2262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9" name="pt9909"/>
            <p:cNvSpPr/>
            <p:nvPr/>
          </p:nvSpPr>
          <p:spPr>
            <a:xfrm>
              <a:off x="5551980" y="2243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0" name="pt9910"/>
            <p:cNvSpPr/>
            <p:nvPr/>
          </p:nvSpPr>
          <p:spPr>
            <a:xfrm>
              <a:off x="5150794" y="2513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1" name="pt9911"/>
            <p:cNvSpPr/>
            <p:nvPr/>
          </p:nvSpPr>
          <p:spPr>
            <a:xfrm>
              <a:off x="5767537" y="1937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2" name="pt9912"/>
            <p:cNvSpPr/>
            <p:nvPr/>
          </p:nvSpPr>
          <p:spPr>
            <a:xfrm>
              <a:off x="5653191" y="1929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3" name="pt9913"/>
            <p:cNvSpPr/>
            <p:nvPr/>
          </p:nvSpPr>
          <p:spPr>
            <a:xfrm>
              <a:off x="4933424" y="2469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4" name="pt9914"/>
            <p:cNvSpPr/>
            <p:nvPr/>
          </p:nvSpPr>
          <p:spPr>
            <a:xfrm>
              <a:off x="5264487" y="2128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5" name="pt9915"/>
            <p:cNvSpPr/>
            <p:nvPr/>
          </p:nvSpPr>
          <p:spPr>
            <a:xfrm>
              <a:off x="5768232" y="1974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6" name="pt9916"/>
            <p:cNvSpPr/>
            <p:nvPr/>
          </p:nvSpPr>
          <p:spPr>
            <a:xfrm>
              <a:off x="5382183" y="1903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7" name="pt9917"/>
            <p:cNvSpPr/>
            <p:nvPr/>
          </p:nvSpPr>
          <p:spPr>
            <a:xfrm>
              <a:off x="5269212" y="2081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8" name="pt9918"/>
            <p:cNvSpPr/>
            <p:nvPr/>
          </p:nvSpPr>
          <p:spPr>
            <a:xfrm>
              <a:off x="5671857" y="185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9" name="pt9919"/>
            <p:cNvSpPr/>
            <p:nvPr/>
          </p:nvSpPr>
          <p:spPr>
            <a:xfrm>
              <a:off x="5592979" y="1941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0" name="pt9920"/>
            <p:cNvSpPr/>
            <p:nvPr/>
          </p:nvSpPr>
          <p:spPr>
            <a:xfrm>
              <a:off x="5091378" y="2518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1" name="pt9921"/>
            <p:cNvSpPr/>
            <p:nvPr/>
          </p:nvSpPr>
          <p:spPr>
            <a:xfrm>
              <a:off x="5316340" y="2239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2" name="pt9922"/>
            <p:cNvSpPr/>
            <p:nvPr/>
          </p:nvSpPr>
          <p:spPr>
            <a:xfrm>
              <a:off x="5537380" y="2314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3" name="pt9923"/>
            <p:cNvSpPr/>
            <p:nvPr/>
          </p:nvSpPr>
          <p:spPr>
            <a:xfrm>
              <a:off x="5080271" y="168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4" name="pt9924"/>
            <p:cNvSpPr/>
            <p:nvPr/>
          </p:nvSpPr>
          <p:spPr>
            <a:xfrm>
              <a:off x="6025056" y="1870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5" name="pt9925"/>
            <p:cNvSpPr/>
            <p:nvPr/>
          </p:nvSpPr>
          <p:spPr>
            <a:xfrm>
              <a:off x="5074250" y="2187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6" name="pt9926"/>
            <p:cNvSpPr/>
            <p:nvPr/>
          </p:nvSpPr>
          <p:spPr>
            <a:xfrm>
              <a:off x="5459942" y="2095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7" name="pt9927"/>
            <p:cNvSpPr/>
            <p:nvPr/>
          </p:nvSpPr>
          <p:spPr>
            <a:xfrm>
              <a:off x="5099924" y="262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8" name="pt9928"/>
            <p:cNvSpPr/>
            <p:nvPr/>
          </p:nvSpPr>
          <p:spPr>
            <a:xfrm>
              <a:off x="5978839" y="2064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9" name="pt9929"/>
            <p:cNvSpPr/>
            <p:nvPr/>
          </p:nvSpPr>
          <p:spPr>
            <a:xfrm>
              <a:off x="5557642" y="2271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0" name="pt9930"/>
            <p:cNvSpPr/>
            <p:nvPr/>
          </p:nvSpPr>
          <p:spPr>
            <a:xfrm>
              <a:off x="5484920" y="2138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1" name="pt9931"/>
            <p:cNvSpPr/>
            <p:nvPr/>
          </p:nvSpPr>
          <p:spPr>
            <a:xfrm>
              <a:off x="5422625" y="2182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2" name="pt9932"/>
            <p:cNvSpPr/>
            <p:nvPr/>
          </p:nvSpPr>
          <p:spPr>
            <a:xfrm>
              <a:off x="5155303" y="2501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3" name="pt9933"/>
            <p:cNvSpPr/>
            <p:nvPr/>
          </p:nvSpPr>
          <p:spPr>
            <a:xfrm>
              <a:off x="5563681" y="2245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4" name="pt9934"/>
            <p:cNvSpPr/>
            <p:nvPr/>
          </p:nvSpPr>
          <p:spPr>
            <a:xfrm>
              <a:off x="5803337" y="1963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5" name="pt9935"/>
            <p:cNvSpPr/>
            <p:nvPr/>
          </p:nvSpPr>
          <p:spPr>
            <a:xfrm>
              <a:off x="5123886" y="2669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6" name="pt9936"/>
            <p:cNvSpPr/>
            <p:nvPr/>
          </p:nvSpPr>
          <p:spPr>
            <a:xfrm>
              <a:off x="5421659" y="2198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7" name="pt9937"/>
            <p:cNvSpPr/>
            <p:nvPr/>
          </p:nvSpPr>
          <p:spPr>
            <a:xfrm>
              <a:off x="5537926" y="2186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8" name="pt9938"/>
            <p:cNvSpPr/>
            <p:nvPr/>
          </p:nvSpPr>
          <p:spPr>
            <a:xfrm>
              <a:off x="5651319" y="1961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9" name="pt9939"/>
            <p:cNvSpPr/>
            <p:nvPr/>
          </p:nvSpPr>
          <p:spPr>
            <a:xfrm>
              <a:off x="5283457" y="2060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0" name="pt9940"/>
            <p:cNvSpPr/>
            <p:nvPr/>
          </p:nvSpPr>
          <p:spPr>
            <a:xfrm>
              <a:off x="5013423" y="2052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1" name="pt9941"/>
            <p:cNvSpPr/>
            <p:nvPr/>
          </p:nvSpPr>
          <p:spPr>
            <a:xfrm>
              <a:off x="5385174" y="2212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2" name="pt9942"/>
            <p:cNvSpPr/>
            <p:nvPr/>
          </p:nvSpPr>
          <p:spPr>
            <a:xfrm>
              <a:off x="5310581" y="2119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3" name="pt9943"/>
            <p:cNvSpPr/>
            <p:nvPr/>
          </p:nvSpPr>
          <p:spPr>
            <a:xfrm>
              <a:off x="5949189" y="2065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4" name="pt9944"/>
            <p:cNvSpPr/>
            <p:nvPr/>
          </p:nvSpPr>
          <p:spPr>
            <a:xfrm>
              <a:off x="5078172" y="2185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5" name="pt9945"/>
            <p:cNvSpPr/>
            <p:nvPr/>
          </p:nvSpPr>
          <p:spPr>
            <a:xfrm>
              <a:off x="5202846" y="2112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6" name="pt9946"/>
            <p:cNvSpPr/>
            <p:nvPr/>
          </p:nvSpPr>
          <p:spPr>
            <a:xfrm>
              <a:off x="5566584" y="225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7" name="pt9947"/>
            <p:cNvSpPr/>
            <p:nvPr/>
          </p:nvSpPr>
          <p:spPr>
            <a:xfrm>
              <a:off x="5244336" y="2101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8" name="pt9948"/>
            <p:cNvSpPr/>
            <p:nvPr/>
          </p:nvSpPr>
          <p:spPr>
            <a:xfrm>
              <a:off x="5528799" y="2103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9" name="pt9949"/>
            <p:cNvSpPr/>
            <p:nvPr/>
          </p:nvSpPr>
          <p:spPr>
            <a:xfrm>
              <a:off x="5708415" y="1829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0" name="pt9950"/>
            <p:cNvSpPr/>
            <p:nvPr/>
          </p:nvSpPr>
          <p:spPr>
            <a:xfrm>
              <a:off x="5096707" y="2503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1" name="pt9951"/>
            <p:cNvSpPr/>
            <p:nvPr/>
          </p:nvSpPr>
          <p:spPr>
            <a:xfrm>
              <a:off x="5463437" y="2111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2" name="pt9952"/>
            <p:cNvSpPr/>
            <p:nvPr/>
          </p:nvSpPr>
          <p:spPr>
            <a:xfrm>
              <a:off x="5822382" y="1748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3" name="pt9953"/>
            <p:cNvSpPr/>
            <p:nvPr/>
          </p:nvSpPr>
          <p:spPr>
            <a:xfrm>
              <a:off x="5335929" y="2236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4" name="pt9954"/>
            <p:cNvSpPr/>
            <p:nvPr/>
          </p:nvSpPr>
          <p:spPr>
            <a:xfrm>
              <a:off x="5413646" y="2100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5" name="pt9955"/>
            <p:cNvSpPr/>
            <p:nvPr/>
          </p:nvSpPr>
          <p:spPr>
            <a:xfrm>
              <a:off x="5083152" y="1840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6" name="pt9956"/>
            <p:cNvSpPr/>
            <p:nvPr/>
          </p:nvSpPr>
          <p:spPr>
            <a:xfrm>
              <a:off x="5375008" y="2054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7" name="pt9957"/>
            <p:cNvSpPr/>
            <p:nvPr/>
          </p:nvSpPr>
          <p:spPr>
            <a:xfrm>
              <a:off x="5407414" y="2265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8" name="pt9958"/>
            <p:cNvSpPr/>
            <p:nvPr/>
          </p:nvSpPr>
          <p:spPr>
            <a:xfrm>
              <a:off x="5309587" y="2228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9" name="pt9959"/>
            <p:cNvSpPr/>
            <p:nvPr/>
          </p:nvSpPr>
          <p:spPr>
            <a:xfrm>
              <a:off x="5628451" y="2010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0" name="pt9960"/>
            <p:cNvSpPr/>
            <p:nvPr/>
          </p:nvSpPr>
          <p:spPr>
            <a:xfrm>
              <a:off x="5410765" y="2125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1" name="pt9961"/>
            <p:cNvSpPr/>
            <p:nvPr/>
          </p:nvSpPr>
          <p:spPr>
            <a:xfrm>
              <a:off x="5154201" y="2500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2" name="pt9962"/>
            <p:cNvSpPr/>
            <p:nvPr/>
          </p:nvSpPr>
          <p:spPr>
            <a:xfrm>
              <a:off x="5375056" y="2140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3" name="pt9963"/>
            <p:cNvSpPr/>
            <p:nvPr/>
          </p:nvSpPr>
          <p:spPr>
            <a:xfrm>
              <a:off x="4973046" y="265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4" name="pt9964"/>
            <p:cNvSpPr/>
            <p:nvPr/>
          </p:nvSpPr>
          <p:spPr>
            <a:xfrm>
              <a:off x="5730565" y="1944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5" name="pt9965"/>
            <p:cNvSpPr/>
            <p:nvPr/>
          </p:nvSpPr>
          <p:spPr>
            <a:xfrm>
              <a:off x="5156206" y="2596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6" name="pt9966"/>
            <p:cNvSpPr/>
            <p:nvPr/>
          </p:nvSpPr>
          <p:spPr>
            <a:xfrm>
              <a:off x="5444626" y="2097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7" name="pt9967"/>
            <p:cNvSpPr/>
            <p:nvPr/>
          </p:nvSpPr>
          <p:spPr>
            <a:xfrm>
              <a:off x="5772185" y="2001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8" name="pt9968"/>
            <p:cNvSpPr/>
            <p:nvPr/>
          </p:nvSpPr>
          <p:spPr>
            <a:xfrm>
              <a:off x="5181225" y="2298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9" name="pt9969"/>
            <p:cNvSpPr/>
            <p:nvPr/>
          </p:nvSpPr>
          <p:spPr>
            <a:xfrm>
              <a:off x="5156419" y="2438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0" name="pt9970"/>
            <p:cNvSpPr/>
            <p:nvPr/>
          </p:nvSpPr>
          <p:spPr>
            <a:xfrm>
              <a:off x="5213707" y="1934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1" name="pt9971"/>
            <p:cNvSpPr/>
            <p:nvPr/>
          </p:nvSpPr>
          <p:spPr>
            <a:xfrm>
              <a:off x="5017080" y="2224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2" name="pt9972"/>
            <p:cNvSpPr/>
            <p:nvPr/>
          </p:nvSpPr>
          <p:spPr>
            <a:xfrm>
              <a:off x="5460421" y="2114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3" name="pt9973"/>
            <p:cNvSpPr/>
            <p:nvPr/>
          </p:nvSpPr>
          <p:spPr>
            <a:xfrm>
              <a:off x="5224547" y="1856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4" name="pt9974"/>
            <p:cNvSpPr/>
            <p:nvPr/>
          </p:nvSpPr>
          <p:spPr>
            <a:xfrm>
              <a:off x="5588966" y="2034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5" name="pt9975"/>
            <p:cNvSpPr/>
            <p:nvPr/>
          </p:nvSpPr>
          <p:spPr>
            <a:xfrm>
              <a:off x="5678277" y="1925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6" name="pt9976"/>
            <p:cNvSpPr/>
            <p:nvPr/>
          </p:nvSpPr>
          <p:spPr>
            <a:xfrm>
              <a:off x="5611227" y="2130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7" name="pt9977"/>
            <p:cNvSpPr/>
            <p:nvPr/>
          </p:nvSpPr>
          <p:spPr>
            <a:xfrm>
              <a:off x="5366101" y="2045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8" name="pt9978"/>
            <p:cNvSpPr/>
            <p:nvPr/>
          </p:nvSpPr>
          <p:spPr>
            <a:xfrm>
              <a:off x="5450268" y="1979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9" name="pt9979"/>
            <p:cNvSpPr/>
            <p:nvPr/>
          </p:nvSpPr>
          <p:spPr>
            <a:xfrm>
              <a:off x="5640613" y="2182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0" name="pt9980"/>
            <p:cNvSpPr/>
            <p:nvPr/>
          </p:nvSpPr>
          <p:spPr>
            <a:xfrm>
              <a:off x="5297205" y="2175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1" name="pt9981"/>
            <p:cNvSpPr/>
            <p:nvPr/>
          </p:nvSpPr>
          <p:spPr>
            <a:xfrm>
              <a:off x="4834603" y="269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2" name="pt9982"/>
            <p:cNvSpPr/>
            <p:nvPr/>
          </p:nvSpPr>
          <p:spPr>
            <a:xfrm>
              <a:off x="5036253" y="2690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3" name="pt9983"/>
            <p:cNvSpPr/>
            <p:nvPr/>
          </p:nvSpPr>
          <p:spPr>
            <a:xfrm>
              <a:off x="5619511" y="2080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4" name="pt9984"/>
            <p:cNvSpPr/>
            <p:nvPr/>
          </p:nvSpPr>
          <p:spPr>
            <a:xfrm>
              <a:off x="5546655" y="2250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5" name="pt9985"/>
            <p:cNvSpPr/>
            <p:nvPr/>
          </p:nvSpPr>
          <p:spPr>
            <a:xfrm>
              <a:off x="5288339" y="2089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6" name="pt9986"/>
            <p:cNvSpPr/>
            <p:nvPr/>
          </p:nvSpPr>
          <p:spPr>
            <a:xfrm>
              <a:off x="5529708" y="2230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7" name="pt9987"/>
            <p:cNvSpPr/>
            <p:nvPr/>
          </p:nvSpPr>
          <p:spPr>
            <a:xfrm>
              <a:off x="5203752" y="2069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8" name="pt9988"/>
            <p:cNvSpPr/>
            <p:nvPr/>
          </p:nvSpPr>
          <p:spPr>
            <a:xfrm>
              <a:off x="5490749" y="2263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9" name="pt9989"/>
            <p:cNvSpPr/>
            <p:nvPr/>
          </p:nvSpPr>
          <p:spPr>
            <a:xfrm>
              <a:off x="5423650" y="2175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0" name="pt9990"/>
            <p:cNvSpPr/>
            <p:nvPr/>
          </p:nvSpPr>
          <p:spPr>
            <a:xfrm>
              <a:off x="5224772" y="1916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1" name="pt9991"/>
            <p:cNvSpPr/>
            <p:nvPr/>
          </p:nvSpPr>
          <p:spPr>
            <a:xfrm>
              <a:off x="5092834" y="2551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2" name="pt9992"/>
            <p:cNvSpPr/>
            <p:nvPr/>
          </p:nvSpPr>
          <p:spPr>
            <a:xfrm>
              <a:off x="5175361" y="2365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3" name="pt9993"/>
            <p:cNvSpPr/>
            <p:nvPr/>
          </p:nvSpPr>
          <p:spPr>
            <a:xfrm>
              <a:off x="5106488" y="260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4" name="pt9994"/>
            <p:cNvSpPr/>
            <p:nvPr/>
          </p:nvSpPr>
          <p:spPr>
            <a:xfrm>
              <a:off x="5635054" y="2004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5" name="pt9995"/>
            <p:cNvSpPr/>
            <p:nvPr/>
          </p:nvSpPr>
          <p:spPr>
            <a:xfrm>
              <a:off x="5533954" y="2245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6" name="pt9996"/>
            <p:cNvSpPr/>
            <p:nvPr/>
          </p:nvSpPr>
          <p:spPr>
            <a:xfrm>
              <a:off x="5551340" y="2174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7" name="pt9997"/>
            <p:cNvSpPr/>
            <p:nvPr/>
          </p:nvSpPr>
          <p:spPr>
            <a:xfrm>
              <a:off x="5946777" y="1853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8" name="pt9998"/>
            <p:cNvSpPr/>
            <p:nvPr/>
          </p:nvSpPr>
          <p:spPr>
            <a:xfrm>
              <a:off x="5366157" y="2125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9" name="pt9999"/>
            <p:cNvSpPr/>
            <p:nvPr/>
          </p:nvSpPr>
          <p:spPr>
            <a:xfrm>
              <a:off x="5619222" y="1961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0" name="pt10000"/>
            <p:cNvSpPr/>
            <p:nvPr/>
          </p:nvSpPr>
          <p:spPr>
            <a:xfrm>
              <a:off x="5322984" y="2204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1" name="pt10001"/>
            <p:cNvSpPr/>
            <p:nvPr/>
          </p:nvSpPr>
          <p:spPr>
            <a:xfrm>
              <a:off x="5005012" y="2278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2" name="pt10002"/>
            <p:cNvSpPr/>
            <p:nvPr/>
          </p:nvSpPr>
          <p:spPr>
            <a:xfrm>
              <a:off x="5297317" y="2194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3" name="pt10003"/>
            <p:cNvSpPr/>
            <p:nvPr/>
          </p:nvSpPr>
          <p:spPr>
            <a:xfrm>
              <a:off x="5538779" y="2155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4" name="pt10004"/>
            <p:cNvSpPr/>
            <p:nvPr/>
          </p:nvSpPr>
          <p:spPr>
            <a:xfrm>
              <a:off x="5516327" y="2093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5" name="pt10005"/>
            <p:cNvSpPr/>
            <p:nvPr/>
          </p:nvSpPr>
          <p:spPr>
            <a:xfrm>
              <a:off x="5401785" y="2255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6" name="pt10006"/>
            <p:cNvSpPr/>
            <p:nvPr/>
          </p:nvSpPr>
          <p:spPr>
            <a:xfrm>
              <a:off x="5530616" y="2204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7" name="pt10007"/>
            <p:cNvSpPr/>
            <p:nvPr/>
          </p:nvSpPr>
          <p:spPr>
            <a:xfrm>
              <a:off x="5352750" y="2309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8" name="pt10008"/>
            <p:cNvSpPr/>
            <p:nvPr/>
          </p:nvSpPr>
          <p:spPr>
            <a:xfrm>
              <a:off x="6043446" y="2061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9" name="pt10009"/>
            <p:cNvSpPr/>
            <p:nvPr/>
          </p:nvSpPr>
          <p:spPr>
            <a:xfrm>
              <a:off x="5075943" y="1882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0" name="pt10010"/>
            <p:cNvSpPr/>
            <p:nvPr/>
          </p:nvSpPr>
          <p:spPr>
            <a:xfrm>
              <a:off x="5421011" y="2239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1" name="pt10011"/>
            <p:cNvSpPr/>
            <p:nvPr/>
          </p:nvSpPr>
          <p:spPr>
            <a:xfrm>
              <a:off x="5510252" y="2175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2" name="pt10012"/>
            <p:cNvSpPr/>
            <p:nvPr/>
          </p:nvSpPr>
          <p:spPr>
            <a:xfrm>
              <a:off x="5312697" y="2229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3" name="pt10013"/>
            <p:cNvSpPr/>
            <p:nvPr/>
          </p:nvSpPr>
          <p:spPr>
            <a:xfrm>
              <a:off x="5535004" y="2346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4" name="pt10014"/>
            <p:cNvSpPr/>
            <p:nvPr/>
          </p:nvSpPr>
          <p:spPr>
            <a:xfrm>
              <a:off x="5987917" y="1858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5" name="pt10015"/>
            <p:cNvSpPr/>
            <p:nvPr/>
          </p:nvSpPr>
          <p:spPr>
            <a:xfrm>
              <a:off x="5063165" y="2667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6" name="pt10016"/>
            <p:cNvSpPr/>
            <p:nvPr/>
          </p:nvSpPr>
          <p:spPr>
            <a:xfrm>
              <a:off x="5451737" y="1992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7" name="pt10017"/>
            <p:cNvSpPr/>
            <p:nvPr/>
          </p:nvSpPr>
          <p:spPr>
            <a:xfrm>
              <a:off x="5754390" y="1946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8" name="pt10018"/>
            <p:cNvSpPr/>
            <p:nvPr/>
          </p:nvSpPr>
          <p:spPr>
            <a:xfrm>
              <a:off x="5270060" y="2109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9" name="pt10019"/>
            <p:cNvSpPr/>
            <p:nvPr/>
          </p:nvSpPr>
          <p:spPr>
            <a:xfrm>
              <a:off x="5760061" y="1959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0" name="pt10020"/>
            <p:cNvSpPr/>
            <p:nvPr/>
          </p:nvSpPr>
          <p:spPr>
            <a:xfrm>
              <a:off x="4981882" y="2762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1" name="pt10021"/>
            <p:cNvSpPr/>
            <p:nvPr/>
          </p:nvSpPr>
          <p:spPr>
            <a:xfrm>
              <a:off x="5028400" y="2198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2" name="pt10022"/>
            <p:cNvSpPr/>
            <p:nvPr/>
          </p:nvSpPr>
          <p:spPr>
            <a:xfrm>
              <a:off x="5550917" y="2245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3" name="pt10023"/>
            <p:cNvSpPr/>
            <p:nvPr/>
          </p:nvSpPr>
          <p:spPr>
            <a:xfrm>
              <a:off x="5209052" y="2287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4" name="pt10024"/>
            <p:cNvSpPr/>
            <p:nvPr/>
          </p:nvSpPr>
          <p:spPr>
            <a:xfrm>
              <a:off x="5237000" y="2139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5" name="pt10025"/>
            <p:cNvSpPr/>
            <p:nvPr/>
          </p:nvSpPr>
          <p:spPr>
            <a:xfrm>
              <a:off x="5272244" y="2161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6" name="pt10026"/>
            <p:cNvSpPr/>
            <p:nvPr/>
          </p:nvSpPr>
          <p:spPr>
            <a:xfrm>
              <a:off x="5314388" y="2158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7" name="pt10027"/>
            <p:cNvSpPr/>
            <p:nvPr/>
          </p:nvSpPr>
          <p:spPr>
            <a:xfrm>
              <a:off x="5467539" y="1980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8" name="pt10028"/>
            <p:cNvSpPr/>
            <p:nvPr/>
          </p:nvSpPr>
          <p:spPr>
            <a:xfrm>
              <a:off x="5563633" y="2279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9" name="pt10029"/>
            <p:cNvSpPr/>
            <p:nvPr/>
          </p:nvSpPr>
          <p:spPr>
            <a:xfrm>
              <a:off x="5440559" y="2034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0" name="pt10030"/>
            <p:cNvSpPr/>
            <p:nvPr/>
          </p:nvSpPr>
          <p:spPr>
            <a:xfrm>
              <a:off x="5413382" y="2167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1" name="pt10031"/>
            <p:cNvSpPr/>
            <p:nvPr/>
          </p:nvSpPr>
          <p:spPr>
            <a:xfrm>
              <a:off x="5724533" y="1903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2" name="pt10032"/>
            <p:cNvSpPr/>
            <p:nvPr/>
          </p:nvSpPr>
          <p:spPr>
            <a:xfrm>
              <a:off x="5522252" y="2028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3" name="pt10033"/>
            <p:cNvSpPr/>
            <p:nvPr/>
          </p:nvSpPr>
          <p:spPr>
            <a:xfrm>
              <a:off x="5422761" y="2198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4" name="pt10034"/>
            <p:cNvSpPr/>
            <p:nvPr/>
          </p:nvSpPr>
          <p:spPr>
            <a:xfrm>
              <a:off x="5599814" y="1991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5" name="pt10035"/>
            <p:cNvSpPr/>
            <p:nvPr/>
          </p:nvSpPr>
          <p:spPr>
            <a:xfrm>
              <a:off x="5737382" y="1947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6" name="pt10036"/>
            <p:cNvSpPr/>
            <p:nvPr/>
          </p:nvSpPr>
          <p:spPr>
            <a:xfrm>
              <a:off x="5747902" y="1930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7" name="pt10037"/>
            <p:cNvSpPr/>
            <p:nvPr/>
          </p:nvSpPr>
          <p:spPr>
            <a:xfrm>
              <a:off x="5632487" y="2103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8" name="pt10038"/>
            <p:cNvSpPr/>
            <p:nvPr/>
          </p:nvSpPr>
          <p:spPr>
            <a:xfrm>
              <a:off x="5392578" y="2143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9" name="pt10039"/>
            <p:cNvSpPr/>
            <p:nvPr/>
          </p:nvSpPr>
          <p:spPr>
            <a:xfrm>
              <a:off x="5658309" y="1864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0" name="pt10040"/>
            <p:cNvSpPr/>
            <p:nvPr/>
          </p:nvSpPr>
          <p:spPr>
            <a:xfrm>
              <a:off x="5024049" y="2227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1" name="pt10041"/>
            <p:cNvSpPr/>
            <p:nvPr/>
          </p:nvSpPr>
          <p:spPr>
            <a:xfrm>
              <a:off x="5542326" y="2160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2" name="pt10042"/>
            <p:cNvSpPr/>
            <p:nvPr/>
          </p:nvSpPr>
          <p:spPr>
            <a:xfrm>
              <a:off x="5589790" y="2077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3" name="pt10043"/>
            <p:cNvSpPr/>
            <p:nvPr/>
          </p:nvSpPr>
          <p:spPr>
            <a:xfrm>
              <a:off x="5517581" y="2104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4" name="pt10044"/>
            <p:cNvSpPr/>
            <p:nvPr/>
          </p:nvSpPr>
          <p:spPr>
            <a:xfrm>
              <a:off x="5245452" y="2189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5" name="pt10045"/>
            <p:cNvSpPr/>
            <p:nvPr/>
          </p:nvSpPr>
          <p:spPr>
            <a:xfrm>
              <a:off x="5602903" y="1998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6" name="pt10046"/>
            <p:cNvSpPr/>
            <p:nvPr/>
          </p:nvSpPr>
          <p:spPr>
            <a:xfrm>
              <a:off x="5441905" y="2046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7" name="pt10047"/>
            <p:cNvSpPr/>
            <p:nvPr/>
          </p:nvSpPr>
          <p:spPr>
            <a:xfrm>
              <a:off x="4992040" y="2470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8" name="pt10048"/>
            <p:cNvSpPr/>
            <p:nvPr/>
          </p:nvSpPr>
          <p:spPr>
            <a:xfrm>
              <a:off x="5244681" y="2111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9" name="pt10049"/>
            <p:cNvSpPr/>
            <p:nvPr/>
          </p:nvSpPr>
          <p:spPr>
            <a:xfrm>
              <a:off x="4948286" y="2867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0" name="pt10050"/>
            <p:cNvSpPr/>
            <p:nvPr/>
          </p:nvSpPr>
          <p:spPr>
            <a:xfrm>
              <a:off x="5446414" y="203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1" name="pt10051"/>
            <p:cNvSpPr/>
            <p:nvPr/>
          </p:nvSpPr>
          <p:spPr>
            <a:xfrm>
              <a:off x="5145456" y="2761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2" name="pt10052"/>
            <p:cNvSpPr/>
            <p:nvPr/>
          </p:nvSpPr>
          <p:spPr>
            <a:xfrm>
              <a:off x="5114430" y="2574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3" name="pt10053"/>
            <p:cNvSpPr/>
            <p:nvPr/>
          </p:nvSpPr>
          <p:spPr>
            <a:xfrm>
              <a:off x="5258244" y="219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4" name="pt10054"/>
            <p:cNvSpPr/>
            <p:nvPr/>
          </p:nvSpPr>
          <p:spPr>
            <a:xfrm>
              <a:off x="5441894" y="2114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5" name="pt10055"/>
            <p:cNvSpPr/>
            <p:nvPr/>
          </p:nvSpPr>
          <p:spPr>
            <a:xfrm>
              <a:off x="5250717" y="2148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6" name="pt10056"/>
            <p:cNvSpPr/>
            <p:nvPr/>
          </p:nvSpPr>
          <p:spPr>
            <a:xfrm>
              <a:off x="5498962" y="2282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7" name="pt10057"/>
            <p:cNvSpPr/>
            <p:nvPr/>
          </p:nvSpPr>
          <p:spPr>
            <a:xfrm>
              <a:off x="5705226" y="1823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8" name="pt10058"/>
            <p:cNvSpPr/>
            <p:nvPr/>
          </p:nvSpPr>
          <p:spPr>
            <a:xfrm>
              <a:off x="5787781" y="1810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9" name="pt10059"/>
            <p:cNvSpPr/>
            <p:nvPr/>
          </p:nvSpPr>
          <p:spPr>
            <a:xfrm>
              <a:off x="5367692" y="2062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0" name="pt10060"/>
            <p:cNvSpPr/>
            <p:nvPr/>
          </p:nvSpPr>
          <p:spPr>
            <a:xfrm>
              <a:off x="5433126" y="2185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1" name="pt10061"/>
            <p:cNvSpPr/>
            <p:nvPr/>
          </p:nvSpPr>
          <p:spPr>
            <a:xfrm>
              <a:off x="5695390" y="2028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2" name="pt10062"/>
            <p:cNvSpPr/>
            <p:nvPr/>
          </p:nvSpPr>
          <p:spPr>
            <a:xfrm>
              <a:off x="5388786" y="2151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3" name="pt10063"/>
            <p:cNvSpPr/>
            <p:nvPr/>
          </p:nvSpPr>
          <p:spPr>
            <a:xfrm>
              <a:off x="5556323" y="2233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4" name="pt10064"/>
            <p:cNvSpPr/>
            <p:nvPr/>
          </p:nvSpPr>
          <p:spPr>
            <a:xfrm>
              <a:off x="5504371" y="2237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5" name="pt10065"/>
            <p:cNvSpPr/>
            <p:nvPr/>
          </p:nvSpPr>
          <p:spPr>
            <a:xfrm>
              <a:off x="5200071" y="2000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6" name="pt10066"/>
            <p:cNvSpPr/>
            <p:nvPr/>
          </p:nvSpPr>
          <p:spPr>
            <a:xfrm>
              <a:off x="5510996" y="2149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7" name="pt10067"/>
            <p:cNvSpPr/>
            <p:nvPr/>
          </p:nvSpPr>
          <p:spPr>
            <a:xfrm>
              <a:off x="5007976" y="2035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8" name="pt10068"/>
            <p:cNvSpPr/>
            <p:nvPr/>
          </p:nvSpPr>
          <p:spPr>
            <a:xfrm>
              <a:off x="5120060" y="2518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9" name="pt10069"/>
            <p:cNvSpPr/>
            <p:nvPr/>
          </p:nvSpPr>
          <p:spPr>
            <a:xfrm>
              <a:off x="5530743" y="2193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0" name="pt10070"/>
            <p:cNvSpPr/>
            <p:nvPr/>
          </p:nvSpPr>
          <p:spPr>
            <a:xfrm>
              <a:off x="5617145" y="2032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1" name="pt10071"/>
            <p:cNvSpPr/>
            <p:nvPr/>
          </p:nvSpPr>
          <p:spPr>
            <a:xfrm>
              <a:off x="5801027" y="1925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2" name="pt10072"/>
            <p:cNvSpPr/>
            <p:nvPr/>
          </p:nvSpPr>
          <p:spPr>
            <a:xfrm>
              <a:off x="5288962" y="2194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3" name="pt10073"/>
            <p:cNvSpPr/>
            <p:nvPr/>
          </p:nvSpPr>
          <p:spPr>
            <a:xfrm>
              <a:off x="5611515" y="2059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4" name="pt10074"/>
            <p:cNvSpPr/>
            <p:nvPr/>
          </p:nvSpPr>
          <p:spPr>
            <a:xfrm>
              <a:off x="5594469" y="2045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5" name="pt10075"/>
            <p:cNvSpPr/>
            <p:nvPr/>
          </p:nvSpPr>
          <p:spPr>
            <a:xfrm>
              <a:off x="5548749" y="2269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6" name="pt10076"/>
            <p:cNvSpPr/>
            <p:nvPr/>
          </p:nvSpPr>
          <p:spPr>
            <a:xfrm>
              <a:off x="5412611" y="2205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7" name="pt10077"/>
            <p:cNvSpPr/>
            <p:nvPr/>
          </p:nvSpPr>
          <p:spPr>
            <a:xfrm>
              <a:off x="5866765" y="1881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8" name="pt10078"/>
            <p:cNvSpPr/>
            <p:nvPr/>
          </p:nvSpPr>
          <p:spPr>
            <a:xfrm>
              <a:off x="5361532" y="2005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9" name="pt10079"/>
            <p:cNvSpPr/>
            <p:nvPr/>
          </p:nvSpPr>
          <p:spPr>
            <a:xfrm>
              <a:off x="5552399" y="2224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0" name="pt10080"/>
            <p:cNvSpPr/>
            <p:nvPr/>
          </p:nvSpPr>
          <p:spPr>
            <a:xfrm>
              <a:off x="5481919" y="2121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1" name="pt10081"/>
            <p:cNvSpPr/>
            <p:nvPr/>
          </p:nvSpPr>
          <p:spPr>
            <a:xfrm>
              <a:off x="5347440" y="2342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2" name="pt10082"/>
            <p:cNvSpPr/>
            <p:nvPr/>
          </p:nvSpPr>
          <p:spPr>
            <a:xfrm>
              <a:off x="5513360" y="229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3" name="pt10083"/>
            <p:cNvSpPr/>
            <p:nvPr/>
          </p:nvSpPr>
          <p:spPr>
            <a:xfrm>
              <a:off x="5756773" y="1971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4" name="pt10084"/>
            <p:cNvSpPr/>
            <p:nvPr/>
          </p:nvSpPr>
          <p:spPr>
            <a:xfrm>
              <a:off x="5043113" y="2490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5" name="pt10085"/>
            <p:cNvSpPr/>
            <p:nvPr/>
          </p:nvSpPr>
          <p:spPr>
            <a:xfrm>
              <a:off x="5088220" y="1777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6" name="pt10086"/>
            <p:cNvSpPr/>
            <p:nvPr/>
          </p:nvSpPr>
          <p:spPr>
            <a:xfrm>
              <a:off x="5527495" y="2194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7" name="pt10087"/>
            <p:cNvSpPr/>
            <p:nvPr/>
          </p:nvSpPr>
          <p:spPr>
            <a:xfrm>
              <a:off x="5534483" y="2181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8" name="pt10088"/>
            <p:cNvSpPr/>
            <p:nvPr/>
          </p:nvSpPr>
          <p:spPr>
            <a:xfrm>
              <a:off x="5830798" y="1887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9" name="pt10089"/>
            <p:cNvSpPr/>
            <p:nvPr/>
          </p:nvSpPr>
          <p:spPr>
            <a:xfrm>
              <a:off x="5934657" y="1782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0" name="pt10090"/>
            <p:cNvSpPr/>
            <p:nvPr/>
          </p:nvSpPr>
          <p:spPr>
            <a:xfrm>
              <a:off x="5283740" y="1964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1" name="pt10091"/>
            <p:cNvSpPr/>
            <p:nvPr/>
          </p:nvSpPr>
          <p:spPr>
            <a:xfrm>
              <a:off x="5054782" y="2410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2" name="pt10092"/>
            <p:cNvSpPr/>
            <p:nvPr/>
          </p:nvSpPr>
          <p:spPr>
            <a:xfrm>
              <a:off x="5577136" y="2042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3" name="pt10093"/>
            <p:cNvSpPr/>
            <p:nvPr/>
          </p:nvSpPr>
          <p:spPr>
            <a:xfrm>
              <a:off x="5670261" y="1712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4" name="pt10094"/>
            <p:cNvSpPr/>
            <p:nvPr/>
          </p:nvSpPr>
          <p:spPr>
            <a:xfrm>
              <a:off x="5446673" y="1966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5" name="pt10095"/>
            <p:cNvSpPr/>
            <p:nvPr/>
          </p:nvSpPr>
          <p:spPr>
            <a:xfrm>
              <a:off x="4922588" y="1989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6" name="pt10096"/>
            <p:cNvSpPr/>
            <p:nvPr/>
          </p:nvSpPr>
          <p:spPr>
            <a:xfrm>
              <a:off x="5443364" y="2068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7" name="pt10097"/>
            <p:cNvSpPr/>
            <p:nvPr/>
          </p:nvSpPr>
          <p:spPr>
            <a:xfrm>
              <a:off x="5431396" y="2018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8" name="pt10098"/>
            <p:cNvSpPr/>
            <p:nvPr/>
          </p:nvSpPr>
          <p:spPr>
            <a:xfrm>
              <a:off x="5606700" y="1938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9" name="pt10099"/>
            <p:cNvSpPr/>
            <p:nvPr/>
          </p:nvSpPr>
          <p:spPr>
            <a:xfrm>
              <a:off x="5139944" y="2789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0" name="pt10100"/>
            <p:cNvSpPr/>
            <p:nvPr/>
          </p:nvSpPr>
          <p:spPr>
            <a:xfrm>
              <a:off x="5126393" y="2666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1" name="pt10101"/>
            <p:cNvSpPr/>
            <p:nvPr/>
          </p:nvSpPr>
          <p:spPr>
            <a:xfrm>
              <a:off x="5428919" y="193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2" name="pt10102"/>
            <p:cNvSpPr/>
            <p:nvPr/>
          </p:nvSpPr>
          <p:spPr>
            <a:xfrm>
              <a:off x="5622555" y="1967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3" name="pt10103"/>
            <p:cNvSpPr/>
            <p:nvPr/>
          </p:nvSpPr>
          <p:spPr>
            <a:xfrm>
              <a:off x="5315216" y="2277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4" name="pt10104"/>
            <p:cNvSpPr/>
            <p:nvPr/>
          </p:nvSpPr>
          <p:spPr>
            <a:xfrm>
              <a:off x="5064791" y="2603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pt10105"/>
            <p:cNvSpPr/>
            <p:nvPr/>
          </p:nvSpPr>
          <p:spPr>
            <a:xfrm>
              <a:off x="5273377" y="2092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6" name="pt10106"/>
            <p:cNvSpPr/>
            <p:nvPr/>
          </p:nvSpPr>
          <p:spPr>
            <a:xfrm>
              <a:off x="5560610" y="2283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7" name="pt10107"/>
            <p:cNvSpPr/>
            <p:nvPr/>
          </p:nvSpPr>
          <p:spPr>
            <a:xfrm>
              <a:off x="5693506" y="2120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8" name="pt10108"/>
            <p:cNvSpPr/>
            <p:nvPr/>
          </p:nvSpPr>
          <p:spPr>
            <a:xfrm>
              <a:off x="5445239" y="2049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9" name="pt10109"/>
            <p:cNvSpPr/>
            <p:nvPr/>
          </p:nvSpPr>
          <p:spPr>
            <a:xfrm>
              <a:off x="4913890" y="1999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0" name="pt10110"/>
            <p:cNvSpPr/>
            <p:nvPr/>
          </p:nvSpPr>
          <p:spPr>
            <a:xfrm>
              <a:off x="5516874" y="2016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1" name="pt10111"/>
            <p:cNvSpPr/>
            <p:nvPr/>
          </p:nvSpPr>
          <p:spPr>
            <a:xfrm>
              <a:off x="5335859" y="2252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2" name="pt10112"/>
            <p:cNvSpPr/>
            <p:nvPr/>
          </p:nvSpPr>
          <p:spPr>
            <a:xfrm>
              <a:off x="5121258" y="2741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3" name="pt10113"/>
            <p:cNvSpPr/>
            <p:nvPr/>
          </p:nvSpPr>
          <p:spPr>
            <a:xfrm>
              <a:off x="5160104" y="2471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4" name="pt10114"/>
            <p:cNvSpPr/>
            <p:nvPr/>
          </p:nvSpPr>
          <p:spPr>
            <a:xfrm>
              <a:off x="5216320" y="2095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5" name="pt10115"/>
            <p:cNvSpPr/>
            <p:nvPr/>
          </p:nvSpPr>
          <p:spPr>
            <a:xfrm>
              <a:off x="5603086" y="2001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6" name="pt10116"/>
            <p:cNvSpPr/>
            <p:nvPr/>
          </p:nvSpPr>
          <p:spPr>
            <a:xfrm>
              <a:off x="5426775" y="2180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7" name="pt10117"/>
            <p:cNvSpPr/>
            <p:nvPr/>
          </p:nvSpPr>
          <p:spPr>
            <a:xfrm>
              <a:off x="5020101" y="215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8" name="pt10118"/>
            <p:cNvSpPr/>
            <p:nvPr/>
          </p:nvSpPr>
          <p:spPr>
            <a:xfrm>
              <a:off x="5354236" y="2307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9" name="pt10119"/>
            <p:cNvSpPr/>
            <p:nvPr/>
          </p:nvSpPr>
          <p:spPr>
            <a:xfrm>
              <a:off x="5267639" y="2133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0" name="pt10120"/>
            <p:cNvSpPr/>
            <p:nvPr/>
          </p:nvSpPr>
          <p:spPr>
            <a:xfrm>
              <a:off x="5698652" y="1998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1" name="pt10121"/>
            <p:cNvSpPr/>
            <p:nvPr/>
          </p:nvSpPr>
          <p:spPr>
            <a:xfrm>
              <a:off x="5581473" y="2013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2" name="pt10122"/>
            <p:cNvSpPr/>
            <p:nvPr/>
          </p:nvSpPr>
          <p:spPr>
            <a:xfrm>
              <a:off x="5395305" y="2138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3" name="pt10123"/>
            <p:cNvSpPr/>
            <p:nvPr/>
          </p:nvSpPr>
          <p:spPr>
            <a:xfrm>
              <a:off x="5507025" y="2165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4" name="pt10124"/>
            <p:cNvSpPr/>
            <p:nvPr/>
          </p:nvSpPr>
          <p:spPr>
            <a:xfrm>
              <a:off x="5539011" y="2221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5" name="pt10125"/>
            <p:cNvSpPr/>
            <p:nvPr/>
          </p:nvSpPr>
          <p:spPr>
            <a:xfrm>
              <a:off x="5321384" y="2239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6" name="pt10126"/>
            <p:cNvSpPr/>
            <p:nvPr/>
          </p:nvSpPr>
          <p:spPr>
            <a:xfrm>
              <a:off x="4679530" y="2576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7" name="pt10127"/>
            <p:cNvSpPr/>
            <p:nvPr/>
          </p:nvSpPr>
          <p:spPr>
            <a:xfrm>
              <a:off x="5886611" y="1900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8" name="pt10128"/>
            <p:cNvSpPr/>
            <p:nvPr/>
          </p:nvSpPr>
          <p:spPr>
            <a:xfrm>
              <a:off x="5512590" y="2165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9" name="pt10129"/>
            <p:cNvSpPr/>
            <p:nvPr/>
          </p:nvSpPr>
          <p:spPr>
            <a:xfrm>
              <a:off x="5475457" y="2143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t10130"/>
            <p:cNvSpPr/>
            <p:nvPr/>
          </p:nvSpPr>
          <p:spPr>
            <a:xfrm>
              <a:off x="4952192" y="2571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t10131"/>
            <p:cNvSpPr/>
            <p:nvPr/>
          </p:nvSpPr>
          <p:spPr>
            <a:xfrm>
              <a:off x="5288435" y="2059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t10132"/>
            <p:cNvSpPr/>
            <p:nvPr/>
          </p:nvSpPr>
          <p:spPr>
            <a:xfrm>
              <a:off x="5604842" y="2010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t10133"/>
            <p:cNvSpPr/>
            <p:nvPr/>
          </p:nvSpPr>
          <p:spPr>
            <a:xfrm>
              <a:off x="5478670" y="2305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t10134"/>
            <p:cNvSpPr/>
            <p:nvPr/>
          </p:nvSpPr>
          <p:spPr>
            <a:xfrm>
              <a:off x="5073909" y="2137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t10135"/>
            <p:cNvSpPr/>
            <p:nvPr/>
          </p:nvSpPr>
          <p:spPr>
            <a:xfrm>
              <a:off x="5641283" y="2102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t10136"/>
            <p:cNvSpPr/>
            <p:nvPr/>
          </p:nvSpPr>
          <p:spPr>
            <a:xfrm>
              <a:off x="5240570" y="2115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t10137"/>
            <p:cNvSpPr/>
            <p:nvPr/>
          </p:nvSpPr>
          <p:spPr>
            <a:xfrm>
              <a:off x="5564259" y="2225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t10138"/>
            <p:cNvSpPr/>
            <p:nvPr/>
          </p:nvSpPr>
          <p:spPr>
            <a:xfrm>
              <a:off x="5267676" y="2174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t10139"/>
            <p:cNvSpPr/>
            <p:nvPr/>
          </p:nvSpPr>
          <p:spPr>
            <a:xfrm>
              <a:off x="5177724" y="2260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t10140"/>
            <p:cNvSpPr/>
            <p:nvPr/>
          </p:nvSpPr>
          <p:spPr>
            <a:xfrm>
              <a:off x="5081952" y="1839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t10141"/>
            <p:cNvSpPr/>
            <p:nvPr/>
          </p:nvSpPr>
          <p:spPr>
            <a:xfrm>
              <a:off x="5192847" y="2216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t10142"/>
            <p:cNvSpPr/>
            <p:nvPr/>
          </p:nvSpPr>
          <p:spPr>
            <a:xfrm>
              <a:off x="5463006" y="1970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t10143"/>
            <p:cNvSpPr/>
            <p:nvPr/>
          </p:nvSpPr>
          <p:spPr>
            <a:xfrm>
              <a:off x="5181862" y="2308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pt10144"/>
            <p:cNvSpPr/>
            <p:nvPr/>
          </p:nvSpPr>
          <p:spPr>
            <a:xfrm>
              <a:off x="5033912" y="2310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5" name="pt10145"/>
            <p:cNvSpPr/>
            <p:nvPr/>
          </p:nvSpPr>
          <p:spPr>
            <a:xfrm>
              <a:off x="5259733" y="2192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6" name="pt10146"/>
            <p:cNvSpPr/>
            <p:nvPr/>
          </p:nvSpPr>
          <p:spPr>
            <a:xfrm>
              <a:off x="5443155" y="1991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7" name="pt10147"/>
            <p:cNvSpPr/>
            <p:nvPr/>
          </p:nvSpPr>
          <p:spPr>
            <a:xfrm>
              <a:off x="5587879" y="2033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8" name="pt10148"/>
            <p:cNvSpPr/>
            <p:nvPr/>
          </p:nvSpPr>
          <p:spPr>
            <a:xfrm>
              <a:off x="5118019" y="2543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9" name="pt10149"/>
            <p:cNvSpPr/>
            <p:nvPr/>
          </p:nvSpPr>
          <p:spPr>
            <a:xfrm>
              <a:off x="5285101" y="2056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0" name="pt10150"/>
            <p:cNvSpPr/>
            <p:nvPr/>
          </p:nvSpPr>
          <p:spPr>
            <a:xfrm>
              <a:off x="5758877" y="1923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1" name="pt10151"/>
            <p:cNvSpPr/>
            <p:nvPr/>
          </p:nvSpPr>
          <p:spPr>
            <a:xfrm>
              <a:off x="5255949" y="2242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2" name="pt10152"/>
            <p:cNvSpPr/>
            <p:nvPr/>
          </p:nvSpPr>
          <p:spPr>
            <a:xfrm>
              <a:off x="5101159" y="2608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3" name="pt10153"/>
            <p:cNvSpPr/>
            <p:nvPr/>
          </p:nvSpPr>
          <p:spPr>
            <a:xfrm>
              <a:off x="5621543" y="1933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4" name="pt10154"/>
            <p:cNvSpPr/>
            <p:nvPr/>
          </p:nvSpPr>
          <p:spPr>
            <a:xfrm>
              <a:off x="5382332" y="2206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5" name="pt10155"/>
            <p:cNvSpPr/>
            <p:nvPr/>
          </p:nvSpPr>
          <p:spPr>
            <a:xfrm>
              <a:off x="5559258" y="2180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6" name="pt10156"/>
            <p:cNvSpPr/>
            <p:nvPr/>
          </p:nvSpPr>
          <p:spPr>
            <a:xfrm>
              <a:off x="5249183" y="2209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7" name="pt10157"/>
            <p:cNvSpPr/>
            <p:nvPr/>
          </p:nvSpPr>
          <p:spPr>
            <a:xfrm>
              <a:off x="5433042" y="2196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8" name="pt10158"/>
            <p:cNvSpPr/>
            <p:nvPr/>
          </p:nvSpPr>
          <p:spPr>
            <a:xfrm>
              <a:off x="5658331" y="1799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9" name="pt10159"/>
            <p:cNvSpPr/>
            <p:nvPr/>
          </p:nvSpPr>
          <p:spPr>
            <a:xfrm>
              <a:off x="5002564" y="2303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0" name="pt10160"/>
            <p:cNvSpPr/>
            <p:nvPr/>
          </p:nvSpPr>
          <p:spPr>
            <a:xfrm>
              <a:off x="5552176" y="2262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1" name="pt10161"/>
            <p:cNvSpPr/>
            <p:nvPr/>
          </p:nvSpPr>
          <p:spPr>
            <a:xfrm>
              <a:off x="5477023" y="2175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2" name="pt10162"/>
            <p:cNvSpPr/>
            <p:nvPr/>
          </p:nvSpPr>
          <p:spPr>
            <a:xfrm>
              <a:off x="5110533" y="272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3" name="pt10163"/>
            <p:cNvSpPr/>
            <p:nvPr/>
          </p:nvSpPr>
          <p:spPr>
            <a:xfrm>
              <a:off x="5300383" y="2168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4" name="pt10164"/>
            <p:cNvSpPr/>
            <p:nvPr/>
          </p:nvSpPr>
          <p:spPr>
            <a:xfrm>
              <a:off x="5324345" y="2175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5" name="pt10165"/>
            <p:cNvSpPr/>
            <p:nvPr/>
          </p:nvSpPr>
          <p:spPr>
            <a:xfrm>
              <a:off x="5492632" y="2246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6" name="pt10166"/>
            <p:cNvSpPr/>
            <p:nvPr/>
          </p:nvSpPr>
          <p:spPr>
            <a:xfrm>
              <a:off x="5057343" y="2342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7" name="pt10167"/>
            <p:cNvSpPr/>
            <p:nvPr/>
          </p:nvSpPr>
          <p:spPr>
            <a:xfrm>
              <a:off x="5659474" y="1858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8" name="pt10168"/>
            <p:cNvSpPr/>
            <p:nvPr/>
          </p:nvSpPr>
          <p:spPr>
            <a:xfrm>
              <a:off x="5429650" y="2103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9" name="pt10169"/>
            <p:cNvSpPr/>
            <p:nvPr/>
          </p:nvSpPr>
          <p:spPr>
            <a:xfrm>
              <a:off x="5443010" y="2071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0" name="pt10170"/>
            <p:cNvSpPr/>
            <p:nvPr/>
          </p:nvSpPr>
          <p:spPr>
            <a:xfrm>
              <a:off x="5577614" y="1897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1" name="pt10171"/>
            <p:cNvSpPr/>
            <p:nvPr/>
          </p:nvSpPr>
          <p:spPr>
            <a:xfrm>
              <a:off x="5516596" y="2052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t10172"/>
            <p:cNvSpPr/>
            <p:nvPr/>
          </p:nvSpPr>
          <p:spPr>
            <a:xfrm>
              <a:off x="5824298" y="1724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t10173"/>
            <p:cNvSpPr/>
            <p:nvPr/>
          </p:nvSpPr>
          <p:spPr>
            <a:xfrm>
              <a:off x="5562241" y="2260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t10174"/>
            <p:cNvSpPr/>
            <p:nvPr/>
          </p:nvSpPr>
          <p:spPr>
            <a:xfrm>
              <a:off x="5778378" y="1901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t10175"/>
            <p:cNvSpPr/>
            <p:nvPr/>
          </p:nvSpPr>
          <p:spPr>
            <a:xfrm>
              <a:off x="5243447" y="2190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t10176"/>
            <p:cNvSpPr/>
            <p:nvPr/>
          </p:nvSpPr>
          <p:spPr>
            <a:xfrm>
              <a:off x="5343722" y="2271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t10177"/>
            <p:cNvSpPr/>
            <p:nvPr/>
          </p:nvSpPr>
          <p:spPr>
            <a:xfrm>
              <a:off x="5311692" y="2109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t10178"/>
            <p:cNvSpPr/>
            <p:nvPr/>
          </p:nvSpPr>
          <p:spPr>
            <a:xfrm>
              <a:off x="5749497" y="1869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pt10179"/>
            <p:cNvSpPr/>
            <p:nvPr/>
          </p:nvSpPr>
          <p:spPr>
            <a:xfrm>
              <a:off x="5941305" y="1698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0" name="pt10180"/>
            <p:cNvSpPr/>
            <p:nvPr/>
          </p:nvSpPr>
          <p:spPr>
            <a:xfrm>
              <a:off x="5544892" y="2260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1" name="pt10181"/>
            <p:cNvSpPr/>
            <p:nvPr/>
          </p:nvSpPr>
          <p:spPr>
            <a:xfrm>
              <a:off x="5842427" y="1567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2" name="pt10182"/>
            <p:cNvSpPr/>
            <p:nvPr/>
          </p:nvSpPr>
          <p:spPr>
            <a:xfrm>
              <a:off x="5358779" y="2210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3" name="pt10183"/>
            <p:cNvSpPr/>
            <p:nvPr/>
          </p:nvSpPr>
          <p:spPr>
            <a:xfrm>
              <a:off x="5552181" y="2188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4" name="pt10184"/>
            <p:cNvSpPr/>
            <p:nvPr/>
          </p:nvSpPr>
          <p:spPr>
            <a:xfrm>
              <a:off x="4990743" y="2530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5" name="pt10185"/>
            <p:cNvSpPr/>
            <p:nvPr/>
          </p:nvSpPr>
          <p:spPr>
            <a:xfrm>
              <a:off x="5193858" y="2168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6" name="pt10186"/>
            <p:cNvSpPr/>
            <p:nvPr/>
          </p:nvSpPr>
          <p:spPr>
            <a:xfrm>
              <a:off x="5547480" y="2218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7" name="pt10187"/>
            <p:cNvSpPr/>
            <p:nvPr/>
          </p:nvSpPr>
          <p:spPr>
            <a:xfrm>
              <a:off x="5163895" y="2158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8" name="pt10188"/>
            <p:cNvSpPr/>
            <p:nvPr/>
          </p:nvSpPr>
          <p:spPr>
            <a:xfrm>
              <a:off x="5470058" y="2086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9" name="pt10189"/>
            <p:cNvSpPr/>
            <p:nvPr/>
          </p:nvSpPr>
          <p:spPr>
            <a:xfrm>
              <a:off x="5538725" y="2329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0" name="pt10190"/>
            <p:cNvSpPr/>
            <p:nvPr/>
          </p:nvSpPr>
          <p:spPr>
            <a:xfrm>
              <a:off x="5305522" y="2042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1" name="pt10191"/>
            <p:cNvSpPr/>
            <p:nvPr/>
          </p:nvSpPr>
          <p:spPr>
            <a:xfrm>
              <a:off x="5173075" y="2284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2" name="pt10192"/>
            <p:cNvSpPr/>
            <p:nvPr/>
          </p:nvSpPr>
          <p:spPr>
            <a:xfrm>
              <a:off x="5393754" y="2200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3" name="pt10193"/>
            <p:cNvSpPr/>
            <p:nvPr/>
          </p:nvSpPr>
          <p:spPr>
            <a:xfrm>
              <a:off x="5372728" y="1966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4" name="pt10194"/>
            <p:cNvSpPr/>
            <p:nvPr/>
          </p:nvSpPr>
          <p:spPr>
            <a:xfrm>
              <a:off x="5764776" y="192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5" name="pt10195"/>
            <p:cNvSpPr/>
            <p:nvPr/>
          </p:nvSpPr>
          <p:spPr>
            <a:xfrm>
              <a:off x="4988068" y="2300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6" name="pt10196"/>
            <p:cNvSpPr/>
            <p:nvPr/>
          </p:nvSpPr>
          <p:spPr>
            <a:xfrm>
              <a:off x="5383381" y="222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7" name="pt10197"/>
            <p:cNvSpPr/>
            <p:nvPr/>
          </p:nvSpPr>
          <p:spPr>
            <a:xfrm>
              <a:off x="5544530" y="2141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8" name="pt10198"/>
            <p:cNvSpPr/>
            <p:nvPr/>
          </p:nvSpPr>
          <p:spPr>
            <a:xfrm>
              <a:off x="5309664" y="218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9" name="pt10199"/>
            <p:cNvSpPr/>
            <p:nvPr/>
          </p:nvSpPr>
          <p:spPr>
            <a:xfrm>
              <a:off x="5388524" y="2224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0" name="pt10200"/>
            <p:cNvSpPr/>
            <p:nvPr/>
          </p:nvSpPr>
          <p:spPr>
            <a:xfrm>
              <a:off x="5603369" y="1859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1" name="pt10201"/>
            <p:cNvSpPr/>
            <p:nvPr/>
          </p:nvSpPr>
          <p:spPr>
            <a:xfrm>
              <a:off x="5706956" y="1826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2" name="pt10202"/>
            <p:cNvSpPr/>
            <p:nvPr/>
          </p:nvSpPr>
          <p:spPr>
            <a:xfrm>
              <a:off x="5006305" y="2481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3" name="pt10203"/>
            <p:cNvSpPr/>
            <p:nvPr/>
          </p:nvSpPr>
          <p:spPr>
            <a:xfrm>
              <a:off x="5470659" y="2086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4" name="pt10204"/>
            <p:cNvSpPr/>
            <p:nvPr/>
          </p:nvSpPr>
          <p:spPr>
            <a:xfrm>
              <a:off x="5256394" y="2195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5" name="pt10205"/>
            <p:cNvSpPr/>
            <p:nvPr/>
          </p:nvSpPr>
          <p:spPr>
            <a:xfrm>
              <a:off x="5178238" y="2188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6" name="pt10206"/>
            <p:cNvSpPr/>
            <p:nvPr/>
          </p:nvSpPr>
          <p:spPr>
            <a:xfrm>
              <a:off x="5447231" y="2009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7" name="pt10207"/>
            <p:cNvSpPr/>
            <p:nvPr/>
          </p:nvSpPr>
          <p:spPr>
            <a:xfrm>
              <a:off x="5230283" y="1912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8" name="pt10208"/>
            <p:cNvSpPr/>
            <p:nvPr/>
          </p:nvSpPr>
          <p:spPr>
            <a:xfrm>
              <a:off x="5669441" y="1726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9" name="pt10209"/>
            <p:cNvSpPr/>
            <p:nvPr/>
          </p:nvSpPr>
          <p:spPr>
            <a:xfrm>
              <a:off x="5292771" y="1989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0" name="pt10210"/>
            <p:cNvSpPr/>
            <p:nvPr/>
          </p:nvSpPr>
          <p:spPr>
            <a:xfrm>
              <a:off x="5339518" y="2281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1" name="pt10211"/>
            <p:cNvSpPr/>
            <p:nvPr/>
          </p:nvSpPr>
          <p:spPr>
            <a:xfrm>
              <a:off x="5229316" y="1907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2" name="pt10212"/>
            <p:cNvSpPr/>
            <p:nvPr/>
          </p:nvSpPr>
          <p:spPr>
            <a:xfrm>
              <a:off x="5123855" y="2536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3" name="pt10213"/>
            <p:cNvSpPr/>
            <p:nvPr/>
          </p:nvSpPr>
          <p:spPr>
            <a:xfrm>
              <a:off x="5110035" y="2710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4" name="pt10214"/>
            <p:cNvSpPr/>
            <p:nvPr/>
          </p:nvSpPr>
          <p:spPr>
            <a:xfrm>
              <a:off x="5487626" y="2169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5" name="pt10215"/>
            <p:cNvSpPr/>
            <p:nvPr/>
          </p:nvSpPr>
          <p:spPr>
            <a:xfrm>
              <a:off x="5394688" y="2185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6" name="pt10216"/>
            <p:cNvSpPr/>
            <p:nvPr/>
          </p:nvSpPr>
          <p:spPr>
            <a:xfrm>
              <a:off x="5336354" y="2248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7" name="pt10217"/>
            <p:cNvSpPr/>
            <p:nvPr/>
          </p:nvSpPr>
          <p:spPr>
            <a:xfrm>
              <a:off x="5174589" y="2383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8" name="pt10218"/>
            <p:cNvSpPr/>
            <p:nvPr/>
          </p:nvSpPr>
          <p:spPr>
            <a:xfrm>
              <a:off x="5497136" y="2231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9" name="pt10219"/>
            <p:cNvSpPr/>
            <p:nvPr/>
          </p:nvSpPr>
          <p:spPr>
            <a:xfrm>
              <a:off x="5683950" y="1900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0" name="pt10220"/>
            <p:cNvSpPr/>
            <p:nvPr/>
          </p:nvSpPr>
          <p:spPr>
            <a:xfrm>
              <a:off x="5411851" y="2197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1" name="pt10221"/>
            <p:cNvSpPr/>
            <p:nvPr/>
          </p:nvSpPr>
          <p:spPr>
            <a:xfrm>
              <a:off x="5397724" y="2195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2" name="pt10222"/>
            <p:cNvSpPr/>
            <p:nvPr/>
          </p:nvSpPr>
          <p:spPr>
            <a:xfrm>
              <a:off x="5616526" y="1958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3" name="pt10223"/>
            <p:cNvSpPr/>
            <p:nvPr/>
          </p:nvSpPr>
          <p:spPr>
            <a:xfrm>
              <a:off x="5235661" y="2151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4" name="pt10224"/>
            <p:cNvSpPr/>
            <p:nvPr/>
          </p:nvSpPr>
          <p:spPr>
            <a:xfrm>
              <a:off x="4807463" y="2533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5" name="pt10225"/>
            <p:cNvSpPr/>
            <p:nvPr/>
          </p:nvSpPr>
          <p:spPr>
            <a:xfrm>
              <a:off x="5074380" y="2181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6" name="pt10226"/>
            <p:cNvSpPr/>
            <p:nvPr/>
          </p:nvSpPr>
          <p:spPr>
            <a:xfrm>
              <a:off x="5226528" y="2106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7" name="pt10227"/>
            <p:cNvSpPr/>
            <p:nvPr/>
          </p:nvSpPr>
          <p:spPr>
            <a:xfrm>
              <a:off x="5791678" y="1939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8" name="pt10228"/>
            <p:cNvSpPr/>
            <p:nvPr/>
          </p:nvSpPr>
          <p:spPr>
            <a:xfrm>
              <a:off x="4885314" y="2482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9" name="pt10229"/>
            <p:cNvSpPr/>
            <p:nvPr/>
          </p:nvSpPr>
          <p:spPr>
            <a:xfrm>
              <a:off x="5586174" y="1932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0" name="pt10230"/>
            <p:cNvSpPr/>
            <p:nvPr/>
          </p:nvSpPr>
          <p:spPr>
            <a:xfrm>
              <a:off x="5751780" y="1979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1" name="pt10231"/>
            <p:cNvSpPr/>
            <p:nvPr/>
          </p:nvSpPr>
          <p:spPr>
            <a:xfrm>
              <a:off x="5564106" y="2300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2" name="pt10232"/>
            <p:cNvSpPr/>
            <p:nvPr/>
          </p:nvSpPr>
          <p:spPr>
            <a:xfrm>
              <a:off x="5148746" y="2364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3" name="pt10233"/>
            <p:cNvSpPr/>
            <p:nvPr/>
          </p:nvSpPr>
          <p:spPr>
            <a:xfrm>
              <a:off x="5245051" y="2063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4" name="pt10234"/>
            <p:cNvSpPr/>
            <p:nvPr/>
          </p:nvSpPr>
          <p:spPr>
            <a:xfrm>
              <a:off x="5382715" y="2204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5" name="pt10235"/>
            <p:cNvSpPr/>
            <p:nvPr/>
          </p:nvSpPr>
          <p:spPr>
            <a:xfrm>
              <a:off x="5463627" y="2068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6" name="pt10236"/>
            <p:cNvSpPr/>
            <p:nvPr/>
          </p:nvSpPr>
          <p:spPr>
            <a:xfrm>
              <a:off x="5712119" y="2164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7" name="pt10237"/>
            <p:cNvSpPr/>
            <p:nvPr/>
          </p:nvSpPr>
          <p:spPr>
            <a:xfrm>
              <a:off x="5736531" y="2017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8" name="pt10238"/>
            <p:cNvSpPr/>
            <p:nvPr/>
          </p:nvSpPr>
          <p:spPr>
            <a:xfrm>
              <a:off x="5439746" y="2055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9" name="pt10239"/>
            <p:cNvSpPr/>
            <p:nvPr/>
          </p:nvSpPr>
          <p:spPr>
            <a:xfrm>
              <a:off x="5232553" y="204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0" name="pt10240"/>
            <p:cNvSpPr/>
            <p:nvPr/>
          </p:nvSpPr>
          <p:spPr>
            <a:xfrm>
              <a:off x="5420527" y="2195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1" name="pt10241"/>
            <p:cNvSpPr/>
            <p:nvPr/>
          </p:nvSpPr>
          <p:spPr>
            <a:xfrm>
              <a:off x="4770555" y="2475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2" name="pt10242"/>
            <p:cNvSpPr/>
            <p:nvPr/>
          </p:nvSpPr>
          <p:spPr>
            <a:xfrm>
              <a:off x="5619757" y="193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3" name="pt10243"/>
            <p:cNvSpPr/>
            <p:nvPr/>
          </p:nvSpPr>
          <p:spPr>
            <a:xfrm>
              <a:off x="5697499" y="2059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4" name="pt10244"/>
            <p:cNvSpPr/>
            <p:nvPr/>
          </p:nvSpPr>
          <p:spPr>
            <a:xfrm>
              <a:off x="5237891" y="2122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5" name="pt10245"/>
            <p:cNvSpPr/>
            <p:nvPr/>
          </p:nvSpPr>
          <p:spPr>
            <a:xfrm>
              <a:off x="5167978" y="2308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6" name="pt10246"/>
            <p:cNvSpPr/>
            <p:nvPr/>
          </p:nvSpPr>
          <p:spPr>
            <a:xfrm>
              <a:off x="5543799" y="2158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7" name="pt10247"/>
            <p:cNvSpPr/>
            <p:nvPr/>
          </p:nvSpPr>
          <p:spPr>
            <a:xfrm>
              <a:off x="5318324" y="2160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8" name="pt10248"/>
            <p:cNvSpPr/>
            <p:nvPr/>
          </p:nvSpPr>
          <p:spPr>
            <a:xfrm>
              <a:off x="5332629" y="2161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9" name="pt10249"/>
            <p:cNvSpPr/>
            <p:nvPr/>
          </p:nvSpPr>
          <p:spPr>
            <a:xfrm>
              <a:off x="5042804" y="2433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0" name="pt10250"/>
            <p:cNvSpPr/>
            <p:nvPr/>
          </p:nvSpPr>
          <p:spPr>
            <a:xfrm>
              <a:off x="5789706" y="2096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1" name="pt10251"/>
            <p:cNvSpPr/>
            <p:nvPr/>
          </p:nvSpPr>
          <p:spPr>
            <a:xfrm>
              <a:off x="5121128" y="2620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2" name="pt10252"/>
            <p:cNvSpPr/>
            <p:nvPr/>
          </p:nvSpPr>
          <p:spPr>
            <a:xfrm>
              <a:off x="5136273" y="2785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3" name="pt10253"/>
            <p:cNvSpPr/>
            <p:nvPr/>
          </p:nvSpPr>
          <p:spPr>
            <a:xfrm>
              <a:off x="5544667" y="2143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4" name="pt10254"/>
            <p:cNvSpPr/>
            <p:nvPr/>
          </p:nvSpPr>
          <p:spPr>
            <a:xfrm>
              <a:off x="4904068" y="2042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5" name="pt10255"/>
            <p:cNvSpPr/>
            <p:nvPr/>
          </p:nvSpPr>
          <p:spPr>
            <a:xfrm>
              <a:off x="5461983" y="2117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6" name="pt10256"/>
            <p:cNvSpPr/>
            <p:nvPr/>
          </p:nvSpPr>
          <p:spPr>
            <a:xfrm>
              <a:off x="5652245" y="1990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7" name="pt10257"/>
            <p:cNvSpPr/>
            <p:nvPr/>
          </p:nvSpPr>
          <p:spPr>
            <a:xfrm>
              <a:off x="5529495" y="2221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8" name="pt10258"/>
            <p:cNvSpPr/>
            <p:nvPr/>
          </p:nvSpPr>
          <p:spPr>
            <a:xfrm>
              <a:off x="5381151" y="2199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9" name="pt10259"/>
            <p:cNvSpPr/>
            <p:nvPr/>
          </p:nvSpPr>
          <p:spPr>
            <a:xfrm>
              <a:off x="5104452" y="2787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0" name="pt10260"/>
            <p:cNvSpPr/>
            <p:nvPr/>
          </p:nvSpPr>
          <p:spPr>
            <a:xfrm>
              <a:off x="5266049" y="2014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1" name="pt10261"/>
            <p:cNvSpPr/>
            <p:nvPr/>
          </p:nvSpPr>
          <p:spPr>
            <a:xfrm>
              <a:off x="5220265" y="2115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2" name="pt10262"/>
            <p:cNvSpPr/>
            <p:nvPr/>
          </p:nvSpPr>
          <p:spPr>
            <a:xfrm>
              <a:off x="4981133" y="2579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3" name="pt10263"/>
            <p:cNvSpPr/>
            <p:nvPr/>
          </p:nvSpPr>
          <p:spPr>
            <a:xfrm>
              <a:off x="5499878" y="2147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4" name="pt10264"/>
            <p:cNvSpPr/>
            <p:nvPr/>
          </p:nvSpPr>
          <p:spPr>
            <a:xfrm>
              <a:off x="5242626" y="2108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5" name="pt10265"/>
            <p:cNvSpPr/>
            <p:nvPr/>
          </p:nvSpPr>
          <p:spPr>
            <a:xfrm>
              <a:off x="5514906" y="2127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6" name="pt10266"/>
            <p:cNvSpPr/>
            <p:nvPr/>
          </p:nvSpPr>
          <p:spPr>
            <a:xfrm>
              <a:off x="4946721" y="2554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7" name="pt10267"/>
            <p:cNvSpPr/>
            <p:nvPr/>
          </p:nvSpPr>
          <p:spPr>
            <a:xfrm>
              <a:off x="4867689" y="2676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8" name="pt10268"/>
            <p:cNvSpPr/>
            <p:nvPr/>
          </p:nvSpPr>
          <p:spPr>
            <a:xfrm>
              <a:off x="5212424" y="2199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9" name="pt10269"/>
            <p:cNvSpPr/>
            <p:nvPr/>
          </p:nvSpPr>
          <p:spPr>
            <a:xfrm>
              <a:off x="5211257" y="2051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0" name="pt10270"/>
            <p:cNvSpPr/>
            <p:nvPr/>
          </p:nvSpPr>
          <p:spPr>
            <a:xfrm>
              <a:off x="5076163" y="2203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1" name="pt10271"/>
            <p:cNvSpPr/>
            <p:nvPr/>
          </p:nvSpPr>
          <p:spPr>
            <a:xfrm>
              <a:off x="5447517" y="2012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2" name="pt10272"/>
            <p:cNvSpPr/>
            <p:nvPr/>
          </p:nvSpPr>
          <p:spPr>
            <a:xfrm>
              <a:off x="5516554" y="2033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3" name="pt10273"/>
            <p:cNvSpPr/>
            <p:nvPr/>
          </p:nvSpPr>
          <p:spPr>
            <a:xfrm>
              <a:off x="5129833" y="2707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4" name="pt10274"/>
            <p:cNvSpPr/>
            <p:nvPr/>
          </p:nvSpPr>
          <p:spPr>
            <a:xfrm>
              <a:off x="5391844" y="2142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5" name="pt10275"/>
            <p:cNvSpPr/>
            <p:nvPr/>
          </p:nvSpPr>
          <p:spPr>
            <a:xfrm>
              <a:off x="5390123" y="2151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6" name="pt10276"/>
            <p:cNvSpPr/>
            <p:nvPr/>
          </p:nvSpPr>
          <p:spPr>
            <a:xfrm>
              <a:off x="5599265" y="1872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7" name="pt10277"/>
            <p:cNvSpPr/>
            <p:nvPr/>
          </p:nvSpPr>
          <p:spPr>
            <a:xfrm>
              <a:off x="5416794" y="2181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8" name="pt10278"/>
            <p:cNvSpPr/>
            <p:nvPr/>
          </p:nvSpPr>
          <p:spPr>
            <a:xfrm>
              <a:off x="5472245" y="2125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9" name="pt10279"/>
            <p:cNvSpPr/>
            <p:nvPr/>
          </p:nvSpPr>
          <p:spPr>
            <a:xfrm>
              <a:off x="4998744" y="2415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0" name="pt10280"/>
            <p:cNvSpPr/>
            <p:nvPr/>
          </p:nvSpPr>
          <p:spPr>
            <a:xfrm>
              <a:off x="5249417" y="2124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1" name="pt10281"/>
            <p:cNvSpPr/>
            <p:nvPr/>
          </p:nvSpPr>
          <p:spPr>
            <a:xfrm>
              <a:off x="5708828" y="1790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2" name="pt10282"/>
            <p:cNvSpPr/>
            <p:nvPr/>
          </p:nvSpPr>
          <p:spPr>
            <a:xfrm>
              <a:off x="5164356" y="2211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3" name="pt10283"/>
            <p:cNvSpPr/>
            <p:nvPr/>
          </p:nvSpPr>
          <p:spPr>
            <a:xfrm>
              <a:off x="5390810" y="2276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4" name="pt10284"/>
            <p:cNvSpPr/>
            <p:nvPr/>
          </p:nvSpPr>
          <p:spPr>
            <a:xfrm>
              <a:off x="5283784" y="227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5" name="pt10285"/>
            <p:cNvSpPr/>
            <p:nvPr/>
          </p:nvSpPr>
          <p:spPr>
            <a:xfrm>
              <a:off x="5388034" y="225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6" name="pt10286"/>
            <p:cNvSpPr/>
            <p:nvPr/>
          </p:nvSpPr>
          <p:spPr>
            <a:xfrm>
              <a:off x="5458046" y="2058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7" name="pt10287"/>
            <p:cNvSpPr/>
            <p:nvPr/>
          </p:nvSpPr>
          <p:spPr>
            <a:xfrm>
              <a:off x="5365294" y="2090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8" name="pt10288"/>
            <p:cNvSpPr/>
            <p:nvPr/>
          </p:nvSpPr>
          <p:spPr>
            <a:xfrm>
              <a:off x="5503486" y="2036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9" name="pt10289"/>
            <p:cNvSpPr/>
            <p:nvPr/>
          </p:nvSpPr>
          <p:spPr>
            <a:xfrm>
              <a:off x="5226138" y="1984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0" name="pt10290"/>
            <p:cNvSpPr/>
            <p:nvPr/>
          </p:nvSpPr>
          <p:spPr>
            <a:xfrm>
              <a:off x="5662340" y="1663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1" name="pt10291"/>
            <p:cNvSpPr/>
            <p:nvPr/>
          </p:nvSpPr>
          <p:spPr>
            <a:xfrm>
              <a:off x="5468075" y="1925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2" name="pt10292"/>
            <p:cNvSpPr/>
            <p:nvPr/>
          </p:nvSpPr>
          <p:spPr>
            <a:xfrm>
              <a:off x="5599142" y="2032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3" name="pt10293"/>
            <p:cNvSpPr/>
            <p:nvPr/>
          </p:nvSpPr>
          <p:spPr>
            <a:xfrm>
              <a:off x="5580932" y="2109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4" name="pt10294"/>
            <p:cNvSpPr/>
            <p:nvPr/>
          </p:nvSpPr>
          <p:spPr>
            <a:xfrm>
              <a:off x="5488268" y="218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5" name="pt10295"/>
            <p:cNvSpPr/>
            <p:nvPr/>
          </p:nvSpPr>
          <p:spPr>
            <a:xfrm>
              <a:off x="5401790" y="2327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6" name="pt10296"/>
            <p:cNvSpPr/>
            <p:nvPr/>
          </p:nvSpPr>
          <p:spPr>
            <a:xfrm>
              <a:off x="5546133" y="2136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7" name="pt10297"/>
            <p:cNvSpPr/>
            <p:nvPr/>
          </p:nvSpPr>
          <p:spPr>
            <a:xfrm>
              <a:off x="5521638" y="2080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8" name="pt10298"/>
            <p:cNvSpPr/>
            <p:nvPr/>
          </p:nvSpPr>
          <p:spPr>
            <a:xfrm>
              <a:off x="5562376" y="2319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9" name="pt10299"/>
            <p:cNvSpPr/>
            <p:nvPr/>
          </p:nvSpPr>
          <p:spPr>
            <a:xfrm>
              <a:off x="5422727" y="2190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0" name="pt10300"/>
            <p:cNvSpPr/>
            <p:nvPr/>
          </p:nvSpPr>
          <p:spPr>
            <a:xfrm>
              <a:off x="5379426" y="2240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1" name="pt10301"/>
            <p:cNvSpPr/>
            <p:nvPr/>
          </p:nvSpPr>
          <p:spPr>
            <a:xfrm>
              <a:off x="5087437" y="1933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2" name="pt10302"/>
            <p:cNvSpPr/>
            <p:nvPr/>
          </p:nvSpPr>
          <p:spPr>
            <a:xfrm>
              <a:off x="5229245" y="206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3" name="pt10303"/>
            <p:cNvSpPr/>
            <p:nvPr/>
          </p:nvSpPr>
          <p:spPr>
            <a:xfrm>
              <a:off x="5674544" y="2082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4" name="pt10304"/>
            <p:cNvSpPr/>
            <p:nvPr/>
          </p:nvSpPr>
          <p:spPr>
            <a:xfrm>
              <a:off x="5438479" y="1836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5" name="pt10305"/>
            <p:cNvSpPr/>
            <p:nvPr/>
          </p:nvSpPr>
          <p:spPr>
            <a:xfrm>
              <a:off x="5202703" y="2164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6" name="pt10306"/>
            <p:cNvSpPr/>
            <p:nvPr/>
          </p:nvSpPr>
          <p:spPr>
            <a:xfrm>
              <a:off x="5421559" y="2153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7" name="pt10307"/>
            <p:cNvSpPr/>
            <p:nvPr/>
          </p:nvSpPr>
          <p:spPr>
            <a:xfrm>
              <a:off x="5324458" y="2265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8" name="pt10308"/>
            <p:cNvSpPr/>
            <p:nvPr/>
          </p:nvSpPr>
          <p:spPr>
            <a:xfrm>
              <a:off x="5378674" y="2211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9" name="pt10309"/>
            <p:cNvSpPr/>
            <p:nvPr/>
          </p:nvSpPr>
          <p:spPr>
            <a:xfrm>
              <a:off x="5735721" y="1884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0" name="pt10310"/>
            <p:cNvSpPr/>
            <p:nvPr/>
          </p:nvSpPr>
          <p:spPr>
            <a:xfrm>
              <a:off x="5481487" y="2240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1" name="pt10311"/>
            <p:cNvSpPr/>
            <p:nvPr/>
          </p:nvSpPr>
          <p:spPr>
            <a:xfrm>
              <a:off x="5592539" y="1941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2" name="pt10312"/>
            <p:cNvSpPr/>
            <p:nvPr/>
          </p:nvSpPr>
          <p:spPr>
            <a:xfrm>
              <a:off x="5639734" y="2025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3" name="pt10313"/>
            <p:cNvSpPr/>
            <p:nvPr/>
          </p:nvSpPr>
          <p:spPr>
            <a:xfrm>
              <a:off x="5652416" y="1924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4" name="pt10314"/>
            <p:cNvSpPr/>
            <p:nvPr/>
          </p:nvSpPr>
          <p:spPr>
            <a:xfrm>
              <a:off x="5529045" y="2257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5" name="pt10315"/>
            <p:cNvSpPr/>
            <p:nvPr/>
          </p:nvSpPr>
          <p:spPr>
            <a:xfrm>
              <a:off x="5537533" y="2275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6" name="pt10316"/>
            <p:cNvSpPr/>
            <p:nvPr/>
          </p:nvSpPr>
          <p:spPr>
            <a:xfrm>
              <a:off x="5174402" y="2427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7" name="pt10317"/>
            <p:cNvSpPr/>
            <p:nvPr/>
          </p:nvSpPr>
          <p:spPr>
            <a:xfrm>
              <a:off x="5257119" y="2043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8" name="pt10318"/>
            <p:cNvSpPr/>
            <p:nvPr/>
          </p:nvSpPr>
          <p:spPr>
            <a:xfrm>
              <a:off x="5750163" y="1929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9" name="pt10319"/>
            <p:cNvSpPr/>
            <p:nvPr/>
          </p:nvSpPr>
          <p:spPr>
            <a:xfrm>
              <a:off x="5144246" y="2629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0" name="pt10320"/>
            <p:cNvSpPr/>
            <p:nvPr/>
          </p:nvSpPr>
          <p:spPr>
            <a:xfrm>
              <a:off x="5167557" y="2362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1" name="pt10321"/>
            <p:cNvSpPr/>
            <p:nvPr/>
          </p:nvSpPr>
          <p:spPr>
            <a:xfrm>
              <a:off x="5730760" y="2015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2" name="pt10322"/>
            <p:cNvSpPr/>
            <p:nvPr/>
          </p:nvSpPr>
          <p:spPr>
            <a:xfrm>
              <a:off x="5410135" y="2165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3" name="pt10323"/>
            <p:cNvSpPr/>
            <p:nvPr/>
          </p:nvSpPr>
          <p:spPr>
            <a:xfrm>
              <a:off x="5338432" y="2208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4" name="pt10324"/>
            <p:cNvSpPr/>
            <p:nvPr/>
          </p:nvSpPr>
          <p:spPr>
            <a:xfrm>
              <a:off x="5719369" y="181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5" name="pt10325"/>
            <p:cNvSpPr/>
            <p:nvPr/>
          </p:nvSpPr>
          <p:spPr>
            <a:xfrm>
              <a:off x="5248689" y="2174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6" name="pt10326"/>
            <p:cNvSpPr/>
            <p:nvPr/>
          </p:nvSpPr>
          <p:spPr>
            <a:xfrm>
              <a:off x="5497964" y="2316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7" name="pt10327"/>
            <p:cNvSpPr/>
            <p:nvPr/>
          </p:nvSpPr>
          <p:spPr>
            <a:xfrm>
              <a:off x="5496652" y="2273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8" name="pt10328"/>
            <p:cNvSpPr/>
            <p:nvPr/>
          </p:nvSpPr>
          <p:spPr>
            <a:xfrm>
              <a:off x="5321493" y="2231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9" name="pt10329"/>
            <p:cNvSpPr/>
            <p:nvPr/>
          </p:nvSpPr>
          <p:spPr>
            <a:xfrm>
              <a:off x="5363544" y="1950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0" name="pt10330"/>
            <p:cNvSpPr/>
            <p:nvPr/>
          </p:nvSpPr>
          <p:spPr>
            <a:xfrm>
              <a:off x="5271163" y="2170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1" name="pt10331"/>
            <p:cNvSpPr/>
            <p:nvPr/>
          </p:nvSpPr>
          <p:spPr>
            <a:xfrm>
              <a:off x="4858305" y="2644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2" name="pt10332"/>
            <p:cNvSpPr/>
            <p:nvPr/>
          </p:nvSpPr>
          <p:spPr>
            <a:xfrm>
              <a:off x="5439649" y="2083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3" name="pt10333"/>
            <p:cNvSpPr/>
            <p:nvPr/>
          </p:nvSpPr>
          <p:spPr>
            <a:xfrm>
              <a:off x="5229824" y="2056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4" name="pt10334"/>
            <p:cNvSpPr/>
            <p:nvPr/>
          </p:nvSpPr>
          <p:spPr>
            <a:xfrm>
              <a:off x="5299801" y="2179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5" name="pt10335"/>
            <p:cNvSpPr/>
            <p:nvPr/>
          </p:nvSpPr>
          <p:spPr>
            <a:xfrm>
              <a:off x="5400696" y="2229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6" name="pt10336"/>
            <p:cNvSpPr/>
            <p:nvPr/>
          </p:nvSpPr>
          <p:spPr>
            <a:xfrm>
              <a:off x="5822433" y="1807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7" name="pt10337"/>
            <p:cNvSpPr/>
            <p:nvPr/>
          </p:nvSpPr>
          <p:spPr>
            <a:xfrm>
              <a:off x="5431135" y="2144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8" name="pt10338"/>
            <p:cNvSpPr/>
            <p:nvPr/>
          </p:nvSpPr>
          <p:spPr>
            <a:xfrm>
              <a:off x="5236228" y="2063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9" name="pt10339"/>
            <p:cNvSpPr/>
            <p:nvPr/>
          </p:nvSpPr>
          <p:spPr>
            <a:xfrm>
              <a:off x="5533840" y="2242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0" name="pt10340"/>
            <p:cNvSpPr/>
            <p:nvPr/>
          </p:nvSpPr>
          <p:spPr>
            <a:xfrm>
              <a:off x="5549011" y="2130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1" name="pt10341"/>
            <p:cNvSpPr/>
            <p:nvPr/>
          </p:nvSpPr>
          <p:spPr>
            <a:xfrm>
              <a:off x="5130078" y="2502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2" name="pt10342"/>
            <p:cNvSpPr/>
            <p:nvPr/>
          </p:nvSpPr>
          <p:spPr>
            <a:xfrm>
              <a:off x="5262590" y="2144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3" name="pt10343"/>
            <p:cNvSpPr/>
            <p:nvPr/>
          </p:nvSpPr>
          <p:spPr>
            <a:xfrm>
              <a:off x="5436537" y="2130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4" name="pt10344"/>
            <p:cNvSpPr/>
            <p:nvPr/>
          </p:nvSpPr>
          <p:spPr>
            <a:xfrm>
              <a:off x="5485372" y="2196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5" name="pt10345"/>
            <p:cNvSpPr/>
            <p:nvPr/>
          </p:nvSpPr>
          <p:spPr>
            <a:xfrm>
              <a:off x="5644128" y="1852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6" name="pt10346"/>
            <p:cNvSpPr/>
            <p:nvPr/>
          </p:nvSpPr>
          <p:spPr>
            <a:xfrm>
              <a:off x="5410037" y="2212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7" name="pt10347"/>
            <p:cNvSpPr/>
            <p:nvPr/>
          </p:nvSpPr>
          <p:spPr>
            <a:xfrm>
              <a:off x="5274032" y="2098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8" name="pt10348"/>
            <p:cNvSpPr/>
            <p:nvPr/>
          </p:nvSpPr>
          <p:spPr>
            <a:xfrm>
              <a:off x="5170790" y="2392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9" name="pt10349"/>
            <p:cNvSpPr/>
            <p:nvPr/>
          </p:nvSpPr>
          <p:spPr>
            <a:xfrm>
              <a:off x="5250955" y="222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0" name="pt10350"/>
            <p:cNvSpPr/>
            <p:nvPr/>
          </p:nvSpPr>
          <p:spPr>
            <a:xfrm>
              <a:off x="4747611" y="2517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1" name="pt10351"/>
            <p:cNvSpPr/>
            <p:nvPr/>
          </p:nvSpPr>
          <p:spPr>
            <a:xfrm>
              <a:off x="5484772" y="2125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2" name="pt10352"/>
            <p:cNvSpPr/>
            <p:nvPr/>
          </p:nvSpPr>
          <p:spPr>
            <a:xfrm>
              <a:off x="4796514" y="2687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3" name="pt10353"/>
            <p:cNvSpPr/>
            <p:nvPr/>
          </p:nvSpPr>
          <p:spPr>
            <a:xfrm>
              <a:off x="5298209" y="2066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4" name="pt10354"/>
            <p:cNvSpPr/>
            <p:nvPr/>
          </p:nvSpPr>
          <p:spPr>
            <a:xfrm>
              <a:off x="5469714" y="2139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5" name="pt10355"/>
            <p:cNvSpPr/>
            <p:nvPr/>
          </p:nvSpPr>
          <p:spPr>
            <a:xfrm>
              <a:off x="5207044" y="2125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6" name="pt10356"/>
            <p:cNvSpPr/>
            <p:nvPr/>
          </p:nvSpPr>
          <p:spPr>
            <a:xfrm>
              <a:off x="5546125" y="2286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7" name="pt10357"/>
            <p:cNvSpPr/>
            <p:nvPr/>
          </p:nvSpPr>
          <p:spPr>
            <a:xfrm>
              <a:off x="5391631" y="2137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8" name="pt10358"/>
            <p:cNvSpPr/>
            <p:nvPr/>
          </p:nvSpPr>
          <p:spPr>
            <a:xfrm>
              <a:off x="5574597" y="2222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9" name="pt10359"/>
            <p:cNvSpPr/>
            <p:nvPr/>
          </p:nvSpPr>
          <p:spPr>
            <a:xfrm>
              <a:off x="5396415" y="2269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0" name="pt10360"/>
            <p:cNvSpPr/>
            <p:nvPr/>
          </p:nvSpPr>
          <p:spPr>
            <a:xfrm>
              <a:off x="5385703" y="2232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1" name="pt10361"/>
            <p:cNvSpPr/>
            <p:nvPr/>
          </p:nvSpPr>
          <p:spPr>
            <a:xfrm>
              <a:off x="5513254" y="2223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2" name="pt10362"/>
            <p:cNvSpPr/>
            <p:nvPr/>
          </p:nvSpPr>
          <p:spPr>
            <a:xfrm>
              <a:off x="5530134" y="2310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3" name="pt10363"/>
            <p:cNvSpPr/>
            <p:nvPr/>
          </p:nvSpPr>
          <p:spPr>
            <a:xfrm>
              <a:off x="5451515" y="1992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4" name="pt10364"/>
            <p:cNvSpPr/>
            <p:nvPr/>
          </p:nvSpPr>
          <p:spPr>
            <a:xfrm>
              <a:off x="5059421" y="2484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5" name="pt10365"/>
            <p:cNvSpPr/>
            <p:nvPr/>
          </p:nvSpPr>
          <p:spPr>
            <a:xfrm>
              <a:off x="5539916" y="2194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6" name="pt10366"/>
            <p:cNvSpPr/>
            <p:nvPr/>
          </p:nvSpPr>
          <p:spPr>
            <a:xfrm>
              <a:off x="4943578" y="2811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7" name="pt10367"/>
            <p:cNvSpPr/>
            <p:nvPr/>
          </p:nvSpPr>
          <p:spPr>
            <a:xfrm>
              <a:off x="5414415" y="2205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8" name="pt10368"/>
            <p:cNvSpPr/>
            <p:nvPr/>
          </p:nvSpPr>
          <p:spPr>
            <a:xfrm>
              <a:off x="5586596" y="1959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9" name="pt10369"/>
            <p:cNvSpPr/>
            <p:nvPr/>
          </p:nvSpPr>
          <p:spPr>
            <a:xfrm>
              <a:off x="5568808" y="1939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0" name="pt10370"/>
            <p:cNvSpPr/>
            <p:nvPr/>
          </p:nvSpPr>
          <p:spPr>
            <a:xfrm>
              <a:off x="5446536" y="2011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1" name="pt10371"/>
            <p:cNvSpPr/>
            <p:nvPr/>
          </p:nvSpPr>
          <p:spPr>
            <a:xfrm>
              <a:off x="4997060" y="2625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2" name="pt10372"/>
            <p:cNvSpPr/>
            <p:nvPr/>
          </p:nvSpPr>
          <p:spPr>
            <a:xfrm>
              <a:off x="5183557" y="2072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3" name="pt10373"/>
            <p:cNvSpPr/>
            <p:nvPr/>
          </p:nvSpPr>
          <p:spPr>
            <a:xfrm>
              <a:off x="5325001" y="2186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4" name="pt10374"/>
            <p:cNvSpPr/>
            <p:nvPr/>
          </p:nvSpPr>
          <p:spPr>
            <a:xfrm>
              <a:off x="5877170" y="1832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5" name="pt10375"/>
            <p:cNvSpPr/>
            <p:nvPr/>
          </p:nvSpPr>
          <p:spPr>
            <a:xfrm>
              <a:off x="4793932" y="2473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6" name="pt10376"/>
            <p:cNvSpPr/>
            <p:nvPr/>
          </p:nvSpPr>
          <p:spPr>
            <a:xfrm>
              <a:off x="5502864" y="2147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7" name="pt10377"/>
            <p:cNvSpPr/>
            <p:nvPr/>
          </p:nvSpPr>
          <p:spPr>
            <a:xfrm>
              <a:off x="5807145" y="1810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8" name="pt10378"/>
            <p:cNvSpPr/>
            <p:nvPr/>
          </p:nvSpPr>
          <p:spPr>
            <a:xfrm>
              <a:off x="5013960" y="2160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9" name="pt10379"/>
            <p:cNvSpPr/>
            <p:nvPr/>
          </p:nvSpPr>
          <p:spPr>
            <a:xfrm>
              <a:off x="5204064" y="2213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0" name="pt10380"/>
            <p:cNvSpPr/>
            <p:nvPr/>
          </p:nvSpPr>
          <p:spPr>
            <a:xfrm>
              <a:off x="5449333" y="1931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1" name="pt10381"/>
            <p:cNvSpPr/>
            <p:nvPr/>
          </p:nvSpPr>
          <p:spPr>
            <a:xfrm>
              <a:off x="5388120" y="2203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2" name="pt10382"/>
            <p:cNvSpPr/>
            <p:nvPr/>
          </p:nvSpPr>
          <p:spPr>
            <a:xfrm>
              <a:off x="5130692" y="2662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3" name="pt10383"/>
            <p:cNvSpPr/>
            <p:nvPr/>
          </p:nvSpPr>
          <p:spPr>
            <a:xfrm>
              <a:off x="5902440" y="1791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4" name="pt10384"/>
            <p:cNvSpPr/>
            <p:nvPr/>
          </p:nvSpPr>
          <p:spPr>
            <a:xfrm>
              <a:off x="5479370" y="2254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5" name="pt10385"/>
            <p:cNvSpPr/>
            <p:nvPr/>
          </p:nvSpPr>
          <p:spPr>
            <a:xfrm>
              <a:off x="5249437" y="211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6" name="pt10386"/>
            <p:cNvSpPr/>
            <p:nvPr/>
          </p:nvSpPr>
          <p:spPr>
            <a:xfrm>
              <a:off x="5426622" y="2199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7" name="pt10387"/>
            <p:cNvSpPr/>
            <p:nvPr/>
          </p:nvSpPr>
          <p:spPr>
            <a:xfrm>
              <a:off x="5808108" y="1750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8" name="pt10388"/>
            <p:cNvSpPr/>
            <p:nvPr/>
          </p:nvSpPr>
          <p:spPr>
            <a:xfrm>
              <a:off x="5199625" y="2091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9" name="pt10389"/>
            <p:cNvSpPr/>
            <p:nvPr/>
          </p:nvSpPr>
          <p:spPr>
            <a:xfrm>
              <a:off x="5434259" y="2098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0" name="pt10390"/>
            <p:cNvSpPr/>
            <p:nvPr/>
          </p:nvSpPr>
          <p:spPr>
            <a:xfrm>
              <a:off x="5117990" y="2654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1" name="pt10391"/>
            <p:cNvSpPr/>
            <p:nvPr/>
          </p:nvSpPr>
          <p:spPr>
            <a:xfrm>
              <a:off x="5596648" y="2007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2" name="pt10392"/>
            <p:cNvSpPr/>
            <p:nvPr/>
          </p:nvSpPr>
          <p:spPr>
            <a:xfrm>
              <a:off x="5278928" y="2153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3" name="pt10393"/>
            <p:cNvSpPr/>
            <p:nvPr/>
          </p:nvSpPr>
          <p:spPr>
            <a:xfrm>
              <a:off x="5842286" y="1887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4" name="pt10394"/>
            <p:cNvSpPr/>
            <p:nvPr/>
          </p:nvSpPr>
          <p:spPr>
            <a:xfrm>
              <a:off x="5050834" y="2542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5" name="pt10395"/>
            <p:cNvSpPr/>
            <p:nvPr/>
          </p:nvSpPr>
          <p:spPr>
            <a:xfrm>
              <a:off x="5269994" y="2123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6" name="pt10396"/>
            <p:cNvSpPr/>
            <p:nvPr/>
          </p:nvSpPr>
          <p:spPr>
            <a:xfrm>
              <a:off x="5209298" y="2274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7" name="pt10397"/>
            <p:cNvSpPr/>
            <p:nvPr/>
          </p:nvSpPr>
          <p:spPr>
            <a:xfrm>
              <a:off x="5437113" y="2061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8" name="pt10398"/>
            <p:cNvSpPr/>
            <p:nvPr/>
          </p:nvSpPr>
          <p:spPr>
            <a:xfrm>
              <a:off x="4898092" y="1840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9" name="pt10399"/>
            <p:cNvSpPr/>
            <p:nvPr/>
          </p:nvSpPr>
          <p:spPr>
            <a:xfrm>
              <a:off x="5632048" y="2174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0" name="pt10400"/>
            <p:cNvSpPr/>
            <p:nvPr/>
          </p:nvSpPr>
          <p:spPr>
            <a:xfrm>
              <a:off x="5732288" y="1958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1" name="pt10401"/>
            <p:cNvSpPr/>
            <p:nvPr/>
          </p:nvSpPr>
          <p:spPr>
            <a:xfrm>
              <a:off x="4751627" y="2510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2" name="pt10402"/>
            <p:cNvSpPr/>
            <p:nvPr/>
          </p:nvSpPr>
          <p:spPr>
            <a:xfrm>
              <a:off x="5074841" y="2099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3" name="pt10403"/>
            <p:cNvSpPr/>
            <p:nvPr/>
          </p:nvSpPr>
          <p:spPr>
            <a:xfrm>
              <a:off x="4953346" y="2566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4" name="pt10404"/>
            <p:cNvSpPr/>
            <p:nvPr/>
          </p:nvSpPr>
          <p:spPr>
            <a:xfrm>
              <a:off x="5292933" y="2056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5" name="pt10405"/>
            <p:cNvSpPr/>
            <p:nvPr/>
          </p:nvSpPr>
          <p:spPr>
            <a:xfrm>
              <a:off x="5640818" y="2136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6" name="pt10406"/>
            <p:cNvSpPr/>
            <p:nvPr/>
          </p:nvSpPr>
          <p:spPr>
            <a:xfrm>
              <a:off x="5274621" y="2160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7" name="pt10407"/>
            <p:cNvSpPr/>
            <p:nvPr/>
          </p:nvSpPr>
          <p:spPr>
            <a:xfrm>
              <a:off x="5508703" y="2103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8" name="pt10408"/>
            <p:cNvSpPr/>
            <p:nvPr/>
          </p:nvSpPr>
          <p:spPr>
            <a:xfrm>
              <a:off x="5155726" y="2519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9" name="pt10409"/>
            <p:cNvSpPr/>
            <p:nvPr/>
          </p:nvSpPr>
          <p:spPr>
            <a:xfrm>
              <a:off x="5075169" y="2146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0" name="pt10410"/>
            <p:cNvSpPr/>
            <p:nvPr/>
          </p:nvSpPr>
          <p:spPr>
            <a:xfrm>
              <a:off x="5494334" y="2294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1" name="pt10411"/>
            <p:cNvSpPr/>
            <p:nvPr/>
          </p:nvSpPr>
          <p:spPr>
            <a:xfrm>
              <a:off x="5682101" y="1912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2" name="pt10412"/>
            <p:cNvSpPr/>
            <p:nvPr/>
          </p:nvSpPr>
          <p:spPr>
            <a:xfrm>
              <a:off x="5683271" y="1985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3" name="pt10413"/>
            <p:cNvSpPr/>
            <p:nvPr/>
          </p:nvSpPr>
          <p:spPr>
            <a:xfrm>
              <a:off x="5312939" y="2133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4" name="pt10414"/>
            <p:cNvSpPr/>
            <p:nvPr/>
          </p:nvSpPr>
          <p:spPr>
            <a:xfrm>
              <a:off x="5454292" y="1991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5" name="pt10415"/>
            <p:cNvSpPr/>
            <p:nvPr/>
          </p:nvSpPr>
          <p:spPr>
            <a:xfrm>
              <a:off x="4707562" y="2669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6" name="pt10416"/>
            <p:cNvSpPr/>
            <p:nvPr/>
          </p:nvSpPr>
          <p:spPr>
            <a:xfrm>
              <a:off x="5314819" y="211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7" name="pt10417"/>
            <p:cNvSpPr/>
            <p:nvPr/>
          </p:nvSpPr>
          <p:spPr>
            <a:xfrm>
              <a:off x="5105211" y="2611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8" name="pt10418"/>
            <p:cNvSpPr/>
            <p:nvPr/>
          </p:nvSpPr>
          <p:spPr>
            <a:xfrm>
              <a:off x="5515047" y="2198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9" name="pt10419"/>
            <p:cNvSpPr/>
            <p:nvPr/>
          </p:nvSpPr>
          <p:spPr>
            <a:xfrm>
              <a:off x="5434333" y="2139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0" name="pt10420"/>
            <p:cNvSpPr/>
            <p:nvPr/>
          </p:nvSpPr>
          <p:spPr>
            <a:xfrm>
              <a:off x="5215669" y="2039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1" name="pt10421"/>
            <p:cNvSpPr/>
            <p:nvPr/>
          </p:nvSpPr>
          <p:spPr>
            <a:xfrm>
              <a:off x="5165977" y="2182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2" name="pt10422"/>
            <p:cNvSpPr/>
            <p:nvPr/>
          </p:nvSpPr>
          <p:spPr>
            <a:xfrm>
              <a:off x="5092978" y="2596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3" name="pt10423"/>
            <p:cNvSpPr/>
            <p:nvPr/>
          </p:nvSpPr>
          <p:spPr>
            <a:xfrm>
              <a:off x="5016607" y="2083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4" name="pt10424"/>
            <p:cNvSpPr/>
            <p:nvPr/>
          </p:nvSpPr>
          <p:spPr>
            <a:xfrm>
              <a:off x="5764830" y="2119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5" name="pt10425"/>
            <p:cNvSpPr/>
            <p:nvPr/>
          </p:nvSpPr>
          <p:spPr>
            <a:xfrm>
              <a:off x="5415243" y="2144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6" name="pt10426"/>
            <p:cNvSpPr/>
            <p:nvPr/>
          </p:nvSpPr>
          <p:spPr>
            <a:xfrm>
              <a:off x="5566405" y="2236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7" name="pt10427"/>
            <p:cNvSpPr/>
            <p:nvPr/>
          </p:nvSpPr>
          <p:spPr>
            <a:xfrm>
              <a:off x="5762502" y="1990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8" name="pt10428"/>
            <p:cNvSpPr/>
            <p:nvPr/>
          </p:nvSpPr>
          <p:spPr>
            <a:xfrm>
              <a:off x="5542362" y="2177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9" name="pt10429"/>
            <p:cNvSpPr/>
            <p:nvPr/>
          </p:nvSpPr>
          <p:spPr>
            <a:xfrm>
              <a:off x="5126705" y="2463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0" name="pt10430"/>
            <p:cNvSpPr/>
            <p:nvPr/>
          </p:nvSpPr>
          <p:spPr>
            <a:xfrm>
              <a:off x="5725583" y="1902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1" name="pt10431"/>
            <p:cNvSpPr/>
            <p:nvPr/>
          </p:nvSpPr>
          <p:spPr>
            <a:xfrm>
              <a:off x="5742370" y="2001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2" name="pt10432"/>
            <p:cNvSpPr/>
            <p:nvPr/>
          </p:nvSpPr>
          <p:spPr>
            <a:xfrm>
              <a:off x="4883526" y="273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3" name="pt10433"/>
            <p:cNvSpPr/>
            <p:nvPr/>
          </p:nvSpPr>
          <p:spPr>
            <a:xfrm>
              <a:off x="5299028" y="2134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4" name="pt10434"/>
            <p:cNvSpPr/>
            <p:nvPr/>
          </p:nvSpPr>
          <p:spPr>
            <a:xfrm>
              <a:off x="5576632" y="1970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5" name="pt10435"/>
            <p:cNvSpPr/>
            <p:nvPr/>
          </p:nvSpPr>
          <p:spPr>
            <a:xfrm>
              <a:off x="5102577" y="2714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6" name="pt10436"/>
            <p:cNvSpPr/>
            <p:nvPr/>
          </p:nvSpPr>
          <p:spPr>
            <a:xfrm>
              <a:off x="5647422" y="1939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7" name="pt10437"/>
            <p:cNvSpPr/>
            <p:nvPr/>
          </p:nvSpPr>
          <p:spPr>
            <a:xfrm>
              <a:off x="5454613" y="2010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8" name="pt10438"/>
            <p:cNvSpPr/>
            <p:nvPr/>
          </p:nvSpPr>
          <p:spPr>
            <a:xfrm>
              <a:off x="5475853" y="2220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9" name="pt10439"/>
            <p:cNvSpPr/>
            <p:nvPr/>
          </p:nvSpPr>
          <p:spPr>
            <a:xfrm>
              <a:off x="5326583" y="219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0" name="pt10440"/>
            <p:cNvSpPr/>
            <p:nvPr/>
          </p:nvSpPr>
          <p:spPr>
            <a:xfrm>
              <a:off x="5626497" y="1964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1" name="pt10441"/>
            <p:cNvSpPr/>
            <p:nvPr/>
          </p:nvSpPr>
          <p:spPr>
            <a:xfrm>
              <a:off x="5152713" y="2369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2" name="pt10442"/>
            <p:cNvSpPr/>
            <p:nvPr/>
          </p:nvSpPr>
          <p:spPr>
            <a:xfrm>
              <a:off x="5669804" y="1547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3" name="pt10443"/>
            <p:cNvSpPr/>
            <p:nvPr/>
          </p:nvSpPr>
          <p:spPr>
            <a:xfrm>
              <a:off x="5199067" y="2143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4" name="pt10444"/>
            <p:cNvSpPr/>
            <p:nvPr/>
          </p:nvSpPr>
          <p:spPr>
            <a:xfrm>
              <a:off x="5500985" y="2047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5" name="pt10445"/>
            <p:cNvSpPr/>
            <p:nvPr/>
          </p:nvSpPr>
          <p:spPr>
            <a:xfrm>
              <a:off x="5452942" y="1979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6" name="pt10446"/>
            <p:cNvSpPr/>
            <p:nvPr/>
          </p:nvSpPr>
          <p:spPr>
            <a:xfrm>
              <a:off x="5554002" y="2229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7" name="pt10447"/>
            <p:cNvSpPr/>
            <p:nvPr/>
          </p:nvSpPr>
          <p:spPr>
            <a:xfrm>
              <a:off x="5423335" y="2175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8" name="pt10448"/>
            <p:cNvSpPr/>
            <p:nvPr/>
          </p:nvSpPr>
          <p:spPr>
            <a:xfrm>
              <a:off x="5612978" y="2045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9" name="pt10449"/>
            <p:cNvSpPr/>
            <p:nvPr/>
          </p:nvSpPr>
          <p:spPr>
            <a:xfrm>
              <a:off x="5489631" y="223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0" name="pt10450"/>
            <p:cNvSpPr/>
            <p:nvPr/>
          </p:nvSpPr>
          <p:spPr>
            <a:xfrm>
              <a:off x="5344295" y="2253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1" name="pt10451"/>
            <p:cNvSpPr/>
            <p:nvPr/>
          </p:nvSpPr>
          <p:spPr>
            <a:xfrm>
              <a:off x="5165734" y="2239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2" name="pt10452"/>
            <p:cNvSpPr/>
            <p:nvPr/>
          </p:nvSpPr>
          <p:spPr>
            <a:xfrm>
              <a:off x="5545144" y="2130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3" name="pt10453"/>
            <p:cNvSpPr/>
            <p:nvPr/>
          </p:nvSpPr>
          <p:spPr>
            <a:xfrm>
              <a:off x="5067001" y="2456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4" name="pt10454"/>
            <p:cNvSpPr/>
            <p:nvPr/>
          </p:nvSpPr>
          <p:spPr>
            <a:xfrm>
              <a:off x="5343412" y="2140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5" name="pt10455"/>
            <p:cNvSpPr/>
            <p:nvPr/>
          </p:nvSpPr>
          <p:spPr>
            <a:xfrm>
              <a:off x="5462790" y="2072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6" name="pt10456"/>
            <p:cNvSpPr/>
            <p:nvPr/>
          </p:nvSpPr>
          <p:spPr>
            <a:xfrm>
              <a:off x="5502253" y="2216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7" name="pt10457"/>
            <p:cNvSpPr/>
            <p:nvPr/>
          </p:nvSpPr>
          <p:spPr>
            <a:xfrm>
              <a:off x="5426317" y="2187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8" name="pt10458"/>
            <p:cNvSpPr/>
            <p:nvPr/>
          </p:nvSpPr>
          <p:spPr>
            <a:xfrm>
              <a:off x="5448377" y="2058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9" name="pt10459"/>
            <p:cNvSpPr/>
            <p:nvPr/>
          </p:nvSpPr>
          <p:spPr>
            <a:xfrm>
              <a:off x="5403461" y="2236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0" name="pt10460"/>
            <p:cNvSpPr/>
            <p:nvPr/>
          </p:nvSpPr>
          <p:spPr>
            <a:xfrm>
              <a:off x="5272237" y="2196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1" name="pt10461"/>
            <p:cNvSpPr/>
            <p:nvPr/>
          </p:nvSpPr>
          <p:spPr>
            <a:xfrm>
              <a:off x="5734136" y="1954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2" name="pt10462"/>
            <p:cNvSpPr/>
            <p:nvPr/>
          </p:nvSpPr>
          <p:spPr>
            <a:xfrm>
              <a:off x="5091862" y="2601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3" name="pt10463"/>
            <p:cNvSpPr/>
            <p:nvPr/>
          </p:nvSpPr>
          <p:spPr>
            <a:xfrm>
              <a:off x="5231050" y="2060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4" name="pt10464"/>
            <p:cNvSpPr/>
            <p:nvPr/>
          </p:nvSpPr>
          <p:spPr>
            <a:xfrm>
              <a:off x="5418790" y="2201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5" name="pt10465"/>
            <p:cNvSpPr/>
            <p:nvPr/>
          </p:nvSpPr>
          <p:spPr>
            <a:xfrm>
              <a:off x="5321407" y="2152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6" name="pt10466"/>
            <p:cNvSpPr/>
            <p:nvPr/>
          </p:nvSpPr>
          <p:spPr>
            <a:xfrm>
              <a:off x="5638642" y="2190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7" name="pt10467"/>
            <p:cNvSpPr/>
            <p:nvPr/>
          </p:nvSpPr>
          <p:spPr>
            <a:xfrm>
              <a:off x="4832741" y="218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8" name="pt10468"/>
            <p:cNvSpPr/>
            <p:nvPr/>
          </p:nvSpPr>
          <p:spPr>
            <a:xfrm>
              <a:off x="5593729" y="2152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9" name="pt10469"/>
            <p:cNvSpPr/>
            <p:nvPr/>
          </p:nvSpPr>
          <p:spPr>
            <a:xfrm>
              <a:off x="5352295" y="2237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0" name="pt10470"/>
            <p:cNvSpPr/>
            <p:nvPr/>
          </p:nvSpPr>
          <p:spPr>
            <a:xfrm>
              <a:off x="5272078" y="213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1" name="pt10471"/>
            <p:cNvSpPr/>
            <p:nvPr/>
          </p:nvSpPr>
          <p:spPr>
            <a:xfrm>
              <a:off x="5354343" y="2314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2" name="pt10472"/>
            <p:cNvSpPr/>
            <p:nvPr/>
          </p:nvSpPr>
          <p:spPr>
            <a:xfrm>
              <a:off x="5314296" y="2248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3" name="pt10473"/>
            <p:cNvSpPr/>
            <p:nvPr/>
          </p:nvSpPr>
          <p:spPr>
            <a:xfrm>
              <a:off x="5729397" y="1977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4" name="pt10474"/>
            <p:cNvSpPr/>
            <p:nvPr/>
          </p:nvSpPr>
          <p:spPr>
            <a:xfrm>
              <a:off x="5399438" y="2190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5" name="pt10475"/>
            <p:cNvSpPr/>
            <p:nvPr/>
          </p:nvSpPr>
          <p:spPr>
            <a:xfrm>
              <a:off x="5215365" y="198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6" name="pt10476"/>
            <p:cNvSpPr/>
            <p:nvPr/>
          </p:nvSpPr>
          <p:spPr>
            <a:xfrm>
              <a:off x="5559940" y="2266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7" name="pt10477"/>
            <p:cNvSpPr/>
            <p:nvPr/>
          </p:nvSpPr>
          <p:spPr>
            <a:xfrm>
              <a:off x="5175615" y="2359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8" name="pt10478"/>
            <p:cNvSpPr/>
            <p:nvPr/>
          </p:nvSpPr>
          <p:spPr>
            <a:xfrm>
              <a:off x="5566130" y="2243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9" name="pt10479"/>
            <p:cNvSpPr/>
            <p:nvPr/>
          </p:nvSpPr>
          <p:spPr>
            <a:xfrm>
              <a:off x="5554167" y="2224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0" name="pt10480"/>
            <p:cNvSpPr/>
            <p:nvPr/>
          </p:nvSpPr>
          <p:spPr>
            <a:xfrm>
              <a:off x="5127136" y="2579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1" name="pt10481"/>
            <p:cNvSpPr/>
            <p:nvPr/>
          </p:nvSpPr>
          <p:spPr>
            <a:xfrm>
              <a:off x="6013338" y="1635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2" name="pt10482"/>
            <p:cNvSpPr/>
            <p:nvPr/>
          </p:nvSpPr>
          <p:spPr>
            <a:xfrm>
              <a:off x="5048564" y="2567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3" name="pt10483"/>
            <p:cNvSpPr/>
            <p:nvPr/>
          </p:nvSpPr>
          <p:spPr>
            <a:xfrm>
              <a:off x="5694373" y="2059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4" name="pt10484"/>
            <p:cNvSpPr/>
            <p:nvPr/>
          </p:nvSpPr>
          <p:spPr>
            <a:xfrm>
              <a:off x="5170433" y="2269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5" name="pt10485"/>
            <p:cNvSpPr/>
            <p:nvPr/>
          </p:nvSpPr>
          <p:spPr>
            <a:xfrm>
              <a:off x="5680417" y="1995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6" name="pt10486"/>
            <p:cNvSpPr/>
            <p:nvPr/>
          </p:nvSpPr>
          <p:spPr>
            <a:xfrm>
              <a:off x="5345280" y="222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7" name="pt10487"/>
            <p:cNvSpPr/>
            <p:nvPr/>
          </p:nvSpPr>
          <p:spPr>
            <a:xfrm>
              <a:off x="5777403" y="1955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8" name="pt10488"/>
            <p:cNvSpPr/>
            <p:nvPr/>
          </p:nvSpPr>
          <p:spPr>
            <a:xfrm>
              <a:off x="5301821" y="2246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9" name="pt10489"/>
            <p:cNvSpPr/>
            <p:nvPr/>
          </p:nvSpPr>
          <p:spPr>
            <a:xfrm>
              <a:off x="5399767" y="2234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0" name="pt10490"/>
            <p:cNvSpPr/>
            <p:nvPr/>
          </p:nvSpPr>
          <p:spPr>
            <a:xfrm>
              <a:off x="5370353" y="1871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1" name="pt10491"/>
            <p:cNvSpPr/>
            <p:nvPr/>
          </p:nvSpPr>
          <p:spPr>
            <a:xfrm>
              <a:off x="5625575" y="1926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2" name="pt10492"/>
            <p:cNvSpPr/>
            <p:nvPr/>
          </p:nvSpPr>
          <p:spPr>
            <a:xfrm>
              <a:off x="5472695" y="2016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3" name="pt10493"/>
            <p:cNvSpPr/>
            <p:nvPr/>
          </p:nvSpPr>
          <p:spPr>
            <a:xfrm>
              <a:off x="5412311" y="2050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4" name="pt10494"/>
            <p:cNvSpPr/>
            <p:nvPr/>
          </p:nvSpPr>
          <p:spPr>
            <a:xfrm>
              <a:off x="5364248" y="2109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5" name="pt10495"/>
            <p:cNvSpPr/>
            <p:nvPr/>
          </p:nvSpPr>
          <p:spPr>
            <a:xfrm>
              <a:off x="5527860" y="2191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6" name="pt10496"/>
            <p:cNvSpPr/>
            <p:nvPr/>
          </p:nvSpPr>
          <p:spPr>
            <a:xfrm>
              <a:off x="5144904" y="2698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7" name="pt10497"/>
            <p:cNvSpPr/>
            <p:nvPr/>
          </p:nvSpPr>
          <p:spPr>
            <a:xfrm>
              <a:off x="5490573" y="2103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8" name="pt10498"/>
            <p:cNvSpPr/>
            <p:nvPr/>
          </p:nvSpPr>
          <p:spPr>
            <a:xfrm>
              <a:off x="5521284" y="2234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9" name="pt10499"/>
            <p:cNvSpPr/>
            <p:nvPr/>
          </p:nvSpPr>
          <p:spPr>
            <a:xfrm>
              <a:off x="5360346" y="2021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0" name="pt10500"/>
            <p:cNvSpPr/>
            <p:nvPr/>
          </p:nvSpPr>
          <p:spPr>
            <a:xfrm>
              <a:off x="5713368" y="1946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1" name="pt10501"/>
            <p:cNvSpPr/>
            <p:nvPr/>
          </p:nvSpPr>
          <p:spPr>
            <a:xfrm>
              <a:off x="5298344" y="2157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2" name="pt10502"/>
            <p:cNvSpPr/>
            <p:nvPr/>
          </p:nvSpPr>
          <p:spPr>
            <a:xfrm>
              <a:off x="5022114" y="2474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3" name="pt10503"/>
            <p:cNvSpPr/>
            <p:nvPr/>
          </p:nvSpPr>
          <p:spPr>
            <a:xfrm>
              <a:off x="5788308" y="1881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4" name="pt10504"/>
            <p:cNvSpPr/>
            <p:nvPr/>
          </p:nvSpPr>
          <p:spPr>
            <a:xfrm>
              <a:off x="5443167" y="1991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5" name="pt10505"/>
            <p:cNvSpPr/>
            <p:nvPr/>
          </p:nvSpPr>
          <p:spPr>
            <a:xfrm>
              <a:off x="5646888" y="1991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6" name="pt10506"/>
            <p:cNvSpPr/>
            <p:nvPr/>
          </p:nvSpPr>
          <p:spPr>
            <a:xfrm>
              <a:off x="5169233" y="2246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7" name="pt10507"/>
            <p:cNvSpPr/>
            <p:nvPr/>
          </p:nvSpPr>
          <p:spPr>
            <a:xfrm>
              <a:off x="5261878" y="2147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8" name="pt10508"/>
            <p:cNvSpPr/>
            <p:nvPr/>
          </p:nvSpPr>
          <p:spPr>
            <a:xfrm>
              <a:off x="5287094" y="2167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9" name="pt10509"/>
            <p:cNvSpPr/>
            <p:nvPr/>
          </p:nvSpPr>
          <p:spPr>
            <a:xfrm>
              <a:off x="5456914" y="1930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0" name="pt10510"/>
            <p:cNvSpPr/>
            <p:nvPr/>
          </p:nvSpPr>
          <p:spPr>
            <a:xfrm>
              <a:off x="5519921" y="2237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1" name="pt10511"/>
            <p:cNvSpPr/>
            <p:nvPr/>
          </p:nvSpPr>
          <p:spPr>
            <a:xfrm>
              <a:off x="5121297" y="2628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2" name="pt10512"/>
            <p:cNvSpPr/>
            <p:nvPr/>
          </p:nvSpPr>
          <p:spPr>
            <a:xfrm>
              <a:off x="5266195" y="2109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3" name="pt10513"/>
            <p:cNvSpPr/>
            <p:nvPr/>
          </p:nvSpPr>
          <p:spPr>
            <a:xfrm>
              <a:off x="5083946" y="2182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4" name="pt10514"/>
            <p:cNvSpPr/>
            <p:nvPr/>
          </p:nvSpPr>
          <p:spPr>
            <a:xfrm>
              <a:off x="5347986" y="2329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5" name="pt10515"/>
            <p:cNvSpPr/>
            <p:nvPr/>
          </p:nvSpPr>
          <p:spPr>
            <a:xfrm>
              <a:off x="5450856" y="1978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6" name="pt10516"/>
            <p:cNvSpPr/>
            <p:nvPr/>
          </p:nvSpPr>
          <p:spPr>
            <a:xfrm>
              <a:off x="5123653" y="2743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7" name="pt10517"/>
            <p:cNvSpPr/>
            <p:nvPr/>
          </p:nvSpPr>
          <p:spPr>
            <a:xfrm>
              <a:off x="5152535" y="2641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8" name="pt10518"/>
            <p:cNvSpPr/>
            <p:nvPr/>
          </p:nvSpPr>
          <p:spPr>
            <a:xfrm>
              <a:off x="5457123" y="1966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9" name="pt10519"/>
            <p:cNvSpPr/>
            <p:nvPr/>
          </p:nvSpPr>
          <p:spPr>
            <a:xfrm>
              <a:off x="5558921" y="2200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0" name="pt10520"/>
            <p:cNvSpPr/>
            <p:nvPr/>
          </p:nvSpPr>
          <p:spPr>
            <a:xfrm>
              <a:off x="5828506" y="1905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1" name="pt10521"/>
            <p:cNvSpPr/>
            <p:nvPr/>
          </p:nvSpPr>
          <p:spPr>
            <a:xfrm>
              <a:off x="5539281" y="2118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2" name="pt10522"/>
            <p:cNvSpPr/>
            <p:nvPr/>
          </p:nvSpPr>
          <p:spPr>
            <a:xfrm>
              <a:off x="5754329" y="1909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3" name="pt10523"/>
            <p:cNvSpPr/>
            <p:nvPr/>
          </p:nvSpPr>
          <p:spPr>
            <a:xfrm>
              <a:off x="5305151" y="2189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4" name="pt10524"/>
            <p:cNvSpPr/>
            <p:nvPr/>
          </p:nvSpPr>
          <p:spPr>
            <a:xfrm>
              <a:off x="4764060" y="2177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5" name="pt10525"/>
            <p:cNvSpPr/>
            <p:nvPr/>
          </p:nvSpPr>
          <p:spPr>
            <a:xfrm>
              <a:off x="5266672" y="2099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6" name="pt10526"/>
            <p:cNvSpPr/>
            <p:nvPr/>
          </p:nvSpPr>
          <p:spPr>
            <a:xfrm>
              <a:off x="5427165" y="2195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7" name="pt10527"/>
            <p:cNvSpPr/>
            <p:nvPr/>
          </p:nvSpPr>
          <p:spPr>
            <a:xfrm>
              <a:off x="5648628" y="1989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8" name="pt10528"/>
            <p:cNvSpPr/>
            <p:nvPr/>
          </p:nvSpPr>
          <p:spPr>
            <a:xfrm>
              <a:off x="5440648" y="2030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9" name="pt10529"/>
            <p:cNvSpPr/>
            <p:nvPr/>
          </p:nvSpPr>
          <p:spPr>
            <a:xfrm>
              <a:off x="5261368" y="2212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0" name="pt10530"/>
            <p:cNvSpPr/>
            <p:nvPr/>
          </p:nvSpPr>
          <p:spPr>
            <a:xfrm>
              <a:off x="5399144" y="2228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1" name="pt10531"/>
            <p:cNvSpPr/>
            <p:nvPr/>
          </p:nvSpPr>
          <p:spPr>
            <a:xfrm>
              <a:off x="5129711" y="2608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2" name="pt10532"/>
            <p:cNvSpPr/>
            <p:nvPr/>
          </p:nvSpPr>
          <p:spPr>
            <a:xfrm>
              <a:off x="5249510" y="2153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3" name="pt10533"/>
            <p:cNvSpPr/>
            <p:nvPr/>
          </p:nvSpPr>
          <p:spPr>
            <a:xfrm>
              <a:off x="5294410" y="1999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4" name="pt10534"/>
            <p:cNvSpPr/>
            <p:nvPr/>
          </p:nvSpPr>
          <p:spPr>
            <a:xfrm>
              <a:off x="5853262" y="1661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5" name="pt10535"/>
            <p:cNvSpPr/>
            <p:nvPr/>
          </p:nvSpPr>
          <p:spPr>
            <a:xfrm>
              <a:off x="5269953" y="2063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6" name="pt10536"/>
            <p:cNvSpPr/>
            <p:nvPr/>
          </p:nvSpPr>
          <p:spPr>
            <a:xfrm>
              <a:off x="5933267" y="1175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7" name="pt10537"/>
            <p:cNvSpPr/>
            <p:nvPr/>
          </p:nvSpPr>
          <p:spPr>
            <a:xfrm>
              <a:off x="5380864" y="2206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8" name="pt10538"/>
            <p:cNvSpPr/>
            <p:nvPr/>
          </p:nvSpPr>
          <p:spPr>
            <a:xfrm>
              <a:off x="5651818" y="1895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9" name="pt10539"/>
            <p:cNvSpPr/>
            <p:nvPr/>
          </p:nvSpPr>
          <p:spPr>
            <a:xfrm>
              <a:off x="5539076" y="2214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0" name="pt10540"/>
            <p:cNvSpPr/>
            <p:nvPr/>
          </p:nvSpPr>
          <p:spPr>
            <a:xfrm>
              <a:off x="5142935" y="2634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1" name="pt10541"/>
            <p:cNvSpPr/>
            <p:nvPr/>
          </p:nvSpPr>
          <p:spPr>
            <a:xfrm>
              <a:off x="5748924" y="1922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2" name="pt10542"/>
            <p:cNvSpPr/>
            <p:nvPr/>
          </p:nvSpPr>
          <p:spPr>
            <a:xfrm>
              <a:off x="5000436" y="2475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3" name="pt10543"/>
            <p:cNvSpPr/>
            <p:nvPr/>
          </p:nvSpPr>
          <p:spPr>
            <a:xfrm>
              <a:off x="5676782" y="2013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4" name="pt10544"/>
            <p:cNvSpPr/>
            <p:nvPr/>
          </p:nvSpPr>
          <p:spPr>
            <a:xfrm>
              <a:off x="5775016" y="1766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5" name="pt10545"/>
            <p:cNvSpPr/>
            <p:nvPr/>
          </p:nvSpPr>
          <p:spPr>
            <a:xfrm>
              <a:off x="5525272" y="2044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6" name="pt10546"/>
            <p:cNvSpPr/>
            <p:nvPr/>
          </p:nvSpPr>
          <p:spPr>
            <a:xfrm>
              <a:off x="5308703" y="2214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7" name="pt10547"/>
            <p:cNvSpPr/>
            <p:nvPr/>
          </p:nvSpPr>
          <p:spPr>
            <a:xfrm>
              <a:off x="5119982" y="2610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8" name="pt10548"/>
            <p:cNvSpPr/>
            <p:nvPr/>
          </p:nvSpPr>
          <p:spPr>
            <a:xfrm>
              <a:off x="4998429" y="2174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9" name="pt10549"/>
            <p:cNvSpPr/>
            <p:nvPr/>
          </p:nvSpPr>
          <p:spPr>
            <a:xfrm>
              <a:off x="5263653" y="215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0" name="pt10550"/>
            <p:cNvSpPr/>
            <p:nvPr/>
          </p:nvSpPr>
          <p:spPr>
            <a:xfrm>
              <a:off x="4925196" y="1663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1" name="pt10551"/>
            <p:cNvSpPr/>
            <p:nvPr/>
          </p:nvSpPr>
          <p:spPr>
            <a:xfrm>
              <a:off x="5393213" y="2264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2" name="pt10552"/>
            <p:cNvSpPr/>
            <p:nvPr/>
          </p:nvSpPr>
          <p:spPr>
            <a:xfrm>
              <a:off x="5398344" y="2207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3" name="pt10553"/>
            <p:cNvSpPr/>
            <p:nvPr/>
          </p:nvSpPr>
          <p:spPr>
            <a:xfrm>
              <a:off x="5312886" y="2125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4" name="pt10554"/>
            <p:cNvSpPr/>
            <p:nvPr/>
          </p:nvSpPr>
          <p:spPr>
            <a:xfrm>
              <a:off x="5117450" y="2629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5" name="pt10555"/>
            <p:cNvSpPr/>
            <p:nvPr/>
          </p:nvSpPr>
          <p:spPr>
            <a:xfrm>
              <a:off x="5575161" y="196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6" name="pt10556"/>
            <p:cNvSpPr/>
            <p:nvPr/>
          </p:nvSpPr>
          <p:spPr>
            <a:xfrm>
              <a:off x="5750250" y="1947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7" name="pt10557"/>
            <p:cNvSpPr/>
            <p:nvPr/>
          </p:nvSpPr>
          <p:spPr>
            <a:xfrm>
              <a:off x="5685211" y="1899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8" name="pt10558"/>
            <p:cNvSpPr/>
            <p:nvPr/>
          </p:nvSpPr>
          <p:spPr>
            <a:xfrm>
              <a:off x="5425768" y="2193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9" name="pt10559"/>
            <p:cNvSpPr/>
            <p:nvPr/>
          </p:nvSpPr>
          <p:spPr>
            <a:xfrm>
              <a:off x="5167621" y="2432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0" name="pt10560"/>
            <p:cNvSpPr/>
            <p:nvPr/>
          </p:nvSpPr>
          <p:spPr>
            <a:xfrm>
              <a:off x="5434189" y="2050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1" name="pt10561"/>
            <p:cNvSpPr/>
            <p:nvPr/>
          </p:nvSpPr>
          <p:spPr>
            <a:xfrm>
              <a:off x="5117802" y="2653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2" name="pt10562"/>
            <p:cNvSpPr/>
            <p:nvPr/>
          </p:nvSpPr>
          <p:spPr>
            <a:xfrm>
              <a:off x="5127525" y="2620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3" name="pt10563"/>
            <p:cNvSpPr/>
            <p:nvPr/>
          </p:nvSpPr>
          <p:spPr>
            <a:xfrm>
              <a:off x="5435550" y="2012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4" name="pt10564"/>
            <p:cNvSpPr/>
            <p:nvPr/>
          </p:nvSpPr>
          <p:spPr>
            <a:xfrm>
              <a:off x="5338030" y="2232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5" name="pt10565"/>
            <p:cNvSpPr/>
            <p:nvPr/>
          </p:nvSpPr>
          <p:spPr>
            <a:xfrm>
              <a:off x="5077052" y="2340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6" name="pt10566"/>
            <p:cNvSpPr/>
            <p:nvPr/>
          </p:nvSpPr>
          <p:spPr>
            <a:xfrm>
              <a:off x="5388515" y="2242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7" name="pt10567"/>
            <p:cNvSpPr/>
            <p:nvPr/>
          </p:nvSpPr>
          <p:spPr>
            <a:xfrm>
              <a:off x="5392208" y="2201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8" name="pt10568"/>
            <p:cNvSpPr/>
            <p:nvPr/>
          </p:nvSpPr>
          <p:spPr>
            <a:xfrm>
              <a:off x="5682082" y="1953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9" name="pt10569"/>
            <p:cNvSpPr/>
            <p:nvPr/>
          </p:nvSpPr>
          <p:spPr>
            <a:xfrm>
              <a:off x="5342064" y="2244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0" name="pt10570"/>
            <p:cNvSpPr/>
            <p:nvPr/>
          </p:nvSpPr>
          <p:spPr>
            <a:xfrm>
              <a:off x="5383466" y="2144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1" name="pt10571"/>
            <p:cNvSpPr/>
            <p:nvPr/>
          </p:nvSpPr>
          <p:spPr>
            <a:xfrm>
              <a:off x="5207007" y="2090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2" name="pt10572"/>
            <p:cNvSpPr/>
            <p:nvPr/>
          </p:nvSpPr>
          <p:spPr>
            <a:xfrm>
              <a:off x="5078585" y="1962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3" name="pt10573"/>
            <p:cNvSpPr/>
            <p:nvPr/>
          </p:nvSpPr>
          <p:spPr>
            <a:xfrm>
              <a:off x="5268535" y="2094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4" name="pt10574"/>
            <p:cNvSpPr/>
            <p:nvPr/>
          </p:nvSpPr>
          <p:spPr>
            <a:xfrm>
              <a:off x="5366151" y="2094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5" name="pt10575"/>
            <p:cNvSpPr/>
            <p:nvPr/>
          </p:nvSpPr>
          <p:spPr>
            <a:xfrm>
              <a:off x="5159752" y="2444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6" name="pt10576"/>
            <p:cNvSpPr/>
            <p:nvPr/>
          </p:nvSpPr>
          <p:spPr>
            <a:xfrm>
              <a:off x="5241401" y="2060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7" name="pt10577"/>
            <p:cNvSpPr/>
            <p:nvPr/>
          </p:nvSpPr>
          <p:spPr>
            <a:xfrm>
              <a:off x="5698353" y="1998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8" name="pt10578"/>
            <p:cNvSpPr/>
            <p:nvPr/>
          </p:nvSpPr>
          <p:spPr>
            <a:xfrm>
              <a:off x="5609862" y="1977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9" name="pt10579"/>
            <p:cNvSpPr/>
            <p:nvPr/>
          </p:nvSpPr>
          <p:spPr>
            <a:xfrm>
              <a:off x="5443928" y="2079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0" name="pt10580"/>
            <p:cNvSpPr/>
            <p:nvPr/>
          </p:nvSpPr>
          <p:spPr>
            <a:xfrm>
              <a:off x="5421051" y="2176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1" name="pt10581"/>
            <p:cNvSpPr/>
            <p:nvPr/>
          </p:nvSpPr>
          <p:spPr>
            <a:xfrm>
              <a:off x="5252319" y="2150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2" name="pt10582"/>
            <p:cNvSpPr/>
            <p:nvPr/>
          </p:nvSpPr>
          <p:spPr>
            <a:xfrm>
              <a:off x="5166102" y="2304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3" name="pt10583"/>
            <p:cNvSpPr/>
            <p:nvPr/>
          </p:nvSpPr>
          <p:spPr>
            <a:xfrm>
              <a:off x="5652361" y="1853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4" name="pt10584"/>
            <p:cNvSpPr/>
            <p:nvPr/>
          </p:nvSpPr>
          <p:spPr>
            <a:xfrm>
              <a:off x="5147608" y="2637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5" name="pt10585"/>
            <p:cNvSpPr/>
            <p:nvPr/>
          </p:nvSpPr>
          <p:spPr>
            <a:xfrm>
              <a:off x="5402471" y="2264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6" name="pt10586"/>
            <p:cNvSpPr/>
            <p:nvPr/>
          </p:nvSpPr>
          <p:spPr>
            <a:xfrm>
              <a:off x="5479804" y="207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7" name="pt10587"/>
            <p:cNvSpPr/>
            <p:nvPr/>
          </p:nvSpPr>
          <p:spPr>
            <a:xfrm>
              <a:off x="5159730" y="2371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8" name="pt10588"/>
            <p:cNvSpPr/>
            <p:nvPr/>
          </p:nvSpPr>
          <p:spPr>
            <a:xfrm>
              <a:off x="5647294" y="1957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9" name="pt10589"/>
            <p:cNvSpPr/>
            <p:nvPr/>
          </p:nvSpPr>
          <p:spPr>
            <a:xfrm>
              <a:off x="5304789" y="2182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0" name="pt10590"/>
            <p:cNvSpPr/>
            <p:nvPr/>
          </p:nvSpPr>
          <p:spPr>
            <a:xfrm>
              <a:off x="5743370" y="1948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1" name="pt10591"/>
            <p:cNvSpPr/>
            <p:nvPr/>
          </p:nvSpPr>
          <p:spPr>
            <a:xfrm>
              <a:off x="5427506" y="2097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2" name="pt10592"/>
            <p:cNvSpPr/>
            <p:nvPr/>
          </p:nvSpPr>
          <p:spPr>
            <a:xfrm>
              <a:off x="5392452" y="216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3" name="pt10593"/>
            <p:cNvSpPr/>
            <p:nvPr/>
          </p:nvSpPr>
          <p:spPr>
            <a:xfrm>
              <a:off x="5339251" y="2330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4" name="pt10594"/>
            <p:cNvSpPr/>
            <p:nvPr/>
          </p:nvSpPr>
          <p:spPr>
            <a:xfrm>
              <a:off x="5397062" y="2256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5" name="pt10595"/>
            <p:cNvSpPr/>
            <p:nvPr/>
          </p:nvSpPr>
          <p:spPr>
            <a:xfrm>
              <a:off x="5540427" y="2146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6" name="pt10596"/>
            <p:cNvSpPr/>
            <p:nvPr/>
          </p:nvSpPr>
          <p:spPr>
            <a:xfrm>
              <a:off x="5674205" y="2007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7" name="pt10597"/>
            <p:cNvSpPr/>
            <p:nvPr/>
          </p:nvSpPr>
          <p:spPr>
            <a:xfrm>
              <a:off x="5121345" y="2455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8" name="pt10598"/>
            <p:cNvSpPr/>
            <p:nvPr/>
          </p:nvSpPr>
          <p:spPr>
            <a:xfrm>
              <a:off x="5618803" y="2080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9" name="pt10599"/>
            <p:cNvSpPr/>
            <p:nvPr/>
          </p:nvSpPr>
          <p:spPr>
            <a:xfrm>
              <a:off x="5755769" y="2090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0" name="pt10600"/>
            <p:cNvSpPr/>
            <p:nvPr/>
          </p:nvSpPr>
          <p:spPr>
            <a:xfrm>
              <a:off x="5564467" y="2300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1" name="pt10601"/>
            <p:cNvSpPr/>
            <p:nvPr/>
          </p:nvSpPr>
          <p:spPr>
            <a:xfrm>
              <a:off x="5129497" y="2800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2" name="pt10602"/>
            <p:cNvSpPr/>
            <p:nvPr/>
          </p:nvSpPr>
          <p:spPr>
            <a:xfrm>
              <a:off x="5391561" y="2224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3" name="pt10603"/>
            <p:cNvSpPr/>
            <p:nvPr/>
          </p:nvSpPr>
          <p:spPr>
            <a:xfrm>
              <a:off x="5632909" y="2096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4" name="pt10604"/>
            <p:cNvSpPr/>
            <p:nvPr/>
          </p:nvSpPr>
          <p:spPr>
            <a:xfrm>
              <a:off x="4962871" y="243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5" name="pt10605"/>
            <p:cNvSpPr/>
            <p:nvPr/>
          </p:nvSpPr>
          <p:spPr>
            <a:xfrm>
              <a:off x="5111571" y="2639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6" name="pt10606"/>
            <p:cNvSpPr/>
            <p:nvPr/>
          </p:nvSpPr>
          <p:spPr>
            <a:xfrm>
              <a:off x="5778525" y="193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7" name="pt10607"/>
            <p:cNvSpPr/>
            <p:nvPr/>
          </p:nvSpPr>
          <p:spPr>
            <a:xfrm>
              <a:off x="4865744" y="2762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8" name="pt10608"/>
            <p:cNvSpPr/>
            <p:nvPr/>
          </p:nvSpPr>
          <p:spPr>
            <a:xfrm>
              <a:off x="4831685" y="2730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9" name="pt10609"/>
            <p:cNvSpPr/>
            <p:nvPr/>
          </p:nvSpPr>
          <p:spPr>
            <a:xfrm>
              <a:off x="5740596" y="2016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0" name="pt10610"/>
            <p:cNvSpPr/>
            <p:nvPr/>
          </p:nvSpPr>
          <p:spPr>
            <a:xfrm>
              <a:off x="5133141" y="2715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1" name="pt10611"/>
            <p:cNvSpPr/>
            <p:nvPr/>
          </p:nvSpPr>
          <p:spPr>
            <a:xfrm>
              <a:off x="5685319" y="1990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2" name="pt10612"/>
            <p:cNvSpPr/>
            <p:nvPr/>
          </p:nvSpPr>
          <p:spPr>
            <a:xfrm>
              <a:off x="5133516" y="2573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3" name="pt10613"/>
            <p:cNvSpPr/>
            <p:nvPr/>
          </p:nvSpPr>
          <p:spPr>
            <a:xfrm>
              <a:off x="4944279" y="2517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4" name="pt10614"/>
            <p:cNvSpPr/>
            <p:nvPr/>
          </p:nvSpPr>
          <p:spPr>
            <a:xfrm>
              <a:off x="5757944" y="1885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5" name="pt10615"/>
            <p:cNvSpPr/>
            <p:nvPr/>
          </p:nvSpPr>
          <p:spPr>
            <a:xfrm>
              <a:off x="5704875" y="1845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6" name="pt10616"/>
            <p:cNvSpPr/>
            <p:nvPr/>
          </p:nvSpPr>
          <p:spPr>
            <a:xfrm>
              <a:off x="5445952" y="1999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7" name="pt10617"/>
            <p:cNvSpPr/>
            <p:nvPr/>
          </p:nvSpPr>
          <p:spPr>
            <a:xfrm>
              <a:off x="5159693" y="2359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8" name="pt10618"/>
            <p:cNvSpPr/>
            <p:nvPr/>
          </p:nvSpPr>
          <p:spPr>
            <a:xfrm>
              <a:off x="5476942" y="2194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9" name="pt10619"/>
            <p:cNvSpPr/>
            <p:nvPr/>
          </p:nvSpPr>
          <p:spPr>
            <a:xfrm>
              <a:off x="5100221" y="2671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0" name="pt10620"/>
            <p:cNvSpPr/>
            <p:nvPr/>
          </p:nvSpPr>
          <p:spPr>
            <a:xfrm>
              <a:off x="5562179" y="2262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1" name="pt10621"/>
            <p:cNvSpPr/>
            <p:nvPr/>
          </p:nvSpPr>
          <p:spPr>
            <a:xfrm>
              <a:off x="5378598" y="2121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2" name="pt10622"/>
            <p:cNvSpPr/>
            <p:nvPr/>
          </p:nvSpPr>
          <p:spPr>
            <a:xfrm>
              <a:off x="5322949" y="2209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3" name="pt10623"/>
            <p:cNvSpPr/>
            <p:nvPr/>
          </p:nvSpPr>
          <p:spPr>
            <a:xfrm>
              <a:off x="5571094" y="1920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4" name="pt10624"/>
            <p:cNvSpPr/>
            <p:nvPr/>
          </p:nvSpPr>
          <p:spPr>
            <a:xfrm>
              <a:off x="4784225" y="2328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5" name="pt10625"/>
            <p:cNvSpPr/>
            <p:nvPr/>
          </p:nvSpPr>
          <p:spPr>
            <a:xfrm>
              <a:off x="5511297" y="2275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6" name="pt10626"/>
            <p:cNvSpPr/>
            <p:nvPr/>
          </p:nvSpPr>
          <p:spPr>
            <a:xfrm>
              <a:off x="5165276" y="2496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7" name="pt10627"/>
            <p:cNvSpPr/>
            <p:nvPr/>
          </p:nvSpPr>
          <p:spPr>
            <a:xfrm>
              <a:off x="5600533" y="2007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8" name="pt10628"/>
            <p:cNvSpPr/>
            <p:nvPr/>
          </p:nvSpPr>
          <p:spPr>
            <a:xfrm>
              <a:off x="5146766" y="2729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9" name="pt10629"/>
            <p:cNvSpPr/>
            <p:nvPr/>
          </p:nvSpPr>
          <p:spPr>
            <a:xfrm>
              <a:off x="5502638" y="2052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0" name="pt10630"/>
            <p:cNvSpPr/>
            <p:nvPr/>
          </p:nvSpPr>
          <p:spPr>
            <a:xfrm>
              <a:off x="5107908" y="2540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1" name="pt10631"/>
            <p:cNvSpPr/>
            <p:nvPr/>
          </p:nvSpPr>
          <p:spPr>
            <a:xfrm>
              <a:off x="5785407" y="1687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2" name="pt10632"/>
            <p:cNvSpPr/>
            <p:nvPr/>
          </p:nvSpPr>
          <p:spPr>
            <a:xfrm>
              <a:off x="5641348" y="2129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3" name="pt10633"/>
            <p:cNvSpPr/>
            <p:nvPr/>
          </p:nvSpPr>
          <p:spPr>
            <a:xfrm>
              <a:off x="5587911" y="190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4" name="pt10634"/>
            <p:cNvSpPr/>
            <p:nvPr/>
          </p:nvSpPr>
          <p:spPr>
            <a:xfrm>
              <a:off x="5478536" y="2088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5" name="pt10635"/>
            <p:cNvSpPr/>
            <p:nvPr/>
          </p:nvSpPr>
          <p:spPr>
            <a:xfrm>
              <a:off x="5395219" y="2187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6" name="pt10636"/>
            <p:cNvSpPr/>
            <p:nvPr/>
          </p:nvSpPr>
          <p:spPr>
            <a:xfrm>
              <a:off x="5448889" y="2043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7" name="pt10637"/>
            <p:cNvSpPr/>
            <p:nvPr/>
          </p:nvSpPr>
          <p:spPr>
            <a:xfrm>
              <a:off x="5180401" y="2068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8" name="pt10638"/>
            <p:cNvSpPr/>
            <p:nvPr/>
          </p:nvSpPr>
          <p:spPr>
            <a:xfrm>
              <a:off x="5687258" y="1987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9" name="pt10639"/>
            <p:cNvSpPr/>
            <p:nvPr/>
          </p:nvSpPr>
          <p:spPr>
            <a:xfrm>
              <a:off x="5553407" y="2198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0" name="pt10640"/>
            <p:cNvSpPr/>
            <p:nvPr/>
          </p:nvSpPr>
          <p:spPr>
            <a:xfrm>
              <a:off x="5613705" y="2009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1" name="pt10641"/>
            <p:cNvSpPr/>
            <p:nvPr/>
          </p:nvSpPr>
          <p:spPr>
            <a:xfrm>
              <a:off x="4848416" y="2628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2" name="pt10642"/>
            <p:cNvSpPr/>
            <p:nvPr/>
          </p:nvSpPr>
          <p:spPr>
            <a:xfrm>
              <a:off x="5092191" y="2415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3" name="pt10643"/>
            <p:cNvSpPr/>
            <p:nvPr/>
          </p:nvSpPr>
          <p:spPr>
            <a:xfrm>
              <a:off x="5564543" y="2232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4" name="pt10644"/>
            <p:cNvSpPr/>
            <p:nvPr/>
          </p:nvSpPr>
          <p:spPr>
            <a:xfrm>
              <a:off x="5310544" y="2161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5" name="pt10645"/>
            <p:cNvSpPr/>
            <p:nvPr/>
          </p:nvSpPr>
          <p:spPr>
            <a:xfrm>
              <a:off x="5430725" y="2106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6" name="pt10646"/>
            <p:cNvSpPr/>
            <p:nvPr/>
          </p:nvSpPr>
          <p:spPr>
            <a:xfrm>
              <a:off x="5736495" y="200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7" name="pt10647"/>
            <p:cNvSpPr/>
            <p:nvPr/>
          </p:nvSpPr>
          <p:spPr>
            <a:xfrm>
              <a:off x="5873616" y="1720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8" name="pt10648"/>
            <p:cNvSpPr/>
            <p:nvPr/>
          </p:nvSpPr>
          <p:spPr>
            <a:xfrm>
              <a:off x="5371564" y="2041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9" name="pt10649"/>
            <p:cNvSpPr/>
            <p:nvPr/>
          </p:nvSpPr>
          <p:spPr>
            <a:xfrm>
              <a:off x="5425675" y="2183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0" name="pt10650"/>
            <p:cNvSpPr/>
            <p:nvPr/>
          </p:nvSpPr>
          <p:spPr>
            <a:xfrm>
              <a:off x="5147279" y="2734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1" name="pt10651"/>
            <p:cNvSpPr/>
            <p:nvPr/>
          </p:nvSpPr>
          <p:spPr>
            <a:xfrm>
              <a:off x="5687851" y="2093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2" name="pt10652"/>
            <p:cNvSpPr/>
            <p:nvPr/>
          </p:nvSpPr>
          <p:spPr>
            <a:xfrm>
              <a:off x="5401288" y="2228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3" name="pt10653"/>
            <p:cNvSpPr/>
            <p:nvPr/>
          </p:nvSpPr>
          <p:spPr>
            <a:xfrm>
              <a:off x="5655894" y="1746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4" name="pt10654"/>
            <p:cNvSpPr/>
            <p:nvPr/>
          </p:nvSpPr>
          <p:spPr>
            <a:xfrm>
              <a:off x="5784213" y="1874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5" name="pt10655"/>
            <p:cNvSpPr/>
            <p:nvPr/>
          </p:nvSpPr>
          <p:spPr>
            <a:xfrm>
              <a:off x="4635588" y="2631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6" name="pt10656"/>
            <p:cNvSpPr/>
            <p:nvPr/>
          </p:nvSpPr>
          <p:spPr>
            <a:xfrm>
              <a:off x="5575025" y="1939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7" name="pt10657"/>
            <p:cNvSpPr/>
            <p:nvPr/>
          </p:nvSpPr>
          <p:spPr>
            <a:xfrm>
              <a:off x="5220676" y="2221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8" name="pt10658"/>
            <p:cNvSpPr/>
            <p:nvPr/>
          </p:nvSpPr>
          <p:spPr>
            <a:xfrm>
              <a:off x="5998790" y="1970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9" name="pt10659"/>
            <p:cNvSpPr/>
            <p:nvPr/>
          </p:nvSpPr>
          <p:spPr>
            <a:xfrm>
              <a:off x="4595425" y="2568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0" name="pt10660"/>
            <p:cNvSpPr/>
            <p:nvPr/>
          </p:nvSpPr>
          <p:spPr>
            <a:xfrm>
              <a:off x="5099779" y="2574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1" name="pt10661"/>
            <p:cNvSpPr/>
            <p:nvPr/>
          </p:nvSpPr>
          <p:spPr>
            <a:xfrm>
              <a:off x="5203249" y="2091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2" name="pt10662"/>
            <p:cNvSpPr/>
            <p:nvPr/>
          </p:nvSpPr>
          <p:spPr>
            <a:xfrm>
              <a:off x="5447082" y="1943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3" name="pt10663"/>
            <p:cNvSpPr/>
            <p:nvPr/>
          </p:nvSpPr>
          <p:spPr>
            <a:xfrm>
              <a:off x="6001244" y="2066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4" name="pt10664"/>
            <p:cNvSpPr/>
            <p:nvPr/>
          </p:nvSpPr>
          <p:spPr>
            <a:xfrm>
              <a:off x="5420219" y="2199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5" name="pt10665"/>
            <p:cNvSpPr/>
            <p:nvPr/>
          </p:nvSpPr>
          <p:spPr>
            <a:xfrm>
              <a:off x="5179719" y="2063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6" name="pt10666"/>
            <p:cNvSpPr/>
            <p:nvPr/>
          </p:nvSpPr>
          <p:spPr>
            <a:xfrm>
              <a:off x="5837944" y="2119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7" name="pt10667"/>
            <p:cNvSpPr/>
            <p:nvPr/>
          </p:nvSpPr>
          <p:spPr>
            <a:xfrm>
              <a:off x="5445783" y="2015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8" name="pt10668"/>
            <p:cNvSpPr/>
            <p:nvPr/>
          </p:nvSpPr>
          <p:spPr>
            <a:xfrm>
              <a:off x="5629013" y="2091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9" name="pt10669"/>
            <p:cNvSpPr/>
            <p:nvPr/>
          </p:nvSpPr>
          <p:spPr>
            <a:xfrm>
              <a:off x="5538876" y="2236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0" name="pt10670"/>
            <p:cNvSpPr/>
            <p:nvPr/>
          </p:nvSpPr>
          <p:spPr>
            <a:xfrm>
              <a:off x="5552375" y="2219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1" name="pt10671"/>
            <p:cNvSpPr/>
            <p:nvPr/>
          </p:nvSpPr>
          <p:spPr>
            <a:xfrm>
              <a:off x="5308551" y="2199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2" name="pt10672"/>
            <p:cNvSpPr/>
            <p:nvPr/>
          </p:nvSpPr>
          <p:spPr>
            <a:xfrm>
              <a:off x="5510209" y="2103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3" name="pt10673"/>
            <p:cNvSpPr/>
            <p:nvPr/>
          </p:nvSpPr>
          <p:spPr>
            <a:xfrm>
              <a:off x="5532011" y="2150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4" name="pt10674"/>
            <p:cNvSpPr/>
            <p:nvPr/>
          </p:nvSpPr>
          <p:spPr>
            <a:xfrm>
              <a:off x="5653518" y="1923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5" name="pt10675"/>
            <p:cNvSpPr/>
            <p:nvPr/>
          </p:nvSpPr>
          <p:spPr>
            <a:xfrm>
              <a:off x="5227370" y="2045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6" name="pt10676"/>
            <p:cNvSpPr/>
            <p:nvPr/>
          </p:nvSpPr>
          <p:spPr>
            <a:xfrm>
              <a:off x="5463704" y="1997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7" name="pt10677"/>
            <p:cNvSpPr/>
            <p:nvPr/>
          </p:nvSpPr>
          <p:spPr>
            <a:xfrm>
              <a:off x="5266433" y="2164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8" name="pt10678"/>
            <p:cNvSpPr/>
            <p:nvPr/>
          </p:nvSpPr>
          <p:spPr>
            <a:xfrm>
              <a:off x="5209387" y="2250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9" name="pt10679"/>
            <p:cNvSpPr/>
            <p:nvPr/>
          </p:nvSpPr>
          <p:spPr>
            <a:xfrm>
              <a:off x="5701750" y="1894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0" name="pt10680"/>
            <p:cNvSpPr/>
            <p:nvPr/>
          </p:nvSpPr>
          <p:spPr>
            <a:xfrm>
              <a:off x="5436762" y="2089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1" name="pt10681"/>
            <p:cNvSpPr/>
            <p:nvPr/>
          </p:nvSpPr>
          <p:spPr>
            <a:xfrm>
              <a:off x="5523023" y="2015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2" name="pt10682"/>
            <p:cNvSpPr/>
            <p:nvPr/>
          </p:nvSpPr>
          <p:spPr>
            <a:xfrm>
              <a:off x="5531485" y="2313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3" name="pt10683"/>
            <p:cNvSpPr/>
            <p:nvPr/>
          </p:nvSpPr>
          <p:spPr>
            <a:xfrm>
              <a:off x="5411552" y="2180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4" name="pt10684"/>
            <p:cNvSpPr/>
            <p:nvPr/>
          </p:nvSpPr>
          <p:spPr>
            <a:xfrm>
              <a:off x="5326013" y="2211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5" name="pt10685"/>
            <p:cNvSpPr/>
            <p:nvPr/>
          </p:nvSpPr>
          <p:spPr>
            <a:xfrm>
              <a:off x="4975013" y="2948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6" name="pt10686"/>
            <p:cNvSpPr/>
            <p:nvPr/>
          </p:nvSpPr>
          <p:spPr>
            <a:xfrm>
              <a:off x="5508090" y="2096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7" name="pt10687"/>
            <p:cNvSpPr/>
            <p:nvPr/>
          </p:nvSpPr>
          <p:spPr>
            <a:xfrm>
              <a:off x="5645200" y="1925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8" name="pt10688"/>
            <p:cNvSpPr/>
            <p:nvPr/>
          </p:nvSpPr>
          <p:spPr>
            <a:xfrm>
              <a:off x="5330590" y="2159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9" name="pt10689"/>
            <p:cNvSpPr/>
            <p:nvPr/>
          </p:nvSpPr>
          <p:spPr>
            <a:xfrm>
              <a:off x="5688978" y="2049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0" name="pt10690"/>
            <p:cNvSpPr/>
            <p:nvPr/>
          </p:nvSpPr>
          <p:spPr>
            <a:xfrm>
              <a:off x="5470654" y="2006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1" name="pt10691"/>
            <p:cNvSpPr/>
            <p:nvPr/>
          </p:nvSpPr>
          <p:spPr>
            <a:xfrm>
              <a:off x="5418314" y="2157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2" name="pt10692"/>
            <p:cNvSpPr/>
            <p:nvPr/>
          </p:nvSpPr>
          <p:spPr>
            <a:xfrm>
              <a:off x="5375577" y="2049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3" name="pt10693"/>
            <p:cNvSpPr/>
            <p:nvPr/>
          </p:nvSpPr>
          <p:spPr>
            <a:xfrm>
              <a:off x="5716834" y="1810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4" name="pt10694"/>
            <p:cNvSpPr/>
            <p:nvPr/>
          </p:nvSpPr>
          <p:spPr>
            <a:xfrm>
              <a:off x="5535115" y="2126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5" name="pt10695"/>
            <p:cNvSpPr/>
            <p:nvPr/>
          </p:nvSpPr>
          <p:spPr>
            <a:xfrm>
              <a:off x="5539911" y="2128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6" name="pt10696"/>
            <p:cNvSpPr/>
            <p:nvPr/>
          </p:nvSpPr>
          <p:spPr>
            <a:xfrm>
              <a:off x="5055998" y="2591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7" name="pt10697"/>
            <p:cNvSpPr/>
            <p:nvPr/>
          </p:nvSpPr>
          <p:spPr>
            <a:xfrm>
              <a:off x="5577484" y="2127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8" name="pt10698"/>
            <p:cNvSpPr/>
            <p:nvPr/>
          </p:nvSpPr>
          <p:spPr>
            <a:xfrm>
              <a:off x="5272537" y="2113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9" name="pt10699"/>
            <p:cNvSpPr/>
            <p:nvPr/>
          </p:nvSpPr>
          <p:spPr>
            <a:xfrm>
              <a:off x="5148057" y="2628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0" name="pt10700"/>
            <p:cNvSpPr/>
            <p:nvPr/>
          </p:nvSpPr>
          <p:spPr>
            <a:xfrm>
              <a:off x="5402044" y="2197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1" name="pt10701"/>
            <p:cNvSpPr/>
            <p:nvPr/>
          </p:nvSpPr>
          <p:spPr>
            <a:xfrm>
              <a:off x="5444144" y="1965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2" name="pt10702"/>
            <p:cNvSpPr/>
            <p:nvPr/>
          </p:nvSpPr>
          <p:spPr>
            <a:xfrm>
              <a:off x="5392445" y="2191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3" name="pt10703"/>
            <p:cNvSpPr/>
            <p:nvPr/>
          </p:nvSpPr>
          <p:spPr>
            <a:xfrm>
              <a:off x="5546304" y="2168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4" name="pt10704"/>
            <p:cNvSpPr/>
            <p:nvPr/>
          </p:nvSpPr>
          <p:spPr>
            <a:xfrm>
              <a:off x="5676197" y="193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5" name="pt10705"/>
            <p:cNvSpPr/>
            <p:nvPr/>
          </p:nvSpPr>
          <p:spPr>
            <a:xfrm>
              <a:off x="4959532" y="2641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6" name="pt10706"/>
            <p:cNvSpPr/>
            <p:nvPr/>
          </p:nvSpPr>
          <p:spPr>
            <a:xfrm>
              <a:off x="5221247" y="2027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7" name="pt10707"/>
            <p:cNvSpPr/>
            <p:nvPr/>
          </p:nvSpPr>
          <p:spPr>
            <a:xfrm>
              <a:off x="5523783" y="2069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8" name="pt10708"/>
            <p:cNvSpPr/>
            <p:nvPr/>
          </p:nvSpPr>
          <p:spPr>
            <a:xfrm>
              <a:off x="5319910" y="2198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9" name="pt10709"/>
            <p:cNvSpPr/>
            <p:nvPr/>
          </p:nvSpPr>
          <p:spPr>
            <a:xfrm>
              <a:off x="5419588" y="2101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0" name="pt10710"/>
            <p:cNvSpPr/>
            <p:nvPr/>
          </p:nvSpPr>
          <p:spPr>
            <a:xfrm>
              <a:off x="4870166" y="2734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1" name="pt10711"/>
            <p:cNvSpPr/>
            <p:nvPr/>
          </p:nvSpPr>
          <p:spPr>
            <a:xfrm>
              <a:off x="5592142" y="2191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2" name="pt10712"/>
            <p:cNvSpPr/>
            <p:nvPr/>
          </p:nvSpPr>
          <p:spPr>
            <a:xfrm>
              <a:off x="5318889" y="2172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3" name="pt10713"/>
            <p:cNvSpPr/>
            <p:nvPr/>
          </p:nvSpPr>
          <p:spPr>
            <a:xfrm>
              <a:off x="5405994" y="2247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4" name="pt10714"/>
            <p:cNvSpPr/>
            <p:nvPr/>
          </p:nvSpPr>
          <p:spPr>
            <a:xfrm>
              <a:off x="5376115" y="2166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5" name="pt10715"/>
            <p:cNvSpPr/>
            <p:nvPr/>
          </p:nvSpPr>
          <p:spPr>
            <a:xfrm>
              <a:off x="5596116" y="1966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6" name="pt10716"/>
            <p:cNvSpPr/>
            <p:nvPr/>
          </p:nvSpPr>
          <p:spPr>
            <a:xfrm>
              <a:off x="5895746" y="1630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7" name="pt10717"/>
            <p:cNvSpPr/>
            <p:nvPr/>
          </p:nvSpPr>
          <p:spPr>
            <a:xfrm>
              <a:off x="5080180" y="1697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8" name="pt10718"/>
            <p:cNvSpPr/>
            <p:nvPr/>
          </p:nvSpPr>
          <p:spPr>
            <a:xfrm>
              <a:off x="5174782" y="2419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9" name="pt10719"/>
            <p:cNvSpPr/>
            <p:nvPr/>
          </p:nvSpPr>
          <p:spPr>
            <a:xfrm>
              <a:off x="5374101" y="1983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0" name="pt10720"/>
            <p:cNvSpPr/>
            <p:nvPr/>
          </p:nvSpPr>
          <p:spPr>
            <a:xfrm>
              <a:off x="5539671" y="2126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1" name="pt10721"/>
            <p:cNvSpPr/>
            <p:nvPr/>
          </p:nvSpPr>
          <p:spPr>
            <a:xfrm>
              <a:off x="5281887" y="1913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2" name="pt10722"/>
            <p:cNvSpPr/>
            <p:nvPr/>
          </p:nvSpPr>
          <p:spPr>
            <a:xfrm>
              <a:off x="5413247" y="2233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3" name="pt10723"/>
            <p:cNvSpPr/>
            <p:nvPr/>
          </p:nvSpPr>
          <p:spPr>
            <a:xfrm>
              <a:off x="5557168" y="2248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4" name="pt10724"/>
            <p:cNvSpPr/>
            <p:nvPr/>
          </p:nvSpPr>
          <p:spPr>
            <a:xfrm>
              <a:off x="5412928" y="2133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5" name="pt10725"/>
            <p:cNvSpPr/>
            <p:nvPr/>
          </p:nvSpPr>
          <p:spPr>
            <a:xfrm>
              <a:off x="5065374" y="2412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6" name="pt10726"/>
            <p:cNvSpPr/>
            <p:nvPr/>
          </p:nvSpPr>
          <p:spPr>
            <a:xfrm>
              <a:off x="5224654" y="1694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7" name="pt10727"/>
            <p:cNvSpPr/>
            <p:nvPr/>
          </p:nvSpPr>
          <p:spPr>
            <a:xfrm>
              <a:off x="5146889" y="2705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8" name="pt10728"/>
            <p:cNvSpPr/>
            <p:nvPr/>
          </p:nvSpPr>
          <p:spPr>
            <a:xfrm>
              <a:off x="5245192" y="2061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9" name="pt10729"/>
            <p:cNvSpPr/>
            <p:nvPr/>
          </p:nvSpPr>
          <p:spPr>
            <a:xfrm>
              <a:off x="5095561" y="2496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0" name="pt10730"/>
            <p:cNvSpPr/>
            <p:nvPr/>
          </p:nvSpPr>
          <p:spPr>
            <a:xfrm>
              <a:off x="5419264" y="2204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1" name="pt10731"/>
            <p:cNvSpPr/>
            <p:nvPr/>
          </p:nvSpPr>
          <p:spPr>
            <a:xfrm>
              <a:off x="5586484" y="2023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2" name="pt10732"/>
            <p:cNvSpPr/>
            <p:nvPr/>
          </p:nvSpPr>
          <p:spPr>
            <a:xfrm>
              <a:off x="5134184" y="2697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3" name="pt10733"/>
            <p:cNvSpPr/>
            <p:nvPr/>
          </p:nvSpPr>
          <p:spPr>
            <a:xfrm>
              <a:off x="5618013" y="2003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4" name="pt10734"/>
            <p:cNvSpPr/>
            <p:nvPr/>
          </p:nvSpPr>
          <p:spPr>
            <a:xfrm>
              <a:off x="5860906" y="1641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5" name="pt10735"/>
            <p:cNvSpPr/>
            <p:nvPr/>
          </p:nvSpPr>
          <p:spPr>
            <a:xfrm>
              <a:off x="5130065" y="2675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6" name="pt10736"/>
            <p:cNvSpPr/>
            <p:nvPr/>
          </p:nvSpPr>
          <p:spPr>
            <a:xfrm>
              <a:off x="5113583" y="2476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7" name="pt10737"/>
            <p:cNvSpPr/>
            <p:nvPr/>
          </p:nvSpPr>
          <p:spPr>
            <a:xfrm>
              <a:off x="5509676" y="2176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8" name="pt10738"/>
            <p:cNvSpPr/>
            <p:nvPr/>
          </p:nvSpPr>
          <p:spPr>
            <a:xfrm>
              <a:off x="5235097" y="2139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9" name="pt10739"/>
            <p:cNvSpPr/>
            <p:nvPr/>
          </p:nvSpPr>
          <p:spPr>
            <a:xfrm>
              <a:off x="5769225" y="1907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0" name="pt10740"/>
            <p:cNvSpPr/>
            <p:nvPr/>
          </p:nvSpPr>
          <p:spPr>
            <a:xfrm>
              <a:off x="5407677" y="2274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1" name="pt10741"/>
            <p:cNvSpPr/>
            <p:nvPr/>
          </p:nvSpPr>
          <p:spPr>
            <a:xfrm>
              <a:off x="5125448" y="2549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2" name="pt10742"/>
            <p:cNvSpPr/>
            <p:nvPr/>
          </p:nvSpPr>
          <p:spPr>
            <a:xfrm>
              <a:off x="5348116" y="2240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3" name="pt10743"/>
            <p:cNvSpPr/>
            <p:nvPr/>
          </p:nvSpPr>
          <p:spPr>
            <a:xfrm>
              <a:off x="5198445" y="2040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4" name="pt10744"/>
            <p:cNvSpPr/>
            <p:nvPr/>
          </p:nvSpPr>
          <p:spPr>
            <a:xfrm>
              <a:off x="5197857" y="2142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5" name="pt10745"/>
            <p:cNvSpPr/>
            <p:nvPr/>
          </p:nvSpPr>
          <p:spPr>
            <a:xfrm>
              <a:off x="5296630" y="2160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6" name="pt10746"/>
            <p:cNvSpPr/>
            <p:nvPr/>
          </p:nvSpPr>
          <p:spPr>
            <a:xfrm>
              <a:off x="5385658" y="2131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7" name="pt10747"/>
            <p:cNvSpPr/>
            <p:nvPr/>
          </p:nvSpPr>
          <p:spPr>
            <a:xfrm>
              <a:off x="4928186" y="1926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8" name="pt10748"/>
            <p:cNvSpPr/>
            <p:nvPr/>
          </p:nvSpPr>
          <p:spPr>
            <a:xfrm>
              <a:off x="5674182" y="189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9" name="pt10749"/>
            <p:cNvSpPr/>
            <p:nvPr/>
          </p:nvSpPr>
          <p:spPr>
            <a:xfrm>
              <a:off x="5832436" y="1855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0" name="pt10750"/>
            <p:cNvSpPr/>
            <p:nvPr/>
          </p:nvSpPr>
          <p:spPr>
            <a:xfrm>
              <a:off x="5376498" y="2205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1" name="pt10751"/>
            <p:cNvSpPr/>
            <p:nvPr/>
          </p:nvSpPr>
          <p:spPr>
            <a:xfrm>
              <a:off x="5549087" y="2279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2" name="pt10752"/>
            <p:cNvSpPr/>
            <p:nvPr/>
          </p:nvSpPr>
          <p:spPr>
            <a:xfrm>
              <a:off x="5629101" y="1965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3" name="pt10753"/>
            <p:cNvSpPr/>
            <p:nvPr/>
          </p:nvSpPr>
          <p:spPr>
            <a:xfrm>
              <a:off x="5357764" y="2189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4" name="pt10754"/>
            <p:cNvSpPr/>
            <p:nvPr/>
          </p:nvSpPr>
          <p:spPr>
            <a:xfrm>
              <a:off x="5574557" y="1974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5" name="pt10755"/>
            <p:cNvSpPr/>
            <p:nvPr/>
          </p:nvSpPr>
          <p:spPr>
            <a:xfrm>
              <a:off x="5113250" y="2496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6" name="pt10756"/>
            <p:cNvSpPr/>
            <p:nvPr/>
          </p:nvSpPr>
          <p:spPr>
            <a:xfrm>
              <a:off x="5681925" y="1947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7" name="pt10757"/>
            <p:cNvSpPr/>
            <p:nvPr/>
          </p:nvSpPr>
          <p:spPr>
            <a:xfrm>
              <a:off x="5433827" y="2099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8" name="pt10758"/>
            <p:cNvSpPr/>
            <p:nvPr/>
          </p:nvSpPr>
          <p:spPr>
            <a:xfrm>
              <a:off x="5463274" y="1992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9" name="pt10759"/>
            <p:cNvSpPr/>
            <p:nvPr/>
          </p:nvSpPr>
          <p:spPr>
            <a:xfrm>
              <a:off x="5825003" y="1669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0" name="pt10760"/>
            <p:cNvSpPr/>
            <p:nvPr/>
          </p:nvSpPr>
          <p:spPr>
            <a:xfrm>
              <a:off x="5432401" y="2174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1" name="pt10761"/>
            <p:cNvSpPr/>
            <p:nvPr/>
          </p:nvSpPr>
          <p:spPr>
            <a:xfrm>
              <a:off x="5418126" y="2255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2" name="pt10762"/>
            <p:cNvSpPr/>
            <p:nvPr/>
          </p:nvSpPr>
          <p:spPr>
            <a:xfrm>
              <a:off x="5220591" y="2041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3" name="pt10763"/>
            <p:cNvSpPr/>
            <p:nvPr/>
          </p:nvSpPr>
          <p:spPr>
            <a:xfrm>
              <a:off x="5508690" y="2136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4" name="pt10764"/>
            <p:cNvSpPr/>
            <p:nvPr/>
          </p:nvSpPr>
          <p:spPr>
            <a:xfrm>
              <a:off x="5225400" y="2024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5" name="pt10765"/>
            <p:cNvSpPr/>
            <p:nvPr/>
          </p:nvSpPr>
          <p:spPr>
            <a:xfrm>
              <a:off x="5409153" y="2309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6" name="pt10766"/>
            <p:cNvSpPr/>
            <p:nvPr/>
          </p:nvSpPr>
          <p:spPr>
            <a:xfrm>
              <a:off x="5440760" y="1944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7" name="pt10767"/>
            <p:cNvSpPr/>
            <p:nvPr/>
          </p:nvSpPr>
          <p:spPr>
            <a:xfrm>
              <a:off x="5547096" y="2169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8" name="pt10768"/>
            <p:cNvSpPr/>
            <p:nvPr/>
          </p:nvSpPr>
          <p:spPr>
            <a:xfrm>
              <a:off x="4985956" y="2828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9" name="pt10769"/>
            <p:cNvSpPr/>
            <p:nvPr/>
          </p:nvSpPr>
          <p:spPr>
            <a:xfrm>
              <a:off x="5489340" y="2264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0" name="pt10770"/>
            <p:cNvSpPr/>
            <p:nvPr/>
          </p:nvSpPr>
          <p:spPr>
            <a:xfrm>
              <a:off x="4964186" y="2658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1" name="pt10771"/>
            <p:cNvSpPr/>
            <p:nvPr/>
          </p:nvSpPr>
          <p:spPr>
            <a:xfrm>
              <a:off x="5335572" y="2264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2" name="pt10772"/>
            <p:cNvSpPr/>
            <p:nvPr/>
          </p:nvSpPr>
          <p:spPr>
            <a:xfrm>
              <a:off x="5805134" y="2077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3" name="pt10773"/>
            <p:cNvSpPr/>
            <p:nvPr/>
          </p:nvSpPr>
          <p:spPr>
            <a:xfrm>
              <a:off x="5353082" y="2248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4" name="pt10774"/>
            <p:cNvSpPr/>
            <p:nvPr/>
          </p:nvSpPr>
          <p:spPr>
            <a:xfrm>
              <a:off x="5471049" y="2072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5" name="pt10775"/>
            <p:cNvSpPr/>
            <p:nvPr/>
          </p:nvSpPr>
          <p:spPr>
            <a:xfrm>
              <a:off x="5568820" y="1994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6" name="pt10776"/>
            <p:cNvSpPr/>
            <p:nvPr/>
          </p:nvSpPr>
          <p:spPr>
            <a:xfrm>
              <a:off x="5270015" y="2214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7" name="pt10777"/>
            <p:cNvSpPr/>
            <p:nvPr/>
          </p:nvSpPr>
          <p:spPr>
            <a:xfrm>
              <a:off x="4998730" y="2488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8" name="pt10778"/>
            <p:cNvSpPr/>
            <p:nvPr/>
          </p:nvSpPr>
          <p:spPr>
            <a:xfrm>
              <a:off x="5434034" y="2055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9" name="pt10779"/>
            <p:cNvSpPr/>
            <p:nvPr/>
          </p:nvSpPr>
          <p:spPr>
            <a:xfrm>
              <a:off x="5140839" y="2622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0" name="pt10780"/>
            <p:cNvSpPr/>
            <p:nvPr/>
          </p:nvSpPr>
          <p:spPr>
            <a:xfrm>
              <a:off x="4807021" y="2269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1" name="pt10781"/>
            <p:cNvSpPr/>
            <p:nvPr/>
          </p:nvSpPr>
          <p:spPr>
            <a:xfrm>
              <a:off x="5531548" y="2170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2" name="pt10782"/>
            <p:cNvSpPr/>
            <p:nvPr/>
          </p:nvSpPr>
          <p:spPr>
            <a:xfrm>
              <a:off x="5446953" y="1833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3" name="pt10783"/>
            <p:cNvSpPr/>
            <p:nvPr/>
          </p:nvSpPr>
          <p:spPr>
            <a:xfrm>
              <a:off x="5612980" y="2013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4" name="pt10784"/>
            <p:cNvSpPr/>
            <p:nvPr/>
          </p:nvSpPr>
          <p:spPr>
            <a:xfrm>
              <a:off x="5654878" y="1763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5" name="pt10785"/>
            <p:cNvSpPr/>
            <p:nvPr/>
          </p:nvSpPr>
          <p:spPr>
            <a:xfrm>
              <a:off x="5355180" y="2207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6" name="pt10786"/>
            <p:cNvSpPr/>
            <p:nvPr/>
          </p:nvSpPr>
          <p:spPr>
            <a:xfrm>
              <a:off x="5391753" y="2216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7" name="pt10787"/>
            <p:cNvSpPr/>
            <p:nvPr/>
          </p:nvSpPr>
          <p:spPr>
            <a:xfrm>
              <a:off x="5045031" y="2364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8" name="pt10788"/>
            <p:cNvSpPr/>
            <p:nvPr/>
          </p:nvSpPr>
          <p:spPr>
            <a:xfrm>
              <a:off x="5519961" y="1983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9" name="pt10789"/>
            <p:cNvSpPr/>
            <p:nvPr/>
          </p:nvSpPr>
          <p:spPr>
            <a:xfrm>
              <a:off x="5623013" y="2071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0" name="pt10790"/>
            <p:cNvSpPr/>
            <p:nvPr/>
          </p:nvSpPr>
          <p:spPr>
            <a:xfrm>
              <a:off x="5722999" y="1762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1" name="pt10791"/>
            <p:cNvSpPr/>
            <p:nvPr/>
          </p:nvSpPr>
          <p:spPr>
            <a:xfrm>
              <a:off x="5561062" y="2178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2" name="pt10792"/>
            <p:cNvSpPr/>
            <p:nvPr/>
          </p:nvSpPr>
          <p:spPr>
            <a:xfrm>
              <a:off x="5157129" y="2579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3" name="pt10793"/>
            <p:cNvSpPr/>
            <p:nvPr/>
          </p:nvSpPr>
          <p:spPr>
            <a:xfrm>
              <a:off x="5112334" y="2677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4" name="pt10794"/>
            <p:cNvSpPr/>
            <p:nvPr/>
          </p:nvSpPr>
          <p:spPr>
            <a:xfrm>
              <a:off x="5027040" y="2214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5" name="pt10795"/>
            <p:cNvSpPr/>
            <p:nvPr/>
          </p:nvSpPr>
          <p:spPr>
            <a:xfrm>
              <a:off x="5089352" y="2527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6" name="pt10796"/>
            <p:cNvSpPr/>
            <p:nvPr/>
          </p:nvSpPr>
          <p:spPr>
            <a:xfrm>
              <a:off x="5095945" y="2639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7" name="pt10797"/>
            <p:cNvSpPr/>
            <p:nvPr/>
          </p:nvSpPr>
          <p:spPr>
            <a:xfrm>
              <a:off x="5199578" y="2248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8" name="pt10798"/>
            <p:cNvSpPr/>
            <p:nvPr/>
          </p:nvSpPr>
          <p:spPr>
            <a:xfrm>
              <a:off x="5152124" y="2450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9" name="pt10799"/>
            <p:cNvSpPr/>
            <p:nvPr/>
          </p:nvSpPr>
          <p:spPr>
            <a:xfrm>
              <a:off x="5317505" y="2205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0" name="pt10800"/>
            <p:cNvSpPr/>
            <p:nvPr/>
          </p:nvSpPr>
          <p:spPr>
            <a:xfrm>
              <a:off x="5071209" y="2656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1" name="pt10801"/>
            <p:cNvSpPr/>
            <p:nvPr/>
          </p:nvSpPr>
          <p:spPr>
            <a:xfrm>
              <a:off x="5442542" y="1999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2" name="pt10802"/>
            <p:cNvSpPr/>
            <p:nvPr/>
          </p:nvSpPr>
          <p:spPr>
            <a:xfrm>
              <a:off x="5087577" y="2183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3" name="pt10803"/>
            <p:cNvSpPr/>
            <p:nvPr/>
          </p:nvSpPr>
          <p:spPr>
            <a:xfrm>
              <a:off x="5773895" y="2027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4" name="pt10804"/>
            <p:cNvSpPr/>
            <p:nvPr/>
          </p:nvSpPr>
          <p:spPr>
            <a:xfrm>
              <a:off x="5097984" y="2546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5" name="pt10805"/>
            <p:cNvSpPr/>
            <p:nvPr/>
          </p:nvSpPr>
          <p:spPr>
            <a:xfrm>
              <a:off x="5579147" y="192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6" name="pt10806"/>
            <p:cNvSpPr/>
            <p:nvPr/>
          </p:nvSpPr>
          <p:spPr>
            <a:xfrm>
              <a:off x="5586481" y="2015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7" name="pt10807"/>
            <p:cNvSpPr/>
            <p:nvPr/>
          </p:nvSpPr>
          <p:spPr>
            <a:xfrm>
              <a:off x="5347370" y="2249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8" name="pt10808"/>
            <p:cNvSpPr/>
            <p:nvPr/>
          </p:nvSpPr>
          <p:spPr>
            <a:xfrm>
              <a:off x="5266901" y="2102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9" name="pt10809"/>
            <p:cNvSpPr/>
            <p:nvPr/>
          </p:nvSpPr>
          <p:spPr>
            <a:xfrm>
              <a:off x="5740542" y="1697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0" name="pt10810"/>
            <p:cNvSpPr/>
            <p:nvPr/>
          </p:nvSpPr>
          <p:spPr>
            <a:xfrm>
              <a:off x="5145733" y="2783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1" name="pt10811"/>
            <p:cNvSpPr/>
            <p:nvPr/>
          </p:nvSpPr>
          <p:spPr>
            <a:xfrm>
              <a:off x="5561233" y="2391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2" name="pt10812"/>
            <p:cNvSpPr/>
            <p:nvPr/>
          </p:nvSpPr>
          <p:spPr>
            <a:xfrm>
              <a:off x="5219360" y="2123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3" name="pt10813"/>
            <p:cNvSpPr/>
            <p:nvPr/>
          </p:nvSpPr>
          <p:spPr>
            <a:xfrm>
              <a:off x="5101203" y="272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4" name="pt10814"/>
            <p:cNvSpPr/>
            <p:nvPr/>
          </p:nvSpPr>
          <p:spPr>
            <a:xfrm>
              <a:off x="5080447" y="1678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5" name="pt10815"/>
            <p:cNvSpPr/>
            <p:nvPr/>
          </p:nvSpPr>
          <p:spPr>
            <a:xfrm>
              <a:off x="5368809" y="209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6" name="pt10816"/>
            <p:cNvSpPr/>
            <p:nvPr/>
          </p:nvSpPr>
          <p:spPr>
            <a:xfrm>
              <a:off x="5780013" y="1938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7" name="pt10817"/>
            <p:cNvSpPr/>
            <p:nvPr/>
          </p:nvSpPr>
          <p:spPr>
            <a:xfrm>
              <a:off x="5148362" y="2345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8" name="pt10818"/>
            <p:cNvSpPr/>
            <p:nvPr/>
          </p:nvSpPr>
          <p:spPr>
            <a:xfrm>
              <a:off x="5510267" y="2083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9" name="pt10819"/>
            <p:cNvSpPr/>
            <p:nvPr/>
          </p:nvSpPr>
          <p:spPr>
            <a:xfrm>
              <a:off x="5316951" y="2187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0" name="pt10820"/>
            <p:cNvSpPr/>
            <p:nvPr/>
          </p:nvSpPr>
          <p:spPr>
            <a:xfrm>
              <a:off x="5537840" y="2273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1" name="pt10821"/>
            <p:cNvSpPr/>
            <p:nvPr/>
          </p:nvSpPr>
          <p:spPr>
            <a:xfrm>
              <a:off x="5579999" y="2066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2" name="pt10822"/>
            <p:cNvSpPr/>
            <p:nvPr/>
          </p:nvSpPr>
          <p:spPr>
            <a:xfrm>
              <a:off x="5469921" y="2052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3" name="pt10823"/>
            <p:cNvSpPr/>
            <p:nvPr/>
          </p:nvSpPr>
          <p:spPr>
            <a:xfrm>
              <a:off x="5271426" y="213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4" name="pt10824"/>
            <p:cNvSpPr/>
            <p:nvPr/>
          </p:nvSpPr>
          <p:spPr>
            <a:xfrm>
              <a:off x="5011216" y="2002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5" name="pt10825"/>
            <p:cNvSpPr/>
            <p:nvPr/>
          </p:nvSpPr>
          <p:spPr>
            <a:xfrm>
              <a:off x="6089458" y="1916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6" name="pt10826"/>
            <p:cNvSpPr/>
            <p:nvPr/>
          </p:nvSpPr>
          <p:spPr>
            <a:xfrm>
              <a:off x="5090504" y="2373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7" name="pt10827"/>
            <p:cNvSpPr/>
            <p:nvPr/>
          </p:nvSpPr>
          <p:spPr>
            <a:xfrm>
              <a:off x="5265597" y="2070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8" name="pt10828"/>
            <p:cNvSpPr/>
            <p:nvPr/>
          </p:nvSpPr>
          <p:spPr>
            <a:xfrm>
              <a:off x="5524560" y="2245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9" name="pt10829"/>
            <p:cNvSpPr/>
            <p:nvPr/>
          </p:nvSpPr>
          <p:spPr>
            <a:xfrm>
              <a:off x="5584185" y="2094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0" name="pt10830"/>
            <p:cNvSpPr/>
            <p:nvPr/>
          </p:nvSpPr>
          <p:spPr>
            <a:xfrm>
              <a:off x="5460455" y="1947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1" name="pt10831"/>
            <p:cNvSpPr/>
            <p:nvPr/>
          </p:nvSpPr>
          <p:spPr>
            <a:xfrm>
              <a:off x="5746618" y="1967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2" name="pt10832"/>
            <p:cNvSpPr/>
            <p:nvPr/>
          </p:nvSpPr>
          <p:spPr>
            <a:xfrm>
              <a:off x="5474932" y="2247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3" name="pt10833"/>
            <p:cNvSpPr/>
            <p:nvPr/>
          </p:nvSpPr>
          <p:spPr>
            <a:xfrm>
              <a:off x="5112969" y="2613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4" name="pt10834"/>
            <p:cNvSpPr/>
            <p:nvPr/>
          </p:nvSpPr>
          <p:spPr>
            <a:xfrm>
              <a:off x="5211852" y="1986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5" name="pt10835"/>
            <p:cNvSpPr/>
            <p:nvPr/>
          </p:nvSpPr>
          <p:spPr>
            <a:xfrm>
              <a:off x="5416389" y="2207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6" name="pt10836"/>
            <p:cNvSpPr/>
            <p:nvPr/>
          </p:nvSpPr>
          <p:spPr>
            <a:xfrm>
              <a:off x="5405841" y="2322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7" name="pt10837"/>
            <p:cNvSpPr/>
            <p:nvPr/>
          </p:nvSpPr>
          <p:spPr>
            <a:xfrm>
              <a:off x="5539402" y="2146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8" name="pt10838"/>
            <p:cNvSpPr/>
            <p:nvPr/>
          </p:nvSpPr>
          <p:spPr>
            <a:xfrm>
              <a:off x="5653466" y="1899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9" name="pt10839"/>
            <p:cNvSpPr/>
            <p:nvPr/>
          </p:nvSpPr>
          <p:spPr>
            <a:xfrm>
              <a:off x="4966175" y="2413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0" name="pt10840"/>
            <p:cNvSpPr/>
            <p:nvPr/>
          </p:nvSpPr>
          <p:spPr>
            <a:xfrm>
              <a:off x="5429251" y="2107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1" name="pt10841"/>
            <p:cNvSpPr/>
            <p:nvPr/>
          </p:nvSpPr>
          <p:spPr>
            <a:xfrm>
              <a:off x="5431710" y="2167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2" name="pt10842"/>
            <p:cNvSpPr/>
            <p:nvPr/>
          </p:nvSpPr>
          <p:spPr>
            <a:xfrm>
              <a:off x="5312035" y="2218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3" name="pt10843"/>
            <p:cNvSpPr/>
            <p:nvPr/>
          </p:nvSpPr>
          <p:spPr>
            <a:xfrm>
              <a:off x="5823111" y="1767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4" name="pt10844"/>
            <p:cNvSpPr/>
            <p:nvPr/>
          </p:nvSpPr>
          <p:spPr>
            <a:xfrm>
              <a:off x="5116096" y="2652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5" name="pt10845"/>
            <p:cNvSpPr/>
            <p:nvPr/>
          </p:nvSpPr>
          <p:spPr>
            <a:xfrm>
              <a:off x="5290441" y="2000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6" name="pt10846"/>
            <p:cNvSpPr/>
            <p:nvPr/>
          </p:nvSpPr>
          <p:spPr>
            <a:xfrm>
              <a:off x="5682819" y="196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7" name="pt10847"/>
            <p:cNvSpPr/>
            <p:nvPr/>
          </p:nvSpPr>
          <p:spPr>
            <a:xfrm>
              <a:off x="5125349" y="2630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8" name="pt10848"/>
            <p:cNvSpPr/>
            <p:nvPr/>
          </p:nvSpPr>
          <p:spPr>
            <a:xfrm>
              <a:off x="5011214" y="2104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9" name="pt10849"/>
            <p:cNvSpPr/>
            <p:nvPr/>
          </p:nvSpPr>
          <p:spPr>
            <a:xfrm>
              <a:off x="4965611" y="2471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0" name="pt10850"/>
            <p:cNvSpPr/>
            <p:nvPr/>
          </p:nvSpPr>
          <p:spPr>
            <a:xfrm>
              <a:off x="5108183" y="2783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1" name="pt10851"/>
            <p:cNvSpPr/>
            <p:nvPr/>
          </p:nvSpPr>
          <p:spPr>
            <a:xfrm>
              <a:off x="5087874" y="1958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2" name="pt10852"/>
            <p:cNvSpPr/>
            <p:nvPr/>
          </p:nvSpPr>
          <p:spPr>
            <a:xfrm>
              <a:off x="5396254" y="2267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3" name="pt10853"/>
            <p:cNvSpPr/>
            <p:nvPr/>
          </p:nvSpPr>
          <p:spPr>
            <a:xfrm>
              <a:off x="5493756" y="2306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4" name="pt10854"/>
            <p:cNvSpPr/>
            <p:nvPr/>
          </p:nvSpPr>
          <p:spPr>
            <a:xfrm>
              <a:off x="5427514" y="1960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5" name="pt10855"/>
            <p:cNvSpPr/>
            <p:nvPr/>
          </p:nvSpPr>
          <p:spPr>
            <a:xfrm>
              <a:off x="4886381" y="2499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6" name="pt10856"/>
            <p:cNvSpPr/>
            <p:nvPr/>
          </p:nvSpPr>
          <p:spPr>
            <a:xfrm>
              <a:off x="5093138" y="2444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7" name="pt10857"/>
            <p:cNvSpPr/>
            <p:nvPr/>
          </p:nvSpPr>
          <p:spPr>
            <a:xfrm>
              <a:off x="5387601" y="2206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8" name="pt10858"/>
            <p:cNvSpPr/>
            <p:nvPr/>
          </p:nvSpPr>
          <p:spPr>
            <a:xfrm>
              <a:off x="5610851" y="201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9" name="pt10859"/>
            <p:cNvSpPr/>
            <p:nvPr/>
          </p:nvSpPr>
          <p:spPr>
            <a:xfrm>
              <a:off x="5595362" y="1927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0" name="pt10860"/>
            <p:cNvSpPr/>
            <p:nvPr/>
          </p:nvSpPr>
          <p:spPr>
            <a:xfrm>
              <a:off x="5426729" y="2205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1" name="pt10861"/>
            <p:cNvSpPr/>
            <p:nvPr/>
          </p:nvSpPr>
          <p:spPr>
            <a:xfrm>
              <a:off x="5720239" y="193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2" name="pt10862"/>
            <p:cNvSpPr/>
            <p:nvPr/>
          </p:nvSpPr>
          <p:spPr>
            <a:xfrm>
              <a:off x="5320588" y="2133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3" name="pt10863"/>
            <p:cNvSpPr/>
            <p:nvPr/>
          </p:nvSpPr>
          <p:spPr>
            <a:xfrm>
              <a:off x="5117692" y="2501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4" name="pt10864"/>
            <p:cNvSpPr/>
            <p:nvPr/>
          </p:nvSpPr>
          <p:spPr>
            <a:xfrm>
              <a:off x="5373766" y="2055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5" name="pt10865"/>
            <p:cNvSpPr/>
            <p:nvPr/>
          </p:nvSpPr>
          <p:spPr>
            <a:xfrm>
              <a:off x="5405013" y="2175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6" name="pt10866"/>
            <p:cNvSpPr/>
            <p:nvPr/>
          </p:nvSpPr>
          <p:spPr>
            <a:xfrm>
              <a:off x="5511681" y="2087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7" name="pt10867"/>
            <p:cNvSpPr/>
            <p:nvPr/>
          </p:nvSpPr>
          <p:spPr>
            <a:xfrm>
              <a:off x="5922210" y="1746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8" name="pt10868"/>
            <p:cNvSpPr/>
            <p:nvPr/>
          </p:nvSpPr>
          <p:spPr>
            <a:xfrm>
              <a:off x="5631337" y="2035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9" name="pt10869"/>
            <p:cNvSpPr/>
            <p:nvPr/>
          </p:nvSpPr>
          <p:spPr>
            <a:xfrm>
              <a:off x="5526629" y="2117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0" name="pt10870"/>
            <p:cNvSpPr/>
            <p:nvPr/>
          </p:nvSpPr>
          <p:spPr>
            <a:xfrm>
              <a:off x="5181671" y="2034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1" name="pt10871"/>
            <p:cNvSpPr/>
            <p:nvPr/>
          </p:nvSpPr>
          <p:spPr>
            <a:xfrm>
              <a:off x="5455755" y="2091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2" name="pt10872"/>
            <p:cNvSpPr/>
            <p:nvPr/>
          </p:nvSpPr>
          <p:spPr>
            <a:xfrm>
              <a:off x="5527266" y="2106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3" name="pt10873"/>
            <p:cNvSpPr/>
            <p:nvPr/>
          </p:nvSpPr>
          <p:spPr>
            <a:xfrm>
              <a:off x="5542124" y="2269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4" name="pt10874"/>
            <p:cNvSpPr/>
            <p:nvPr/>
          </p:nvSpPr>
          <p:spPr>
            <a:xfrm>
              <a:off x="5451875" y="2095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5" name="pt10875"/>
            <p:cNvSpPr/>
            <p:nvPr/>
          </p:nvSpPr>
          <p:spPr>
            <a:xfrm>
              <a:off x="5027846" y="2285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6" name="pt10876"/>
            <p:cNvSpPr/>
            <p:nvPr/>
          </p:nvSpPr>
          <p:spPr>
            <a:xfrm>
              <a:off x="5867167" y="1860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7" name="pt10877"/>
            <p:cNvSpPr/>
            <p:nvPr/>
          </p:nvSpPr>
          <p:spPr>
            <a:xfrm>
              <a:off x="5547150" y="2160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8" name="pt10878"/>
            <p:cNvSpPr/>
            <p:nvPr/>
          </p:nvSpPr>
          <p:spPr>
            <a:xfrm>
              <a:off x="5515834" y="2045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9" name="pt10879"/>
            <p:cNvSpPr/>
            <p:nvPr/>
          </p:nvSpPr>
          <p:spPr>
            <a:xfrm>
              <a:off x="5250503" y="2163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0" name="pt10880"/>
            <p:cNvSpPr/>
            <p:nvPr/>
          </p:nvSpPr>
          <p:spPr>
            <a:xfrm>
              <a:off x="5538592" y="2164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1" name="pt10881"/>
            <p:cNvSpPr/>
            <p:nvPr/>
          </p:nvSpPr>
          <p:spPr>
            <a:xfrm>
              <a:off x="5183476" y="2194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2" name="pt10882"/>
            <p:cNvSpPr/>
            <p:nvPr/>
          </p:nvSpPr>
          <p:spPr>
            <a:xfrm>
              <a:off x="5500779" y="2038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3" name="pt10883"/>
            <p:cNvSpPr/>
            <p:nvPr/>
          </p:nvSpPr>
          <p:spPr>
            <a:xfrm>
              <a:off x="5584598" y="2004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4" name="pt10884"/>
            <p:cNvSpPr/>
            <p:nvPr/>
          </p:nvSpPr>
          <p:spPr>
            <a:xfrm>
              <a:off x="5862787" y="1739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5" name="pt10885"/>
            <p:cNvSpPr/>
            <p:nvPr/>
          </p:nvSpPr>
          <p:spPr>
            <a:xfrm>
              <a:off x="5293455" y="2179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6" name="pt10886"/>
            <p:cNvSpPr/>
            <p:nvPr/>
          </p:nvSpPr>
          <p:spPr>
            <a:xfrm>
              <a:off x="5730515" y="2008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7" name="pt10887"/>
            <p:cNvSpPr/>
            <p:nvPr/>
          </p:nvSpPr>
          <p:spPr>
            <a:xfrm>
              <a:off x="5176444" y="2419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8" name="pt10888"/>
            <p:cNvSpPr/>
            <p:nvPr/>
          </p:nvSpPr>
          <p:spPr>
            <a:xfrm>
              <a:off x="5409896" y="2242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9" name="pt10889"/>
            <p:cNvSpPr/>
            <p:nvPr/>
          </p:nvSpPr>
          <p:spPr>
            <a:xfrm>
              <a:off x="5434794" y="2083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0" name="pt10890"/>
            <p:cNvSpPr/>
            <p:nvPr/>
          </p:nvSpPr>
          <p:spPr>
            <a:xfrm>
              <a:off x="5469028" y="2116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1" name="pt10891"/>
            <p:cNvSpPr/>
            <p:nvPr/>
          </p:nvSpPr>
          <p:spPr>
            <a:xfrm>
              <a:off x="5637276" y="2090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2" name="pt10892"/>
            <p:cNvSpPr/>
            <p:nvPr/>
          </p:nvSpPr>
          <p:spPr>
            <a:xfrm>
              <a:off x="5509966" y="2280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3" name="pt10893"/>
            <p:cNvSpPr/>
            <p:nvPr/>
          </p:nvSpPr>
          <p:spPr>
            <a:xfrm>
              <a:off x="5961836" y="1883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4" name="pt10894"/>
            <p:cNvSpPr/>
            <p:nvPr/>
          </p:nvSpPr>
          <p:spPr>
            <a:xfrm>
              <a:off x="5037966" y="2209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5" name="pt10895"/>
            <p:cNvSpPr/>
            <p:nvPr/>
          </p:nvSpPr>
          <p:spPr>
            <a:xfrm>
              <a:off x="5291435" y="1907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6" name="pt10896"/>
            <p:cNvSpPr/>
            <p:nvPr/>
          </p:nvSpPr>
          <p:spPr>
            <a:xfrm>
              <a:off x="5280983" y="2035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7" name="pt10897"/>
            <p:cNvSpPr/>
            <p:nvPr/>
          </p:nvSpPr>
          <p:spPr>
            <a:xfrm>
              <a:off x="5633282" y="2101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8" name="pt10898"/>
            <p:cNvSpPr/>
            <p:nvPr/>
          </p:nvSpPr>
          <p:spPr>
            <a:xfrm>
              <a:off x="5602446" y="1954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9" name="pt10899"/>
            <p:cNvSpPr/>
            <p:nvPr/>
          </p:nvSpPr>
          <p:spPr>
            <a:xfrm>
              <a:off x="5563704" y="2256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0" name="pt10900"/>
            <p:cNvSpPr/>
            <p:nvPr/>
          </p:nvSpPr>
          <p:spPr>
            <a:xfrm>
              <a:off x="5086419" y="1874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1" name="pt10901"/>
            <p:cNvSpPr/>
            <p:nvPr/>
          </p:nvSpPr>
          <p:spPr>
            <a:xfrm>
              <a:off x="5541476" y="213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2" name="pt10902"/>
            <p:cNvSpPr/>
            <p:nvPr/>
          </p:nvSpPr>
          <p:spPr>
            <a:xfrm>
              <a:off x="5184540" y="2144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3" name="pt10903"/>
            <p:cNvSpPr/>
            <p:nvPr/>
          </p:nvSpPr>
          <p:spPr>
            <a:xfrm>
              <a:off x="5024415" y="2173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4" name="pt10904"/>
            <p:cNvSpPr/>
            <p:nvPr/>
          </p:nvSpPr>
          <p:spPr>
            <a:xfrm>
              <a:off x="5332561" y="2088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5" name="pt10905"/>
            <p:cNvSpPr/>
            <p:nvPr/>
          </p:nvSpPr>
          <p:spPr>
            <a:xfrm>
              <a:off x="5108421" y="2619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6" name="pt10906"/>
            <p:cNvSpPr/>
            <p:nvPr/>
          </p:nvSpPr>
          <p:spPr>
            <a:xfrm>
              <a:off x="5078800" y="2010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7" name="pt10907"/>
            <p:cNvSpPr/>
            <p:nvPr/>
          </p:nvSpPr>
          <p:spPr>
            <a:xfrm>
              <a:off x="5391849" y="2157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8" name="pt10908"/>
            <p:cNvSpPr/>
            <p:nvPr/>
          </p:nvSpPr>
          <p:spPr>
            <a:xfrm>
              <a:off x="5147184" y="2616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9" name="pt10909"/>
            <p:cNvSpPr/>
            <p:nvPr/>
          </p:nvSpPr>
          <p:spPr>
            <a:xfrm>
              <a:off x="5326302" y="2153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0" name="pt10910"/>
            <p:cNvSpPr/>
            <p:nvPr/>
          </p:nvSpPr>
          <p:spPr>
            <a:xfrm>
              <a:off x="5644867" y="1953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1" name="pt10911"/>
            <p:cNvSpPr/>
            <p:nvPr/>
          </p:nvSpPr>
          <p:spPr>
            <a:xfrm>
              <a:off x="5301452" y="2237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2" name="pt10912"/>
            <p:cNvSpPr/>
            <p:nvPr/>
          </p:nvSpPr>
          <p:spPr>
            <a:xfrm>
              <a:off x="5214699" y="2081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3" name="pt10913"/>
            <p:cNvSpPr/>
            <p:nvPr/>
          </p:nvSpPr>
          <p:spPr>
            <a:xfrm>
              <a:off x="5168813" y="2231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4" name="pt10914"/>
            <p:cNvSpPr/>
            <p:nvPr/>
          </p:nvSpPr>
          <p:spPr>
            <a:xfrm>
              <a:off x="5653903" y="1661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5" name="pt10915"/>
            <p:cNvSpPr/>
            <p:nvPr/>
          </p:nvSpPr>
          <p:spPr>
            <a:xfrm>
              <a:off x="5585723" y="1929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6" name="pt10916"/>
            <p:cNvSpPr/>
            <p:nvPr/>
          </p:nvSpPr>
          <p:spPr>
            <a:xfrm>
              <a:off x="5392665" y="2230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7" name="pt10917"/>
            <p:cNvSpPr/>
            <p:nvPr/>
          </p:nvSpPr>
          <p:spPr>
            <a:xfrm>
              <a:off x="5799562" y="1903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8" name="pt10918"/>
            <p:cNvSpPr/>
            <p:nvPr/>
          </p:nvSpPr>
          <p:spPr>
            <a:xfrm>
              <a:off x="5651455" y="1864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9" name="pt10919"/>
            <p:cNvSpPr/>
            <p:nvPr/>
          </p:nvSpPr>
          <p:spPr>
            <a:xfrm>
              <a:off x="5592523" y="1909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0" name="pt10920"/>
            <p:cNvSpPr/>
            <p:nvPr/>
          </p:nvSpPr>
          <p:spPr>
            <a:xfrm>
              <a:off x="5604335" y="197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1" name="pt10921"/>
            <p:cNvSpPr/>
            <p:nvPr/>
          </p:nvSpPr>
          <p:spPr>
            <a:xfrm>
              <a:off x="5388293" y="2246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2" name="pt10922"/>
            <p:cNvSpPr/>
            <p:nvPr/>
          </p:nvSpPr>
          <p:spPr>
            <a:xfrm>
              <a:off x="4936742" y="1940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3" name="pt10923"/>
            <p:cNvSpPr/>
            <p:nvPr/>
          </p:nvSpPr>
          <p:spPr>
            <a:xfrm>
              <a:off x="5062298" y="2461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4" name="pt10924"/>
            <p:cNvSpPr/>
            <p:nvPr/>
          </p:nvSpPr>
          <p:spPr>
            <a:xfrm>
              <a:off x="5360780" y="1996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5" name="pt10925"/>
            <p:cNvSpPr/>
            <p:nvPr/>
          </p:nvSpPr>
          <p:spPr>
            <a:xfrm>
              <a:off x="5538185" y="2184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6" name="pt10926"/>
            <p:cNvSpPr/>
            <p:nvPr/>
          </p:nvSpPr>
          <p:spPr>
            <a:xfrm>
              <a:off x="5434325" y="2147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7" name="pt10927"/>
            <p:cNvSpPr/>
            <p:nvPr/>
          </p:nvSpPr>
          <p:spPr>
            <a:xfrm>
              <a:off x="5167387" y="2226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8" name="pt10928"/>
            <p:cNvSpPr/>
            <p:nvPr/>
          </p:nvSpPr>
          <p:spPr>
            <a:xfrm>
              <a:off x="5484961" y="2167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9" name="pt10929"/>
            <p:cNvSpPr/>
            <p:nvPr/>
          </p:nvSpPr>
          <p:spPr>
            <a:xfrm>
              <a:off x="5281137" y="1966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0" name="pt10930"/>
            <p:cNvSpPr/>
            <p:nvPr/>
          </p:nvSpPr>
          <p:spPr>
            <a:xfrm>
              <a:off x="5607424" y="2032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1" name="pt10931"/>
            <p:cNvSpPr/>
            <p:nvPr/>
          </p:nvSpPr>
          <p:spPr>
            <a:xfrm>
              <a:off x="5550762" y="2168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2" name="pt10932"/>
            <p:cNvSpPr/>
            <p:nvPr/>
          </p:nvSpPr>
          <p:spPr>
            <a:xfrm>
              <a:off x="5406368" y="2205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3" name="pt10933"/>
            <p:cNvSpPr/>
            <p:nvPr/>
          </p:nvSpPr>
          <p:spPr>
            <a:xfrm>
              <a:off x="5604260" y="1936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4" name="pt10934"/>
            <p:cNvSpPr/>
            <p:nvPr/>
          </p:nvSpPr>
          <p:spPr>
            <a:xfrm>
              <a:off x="5324461" y="2185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5" name="pt10935"/>
            <p:cNvSpPr/>
            <p:nvPr/>
          </p:nvSpPr>
          <p:spPr>
            <a:xfrm>
              <a:off x="5269566" y="2087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6" name="pt10936"/>
            <p:cNvSpPr/>
            <p:nvPr/>
          </p:nvSpPr>
          <p:spPr>
            <a:xfrm>
              <a:off x="5596741" y="2012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7" name="pt10937"/>
            <p:cNvSpPr/>
            <p:nvPr/>
          </p:nvSpPr>
          <p:spPr>
            <a:xfrm>
              <a:off x="5426406" y="2108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8" name="pt10938"/>
            <p:cNvSpPr/>
            <p:nvPr/>
          </p:nvSpPr>
          <p:spPr>
            <a:xfrm>
              <a:off x="5477187" y="2225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9" name="pt10939"/>
            <p:cNvSpPr/>
            <p:nvPr/>
          </p:nvSpPr>
          <p:spPr>
            <a:xfrm>
              <a:off x="5322774" y="2149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0" name="pt10940"/>
            <p:cNvSpPr/>
            <p:nvPr/>
          </p:nvSpPr>
          <p:spPr>
            <a:xfrm>
              <a:off x="5704710" y="1882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1" name="pt10941"/>
            <p:cNvSpPr/>
            <p:nvPr/>
          </p:nvSpPr>
          <p:spPr>
            <a:xfrm>
              <a:off x="5694985" y="2036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2" name="pt10942"/>
            <p:cNvSpPr/>
            <p:nvPr/>
          </p:nvSpPr>
          <p:spPr>
            <a:xfrm>
              <a:off x="5183495" y="2156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3" name="pt10943"/>
            <p:cNvSpPr/>
            <p:nvPr/>
          </p:nvSpPr>
          <p:spPr>
            <a:xfrm>
              <a:off x="5276011" y="2148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4" name="pt10944"/>
            <p:cNvSpPr/>
            <p:nvPr/>
          </p:nvSpPr>
          <p:spPr>
            <a:xfrm>
              <a:off x="5481473" y="215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5" name="pt10945"/>
            <p:cNvSpPr/>
            <p:nvPr/>
          </p:nvSpPr>
          <p:spPr>
            <a:xfrm>
              <a:off x="5763314" y="1775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6" name="pt10946"/>
            <p:cNvSpPr/>
            <p:nvPr/>
          </p:nvSpPr>
          <p:spPr>
            <a:xfrm>
              <a:off x="5582176" y="2145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7" name="pt10947"/>
            <p:cNvSpPr/>
            <p:nvPr/>
          </p:nvSpPr>
          <p:spPr>
            <a:xfrm>
              <a:off x="5427355" y="2154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8" name="pt10948"/>
            <p:cNvSpPr/>
            <p:nvPr/>
          </p:nvSpPr>
          <p:spPr>
            <a:xfrm>
              <a:off x="5736749" y="2125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9" name="pt10949"/>
            <p:cNvSpPr/>
            <p:nvPr/>
          </p:nvSpPr>
          <p:spPr>
            <a:xfrm>
              <a:off x="5433136" y="2110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0" name="pt10950"/>
            <p:cNvSpPr/>
            <p:nvPr/>
          </p:nvSpPr>
          <p:spPr>
            <a:xfrm>
              <a:off x="5758575" y="1802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1" name="pt10951"/>
            <p:cNvSpPr/>
            <p:nvPr/>
          </p:nvSpPr>
          <p:spPr>
            <a:xfrm>
              <a:off x="5682754" y="2017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2" name="pt10952"/>
            <p:cNvSpPr/>
            <p:nvPr/>
          </p:nvSpPr>
          <p:spPr>
            <a:xfrm>
              <a:off x="5488848" y="2245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3" name="pt10953"/>
            <p:cNvSpPr/>
            <p:nvPr/>
          </p:nvSpPr>
          <p:spPr>
            <a:xfrm>
              <a:off x="5587181" y="2073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4" name="pt10954"/>
            <p:cNvSpPr/>
            <p:nvPr/>
          </p:nvSpPr>
          <p:spPr>
            <a:xfrm>
              <a:off x="5081845" y="1866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5" name="pt10955"/>
            <p:cNvSpPr/>
            <p:nvPr/>
          </p:nvSpPr>
          <p:spPr>
            <a:xfrm>
              <a:off x="5076109" y="2240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6" name="pt10956"/>
            <p:cNvSpPr/>
            <p:nvPr/>
          </p:nvSpPr>
          <p:spPr>
            <a:xfrm>
              <a:off x="5191701" y="214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7" name="pt10957"/>
            <p:cNvSpPr/>
            <p:nvPr/>
          </p:nvSpPr>
          <p:spPr>
            <a:xfrm>
              <a:off x="5255921" y="2184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8" name="pt10958"/>
            <p:cNvSpPr/>
            <p:nvPr/>
          </p:nvSpPr>
          <p:spPr>
            <a:xfrm>
              <a:off x="5016061" y="2446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9" name="pt10959"/>
            <p:cNvSpPr/>
            <p:nvPr/>
          </p:nvSpPr>
          <p:spPr>
            <a:xfrm>
              <a:off x="5596289" y="1893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0" name="pt10960"/>
            <p:cNvSpPr/>
            <p:nvPr/>
          </p:nvSpPr>
          <p:spPr>
            <a:xfrm>
              <a:off x="5606463" y="1896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1" name="pt10961"/>
            <p:cNvSpPr/>
            <p:nvPr/>
          </p:nvSpPr>
          <p:spPr>
            <a:xfrm>
              <a:off x="5621694" y="2032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2" name="pt10962"/>
            <p:cNvSpPr/>
            <p:nvPr/>
          </p:nvSpPr>
          <p:spPr>
            <a:xfrm>
              <a:off x="5690034" y="1998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3" name="pt10963"/>
            <p:cNvSpPr/>
            <p:nvPr/>
          </p:nvSpPr>
          <p:spPr>
            <a:xfrm>
              <a:off x="5710755" y="1663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4" name="pt10964"/>
            <p:cNvSpPr/>
            <p:nvPr/>
          </p:nvSpPr>
          <p:spPr>
            <a:xfrm>
              <a:off x="5449370" y="1961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5" name="pt10965"/>
            <p:cNvSpPr/>
            <p:nvPr/>
          </p:nvSpPr>
          <p:spPr>
            <a:xfrm>
              <a:off x="5564694" y="2271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6" name="pt10966"/>
            <p:cNvSpPr/>
            <p:nvPr/>
          </p:nvSpPr>
          <p:spPr>
            <a:xfrm>
              <a:off x="5342297" y="227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7" name="pt10967"/>
            <p:cNvSpPr/>
            <p:nvPr/>
          </p:nvSpPr>
          <p:spPr>
            <a:xfrm>
              <a:off x="5048641" y="2431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8" name="pt10968"/>
            <p:cNvSpPr/>
            <p:nvPr/>
          </p:nvSpPr>
          <p:spPr>
            <a:xfrm>
              <a:off x="5489073" y="2269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9" name="pt10969"/>
            <p:cNvSpPr/>
            <p:nvPr/>
          </p:nvSpPr>
          <p:spPr>
            <a:xfrm>
              <a:off x="5044903" y="2379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0" name="pt10970"/>
            <p:cNvSpPr/>
            <p:nvPr/>
          </p:nvSpPr>
          <p:spPr>
            <a:xfrm>
              <a:off x="5386023" y="2199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1" name="pt10971"/>
            <p:cNvSpPr/>
            <p:nvPr/>
          </p:nvSpPr>
          <p:spPr>
            <a:xfrm>
              <a:off x="5647768" y="1879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2" name="pt10972"/>
            <p:cNvSpPr/>
            <p:nvPr/>
          </p:nvSpPr>
          <p:spPr>
            <a:xfrm>
              <a:off x="5908642" y="1892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3" name="pt10973"/>
            <p:cNvSpPr/>
            <p:nvPr/>
          </p:nvSpPr>
          <p:spPr>
            <a:xfrm>
              <a:off x="5858723" y="1668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4" name="pt10974"/>
            <p:cNvSpPr/>
            <p:nvPr/>
          </p:nvSpPr>
          <p:spPr>
            <a:xfrm>
              <a:off x="5448013" y="1985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5" name="pt10975"/>
            <p:cNvSpPr/>
            <p:nvPr/>
          </p:nvSpPr>
          <p:spPr>
            <a:xfrm>
              <a:off x="5245362" y="2222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6" name="pt10976"/>
            <p:cNvSpPr/>
            <p:nvPr/>
          </p:nvSpPr>
          <p:spPr>
            <a:xfrm>
              <a:off x="5325970" y="2169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7" name="pt10977"/>
            <p:cNvSpPr/>
            <p:nvPr/>
          </p:nvSpPr>
          <p:spPr>
            <a:xfrm>
              <a:off x="5542711" y="228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8" name="pt10978"/>
            <p:cNvSpPr/>
            <p:nvPr/>
          </p:nvSpPr>
          <p:spPr>
            <a:xfrm>
              <a:off x="5475127" y="2327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9" name="pt10979"/>
            <p:cNvSpPr/>
            <p:nvPr/>
          </p:nvSpPr>
          <p:spPr>
            <a:xfrm>
              <a:off x="5277279" y="2163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0" name="pt10980"/>
            <p:cNvSpPr/>
            <p:nvPr/>
          </p:nvSpPr>
          <p:spPr>
            <a:xfrm>
              <a:off x="5713133" y="1673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1" name="pt10981"/>
            <p:cNvSpPr/>
            <p:nvPr/>
          </p:nvSpPr>
          <p:spPr>
            <a:xfrm>
              <a:off x="5392666" y="2210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2" name="pt10982"/>
            <p:cNvSpPr/>
            <p:nvPr/>
          </p:nvSpPr>
          <p:spPr>
            <a:xfrm>
              <a:off x="5169877" y="231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3" name="pt10983"/>
            <p:cNvSpPr/>
            <p:nvPr/>
          </p:nvSpPr>
          <p:spPr>
            <a:xfrm>
              <a:off x="5614200" y="1962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4" name="pt10984"/>
            <p:cNvSpPr/>
            <p:nvPr/>
          </p:nvSpPr>
          <p:spPr>
            <a:xfrm>
              <a:off x="5054717" y="2319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5" name="pt10985"/>
            <p:cNvSpPr/>
            <p:nvPr/>
          </p:nvSpPr>
          <p:spPr>
            <a:xfrm>
              <a:off x="5418803" y="2177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6" name="pt10986"/>
            <p:cNvSpPr/>
            <p:nvPr/>
          </p:nvSpPr>
          <p:spPr>
            <a:xfrm>
              <a:off x="5686487" y="197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7" name="pt10987"/>
            <p:cNvSpPr/>
            <p:nvPr/>
          </p:nvSpPr>
          <p:spPr>
            <a:xfrm>
              <a:off x="4982489" y="2663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8" name="pt10988"/>
            <p:cNvSpPr/>
            <p:nvPr/>
          </p:nvSpPr>
          <p:spPr>
            <a:xfrm>
              <a:off x="5076530" y="2260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9" name="pt10989"/>
            <p:cNvSpPr/>
            <p:nvPr/>
          </p:nvSpPr>
          <p:spPr>
            <a:xfrm>
              <a:off x="5677883" y="1976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0" name="pt10990"/>
            <p:cNvSpPr/>
            <p:nvPr/>
          </p:nvSpPr>
          <p:spPr>
            <a:xfrm>
              <a:off x="5443629" y="2100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1" name="pt10991"/>
            <p:cNvSpPr/>
            <p:nvPr/>
          </p:nvSpPr>
          <p:spPr>
            <a:xfrm>
              <a:off x="5387246" y="2211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2" name="pt10992"/>
            <p:cNvSpPr/>
            <p:nvPr/>
          </p:nvSpPr>
          <p:spPr>
            <a:xfrm>
              <a:off x="5546201" y="2245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3" name="pt10993"/>
            <p:cNvSpPr/>
            <p:nvPr/>
          </p:nvSpPr>
          <p:spPr>
            <a:xfrm>
              <a:off x="5822492" y="1738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4" name="pt10994"/>
            <p:cNvSpPr/>
            <p:nvPr/>
          </p:nvSpPr>
          <p:spPr>
            <a:xfrm>
              <a:off x="5428300" y="2169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5" name="pt10995"/>
            <p:cNvSpPr/>
            <p:nvPr/>
          </p:nvSpPr>
          <p:spPr>
            <a:xfrm>
              <a:off x="5670407" y="1923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6" name="pt10996"/>
            <p:cNvSpPr/>
            <p:nvPr/>
          </p:nvSpPr>
          <p:spPr>
            <a:xfrm>
              <a:off x="5338131" y="2148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7" name="pt10997"/>
            <p:cNvSpPr/>
            <p:nvPr/>
          </p:nvSpPr>
          <p:spPr>
            <a:xfrm>
              <a:off x="5270839" y="2166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8" name="pt10998"/>
            <p:cNvSpPr/>
            <p:nvPr/>
          </p:nvSpPr>
          <p:spPr>
            <a:xfrm>
              <a:off x="5398426" y="2254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9" name="pt10999"/>
            <p:cNvSpPr/>
            <p:nvPr/>
          </p:nvSpPr>
          <p:spPr>
            <a:xfrm>
              <a:off x="5333039" y="2151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0" name="pt11000"/>
            <p:cNvSpPr/>
            <p:nvPr/>
          </p:nvSpPr>
          <p:spPr>
            <a:xfrm>
              <a:off x="5171378" y="2401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1" name="pt11001"/>
            <p:cNvSpPr/>
            <p:nvPr/>
          </p:nvSpPr>
          <p:spPr>
            <a:xfrm>
              <a:off x="5545063" y="2134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2" name="pt11002"/>
            <p:cNvSpPr/>
            <p:nvPr/>
          </p:nvSpPr>
          <p:spPr>
            <a:xfrm>
              <a:off x="5549711" y="2162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3" name="pt11003"/>
            <p:cNvSpPr/>
            <p:nvPr/>
          </p:nvSpPr>
          <p:spPr>
            <a:xfrm>
              <a:off x="5410905" y="2099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4" name="pt11004"/>
            <p:cNvSpPr/>
            <p:nvPr/>
          </p:nvSpPr>
          <p:spPr>
            <a:xfrm>
              <a:off x="5207527" y="2280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5" name="pt11005"/>
            <p:cNvSpPr/>
            <p:nvPr/>
          </p:nvSpPr>
          <p:spPr>
            <a:xfrm>
              <a:off x="5545116" y="2115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6" name="pt11006"/>
            <p:cNvSpPr/>
            <p:nvPr/>
          </p:nvSpPr>
          <p:spPr>
            <a:xfrm>
              <a:off x="5093058" y="2501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7" name="pt11007"/>
            <p:cNvSpPr/>
            <p:nvPr/>
          </p:nvSpPr>
          <p:spPr>
            <a:xfrm>
              <a:off x="5575887" y="2000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8" name="pt11008"/>
            <p:cNvSpPr/>
            <p:nvPr/>
          </p:nvSpPr>
          <p:spPr>
            <a:xfrm>
              <a:off x="5656239" y="1733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9" name="pt11009"/>
            <p:cNvSpPr/>
            <p:nvPr/>
          </p:nvSpPr>
          <p:spPr>
            <a:xfrm>
              <a:off x="5653590" y="1830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0" name="pt11010"/>
            <p:cNvSpPr/>
            <p:nvPr/>
          </p:nvSpPr>
          <p:spPr>
            <a:xfrm>
              <a:off x="5145309" y="2734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1" name="pt11011"/>
            <p:cNvSpPr/>
            <p:nvPr/>
          </p:nvSpPr>
          <p:spPr>
            <a:xfrm>
              <a:off x="5284053" y="2086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2" name="pt11012"/>
            <p:cNvSpPr/>
            <p:nvPr/>
          </p:nvSpPr>
          <p:spPr>
            <a:xfrm>
              <a:off x="5525232" y="2118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3" name="pt11013"/>
            <p:cNvSpPr/>
            <p:nvPr/>
          </p:nvSpPr>
          <p:spPr>
            <a:xfrm>
              <a:off x="5450846" y="2021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4" name="pt11014"/>
            <p:cNvSpPr/>
            <p:nvPr/>
          </p:nvSpPr>
          <p:spPr>
            <a:xfrm>
              <a:off x="5679457" y="1932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5" name="pt11015"/>
            <p:cNvSpPr/>
            <p:nvPr/>
          </p:nvSpPr>
          <p:spPr>
            <a:xfrm>
              <a:off x="5951757" y="1646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6" name="pt11016"/>
            <p:cNvSpPr/>
            <p:nvPr/>
          </p:nvSpPr>
          <p:spPr>
            <a:xfrm>
              <a:off x="5078152" y="2076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7" name="pt11017"/>
            <p:cNvSpPr/>
            <p:nvPr/>
          </p:nvSpPr>
          <p:spPr>
            <a:xfrm>
              <a:off x="5634042" y="2008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8" name="pt11018"/>
            <p:cNvSpPr/>
            <p:nvPr/>
          </p:nvSpPr>
          <p:spPr>
            <a:xfrm>
              <a:off x="5078761" y="2150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9" name="pt11019"/>
            <p:cNvSpPr/>
            <p:nvPr/>
          </p:nvSpPr>
          <p:spPr>
            <a:xfrm>
              <a:off x="5587412" y="1986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0" name="pt11020"/>
            <p:cNvSpPr/>
            <p:nvPr/>
          </p:nvSpPr>
          <p:spPr>
            <a:xfrm>
              <a:off x="5381496" y="2229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1" name="pt11021"/>
            <p:cNvSpPr/>
            <p:nvPr/>
          </p:nvSpPr>
          <p:spPr>
            <a:xfrm>
              <a:off x="5003522" y="2447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2" name="pt11022"/>
            <p:cNvSpPr/>
            <p:nvPr/>
          </p:nvSpPr>
          <p:spPr>
            <a:xfrm>
              <a:off x="5057508" y="2521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3" name="pt11023"/>
            <p:cNvSpPr/>
            <p:nvPr/>
          </p:nvSpPr>
          <p:spPr>
            <a:xfrm>
              <a:off x="5381448" y="2190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4" name="pt11024"/>
            <p:cNvSpPr/>
            <p:nvPr/>
          </p:nvSpPr>
          <p:spPr>
            <a:xfrm>
              <a:off x="5734773" y="1984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5" name="pt11025"/>
            <p:cNvSpPr/>
            <p:nvPr/>
          </p:nvSpPr>
          <p:spPr>
            <a:xfrm>
              <a:off x="5242424" y="2120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6" name="pt11026"/>
            <p:cNvSpPr/>
            <p:nvPr/>
          </p:nvSpPr>
          <p:spPr>
            <a:xfrm>
              <a:off x="4734569" y="2611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7" name="pt11027"/>
            <p:cNvSpPr/>
            <p:nvPr/>
          </p:nvSpPr>
          <p:spPr>
            <a:xfrm>
              <a:off x="4932385" y="1801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8" name="pt11028"/>
            <p:cNvSpPr/>
            <p:nvPr/>
          </p:nvSpPr>
          <p:spPr>
            <a:xfrm>
              <a:off x="5836057" y="1323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9" name="pt11029"/>
            <p:cNvSpPr/>
            <p:nvPr/>
          </p:nvSpPr>
          <p:spPr>
            <a:xfrm>
              <a:off x="5525142" y="2234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0" name="pt11030"/>
            <p:cNvSpPr/>
            <p:nvPr/>
          </p:nvSpPr>
          <p:spPr>
            <a:xfrm>
              <a:off x="5556419" y="2210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1" name="pt11031"/>
            <p:cNvSpPr/>
            <p:nvPr/>
          </p:nvSpPr>
          <p:spPr>
            <a:xfrm>
              <a:off x="5502155" y="2052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2" name="pt11032"/>
            <p:cNvSpPr/>
            <p:nvPr/>
          </p:nvSpPr>
          <p:spPr>
            <a:xfrm>
              <a:off x="5091773" y="2653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3" name="pt11033"/>
            <p:cNvSpPr/>
            <p:nvPr/>
          </p:nvSpPr>
          <p:spPr>
            <a:xfrm>
              <a:off x="5590919" y="2003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4" name="pt11034"/>
            <p:cNvSpPr/>
            <p:nvPr/>
          </p:nvSpPr>
          <p:spPr>
            <a:xfrm>
              <a:off x="5441411" y="2065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5" name="pt11035"/>
            <p:cNvSpPr/>
            <p:nvPr/>
          </p:nvSpPr>
          <p:spPr>
            <a:xfrm>
              <a:off x="5323720" y="2169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6" name="pt11036"/>
            <p:cNvSpPr/>
            <p:nvPr/>
          </p:nvSpPr>
          <p:spPr>
            <a:xfrm>
              <a:off x="5708681" y="1791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7" name="pt11037"/>
            <p:cNvSpPr/>
            <p:nvPr/>
          </p:nvSpPr>
          <p:spPr>
            <a:xfrm>
              <a:off x="5301614" y="2062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8" name="pt11038"/>
            <p:cNvSpPr/>
            <p:nvPr/>
          </p:nvSpPr>
          <p:spPr>
            <a:xfrm>
              <a:off x="5113147" y="2648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9" name="pt11039"/>
            <p:cNvSpPr/>
            <p:nvPr/>
          </p:nvSpPr>
          <p:spPr>
            <a:xfrm>
              <a:off x="5024319" y="1983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0" name="pt11040"/>
            <p:cNvSpPr/>
            <p:nvPr/>
          </p:nvSpPr>
          <p:spPr>
            <a:xfrm>
              <a:off x="5108739" y="2629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1" name="pt11041"/>
            <p:cNvSpPr/>
            <p:nvPr/>
          </p:nvSpPr>
          <p:spPr>
            <a:xfrm>
              <a:off x="5596857" y="1997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2" name="pt11042"/>
            <p:cNvSpPr/>
            <p:nvPr/>
          </p:nvSpPr>
          <p:spPr>
            <a:xfrm>
              <a:off x="4944671" y="2596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3" name="pt11043"/>
            <p:cNvSpPr/>
            <p:nvPr/>
          </p:nvSpPr>
          <p:spPr>
            <a:xfrm>
              <a:off x="5526176" y="2109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4" name="pt11044"/>
            <p:cNvSpPr/>
            <p:nvPr/>
          </p:nvSpPr>
          <p:spPr>
            <a:xfrm>
              <a:off x="5544134" y="2183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5" name="pt11045"/>
            <p:cNvSpPr/>
            <p:nvPr/>
          </p:nvSpPr>
          <p:spPr>
            <a:xfrm>
              <a:off x="5322894" y="2223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6" name="pt11046"/>
            <p:cNvSpPr/>
            <p:nvPr/>
          </p:nvSpPr>
          <p:spPr>
            <a:xfrm>
              <a:off x="5389453" y="2234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7" name="pt11047"/>
            <p:cNvSpPr/>
            <p:nvPr/>
          </p:nvSpPr>
          <p:spPr>
            <a:xfrm>
              <a:off x="5079254" y="1550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8" name="pt11048"/>
            <p:cNvSpPr/>
            <p:nvPr/>
          </p:nvSpPr>
          <p:spPr>
            <a:xfrm>
              <a:off x="5442219" y="2068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9" name="pt11049"/>
            <p:cNvSpPr/>
            <p:nvPr/>
          </p:nvSpPr>
          <p:spPr>
            <a:xfrm>
              <a:off x="5543352" y="2157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0" name="pt11050"/>
            <p:cNvSpPr/>
            <p:nvPr/>
          </p:nvSpPr>
          <p:spPr>
            <a:xfrm>
              <a:off x="5388846" y="2209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1" name="pt11051"/>
            <p:cNvSpPr/>
            <p:nvPr/>
          </p:nvSpPr>
          <p:spPr>
            <a:xfrm>
              <a:off x="5738756" y="1834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2" name="pt11052"/>
            <p:cNvSpPr/>
            <p:nvPr/>
          </p:nvSpPr>
          <p:spPr>
            <a:xfrm>
              <a:off x="5639822" y="2083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3" name="pt11053"/>
            <p:cNvSpPr/>
            <p:nvPr/>
          </p:nvSpPr>
          <p:spPr>
            <a:xfrm>
              <a:off x="5599332" y="1894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4" name="pt11054"/>
            <p:cNvSpPr/>
            <p:nvPr/>
          </p:nvSpPr>
          <p:spPr>
            <a:xfrm>
              <a:off x="5629501" y="2062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5" name="pt11055"/>
            <p:cNvSpPr/>
            <p:nvPr/>
          </p:nvSpPr>
          <p:spPr>
            <a:xfrm>
              <a:off x="5528896" y="2150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6" name="pt11056"/>
            <p:cNvSpPr/>
            <p:nvPr/>
          </p:nvSpPr>
          <p:spPr>
            <a:xfrm>
              <a:off x="5398607" y="2250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7" name="pt11057"/>
            <p:cNvSpPr/>
            <p:nvPr/>
          </p:nvSpPr>
          <p:spPr>
            <a:xfrm>
              <a:off x="5388209" y="2124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8" name="pt11058"/>
            <p:cNvSpPr/>
            <p:nvPr/>
          </p:nvSpPr>
          <p:spPr>
            <a:xfrm>
              <a:off x="5382364" y="2210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9" name="pt11059"/>
            <p:cNvSpPr/>
            <p:nvPr/>
          </p:nvSpPr>
          <p:spPr>
            <a:xfrm>
              <a:off x="4838778" y="2325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0" name="pt11060"/>
            <p:cNvSpPr/>
            <p:nvPr/>
          </p:nvSpPr>
          <p:spPr>
            <a:xfrm>
              <a:off x="5154919" y="2477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1" name="pt11061"/>
            <p:cNvSpPr/>
            <p:nvPr/>
          </p:nvSpPr>
          <p:spPr>
            <a:xfrm>
              <a:off x="5246311" y="2115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2" name="pt11062"/>
            <p:cNvSpPr/>
            <p:nvPr/>
          </p:nvSpPr>
          <p:spPr>
            <a:xfrm>
              <a:off x="4937390" y="1852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3" name="pt11063"/>
            <p:cNvSpPr/>
            <p:nvPr/>
          </p:nvSpPr>
          <p:spPr>
            <a:xfrm>
              <a:off x="5820432" y="1847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4" name="pt11064"/>
            <p:cNvSpPr/>
            <p:nvPr/>
          </p:nvSpPr>
          <p:spPr>
            <a:xfrm>
              <a:off x="5052362" y="2357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5" name="pt11065"/>
            <p:cNvSpPr/>
            <p:nvPr/>
          </p:nvSpPr>
          <p:spPr>
            <a:xfrm>
              <a:off x="5412170" y="2169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6" name="pt11066"/>
            <p:cNvSpPr/>
            <p:nvPr/>
          </p:nvSpPr>
          <p:spPr>
            <a:xfrm>
              <a:off x="5635593" y="2131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7" name="pt11067"/>
            <p:cNvSpPr/>
            <p:nvPr/>
          </p:nvSpPr>
          <p:spPr>
            <a:xfrm>
              <a:off x="5433447" y="2134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8" name="pt11068"/>
            <p:cNvSpPr/>
            <p:nvPr/>
          </p:nvSpPr>
          <p:spPr>
            <a:xfrm>
              <a:off x="5132632" y="2773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9" name="pt11069"/>
            <p:cNvSpPr/>
            <p:nvPr/>
          </p:nvSpPr>
          <p:spPr>
            <a:xfrm>
              <a:off x="5552564" y="2259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0" name="pt11070"/>
            <p:cNvSpPr/>
            <p:nvPr/>
          </p:nvSpPr>
          <p:spPr>
            <a:xfrm>
              <a:off x="5400471" y="2256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1" name="pt11071"/>
            <p:cNvSpPr/>
            <p:nvPr/>
          </p:nvSpPr>
          <p:spPr>
            <a:xfrm>
              <a:off x="5217310" y="1994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2" name="pt11072"/>
            <p:cNvSpPr/>
            <p:nvPr/>
          </p:nvSpPr>
          <p:spPr>
            <a:xfrm>
              <a:off x="5027883" y="2040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3" name="pt11073"/>
            <p:cNvSpPr/>
            <p:nvPr/>
          </p:nvSpPr>
          <p:spPr>
            <a:xfrm>
              <a:off x="5082908" y="1841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4" name="pt11074"/>
            <p:cNvSpPr/>
            <p:nvPr/>
          </p:nvSpPr>
          <p:spPr>
            <a:xfrm>
              <a:off x="5132797" y="2695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5" name="pt11075"/>
            <p:cNvSpPr/>
            <p:nvPr/>
          </p:nvSpPr>
          <p:spPr>
            <a:xfrm>
              <a:off x="5618348" y="1946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6" name="pt11076"/>
            <p:cNvSpPr/>
            <p:nvPr/>
          </p:nvSpPr>
          <p:spPr>
            <a:xfrm>
              <a:off x="4897752" y="1677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7" name="pt11077"/>
            <p:cNvSpPr/>
            <p:nvPr/>
          </p:nvSpPr>
          <p:spPr>
            <a:xfrm>
              <a:off x="5574419" y="1891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8" name="pt11078"/>
            <p:cNvSpPr/>
            <p:nvPr/>
          </p:nvSpPr>
          <p:spPr>
            <a:xfrm>
              <a:off x="5278739" y="2193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9" name="pt11079"/>
            <p:cNvSpPr/>
            <p:nvPr/>
          </p:nvSpPr>
          <p:spPr>
            <a:xfrm>
              <a:off x="5909874" y="1810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0" name="pt11080"/>
            <p:cNvSpPr/>
            <p:nvPr/>
          </p:nvSpPr>
          <p:spPr>
            <a:xfrm>
              <a:off x="5877356" y="2123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1" name="pt11081"/>
            <p:cNvSpPr/>
            <p:nvPr/>
          </p:nvSpPr>
          <p:spPr>
            <a:xfrm>
              <a:off x="5079317" y="1510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2" name="pt11082"/>
            <p:cNvSpPr/>
            <p:nvPr/>
          </p:nvSpPr>
          <p:spPr>
            <a:xfrm>
              <a:off x="5388134" y="2107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3" name="pt11083"/>
            <p:cNvSpPr/>
            <p:nvPr/>
          </p:nvSpPr>
          <p:spPr>
            <a:xfrm>
              <a:off x="5746870" y="200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4" name="pt11084"/>
            <p:cNvSpPr/>
            <p:nvPr/>
          </p:nvSpPr>
          <p:spPr>
            <a:xfrm>
              <a:off x="5528825" y="2227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5" name="pt11085"/>
            <p:cNvSpPr/>
            <p:nvPr/>
          </p:nvSpPr>
          <p:spPr>
            <a:xfrm>
              <a:off x="5574499" y="2063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6" name="pt11086"/>
            <p:cNvSpPr/>
            <p:nvPr/>
          </p:nvSpPr>
          <p:spPr>
            <a:xfrm>
              <a:off x="5466931" y="2012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7" name="pt11087"/>
            <p:cNvSpPr/>
            <p:nvPr/>
          </p:nvSpPr>
          <p:spPr>
            <a:xfrm>
              <a:off x="5332725" y="2156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8" name="pt11088"/>
            <p:cNvSpPr/>
            <p:nvPr/>
          </p:nvSpPr>
          <p:spPr>
            <a:xfrm>
              <a:off x="5381326" y="2195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9" name="pt11089"/>
            <p:cNvSpPr/>
            <p:nvPr/>
          </p:nvSpPr>
          <p:spPr>
            <a:xfrm>
              <a:off x="5144980" y="2780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0" name="pt11090"/>
            <p:cNvSpPr/>
            <p:nvPr/>
          </p:nvSpPr>
          <p:spPr>
            <a:xfrm>
              <a:off x="5225600" y="2194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1" name="pt11091"/>
            <p:cNvSpPr/>
            <p:nvPr/>
          </p:nvSpPr>
          <p:spPr>
            <a:xfrm>
              <a:off x="5593224" y="1915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2" name="pt11092"/>
            <p:cNvSpPr/>
            <p:nvPr/>
          </p:nvSpPr>
          <p:spPr>
            <a:xfrm>
              <a:off x="5471277" y="2074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3" name="pt11093"/>
            <p:cNvSpPr/>
            <p:nvPr/>
          </p:nvSpPr>
          <p:spPr>
            <a:xfrm>
              <a:off x="5427778" y="2229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4" name="pt11094"/>
            <p:cNvSpPr/>
            <p:nvPr/>
          </p:nvSpPr>
          <p:spPr>
            <a:xfrm>
              <a:off x="4993983" y="2455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5" name="pt11095"/>
            <p:cNvSpPr/>
            <p:nvPr/>
          </p:nvSpPr>
          <p:spPr>
            <a:xfrm>
              <a:off x="5515130" y="2213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6" name="pt11096"/>
            <p:cNvSpPr/>
            <p:nvPr/>
          </p:nvSpPr>
          <p:spPr>
            <a:xfrm>
              <a:off x="5573532" y="2009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7" name="pt11097"/>
            <p:cNvSpPr/>
            <p:nvPr/>
          </p:nvSpPr>
          <p:spPr>
            <a:xfrm>
              <a:off x="5709191" y="1955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8" name="pt11098"/>
            <p:cNvSpPr/>
            <p:nvPr/>
          </p:nvSpPr>
          <p:spPr>
            <a:xfrm>
              <a:off x="5595365" y="1952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9" name="pt11099"/>
            <p:cNvSpPr/>
            <p:nvPr/>
          </p:nvSpPr>
          <p:spPr>
            <a:xfrm>
              <a:off x="4981540" y="2855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0" name="pt11100"/>
            <p:cNvSpPr/>
            <p:nvPr/>
          </p:nvSpPr>
          <p:spPr>
            <a:xfrm>
              <a:off x="4944900" y="2299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1" name="pt11101"/>
            <p:cNvSpPr/>
            <p:nvPr/>
          </p:nvSpPr>
          <p:spPr>
            <a:xfrm>
              <a:off x="5510361" y="2242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2" name="pt11102"/>
            <p:cNvSpPr/>
            <p:nvPr/>
          </p:nvSpPr>
          <p:spPr>
            <a:xfrm>
              <a:off x="5537014" y="2222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3" name="pt11103"/>
            <p:cNvSpPr/>
            <p:nvPr/>
          </p:nvSpPr>
          <p:spPr>
            <a:xfrm>
              <a:off x="5571202" y="2075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4" name="pt11104"/>
            <p:cNvSpPr/>
            <p:nvPr/>
          </p:nvSpPr>
          <p:spPr>
            <a:xfrm>
              <a:off x="5480207" y="2164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5" name="pt11105"/>
            <p:cNvSpPr/>
            <p:nvPr/>
          </p:nvSpPr>
          <p:spPr>
            <a:xfrm>
              <a:off x="5377469" y="2209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6" name="pt11106"/>
            <p:cNvSpPr/>
            <p:nvPr/>
          </p:nvSpPr>
          <p:spPr>
            <a:xfrm>
              <a:off x="5396723" y="2161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7" name="pt11107"/>
            <p:cNvSpPr/>
            <p:nvPr/>
          </p:nvSpPr>
          <p:spPr>
            <a:xfrm>
              <a:off x="4892143" y="2524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8" name="pt11108"/>
            <p:cNvSpPr/>
            <p:nvPr/>
          </p:nvSpPr>
          <p:spPr>
            <a:xfrm>
              <a:off x="5380251" y="2150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9" name="pt11109"/>
            <p:cNvSpPr/>
            <p:nvPr/>
          </p:nvSpPr>
          <p:spPr>
            <a:xfrm>
              <a:off x="5751301" y="2125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0" name="pt11110"/>
            <p:cNvSpPr/>
            <p:nvPr/>
          </p:nvSpPr>
          <p:spPr>
            <a:xfrm>
              <a:off x="5255614" y="2132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1" name="pt11111"/>
            <p:cNvSpPr/>
            <p:nvPr/>
          </p:nvSpPr>
          <p:spPr>
            <a:xfrm>
              <a:off x="5455494" y="1860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2" name="pt11112"/>
            <p:cNvSpPr/>
            <p:nvPr/>
          </p:nvSpPr>
          <p:spPr>
            <a:xfrm>
              <a:off x="5255913" y="218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3" name="pt11113"/>
            <p:cNvSpPr/>
            <p:nvPr/>
          </p:nvSpPr>
          <p:spPr>
            <a:xfrm>
              <a:off x="5290066" y="2119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4" name="pt11114"/>
            <p:cNvSpPr/>
            <p:nvPr/>
          </p:nvSpPr>
          <p:spPr>
            <a:xfrm>
              <a:off x="5434293" y="2159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5" name="pt11115"/>
            <p:cNvSpPr/>
            <p:nvPr/>
          </p:nvSpPr>
          <p:spPr>
            <a:xfrm>
              <a:off x="5177703" y="2186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6" name="pt11116"/>
            <p:cNvSpPr/>
            <p:nvPr/>
          </p:nvSpPr>
          <p:spPr>
            <a:xfrm>
              <a:off x="5477734" y="2255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7" name="pt11117"/>
            <p:cNvSpPr/>
            <p:nvPr/>
          </p:nvSpPr>
          <p:spPr>
            <a:xfrm>
              <a:off x="5944309" y="159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8" name="pt11118"/>
            <p:cNvSpPr/>
            <p:nvPr/>
          </p:nvSpPr>
          <p:spPr>
            <a:xfrm>
              <a:off x="5541533" y="2091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9" name="pt11119"/>
            <p:cNvSpPr/>
            <p:nvPr/>
          </p:nvSpPr>
          <p:spPr>
            <a:xfrm>
              <a:off x="4921261" y="1772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0" name="pt11120"/>
            <p:cNvSpPr/>
            <p:nvPr/>
          </p:nvSpPr>
          <p:spPr>
            <a:xfrm>
              <a:off x="5823043" y="1903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1" name="pt11121"/>
            <p:cNvSpPr/>
            <p:nvPr/>
          </p:nvSpPr>
          <p:spPr>
            <a:xfrm>
              <a:off x="5569979" y="1995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2" name="pt11122"/>
            <p:cNvSpPr/>
            <p:nvPr/>
          </p:nvSpPr>
          <p:spPr>
            <a:xfrm>
              <a:off x="5416989" y="2175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3" name="pt11123"/>
            <p:cNvSpPr/>
            <p:nvPr/>
          </p:nvSpPr>
          <p:spPr>
            <a:xfrm>
              <a:off x="5500390" y="223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4" name="pt11124"/>
            <p:cNvSpPr/>
            <p:nvPr/>
          </p:nvSpPr>
          <p:spPr>
            <a:xfrm>
              <a:off x="5301401" y="2116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5" name="pt11125"/>
            <p:cNvSpPr/>
            <p:nvPr/>
          </p:nvSpPr>
          <p:spPr>
            <a:xfrm>
              <a:off x="5041733" y="2435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6" name="pt11126"/>
            <p:cNvSpPr/>
            <p:nvPr/>
          </p:nvSpPr>
          <p:spPr>
            <a:xfrm>
              <a:off x="5075914" y="1870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7" name="pt11127"/>
            <p:cNvSpPr/>
            <p:nvPr/>
          </p:nvSpPr>
          <p:spPr>
            <a:xfrm>
              <a:off x="5537182" y="2183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8" name="pt11128"/>
            <p:cNvSpPr/>
            <p:nvPr/>
          </p:nvSpPr>
          <p:spPr>
            <a:xfrm>
              <a:off x="5208812" y="2176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9" name="pt11129"/>
            <p:cNvSpPr/>
            <p:nvPr/>
          </p:nvSpPr>
          <p:spPr>
            <a:xfrm>
              <a:off x="5151479" y="2462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0" name="pt11130"/>
            <p:cNvSpPr/>
            <p:nvPr/>
          </p:nvSpPr>
          <p:spPr>
            <a:xfrm>
              <a:off x="5532369" y="2306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1" name="pt11131"/>
            <p:cNvSpPr/>
            <p:nvPr/>
          </p:nvSpPr>
          <p:spPr>
            <a:xfrm>
              <a:off x="5376297" y="2230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2" name="pt11132"/>
            <p:cNvSpPr/>
            <p:nvPr/>
          </p:nvSpPr>
          <p:spPr>
            <a:xfrm>
              <a:off x="5057232" y="2606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3" name="pt11133"/>
            <p:cNvSpPr/>
            <p:nvPr/>
          </p:nvSpPr>
          <p:spPr>
            <a:xfrm>
              <a:off x="5572771" y="2035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4" name="pt11134"/>
            <p:cNvSpPr/>
            <p:nvPr/>
          </p:nvSpPr>
          <p:spPr>
            <a:xfrm>
              <a:off x="5206190" y="2165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5" name="pt11135"/>
            <p:cNvSpPr/>
            <p:nvPr/>
          </p:nvSpPr>
          <p:spPr>
            <a:xfrm>
              <a:off x="5614326" y="2097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6" name="pt11136"/>
            <p:cNvSpPr/>
            <p:nvPr/>
          </p:nvSpPr>
          <p:spPr>
            <a:xfrm>
              <a:off x="5487417" y="2260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7" name="pt11137"/>
            <p:cNvSpPr/>
            <p:nvPr/>
          </p:nvSpPr>
          <p:spPr>
            <a:xfrm>
              <a:off x="5490822" y="2183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8" name="pt11138"/>
            <p:cNvSpPr/>
            <p:nvPr/>
          </p:nvSpPr>
          <p:spPr>
            <a:xfrm>
              <a:off x="5674651" y="1961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9" name="pt11139"/>
            <p:cNvSpPr/>
            <p:nvPr/>
          </p:nvSpPr>
          <p:spPr>
            <a:xfrm>
              <a:off x="5272308" y="207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0" name="pt11140"/>
            <p:cNvSpPr/>
            <p:nvPr/>
          </p:nvSpPr>
          <p:spPr>
            <a:xfrm>
              <a:off x="5435501" y="2095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1" name="pt11141"/>
            <p:cNvSpPr/>
            <p:nvPr/>
          </p:nvSpPr>
          <p:spPr>
            <a:xfrm>
              <a:off x="5237819" y="215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2" name="pt11142"/>
            <p:cNvSpPr/>
            <p:nvPr/>
          </p:nvSpPr>
          <p:spPr>
            <a:xfrm>
              <a:off x="5494539" y="2299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3" name="pt11143"/>
            <p:cNvSpPr/>
            <p:nvPr/>
          </p:nvSpPr>
          <p:spPr>
            <a:xfrm>
              <a:off x="5322822" y="2201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4" name="pt11144"/>
            <p:cNvSpPr/>
            <p:nvPr/>
          </p:nvSpPr>
          <p:spPr>
            <a:xfrm>
              <a:off x="5651286" y="2014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5" name="pt11145"/>
            <p:cNvSpPr/>
            <p:nvPr/>
          </p:nvSpPr>
          <p:spPr>
            <a:xfrm>
              <a:off x="5446152" y="2061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6" name="pt11146"/>
            <p:cNvSpPr/>
            <p:nvPr/>
          </p:nvSpPr>
          <p:spPr>
            <a:xfrm>
              <a:off x="5434475" y="2180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7" name="pt11147"/>
            <p:cNvSpPr/>
            <p:nvPr/>
          </p:nvSpPr>
          <p:spPr>
            <a:xfrm>
              <a:off x="5015471" y="2218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8" name="pt11148"/>
            <p:cNvSpPr/>
            <p:nvPr/>
          </p:nvSpPr>
          <p:spPr>
            <a:xfrm>
              <a:off x="5727414" y="182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9" name="pt11149"/>
            <p:cNvSpPr/>
            <p:nvPr/>
          </p:nvSpPr>
          <p:spPr>
            <a:xfrm>
              <a:off x="5834908" y="1851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0" name="pt11150"/>
            <p:cNvSpPr/>
            <p:nvPr/>
          </p:nvSpPr>
          <p:spPr>
            <a:xfrm>
              <a:off x="5455396" y="2041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1" name="pt11151"/>
            <p:cNvSpPr/>
            <p:nvPr/>
          </p:nvSpPr>
          <p:spPr>
            <a:xfrm>
              <a:off x="5466049" y="2067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2" name="pt11152"/>
            <p:cNvSpPr/>
            <p:nvPr/>
          </p:nvSpPr>
          <p:spPr>
            <a:xfrm>
              <a:off x="5792943" y="1902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3" name="pt11153"/>
            <p:cNvSpPr/>
            <p:nvPr/>
          </p:nvSpPr>
          <p:spPr>
            <a:xfrm>
              <a:off x="5108054" y="2515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4" name="pt11154"/>
            <p:cNvSpPr/>
            <p:nvPr/>
          </p:nvSpPr>
          <p:spPr>
            <a:xfrm>
              <a:off x="5567011" y="2226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5" name="pt11155"/>
            <p:cNvSpPr/>
            <p:nvPr/>
          </p:nvSpPr>
          <p:spPr>
            <a:xfrm>
              <a:off x="5412397" y="2148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6" name="pt11156"/>
            <p:cNvSpPr/>
            <p:nvPr/>
          </p:nvSpPr>
          <p:spPr>
            <a:xfrm>
              <a:off x="5538041" y="2256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7" name="pt11157"/>
            <p:cNvSpPr/>
            <p:nvPr/>
          </p:nvSpPr>
          <p:spPr>
            <a:xfrm>
              <a:off x="4823200" y="2582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8" name="pt11158"/>
            <p:cNvSpPr/>
            <p:nvPr/>
          </p:nvSpPr>
          <p:spPr>
            <a:xfrm>
              <a:off x="5341885" y="2185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9" name="pt11159"/>
            <p:cNvSpPr/>
            <p:nvPr/>
          </p:nvSpPr>
          <p:spPr>
            <a:xfrm>
              <a:off x="5605863" y="1916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0" name="pt11160"/>
            <p:cNvSpPr/>
            <p:nvPr/>
          </p:nvSpPr>
          <p:spPr>
            <a:xfrm>
              <a:off x="5401793" y="2229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1" name="pt11161"/>
            <p:cNvSpPr/>
            <p:nvPr/>
          </p:nvSpPr>
          <p:spPr>
            <a:xfrm>
              <a:off x="5457057" y="2010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2" name="pt11162"/>
            <p:cNvSpPr/>
            <p:nvPr/>
          </p:nvSpPr>
          <p:spPr>
            <a:xfrm>
              <a:off x="5702754" y="1838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3" name="pt11163"/>
            <p:cNvSpPr/>
            <p:nvPr/>
          </p:nvSpPr>
          <p:spPr>
            <a:xfrm>
              <a:off x="5162448" y="2348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4" name="pt11164"/>
            <p:cNvSpPr/>
            <p:nvPr/>
          </p:nvSpPr>
          <p:spPr>
            <a:xfrm>
              <a:off x="5206274" y="2283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5" name="pt11165"/>
            <p:cNvSpPr/>
            <p:nvPr/>
          </p:nvSpPr>
          <p:spPr>
            <a:xfrm>
              <a:off x="5414363" y="2100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6" name="pt11166"/>
            <p:cNvSpPr/>
            <p:nvPr/>
          </p:nvSpPr>
          <p:spPr>
            <a:xfrm>
              <a:off x="5200743" y="2238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7" name="pt11167"/>
            <p:cNvSpPr/>
            <p:nvPr/>
          </p:nvSpPr>
          <p:spPr>
            <a:xfrm>
              <a:off x="5566907" y="2251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8" name="pt11168"/>
            <p:cNvSpPr/>
            <p:nvPr/>
          </p:nvSpPr>
          <p:spPr>
            <a:xfrm>
              <a:off x="5379529" y="2138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9" name="pt11169"/>
            <p:cNvSpPr/>
            <p:nvPr/>
          </p:nvSpPr>
          <p:spPr>
            <a:xfrm>
              <a:off x="5520843" y="2149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0" name="pt11170"/>
            <p:cNvSpPr/>
            <p:nvPr/>
          </p:nvSpPr>
          <p:spPr>
            <a:xfrm>
              <a:off x="5292717" y="2181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1" name="pt11171"/>
            <p:cNvSpPr/>
            <p:nvPr/>
          </p:nvSpPr>
          <p:spPr>
            <a:xfrm>
              <a:off x="5682488" y="1932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2" name="pt11172"/>
            <p:cNvSpPr/>
            <p:nvPr/>
          </p:nvSpPr>
          <p:spPr>
            <a:xfrm>
              <a:off x="5432923" y="2172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3" name="pt11173"/>
            <p:cNvSpPr/>
            <p:nvPr/>
          </p:nvSpPr>
          <p:spPr>
            <a:xfrm>
              <a:off x="5505189" y="2070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4" name="pt11174"/>
            <p:cNvSpPr/>
            <p:nvPr/>
          </p:nvSpPr>
          <p:spPr>
            <a:xfrm>
              <a:off x="5401080" y="2185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5" name="pt11175"/>
            <p:cNvSpPr/>
            <p:nvPr/>
          </p:nvSpPr>
          <p:spPr>
            <a:xfrm>
              <a:off x="5748147" y="2000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6" name="pt11176"/>
            <p:cNvSpPr/>
            <p:nvPr/>
          </p:nvSpPr>
          <p:spPr>
            <a:xfrm>
              <a:off x="5611627" y="2137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7" name="pt11177"/>
            <p:cNvSpPr/>
            <p:nvPr/>
          </p:nvSpPr>
          <p:spPr>
            <a:xfrm>
              <a:off x="5701681" y="1797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8" name="pt11178"/>
            <p:cNvSpPr/>
            <p:nvPr/>
          </p:nvSpPr>
          <p:spPr>
            <a:xfrm>
              <a:off x="5257157" y="2235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9" name="pt11179"/>
            <p:cNvSpPr/>
            <p:nvPr/>
          </p:nvSpPr>
          <p:spPr>
            <a:xfrm>
              <a:off x="5296262" y="2258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0" name="pt11180"/>
            <p:cNvSpPr/>
            <p:nvPr/>
          </p:nvSpPr>
          <p:spPr>
            <a:xfrm>
              <a:off x="5587934" y="2005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1" name="pt11181"/>
            <p:cNvSpPr/>
            <p:nvPr/>
          </p:nvSpPr>
          <p:spPr>
            <a:xfrm>
              <a:off x="4996789" y="2446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2" name="pt11182"/>
            <p:cNvSpPr/>
            <p:nvPr/>
          </p:nvSpPr>
          <p:spPr>
            <a:xfrm>
              <a:off x="5212789" y="2117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3" name="pt11183"/>
            <p:cNvSpPr/>
            <p:nvPr/>
          </p:nvSpPr>
          <p:spPr>
            <a:xfrm>
              <a:off x="5492752" y="2219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4" name="pt11184"/>
            <p:cNvSpPr/>
            <p:nvPr/>
          </p:nvSpPr>
          <p:spPr>
            <a:xfrm>
              <a:off x="5332950" y="2027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5" name="pt11185"/>
            <p:cNvSpPr/>
            <p:nvPr/>
          </p:nvSpPr>
          <p:spPr>
            <a:xfrm>
              <a:off x="5266108" y="2166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6" name="pt11186"/>
            <p:cNvSpPr/>
            <p:nvPr/>
          </p:nvSpPr>
          <p:spPr>
            <a:xfrm>
              <a:off x="5149409" y="2484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7" name="pt11187"/>
            <p:cNvSpPr/>
            <p:nvPr/>
          </p:nvSpPr>
          <p:spPr>
            <a:xfrm>
              <a:off x="5511314" y="2145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8" name="pt11188"/>
            <p:cNvSpPr/>
            <p:nvPr/>
          </p:nvSpPr>
          <p:spPr>
            <a:xfrm>
              <a:off x="5018579" y="2295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9" name="pt11189"/>
            <p:cNvSpPr/>
            <p:nvPr/>
          </p:nvSpPr>
          <p:spPr>
            <a:xfrm>
              <a:off x="5543091" y="2153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0" name="pt11190"/>
            <p:cNvSpPr/>
            <p:nvPr/>
          </p:nvSpPr>
          <p:spPr>
            <a:xfrm>
              <a:off x="5570194" y="1941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1" name="pt11191"/>
            <p:cNvSpPr/>
            <p:nvPr/>
          </p:nvSpPr>
          <p:spPr>
            <a:xfrm>
              <a:off x="5475569" y="2325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2" name="pt11192"/>
            <p:cNvSpPr/>
            <p:nvPr/>
          </p:nvSpPr>
          <p:spPr>
            <a:xfrm>
              <a:off x="5633536" y="2094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3" name="pt11193"/>
            <p:cNvSpPr/>
            <p:nvPr/>
          </p:nvSpPr>
          <p:spPr>
            <a:xfrm>
              <a:off x="5391055" y="2251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4" name="pt11194"/>
            <p:cNvSpPr/>
            <p:nvPr/>
          </p:nvSpPr>
          <p:spPr>
            <a:xfrm>
              <a:off x="5423663" y="2193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5" name="pt11195"/>
            <p:cNvSpPr/>
            <p:nvPr/>
          </p:nvSpPr>
          <p:spPr>
            <a:xfrm>
              <a:off x="5567484" y="1924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6" name="pt11196"/>
            <p:cNvSpPr/>
            <p:nvPr/>
          </p:nvSpPr>
          <p:spPr>
            <a:xfrm>
              <a:off x="5566799" y="2257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7" name="pt11197"/>
            <p:cNvSpPr/>
            <p:nvPr/>
          </p:nvSpPr>
          <p:spPr>
            <a:xfrm>
              <a:off x="5489232" y="2237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8" name="pt11198"/>
            <p:cNvSpPr/>
            <p:nvPr/>
          </p:nvSpPr>
          <p:spPr>
            <a:xfrm>
              <a:off x="4698832" y="2638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9" name="pt11199"/>
            <p:cNvSpPr/>
            <p:nvPr/>
          </p:nvSpPr>
          <p:spPr>
            <a:xfrm>
              <a:off x="5274175" y="2127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0" name="pt11200"/>
            <p:cNvSpPr/>
            <p:nvPr/>
          </p:nvSpPr>
          <p:spPr>
            <a:xfrm>
              <a:off x="5435861" y="2103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1" name="pt11201"/>
            <p:cNvSpPr/>
            <p:nvPr/>
          </p:nvSpPr>
          <p:spPr>
            <a:xfrm>
              <a:off x="5240135" y="2182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2" name="pt11202"/>
            <p:cNvSpPr/>
            <p:nvPr/>
          </p:nvSpPr>
          <p:spPr>
            <a:xfrm>
              <a:off x="5308036" y="2180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3" name="pt11203"/>
            <p:cNvSpPr/>
            <p:nvPr/>
          </p:nvSpPr>
          <p:spPr>
            <a:xfrm>
              <a:off x="5428498" y="2237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4" name="pt11204"/>
            <p:cNvSpPr/>
            <p:nvPr/>
          </p:nvSpPr>
          <p:spPr>
            <a:xfrm>
              <a:off x="5587846" y="1962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5" name="pt11205"/>
            <p:cNvSpPr/>
            <p:nvPr/>
          </p:nvSpPr>
          <p:spPr>
            <a:xfrm>
              <a:off x="5293757" y="1967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6" name="pt11206"/>
            <p:cNvSpPr/>
            <p:nvPr/>
          </p:nvSpPr>
          <p:spPr>
            <a:xfrm>
              <a:off x="5680426" y="1872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7" name="pt11207"/>
            <p:cNvSpPr/>
            <p:nvPr/>
          </p:nvSpPr>
          <p:spPr>
            <a:xfrm>
              <a:off x="5070584" y="2378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8" name="pt11208"/>
            <p:cNvSpPr/>
            <p:nvPr/>
          </p:nvSpPr>
          <p:spPr>
            <a:xfrm>
              <a:off x="5320875" y="2174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9" name="pt11209"/>
            <p:cNvSpPr/>
            <p:nvPr/>
          </p:nvSpPr>
          <p:spPr>
            <a:xfrm>
              <a:off x="5577413" y="2103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0" name="pt11210"/>
            <p:cNvSpPr/>
            <p:nvPr/>
          </p:nvSpPr>
          <p:spPr>
            <a:xfrm>
              <a:off x="5199528" y="2261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1" name="pt11211"/>
            <p:cNvSpPr/>
            <p:nvPr/>
          </p:nvSpPr>
          <p:spPr>
            <a:xfrm>
              <a:off x="5426386" y="2207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2" name="pt11212"/>
            <p:cNvSpPr/>
            <p:nvPr/>
          </p:nvSpPr>
          <p:spPr>
            <a:xfrm>
              <a:off x="5295257" y="2210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3" name="pt11213"/>
            <p:cNvSpPr/>
            <p:nvPr/>
          </p:nvSpPr>
          <p:spPr>
            <a:xfrm>
              <a:off x="5125859" y="2687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4" name="pt11214"/>
            <p:cNvSpPr/>
            <p:nvPr/>
          </p:nvSpPr>
          <p:spPr>
            <a:xfrm>
              <a:off x="5097839" y="2573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5" name="pt11215"/>
            <p:cNvSpPr/>
            <p:nvPr/>
          </p:nvSpPr>
          <p:spPr>
            <a:xfrm>
              <a:off x="4829698" y="2188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6" name="pt11216"/>
            <p:cNvSpPr/>
            <p:nvPr/>
          </p:nvSpPr>
          <p:spPr>
            <a:xfrm>
              <a:off x="5476434" y="2180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7" name="pt11217"/>
            <p:cNvSpPr/>
            <p:nvPr/>
          </p:nvSpPr>
          <p:spPr>
            <a:xfrm>
              <a:off x="5605228" y="1908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8" name="pt11218"/>
            <p:cNvSpPr/>
            <p:nvPr/>
          </p:nvSpPr>
          <p:spPr>
            <a:xfrm>
              <a:off x="5244467" y="2134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9" name="pt11219"/>
            <p:cNvSpPr/>
            <p:nvPr/>
          </p:nvSpPr>
          <p:spPr>
            <a:xfrm>
              <a:off x="5180183" y="2399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0" name="pt11220"/>
            <p:cNvSpPr/>
            <p:nvPr/>
          </p:nvSpPr>
          <p:spPr>
            <a:xfrm>
              <a:off x="5073809" y="2157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1" name="pt11221"/>
            <p:cNvSpPr/>
            <p:nvPr/>
          </p:nvSpPr>
          <p:spPr>
            <a:xfrm>
              <a:off x="5259820" y="2244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2" name="pt11222"/>
            <p:cNvSpPr/>
            <p:nvPr/>
          </p:nvSpPr>
          <p:spPr>
            <a:xfrm>
              <a:off x="5507422" y="2142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3" name="pt11223"/>
            <p:cNvSpPr/>
            <p:nvPr/>
          </p:nvSpPr>
          <p:spPr>
            <a:xfrm>
              <a:off x="5636725" y="2065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4" name="pt11224"/>
            <p:cNvSpPr/>
            <p:nvPr/>
          </p:nvSpPr>
          <p:spPr>
            <a:xfrm>
              <a:off x="5256544" y="2185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5" name="pt11225"/>
            <p:cNvSpPr/>
            <p:nvPr/>
          </p:nvSpPr>
          <p:spPr>
            <a:xfrm>
              <a:off x="5185955" y="2194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6" name="pt11226"/>
            <p:cNvSpPr/>
            <p:nvPr/>
          </p:nvSpPr>
          <p:spPr>
            <a:xfrm>
              <a:off x="5266576" y="2109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7" name="pt11227"/>
            <p:cNvSpPr/>
            <p:nvPr/>
          </p:nvSpPr>
          <p:spPr>
            <a:xfrm>
              <a:off x="5597495" y="1908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8" name="pt11228"/>
            <p:cNvSpPr/>
            <p:nvPr/>
          </p:nvSpPr>
          <p:spPr>
            <a:xfrm>
              <a:off x="5274652" y="2210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9" name="pt11229"/>
            <p:cNvSpPr/>
            <p:nvPr/>
          </p:nvSpPr>
          <p:spPr>
            <a:xfrm>
              <a:off x="5095912" y="2398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0" name="pt11230"/>
            <p:cNvSpPr/>
            <p:nvPr/>
          </p:nvSpPr>
          <p:spPr>
            <a:xfrm>
              <a:off x="5761223" y="1977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1" name="pt11231"/>
            <p:cNvSpPr/>
            <p:nvPr/>
          </p:nvSpPr>
          <p:spPr>
            <a:xfrm>
              <a:off x="5219848" y="2010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2" name="pt11232"/>
            <p:cNvSpPr/>
            <p:nvPr/>
          </p:nvSpPr>
          <p:spPr>
            <a:xfrm>
              <a:off x="5568581" y="2124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3" name="pt11233"/>
            <p:cNvSpPr/>
            <p:nvPr/>
          </p:nvSpPr>
          <p:spPr>
            <a:xfrm>
              <a:off x="5221880" y="1908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4" name="pt11234"/>
            <p:cNvSpPr/>
            <p:nvPr/>
          </p:nvSpPr>
          <p:spPr>
            <a:xfrm>
              <a:off x="5283840" y="195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5" name="pt11235"/>
            <p:cNvSpPr/>
            <p:nvPr/>
          </p:nvSpPr>
          <p:spPr>
            <a:xfrm>
              <a:off x="5763743" y="1956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6" name="pt11236"/>
            <p:cNvSpPr/>
            <p:nvPr/>
          </p:nvSpPr>
          <p:spPr>
            <a:xfrm>
              <a:off x="5636384" y="2068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7" name="pt11237"/>
            <p:cNvSpPr/>
            <p:nvPr/>
          </p:nvSpPr>
          <p:spPr>
            <a:xfrm>
              <a:off x="5444177" y="2096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8" name="pt11238"/>
            <p:cNvSpPr/>
            <p:nvPr/>
          </p:nvSpPr>
          <p:spPr>
            <a:xfrm>
              <a:off x="5487790" y="2216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9" name="pt11239"/>
            <p:cNvSpPr/>
            <p:nvPr/>
          </p:nvSpPr>
          <p:spPr>
            <a:xfrm>
              <a:off x="5294969" y="2166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0" name="pt11240"/>
            <p:cNvSpPr/>
            <p:nvPr/>
          </p:nvSpPr>
          <p:spPr>
            <a:xfrm>
              <a:off x="5162939" y="2236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1" name="pt11241"/>
            <p:cNvSpPr/>
            <p:nvPr/>
          </p:nvSpPr>
          <p:spPr>
            <a:xfrm>
              <a:off x="5253998" y="2172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2" name="pt11242"/>
            <p:cNvSpPr/>
            <p:nvPr/>
          </p:nvSpPr>
          <p:spPr>
            <a:xfrm>
              <a:off x="5794076" y="1615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3" name="pt11243"/>
            <p:cNvSpPr/>
            <p:nvPr/>
          </p:nvSpPr>
          <p:spPr>
            <a:xfrm>
              <a:off x="5539221" y="2189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4" name="pt11244"/>
            <p:cNvSpPr/>
            <p:nvPr/>
          </p:nvSpPr>
          <p:spPr>
            <a:xfrm>
              <a:off x="5155530" y="2552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5" name="pt11245"/>
            <p:cNvSpPr/>
            <p:nvPr/>
          </p:nvSpPr>
          <p:spPr>
            <a:xfrm>
              <a:off x="5998268" y="2107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6" name="pt11246"/>
            <p:cNvSpPr/>
            <p:nvPr/>
          </p:nvSpPr>
          <p:spPr>
            <a:xfrm>
              <a:off x="5341427" y="2272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7" name="pt11247"/>
            <p:cNvSpPr/>
            <p:nvPr/>
          </p:nvSpPr>
          <p:spPr>
            <a:xfrm>
              <a:off x="5876275" y="1780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8" name="pt11248"/>
            <p:cNvSpPr/>
            <p:nvPr/>
          </p:nvSpPr>
          <p:spPr>
            <a:xfrm>
              <a:off x="5575745" y="1877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9" name="pt11249"/>
            <p:cNvSpPr/>
            <p:nvPr/>
          </p:nvSpPr>
          <p:spPr>
            <a:xfrm>
              <a:off x="5165834" y="2297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0" name="pt11250"/>
            <p:cNvSpPr/>
            <p:nvPr/>
          </p:nvSpPr>
          <p:spPr>
            <a:xfrm>
              <a:off x="5124419" y="2579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1" name="pt11251"/>
            <p:cNvSpPr/>
            <p:nvPr/>
          </p:nvSpPr>
          <p:spPr>
            <a:xfrm>
              <a:off x="5459256" y="2078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2" name="pt11252"/>
            <p:cNvSpPr/>
            <p:nvPr/>
          </p:nvSpPr>
          <p:spPr>
            <a:xfrm>
              <a:off x="5442860" y="2051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3" name="pt11253"/>
            <p:cNvSpPr/>
            <p:nvPr/>
          </p:nvSpPr>
          <p:spPr>
            <a:xfrm>
              <a:off x="5531645" y="2305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4" name="pt11254"/>
            <p:cNvSpPr/>
            <p:nvPr/>
          </p:nvSpPr>
          <p:spPr>
            <a:xfrm>
              <a:off x="5615885" y="2134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5" name="pt11255"/>
            <p:cNvSpPr/>
            <p:nvPr/>
          </p:nvSpPr>
          <p:spPr>
            <a:xfrm>
              <a:off x="5514933" y="202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6" name="pt11256"/>
            <p:cNvSpPr/>
            <p:nvPr/>
          </p:nvSpPr>
          <p:spPr>
            <a:xfrm>
              <a:off x="5388192" y="2208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7" name="pt11257"/>
            <p:cNvSpPr/>
            <p:nvPr/>
          </p:nvSpPr>
          <p:spPr>
            <a:xfrm>
              <a:off x="4962702" y="2865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8" name="pt11258"/>
            <p:cNvSpPr/>
            <p:nvPr/>
          </p:nvSpPr>
          <p:spPr>
            <a:xfrm>
              <a:off x="4802473" y="259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9" name="pt11259"/>
            <p:cNvSpPr/>
            <p:nvPr/>
          </p:nvSpPr>
          <p:spPr>
            <a:xfrm>
              <a:off x="5415555" y="2151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0" name="pt11260"/>
            <p:cNvSpPr/>
            <p:nvPr/>
          </p:nvSpPr>
          <p:spPr>
            <a:xfrm>
              <a:off x="5314217" y="2151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1" name="pt11261"/>
            <p:cNvSpPr/>
            <p:nvPr/>
          </p:nvSpPr>
          <p:spPr>
            <a:xfrm>
              <a:off x="5253734" y="2201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2" name="pt11262"/>
            <p:cNvSpPr/>
            <p:nvPr/>
          </p:nvSpPr>
          <p:spPr>
            <a:xfrm>
              <a:off x="5806496" y="2045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3" name="pt11263"/>
            <p:cNvSpPr/>
            <p:nvPr/>
          </p:nvSpPr>
          <p:spPr>
            <a:xfrm>
              <a:off x="5396068" y="191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4" name="pt11264"/>
            <p:cNvSpPr/>
            <p:nvPr/>
          </p:nvSpPr>
          <p:spPr>
            <a:xfrm>
              <a:off x="5890655" y="1798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5" name="pt11265"/>
            <p:cNvSpPr/>
            <p:nvPr/>
          </p:nvSpPr>
          <p:spPr>
            <a:xfrm>
              <a:off x="5087592" y="2241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6" name="pt11266"/>
            <p:cNvSpPr/>
            <p:nvPr/>
          </p:nvSpPr>
          <p:spPr>
            <a:xfrm>
              <a:off x="4989984" y="2594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7" name="pt11267"/>
            <p:cNvSpPr/>
            <p:nvPr/>
          </p:nvSpPr>
          <p:spPr>
            <a:xfrm>
              <a:off x="5449078" y="1966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8" name="pt11268"/>
            <p:cNvSpPr/>
            <p:nvPr/>
          </p:nvSpPr>
          <p:spPr>
            <a:xfrm>
              <a:off x="5413110" y="2183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9" name="pt11269"/>
            <p:cNvSpPr/>
            <p:nvPr/>
          </p:nvSpPr>
          <p:spPr>
            <a:xfrm>
              <a:off x="5143019" y="2660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0" name="pt11270"/>
            <p:cNvSpPr/>
            <p:nvPr/>
          </p:nvSpPr>
          <p:spPr>
            <a:xfrm>
              <a:off x="5466303" y="2116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1" name="pt11271"/>
            <p:cNvSpPr/>
            <p:nvPr/>
          </p:nvSpPr>
          <p:spPr>
            <a:xfrm>
              <a:off x="5724366" y="1944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2" name="pt11272"/>
            <p:cNvSpPr/>
            <p:nvPr/>
          </p:nvSpPr>
          <p:spPr>
            <a:xfrm>
              <a:off x="5643028" y="1868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3" name="pt11273"/>
            <p:cNvSpPr/>
            <p:nvPr/>
          </p:nvSpPr>
          <p:spPr>
            <a:xfrm>
              <a:off x="5520212" y="2097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4" name="pt11274"/>
            <p:cNvSpPr/>
            <p:nvPr/>
          </p:nvSpPr>
          <p:spPr>
            <a:xfrm>
              <a:off x="5546907" y="2203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5" name="pt11275"/>
            <p:cNvSpPr/>
            <p:nvPr/>
          </p:nvSpPr>
          <p:spPr>
            <a:xfrm>
              <a:off x="5215765" y="1943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6" name="pt11276"/>
            <p:cNvSpPr/>
            <p:nvPr/>
          </p:nvSpPr>
          <p:spPr>
            <a:xfrm>
              <a:off x="5173648" y="2364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7" name="pt11277"/>
            <p:cNvSpPr/>
            <p:nvPr/>
          </p:nvSpPr>
          <p:spPr>
            <a:xfrm>
              <a:off x="5267599" y="2180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8" name="pt11278"/>
            <p:cNvSpPr/>
            <p:nvPr/>
          </p:nvSpPr>
          <p:spPr>
            <a:xfrm>
              <a:off x="5813186" y="1915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9" name="pt11279"/>
            <p:cNvSpPr/>
            <p:nvPr/>
          </p:nvSpPr>
          <p:spPr>
            <a:xfrm>
              <a:off x="5344983" y="2193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0" name="pt11280"/>
            <p:cNvSpPr/>
            <p:nvPr/>
          </p:nvSpPr>
          <p:spPr>
            <a:xfrm>
              <a:off x="5579834" y="1988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1" name="pt11281"/>
            <p:cNvSpPr/>
            <p:nvPr/>
          </p:nvSpPr>
          <p:spPr>
            <a:xfrm>
              <a:off x="4906474" y="1790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2" name="pt11282"/>
            <p:cNvSpPr/>
            <p:nvPr/>
          </p:nvSpPr>
          <p:spPr>
            <a:xfrm>
              <a:off x="5200980" y="2132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3" name="pt11283"/>
            <p:cNvSpPr/>
            <p:nvPr/>
          </p:nvSpPr>
          <p:spPr>
            <a:xfrm>
              <a:off x="5346160" y="2214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4" name="pt11284"/>
            <p:cNvSpPr/>
            <p:nvPr/>
          </p:nvSpPr>
          <p:spPr>
            <a:xfrm>
              <a:off x="5491855" y="2162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5" name="pt11285"/>
            <p:cNvSpPr/>
            <p:nvPr/>
          </p:nvSpPr>
          <p:spPr>
            <a:xfrm>
              <a:off x="5549124" y="2331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6" name="pt11286"/>
            <p:cNvSpPr/>
            <p:nvPr/>
          </p:nvSpPr>
          <p:spPr>
            <a:xfrm>
              <a:off x="5391444" y="2134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7" name="pt11287"/>
            <p:cNvSpPr/>
            <p:nvPr/>
          </p:nvSpPr>
          <p:spPr>
            <a:xfrm>
              <a:off x="4924090" y="1983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8" name="pt11288"/>
            <p:cNvSpPr/>
            <p:nvPr/>
          </p:nvSpPr>
          <p:spPr>
            <a:xfrm>
              <a:off x="5592442" y="1896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9" name="pt11289"/>
            <p:cNvSpPr/>
            <p:nvPr/>
          </p:nvSpPr>
          <p:spPr>
            <a:xfrm>
              <a:off x="5627625" y="202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0" name="pt11290"/>
            <p:cNvSpPr/>
            <p:nvPr/>
          </p:nvSpPr>
          <p:spPr>
            <a:xfrm>
              <a:off x="5330537" y="2160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1" name="pt11291"/>
            <p:cNvSpPr/>
            <p:nvPr/>
          </p:nvSpPr>
          <p:spPr>
            <a:xfrm>
              <a:off x="4935869" y="2038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2" name="pt11292"/>
            <p:cNvSpPr/>
            <p:nvPr/>
          </p:nvSpPr>
          <p:spPr>
            <a:xfrm>
              <a:off x="5498750" y="2125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3" name="pt11293"/>
            <p:cNvSpPr/>
            <p:nvPr/>
          </p:nvSpPr>
          <p:spPr>
            <a:xfrm>
              <a:off x="4930211" y="1841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4" name="pt11294"/>
            <p:cNvSpPr/>
            <p:nvPr/>
          </p:nvSpPr>
          <p:spPr>
            <a:xfrm>
              <a:off x="5587280" y="2022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5" name="pt11295"/>
            <p:cNvSpPr/>
            <p:nvPr/>
          </p:nvSpPr>
          <p:spPr>
            <a:xfrm>
              <a:off x="5433141" y="2135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6" name="pt11296"/>
            <p:cNvSpPr/>
            <p:nvPr/>
          </p:nvSpPr>
          <p:spPr>
            <a:xfrm>
              <a:off x="5685082" y="2037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7" name="pt11297"/>
            <p:cNvSpPr/>
            <p:nvPr/>
          </p:nvSpPr>
          <p:spPr>
            <a:xfrm>
              <a:off x="5088970" y="2485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8" name="pt11298"/>
            <p:cNvSpPr/>
            <p:nvPr/>
          </p:nvSpPr>
          <p:spPr>
            <a:xfrm>
              <a:off x="5676403" y="1911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9" name="pt11299"/>
            <p:cNvSpPr/>
            <p:nvPr/>
          </p:nvSpPr>
          <p:spPr>
            <a:xfrm>
              <a:off x="5166785" y="2280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0" name="pt11300"/>
            <p:cNvSpPr/>
            <p:nvPr/>
          </p:nvSpPr>
          <p:spPr>
            <a:xfrm>
              <a:off x="5316556" y="2184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1" name="pt11301"/>
            <p:cNvSpPr/>
            <p:nvPr/>
          </p:nvSpPr>
          <p:spPr>
            <a:xfrm>
              <a:off x="5337157" y="2205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2" name="pt11302"/>
            <p:cNvSpPr/>
            <p:nvPr/>
          </p:nvSpPr>
          <p:spPr>
            <a:xfrm>
              <a:off x="5871900" y="2054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3" name="pt11303"/>
            <p:cNvSpPr/>
            <p:nvPr/>
          </p:nvSpPr>
          <p:spPr>
            <a:xfrm>
              <a:off x="5746877" y="1945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4" name="pt11304"/>
            <p:cNvSpPr/>
            <p:nvPr/>
          </p:nvSpPr>
          <p:spPr>
            <a:xfrm>
              <a:off x="5247344" y="2218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5" name="pt11305"/>
            <p:cNvSpPr/>
            <p:nvPr/>
          </p:nvSpPr>
          <p:spPr>
            <a:xfrm>
              <a:off x="5721210" y="2039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6" name="pt11306"/>
            <p:cNvSpPr/>
            <p:nvPr/>
          </p:nvSpPr>
          <p:spPr>
            <a:xfrm>
              <a:off x="5697416" y="2055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7" name="pt11307"/>
            <p:cNvSpPr/>
            <p:nvPr/>
          </p:nvSpPr>
          <p:spPr>
            <a:xfrm>
              <a:off x="5665863" y="1691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8" name="pt11308"/>
            <p:cNvSpPr/>
            <p:nvPr/>
          </p:nvSpPr>
          <p:spPr>
            <a:xfrm>
              <a:off x="4954350" y="2461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9" name="pt11309"/>
            <p:cNvSpPr/>
            <p:nvPr/>
          </p:nvSpPr>
          <p:spPr>
            <a:xfrm>
              <a:off x="5184640" y="2165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0" name="pt11310"/>
            <p:cNvSpPr/>
            <p:nvPr/>
          </p:nvSpPr>
          <p:spPr>
            <a:xfrm>
              <a:off x="4671098" y="2763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1" name="pt11311"/>
            <p:cNvSpPr/>
            <p:nvPr/>
          </p:nvSpPr>
          <p:spPr>
            <a:xfrm>
              <a:off x="5470301" y="2119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2" name="pt11312"/>
            <p:cNvSpPr/>
            <p:nvPr/>
          </p:nvSpPr>
          <p:spPr>
            <a:xfrm>
              <a:off x="5251386" y="2220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3" name="pt11313"/>
            <p:cNvSpPr/>
            <p:nvPr/>
          </p:nvSpPr>
          <p:spPr>
            <a:xfrm>
              <a:off x="5306846" y="2305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4" name="pt11314"/>
            <p:cNvSpPr/>
            <p:nvPr/>
          </p:nvSpPr>
          <p:spPr>
            <a:xfrm>
              <a:off x="5225717" y="2022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5" name="pt11315"/>
            <p:cNvSpPr/>
            <p:nvPr/>
          </p:nvSpPr>
          <p:spPr>
            <a:xfrm>
              <a:off x="5447172" y="2023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6" name="pt11316"/>
            <p:cNvSpPr/>
            <p:nvPr/>
          </p:nvSpPr>
          <p:spPr>
            <a:xfrm>
              <a:off x="5178758" y="2244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7" name="pt11317"/>
            <p:cNvSpPr/>
            <p:nvPr/>
          </p:nvSpPr>
          <p:spPr>
            <a:xfrm>
              <a:off x="4905428" y="1816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8" name="pt11318"/>
            <p:cNvSpPr/>
            <p:nvPr/>
          </p:nvSpPr>
          <p:spPr>
            <a:xfrm>
              <a:off x="5295991" y="2190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9" name="pt11319"/>
            <p:cNvSpPr/>
            <p:nvPr/>
          </p:nvSpPr>
          <p:spPr>
            <a:xfrm>
              <a:off x="5278104" y="2126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0" name="pt11320"/>
            <p:cNvSpPr/>
            <p:nvPr/>
          </p:nvSpPr>
          <p:spPr>
            <a:xfrm>
              <a:off x="5352993" y="2256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1" name="pt11321"/>
            <p:cNvSpPr/>
            <p:nvPr/>
          </p:nvSpPr>
          <p:spPr>
            <a:xfrm>
              <a:off x="5529101" y="2321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2" name="pt11322"/>
            <p:cNvSpPr/>
            <p:nvPr/>
          </p:nvSpPr>
          <p:spPr>
            <a:xfrm>
              <a:off x="5184433" y="2189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3" name="pt11323"/>
            <p:cNvSpPr/>
            <p:nvPr/>
          </p:nvSpPr>
          <p:spPr>
            <a:xfrm>
              <a:off x="5429934" y="2077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4" name="pt11324"/>
            <p:cNvSpPr/>
            <p:nvPr/>
          </p:nvSpPr>
          <p:spPr>
            <a:xfrm>
              <a:off x="5305780" y="2155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5" name="pt11325"/>
            <p:cNvSpPr/>
            <p:nvPr/>
          </p:nvSpPr>
          <p:spPr>
            <a:xfrm>
              <a:off x="5328210" y="2125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6" name="pt11326"/>
            <p:cNvSpPr/>
            <p:nvPr/>
          </p:nvSpPr>
          <p:spPr>
            <a:xfrm>
              <a:off x="5723660" y="1929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7" name="pt11327"/>
            <p:cNvSpPr/>
            <p:nvPr/>
          </p:nvSpPr>
          <p:spPr>
            <a:xfrm>
              <a:off x="5223144" y="1956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8" name="pt11328"/>
            <p:cNvSpPr/>
            <p:nvPr/>
          </p:nvSpPr>
          <p:spPr>
            <a:xfrm>
              <a:off x="5559696" y="2165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9" name="pt11329"/>
            <p:cNvSpPr/>
            <p:nvPr/>
          </p:nvSpPr>
          <p:spPr>
            <a:xfrm>
              <a:off x="5539731" y="2171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0" name="pt11330"/>
            <p:cNvSpPr/>
            <p:nvPr/>
          </p:nvSpPr>
          <p:spPr>
            <a:xfrm>
              <a:off x="5373980" y="2026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1" name="pt11331"/>
            <p:cNvSpPr/>
            <p:nvPr/>
          </p:nvSpPr>
          <p:spPr>
            <a:xfrm>
              <a:off x="5257285" y="2114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2" name="pt11332"/>
            <p:cNvSpPr/>
            <p:nvPr/>
          </p:nvSpPr>
          <p:spPr>
            <a:xfrm>
              <a:off x="5098164" y="246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3" name="pt11333"/>
            <p:cNvSpPr/>
            <p:nvPr/>
          </p:nvSpPr>
          <p:spPr>
            <a:xfrm>
              <a:off x="5274066" y="2108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4" name="pt11334"/>
            <p:cNvSpPr/>
            <p:nvPr/>
          </p:nvSpPr>
          <p:spPr>
            <a:xfrm>
              <a:off x="5128275" y="2752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5" name="pt11335"/>
            <p:cNvSpPr/>
            <p:nvPr/>
          </p:nvSpPr>
          <p:spPr>
            <a:xfrm>
              <a:off x="5057217" y="2445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6" name="pt11336"/>
            <p:cNvSpPr/>
            <p:nvPr/>
          </p:nvSpPr>
          <p:spPr>
            <a:xfrm>
              <a:off x="5373408" y="2059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7" name="pt11337"/>
            <p:cNvSpPr/>
            <p:nvPr/>
          </p:nvSpPr>
          <p:spPr>
            <a:xfrm>
              <a:off x="5152190" y="2611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8" name="pt11338"/>
            <p:cNvSpPr/>
            <p:nvPr/>
          </p:nvSpPr>
          <p:spPr>
            <a:xfrm>
              <a:off x="5558529" y="2242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9" name="pt11339"/>
            <p:cNvSpPr/>
            <p:nvPr/>
          </p:nvSpPr>
          <p:spPr>
            <a:xfrm>
              <a:off x="5342657" y="2227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0" name="pt11340"/>
            <p:cNvSpPr/>
            <p:nvPr/>
          </p:nvSpPr>
          <p:spPr>
            <a:xfrm>
              <a:off x="5467365" y="2121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1" name="pt11341"/>
            <p:cNvSpPr/>
            <p:nvPr/>
          </p:nvSpPr>
          <p:spPr>
            <a:xfrm>
              <a:off x="5418342" y="2179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2" name="pt11342"/>
            <p:cNvSpPr/>
            <p:nvPr/>
          </p:nvSpPr>
          <p:spPr>
            <a:xfrm>
              <a:off x="5677219" y="192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3" name="pt11343"/>
            <p:cNvSpPr/>
            <p:nvPr/>
          </p:nvSpPr>
          <p:spPr>
            <a:xfrm>
              <a:off x="5376201" y="2142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4" name="pt11344"/>
            <p:cNvSpPr/>
            <p:nvPr/>
          </p:nvSpPr>
          <p:spPr>
            <a:xfrm>
              <a:off x="5690059" y="1969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5" name="pt11345"/>
            <p:cNvSpPr/>
            <p:nvPr/>
          </p:nvSpPr>
          <p:spPr>
            <a:xfrm>
              <a:off x="5630203" y="2035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6" name="pt11346"/>
            <p:cNvSpPr/>
            <p:nvPr/>
          </p:nvSpPr>
          <p:spPr>
            <a:xfrm>
              <a:off x="5465072" y="204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7" name="pt11347"/>
            <p:cNvSpPr/>
            <p:nvPr/>
          </p:nvSpPr>
          <p:spPr>
            <a:xfrm>
              <a:off x="5261990" y="2183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8" name="pt11348"/>
            <p:cNvSpPr/>
            <p:nvPr/>
          </p:nvSpPr>
          <p:spPr>
            <a:xfrm>
              <a:off x="5662656" y="1644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9" name="pt11349"/>
            <p:cNvSpPr/>
            <p:nvPr/>
          </p:nvSpPr>
          <p:spPr>
            <a:xfrm>
              <a:off x="5111853" y="2590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0" name="pt11350"/>
            <p:cNvSpPr/>
            <p:nvPr/>
          </p:nvSpPr>
          <p:spPr>
            <a:xfrm>
              <a:off x="5387605" y="2309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1" name="pt11351"/>
            <p:cNvSpPr/>
            <p:nvPr/>
          </p:nvSpPr>
          <p:spPr>
            <a:xfrm>
              <a:off x="5691674" y="2019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2" name="pt11352"/>
            <p:cNvSpPr/>
            <p:nvPr/>
          </p:nvSpPr>
          <p:spPr>
            <a:xfrm>
              <a:off x="5176033" y="2310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3" name="pt11353"/>
            <p:cNvSpPr/>
            <p:nvPr/>
          </p:nvSpPr>
          <p:spPr>
            <a:xfrm>
              <a:off x="5355688" y="2270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4" name="pt11354"/>
            <p:cNvSpPr/>
            <p:nvPr/>
          </p:nvSpPr>
          <p:spPr>
            <a:xfrm>
              <a:off x="5519481" y="2105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5" name="pt11355"/>
            <p:cNvSpPr/>
            <p:nvPr/>
          </p:nvSpPr>
          <p:spPr>
            <a:xfrm>
              <a:off x="5177525" y="2142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6" name="pt11356"/>
            <p:cNvSpPr/>
            <p:nvPr/>
          </p:nvSpPr>
          <p:spPr>
            <a:xfrm>
              <a:off x="5660002" y="1697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7" name="pt11357"/>
            <p:cNvSpPr/>
            <p:nvPr/>
          </p:nvSpPr>
          <p:spPr>
            <a:xfrm>
              <a:off x="5606961" y="1875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8" name="pt11358"/>
            <p:cNvSpPr/>
            <p:nvPr/>
          </p:nvSpPr>
          <p:spPr>
            <a:xfrm>
              <a:off x="5662786" y="1691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9" name="pt11359"/>
            <p:cNvSpPr/>
            <p:nvPr/>
          </p:nvSpPr>
          <p:spPr>
            <a:xfrm>
              <a:off x="5819954" y="1644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0" name="pt11360"/>
            <p:cNvSpPr/>
            <p:nvPr/>
          </p:nvSpPr>
          <p:spPr>
            <a:xfrm>
              <a:off x="5566139" y="2237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1" name="pt11361"/>
            <p:cNvSpPr/>
            <p:nvPr/>
          </p:nvSpPr>
          <p:spPr>
            <a:xfrm>
              <a:off x="5368589" y="2102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2" name="pt11362"/>
            <p:cNvSpPr/>
            <p:nvPr/>
          </p:nvSpPr>
          <p:spPr>
            <a:xfrm>
              <a:off x="5510983" y="2205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3" name="pt11363"/>
            <p:cNvSpPr/>
            <p:nvPr/>
          </p:nvSpPr>
          <p:spPr>
            <a:xfrm>
              <a:off x="4808269" y="2586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4" name="pt11364"/>
            <p:cNvSpPr/>
            <p:nvPr/>
          </p:nvSpPr>
          <p:spPr>
            <a:xfrm>
              <a:off x="5670915" y="1812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5" name="pt11365"/>
            <p:cNvSpPr/>
            <p:nvPr/>
          </p:nvSpPr>
          <p:spPr>
            <a:xfrm>
              <a:off x="5851372" y="1973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6" name="pt11366"/>
            <p:cNvSpPr/>
            <p:nvPr/>
          </p:nvSpPr>
          <p:spPr>
            <a:xfrm>
              <a:off x="5233086" y="2158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7" name="pt11367"/>
            <p:cNvSpPr/>
            <p:nvPr/>
          </p:nvSpPr>
          <p:spPr>
            <a:xfrm>
              <a:off x="5601680" y="1981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8" name="pt11368"/>
            <p:cNvSpPr/>
            <p:nvPr/>
          </p:nvSpPr>
          <p:spPr>
            <a:xfrm>
              <a:off x="4993993" y="2323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9" name="pt11369"/>
            <p:cNvSpPr/>
            <p:nvPr/>
          </p:nvSpPr>
          <p:spPr>
            <a:xfrm>
              <a:off x="4847863" y="2799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0" name="pt11370"/>
            <p:cNvSpPr/>
            <p:nvPr/>
          </p:nvSpPr>
          <p:spPr>
            <a:xfrm>
              <a:off x="5189301" y="2240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1" name="pt11371"/>
            <p:cNvSpPr/>
            <p:nvPr/>
          </p:nvSpPr>
          <p:spPr>
            <a:xfrm>
              <a:off x="4976403" y="2782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2" name="pt11372"/>
            <p:cNvSpPr/>
            <p:nvPr/>
          </p:nvSpPr>
          <p:spPr>
            <a:xfrm>
              <a:off x="5500387" y="205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3" name="pt11373"/>
            <p:cNvSpPr/>
            <p:nvPr/>
          </p:nvSpPr>
          <p:spPr>
            <a:xfrm>
              <a:off x="5138296" y="2437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4" name="pt11374"/>
            <p:cNvSpPr/>
            <p:nvPr/>
          </p:nvSpPr>
          <p:spPr>
            <a:xfrm>
              <a:off x="5277399" y="219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5" name="pt11375"/>
            <p:cNvSpPr/>
            <p:nvPr/>
          </p:nvSpPr>
          <p:spPr>
            <a:xfrm>
              <a:off x="5334580" y="2214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6" name="pt11376"/>
            <p:cNvSpPr/>
            <p:nvPr/>
          </p:nvSpPr>
          <p:spPr>
            <a:xfrm>
              <a:off x="5273758" y="2205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7" name="pt11377"/>
            <p:cNvSpPr/>
            <p:nvPr/>
          </p:nvSpPr>
          <p:spPr>
            <a:xfrm>
              <a:off x="5476619" y="2175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8" name="pt11378"/>
            <p:cNvSpPr/>
            <p:nvPr/>
          </p:nvSpPr>
          <p:spPr>
            <a:xfrm>
              <a:off x="5147707" y="267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9" name="pt11379"/>
            <p:cNvSpPr/>
            <p:nvPr/>
          </p:nvSpPr>
          <p:spPr>
            <a:xfrm>
              <a:off x="5430509" y="214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0" name="pt11380"/>
            <p:cNvSpPr/>
            <p:nvPr/>
          </p:nvSpPr>
          <p:spPr>
            <a:xfrm>
              <a:off x="5410713" y="2046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1" name="pt11381"/>
            <p:cNvSpPr/>
            <p:nvPr/>
          </p:nvSpPr>
          <p:spPr>
            <a:xfrm>
              <a:off x="5543819" y="2132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2" name="pt11382"/>
            <p:cNvSpPr/>
            <p:nvPr/>
          </p:nvSpPr>
          <p:spPr>
            <a:xfrm>
              <a:off x="4619239" y="2765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3" name="pt11383"/>
            <p:cNvSpPr/>
            <p:nvPr/>
          </p:nvSpPr>
          <p:spPr>
            <a:xfrm>
              <a:off x="5697693" y="1992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4" name="pt11384"/>
            <p:cNvSpPr/>
            <p:nvPr/>
          </p:nvSpPr>
          <p:spPr>
            <a:xfrm>
              <a:off x="5121925" y="2543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5" name="pt11385"/>
            <p:cNvSpPr/>
            <p:nvPr/>
          </p:nvSpPr>
          <p:spPr>
            <a:xfrm>
              <a:off x="5371309" y="2069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6" name="pt11386"/>
            <p:cNvSpPr/>
            <p:nvPr/>
          </p:nvSpPr>
          <p:spPr>
            <a:xfrm>
              <a:off x="5477978" y="2225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7" name="pt11387"/>
            <p:cNvSpPr/>
            <p:nvPr/>
          </p:nvSpPr>
          <p:spPr>
            <a:xfrm>
              <a:off x="5776083" y="1945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8" name="pt11388"/>
            <p:cNvSpPr/>
            <p:nvPr/>
          </p:nvSpPr>
          <p:spPr>
            <a:xfrm>
              <a:off x="5647474" y="1931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9" name="pt11389"/>
            <p:cNvSpPr/>
            <p:nvPr/>
          </p:nvSpPr>
          <p:spPr>
            <a:xfrm>
              <a:off x="5133398" y="2563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0" name="pt11390"/>
            <p:cNvSpPr/>
            <p:nvPr/>
          </p:nvSpPr>
          <p:spPr>
            <a:xfrm>
              <a:off x="5302827" y="2055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1" name="pt11391"/>
            <p:cNvSpPr/>
            <p:nvPr/>
          </p:nvSpPr>
          <p:spPr>
            <a:xfrm>
              <a:off x="4713605" y="2550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2" name="pt11392"/>
            <p:cNvSpPr/>
            <p:nvPr/>
          </p:nvSpPr>
          <p:spPr>
            <a:xfrm>
              <a:off x="5450683" y="1974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3" name="pt11393"/>
            <p:cNvSpPr/>
            <p:nvPr/>
          </p:nvSpPr>
          <p:spPr>
            <a:xfrm>
              <a:off x="5615463" y="2093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4" name="pt11394"/>
            <p:cNvSpPr/>
            <p:nvPr/>
          </p:nvSpPr>
          <p:spPr>
            <a:xfrm>
              <a:off x="4964109" y="2515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5" name="pt11395"/>
            <p:cNvSpPr/>
            <p:nvPr/>
          </p:nvSpPr>
          <p:spPr>
            <a:xfrm>
              <a:off x="5784147" y="1939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6" name="pt11396"/>
            <p:cNvSpPr/>
            <p:nvPr/>
          </p:nvSpPr>
          <p:spPr>
            <a:xfrm>
              <a:off x="5206206" y="2140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7" name="pt11397"/>
            <p:cNvSpPr/>
            <p:nvPr/>
          </p:nvSpPr>
          <p:spPr>
            <a:xfrm>
              <a:off x="5209018" y="2239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8" name="pt11398"/>
            <p:cNvSpPr/>
            <p:nvPr/>
          </p:nvSpPr>
          <p:spPr>
            <a:xfrm>
              <a:off x="5845296" y="1747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9" name="pt11399"/>
            <p:cNvSpPr/>
            <p:nvPr/>
          </p:nvSpPr>
          <p:spPr>
            <a:xfrm>
              <a:off x="5235657" y="2138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0" name="pt11400"/>
            <p:cNvSpPr/>
            <p:nvPr/>
          </p:nvSpPr>
          <p:spPr>
            <a:xfrm>
              <a:off x="4840759" y="2523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1" name="pt11401"/>
            <p:cNvSpPr/>
            <p:nvPr/>
          </p:nvSpPr>
          <p:spPr>
            <a:xfrm>
              <a:off x="5389916" y="2209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2" name="pt11402"/>
            <p:cNvSpPr/>
            <p:nvPr/>
          </p:nvSpPr>
          <p:spPr>
            <a:xfrm>
              <a:off x="5219293" y="2111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3" name="pt11403"/>
            <p:cNvSpPr/>
            <p:nvPr/>
          </p:nvSpPr>
          <p:spPr>
            <a:xfrm>
              <a:off x="5230729" y="2057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4" name="pt11404"/>
            <p:cNvSpPr/>
            <p:nvPr/>
          </p:nvSpPr>
          <p:spPr>
            <a:xfrm>
              <a:off x="5129136" y="2531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5" name="pt11405"/>
            <p:cNvSpPr/>
            <p:nvPr/>
          </p:nvSpPr>
          <p:spPr>
            <a:xfrm>
              <a:off x="5264590" y="2266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6" name="pt11406"/>
            <p:cNvSpPr/>
            <p:nvPr/>
          </p:nvSpPr>
          <p:spPr>
            <a:xfrm>
              <a:off x="5566593" y="2226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7" name="pt11407"/>
            <p:cNvSpPr/>
            <p:nvPr/>
          </p:nvSpPr>
          <p:spPr>
            <a:xfrm>
              <a:off x="5719203" y="1832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8" name="pt11408"/>
            <p:cNvSpPr/>
            <p:nvPr/>
          </p:nvSpPr>
          <p:spPr>
            <a:xfrm>
              <a:off x="5435140" y="204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9" name="pt11409"/>
            <p:cNvSpPr/>
            <p:nvPr/>
          </p:nvSpPr>
          <p:spPr>
            <a:xfrm>
              <a:off x="4923146" y="2187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0" name="pt11410"/>
            <p:cNvSpPr/>
            <p:nvPr/>
          </p:nvSpPr>
          <p:spPr>
            <a:xfrm>
              <a:off x="5344385" y="2255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1" name="pt11411"/>
            <p:cNvSpPr/>
            <p:nvPr/>
          </p:nvSpPr>
          <p:spPr>
            <a:xfrm>
              <a:off x="5067266" y="2322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2" name="pt11412"/>
            <p:cNvSpPr/>
            <p:nvPr/>
          </p:nvSpPr>
          <p:spPr>
            <a:xfrm>
              <a:off x="5462853" y="1977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3" name="pt11413"/>
            <p:cNvSpPr/>
            <p:nvPr/>
          </p:nvSpPr>
          <p:spPr>
            <a:xfrm>
              <a:off x="5200818" y="2164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4" name="pt11414"/>
            <p:cNvSpPr/>
            <p:nvPr/>
          </p:nvSpPr>
          <p:spPr>
            <a:xfrm>
              <a:off x="5507802" y="2165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5" name="pt11415"/>
            <p:cNvSpPr/>
            <p:nvPr/>
          </p:nvSpPr>
          <p:spPr>
            <a:xfrm>
              <a:off x="5889047" y="1739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6" name="pt11416"/>
            <p:cNvSpPr/>
            <p:nvPr/>
          </p:nvSpPr>
          <p:spPr>
            <a:xfrm>
              <a:off x="5437312" y="2087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7" name="pt11417"/>
            <p:cNvSpPr/>
            <p:nvPr/>
          </p:nvSpPr>
          <p:spPr>
            <a:xfrm>
              <a:off x="5430716" y="2026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8" name="pt11418"/>
            <p:cNvSpPr/>
            <p:nvPr/>
          </p:nvSpPr>
          <p:spPr>
            <a:xfrm>
              <a:off x="5233784" y="2161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9" name="pt11419"/>
            <p:cNvSpPr/>
            <p:nvPr/>
          </p:nvSpPr>
          <p:spPr>
            <a:xfrm>
              <a:off x="5722156" y="1955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0" name="pt11420"/>
            <p:cNvSpPr/>
            <p:nvPr/>
          </p:nvSpPr>
          <p:spPr>
            <a:xfrm>
              <a:off x="5461060" y="2056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1" name="pt11421"/>
            <p:cNvSpPr/>
            <p:nvPr/>
          </p:nvSpPr>
          <p:spPr>
            <a:xfrm>
              <a:off x="5495740" y="219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2" name="pt11422"/>
            <p:cNvSpPr/>
            <p:nvPr/>
          </p:nvSpPr>
          <p:spPr>
            <a:xfrm>
              <a:off x="5727115" y="1888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3" name="pt11423"/>
            <p:cNvSpPr/>
            <p:nvPr/>
          </p:nvSpPr>
          <p:spPr>
            <a:xfrm>
              <a:off x="5616986" y="1924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4" name="pt11424"/>
            <p:cNvSpPr/>
            <p:nvPr/>
          </p:nvSpPr>
          <p:spPr>
            <a:xfrm>
              <a:off x="5955576" y="1738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5" name="pt11425"/>
            <p:cNvSpPr/>
            <p:nvPr/>
          </p:nvSpPr>
          <p:spPr>
            <a:xfrm>
              <a:off x="5210538" y="2261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6" name="pt11426"/>
            <p:cNvSpPr/>
            <p:nvPr/>
          </p:nvSpPr>
          <p:spPr>
            <a:xfrm>
              <a:off x="5041318" y="2467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7" name="pt11427"/>
            <p:cNvSpPr/>
            <p:nvPr/>
          </p:nvSpPr>
          <p:spPr>
            <a:xfrm>
              <a:off x="5267637" y="2065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8" name="pt11428"/>
            <p:cNvSpPr/>
            <p:nvPr/>
          </p:nvSpPr>
          <p:spPr>
            <a:xfrm>
              <a:off x="5731593" y="1911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9" name="pt11429"/>
            <p:cNvSpPr/>
            <p:nvPr/>
          </p:nvSpPr>
          <p:spPr>
            <a:xfrm>
              <a:off x="5196638" y="2048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0" name="pt11430"/>
            <p:cNvSpPr/>
            <p:nvPr/>
          </p:nvSpPr>
          <p:spPr>
            <a:xfrm>
              <a:off x="5304711" y="2180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1" name="pt11431"/>
            <p:cNvSpPr/>
            <p:nvPr/>
          </p:nvSpPr>
          <p:spPr>
            <a:xfrm>
              <a:off x="5219892" y="1966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2" name="pt11432"/>
            <p:cNvSpPr/>
            <p:nvPr/>
          </p:nvSpPr>
          <p:spPr>
            <a:xfrm>
              <a:off x="5664186" y="1668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3" name="pt11433"/>
            <p:cNvSpPr/>
            <p:nvPr/>
          </p:nvSpPr>
          <p:spPr>
            <a:xfrm>
              <a:off x="5646114" y="1875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4" name="pt11434"/>
            <p:cNvSpPr/>
            <p:nvPr/>
          </p:nvSpPr>
          <p:spPr>
            <a:xfrm>
              <a:off x="5195192" y="2154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5" name="pt11435"/>
            <p:cNvSpPr/>
            <p:nvPr/>
          </p:nvSpPr>
          <p:spPr>
            <a:xfrm>
              <a:off x="5178490" y="2109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6" name="pt11436"/>
            <p:cNvSpPr/>
            <p:nvPr/>
          </p:nvSpPr>
          <p:spPr>
            <a:xfrm>
              <a:off x="5227804" y="2060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7" name="pt11437"/>
            <p:cNvSpPr/>
            <p:nvPr/>
          </p:nvSpPr>
          <p:spPr>
            <a:xfrm>
              <a:off x="5699934" y="1802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8" name="pt11438"/>
            <p:cNvSpPr/>
            <p:nvPr/>
          </p:nvSpPr>
          <p:spPr>
            <a:xfrm>
              <a:off x="5702490" y="1824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9" name="pt11439"/>
            <p:cNvSpPr/>
            <p:nvPr/>
          </p:nvSpPr>
          <p:spPr>
            <a:xfrm>
              <a:off x="5275585" y="2194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0" name="pt11440"/>
            <p:cNvSpPr/>
            <p:nvPr/>
          </p:nvSpPr>
          <p:spPr>
            <a:xfrm>
              <a:off x="5881331" y="1712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1" name="pt11441"/>
            <p:cNvSpPr/>
            <p:nvPr/>
          </p:nvSpPr>
          <p:spPr>
            <a:xfrm>
              <a:off x="5327442" y="2043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2" name="pt11442"/>
            <p:cNvSpPr/>
            <p:nvPr/>
          </p:nvSpPr>
          <p:spPr>
            <a:xfrm>
              <a:off x="4717172" y="2674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3" name="pt11443"/>
            <p:cNvSpPr/>
            <p:nvPr/>
          </p:nvSpPr>
          <p:spPr>
            <a:xfrm>
              <a:off x="5768664" y="1968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4" name="pt11444"/>
            <p:cNvSpPr/>
            <p:nvPr/>
          </p:nvSpPr>
          <p:spPr>
            <a:xfrm>
              <a:off x="5212232" y="1992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5" name="pt11445"/>
            <p:cNvSpPr/>
            <p:nvPr/>
          </p:nvSpPr>
          <p:spPr>
            <a:xfrm>
              <a:off x="5414895" y="2220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6" name="pt11446"/>
            <p:cNvSpPr/>
            <p:nvPr/>
          </p:nvSpPr>
          <p:spPr>
            <a:xfrm>
              <a:off x="4621170" y="2379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7" name="pt11447"/>
            <p:cNvSpPr/>
            <p:nvPr/>
          </p:nvSpPr>
          <p:spPr>
            <a:xfrm>
              <a:off x="5675994" y="1966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8" name="pt11448"/>
            <p:cNvSpPr/>
            <p:nvPr/>
          </p:nvSpPr>
          <p:spPr>
            <a:xfrm>
              <a:off x="5624307" y="2002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9" name="pt11449"/>
            <p:cNvSpPr/>
            <p:nvPr/>
          </p:nvSpPr>
          <p:spPr>
            <a:xfrm>
              <a:off x="5377666" y="2157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0" name="pt11450"/>
            <p:cNvSpPr/>
            <p:nvPr/>
          </p:nvSpPr>
          <p:spPr>
            <a:xfrm>
              <a:off x="5813932" y="2113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1" name="pt11451"/>
            <p:cNvSpPr/>
            <p:nvPr/>
          </p:nvSpPr>
          <p:spPr>
            <a:xfrm>
              <a:off x="5502630" y="2120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2" name="pt11452"/>
            <p:cNvSpPr/>
            <p:nvPr/>
          </p:nvSpPr>
          <p:spPr>
            <a:xfrm>
              <a:off x="5034022" y="2520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3" name="pt11453"/>
            <p:cNvSpPr/>
            <p:nvPr/>
          </p:nvSpPr>
          <p:spPr>
            <a:xfrm>
              <a:off x="5442543" y="2070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4" name="pt11454"/>
            <p:cNvSpPr/>
            <p:nvPr/>
          </p:nvSpPr>
          <p:spPr>
            <a:xfrm>
              <a:off x="5023986" y="2213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5" name="pt11455"/>
            <p:cNvSpPr/>
            <p:nvPr/>
          </p:nvSpPr>
          <p:spPr>
            <a:xfrm>
              <a:off x="5065748" y="2399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6" name="pt11456"/>
            <p:cNvSpPr/>
            <p:nvPr/>
          </p:nvSpPr>
          <p:spPr>
            <a:xfrm>
              <a:off x="5243894" y="2171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7" name="pt11457"/>
            <p:cNvSpPr/>
            <p:nvPr/>
          </p:nvSpPr>
          <p:spPr>
            <a:xfrm>
              <a:off x="5761701" y="2011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8" name="pt11458"/>
            <p:cNvSpPr/>
            <p:nvPr/>
          </p:nvSpPr>
          <p:spPr>
            <a:xfrm>
              <a:off x="5565511" y="2226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9" name="pt11459"/>
            <p:cNvSpPr/>
            <p:nvPr/>
          </p:nvSpPr>
          <p:spPr>
            <a:xfrm>
              <a:off x="5090518" y="2486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0" name="pt11460"/>
            <p:cNvSpPr/>
            <p:nvPr/>
          </p:nvSpPr>
          <p:spPr>
            <a:xfrm>
              <a:off x="5325830" y="2197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1" name="pt11461"/>
            <p:cNvSpPr/>
            <p:nvPr/>
          </p:nvSpPr>
          <p:spPr>
            <a:xfrm>
              <a:off x="5055020" y="2405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2" name="pt11462"/>
            <p:cNvSpPr/>
            <p:nvPr/>
          </p:nvSpPr>
          <p:spPr>
            <a:xfrm>
              <a:off x="5286530" y="2093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3" name="pt11463"/>
            <p:cNvSpPr/>
            <p:nvPr/>
          </p:nvSpPr>
          <p:spPr>
            <a:xfrm>
              <a:off x="5371961" y="2136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4" name="pt11464"/>
            <p:cNvSpPr/>
            <p:nvPr/>
          </p:nvSpPr>
          <p:spPr>
            <a:xfrm>
              <a:off x="5179218" y="2237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5" name="pt11465"/>
            <p:cNvSpPr/>
            <p:nvPr/>
          </p:nvSpPr>
          <p:spPr>
            <a:xfrm>
              <a:off x="5061462" y="2357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6" name="pt11466"/>
            <p:cNvSpPr/>
            <p:nvPr/>
          </p:nvSpPr>
          <p:spPr>
            <a:xfrm>
              <a:off x="5424053" y="2079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7" name="pt11467"/>
            <p:cNvSpPr/>
            <p:nvPr/>
          </p:nvSpPr>
          <p:spPr>
            <a:xfrm>
              <a:off x="5459991" y="1952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8" name="pt11468"/>
            <p:cNvSpPr/>
            <p:nvPr/>
          </p:nvSpPr>
          <p:spPr>
            <a:xfrm>
              <a:off x="5290772" y="2120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9" name="pt11469"/>
            <p:cNvSpPr/>
            <p:nvPr/>
          </p:nvSpPr>
          <p:spPr>
            <a:xfrm>
              <a:off x="5579054" y="2144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0" name="pt11470"/>
            <p:cNvSpPr/>
            <p:nvPr/>
          </p:nvSpPr>
          <p:spPr>
            <a:xfrm>
              <a:off x="6006126" y="1516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1" name="pt11471"/>
            <p:cNvSpPr/>
            <p:nvPr/>
          </p:nvSpPr>
          <p:spPr>
            <a:xfrm>
              <a:off x="5124374" y="2683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2" name="pt11472"/>
            <p:cNvSpPr/>
            <p:nvPr/>
          </p:nvSpPr>
          <p:spPr>
            <a:xfrm>
              <a:off x="5248809" y="2166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3" name="pt11473"/>
            <p:cNvSpPr/>
            <p:nvPr/>
          </p:nvSpPr>
          <p:spPr>
            <a:xfrm>
              <a:off x="5428643" y="2088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4" name="pt11474"/>
            <p:cNvSpPr/>
            <p:nvPr/>
          </p:nvSpPr>
          <p:spPr>
            <a:xfrm>
              <a:off x="5058427" y="2424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5" name="pt11475"/>
            <p:cNvSpPr/>
            <p:nvPr/>
          </p:nvSpPr>
          <p:spPr>
            <a:xfrm>
              <a:off x="4813779" y="2570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6" name="pt11476"/>
            <p:cNvSpPr/>
            <p:nvPr/>
          </p:nvSpPr>
          <p:spPr>
            <a:xfrm>
              <a:off x="5481436" y="2182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7" name="pt11477"/>
            <p:cNvSpPr/>
            <p:nvPr/>
          </p:nvSpPr>
          <p:spPr>
            <a:xfrm>
              <a:off x="5454405" y="2021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8" name="pt11478"/>
            <p:cNvSpPr/>
            <p:nvPr/>
          </p:nvSpPr>
          <p:spPr>
            <a:xfrm>
              <a:off x="5040965" y="2183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9" name="pt11479"/>
            <p:cNvSpPr/>
            <p:nvPr/>
          </p:nvSpPr>
          <p:spPr>
            <a:xfrm>
              <a:off x="5169404" y="2267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0" name="pt11480"/>
            <p:cNvSpPr/>
            <p:nvPr/>
          </p:nvSpPr>
          <p:spPr>
            <a:xfrm>
              <a:off x="5611415" y="2041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1" name="pt11481"/>
            <p:cNvSpPr/>
            <p:nvPr/>
          </p:nvSpPr>
          <p:spPr>
            <a:xfrm>
              <a:off x="5454356" y="2002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2" name="pt11482"/>
            <p:cNvSpPr/>
            <p:nvPr/>
          </p:nvSpPr>
          <p:spPr>
            <a:xfrm>
              <a:off x="4786465" y="2689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3" name="pt11483"/>
            <p:cNvSpPr/>
            <p:nvPr/>
          </p:nvSpPr>
          <p:spPr>
            <a:xfrm>
              <a:off x="5181844" y="2205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4" name="pt11484"/>
            <p:cNvSpPr/>
            <p:nvPr/>
          </p:nvSpPr>
          <p:spPr>
            <a:xfrm>
              <a:off x="5470245" y="2045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5" name="pt11485"/>
            <p:cNvSpPr/>
            <p:nvPr/>
          </p:nvSpPr>
          <p:spPr>
            <a:xfrm>
              <a:off x="5370381" y="2084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6" name="pt11486"/>
            <p:cNvSpPr/>
            <p:nvPr/>
          </p:nvSpPr>
          <p:spPr>
            <a:xfrm>
              <a:off x="5145422" y="2765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7" name="pt11487"/>
            <p:cNvSpPr/>
            <p:nvPr/>
          </p:nvSpPr>
          <p:spPr>
            <a:xfrm>
              <a:off x="5114812" y="2709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8" name="pt11488"/>
            <p:cNvSpPr/>
            <p:nvPr/>
          </p:nvSpPr>
          <p:spPr>
            <a:xfrm>
              <a:off x="5145253" y="2661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9" name="pt11489"/>
            <p:cNvSpPr/>
            <p:nvPr/>
          </p:nvSpPr>
          <p:spPr>
            <a:xfrm>
              <a:off x="5695186" y="2315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0" name="pt11490"/>
            <p:cNvSpPr/>
            <p:nvPr/>
          </p:nvSpPr>
          <p:spPr>
            <a:xfrm>
              <a:off x="5497929" y="2123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1" name="pt11491"/>
            <p:cNvSpPr/>
            <p:nvPr/>
          </p:nvSpPr>
          <p:spPr>
            <a:xfrm>
              <a:off x="5447583" y="1978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2" name="pt11492"/>
            <p:cNvSpPr/>
            <p:nvPr/>
          </p:nvSpPr>
          <p:spPr>
            <a:xfrm>
              <a:off x="5404876" y="2184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3" name="pt11493"/>
            <p:cNvSpPr/>
            <p:nvPr/>
          </p:nvSpPr>
          <p:spPr>
            <a:xfrm>
              <a:off x="5013228" y="2060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4" name="pt11494"/>
            <p:cNvSpPr/>
            <p:nvPr/>
          </p:nvSpPr>
          <p:spPr>
            <a:xfrm>
              <a:off x="5316299" y="2172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5" name="pt11495"/>
            <p:cNvSpPr/>
            <p:nvPr/>
          </p:nvSpPr>
          <p:spPr>
            <a:xfrm>
              <a:off x="5552022" y="2199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6" name="pt11496"/>
            <p:cNvSpPr/>
            <p:nvPr/>
          </p:nvSpPr>
          <p:spPr>
            <a:xfrm>
              <a:off x="5290377" y="2045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7" name="pt11497"/>
            <p:cNvSpPr/>
            <p:nvPr/>
          </p:nvSpPr>
          <p:spPr>
            <a:xfrm>
              <a:off x="5670966" y="1912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8" name="pt11498"/>
            <p:cNvSpPr/>
            <p:nvPr/>
          </p:nvSpPr>
          <p:spPr>
            <a:xfrm>
              <a:off x="5976480" y="2149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9" name="pt11499"/>
            <p:cNvSpPr/>
            <p:nvPr/>
          </p:nvSpPr>
          <p:spPr>
            <a:xfrm>
              <a:off x="5502710" y="2070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0" name="pt11500"/>
            <p:cNvSpPr/>
            <p:nvPr/>
          </p:nvSpPr>
          <p:spPr>
            <a:xfrm>
              <a:off x="5220017" y="2095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1" name="pt11501"/>
            <p:cNvSpPr/>
            <p:nvPr/>
          </p:nvSpPr>
          <p:spPr>
            <a:xfrm>
              <a:off x="5454181" y="1863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2" name="pt11502"/>
            <p:cNvSpPr/>
            <p:nvPr/>
          </p:nvSpPr>
          <p:spPr>
            <a:xfrm>
              <a:off x="5753840" y="1985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3" name="pt11503"/>
            <p:cNvSpPr/>
            <p:nvPr/>
          </p:nvSpPr>
          <p:spPr>
            <a:xfrm>
              <a:off x="5272666" y="2165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4" name="pt11504"/>
            <p:cNvSpPr/>
            <p:nvPr/>
          </p:nvSpPr>
          <p:spPr>
            <a:xfrm>
              <a:off x="5006046" y="2279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5" name="pt11505"/>
            <p:cNvSpPr/>
            <p:nvPr/>
          </p:nvSpPr>
          <p:spPr>
            <a:xfrm>
              <a:off x="5405430" y="2280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6" name="pt11506"/>
            <p:cNvSpPr/>
            <p:nvPr/>
          </p:nvSpPr>
          <p:spPr>
            <a:xfrm>
              <a:off x="5049857" y="2534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7" name="pt11507"/>
            <p:cNvSpPr/>
            <p:nvPr/>
          </p:nvSpPr>
          <p:spPr>
            <a:xfrm>
              <a:off x="5436787" y="2087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8" name="pt11508"/>
            <p:cNvSpPr/>
            <p:nvPr/>
          </p:nvSpPr>
          <p:spPr>
            <a:xfrm>
              <a:off x="5731699" y="1908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9" name="pt11509"/>
            <p:cNvSpPr/>
            <p:nvPr/>
          </p:nvSpPr>
          <p:spPr>
            <a:xfrm>
              <a:off x="4974710" y="2558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0" name="pt11510"/>
            <p:cNvSpPr/>
            <p:nvPr/>
          </p:nvSpPr>
          <p:spPr>
            <a:xfrm>
              <a:off x="5377110" y="2171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1" name="pt11511"/>
            <p:cNvSpPr/>
            <p:nvPr/>
          </p:nvSpPr>
          <p:spPr>
            <a:xfrm>
              <a:off x="5112286" y="2590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2" name="pt11512"/>
            <p:cNvSpPr/>
            <p:nvPr/>
          </p:nvSpPr>
          <p:spPr>
            <a:xfrm>
              <a:off x="5704763" y="1876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3" name="pt11513"/>
            <p:cNvSpPr/>
            <p:nvPr/>
          </p:nvSpPr>
          <p:spPr>
            <a:xfrm>
              <a:off x="5001839" y="2284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4" name="pt11514"/>
            <p:cNvSpPr/>
            <p:nvPr/>
          </p:nvSpPr>
          <p:spPr>
            <a:xfrm>
              <a:off x="5818010" y="1892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5" name="pt11515"/>
            <p:cNvSpPr/>
            <p:nvPr/>
          </p:nvSpPr>
          <p:spPr>
            <a:xfrm>
              <a:off x="5173950" y="2295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6" name="pt11516"/>
            <p:cNvSpPr/>
            <p:nvPr/>
          </p:nvSpPr>
          <p:spPr>
            <a:xfrm>
              <a:off x="5696624" y="1977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7" name="pt11517"/>
            <p:cNvSpPr/>
            <p:nvPr/>
          </p:nvSpPr>
          <p:spPr>
            <a:xfrm>
              <a:off x="5742102" y="1993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8" name="pt11518"/>
            <p:cNvSpPr/>
            <p:nvPr/>
          </p:nvSpPr>
          <p:spPr>
            <a:xfrm>
              <a:off x="5308558" y="2103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9" name="pt11519"/>
            <p:cNvSpPr/>
            <p:nvPr/>
          </p:nvSpPr>
          <p:spPr>
            <a:xfrm>
              <a:off x="5086147" y="211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0" name="pt11520"/>
            <p:cNvSpPr/>
            <p:nvPr/>
          </p:nvSpPr>
          <p:spPr>
            <a:xfrm>
              <a:off x="5298274" y="2190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1" name="pt11521"/>
            <p:cNvSpPr/>
            <p:nvPr/>
          </p:nvSpPr>
          <p:spPr>
            <a:xfrm>
              <a:off x="5427802" y="2149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2" name="pt11522"/>
            <p:cNvSpPr/>
            <p:nvPr/>
          </p:nvSpPr>
          <p:spPr>
            <a:xfrm>
              <a:off x="5380189" y="2172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3" name="pt11523"/>
            <p:cNvSpPr/>
            <p:nvPr/>
          </p:nvSpPr>
          <p:spPr>
            <a:xfrm>
              <a:off x="5501814" y="2111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4" name="pt11524"/>
            <p:cNvSpPr/>
            <p:nvPr/>
          </p:nvSpPr>
          <p:spPr>
            <a:xfrm>
              <a:off x="5415324" y="2228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5" name="pt11525"/>
            <p:cNvSpPr/>
            <p:nvPr/>
          </p:nvSpPr>
          <p:spPr>
            <a:xfrm>
              <a:off x="5367094" y="2118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6" name="pt11526"/>
            <p:cNvSpPr/>
            <p:nvPr/>
          </p:nvSpPr>
          <p:spPr>
            <a:xfrm>
              <a:off x="5631480" y="2048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7" name="pt11527"/>
            <p:cNvSpPr/>
            <p:nvPr/>
          </p:nvSpPr>
          <p:spPr>
            <a:xfrm>
              <a:off x="5863037" y="2095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8" name="pt11528"/>
            <p:cNvSpPr/>
            <p:nvPr/>
          </p:nvSpPr>
          <p:spPr>
            <a:xfrm>
              <a:off x="5732568" y="1858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9" name="pt11529"/>
            <p:cNvSpPr/>
            <p:nvPr/>
          </p:nvSpPr>
          <p:spPr>
            <a:xfrm>
              <a:off x="5415455" y="2173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0" name="pt11530"/>
            <p:cNvSpPr/>
            <p:nvPr/>
          </p:nvSpPr>
          <p:spPr>
            <a:xfrm>
              <a:off x="5462981" y="210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1" name="pt11531"/>
            <p:cNvSpPr/>
            <p:nvPr/>
          </p:nvSpPr>
          <p:spPr>
            <a:xfrm>
              <a:off x="5159411" y="2432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2" name="pt11532"/>
            <p:cNvSpPr/>
            <p:nvPr/>
          </p:nvSpPr>
          <p:spPr>
            <a:xfrm>
              <a:off x="5509994" y="2246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3" name="pt11533"/>
            <p:cNvSpPr/>
            <p:nvPr/>
          </p:nvSpPr>
          <p:spPr>
            <a:xfrm>
              <a:off x="5252451" y="2145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4" name="pt11534"/>
            <p:cNvSpPr/>
            <p:nvPr/>
          </p:nvSpPr>
          <p:spPr>
            <a:xfrm>
              <a:off x="5760463" y="2113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5" name="pt11535"/>
            <p:cNvSpPr/>
            <p:nvPr/>
          </p:nvSpPr>
          <p:spPr>
            <a:xfrm>
              <a:off x="5863888" y="1693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6" name="pt11536"/>
            <p:cNvSpPr/>
            <p:nvPr/>
          </p:nvSpPr>
          <p:spPr>
            <a:xfrm>
              <a:off x="5318910" y="2172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7" name="pt11537"/>
            <p:cNvSpPr/>
            <p:nvPr/>
          </p:nvSpPr>
          <p:spPr>
            <a:xfrm>
              <a:off x="5435580" y="2021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8" name="pt11538"/>
            <p:cNvSpPr/>
            <p:nvPr/>
          </p:nvSpPr>
          <p:spPr>
            <a:xfrm>
              <a:off x="5633781" y="2082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9" name="pt11539"/>
            <p:cNvSpPr/>
            <p:nvPr/>
          </p:nvSpPr>
          <p:spPr>
            <a:xfrm>
              <a:off x="5428820" y="2046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0" name="pt11540"/>
            <p:cNvSpPr/>
            <p:nvPr/>
          </p:nvSpPr>
          <p:spPr>
            <a:xfrm>
              <a:off x="5342877" y="2157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1" name="pt11541"/>
            <p:cNvSpPr/>
            <p:nvPr/>
          </p:nvSpPr>
          <p:spPr>
            <a:xfrm>
              <a:off x="5421354" y="2110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2" name="pt11542"/>
            <p:cNvSpPr/>
            <p:nvPr/>
          </p:nvSpPr>
          <p:spPr>
            <a:xfrm>
              <a:off x="5598888" y="203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3" name="pt11543"/>
            <p:cNvSpPr/>
            <p:nvPr/>
          </p:nvSpPr>
          <p:spPr>
            <a:xfrm>
              <a:off x="5494470" y="2122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4" name="pt11544"/>
            <p:cNvSpPr/>
            <p:nvPr/>
          </p:nvSpPr>
          <p:spPr>
            <a:xfrm>
              <a:off x="5788299" y="1867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5" name="pt11545"/>
            <p:cNvSpPr/>
            <p:nvPr/>
          </p:nvSpPr>
          <p:spPr>
            <a:xfrm>
              <a:off x="5827546" y="1842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6" name="pt11546"/>
            <p:cNvSpPr/>
            <p:nvPr/>
          </p:nvSpPr>
          <p:spPr>
            <a:xfrm>
              <a:off x="5677713" y="1910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7" name="pt11547"/>
            <p:cNvSpPr/>
            <p:nvPr/>
          </p:nvSpPr>
          <p:spPr>
            <a:xfrm>
              <a:off x="5460502" y="2060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8" name="pt11548"/>
            <p:cNvSpPr/>
            <p:nvPr/>
          </p:nvSpPr>
          <p:spPr>
            <a:xfrm>
              <a:off x="5145434" y="2698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9" name="pt11549"/>
            <p:cNvSpPr/>
            <p:nvPr/>
          </p:nvSpPr>
          <p:spPr>
            <a:xfrm>
              <a:off x="5523466" y="2042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0" name="pt11550"/>
            <p:cNvSpPr/>
            <p:nvPr/>
          </p:nvSpPr>
          <p:spPr>
            <a:xfrm>
              <a:off x="5496983" y="2193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1" name="pt11551"/>
            <p:cNvSpPr/>
            <p:nvPr/>
          </p:nvSpPr>
          <p:spPr>
            <a:xfrm>
              <a:off x="5178724" y="2248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2" name="pt11552"/>
            <p:cNvSpPr/>
            <p:nvPr/>
          </p:nvSpPr>
          <p:spPr>
            <a:xfrm>
              <a:off x="5415002" y="1912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3" name="pt11553"/>
            <p:cNvSpPr/>
            <p:nvPr/>
          </p:nvSpPr>
          <p:spPr>
            <a:xfrm>
              <a:off x="5196572" y="2180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4" name="pt11554"/>
            <p:cNvSpPr/>
            <p:nvPr/>
          </p:nvSpPr>
          <p:spPr>
            <a:xfrm>
              <a:off x="5352629" y="2305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5" name="pt11555"/>
            <p:cNvSpPr/>
            <p:nvPr/>
          </p:nvSpPr>
          <p:spPr>
            <a:xfrm>
              <a:off x="4790752" y="2531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6" name="pt11556"/>
            <p:cNvSpPr/>
            <p:nvPr/>
          </p:nvSpPr>
          <p:spPr>
            <a:xfrm>
              <a:off x="5423440" y="2198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7" name="pt11557"/>
            <p:cNvSpPr/>
            <p:nvPr/>
          </p:nvSpPr>
          <p:spPr>
            <a:xfrm>
              <a:off x="5840978" y="1676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8" name="pt11558"/>
            <p:cNvSpPr/>
            <p:nvPr/>
          </p:nvSpPr>
          <p:spPr>
            <a:xfrm>
              <a:off x="5293896" y="2058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9" name="pt11559"/>
            <p:cNvSpPr/>
            <p:nvPr/>
          </p:nvSpPr>
          <p:spPr>
            <a:xfrm>
              <a:off x="5181214" y="2007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0" name="pt11560"/>
            <p:cNvSpPr/>
            <p:nvPr/>
          </p:nvSpPr>
          <p:spPr>
            <a:xfrm>
              <a:off x="5061978" y="2440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1" name="pt11561"/>
            <p:cNvSpPr/>
            <p:nvPr/>
          </p:nvSpPr>
          <p:spPr>
            <a:xfrm>
              <a:off x="5032754" y="2432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2" name="pt11562"/>
            <p:cNvSpPr/>
            <p:nvPr/>
          </p:nvSpPr>
          <p:spPr>
            <a:xfrm>
              <a:off x="5742048" y="200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3" name="pt11563"/>
            <p:cNvSpPr/>
            <p:nvPr/>
          </p:nvSpPr>
          <p:spPr>
            <a:xfrm>
              <a:off x="5754891" y="2061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4" name="pt11564"/>
            <p:cNvSpPr/>
            <p:nvPr/>
          </p:nvSpPr>
          <p:spPr>
            <a:xfrm>
              <a:off x="5134616" y="2722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5" name="pt11565"/>
            <p:cNvSpPr/>
            <p:nvPr/>
          </p:nvSpPr>
          <p:spPr>
            <a:xfrm>
              <a:off x="5185989" y="2380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6" name="pt11566"/>
            <p:cNvSpPr/>
            <p:nvPr/>
          </p:nvSpPr>
          <p:spPr>
            <a:xfrm>
              <a:off x="5560617" y="2224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7" name="pt11567"/>
            <p:cNvSpPr/>
            <p:nvPr/>
          </p:nvSpPr>
          <p:spPr>
            <a:xfrm>
              <a:off x="5091705" y="2412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8" name="pt11568"/>
            <p:cNvSpPr/>
            <p:nvPr/>
          </p:nvSpPr>
          <p:spPr>
            <a:xfrm>
              <a:off x="5321703" y="2159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9" name="pt11569"/>
            <p:cNvSpPr/>
            <p:nvPr/>
          </p:nvSpPr>
          <p:spPr>
            <a:xfrm>
              <a:off x="5516843" y="2097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0" name="pt11570"/>
            <p:cNvSpPr/>
            <p:nvPr/>
          </p:nvSpPr>
          <p:spPr>
            <a:xfrm>
              <a:off x="5382819" y="2219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1" name="pt11571"/>
            <p:cNvSpPr/>
            <p:nvPr/>
          </p:nvSpPr>
          <p:spPr>
            <a:xfrm>
              <a:off x="5484294" y="2080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2" name="pt11572"/>
            <p:cNvSpPr/>
            <p:nvPr/>
          </p:nvSpPr>
          <p:spPr>
            <a:xfrm>
              <a:off x="5553143" y="2180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3" name="pt11573"/>
            <p:cNvSpPr/>
            <p:nvPr/>
          </p:nvSpPr>
          <p:spPr>
            <a:xfrm>
              <a:off x="5508214" y="2297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4" name="pt11574"/>
            <p:cNvSpPr/>
            <p:nvPr/>
          </p:nvSpPr>
          <p:spPr>
            <a:xfrm>
              <a:off x="5158282" y="2491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5" name="pt11575"/>
            <p:cNvSpPr/>
            <p:nvPr/>
          </p:nvSpPr>
          <p:spPr>
            <a:xfrm>
              <a:off x="5221005" y="2095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6" name="pt11576"/>
            <p:cNvSpPr/>
            <p:nvPr/>
          </p:nvSpPr>
          <p:spPr>
            <a:xfrm>
              <a:off x="5245439" y="2128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7" name="pt11577"/>
            <p:cNvSpPr/>
            <p:nvPr/>
          </p:nvSpPr>
          <p:spPr>
            <a:xfrm>
              <a:off x="5326195" y="2177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8" name="pt11578"/>
            <p:cNvSpPr/>
            <p:nvPr/>
          </p:nvSpPr>
          <p:spPr>
            <a:xfrm>
              <a:off x="5445704" y="1978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9" name="pt11579"/>
            <p:cNvSpPr/>
            <p:nvPr/>
          </p:nvSpPr>
          <p:spPr>
            <a:xfrm>
              <a:off x="5331716" y="2161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0" name="pt11580"/>
            <p:cNvSpPr/>
            <p:nvPr/>
          </p:nvSpPr>
          <p:spPr>
            <a:xfrm>
              <a:off x="5187806" y="2110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1" name="pt11581"/>
            <p:cNvSpPr/>
            <p:nvPr/>
          </p:nvSpPr>
          <p:spPr>
            <a:xfrm>
              <a:off x="5775346" y="1930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2" name="pt11582"/>
            <p:cNvSpPr/>
            <p:nvPr/>
          </p:nvSpPr>
          <p:spPr>
            <a:xfrm>
              <a:off x="5713121" y="1778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3" name="pt11583"/>
            <p:cNvSpPr/>
            <p:nvPr/>
          </p:nvSpPr>
          <p:spPr>
            <a:xfrm>
              <a:off x="5419370" y="2086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4" name="pt11584"/>
            <p:cNvSpPr/>
            <p:nvPr/>
          </p:nvSpPr>
          <p:spPr>
            <a:xfrm>
              <a:off x="5906055" y="1636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5" name="pt11585"/>
            <p:cNvSpPr/>
            <p:nvPr/>
          </p:nvSpPr>
          <p:spPr>
            <a:xfrm>
              <a:off x="5657917" y="1727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6" name="pt11586"/>
            <p:cNvSpPr/>
            <p:nvPr/>
          </p:nvSpPr>
          <p:spPr>
            <a:xfrm>
              <a:off x="5504610" y="2214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7" name="pt11587"/>
            <p:cNvSpPr/>
            <p:nvPr/>
          </p:nvSpPr>
          <p:spPr>
            <a:xfrm>
              <a:off x="5303749" y="2219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8" name="pt11588"/>
            <p:cNvSpPr/>
            <p:nvPr/>
          </p:nvSpPr>
          <p:spPr>
            <a:xfrm>
              <a:off x="5330339" y="2134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9" name="pt11589"/>
            <p:cNvSpPr/>
            <p:nvPr/>
          </p:nvSpPr>
          <p:spPr>
            <a:xfrm>
              <a:off x="5200192" y="2076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0" name="pt11590"/>
            <p:cNvSpPr/>
            <p:nvPr/>
          </p:nvSpPr>
          <p:spPr>
            <a:xfrm>
              <a:off x="5429434" y="2182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1" name="pt11591"/>
            <p:cNvSpPr/>
            <p:nvPr/>
          </p:nvSpPr>
          <p:spPr>
            <a:xfrm>
              <a:off x="5748778" y="2101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2" name="pt11592"/>
            <p:cNvSpPr/>
            <p:nvPr/>
          </p:nvSpPr>
          <p:spPr>
            <a:xfrm>
              <a:off x="5474997" y="2152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3" name="pt11593"/>
            <p:cNvSpPr/>
            <p:nvPr/>
          </p:nvSpPr>
          <p:spPr>
            <a:xfrm>
              <a:off x="4906103" y="2036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4" name="pt11594"/>
            <p:cNvSpPr/>
            <p:nvPr/>
          </p:nvSpPr>
          <p:spPr>
            <a:xfrm>
              <a:off x="5430767" y="2070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5" name="pt11595"/>
            <p:cNvSpPr/>
            <p:nvPr/>
          </p:nvSpPr>
          <p:spPr>
            <a:xfrm>
              <a:off x="5416304" y="2133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6" name="pt11596"/>
            <p:cNvSpPr/>
            <p:nvPr/>
          </p:nvSpPr>
          <p:spPr>
            <a:xfrm>
              <a:off x="5759306" y="1899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7" name="pt11597"/>
            <p:cNvSpPr/>
            <p:nvPr/>
          </p:nvSpPr>
          <p:spPr>
            <a:xfrm>
              <a:off x="5418936" y="2218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8" name="pt11598"/>
            <p:cNvSpPr/>
            <p:nvPr/>
          </p:nvSpPr>
          <p:spPr>
            <a:xfrm>
              <a:off x="5358914" y="2178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9" name="pt11599"/>
            <p:cNvSpPr/>
            <p:nvPr/>
          </p:nvSpPr>
          <p:spPr>
            <a:xfrm>
              <a:off x="5070316" y="2684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0" name="pt11600"/>
            <p:cNvSpPr/>
            <p:nvPr/>
          </p:nvSpPr>
          <p:spPr>
            <a:xfrm>
              <a:off x="5099890" y="2516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1" name="pt11601"/>
            <p:cNvSpPr/>
            <p:nvPr/>
          </p:nvSpPr>
          <p:spPr>
            <a:xfrm>
              <a:off x="5905917" y="1708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2" name="pt11602"/>
            <p:cNvSpPr/>
            <p:nvPr/>
          </p:nvSpPr>
          <p:spPr>
            <a:xfrm>
              <a:off x="5587262" y="212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3" name="pt11603"/>
            <p:cNvSpPr/>
            <p:nvPr/>
          </p:nvSpPr>
          <p:spPr>
            <a:xfrm>
              <a:off x="5779621" y="1913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4" name="pt11604"/>
            <p:cNvSpPr/>
            <p:nvPr/>
          </p:nvSpPr>
          <p:spPr>
            <a:xfrm>
              <a:off x="5220132" y="2178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5" name="pt11605"/>
            <p:cNvSpPr/>
            <p:nvPr/>
          </p:nvSpPr>
          <p:spPr>
            <a:xfrm>
              <a:off x="5725780" y="1711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6" name="pt11606"/>
            <p:cNvSpPr/>
            <p:nvPr/>
          </p:nvSpPr>
          <p:spPr>
            <a:xfrm>
              <a:off x="5492568" y="2208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7" name="pt11607"/>
            <p:cNvSpPr/>
            <p:nvPr/>
          </p:nvSpPr>
          <p:spPr>
            <a:xfrm>
              <a:off x="5723049" y="1948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8" name="pt11608"/>
            <p:cNvSpPr/>
            <p:nvPr/>
          </p:nvSpPr>
          <p:spPr>
            <a:xfrm>
              <a:off x="5709945" y="2006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9" name="pt11609"/>
            <p:cNvSpPr/>
            <p:nvPr/>
          </p:nvSpPr>
          <p:spPr>
            <a:xfrm>
              <a:off x="5458238" y="2021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0" name="pt11610"/>
            <p:cNvSpPr/>
            <p:nvPr/>
          </p:nvSpPr>
          <p:spPr>
            <a:xfrm>
              <a:off x="5390555" y="221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1" name="pt11611"/>
            <p:cNvSpPr/>
            <p:nvPr/>
          </p:nvSpPr>
          <p:spPr>
            <a:xfrm>
              <a:off x="5520740" y="2079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2" name="pt11612"/>
            <p:cNvSpPr/>
            <p:nvPr/>
          </p:nvSpPr>
          <p:spPr>
            <a:xfrm>
              <a:off x="5794488" y="1851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3" name="pt11613"/>
            <p:cNvSpPr/>
            <p:nvPr/>
          </p:nvSpPr>
          <p:spPr>
            <a:xfrm>
              <a:off x="5384084" y="2225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4" name="pt11614"/>
            <p:cNvSpPr/>
            <p:nvPr/>
          </p:nvSpPr>
          <p:spPr>
            <a:xfrm>
              <a:off x="5598042" y="2026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5" name="pt11615"/>
            <p:cNvSpPr/>
            <p:nvPr/>
          </p:nvSpPr>
          <p:spPr>
            <a:xfrm>
              <a:off x="5467769" y="2044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6" name="pt11616"/>
            <p:cNvSpPr/>
            <p:nvPr/>
          </p:nvSpPr>
          <p:spPr>
            <a:xfrm>
              <a:off x="5374866" y="2106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7" name="pt11617"/>
            <p:cNvSpPr/>
            <p:nvPr/>
          </p:nvSpPr>
          <p:spPr>
            <a:xfrm>
              <a:off x="5138481" y="2715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8" name="pt11618"/>
            <p:cNvSpPr/>
            <p:nvPr/>
          </p:nvSpPr>
          <p:spPr>
            <a:xfrm>
              <a:off x="5479842" y="222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9" name="pt11619"/>
            <p:cNvSpPr/>
            <p:nvPr/>
          </p:nvSpPr>
          <p:spPr>
            <a:xfrm>
              <a:off x="5945150" y="1750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0" name="pt11620"/>
            <p:cNvSpPr/>
            <p:nvPr/>
          </p:nvSpPr>
          <p:spPr>
            <a:xfrm>
              <a:off x="5660930" y="1956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1" name="pt11621"/>
            <p:cNvSpPr/>
            <p:nvPr/>
          </p:nvSpPr>
          <p:spPr>
            <a:xfrm>
              <a:off x="5294822" y="2225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2" name="pt11622"/>
            <p:cNvSpPr/>
            <p:nvPr/>
          </p:nvSpPr>
          <p:spPr>
            <a:xfrm>
              <a:off x="5405974" y="2332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3" name="pt11623"/>
            <p:cNvSpPr/>
            <p:nvPr/>
          </p:nvSpPr>
          <p:spPr>
            <a:xfrm>
              <a:off x="5277511" y="2160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4" name="pt11624"/>
            <p:cNvSpPr/>
            <p:nvPr/>
          </p:nvSpPr>
          <p:spPr>
            <a:xfrm>
              <a:off x="5321091" y="2145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5" name="pt11625"/>
            <p:cNvSpPr/>
            <p:nvPr/>
          </p:nvSpPr>
          <p:spPr>
            <a:xfrm>
              <a:off x="5013923" y="1773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6" name="pt11626"/>
            <p:cNvSpPr/>
            <p:nvPr/>
          </p:nvSpPr>
          <p:spPr>
            <a:xfrm>
              <a:off x="5258575" y="2214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7" name="pt11627"/>
            <p:cNvSpPr/>
            <p:nvPr/>
          </p:nvSpPr>
          <p:spPr>
            <a:xfrm>
              <a:off x="5353691" y="2268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8" name="pt11628"/>
            <p:cNvSpPr/>
            <p:nvPr/>
          </p:nvSpPr>
          <p:spPr>
            <a:xfrm>
              <a:off x="5506485" y="2182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9" name="pt11629"/>
            <p:cNvSpPr/>
            <p:nvPr/>
          </p:nvSpPr>
          <p:spPr>
            <a:xfrm>
              <a:off x="5490669" y="2185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0" name="pt11630"/>
            <p:cNvSpPr/>
            <p:nvPr/>
          </p:nvSpPr>
          <p:spPr>
            <a:xfrm>
              <a:off x="5514653" y="2073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1" name="pt11631"/>
            <p:cNvSpPr/>
            <p:nvPr/>
          </p:nvSpPr>
          <p:spPr>
            <a:xfrm>
              <a:off x="5536704" y="2193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2" name="pt11632"/>
            <p:cNvSpPr/>
            <p:nvPr/>
          </p:nvSpPr>
          <p:spPr>
            <a:xfrm>
              <a:off x="5235271" y="2091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3" name="pt11633"/>
            <p:cNvSpPr/>
            <p:nvPr/>
          </p:nvSpPr>
          <p:spPr>
            <a:xfrm>
              <a:off x="6018737" y="2086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4" name="pt11634"/>
            <p:cNvSpPr/>
            <p:nvPr/>
          </p:nvSpPr>
          <p:spPr>
            <a:xfrm>
              <a:off x="5442675" y="2086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5" name="pt11635"/>
            <p:cNvSpPr/>
            <p:nvPr/>
          </p:nvSpPr>
          <p:spPr>
            <a:xfrm>
              <a:off x="5539350" y="2160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6" name="pt11636"/>
            <p:cNvSpPr/>
            <p:nvPr/>
          </p:nvSpPr>
          <p:spPr>
            <a:xfrm>
              <a:off x="5543526" y="2156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7" name="pt11637"/>
            <p:cNvSpPr/>
            <p:nvPr/>
          </p:nvSpPr>
          <p:spPr>
            <a:xfrm>
              <a:off x="5407148" y="2229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8" name="pt11638"/>
            <p:cNvSpPr/>
            <p:nvPr/>
          </p:nvSpPr>
          <p:spPr>
            <a:xfrm>
              <a:off x="5333662" y="2149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9" name="pt11639"/>
            <p:cNvSpPr/>
            <p:nvPr/>
          </p:nvSpPr>
          <p:spPr>
            <a:xfrm>
              <a:off x="5317148" y="2185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0" name="pt11640"/>
            <p:cNvSpPr/>
            <p:nvPr/>
          </p:nvSpPr>
          <p:spPr>
            <a:xfrm>
              <a:off x="4768758" y="2568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1" name="pt11641"/>
            <p:cNvSpPr/>
            <p:nvPr/>
          </p:nvSpPr>
          <p:spPr>
            <a:xfrm>
              <a:off x="5567834" y="2212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2" name="pt11642"/>
            <p:cNvSpPr/>
            <p:nvPr/>
          </p:nvSpPr>
          <p:spPr>
            <a:xfrm>
              <a:off x="5546922" y="2157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3" name="pt11643"/>
            <p:cNvSpPr/>
            <p:nvPr/>
          </p:nvSpPr>
          <p:spPr>
            <a:xfrm>
              <a:off x="5449634" y="2025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4" name="pt11644"/>
            <p:cNvSpPr/>
            <p:nvPr/>
          </p:nvSpPr>
          <p:spPr>
            <a:xfrm>
              <a:off x="5282745" y="2083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5" name="pt11645"/>
            <p:cNvSpPr/>
            <p:nvPr/>
          </p:nvSpPr>
          <p:spPr>
            <a:xfrm>
              <a:off x="5334270" y="220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6" name="pt11646"/>
            <p:cNvSpPr/>
            <p:nvPr/>
          </p:nvSpPr>
          <p:spPr>
            <a:xfrm>
              <a:off x="5704291" y="1782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7" name="pt11647"/>
            <p:cNvSpPr/>
            <p:nvPr/>
          </p:nvSpPr>
          <p:spPr>
            <a:xfrm>
              <a:off x="5154951" y="2465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8" name="pt11648"/>
            <p:cNvSpPr/>
            <p:nvPr/>
          </p:nvSpPr>
          <p:spPr>
            <a:xfrm>
              <a:off x="5591208" y="2006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9" name="pt11649"/>
            <p:cNvSpPr/>
            <p:nvPr/>
          </p:nvSpPr>
          <p:spPr>
            <a:xfrm>
              <a:off x="5219382" y="2137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0" name="pt11650"/>
            <p:cNvSpPr/>
            <p:nvPr/>
          </p:nvSpPr>
          <p:spPr>
            <a:xfrm>
              <a:off x="5222372" y="1895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1" name="pt11651"/>
            <p:cNvSpPr/>
            <p:nvPr/>
          </p:nvSpPr>
          <p:spPr>
            <a:xfrm>
              <a:off x="5287677" y="2134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2" name="pt11652"/>
            <p:cNvSpPr/>
            <p:nvPr/>
          </p:nvSpPr>
          <p:spPr>
            <a:xfrm>
              <a:off x="5500144" y="2067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3" name="pt11653"/>
            <p:cNvSpPr/>
            <p:nvPr/>
          </p:nvSpPr>
          <p:spPr>
            <a:xfrm>
              <a:off x="5636073" y="2026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4" name="pt11654"/>
            <p:cNvSpPr/>
            <p:nvPr/>
          </p:nvSpPr>
          <p:spPr>
            <a:xfrm>
              <a:off x="5870376" y="1949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5" name="pt11655"/>
            <p:cNvSpPr/>
            <p:nvPr/>
          </p:nvSpPr>
          <p:spPr>
            <a:xfrm>
              <a:off x="5208180" y="2143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6" name="pt11656"/>
            <p:cNvSpPr/>
            <p:nvPr/>
          </p:nvSpPr>
          <p:spPr>
            <a:xfrm>
              <a:off x="5735538" y="1794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7" name="pt11657"/>
            <p:cNvSpPr/>
            <p:nvPr/>
          </p:nvSpPr>
          <p:spPr>
            <a:xfrm>
              <a:off x="5638321" y="208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8" name="pt11658"/>
            <p:cNvSpPr/>
            <p:nvPr/>
          </p:nvSpPr>
          <p:spPr>
            <a:xfrm>
              <a:off x="5634477" y="2099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9" name="pt11659"/>
            <p:cNvSpPr/>
            <p:nvPr/>
          </p:nvSpPr>
          <p:spPr>
            <a:xfrm>
              <a:off x="5256930" y="2204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0" name="pt11660"/>
            <p:cNvSpPr/>
            <p:nvPr/>
          </p:nvSpPr>
          <p:spPr>
            <a:xfrm>
              <a:off x="5635594" y="2007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1" name="pt11661"/>
            <p:cNvSpPr/>
            <p:nvPr/>
          </p:nvSpPr>
          <p:spPr>
            <a:xfrm>
              <a:off x="5355638" y="2320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2" name="pt11662"/>
            <p:cNvSpPr/>
            <p:nvPr/>
          </p:nvSpPr>
          <p:spPr>
            <a:xfrm>
              <a:off x="5508021" y="2094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3" name="pt11663"/>
            <p:cNvSpPr/>
            <p:nvPr/>
          </p:nvSpPr>
          <p:spPr>
            <a:xfrm>
              <a:off x="5820803" y="2027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4" name="pt11664"/>
            <p:cNvSpPr/>
            <p:nvPr/>
          </p:nvSpPr>
          <p:spPr>
            <a:xfrm>
              <a:off x="5380425" y="2209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5" name="pt11665"/>
            <p:cNvSpPr/>
            <p:nvPr/>
          </p:nvSpPr>
          <p:spPr>
            <a:xfrm>
              <a:off x="4900037" y="2244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6" name="pt11666"/>
            <p:cNvSpPr/>
            <p:nvPr/>
          </p:nvSpPr>
          <p:spPr>
            <a:xfrm>
              <a:off x="5263567" y="2171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7" name="pt11667"/>
            <p:cNvSpPr/>
            <p:nvPr/>
          </p:nvSpPr>
          <p:spPr>
            <a:xfrm>
              <a:off x="5319298" y="2213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8" name="pt11668"/>
            <p:cNvSpPr/>
            <p:nvPr/>
          </p:nvSpPr>
          <p:spPr>
            <a:xfrm>
              <a:off x="5576292" y="1981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9" name="pt11669"/>
            <p:cNvSpPr/>
            <p:nvPr/>
          </p:nvSpPr>
          <p:spPr>
            <a:xfrm>
              <a:off x="5694433" y="1982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0" name="pt11670"/>
            <p:cNvSpPr/>
            <p:nvPr/>
          </p:nvSpPr>
          <p:spPr>
            <a:xfrm>
              <a:off x="5692933" y="1971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1" name="pt11671"/>
            <p:cNvSpPr/>
            <p:nvPr/>
          </p:nvSpPr>
          <p:spPr>
            <a:xfrm>
              <a:off x="5252636" y="2092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2" name="pt11672"/>
            <p:cNvSpPr/>
            <p:nvPr/>
          </p:nvSpPr>
          <p:spPr>
            <a:xfrm>
              <a:off x="5575481" y="2277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3" name="pt11673"/>
            <p:cNvSpPr/>
            <p:nvPr/>
          </p:nvSpPr>
          <p:spPr>
            <a:xfrm>
              <a:off x="5290180" y="2168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4" name="pt11674"/>
            <p:cNvSpPr/>
            <p:nvPr/>
          </p:nvSpPr>
          <p:spPr>
            <a:xfrm>
              <a:off x="5610679" y="1966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5" name="pt11675"/>
            <p:cNvSpPr/>
            <p:nvPr/>
          </p:nvSpPr>
          <p:spPr>
            <a:xfrm>
              <a:off x="5563848" y="220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6" name="pt11676"/>
            <p:cNvSpPr/>
            <p:nvPr/>
          </p:nvSpPr>
          <p:spPr>
            <a:xfrm>
              <a:off x="5375834" y="2195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7" name="pt11677"/>
            <p:cNvSpPr/>
            <p:nvPr/>
          </p:nvSpPr>
          <p:spPr>
            <a:xfrm>
              <a:off x="5446296" y="2036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8" name="pt11678"/>
            <p:cNvSpPr/>
            <p:nvPr/>
          </p:nvSpPr>
          <p:spPr>
            <a:xfrm>
              <a:off x="5777881" y="1973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9" name="pt11679"/>
            <p:cNvSpPr/>
            <p:nvPr/>
          </p:nvSpPr>
          <p:spPr>
            <a:xfrm>
              <a:off x="5548755" y="221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0" name="pt11680"/>
            <p:cNvSpPr/>
            <p:nvPr/>
          </p:nvSpPr>
          <p:spPr>
            <a:xfrm>
              <a:off x="5632797" y="2027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1" name="pt11681"/>
            <p:cNvSpPr/>
            <p:nvPr/>
          </p:nvSpPr>
          <p:spPr>
            <a:xfrm>
              <a:off x="5242038" y="2109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2" name="pt11682"/>
            <p:cNvSpPr/>
            <p:nvPr/>
          </p:nvSpPr>
          <p:spPr>
            <a:xfrm>
              <a:off x="5190181" y="2324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3" name="pt11683"/>
            <p:cNvSpPr/>
            <p:nvPr/>
          </p:nvSpPr>
          <p:spPr>
            <a:xfrm>
              <a:off x="5747774" y="1889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4" name="pt11684"/>
            <p:cNvSpPr/>
            <p:nvPr/>
          </p:nvSpPr>
          <p:spPr>
            <a:xfrm>
              <a:off x="5544707" y="2269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5" name="pt11685"/>
            <p:cNvSpPr/>
            <p:nvPr/>
          </p:nvSpPr>
          <p:spPr>
            <a:xfrm>
              <a:off x="5720118" y="1830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6" name="pt11686"/>
            <p:cNvSpPr/>
            <p:nvPr/>
          </p:nvSpPr>
          <p:spPr>
            <a:xfrm>
              <a:off x="5457233" y="1923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7" name="pt11687"/>
            <p:cNvSpPr/>
            <p:nvPr/>
          </p:nvSpPr>
          <p:spPr>
            <a:xfrm>
              <a:off x="5340399" y="2287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8" name="pt11688"/>
            <p:cNvSpPr/>
            <p:nvPr/>
          </p:nvSpPr>
          <p:spPr>
            <a:xfrm>
              <a:off x="5474703" y="2171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9" name="pt11689"/>
            <p:cNvSpPr/>
            <p:nvPr/>
          </p:nvSpPr>
          <p:spPr>
            <a:xfrm>
              <a:off x="5570243" y="1977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0" name="pt11690"/>
            <p:cNvSpPr/>
            <p:nvPr/>
          </p:nvSpPr>
          <p:spPr>
            <a:xfrm>
              <a:off x="5585117" y="2085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1" name="pt11691"/>
            <p:cNvSpPr/>
            <p:nvPr/>
          </p:nvSpPr>
          <p:spPr>
            <a:xfrm>
              <a:off x="5430294" y="2216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2" name="pt11692"/>
            <p:cNvSpPr/>
            <p:nvPr/>
          </p:nvSpPr>
          <p:spPr>
            <a:xfrm>
              <a:off x="5395413" y="2146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3" name="pt11693"/>
            <p:cNvSpPr/>
            <p:nvPr/>
          </p:nvSpPr>
          <p:spPr>
            <a:xfrm>
              <a:off x="5542226" y="2173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4" name="pt11694"/>
            <p:cNvSpPr/>
            <p:nvPr/>
          </p:nvSpPr>
          <p:spPr>
            <a:xfrm>
              <a:off x="5163810" y="2238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5" name="pt11695"/>
            <p:cNvSpPr/>
            <p:nvPr/>
          </p:nvSpPr>
          <p:spPr>
            <a:xfrm>
              <a:off x="5846638" y="1817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6" name="pt11696"/>
            <p:cNvSpPr/>
            <p:nvPr/>
          </p:nvSpPr>
          <p:spPr>
            <a:xfrm>
              <a:off x="5112504" y="2513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7" name="pt11697"/>
            <p:cNvSpPr/>
            <p:nvPr/>
          </p:nvSpPr>
          <p:spPr>
            <a:xfrm>
              <a:off x="5440136" y="1911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8" name="pt11698"/>
            <p:cNvSpPr/>
            <p:nvPr/>
          </p:nvSpPr>
          <p:spPr>
            <a:xfrm>
              <a:off x="5539034" y="2193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9" name="pt11699"/>
            <p:cNvSpPr/>
            <p:nvPr/>
          </p:nvSpPr>
          <p:spPr>
            <a:xfrm>
              <a:off x="5367814" y="2011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0" name="pt11700"/>
            <p:cNvSpPr/>
            <p:nvPr/>
          </p:nvSpPr>
          <p:spPr>
            <a:xfrm>
              <a:off x="5702717" y="1826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1" name="pt11701"/>
            <p:cNvSpPr/>
            <p:nvPr/>
          </p:nvSpPr>
          <p:spPr>
            <a:xfrm>
              <a:off x="5043528" y="2459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2" name="pt11702"/>
            <p:cNvSpPr/>
            <p:nvPr/>
          </p:nvSpPr>
          <p:spPr>
            <a:xfrm>
              <a:off x="5443875" y="2109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3" name="pt11703"/>
            <p:cNvSpPr/>
            <p:nvPr/>
          </p:nvSpPr>
          <p:spPr>
            <a:xfrm>
              <a:off x="4659247" y="2604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4" name="pt11704"/>
            <p:cNvSpPr/>
            <p:nvPr/>
          </p:nvSpPr>
          <p:spPr>
            <a:xfrm>
              <a:off x="5332378" y="2124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5" name="pt11705"/>
            <p:cNvSpPr/>
            <p:nvPr/>
          </p:nvSpPr>
          <p:spPr>
            <a:xfrm>
              <a:off x="5818618" y="1846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6" name="pt11706"/>
            <p:cNvSpPr/>
            <p:nvPr/>
          </p:nvSpPr>
          <p:spPr>
            <a:xfrm>
              <a:off x="5143555" y="274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7" name="pt11707"/>
            <p:cNvSpPr/>
            <p:nvPr/>
          </p:nvSpPr>
          <p:spPr>
            <a:xfrm>
              <a:off x="5589980" y="2180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8" name="pt11708"/>
            <p:cNvSpPr/>
            <p:nvPr/>
          </p:nvSpPr>
          <p:spPr>
            <a:xfrm>
              <a:off x="5560170" y="2251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9" name="pt11709"/>
            <p:cNvSpPr/>
            <p:nvPr/>
          </p:nvSpPr>
          <p:spPr>
            <a:xfrm>
              <a:off x="5426101" y="2212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0" name="pt11710"/>
            <p:cNvSpPr/>
            <p:nvPr/>
          </p:nvSpPr>
          <p:spPr>
            <a:xfrm>
              <a:off x="5270126" y="2104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1" name="pt11711"/>
            <p:cNvSpPr/>
            <p:nvPr/>
          </p:nvSpPr>
          <p:spPr>
            <a:xfrm>
              <a:off x="4969774" y="2928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2" name="pt11712"/>
            <p:cNvSpPr/>
            <p:nvPr/>
          </p:nvSpPr>
          <p:spPr>
            <a:xfrm>
              <a:off x="5510910" y="2302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3" name="pt11713"/>
            <p:cNvSpPr/>
            <p:nvPr/>
          </p:nvSpPr>
          <p:spPr>
            <a:xfrm>
              <a:off x="5279581" y="2230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4" name="pt11714"/>
            <p:cNvSpPr/>
            <p:nvPr/>
          </p:nvSpPr>
          <p:spPr>
            <a:xfrm>
              <a:off x="5059956" y="2436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5" name="pt11715"/>
            <p:cNvSpPr/>
            <p:nvPr/>
          </p:nvSpPr>
          <p:spPr>
            <a:xfrm>
              <a:off x="5600769" y="1895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6" name="pt11716"/>
            <p:cNvSpPr/>
            <p:nvPr/>
          </p:nvSpPr>
          <p:spPr>
            <a:xfrm>
              <a:off x="5481273" y="2136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7" name="pt11717"/>
            <p:cNvSpPr/>
            <p:nvPr/>
          </p:nvSpPr>
          <p:spPr>
            <a:xfrm>
              <a:off x="5873384" y="2007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8" name="pt11718"/>
            <p:cNvSpPr/>
            <p:nvPr/>
          </p:nvSpPr>
          <p:spPr>
            <a:xfrm>
              <a:off x="5445506" y="1974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9" name="pt11719"/>
            <p:cNvSpPr/>
            <p:nvPr/>
          </p:nvSpPr>
          <p:spPr>
            <a:xfrm>
              <a:off x="5759102" y="2036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0" name="pt11720"/>
            <p:cNvSpPr/>
            <p:nvPr/>
          </p:nvSpPr>
          <p:spPr>
            <a:xfrm>
              <a:off x="5598837" y="2016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1" name="pt11721"/>
            <p:cNvSpPr/>
            <p:nvPr/>
          </p:nvSpPr>
          <p:spPr>
            <a:xfrm>
              <a:off x="5518641" y="2221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2" name="pt11722"/>
            <p:cNvSpPr/>
            <p:nvPr/>
          </p:nvSpPr>
          <p:spPr>
            <a:xfrm>
              <a:off x="5061093" y="2640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3" name="pt11723"/>
            <p:cNvSpPr/>
            <p:nvPr/>
          </p:nvSpPr>
          <p:spPr>
            <a:xfrm>
              <a:off x="5063244" y="2332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4" name="pt11724"/>
            <p:cNvSpPr/>
            <p:nvPr/>
          </p:nvSpPr>
          <p:spPr>
            <a:xfrm>
              <a:off x="5264990" y="2166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5" name="pt11725"/>
            <p:cNvSpPr/>
            <p:nvPr/>
          </p:nvSpPr>
          <p:spPr>
            <a:xfrm>
              <a:off x="5420114" y="2146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6" name="pt11726"/>
            <p:cNvSpPr/>
            <p:nvPr/>
          </p:nvSpPr>
          <p:spPr>
            <a:xfrm>
              <a:off x="5705847" y="1835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7" name="pt11727"/>
            <p:cNvSpPr/>
            <p:nvPr/>
          </p:nvSpPr>
          <p:spPr>
            <a:xfrm>
              <a:off x="5167413" y="2314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8" name="pt11728"/>
            <p:cNvSpPr/>
            <p:nvPr/>
          </p:nvSpPr>
          <p:spPr>
            <a:xfrm>
              <a:off x="5545991" y="2087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9" name="pt11729"/>
            <p:cNvSpPr/>
            <p:nvPr/>
          </p:nvSpPr>
          <p:spPr>
            <a:xfrm>
              <a:off x="5430218" y="2139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0" name="pt11730"/>
            <p:cNvSpPr/>
            <p:nvPr/>
          </p:nvSpPr>
          <p:spPr>
            <a:xfrm>
              <a:off x="5463824" y="1815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1" name="pt11731"/>
            <p:cNvSpPr/>
            <p:nvPr/>
          </p:nvSpPr>
          <p:spPr>
            <a:xfrm>
              <a:off x="5339847" y="2048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2" name="pt11732"/>
            <p:cNvSpPr/>
            <p:nvPr/>
          </p:nvSpPr>
          <p:spPr>
            <a:xfrm>
              <a:off x="5110209" y="2536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3" name="pt11733"/>
            <p:cNvSpPr/>
            <p:nvPr/>
          </p:nvSpPr>
          <p:spPr>
            <a:xfrm>
              <a:off x="5557248" y="2154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4" name="pt11734"/>
            <p:cNvSpPr/>
            <p:nvPr/>
          </p:nvSpPr>
          <p:spPr>
            <a:xfrm>
              <a:off x="5442183" y="2079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5" name="pt11735"/>
            <p:cNvSpPr/>
            <p:nvPr/>
          </p:nvSpPr>
          <p:spPr>
            <a:xfrm>
              <a:off x="5474249" y="2191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6" name="pt11736"/>
            <p:cNvSpPr/>
            <p:nvPr/>
          </p:nvSpPr>
          <p:spPr>
            <a:xfrm>
              <a:off x="5401623" y="2265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7" name="pt11737"/>
            <p:cNvSpPr/>
            <p:nvPr/>
          </p:nvSpPr>
          <p:spPr>
            <a:xfrm>
              <a:off x="5593533" y="2049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8" name="pt11738"/>
            <p:cNvSpPr/>
            <p:nvPr/>
          </p:nvSpPr>
          <p:spPr>
            <a:xfrm>
              <a:off x="5533900" y="2171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9" name="pt11739"/>
            <p:cNvSpPr/>
            <p:nvPr/>
          </p:nvSpPr>
          <p:spPr>
            <a:xfrm>
              <a:off x="5615663" y="2088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0" name="pt11740"/>
            <p:cNvSpPr/>
            <p:nvPr/>
          </p:nvSpPr>
          <p:spPr>
            <a:xfrm>
              <a:off x="5500276" y="2160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1" name="pt11741"/>
            <p:cNvSpPr/>
            <p:nvPr/>
          </p:nvSpPr>
          <p:spPr>
            <a:xfrm>
              <a:off x="5411048" y="2136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2" name="pt11742"/>
            <p:cNvSpPr/>
            <p:nvPr/>
          </p:nvSpPr>
          <p:spPr>
            <a:xfrm>
              <a:off x="5402459" y="2109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3" name="pt11743"/>
            <p:cNvSpPr/>
            <p:nvPr/>
          </p:nvSpPr>
          <p:spPr>
            <a:xfrm>
              <a:off x="5590942" y="2093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4" name="pt11744"/>
            <p:cNvSpPr/>
            <p:nvPr/>
          </p:nvSpPr>
          <p:spPr>
            <a:xfrm>
              <a:off x="5443216" y="2082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5" name="pt11745"/>
            <p:cNvSpPr/>
            <p:nvPr/>
          </p:nvSpPr>
          <p:spPr>
            <a:xfrm>
              <a:off x="5787058" y="193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6" name="pt11746"/>
            <p:cNvSpPr/>
            <p:nvPr/>
          </p:nvSpPr>
          <p:spPr>
            <a:xfrm>
              <a:off x="4979672" y="2667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7" name="pt11747"/>
            <p:cNvSpPr/>
            <p:nvPr/>
          </p:nvSpPr>
          <p:spPr>
            <a:xfrm>
              <a:off x="4995331" y="2678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8" name="pt11748"/>
            <p:cNvSpPr/>
            <p:nvPr/>
          </p:nvSpPr>
          <p:spPr>
            <a:xfrm>
              <a:off x="5071547" y="2479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9" name="pt11749"/>
            <p:cNvSpPr/>
            <p:nvPr/>
          </p:nvSpPr>
          <p:spPr>
            <a:xfrm>
              <a:off x="5347072" y="2239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0" name="pt11750"/>
            <p:cNvSpPr/>
            <p:nvPr/>
          </p:nvSpPr>
          <p:spPr>
            <a:xfrm>
              <a:off x="5469121" y="2172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1" name="pt11751"/>
            <p:cNvSpPr/>
            <p:nvPr/>
          </p:nvSpPr>
          <p:spPr>
            <a:xfrm>
              <a:off x="5774246" y="1901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2" name="pt11752"/>
            <p:cNvSpPr/>
            <p:nvPr/>
          </p:nvSpPr>
          <p:spPr>
            <a:xfrm>
              <a:off x="5197909" y="1942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3" name="pt11753"/>
            <p:cNvSpPr/>
            <p:nvPr/>
          </p:nvSpPr>
          <p:spPr>
            <a:xfrm>
              <a:off x="5217209" y="2115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4" name="pt11754"/>
            <p:cNvSpPr/>
            <p:nvPr/>
          </p:nvSpPr>
          <p:spPr>
            <a:xfrm>
              <a:off x="5037862" y="2499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5" name="pt11755"/>
            <p:cNvSpPr/>
            <p:nvPr/>
          </p:nvSpPr>
          <p:spPr>
            <a:xfrm>
              <a:off x="5753957" y="2046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6" name="pt11756"/>
            <p:cNvSpPr/>
            <p:nvPr/>
          </p:nvSpPr>
          <p:spPr>
            <a:xfrm>
              <a:off x="5545635" y="2137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7" name="pt11757"/>
            <p:cNvSpPr/>
            <p:nvPr/>
          </p:nvSpPr>
          <p:spPr>
            <a:xfrm>
              <a:off x="5637125" y="2034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8" name="pt11758"/>
            <p:cNvSpPr/>
            <p:nvPr/>
          </p:nvSpPr>
          <p:spPr>
            <a:xfrm>
              <a:off x="5747137" y="2003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9" name="pt11759"/>
            <p:cNvSpPr/>
            <p:nvPr/>
          </p:nvSpPr>
          <p:spPr>
            <a:xfrm>
              <a:off x="5393917" y="2214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0" name="pt11760"/>
            <p:cNvSpPr/>
            <p:nvPr/>
          </p:nvSpPr>
          <p:spPr>
            <a:xfrm>
              <a:off x="5550469" y="2245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1" name="pt11761"/>
            <p:cNvSpPr/>
            <p:nvPr/>
          </p:nvSpPr>
          <p:spPr>
            <a:xfrm>
              <a:off x="5197854" y="2213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2" name="pt11762"/>
            <p:cNvSpPr/>
            <p:nvPr/>
          </p:nvSpPr>
          <p:spPr>
            <a:xfrm>
              <a:off x="4867195" y="291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3" name="pt11763"/>
            <p:cNvSpPr/>
            <p:nvPr/>
          </p:nvSpPr>
          <p:spPr>
            <a:xfrm>
              <a:off x="5594042" y="1926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4" name="pt11764"/>
            <p:cNvSpPr/>
            <p:nvPr/>
          </p:nvSpPr>
          <p:spPr>
            <a:xfrm>
              <a:off x="5569393" y="2249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5" name="pt11765"/>
            <p:cNvSpPr/>
            <p:nvPr/>
          </p:nvSpPr>
          <p:spPr>
            <a:xfrm>
              <a:off x="5137313" y="2729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6" name="pt11766"/>
            <p:cNvSpPr/>
            <p:nvPr/>
          </p:nvSpPr>
          <p:spPr>
            <a:xfrm>
              <a:off x="5469009" y="2194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7" name="pt11767"/>
            <p:cNvSpPr/>
            <p:nvPr/>
          </p:nvSpPr>
          <p:spPr>
            <a:xfrm>
              <a:off x="5100173" y="2685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8" name="pt11768"/>
            <p:cNvSpPr/>
            <p:nvPr/>
          </p:nvSpPr>
          <p:spPr>
            <a:xfrm>
              <a:off x="5648154" y="200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9" name="pt11769"/>
            <p:cNvSpPr/>
            <p:nvPr/>
          </p:nvSpPr>
          <p:spPr>
            <a:xfrm>
              <a:off x="5444119" y="2054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0" name="pt11770"/>
            <p:cNvSpPr/>
            <p:nvPr/>
          </p:nvSpPr>
          <p:spPr>
            <a:xfrm>
              <a:off x="5384618" y="2182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1" name="pt11771"/>
            <p:cNvSpPr/>
            <p:nvPr/>
          </p:nvSpPr>
          <p:spPr>
            <a:xfrm>
              <a:off x="5749869" y="207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2" name="pt11772"/>
            <p:cNvSpPr/>
            <p:nvPr/>
          </p:nvSpPr>
          <p:spPr>
            <a:xfrm>
              <a:off x="5098651" y="2448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3" name="pt11773"/>
            <p:cNvSpPr/>
            <p:nvPr/>
          </p:nvSpPr>
          <p:spPr>
            <a:xfrm>
              <a:off x="5908544" y="1644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4" name="pt11774"/>
            <p:cNvSpPr/>
            <p:nvPr/>
          </p:nvSpPr>
          <p:spPr>
            <a:xfrm>
              <a:off x="5654973" y="1602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5" name="pt11775"/>
            <p:cNvSpPr/>
            <p:nvPr/>
          </p:nvSpPr>
          <p:spPr>
            <a:xfrm>
              <a:off x="5017861" y="2245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6" name="pt11776"/>
            <p:cNvSpPr/>
            <p:nvPr/>
          </p:nvSpPr>
          <p:spPr>
            <a:xfrm>
              <a:off x="5431073" y="2070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7" name="pt11777"/>
            <p:cNvSpPr/>
            <p:nvPr/>
          </p:nvSpPr>
          <p:spPr>
            <a:xfrm>
              <a:off x="5621083" y="2141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8" name="pt11778"/>
            <p:cNvSpPr/>
            <p:nvPr/>
          </p:nvSpPr>
          <p:spPr>
            <a:xfrm>
              <a:off x="5393502" y="2243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9" name="pt11779"/>
            <p:cNvSpPr/>
            <p:nvPr/>
          </p:nvSpPr>
          <p:spPr>
            <a:xfrm>
              <a:off x="5757799" y="1974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0" name="pt11780"/>
            <p:cNvSpPr/>
            <p:nvPr/>
          </p:nvSpPr>
          <p:spPr>
            <a:xfrm>
              <a:off x="5289964" y="2122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1" name="pt11781"/>
            <p:cNvSpPr/>
            <p:nvPr/>
          </p:nvSpPr>
          <p:spPr>
            <a:xfrm>
              <a:off x="5189258" y="2260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2" name="pt11782"/>
            <p:cNvSpPr/>
            <p:nvPr/>
          </p:nvSpPr>
          <p:spPr>
            <a:xfrm>
              <a:off x="5916290" y="1925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3" name="pt11783"/>
            <p:cNvSpPr/>
            <p:nvPr/>
          </p:nvSpPr>
          <p:spPr>
            <a:xfrm>
              <a:off x="5333239" y="2160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4" name="pt11784"/>
            <p:cNvSpPr/>
            <p:nvPr/>
          </p:nvSpPr>
          <p:spPr>
            <a:xfrm>
              <a:off x="5545163" y="2115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5" name="pt11785"/>
            <p:cNvSpPr/>
            <p:nvPr/>
          </p:nvSpPr>
          <p:spPr>
            <a:xfrm>
              <a:off x="4763335" y="2763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6" name="pt11786"/>
            <p:cNvSpPr/>
            <p:nvPr/>
          </p:nvSpPr>
          <p:spPr>
            <a:xfrm>
              <a:off x="5611454" y="2121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7" name="pt11787"/>
            <p:cNvSpPr/>
            <p:nvPr/>
          </p:nvSpPr>
          <p:spPr>
            <a:xfrm>
              <a:off x="5484831" y="2120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8" name="pt11788"/>
            <p:cNvSpPr/>
            <p:nvPr/>
          </p:nvSpPr>
          <p:spPr>
            <a:xfrm>
              <a:off x="5461084" y="2117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9" name="pt11789"/>
            <p:cNvSpPr/>
            <p:nvPr/>
          </p:nvSpPr>
          <p:spPr>
            <a:xfrm>
              <a:off x="5322298" y="2302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0" name="pt11790"/>
            <p:cNvSpPr/>
            <p:nvPr/>
          </p:nvSpPr>
          <p:spPr>
            <a:xfrm>
              <a:off x="5520595" y="2092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1" name="pt11791"/>
            <p:cNvSpPr/>
            <p:nvPr/>
          </p:nvSpPr>
          <p:spPr>
            <a:xfrm>
              <a:off x="5322826" y="2214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2" name="pt11792"/>
            <p:cNvSpPr/>
            <p:nvPr/>
          </p:nvSpPr>
          <p:spPr>
            <a:xfrm>
              <a:off x="5145419" y="2678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3" name="pt11793"/>
            <p:cNvSpPr/>
            <p:nvPr/>
          </p:nvSpPr>
          <p:spPr>
            <a:xfrm>
              <a:off x="5312534" y="2223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4" name="pt11794"/>
            <p:cNvSpPr/>
            <p:nvPr/>
          </p:nvSpPr>
          <p:spPr>
            <a:xfrm>
              <a:off x="5330097" y="2149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5" name="pt11795"/>
            <p:cNvSpPr/>
            <p:nvPr/>
          </p:nvSpPr>
          <p:spPr>
            <a:xfrm>
              <a:off x="5462650" y="208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6" name="pt11796"/>
            <p:cNvSpPr/>
            <p:nvPr/>
          </p:nvSpPr>
          <p:spPr>
            <a:xfrm>
              <a:off x="5689065" y="2067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7" name="pt11797"/>
            <p:cNvSpPr/>
            <p:nvPr/>
          </p:nvSpPr>
          <p:spPr>
            <a:xfrm>
              <a:off x="5085006" y="2044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8" name="pt11798"/>
            <p:cNvSpPr/>
            <p:nvPr/>
          </p:nvSpPr>
          <p:spPr>
            <a:xfrm>
              <a:off x="5312521" y="2144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9" name="pt11799"/>
            <p:cNvSpPr/>
            <p:nvPr/>
          </p:nvSpPr>
          <p:spPr>
            <a:xfrm>
              <a:off x="5360806" y="2026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0" name="pt11800"/>
            <p:cNvSpPr/>
            <p:nvPr/>
          </p:nvSpPr>
          <p:spPr>
            <a:xfrm>
              <a:off x="5669082" y="1773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1" name="pt11801"/>
            <p:cNvSpPr/>
            <p:nvPr/>
          </p:nvSpPr>
          <p:spPr>
            <a:xfrm>
              <a:off x="5143273" y="2695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2" name="pt11802"/>
            <p:cNvSpPr/>
            <p:nvPr/>
          </p:nvSpPr>
          <p:spPr>
            <a:xfrm>
              <a:off x="5811687" y="1798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3" name="pt11803"/>
            <p:cNvSpPr/>
            <p:nvPr/>
          </p:nvSpPr>
          <p:spPr>
            <a:xfrm>
              <a:off x="5686829" y="2001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4" name="pt11804"/>
            <p:cNvSpPr/>
            <p:nvPr/>
          </p:nvSpPr>
          <p:spPr>
            <a:xfrm>
              <a:off x="5195052" y="2002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5" name="pt11805"/>
            <p:cNvSpPr/>
            <p:nvPr/>
          </p:nvSpPr>
          <p:spPr>
            <a:xfrm>
              <a:off x="5499272" y="2235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6" name="pt11806"/>
            <p:cNvSpPr/>
            <p:nvPr/>
          </p:nvSpPr>
          <p:spPr>
            <a:xfrm>
              <a:off x="5788056" y="1921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7" name="pt11807"/>
            <p:cNvSpPr/>
            <p:nvPr/>
          </p:nvSpPr>
          <p:spPr>
            <a:xfrm>
              <a:off x="5424344" y="2174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8" name="pt11808"/>
            <p:cNvSpPr/>
            <p:nvPr/>
          </p:nvSpPr>
          <p:spPr>
            <a:xfrm>
              <a:off x="5772855" y="1938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9" name="pt11809"/>
            <p:cNvSpPr/>
            <p:nvPr/>
          </p:nvSpPr>
          <p:spPr>
            <a:xfrm>
              <a:off x="4987484" y="2687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0" name="pt11810"/>
            <p:cNvSpPr/>
            <p:nvPr/>
          </p:nvSpPr>
          <p:spPr>
            <a:xfrm>
              <a:off x="5186947" y="2165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1" name="pt11811"/>
            <p:cNvSpPr/>
            <p:nvPr/>
          </p:nvSpPr>
          <p:spPr>
            <a:xfrm>
              <a:off x="4985294" y="2780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2" name="pt11812"/>
            <p:cNvSpPr/>
            <p:nvPr/>
          </p:nvSpPr>
          <p:spPr>
            <a:xfrm>
              <a:off x="5440755" y="2076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3" name="pt11813"/>
            <p:cNvSpPr/>
            <p:nvPr/>
          </p:nvSpPr>
          <p:spPr>
            <a:xfrm>
              <a:off x="5844356" y="1473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4" name="pt11814"/>
            <p:cNvSpPr/>
            <p:nvPr/>
          </p:nvSpPr>
          <p:spPr>
            <a:xfrm>
              <a:off x="5307887" y="2307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5" name="pt11815"/>
            <p:cNvSpPr/>
            <p:nvPr/>
          </p:nvSpPr>
          <p:spPr>
            <a:xfrm>
              <a:off x="5699904" y="1774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6" name="pt11816"/>
            <p:cNvSpPr/>
            <p:nvPr/>
          </p:nvSpPr>
          <p:spPr>
            <a:xfrm>
              <a:off x="5546510" y="2247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7" name="pt11817"/>
            <p:cNvSpPr/>
            <p:nvPr/>
          </p:nvSpPr>
          <p:spPr>
            <a:xfrm>
              <a:off x="5566291" y="2266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8" name="pt11818"/>
            <p:cNvSpPr/>
            <p:nvPr/>
          </p:nvSpPr>
          <p:spPr>
            <a:xfrm>
              <a:off x="5349952" y="2286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9" name="pt11819"/>
            <p:cNvSpPr/>
            <p:nvPr/>
          </p:nvSpPr>
          <p:spPr>
            <a:xfrm>
              <a:off x="5694208" y="215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0" name="pt11820"/>
            <p:cNvSpPr/>
            <p:nvPr/>
          </p:nvSpPr>
          <p:spPr>
            <a:xfrm>
              <a:off x="5423720" y="2023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1" name="pt11821"/>
            <p:cNvSpPr/>
            <p:nvPr/>
          </p:nvSpPr>
          <p:spPr>
            <a:xfrm>
              <a:off x="5597048" y="200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2" name="pt11822"/>
            <p:cNvSpPr/>
            <p:nvPr/>
          </p:nvSpPr>
          <p:spPr>
            <a:xfrm>
              <a:off x="5627585" y="203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3" name="pt11823"/>
            <p:cNvSpPr/>
            <p:nvPr/>
          </p:nvSpPr>
          <p:spPr>
            <a:xfrm>
              <a:off x="5276583" y="2130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4" name="pt11824"/>
            <p:cNvSpPr/>
            <p:nvPr/>
          </p:nvSpPr>
          <p:spPr>
            <a:xfrm>
              <a:off x="5320750" y="2158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5" name="pt11825"/>
            <p:cNvSpPr/>
            <p:nvPr/>
          </p:nvSpPr>
          <p:spPr>
            <a:xfrm>
              <a:off x="5268897" y="2158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6" name="pt11826"/>
            <p:cNvSpPr/>
            <p:nvPr/>
          </p:nvSpPr>
          <p:spPr>
            <a:xfrm>
              <a:off x="5524918" y="2048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7" name="pt11827"/>
            <p:cNvSpPr/>
            <p:nvPr/>
          </p:nvSpPr>
          <p:spPr>
            <a:xfrm>
              <a:off x="5542083" y="2246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8" name="pt11828"/>
            <p:cNvSpPr/>
            <p:nvPr/>
          </p:nvSpPr>
          <p:spPr>
            <a:xfrm>
              <a:off x="5680923" y="1919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9" name="pt11829"/>
            <p:cNvSpPr/>
            <p:nvPr/>
          </p:nvSpPr>
          <p:spPr>
            <a:xfrm>
              <a:off x="5206770" y="2069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0" name="pt11830"/>
            <p:cNvSpPr/>
            <p:nvPr/>
          </p:nvSpPr>
          <p:spPr>
            <a:xfrm>
              <a:off x="4984349" y="2306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1" name="pt11831"/>
            <p:cNvSpPr/>
            <p:nvPr/>
          </p:nvSpPr>
          <p:spPr>
            <a:xfrm>
              <a:off x="5429824" y="2086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2" name="pt11832"/>
            <p:cNvSpPr/>
            <p:nvPr/>
          </p:nvSpPr>
          <p:spPr>
            <a:xfrm>
              <a:off x="5932250" y="1669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3" name="pt11833"/>
            <p:cNvSpPr/>
            <p:nvPr/>
          </p:nvSpPr>
          <p:spPr>
            <a:xfrm>
              <a:off x="5102389" y="2439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4" name="pt11834"/>
            <p:cNvSpPr/>
            <p:nvPr/>
          </p:nvSpPr>
          <p:spPr>
            <a:xfrm>
              <a:off x="5375551" y="202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5" name="pt11835"/>
            <p:cNvSpPr/>
            <p:nvPr/>
          </p:nvSpPr>
          <p:spPr>
            <a:xfrm>
              <a:off x="5666935" y="1709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6" name="pt11836"/>
            <p:cNvSpPr/>
            <p:nvPr/>
          </p:nvSpPr>
          <p:spPr>
            <a:xfrm>
              <a:off x="5415070" y="2089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7" name="pt11837"/>
            <p:cNvSpPr/>
            <p:nvPr/>
          </p:nvSpPr>
          <p:spPr>
            <a:xfrm>
              <a:off x="5452356" y="2047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8" name="pt11838"/>
            <p:cNvSpPr/>
            <p:nvPr/>
          </p:nvSpPr>
          <p:spPr>
            <a:xfrm>
              <a:off x="4902128" y="1791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9" name="pt11839"/>
            <p:cNvSpPr/>
            <p:nvPr/>
          </p:nvSpPr>
          <p:spPr>
            <a:xfrm>
              <a:off x="5330663" y="2143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0" name="pt11840"/>
            <p:cNvSpPr/>
            <p:nvPr/>
          </p:nvSpPr>
          <p:spPr>
            <a:xfrm>
              <a:off x="5482244" y="2058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1" name="pt11841"/>
            <p:cNvSpPr/>
            <p:nvPr/>
          </p:nvSpPr>
          <p:spPr>
            <a:xfrm>
              <a:off x="5454589" y="1896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2" name="pt11842"/>
            <p:cNvSpPr/>
            <p:nvPr/>
          </p:nvSpPr>
          <p:spPr>
            <a:xfrm>
              <a:off x="5556629" y="2184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3" name="pt11843"/>
            <p:cNvSpPr/>
            <p:nvPr/>
          </p:nvSpPr>
          <p:spPr>
            <a:xfrm>
              <a:off x="4943640" y="2633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4" name="pt11844"/>
            <p:cNvSpPr/>
            <p:nvPr/>
          </p:nvSpPr>
          <p:spPr>
            <a:xfrm>
              <a:off x="5575792" y="1954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5" name="pt11845"/>
            <p:cNvSpPr/>
            <p:nvPr/>
          </p:nvSpPr>
          <p:spPr>
            <a:xfrm>
              <a:off x="5438544" y="2101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6" name="pt11846"/>
            <p:cNvSpPr/>
            <p:nvPr/>
          </p:nvSpPr>
          <p:spPr>
            <a:xfrm>
              <a:off x="5844338" y="1693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7" name="pt11847"/>
            <p:cNvSpPr/>
            <p:nvPr/>
          </p:nvSpPr>
          <p:spPr>
            <a:xfrm>
              <a:off x="5453234" y="1946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8" name="pt11848"/>
            <p:cNvSpPr/>
            <p:nvPr/>
          </p:nvSpPr>
          <p:spPr>
            <a:xfrm>
              <a:off x="5067338" y="2573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9" name="pt11849"/>
            <p:cNvSpPr/>
            <p:nvPr/>
          </p:nvSpPr>
          <p:spPr>
            <a:xfrm>
              <a:off x="5507738" y="2132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0" name="pt11850"/>
            <p:cNvSpPr/>
            <p:nvPr/>
          </p:nvSpPr>
          <p:spPr>
            <a:xfrm>
              <a:off x="5407620" y="231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1" name="pt11851"/>
            <p:cNvSpPr/>
            <p:nvPr/>
          </p:nvSpPr>
          <p:spPr>
            <a:xfrm>
              <a:off x="5388867" y="2177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2" name="pt11852"/>
            <p:cNvSpPr/>
            <p:nvPr/>
          </p:nvSpPr>
          <p:spPr>
            <a:xfrm>
              <a:off x="5774311" y="1867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3" name="pt11853"/>
            <p:cNvSpPr/>
            <p:nvPr/>
          </p:nvSpPr>
          <p:spPr>
            <a:xfrm>
              <a:off x="5375408" y="2121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4" name="pt11854"/>
            <p:cNvSpPr/>
            <p:nvPr/>
          </p:nvSpPr>
          <p:spPr>
            <a:xfrm>
              <a:off x="5574895" y="2101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5" name="pt11855"/>
            <p:cNvSpPr/>
            <p:nvPr/>
          </p:nvSpPr>
          <p:spPr>
            <a:xfrm>
              <a:off x="5258772" y="2189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6" name="pt11856"/>
            <p:cNvSpPr/>
            <p:nvPr/>
          </p:nvSpPr>
          <p:spPr>
            <a:xfrm>
              <a:off x="5480039" y="2146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7" name="pt11857"/>
            <p:cNvSpPr/>
            <p:nvPr/>
          </p:nvSpPr>
          <p:spPr>
            <a:xfrm>
              <a:off x="5416141" y="2142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8" name="pt11858"/>
            <p:cNvSpPr/>
            <p:nvPr/>
          </p:nvSpPr>
          <p:spPr>
            <a:xfrm>
              <a:off x="5118803" y="2636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9" name="pt11859"/>
            <p:cNvSpPr/>
            <p:nvPr/>
          </p:nvSpPr>
          <p:spPr>
            <a:xfrm>
              <a:off x="5179041" y="2082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0" name="pt11860"/>
            <p:cNvSpPr/>
            <p:nvPr/>
          </p:nvSpPr>
          <p:spPr>
            <a:xfrm>
              <a:off x="5505355" y="2071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1" name="pt11861"/>
            <p:cNvSpPr/>
            <p:nvPr/>
          </p:nvSpPr>
          <p:spPr>
            <a:xfrm>
              <a:off x="5312939" y="2164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2" name="pt11862"/>
            <p:cNvSpPr/>
            <p:nvPr/>
          </p:nvSpPr>
          <p:spPr>
            <a:xfrm>
              <a:off x="5363363" y="207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3" name="pt11863"/>
            <p:cNvSpPr/>
            <p:nvPr/>
          </p:nvSpPr>
          <p:spPr>
            <a:xfrm>
              <a:off x="4989945" y="2571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4" name="pt11864"/>
            <p:cNvSpPr/>
            <p:nvPr/>
          </p:nvSpPr>
          <p:spPr>
            <a:xfrm>
              <a:off x="5677473" y="1971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5" name="pt11865"/>
            <p:cNvSpPr/>
            <p:nvPr/>
          </p:nvSpPr>
          <p:spPr>
            <a:xfrm>
              <a:off x="5592273" y="2045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6" name="pt11866"/>
            <p:cNvSpPr/>
            <p:nvPr/>
          </p:nvSpPr>
          <p:spPr>
            <a:xfrm>
              <a:off x="4984820" y="2554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7" name="pt11867"/>
            <p:cNvSpPr/>
            <p:nvPr/>
          </p:nvSpPr>
          <p:spPr>
            <a:xfrm>
              <a:off x="5152082" y="2512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8" name="pt11868"/>
            <p:cNvSpPr/>
            <p:nvPr/>
          </p:nvSpPr>
          <p:spPr>
            <a:xfrm>
              <a:off x="5417060" y="2104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9" name="pt11869"/>
            <p:cNvSpPr/>
            <p:nvPr/>
          </p:nvSpPr>
          <p:spPr>
            <a:xfrm>
              <a:off x="5483414" y="2141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0" name="pt11870"/>
            <p:cNvSpPr/>
            <p:nvPr/>
          </p:nvSpPr>
          <p:spPr>
            <a:xfrm>
              <a:off x="5399636" y="2213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1" name="pt11871"/>
            <p:cNvSpPr/>
            <p:nvPr/>
          </p:nvSpPr>
          <p:spPr>
            <a:xfrm>
              <a:off x="5423395" y="2180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2" name="pt11872"/>
            <p:cNvSpPr/>
            <p:nvPr/>
          </p:nvSpPr>
          <p:spPr>
            <a:xfrm>
              <a:off x="5172137" y="2363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3" name="pt11873"/>
            <p:cNvSpPr/>
            <p:nvPr/>
          </p:nvSpPr>
          <p:spPr>
            <a:xfrm>
              <a:off x="5085632" y="210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4" name="pt11874"/>
            <p:cNvSpPr/>
            <p:nvPr/>
          </p:nvSpPr>
          <p:spPr>
            <a:xfrm>
              <a:off x="5997936" y="1803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5" name="pt11875"/>
            <p:cNvSpPr/>
            <p:nvPr/>
          </p:nvSpPr>
          <p:spPr>
            <a:xfrm>
              <a:off x="5288050" y="2157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6" name="pt11876"/>
            <p:cNvSpPr/>
            <p:nvPr/>
          </p:nvSpPr>
          <p:spPr>
            <a:xfrm>
              <a:off x="5489503" y="2174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7" name="pt11877"/>
            <p:cNvSpPr/>
            <p:nvPr/>
          </p:nvSpPr>
          <p:spPr>
            <a:xfrm>
              <a:off x="5532058" y="2199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8" name="pt11878"/>
            <p:cNvSpPr/>
            <p:nvPr/>
          </p:nvSpPr>
          <p:spPr>
            <a:xfrm>
              <a:off x="5361569" y="2112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9" name="pt11879"/>
            <p:cNvSpPr/>
            <p:nvPr/>
          </p:nvSpPr>
          <p:spPr>
            <a:xfrm>
              <a:off x="5604106" y="1918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0" name="pt11880"/>
            <p:cNvSpPr/>
            <p:nvPr/>
          </p:nvSpPr>
          <p:spPr>
            <a:xfrm>
              <a:off x="5512200" y="2179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1" name="pt11881"/>
            <p:cNvSpPr/>
            <p:nvPr/>
          </p:nvSpPr>
          <p:spPr>
            <a:xfrm>
              <a:off x="5733316" y="192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2" name="pt11882"/>
            <p:cNvSpPr/>
            <p:nvPr/>
          </p:nvSpPr>
          <p:spPr>
            <a:xfrm>
              <a:off x="5615557" y="1987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3" name="pt11883"/>
            <p:cNvSpPr/>
            <p:nvPr/>
          </p:nvSpPr>
          <p:spPr>
            <a:xfrm>
              <a:off x="5367377" y="2155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4" name="pt11884"/>
            <p:cNvSpPr/>
            <p:nvPr/>
          </p:nvSpPr>
          <p:spPr>
            <a:xfrm>
              <a:off x="5224809" y="1827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5" name="pt11885"/>
            <p:cNvSpPr/>
            <p:nvPr/>
          </p:nvSpPr>
          <p:spPr>
            <a:xfrm>
              <a:off x="5182300" y="2099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6" name="pt11886"/>
            <p:cNvSpPr/>
            <p:nvPr/>
          </p:nvSpPr>
          <p:spPr>
            <a:xfrm>
              <a:off x="5387001" y="2231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7" name="pt11887"/>
            <p:cNvSpPr/>
            <p:nvPr/>
          </p:nvSpPr>
          <p:spPr>
            <a:xfrm>
              <a:off x="5595920" y="1940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8" name="pt11888"/>
            <p:cNvSpPr/>
            <p:nvPr/>
          </p:nvSpPr>
          <p:spPr>
            <a:xfrm>
              <a:off x="5407226" y="2243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9" name="pt11889"/>
            <p:cNvSpPr/>
            <p:nvPr/>
          </p:nvSpPr>
          <p:spPr>
            <a:xfrm>
              <a:off x="5166510" y="2328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0" name="pt11890"/>
            <p:cNvSpPr/>
            <p:nvPr/>
          </p:nvSpPr>
          <p:spPr>
            <a:xfrm>
              <a:off x="5186835" y="2205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1" name="pt11891"/>
            <p:cNvSpPr/>
            <p:nvPr/>
          </p:nvSpPr>
          <p:spPr>
            <a:xfrm>
              <a:off x="5367513" y="2102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2" name="pt11892"/>
            <p:cNvSpPr/>
            <p:nvPr/>
          </p:nvSpPr>
          <p:spPr>
            <a:xfrm>
              <a:off x="5617284" y="1963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3" name="pt11893"/>
            <p:cNvSpPr/>
            <p:nvPr/>
          </p:nvSpPr>
          <p:spPr>
            <a:xfrm>
              <a:off x="4870879" y="2593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4" name="pt11894"/>
            <p:cNvSpPr/>
            <p:nvPr/>
          </p:nvSpPr>
          <p:spPr>
            <a:xfrm>
              <a:off x="5494924" y="2268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5" name="pt11895"/>
            <p:cNvSpPr/>
            <p:nvPr/>
          </p:nvSpPr>
          <p:spPr>
            <a:xfrm>
              <a:off x="5511795" y="2085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6" name="pt11896"/>
            <p:cNvSpPr/>
            <p:nvPr/>
          </p:nvSpPr>
          <p:spPr>
            <a:xfrm>
              <a:off x="5580280" y="2202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7" name="pt11897"/>
            <p:cNvSpPr/>
            <p:nvPr/>
          </p:nvSpPr>
          <p:spPr>
            <a:xfrm>
              <a:off x="5347094" y="2200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8" name="pt11898"/>
            <p:cNvSpPr/>
            <p:nvPr/>
          </p:nvSpPr>
          <p:spPr>
            <a:xfrm>
              <a:off x="5486946" y="2193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9" name="pt11899"/>
            <p:cNvSpPr/>
            <p:nvPr/>
          </p:nvSpPr>
          <p:spPr>
            <a:xfrm>
              <a:off x="5131526" y="2456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0" name="pt11900"/>
            <p:cNvSpPr/>
            <p:nvPr/>
          </p:nvSpPr>
          <p:spPr>
            <a:xfrm>
              <a:off x="5473103" y="2249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1" name="pt11901"/>
            <p:cNvSpPr/>
            <p:nvPr/>
          </p:nvSpPr>
          <p:spPr>
            <a:xfrm>
              <a:off x="5047434" y="2738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2" name="pt11902"/>
            <p:cNvSpPr/>
            <p:nvPr/>
          </p:nvSpPr>
          <p:spPr>
            <a:xfrm>
              <a:off x="5620422" y="2122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3" name="pt11903"/>
            <p:cNvSpPr/>
            <p:nvPr/>
          </p:nvSpPr>
          <p:spPr>
            <a:xfrm>
              <a:off x="5690094" y="2036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4" name="pt11904"/>
            <p:cNvSpPr/>
            <p:nvPr/>
          </p:nvSpPr>
          <p:spPr>
            <a:xfrm>
              <a:off x="5196717" y="2293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5" name="pt11905"/>
            <p:cNvSpPr/>
            <p:nvPr/>
          </p:nvSpPr>
          <p:spPr>
            <a:xfrm>
              <a:off x="5385878" y="2223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6" name="pt11906"/>
            <p:cNvSpPr/>
            <p:nvPr/>
          </p:nvSpPr>
          <p:spPr>
            <a:xfrm>
              <a:off x="5889487" y="2126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7" name="pt11907"/>
            <p:cNvSpPr/>
            <p:nvPr/>
          </p:nvSpPr>
          <p:spPr>
            <a:xfrm>
              <a:off x="5020384" y="2413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8" name="pt11908"/>
            <p:cNvSpPr/>
            <p:nvPr/>
          </p:nvSpPr>
          <p:spPr>
            <a:xfrm>
              <a:off x="5808617" y="2180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9" name="pt11909"/>
            <p:cNvSpPr/>
            <p:nvPr/>
          </p:nvSpPr>
          <p:spPr>
            <a:xfrm>
              <a:off x="5321011" y="2174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0" name="pt11910"/>
            <p:cNvSpPr/>
            <p:nvPr/>
          </p:nvSpPr>
          <p:spPr>
            <a:xfrm>
              <a:off x="5399827" y="2212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1" name="pt11911"/>
            <p:cNvSpPr/>
            <p:nvPr/>
          </p:nvSpPr>
          <p:spPr>
            <a:xfrm>
              <a:off x="5007222" y="2135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2" name="pt11912"/>
            <p:cNvSpPr/>
            <p:nvPr/>
          </p:nvSpPr>
          <p:spPr>
            <a:xfrm>
              <a:off x="5268580" y="2094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3" name="pt11913"/>
            <p:cNvSpPr/>
            <p:nvPr/>
          </p:nvSpPr>
          <p:spPr>
            <a:xfrm>
              <a:off x="5340470" y="2321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4" name="pt11914"/>
            <p:cNvSpPr/>
            <p:nvPr/>
          </p:nvSpPr>
          <p:spPr>
            <a:xfrm>
              <a:off x="5025603" y="2532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5" name="pt11915"/>
            <p:cNvSpPr/>
            <p:nvPr/>
          </p:nvSpPr>
          <p:spPr>
            <a:xfrm>
              <a:off x="5371289" y="2090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6" name="pt11916"/>
            <p:cNvSpPr/>
            <p:nvPr/>
          </p:nvSpPr>
          <p:spPr>
            <a:xfrm>
              <a:off x="5197514" y="2198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7" name="pt11917"/>
            <p:cNvSpPr/>
            <p:nvPr/>
          </p:nvSpPr>
          <p:spPr>
            <a:xfrm>
              <a:off x="5181680" y="2328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8" name="pt11918"/>
            <p:cNvSpPr/>
            <p:nvPr/>
          </p:nvSpPr>
          <p:spPr>
            <a:xfrm>
              <a:off x="5330124" y="2001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9" name="pt11919"/>
            <p:cNvSpPr/>
            <p:nvPr/>
          </p:nvSpPr>
          <p:spPr>
            <a:xfrm>
              <a:off x="5109188" y="255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0" name="pt11920"/>
            <p:cNvSpPr/>
            <p:nvPr/>
          </p:nvSpPr>
          <p:spPr>
            <a:xfrm>
              <a:off x="5564689" y="2254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1" name="pt11921"/>
            <p:cNvSpPr/>
            <p:nvPr/>
          </p:nvSpPr>
          <p:spPr>
            <a:xfrm>
              <a:off x="5506663" y="2154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2" name="pt11922"/>
            <p:cNvSpPr/>
            <p:nvPr/>
          </p:nvSpPr>
          <p:spPr>
            <a:xfrm>
              <a:off x="5581239" y="202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3" name="pt11923"/>
            <p:cNvSpPr/>
            <p:nvPr/>
          </p:nvSpPr>
          <p:spPr>
            <a:xfrm>
              <a:off x="5137440" y="2618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4" name="pt11924"/>
            <p:cNvSpPr/>
            <p:nvPr/>
          </p:nvSpPr>
          <p:spPr>
            <a:xfrm>
              <a:off x="5369285" y="204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5" name="pt11925"/>
            <p:cNvSpPr/>
            <p:nvPr/>
          </p:nvSpPr>
          <p:spPr>
            <a:xfrm>
              <a:off x="5098729" y="2687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6" name="pt11926"/>
            <p:cNvSpPr/>
            <p:nvPr/>
          </p:nvSpPr>
          <p:spPr>
            <a:xfrm>
              <a:off x="5704600" y="1733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7" name="pt11927"/>
            <p:cNvSpPr/>
            <p:nvPr/>
          </p:nvSpPr>
          <p:spPr>
            <a:xfrm>
              <a:off x="5182076" y="2223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8" name="pt11928"/>
            <p:cNvSpPr/>
            <p:nvPr/>
          </p:nvSpPr>
          <p:spPr>
            <a:xfrm>
              <a:off x="5575179" y="2057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9" name="pt11929"/>
            <p:cNvSpPr/>
            <p:nvPr/>
          </p:nvSpPr>
          <p:spPr>
            <a:xfrm>
              <a:off x="5537739" y="2296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0" name="pt11930"/>
            <p:cNvSpPr/>
            <p:nvPr/>
          </p:nvSpPr>
          <p:spPr>
            <a:xfrm>
              <a:off x="5194883" y="2174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1" name="pt11931"/>
            <p:cNvSpPr/>
            <p:nvPr/>
          </p:nvSpPr>
          <p:spPr>
            <a:xfrm>
              <a:off x="5046277" y="2573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2" name="pt11932"/>
            <p:cNvSpPr/>
            <p:nvPr/>
          </p:nvSpPr>
          <p:spPr>
            <a:xfrm>
              <a:off x="5317184" y="222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3" name="pt11933"/>
            <p:cNvSpPr/>
            <p:nvPr/>
          </p:nvSpPr>
          <p:spPr>
            <a:xfrm>
              <a:off x="5373245" y="2097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4" name="pt11934"/>
            <p:cNvSpPr/>
            <p:nvPr/>
          </p:nvSpPr>
          <p:spPr>
            <a:xfrm>
              <a:off x="5803972" y="2020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5" name="pt11935"/>
            <p:cNvSpPr/>
            <p:nvPr/>
          </p:nvSpPr>
          <p:spPr>
            <a:xfrm>
              <a:off x="5815377" y="1876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6" name="pt11936"/>
            <p:cNvSpPr/>
            <p:nvPr/>
          </p:nvSpPr>
          <p:spPr>
            <a:xfrm>
              <a:off x="5552865" y="2242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7" name="pt11937"/>
            <p:cNvSpPr/>
            <p:nvPr/>
          </p:nvSpPr>
          <p:spPr>
            <a:xfrm>
              <a:off x="5328726" y="2210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8" name="pt11938"/>
            <p:cNvSpPr/>
            <p:nvPr/>
          </p:nvSpPr>
          <p:spPr>
            <a:xfrm>
              <a:off x="5272228" y="2256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9" name="pt11939"/>
            <p:cNvSpPr/>
            <p:nvPr/>
          </p:nvSpPr>
          <p:spPr>
            <a:xfrm>
              <a:off x="5292439" y="2160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0" name="pt11940"/>
            <p:cNvSpPr/>
            <p:nvPr/>
          </p:nvSpPr>
          <p:spPr>
            <a:xfrm>
              <a:off x="5055497" y="242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1" name="pt11941"/>
            <p:cNvSpPr/>
            <p:nvPr/>
          </p:nvSpPr>
          <p:spPr>
            <a:xfrm>
              <a:off x="5876082" y="1785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2" name="pt11942"/>
            <p:cNvSpPr/>
            <p:nvPr/>
          </p:nvSpPr>
          <p:spPr>
            <a:xfrm>
              <a:off x="5479113" y="2312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3" name="pt11943"/>
            <p:cNvSpPr/>
            <p:nvPr/>
          </p:nvSpPr>
          <p:spPr>
            <a:xfrm>
              <a:off x="5301422" y="2048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4" name="pt11944"/>
            <p:cNvSpPr/>
            <p:nvPr/>
          </p:nvSpPr>
          <p:spPr>
            <a:xfrm>
              <a:off x="5601389" y="1992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5" name="pt11945"/>
            <p:cNvSpPr/>
            <p:nvPr/>
          </p:nvSpPr>
          <p:spPr>
            <a:xfrm>
              <a:off x="5219885" y="2114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6" name="pt11946"/>
            <p:cNvSpPr/>
            <p:nvPr/>
          </p:nvSpPr>
          <p:spPr>
            <a:xfrm>
              <a:off x="4971908" y="2526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7" name="pt11947"/>
            <p:cNvSpPr/>
            <p:nvPr/>
          </p:nvSpPr>
          <p:spPr>
            <a:xfrm>
              <a:off x="5232660" y="2144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8" name="pt11948"/>
            <p:cNvSpPr/>
            <p:nvPr/>
          </p:nvSpPr>
          <p:spPr>
            <a:xfrm>
              <a:off x="5274097" y="2230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9" name="pt11949"/>
            <p:cNvSpPr/>
            <p:nvPr/>
          </p:nvSpPr>
          <p:spPr>
            <a:xfrm>
              <a:off x="5416526" y="213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0" name="pt11950"/>
            <p:cNvSpPr/>
            <p:nvPr/>
          </p:nvSpPr>
          <p:spPr>
            <a:xfrm>
              <a:off x="5145786" y="2833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1" name="pt11951"/>
            <p:cNvSpPr/>
            <p:nvPr/>
          </p:nvSpPr>
          <p:spPr>
            <a:xfrm>
              <a:off x="5878422" y="1721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2" name="pt11952"/>
            <p:cNvSpPr/>
            <p:nvPr/>
          </p:nvSpPr>
          <p:spPr>
            <a:xfrm>
              <a:off x="5530868" y="2208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3" name="pt11953"/>
            <p:cNvSpPr/>
            <p:nvPr/>
          </p:nvSpPr>
          <p:spPr>
            <a:xfrm>
              <a:off x="5158718" y="2432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4" name="pt11954"/>
            <p:cNvSpPr/>
            <p:nvPr/>
          </p:nvSpPr>
          <p:spPr>
            <a:xfrm>
              <a:off x="5404641" y="2314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5" name="pt11955"/>
            <p:cNvSpPr/>
            <p:nvPr/>
          </p:nvSpPr>
          <p:spPr>
            <a:xfrm>
              <a:off x="5492351" y="2273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6" name="pt11956"/>
            <p:cNvSpPr/>
            <p:nvPr/>
          </p:nvSpPr>
          <p:spPr>
            <a:xfrm>
              <a:off x="5421453" y="2182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7" name="pt11957"/>
            <p:cNvSpPr/>
            <p:nvPr/>
          </p:nvSpPr>
          <p:spPr>
            <a:xfrm>
              <a:off x="4875937" y="3017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8" name="pt11958"/>
            <p:cNvSpPr/>
            <p:nvPr/>
          </p:nvSpPr>
          <p:spPr>
            <a:xfrm>
              <a:off x="5562940" y="2218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9" name="pt11959"/>
            <p:cNvSpPr/>
            <p:nvPr/>
          </p:nvSpPr>
          <p:spPr>
            <a:xfrm>
              <a:off x="5800392" y="2039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0" name="pt11960"/>
            <p:cNvSpPr/>
            <p:nvPr/>
          </p:nvSpPr>
          <p:spPr>
            <a:xfrm>
              <a:off x="5478130" y="2136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1" name="pt11961"/>
            <p:cNvSpPr/>
            <p:nvPr/>
          </p:nvSpPr>
          <p:spPr>
            <a:xfrm>
              <a:off x="5560973" y="2210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2" name="pt11962"/>
            <p:cNvSpPr/>
            <p:nvPr/>
          </p:nvSpPr>
          <p:spPr>
            <a:xfrm>
              <a:off x="5104231" y="2451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3" name="pt11963"/>
            <p:cNvSpPr/>
            <p:nvPr/>
          </p:nvSpPr>
          <p:spPr>
            <a:xfrm>
              <a:off x="5507190" y="212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4" name="pt11964"/>
            <p:cNvSpPr/>
            <p:nvPr/>
          </p:nvSpPr>
          <p:spPr>
            <a:xfrm>
              <a:off x="5488618" y="2192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5" name="pt11965"/>
            <p:cNvSpPr/>
            <p:nvPr/>
          </p:nvSpPr>
          <p:spPr>
            <a:xfrm>
              <a:off x="5409344" y="2223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6" name="pt11966"/>
            <p:cNvSpPr/>
            <p:nvPr/>
          </p:nvSpPr>
          <p:spPr>
            <a:xfrm>
              <a:off x="5369353" y="2012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7" name="pt11967"/>
            <p:cNvSpPr/>
            <p:nvPr/>
          </p:nvSpPr>
          <p:spPr>
            <a:xfrm>
              <a:off x="4727040" y="2217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8" name="pt11968"/>
            <p:cNvSpPr/>
            <p:nvPr/>
          </p:nvSpPr>
          <p:spPr>
            <a:xfrm>
              <a:off x="5923653" y="1562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9" name="pt11969"/>
            <p:cNvSpPr/>
            <p:nvPr/>
          </p:nvSpPr>
          <p:spPr>
            <a:xfrm>
              <a:off x="5442699" y="1898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0" name="pt11970"/>
            <p:cNvSpPr/>
            <p:nvPr/>
          </p:nvSpPr>
          <p:spPr>
            <a:xfrm>
              <a:off x="5456171" y="1911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1" name="pt11971"/>
            <p:cNvSpPr/>
            <p:nvPr/>
          </p:nvSpPr>
          <p:spPr>
            <a:xfrm>
              <a:off x="5042296" y="2323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2" name="pt11972"/>
            <p:cNvSpPr/>
            <p:nvPr/>
          </p:nvSpPr>
          <p:spPr>
            <a:xfrm>
              <a:off x="5748811" y="1926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3" name="pt11973"/>
            <p:cNvSpPr/>
            <p:nvPr/>
          </p:nvSpPr>
          <p:spPr>
            <a:xfrm>
              <a:off x="5722271" y="1809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4" name="pt11974"/>
            <p:cNvSpPr/>
            <p:nvPr/>
          </p:nvSpPr>
          <p:spPr>
            <a:xfrm>
              <a:off x="5264032" y="2130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5" name="pt11975"/>
            <p:cNvSpPr/>
            <p:nvPr/>
          </p:nvSpPr>
          <p:spPr>
            <a:xfrm>
              <a:off x="5576498" y="2023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6" name="pt11976"/>
            <p:cNvSpPr/>
            <p:nvPr/>
          </p:nvSpPr>
          <p:spPr>
            <a:xfrm>
              <a:off x="5312532" y="2178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7" name="pt11977"/>
            <p:cNvSpPr/>
            <p:nvPr/>
          </p:nvSpPr>
          <p:spPr>
            <a:xfrm>
              <a:off x="5610255" y="2060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8" name="pt11978"/>
            <p:cNvSpPr/>
            <p:nvPr/>
          </p:nvSpPr>
          <p:spPr>
            <a:xfrm>
              <a:off x="5500338" y="2200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9" name="pt11979"/>
            <p:cNvSpPr/>
            <p:nvPr/>
          </p:nvSpPr>
          <p:spPr>
            <a:xfrm>
              <a:off x="5837551" y="1838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0" name="pt11980"/>
            <p:cNvSpPr/>
            <p:nvPr/>
          </p:nvSpPr>
          <p:spPr>
            <a:xfrm>
              <a:off x="5647550" y="1909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1" name="pt11981"/>
            <p:cNvSpPr/>
            <p:nvPr/>
          </p:nvSpPr>
          <p:spPr>
            <a:xfrm>
              <a:off x="5238712" y="2038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2" name="pt11982"/>
            <p:cNvSpPr/>
            <p:nvPr/>
          </p:nvSpPr>
          <p:spPr>
            <a:xfrm>
              <a:off x="5320995" y="2157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3" name="pt11983"/>
            <p:cNvSpPr/>
            <p:nvPr/>
          </p:nvSpPr>
          <p:spPr>
            <a:xfrm>
              <a:off x="5663777" y="1695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4" name="pt11984"/>
            <p:cNvSpPr/>
            <p:nvPr/>
          </p:nvSpPr>
          <p:spPr>
            <a:xfrm>
              <a:off x="5712962" y="1752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5" name="pt11985"/>
            <p:cNvSpPr/>
            <p:nvPr/>
          </p:nvSpPr>
          <p:spPr>
            <a:xfrm>
              <a:off x="5423903" y="2094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6" name="pt11986"/>
            <p:cNvSpPr/>
            <p:nvPr/>
          </p:nvSpPr>
          <p:spPr>
            <a:xfrm>
              <a:off x="5884140" y="162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7" name="pt11987"/>
            <p:cNvSpPr/>
            <p:nvPr/>
          </p:nvSpPr>
          <p:spPr>
            <a:xfrm>
              <a:off x="5479378" y="2313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8" name="pt11988"/>
            <p:cNvSpPr/>
            <p:nvPr/>
          </p:nvSpPr>
          <p:spPr>
            <a:xfrm>
              <a:off x="5474241" y="2077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9" name="pt11989"/>
            <p:cNvSpPr/>
            <p:nvPr/>
          </p:nvSpPr>
          <p:spPr>
            <a:xfrm>
              <a:off x="5446153" y="2075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0" name="pt11990"/>
            <p:cNvSpPr/>
            <p:nvPr/>
          </p:nvSpPr>
          <p:spPr>
            <a:xfrm>
              <a:off x="5021972" y="223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1" name="pt11991"/>
            <p:cNvSpPr/>
            <p:nvPr/>
          </p:nvSpPr>
          <p:spPr>
            <a:xfrm>
              <a:off x="5474286" y="2306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2" name="pt11992"/>
            <p:cNvSpPr/>
            <p:nvPr/>
          </p:nvSpPr>
          <p:spPr>
            <a:xfrm>
              <a:off x="5267462" y="2164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3" name="pt11993"/>
            <p:cNvSpPr/>
            <p:nvPr/>
          </p:nvSpPr>
          <p:spPr>
            <a:xfrm>
              <a:off x="5496588" y="2252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4" name="pt11994"/>
            <p:cNvSpPr/>
            <p:nvPr/>
          </p:nvSpPr>
          <p:spPr>
            <a:xfrm>
              <a:off x="5659032" y="1807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5" name="pt11995"/>
            <p:cNvSpPr/>
            <p:nvPr/>
          </p:nvSpPr>
          <p:spPr>
            <a:xfrm>
              <a:off x="4905060" y="1887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6" name="pt11996"/>
            <p:cNvSpPr/>
            <p:nvPr/>
          </p:nvSpPr>
          <p:spPr>
            <a:xfrm>
              <a:off x="5070708" y="2651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7" name="pt11997"/>
            <p:cNvSpPr/>
            <p:nvPr/>
          </p:nvSpPr>
          <p:spPr>
            <a:xfrm>
              <a:off x="5211259" y="2137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8" name="pt11998"/>
            <p:cNvSpPr/>
            <p:nvPr/>
          </p:nvSpPr>
          <p:spPr>
            <a:xfrm>
              <a:off x="5165663" y="2349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9" name="pt11999"/>
            <p:cNvSpPr/>
            <p:nvPr/>
          </p:nvSpPr>
          <p:spPr>
            <a:xfrm>
              <a:off x="5852589" y="1726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0" name="pt12000"/>
            <p:cNvSpPr/>
            <p:nvPr/>
          </p:nvSpPr>
          <p:spPr>
            <a:xfrm>
              <a:off x="5789429" y="1879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1" name="pt12001"/>
            <p:cNvSpPr/>
            <p:nvPr/>
          </p:nvSpPr>
          <p:spPr>
            <a:xfrm>
              <a:off x="5451859" y="2011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2" name="pt12002"/>
            <p:cNvSpPr/>
            <p:nvPr/>
          </p:nvSpPr>
          <p:spPr>
            <a:xfrm>
              <a:off x="5176708" y="2233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3" name="pt12003"/>
            <p:cNvSpPr/>
            <p:nvPr/>
          </p:nvSpPr>
          <p:spPr>
            <a:xfrm>
              <a:off x="5480172" y="2308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4" name="pt12004"/>
            <p:cNvSpPr/>
            <p:nvPr/>
          </p:nvSpPr>
          <p:spPr>
            <a:xfrm>
              <a:off x="5452169" y="2083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5" name="pt12005"/>
            <p:cNvSpPr/>
            <p:nvPr/>
          </p:nvSpPr>
          <p:spPr>
            <a:xfrm>
              <a:off x="5648401" y="1837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6" name="pt12006"/>
            <p:cNvSpPr/>
            <p:nvPr/>
          </p:nvSpPr>
          <p:spPr>
            <a:xfrm>
              <a:off x="5482354" y="2144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7" name="pt12007"/>
            <p:cNvSpPr/>
            <p:nvPr/>
          </p:nvSpPr>
          <p:spPr>
            <a:xfrm>
              <a:off x="4912506" y="1777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8" name="pt12008"/>
            <p:cNvSpPr/>
            <p:nvPr/>
          </p:nvSpPr>
          <p:spPr>
            <a:xfrm>
              <a:off x="5526376" y="2085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9" name="pt12009"/>
            <p:cNvSpPr/>
            <p:nvPr/>
          </p:nvSpPr>
          <p:spPr>
            <a:xfrm>
              <a:off x="5532618" y="2170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0" name="pt12010"/>
            <p:cNvSpPr/>
            <p:nvPr/>
          </p:nvSpPr>
          <p:spPr>
            <a:xfrm>
              <a:off x="5973426" y="2215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1" name="pt12011"/>
            <p:cNvSpPr/>
            <p:nvPr/>
          </p:nvSpPr>
          <p:spPr>
            <a:xfrm>
              <a:off x="5625960" y="1975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2" name="pt12012"/>
            <p:cNvSpPr/>
            <p:nvPr/>
          </p:nvSpPr>
          <p:spPr>
            <a:xfrm>
              <a:off x="5553674" y="2189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3" name="pt12013"/>
            <p:cNvSpPr/>
            <p:nvPr/>
          </p:nvSpPr>
          <p:spPr>
            <a:xfrm>
              <a:off x="5695842" y="197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4" name="pt12014"/>
            <p:cNvSpPr/>
            <p:nvPr/>
          </p:nvSpPr>
          <p:spPr>
            <a:xfrm>
              <a:off x="5771427" y="2010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5" name="pt12015"/>
            <p:cNvSpPr/>
            <p:nvPr/>
          </p:nvSpPr>
          <p:spPr>
            <a:xfrm>
              <a:off x="5371566" y="2071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6" name="pt12016"/>
            <p:cNvSpPr/>
            <p:nvPr/>
          </p:nvSpPr>
          <p:spPr>
            <a:xfrm>
              <a:off x="4957107" y="2625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7" name="pt12017"/>
            <p:cNvSpPr/>
            <p:nvPr/>
          </p:nvSpPr>
          <p:spPr>
            <a:xfrm>
              <a:off x="5100348" y="2496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8" name="pt12018"/>
            <p:cNvSpPr/>
            <p:nvPr/>
          </p:nvSpPr>
          <p:spPr>
            <a:xfrm>
              <a:off x="5525144" y="2069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9" name="pt12019"/>
            <p:cNvSpPr/>
            <p:nvPr/>
          </p:nvSpPr>
          <p:spPr>
            <a:xfrm>
              <a:off x="5594181" y="2050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0" name="pt12020"/>
            <p:cNvSpPr/>
            <p:nvPr/>
          </p:nvSpPr>
          <p:spPr>
            <a:xfrm>
              <a:off x="5673868" y="2009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1" name="pt12021"/>
            <p:cNvSpPr/>
            <p:nvPr/>
          </p:nvSpPr>
          <p:spPr>
            <a:xfrm>
              <a:off x="5257683" y="2202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2" name="pt12022"/>
            <p:cNvSpPr/>
            <p:nvPr/>
          </p:nvSpPr>
          <p:spPr>
            <a:xfrm>
              <a:off x="5308765" y="219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3" name="pt12023"/>
            <p:cNvSpPr/>
            <p:nvPr/>
          </p:nvSpPr>
          <p:spPr>
            <a:xfrm>
              <a:off x="5421082" y="213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4" name="pt12024"/>
            <p:cNvSpPr/>
            <p:nvPr/>
          </p:nvSpPr>
          <p:spPr>
            <a:xfrm>
              <a:off x="5813330" y="1937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5" name="pt12025"/>
            <p:cNvSpPr/>
            <p:nvPr/>
          </p:nvSpPr>
          <p:spPr>
            <a:xfrm>
              <a:off x="5058560" y="2580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6" name="pt12026"/>
            <p:cNvSpPr/>
            <p:nvPr/>
          </p:nvSpPr>
          <p:spPr>
            <a:xfrm>
              <a:off x="5457881" y="2053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7" name="pt12027"/>
            <p:cNvSpPr/>
            <p:nvPr/>
          </p:nvSpPr>
          <p:spPr>
            <a:xfrm>
              <a:off x="5534727" y="2165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8" name="pt12028"/>
            <p:cNvSpPr/>
            <p:nvPr/>
          </p:nvSpPr>
          <p:spPr>
            <a:xfrm>
              <a:off x="5888491" y="1891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9" name="pt12029"/>
            <p:cNvSpPr/>
            <p:nvPr/>
          </p:nvSpPr>
          <p:spPr>
            <a:xfrm>
              <a:off x="5038005" y="2657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0" name="pt12030"/>
            <p:cNvSpPr/>
            <p:nvPr/>
          </p:nvSpPr>
          <p:spPr>
            <a:xfrm>
              <a:off x="5652108" y="1917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1" name="pt12031"/>
            <p:cNvSpPr/>
            <p:nvPr/>
          </p:nvSpPr>
          <p:spPr>
            <a:xfrm>
              <a:off x="5392079" y="2274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2" name="pt12032"/>
            <p:cNvSpPr/>
            <p:nvPr/>
          </p:nvSpPr>
          <p:spPr>
            <a:xfrm>
              <a:off x="5093846" y="2612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3" name="pt12033"/>
            <p:cNvSpPr/>
            <p:nvPr/>
          </p:nvSpPr>
          <p:spPr>
            <a:xfrm>
              <a:off x="5391836" y="2224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4" name="pt12034"/>
            <p:cNvSpPr/>
            <p:nvPr/>
          </p:nvSpPr>
          <p:spPr>
            <a:xfrm>
              <a:off x="5193010" y="2045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5" name="pt12035"/>
            <p:cNvSpPr/>
            <p:nvPr/>
          </p:nvSpPr>
          <p:spPr>
            <a:xfrm>
              <a:off x="5009157" y="2047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6" name="pt12036"/>
            <p:cNvSpPr/>
            <p:nvPr/>
          </p:nvSpPr>
          <p:spPr>
            <a:xfrm>
              <a:off x="5192578" y="2060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7" name="pt12037"/>
            <p:cNvSpPr/>
            <p:nvPr/>
          </p:nvSpPr>
          <p:spPr>
            <a:xfrm>
              <a:off x="5014013" y="2012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8" name="pt12038"/>
            <p:cNvSpPr/>
            <p:nvPr/>
          </p:nvSpPr>
          <p:spPr>
            <a:xfrm>
              <a:off x="5687201" y="2068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9" name="pt12039"/>
            <p:cNvSpPr/>
            <p:nvPr/>
          </p:nvSpPr>
          <p:spPr>
            <a:xfrm>
              <a:off x="5342830" y="2239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0" name="pt12040"/>
            <p:cNvSpPr/>
            <p:nvPr/>
          </p:nvSpPr>
          <p:spPr>
            <a:xfrm>
              <a:off x="5654634" y="1594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1" name="pt12041"/>
            <p:cNvSpPr/>
            <p:nvPr/>
          </p:nvSpPr>
          <p:spPr>
            <a:xfrm>
              <a:off x="5265807" y="212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2" name="pt12042"/>
            <p:cNvSpPr/>
            <p:nvPr/>
          </p:nvSpPr>
          <p:spPr>
            <a:xfrm>
              <a:off x="5425281" y="2185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3" name="pt12043"/>
            <p:cNvSpPr/>
            <p:nvPr/>
          </p:nvSpPr>
          <p:spPr>
            <a:xfrm>
              <a:off x="5508803" y="2280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4" name="pt12044"/>
            <p:cNvSpPr/>
            <p:nvPr/>
          </p:nvSpPr>
          <p:spPr>
            <a:xfrm>
              <a:off x="5419259" y="2142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5" name="pt12045"/>
            <p:cNvSpPr/>
            <p:nvPr/>
          </p:nvSpPr>
          <p:spPr>
            <a:xfrm>
              <a:off x="5395303" y="221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6" name="pt12046"/>
            <p:cNvSpPr/>
            <p:nvPr/>
          </p:nvSpPr>
          <p:spPr>
            <a:xfrm>
              <a:off x="5411941" y="2168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7" name="pt12047"/>
            <p:cNvSpPr/>
            <p:nvPr/>
          </p:nvSpPr>
          <p:spPr>
            <a:xfrm>
              <a:off x="5655407" y="180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8" name="pt12048"/>
            <p:cNvSpPr/>
            <p:nvPr/>
          </p:nvSpPr>
          <p:spPr>
            <a:xfrm>
              <a:off x="5097167" y="2454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9" name="pt12049"/>
            <p:cNvSpPr/>
            <p:nvPr/>
          </p:nvSpPr>
          <p:spPr>
            <a:xfrm>
              <a:off x="5226009" y="2099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0" name="pt12050"/>
            <p:cNvSpPr/>
            <p:nvPr/>
          </p:nvSpPr>
          <p:spPr>
            <a:xfrm>
              <a:off x="5126030" y="2627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1" name="pt12051"/>
            <p:cNvSpPr/>
            <p:nvPr/>
          </p:nvSpPr>
          <p:spPr>
            <a:xfrm>
              <a:off x="5575357" y="1966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2" name="pt12052"/>
            <p:cNvSpPr/>
            <p:nvPr/>
          </p:nvSpPr>
          <p:spPr>
            <a:xfrm>
              <a:off x="5722247" y="1991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3" name="pt12053"/>
            <p:cNvSpPr/>
            <p:nvPr/>
          </p:nvSpPr>
          <p:spPr>
            <a:xfrm>
              <a:off x="5418398" y="2137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4" name="pt12054"/>
            <p:cNvSpPr/>
            <p:nvPr/>
          </p:nvSpPr>
          <p:spPr>
            <a:xfrm>
              <a:off x="5465556" y="2062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5" name="pt12055"/>
            <p:cNvSpPr/>
            <p:nvPr/>
          </p:nvSpPr>
          <p:spPr>
            <a:xfrm>
              <a:off x="5569465" y="1956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6" name="pt12056"/>
            <p:cNvSpPr/>
            <p:nvPr/>
          </p:nvSpPr>
          <p:spPr>
            <a:xfrm>
              <a:off x="5388746" y="2248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7" name="pt12057"/>
            <p:cNvSpPr/>
            <p:nvPr/>
          </p:nvSpPr>
          <p:spPr>
            <a:xfrm>
              <a:off x="5310626" y="2208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8" name="pt12058"/>
            <p:cNvSpPr/>
            <p:nvPr/>
          </p:nvSpPr>
          <p:spPr>
            <a:xfrm>
              <a:off x="5530519" y="2163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9" name="pt12059"/>
            <p:cNvSpPr/>
            <p:nvPr/>
          </p:nvSpPr>
          <p:spPr>
            <a:xfrm>
              <a:off x="5164741" y="2209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0" name="pt12060"/>
            <p:cNvSpPr/>
            <p:nvPr/>
          </p:nvSpPr>
          <p:spPr>
            <a:xfrm>
              <a:off x="5299374" y="2225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1" name="pt12061"/>
            <p:cNvSpPr/>
            <p:nvPr/>
          </p:nvSpPr>
          <p:spPr>
            <a:xfrm>
              <a:off x="5510500" y="2121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2" name="pt12062"/>
            <p:cNvSpPr/>
            <p:nvPr/>
          </p:nvSpPr>
          <p:spPr>
            <a:xfrm>
              <a:off x="5295457" y="2234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3" name="pt12063"/>
            <p:cNvSpPr/>
            <p:nvPr/>
          </p:nvSpPr>
          <p:spPr>
            <a:xfrm>
              <a:off x="5698216" y="2058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4" name="pt12064"/>
            <p:cNvSpPr/>
            <p:nvPr/>
          </p:nvSpPr>
          <p:spPr>
            <a:xfrm>
              <a:off x="5292561" y="2122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5" name="pt12065"/>
            <p:cNvSpPr/>
            <p:nvPr/>
          </p:nvSpPr>
          <p:spPr>
            <a:xfrm>
              <a:off x="5385773" y="2160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6" name="pt12066"/>
            <p:cNvSpPr/>
            <p:nvPr/>
          </p:nvSpPr>
          <p:spPr>
            <a:xfrm>
              <a:off x="4667268" y="2464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7" name="pt12067"/>
            <p:cNvSpPr/>
            <p:nvPr/>
          </p:nvSpPr>
          <p:spPr>
            <a:xfrm>
              <a:off x="5287345" y="208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8" name="pt12068"/>
            <p:cNvSpPr/>
            <p:nvPr/>
          </p:nvSpPr>
          <p:spPr>
            <a:xfrm>
              <a:off x="5900038" y="1931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9" name="pt12069"/>
            <p:cNvSpPr/>
            <p:nvPr/>
          </p:nvSpPr>
          <p:spPr>
            <a:xfrm>
              <a:off x="5408368" y="2205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0" name="pt12070"/>
            <p:cNvSpPr/>
            <p:nvPr/>
          </p:nvSpPr>
          <p:spPr>
            <a:xfrm>
              <a:off x="5506056" y="2089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1" name="pt12071"/>
            <p:cNvSpPr/>
            <p:nvPr/>
          </p:nvSpPr>
          <p:spPr>
            <a:xfrm>
              <a:off x="5097012" y="2650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2" name="pt12072"/>
            <p:cNvSpPr/>
            <p:nvPr/>
          </p:nvSpPr>
          <p:spPr>
            <a:xfrm>
              <a:off x="5185473" y="2229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3" name="pt12073"/>
            <p:cNvSpPr/>
            <p:nvPr/>
          </p:nvSpPr>
          <p:spPr>
            <a:xfrm>
              <a:off x="5026872" y="2344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4" name="pt12074"/>
            <p:cNvSpPr/>
            <p:nvPr/>
          </p:nvSpPr>
          <p:spPr>
            <a:xfrm>
              <a:off x="5589223" y="2032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5" name="pt12075"/>
            <p:cNvSpPr/>
            <p:nvPr/>
          </p:nvSpPr>
          <p:spPr>
            <a:xfrm>
              <a:off x="5227310" y="2003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6" name="pt12076"/>
            <p:cNvSpPr/>
            <p:nvPr/>
          </p:nvSpPr>
          <p:spPr>
            <a:xfrm>
              <a:off x="5583752" y="1885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7" name="pt12077"/>
            <p:cNvSpPr/>
            <p:nvPr/>
          </p:nvSpPr>
          <p:spPr>
            <a:xfrm>
              <a:off x="5793248" y="1903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8" name="pt12078"/>
            <p:cNvSpPr/>
            <p:nvPr/>
          </p:nvSpPr>
          <p:spPr>
            <a:xfrm>
              <a:off x="5863924" y="1858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9" name="pt12079"/>
            <p:cNvSpPr/>
            <p:nvPr/>
          </p:nvSpPr>
          <p:spPr>
            <a:xfrm>
              <a:off x="5482206" y="2222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0" name="pt12080"/>
            <p:cNvSpPr/>
            <p:nvPr/>
          </p:nvSpPr>
          <p:spPr>
            <a:xfrm>
              <a:off x="5145497" y="2793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1" name="pt12081"/>
            <p:cNvSpPr/>
            <p:nvPr/>
          </p:nvSpPr>
          <p:spPr>
            <a:xfrm>
              <a:off x="5903419" y="1568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2" name="pt12082"/>
            <p:cNvSpPr/>
            <p:nvPr/>
          </p:nvSpPr>
          <p:spPr>
            <a:xfrm>
              <a:off x="5930580" y="1694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3" name="pt12083"/>
            <p:cNvSpPr/>
            <p:nvPr/>
          </p:nvSpPr>
          <p:spPr>
            <a:xfrm>
              <a:off x="5246001" y="2201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4" name="pt12084"/>
            <p:cNvSpPr/>
            <p:nvPr/>
          </p:nvSpPr>
          <p:spPr>
            <a:xfrm>
              <a:off x="5346469" y="221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5" name="pt12085"/>
            <p:cNvSpPr/>
            <p:nvPr/>
          </p:nvSpPr>
          <p:spPr>
            <a:xfrm>
              <a:off x="5506740" y="2148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6" name="pt12086"/>
            <p:cNvSpPr/>
            <p:nvPr/>
          </p:nvSpPr>
          <p:spPr>
            <a:xfrm>
              <a:off x="5513620" y="2105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7" name="pt12087"/>
            <p:cNvSpPr/>
            <p:nvPr/>
          </p:nvSpPr>
          <p:spPr>
            <a:xfrm>
              <a:off x="5812217" y="1945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8" name="pt12088"/>
            <p:cNvSpPr/>
            <p:nvPr/>
          </p:nvSpPr>
          <p:spPr>
            <a:xfrm>
              <a:off x="5043779" y="2484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9" name="pt12089"/>
            <p:cNvSpPr/>
            <p:nvPr/>
          </p:nvSpPr>
          <p:spPr>
            <a:xfrm>
              <a:off x="5486851" y="231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0" name="pt12090"/>
            <p:cNvSpPr/>
            <p:nvPr/>
          </p:nvSpPr>
          <p:spPr>
            <a:xfrm>
              <a:off x="5593653" y="2033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1" name="pt12091"/>
            <p:cNvSpPr/>
            <p:nvPr/>
          </p:nvSpPr>
          <p:spPr>
            <a:xfrm>
              <a:off x="5474082" y="2131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2" name="pt12092"/>
            <p:cNvSpPr/>
            <p:nvPr/>
          </p:nvSpPr>
          <p:spPr>
            <a:xfrm>
              <a:off x="5169978" y="2279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3" name="pt12093"/>
            <p:cNvSpPr/>
            <p:nvPr/>
          </p:nvSpPr>
          <p:spPr>
            <a:xfrm>
              <a:off x="6058496" y="2178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4" name="pt12094"/>
            <p:cNvSpPr/>
            <p:nvPr/>
          </p:nvSpPr>
          <p:spPr>
            <a:xfrm>
              <a:off x="5643287" y="1978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5" name="pt12095"/>
            <p:cNvSpPr/>
            <p:nvPr/>
          </p:nvSpPr>
          <p:spPr>
            <a:xfrm>
              <a:off x="5299452" y="206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6" name="pt12096"/>
            <p:cNvSpPr/>
            <p:nvPr/>
          </p:nvSpPr>
          <p:spPr>
            <a:xfrm>
              <a:off x="5564719" y="2273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7" name="pt12097"/>
            <p:cNvSpPr/>
            <p:nvPr/>
          </p:nvSpPr>
          <p:spPr>
            <a:xfrm>
              <a:off x="5509407" y="2097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8" name="pt12098"/>
            <p:cNvSpPr/>
            <p:nvPr/>
          </p:nvSpPr>
          <p:spPr>
            <a:xfrm>
              <a:off x="5125950" y="2643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9" name="pt12099"/>
            <p:cNvSpPr/>
            <p:nvPr/>
          </p:nvSpPr>
          <p:spPr>
            <a:xfrm>
              <a:off x="4936090" y="2237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0" name="pt12100"/>
            <p:cNvSpPr/>
            <p:nvPr/>
          </p:nvSpPr>
          <p:spPr>
            <a:xfrm>
              <a:off x="5593220" y="202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1" name="pt12101"/>
            <p:cNvSpPr/>
            <p:nvPr/>
          </p:nvSpPr>
          <p:spPr>
            <a:xfrm>
              <a:off x="5359539" y="2305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2" name="pt12102"/>
            <p:cNvSpPr/>
            <p:nvPr/>
          </p:nvSpPr>
          <p:spPr>
            <a:xfrm>
              <a:off x="5626596" y="200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3" name="pt12103"/>
            <p:cNvSpPr/>
            <p:nvPr/>
          </p:nvSpPr>
          <p:spPr>
            <a:xfrm>
              <a:off x="5337736" y="2308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4" name="pt12104"/>
            <p:cNvSpPr/>
            <p:nvPr/>
          </p:nvSpPr>
          <p:spPr>
            <a:xfrm>
              <a:off x="5331568" y="2028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5" name="pt12105"/>
            <p:cNvSpPr/>
            <p:nvPr/>
          </p:nvSpPr>
          <p:spPr>
            <a:xfrm>
              <a:off x="5257208" y="2194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6" name="pt12106"/>
            <p:cNvSpPr/>
            <p:nvPr/>
          </p:nvSpPr>
          <p:spPr>
            <a:xfrm>
              <a:off x="5412287" y="2083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7" name="pt12107"/>
            <p:cNvSpPr/>
            <p:nvPr/>
          </p:nvSpPr>
          <p:spPr>
            <a:xfrm>
              <a:off x="5667128" y="1760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8" name="pt12108"/>
            <p:cNvSpPr/>
            <p:nvPr/>
          </p:nvSpPr>
          <p:spPr>
            <a:xfrm>
              <a:off x="5134292" y="2720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9" name="pt12109"/>
            <p:cNvSpPr/>
            <p:nvPr/>
          </p:nvSpPr>
          <p:spPr>
            <a:xfrm>
              <a:off x="5627749" y="1967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0" name="pt12110"/>
            <p:cNvSpPr/>
            <p:nvPr/>
          </p:nvSpPr>
          <p:spPr>
            <a:xfrm>
              <a:off x="5224730" y="1954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1" name="pt12111"/>
            <p:cNvSpPr/>
            <p:nvPr/>
          </p:nvSpPr>
          <p:spPr>
            <a:xfrm>
              <a:off x="5431183" y="2104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2" name="pt12112"/>
            <p:cNvSpPr/>
            <p:nvPr/>
          </p:nvSpPr>
          <p:spPr>
            <a:xfrm>
              <a:off x="4878241" y="2684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3" name="pt12113"/>
            <p:cNvSpPr/>
            <p:nvPr/>
          </p:nvSpPr>
          <p:spPr>
            <a:xfrm>
              <a:off x="5872126" y="1581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4" name="pt12114"/>
            <p:cNvSpPr/>
            <p:nvPr/>
          </p:nvSpPr>
          <p:spPr>
            <a:xfrm>
              <a:off x="5701254" y="1877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5" name="pt12115"/>
            <p:cNvSpPr/>
            <p:nvPr/>
          </p:nvSpPr>
          <p:spPr>
            <a:xfrm>
              <a:off x="5482341" y="2261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6" name="pt12116"/>
            <p:cNvSpPr/>
            <p:nvPr/>
          </p:nvSpPr>
          <p:spPr>
            <a:xfrm>
              <a:off x="5266358" y="2100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7" name="pt12117"/>
            <p:cNvSpPr/>
            <p:nvPr/>
          </p:nvSpPr>
          <p:spPr>
            <a:xfrm>
              <a:off x="5337917" y="2243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8" name="pt12118"/>
            <p:cNvSpPr/>
            <p:nvPr/>
          </p:nvSpPr>
          <p:spPr>
            <a:xfrm>
              <a:off x="5316153" y="2180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9" name="pt12119"/>
            <p:cNvSpPr/>
            <p:nvPr/>
          </p:nvSpPr>
          <p:spPr>
            <a:xfrm>
              <a:off x="5185284" y="2294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0" name="pt12120"/>
            <p:cNvSpPr/>
            <p:nvPr/>
          </p:nvSpPr>
          <p:spPr>
            <a:xfrm>
              <a:off x="4897795" y="2246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1" name="pt12121"/>
            <p:cNvSpPr/>
            <p:nvPr/>
          </p:nvSpPr>
          <p:spPr>
            <a:xfrm>
              <a:off x="5623221" y="2086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2" name="pt12122"/>
            <p:cNvSpPr/>
            <p:nvPr/>
          </p:nvSpPr>
          <p:spPr>
            <a:xfrm>
              <a:off x="5115472" y="2688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3" name="pt12123"/>
            <p:cNvSpPr/>
            <p:nvPr/>
          </p:nvSpPr>
          <p:spPr>
            <a:xfrm>
              <a:off x="5556054" y="2238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4" name="pt12124"/>
            <p:cNvSpPr/>
            <p:nvPr/>
          </p:nvSpPr>
          <p:spPr>
            <a:xfrm>
              <a:off x="5456525" y="1886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5" name="pt12125"/>
            <p:cNvSpPr/>
            <p:nvPr/>
          </p:nvSpPr>
          <p:spPr>
            <a:xfrm>
              <a:off x="5334980" y="2250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6" name="pt12126"/>
            <p:cNvSpPr/>
            <p:nvPr/>
          </p:nvSpPr>
          <p:spPr>
            <a:xfrm>
              <a:off x="5588299" y="1951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7" name="pt12127"/>
            <p:cNvSpPr/>
            <p:nvPr/>
          </p:nvSpPr>
          <p:spPr>
            <a:xfrm>
              <a:off x="5138450" y="278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8" name="pt12128"/>
            <p:cNvSpPr/>
            <p:nvPr/>
          </p:nvSpPr>
          <p:spPr>
            <a:xfrm>
              <a:off x="5794791" y="1882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9" name="pt12129"/>
            <p:cNvSpPr/>
            <p:nvPr/>
          </p:nvSpPr>
          <p:spPr>
            <a:xfrm>
              <a:off x="5243857" y="2135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0" name="pt12130"/>
            <p:cNvSpPr/>
            <p:nvPr/>
          </p:nvSpPr>
          <p:spPr>
            <a:xfrm>
              <a:off x="5538430" y="223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1" name="pt12131"/>
            <p:cNvSpPr/>
            <p:nvPr/>
          </p:nvSpPr>
          <p:spPr>
            <a:xfrm>
              <a:off x="5205081" y="2253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2" name="pt12132"/>
            <p:cNvSpPr/>
            <p:nvPr/>
          </p:nvSpPr>
          <p:spPr>
            <a:xfrm>
              <a:off x="5318642" y="2203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3" name="pt12133"/>
            <p:cNvSpPr/>
            <p:nvPr/>
          </p:nvSpPr>
          <p:spPr>
            <a:xfrm>
              <a:off x="5071624" y="2483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4" name="pt12134"/>
            <p:cNvSpPr/>
            <p:nvPr/>
          </p:nvSpPr>
          <p:spPr>
            <a:xfrm>
              <a:off x="5123390" y="2791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5" name="pt12135"/>
            <p:cNvSpPr/>
            <p:nvPr/>
          </p:nvSpPr>
          <p:spPr>
            <a:xfrm>
              <a:off x="5196759" y="2137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6" name="pt12136"/>
            <p:cNvSpPr/>
            <p:nvPr/>
          </p:nvSpPr>
          <p:spPr>
            <a:xfrm>
              <a:off x="5485699" y="2195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7" name="pt12137"/>
            <p:cNvSpPr/>
            <p:nvPr/>
          </p:nvSpPr>
          <p:spPr>
            <a:xfrm>
              <a:off x="5162587" y="2146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8" name="pt12138"/>
            <p:cNvSpPr/>
            <p:nvPr/>
          </p:nvSpPr>
          <p:spPr>
            <a:xfrm>
              <a:off x="5512292" y="2223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9" name="pt12139"/>
            <p:cNvSpPr/>
            <p:nvPr/>
          </p:nvSpPr>
          <p:spPr>
            <a:xfrm>
              <a:off x="5498892" y="2252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0" name="pt12140"/>
            <p:cNvSpPr/>
            <p:nvPr/>
          </p:nvSpPr>
          <p:spPr>
            <a:xfrm>
              <a:off x="5441068" y="1993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1" name="pt12141"/>
            <p:cNvSpPr/>
            <p:nvPr/>
          </p:nvSpPr>
          <p:spPr>
            <a:xfrm>
              <a:off x="5378607" y="2234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2" name="pt12142"/>
            <p:cNvSpPr/>
            <p:nvPr/>
          </p:nvSpPr>
          <p:spPr>
            <a:xfrm>
              <a:off x="5954711" y="1647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3" name="pt12143"/>
            <p:cNvSpPr/>
            <p:nvPr/>
          </p:nvSpPr>
          <p:spPr>
            <a:xfrm>
              <a:off x="5500330" y="2082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4" name="pt12144"/>
            <p:cNvSpPr/>
            <p:nvPr/>
          </p:nvSpPr>
          <p:spPr>
            <a:xfrm>
              <a:off x="5570498" y="1916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5" name="pt12145"/>
            <p:cNvSpPr/>
            <p:nvPr/>
          </p:nvSpPr>
          <p:spPr>
            <a:xfrm>
              <a:off x="5436274" y="2077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6" name="pt12146"/>
            <p:cNvSpPr/>
            <p:nvPr/>
          </p:nvSpPr>
          <p:spPr>
            <a:xfrm>
              <a:off x="5630983" y="1910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7" name="pt12147"/>
            <p:cNvSpPr/>
            <p:nvPr/>
          </p:nvSpPr>
          <p:spPr>
            <a:xfrm>
              <a:off x="5341247" y="2238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8" name="pt12148"/>
            <p:cNvSpPr/>
            <p:nvPr/>
          </p:nvSpPr>
          <p:spPr>
            <a:xfrm>
              <a:off x="5636712" y="2055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9" name="pt12149"/>
            <p:cNvSpPr/>
            <p:nvPr/>
          </p:nvSpPr>
          <p:spPr>
            <a:xfrm>
              <a:off x="4905173" y="1751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0" name="pt12150"/>
            <p:cNvSpPr/>
            <p:nvPr/>
          </p:nvSpPr>
          <p:spPr>
            <a:xfrm>
              <a:off x="5258854" y="2131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1" name="pt12151"/>
            <p:cNvSpPr/>
            <p:nvPr/>
          </p:nvSpPr>
          <p:spPr>
            <a:xfrm>
              <a:off x="5185692" y="2053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2" name="pt12152"/>
            <p:cNvSpPr/>
            <p:nvPr/>
          </p:nvSpPr>
          <p:spPr>
            <a:xfrm>
              <a:off x="4912117" y="1891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3" name="pt12153"/>
            <p:cNvSpPr/>
            <p:nvPr/>
          </p:nvSpPr>
          <p:spPr>
            <a:xfrm>
              <a:off x="5056657" y="2505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4" name="pt12154"/>
            <p:cNvSpPr/>
            <p:nvPr/>
          </p:nvSpPr>
          <p:spPr>
            <a:xfrm>
              <a:off x="5573212" y="2103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5" name="pt12155"/>
            <p:cNvSpPr/>
            <p:nvPr/>
          </p:nvSpPr>
          <p:spPr>
            <a:xfrm>
              <a:off x="5712752" y="2008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6" name="pt12156"/>
            <p:cNvSpPr/>
            <p:nvPr/>
          </p:nvSpPr>
          <p:spPr>
            <a:xfrm>
              <a:off x="5272765" y="2133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7" name="pt12157"/>
            <p:cNvSpPr/>
            <p:nvPr/>
          </p:nvSpPr>
          <p:spPr>
            <a:xfrm>
              <a:off x="5052260" y="2647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8" name="pt12158"/>
            <p:cNvSpPr/>
            <p:nvPr/>
          </p:nvSpPr>
          <p:spPr>
            <a:xfrm>
              <a:off x="5514068" y="2192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9" name="pt12159"/>
            <p:cNvSpPr/>
            <p:nvPr/>
          </p:nvSpPr>
          <p:spPr>
            <a:xfrm>
              <a:off x="5652768" y="1808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0" name="pt12160"/>
            <p:cNvSpPr/>
            <p:nvPr/>
          </p:nvSpPr>
          <p:spPr>
            <a:xfrm>
              <a:off x="5546760" y="2172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1" name="pt12161"/>
            <p:cNvSpPr/>
            <p:nvPr/>
          </p:nvSpPr>
          <p:spPr>
            <a:xfrm>
              <a:off x="5258715" y="2150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2" name="pt12162"/>
            <p:cNvSpPr/>
            <p:nvPr/>
          </p:nvSpPr>
          <p:spPr>
            <a:xfrm>
              <a:off x="5487065" y="2171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3" name="pt12163"/>
            <p:cNvSpPr/>
            <p:nvPr/>
          </p:nvSpPr>
          <p:spPr>
            <a:xfrm>
              <a:off x="5801955" y="2034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4" name="pt12164"/>
            <p:cNvSpPr/>
            <p:nvPr/>
          </p:nvSpPr>
          <p:spPr>
            <a:xfrm>
              <a:off x="5315956" y="2187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5" name="pt12165"/>
            <p:cNvSpPr/>
            <p:nvPr/>
          </p:nvSpPr>
          <p:spPr>
            <a:xfrm>
              <a:off x="5306741" y="2051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6" name="pt12166"/>
            <p:cNvSpPr/>
            <p:nvPr/>
          </p:nvSpPr>
          <p:spPr>
            <a:xfrm>
              <a:off x="5485047" y="2313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7" name="pt12167"/>
            <p:cNvSpPr/>
            <p:nvPr/>
          </p:nvSpPr>
          <p:spPr>
            <a:xfrm>
              <a:off x="5411566" y="225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8" name="pt12168"/>
            <p:cNvSpPr/>
            <p:nvPr/>
          </p:nvSpPr>
          <p:spPr>
            <a:xfrm>
              <a:off x="5636182" y="208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9" name="pt12169"/>
            <p:cNvSpPr/>
            <p:nvPr/>
          </p:nvSpPr>
          <p:spPr>
            <a:xfrm>
              <a:off x="5292245" y="2024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0" name="pt12170"/>
            <p:cNvSpPr/>
            <p:nvPr/>
          </p:nvSpPr>
          <p:spPr>
            <a:xfrm>
              <a:off x="5830479" y="1968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1" name="pt12171"/>
            <p:cNvSpPr/>
            <p:nvPr/>
          </p:nvSpPr>
          <p:spPr>
            <a:xfrm>
              <a:off x="5532395" y="2263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2" name="pt12172"/>
            <p:cNvSpPr/>
            <p:nvPr/>
          </p:nvSpPr>
          <p:spPr>
            <a:xfrm>
              <a:off x="5405755" y="2301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3" name="pt12173"/>
            <p:cNvSpPr/>
            <p:nvPr/>
          </p:nvSpPr>
          <p:spPr>
            <a:xfrm>
              <a:off x="5161388" y="2293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4" name="pt12174"/>
            <p:cNvSpPr/>
            <p:nvPr/>
          </p:nvSpPr>
          <p:spPr>
            <a:xfrm>
              <a:off x="5375160" y="2028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5" name="pt12175"/>
            <p:cNvSpPr/>
            <p:nvPr/>
          </p:nvSpPr>
          <p:spPr>
            <a:xfrm>
              <a:off x="5355776" y="2227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6" name="pt12176"/>
            <p:cNvSpPr/>
            <p:nvPr/>
          </p:nvSpPr>
          <p:spPr>
            <a:xfrm>
              <a:off x="5066265" y="2574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7" name="pt12177"/>
            <p:cNvSpPr/>
            <p:nvPr/>
          </p:nvSpPr>
          <p:spPr>
            <a:xfrm>
              <a:off x="4762696" y="2634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8" name="pt12178"/>
            <p:cNvSpPr/>
            <p:nvPr/>
          </p:nvSpPr>
          <p:spPr>
            <a:xfrm>
              <a:off x="5539807" y="2233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9" name="pt12179"/>
            <p:cNvSpPr/>
            <p:nvPr/>
          </p:nvSpPr>
          <p:spPr>
            <a:xfrm>
              <a:off x="5109677" y="2565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0" name="pt12180"/>
            <p:cNvSpPr/>
            <p:nvPr/>
          </p:nvSpPr>
          <p:spPr>
            <a:xfrm>
              <a:off x="5329968" y="2085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1" name="pt12181"/>
            <p:cNvSpPr/>
            <p:nvPr/>
          </p:nvSpPr>
          <p:spPr>
            <a:xfrm>
              <a:off x="5343114" y="2279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2" name="pt12182"/>
            <p:cNvSpPr/>
            <p:nvPr/>
          </p:nvSpPr>
          <p:spPr>
            <a:xfrm>
              <a:off x="5318388" y="2239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3" name="pt12183"/>
            <p:cNvSpPr/>
            <p:nvPr/>
          </p:nvSpPr>
          <p:spPr>
            <a:xfrm>
              <a:off x="5877883" y="1965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4" name="pt12184"/>
            <p:cNvSpPr/>
            <p:nvPr/>
          </p:nvSpPr>
          <p:spPr>
            <a:xfrm>
              <a:off x="5501277" y="2216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5" name="pt12185"/>
            <p:cNvSpPr/>
            <p:nvPr/>
          </p:nvSpPr>
          <p:spPr>
            <a:xfrm>
              <a:off x="5701673" y="1720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6" name="pt12186"/>
            <p:cNvSpPr/>
            <p:nvPr/>
          </p:nvSpPr>
          <p:spPr>
            <a:xfrm>
              <a:off x="5664886" y="1657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7" name="pt12187"/>
            <p:cNvSpPr/>
            <p:nvPr/>
          </p:nvSpPr>
          <p:spPr>
            <a:xfrm>
              <a:off x="5365602" y="2070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8" name="pt12188"/>
            <p:cNvSpPr/>
            <p:nvPr/>
          </p:nvSpPr>
          <p:spPr>
            <a:xfrm>
              <a:off x="5362286" y="2054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9" name="pt12189"/>
            <p:cNvSpPr/>
            <p:nvPr/>
          </p:nvSpPr>
          <p:spPr>
            <a:xfrm>
              <a:off x="5704421" y="1848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0" name="pt12190"/>
            <p:cNvSpPr/>
            <p:nvPr/>
          </p:nvSpPr>
          <p:spPr>
            <a:xfrm>
              <a:off x="5484505" y="2208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1" name="pt12191"/>
            <p:cNvSpPr/>
            <p:nvPr/>
          </p:nvSpPr>
          <p:spPr>
            <a:xfrm>
              <a:off x="5045343" y="2389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2" name="pt12192"/>
            <p:cNvSpPr/>
            <p:nvPr/>
          </p:nvSpPr>
          <p:spPr>
            <a:xfrm>
              <a:off x="5639917" y="2070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3" name="pt12193"/>
            <p:cNvSpPr/>
            <p:nvPr/>
          </p:nvSpPr>
          <p:spPr>
            <a:xfrm>
              <a:off x="5032564" y="2303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4" name="pt12194"/>
            <p:cNvSpPr/>
            <p:nvPr/>
          </p:nvSpPr>
          <p:spPr>
            <a:xfrm>
              <a:off x="5519072" y="2113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5" name="pt12195"/>
            <p:cNvSpPr/>
            <p:nvPr/>
          </p:nvSpPr>
          <p:spPr>
            <a:xfrm>
              <a:off x="5386758" y="2258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6" name="pt12196"/>
            <p:cNvSpPr/>
            <p:nvPr/>
          </p:nvSpPr>
          <p:spPr>
            <a:xfrm>
              <a:off x="5788927" y="1715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7" name="pt12197"/>
            <p:cNvSpPr/>
            <p:nvPr/>
          </p:nvSpPr>
          <p:spPr>
            <a:xfrm>
              <a:off x="5328589" y="2326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8" name="pt12198"/>
            <p:cNvSpPr/>
            <p:nvPr/>
          </p:nvSpPr>
          <p:spPr>
            <a:xfrm>
              <a:off x="4983453" y="2844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9" name="pt12199"/>
            <p:cNvSpPr/>
            <p:nvPr/>
          </p:nvSpPr>
          <p:spPr>
            <a:xfrm>
              <a:off x="5414343" y="2224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0" name="pt12200"/>
            <p:cNvSpPr/>
            <p:nvPr/>
          </p:nvSpPr>
          <p:spPr>
            <a:xfrm>
              <a:off x="5506121" y="2107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1" name="pt12201"/>
            <p:cNvSpPr/>
            <p:nvPr/>
          </p:nvSpPr>
          <p:spPr>
            <a:xfrm>
              <a:off x="4998132" y="2306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2" name="pt12202"/>
            <p:cNvSpPr/>
            <p:nvPr/>
          </p:nvSpPr>
          <p:spPr>
            <a:xfrm>
              <a:off x="5219777" y="2130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3" name="pt12203"/>
            <p:cNvSpPr/>
            <p:nvPr/>
          </p:nvSpPr>
          <p:spPr>
            <a:xfrm>
              <a:off x="5338550" y="2242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4" name="pt12204"/>
            <p:cNvSpPr/>
            <p:nvPr/>
          </p:nvSpPr>
          <p:spPr>
            <a:xfrm>
              <a:off x="5660230" y="1752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5" name="pt12205"/>
            <p:cNvSpPr/>
            <p:nvPr/>
          </p:nvSpPr>
          <p:spPr>
            <a:xfrm>
              <a:off x="5581139" y="196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6" name="pt12206"/>
            <p:cNvSpPr/>
            <p:nvPr/>
          </p:nvSpPr>
          <p:spPr>
            <a:xfrm>
              <a:off x="5316390" y="2205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7" name="pt12207"/>
            <p:cNvSpPr/>
            <p:nvPr/>
          </p:nvSpPr>
          <p:spPr>
            <a:xfrm>
              <a:off x="5653624" y="1714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8" name="pt12208"/>
            <p:cNvSpPr/>
            <p:nvPr/>
          </p:nvSpPr>
          <p:spPr>
            <a:xfrm>
              <a:off x="5446528" y="1973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9" name="pt12209"/>
            <p:cNvSpPr/>
            <p:nvPr/>
          </p:nvSpPr>
          <p:spPr>
            <a:xfrm>
              <a:off x="5529292" y="2282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0" name="pt12210"/>
            <p:cNvSpPr/>
            <p:nvPr/>
          </p:nvSpPr>
          <p:spPr>
            <a:xfrm>
              <a:off x="5554002" y="2263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1" name="pt12211"/>
            <p:cNvSpPr/>
            <p:nvPr/>
          </p:nvSpPr>
          <p:spPr>
            <a:xfrm>
              <a:off x="5794134" y="1941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2" name="pt12212"/>
            <p:cNvSpPr/>
            <p:nvPr/>
          </p:nvSpPr>
          <p:spPr>
            <a:xfrm>
              <a:off x="5422035" y="2123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3" name="pt12213"/>
            <p:cNvSpPr/>
            <p:nvPr/>
          </p:nvSpPr>
          <p:spPr>
            <a:xfrm>
              <a:off x="5604578" y="1923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4" name="pt12214"/>
            <p:cNvSpPr/>
            <p:nvPr/>
          </p:nvSpPr>
          <p:spPr>
            <a:xfrm>
              <a:off x="5681638" y="2037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5" name="pt12215"/>
            <p:cNvSpPr/>
            <p:nvPr/>
          </p:nvSpPr>
          <p:spPr>
            <a:xfrm>
              <a:off x="5447931" y="1908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6" name="pt12216"/>
            <p:cNvSpPr/>
            <p:nvPr/>
          </p:nvSpPr>
          <p:spPr>
            <a:xfrm>
              <a:off x="5477715" y="2226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7" name="pt12217"/>
            <p:cNvSpPr/>
            <p:nvPr/>
          </p:nvSpPr>
          <p:spPr>
            <a:xfrm>
              <a:off x="5405766" y="2290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8" name="pt12218"/>
            <p:cNvSpPr/>
            <p:nvPr/>
          </p:nvSpPr>
          <p:spPr>
            <a:xfrm>
              <a:off x="5334907" y="2092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9" name="pt12219"/>
            <p:cNvSpPr/>
            <p:nvPr/>
          </p:nvSpPr>
          <p:spPr>
            <a:xfrm>
              <a:off x="4817676" y="2448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0" name="pt12220"/>
            <p:cNvSpPr/>
            <p:nvPr/>
          </p:nvSpPr>
          <p:spPr>
            <a:xfrm>
              <a:off x="5547439" y="2240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1" name="pt12221"/>
            <p:cNvSpPr/>
            <p:nvPr/>
          </p:nvSpPr>
          <p:spPr>
            <a:xfrm>
              <a:off x="5524694" y="2083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2" name="pt12222"/>
            <p:cNvSpPr/>
            <p:nvPr/>
          </p:nvSpPr>
          <p:spPr>
            <a:xfrm>
              <a:off x="5267707" y="2095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3" name="pt12223"/>
            <p:cNvSpPr/>
            <p:nvPr/>
          </p:nvSpPr>
          <p:spPr>
            <a:xfrm>
              <a:off x="5670679" y="1764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4" name="pt12224"/>
            <p:cNvSpPr/>
            <p:nvPr/>
          </p:nvSpPr>
          <p:spPr>
            <a:xfrm>
              <a:off x="6096168" y="1666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5" name="pt12225"/>
            <p:cNvSpPr/>
            <p:nvPr/>
          </p:nvSpPr>
          <p:spPr>
            <a:xfrm>
              <a:off x="5179906" y="2110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6" name="pt12226"/>
            <p:cNvSpPr/>
            <p:nvPr/>
          </p:nvSpPr>
          <p:spPr>
            <a:xfrm>
              <a:off x="5424663" y="2156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7" name="pt12227"/>
            <p:cNvSpPr/>
            <p:nvPr/>
          </p:nvSpPr>
          <p:spPr>
            <a:xfrm>
              <a:off x="5673171" y="2021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8" name="pt12228"/>
            <p:cNvSpPr/>
            <p:nvPr/>
          </p:nvSpPr>
          <p:spPr>
            <a:xfrm>
              <a:off x="5810380" y="2012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9" name="pt12229"/>
            <p:cNvSpPr/>
            <p:nvPr/>
          </p:nvSpPr>
          <p:spPr>
            <a:xfrm>
              <a:off x="5346993" y="2254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0" name="pt12230"/>
            <p:cNvSpPr/>
            <p:nvPr/>
          </p:nvSpPr>
          <p:spPr>
            <a:xfrm>
              <a:off x="5097876" y="2567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1" name="pt12231"/>
            <p:cNvSpPr/>
            <p:nvPr/>
          </p:nvSpPr>
          <p:spPr>
            <a:xfrm>
              <a:off x="5418217" y="2224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2" name="pt12232"/>
            <p:cNvSpPr/>
            <p:nvPr/>
          </p:nvSpPr>
          <p:spPr>
            <a:xfrm>
              <a:off x="5125269" y="2678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3" name="pt12233"/>
            <p:cNvSpPr/>
            <p:nvPr/>
          </p:nvSpPr>
          <p:spPr>
            <a:xfrm>
              <a:off x="5717458" y="1907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4" name="pt12234"/>
            <p:cNvSpPr/>
            <p:nvPr/>
          </p:nvSpPr>
          <p:spPr>
            <a:xfrm>
              <a:off x="5593736" y="2110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5" name="pt12235"/>
            <p:cNvSpPr/>
            <p:nvPr/>
          </p:nvSpPr>
          <p:spPr>
            <a:xfrm>
              <a:off x="5414673" y="2181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6" name="pt12236"/>
            <p:cNvSpPr/>
            <p:nvPr/>
          </p:nvSpPr>
          <p:spPr>
            <a:xfrm>
              <a:off x="5763896" y="2014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7" name="pt12237"/>
            <p:cNvSpPr/>
            <p:nvPr/>
          </p:nvSpPr>
          <p:spPr>
            <a:xfrm>
              <a:off x="5314853" y="214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8" name="pt12238"/>
            <p:cNvSpPr/>
            <p:nvPr/>
          </p:nvSpPr>
          <p:spPr>
            <a:xfrm>
              <a:off x="5774929" y="1844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9" name="pt12239"/>
            <p:cNvSpPr/>
            <p:nvPr/>
          </p:nvSpPr>
          <p:spPr>
            <a:xfrm>
              <a:off x="5612854" y="2059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0" name="pt12240"/>
            <p:cNvSpPr/>
            <p:nvPr/>
          </p:nvSpPr>
          <p:spPr>
            <a:xfrm>
              <a:off x="5222124" y="1827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1" name="pt12241"/>
            <p:cNvSpPr/>
            <p:nvPr/>
          </p:nvSpPr>
          <p:spPr>
            <a:xfrm>
              <a:off x="5562317" y="2257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2" name="pt12242"/>
            <p:cNvSpPr/>
            <p:nvPr/>
          </p:nvSpPr>
          <p:spPr>
            <a:xfrm>
              <a:off x="5103579" y="2465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3" name="pt12243"/>
            <p:cNvSpPr/>
            <p:nvPr/>
          </p:nvSpPr>
          <p:spPr>
            <a:xfrm>
              <a:off x="5647797" y="1741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4" name="pt12244"/>
            <p:cNvSpPr/>
            <p:nvPr/>
          </p:nvSpPr>
          <p:spPr>
            <a:xfrm>
              <a:off x="5480776" y="2184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5" name="pt12245"/>
            <p:cNvSpPr/>
            <p:nvPr/>
          </p:nvSpPr>
          <p:spPr>
            <a:xfrm>
              <a:off x="5316122" y="2302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6" name="pt12246"/>
            <p:cNvSpPr/>
            <p:nvPr/>
          </p:nvSpPr>
          <p:spPr>
            <a:xfrm>
              <a:off x="5434507" y="2082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7" name="pt12247"/>
            <p:cNvSpPr/>
            <p:nvPr/>
          </p:nvSpPr>
          <p:spPr>
            <a:xfrm>
              <a:off x="5522249" y="2125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8" name="pt12248"/>
            <p:cNvSpPr/>
            <p:nvPr/>
          </p:nvSpPr>
          <p:spPr>
            <a:xfrm>
              <a:off x="5100128" y="2616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9" name="pt12249"/>
            <p:cNvSpPr/>
            <p:nvPr/>
          </p:nvSpPr>
          <p:spPr>
            <a:xfrm>
              <a:off x="5478779" y="2110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0" name="pt12250"/>
            <p:cNvSpPr/>
            <p:nvPr/>
          </p:nvSpPr>
          <p:spPr>
            <a:xfrm>
              <a:off x="5488383" y="2321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1" name="pt12251"/>
            <p:cNvSpPr/>
            <p:nvPr/>
          </p:nvSpPr>
          <p:spPr>
            <a:xfrm>
              <a:off x="5186021" y="2127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2" name="pt12252"/>
            <p:cNvSpPr/>
            <p:nvPr/>
          </p:nvSpPr>
          <p:spPr>
            <a:xfrm>
              <a:off x="5130828" y="2590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3" name="pt12253"/>
            <p:cNvSpPr/>
            <p:nvPr/>
          </p:nvSpPr>
          <p:spPr>
            <a:xfrm>
              <a:off x="4877818" y="2625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4" name="pt12254"/>
            <p:cNvSpPr/>
            <p:nvPr/>
          </p:nvSpPr>
          <p:spPr>
            <a:xfrm>
              <a:off x="5776527" y="1960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5" name="pt12255"/>
            <p:cNvSpPr/>
            <p:nvPr/>
          </p:nvSpPr>
          <p:spPr>
            <a:xfrm>
              <a:off x="5646917" y="1826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6" name="pt12256"/>
            <p:cNvSpPr/>
            <p:nvPr/>
          </p:nvSpPr>
          <p:spPr>
            <a:xfrm>
              <a:off x="5223108" y="1842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7" name="pt12257"/>
            <p:cNvSpPr/>
            <p:nvPr/>
          </p:nvSpPr>
          <p:spPr>
            <a:xfrm>
              <a:off x="6060401" y="2018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8" name="pt12258"/>
            <p:cNvSpPr/>
            <p:nvPr/>
          </p:nvSpPr>
          <p:spPr>
            <a:xfrm>
              <a:off x="5520635" y="2080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9" name="pt12259"/>
            <p:cNvSpPr/>
            <p:nvPr/>
          </p:nvSpPr>
          <p:spPr>
            <a:xfrm>
              <a:off x="5180976" y="222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0" name="pt12260"/>
            <p:cNvSpPr/>
            <p:nvPr/>
          </p:nvSpPr>
          <p:spPr>
            <a:xfrm>
              <a:off x="5164610" y="2334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1" name="pt12261"/>
            <p:cNvSpPr/>
            <p:nvPr/>
          </p:nvSpPr>
          <p:spPr>
            <a:xfrm>
              <a:off x="5664022" y="1629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2" name="pt12262"/>
            <p:cNvSpPr/>
            <p:nvPr/>
          </p:nvSpPr>
          <p:spPr>
            <a:xfrm>
              <a:off x="5703537" y="1849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3" name="pt12263"/>
            <p:cNvSpPr/>
            <p:nvPr/>
          </p:nvSpPr>
          <p:spPr>
            <a:xfrm>
              <a:off x="5459991" y="2010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4" name="pt12264"/>
            <p:cNvSpPr/>
            <p:nvPr/>
          </p:nvSpPr>
          <p:spPr>
            <a:xfrm>
              <a:off x="5093970" y="2548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5" name="pt12265"/>
            <p:cNvSpPr/>
            <p:nvPr/>
          </p:nvSpPr>
          <p:spPr>
            <a:xfrm>
              <a:off x="5704954" y="1751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6" name="pt12266"/>
            <p:cNvSpPr/>
            <p:nvPr/>
          </p:nvSpPr>
          <p:spPr>
            <a:xfrm>
              <a:off x="5446050" y="1909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7" name="pt12267"/>
            <p:cNvSpPr/>
            <p:nvPr/>
          </p:nvSpPr>
          <p:spPr>
            <a:xfrm>
              <a:off x="5020065" y="2520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8" name="pt12268"/>
            <p:cNvSpPr/>
            <p:nvPr/>
          </p:nvSpPr>
          <p:spPr>
            <a:xfrm>
              <a:off x="4713064" y="2529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9" name="pt12269"/>
            <p:cNvSpPr/>
            <p:nvPr/>
          </p:nvSpPr>
          <p:spPr>
            <a:xfrm>
              <a:off x="4866272" y="2714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0" name="pt12270"/>
            <p:cNvSpPr/>
            <p:nvPr/>
          </p:nvSpPr>
          <p:spPr>
            <a:xfrm>
              <a:off x="5478971" y="2196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1" name="pt12271"/>
            <p:cNvSpPr/>
            <p:nvPr/>
          </p:nvSpPr>
          <p:spPr>
            <a:xfrm>
              <a:off x="5553813" y="2222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2" name="pt12272"/>
            <p:cNvSpPr/>
            <p:nvPr/>
          </p:nvSpPr>
          <p:spPr>
            <a:xfrm>
              <a:off x="5283853" y="1925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3" name="pt12273"/>
            <p:cNvSpPr/>
            <p:nvPr/>
          </p:nvSpPr>
          <p:spPr>
            <a:xfrm>
              <a:off x="5305030" y="2105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4" name="pt12274"/>
            <p:cNvSpPr/>
            <p:nvPr/>
          </p:nvSpPr>
          <p:spPr>
            <a:xfrm>
              <a:off x="5516722" y="2110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5" name="pt12275"/>
            <p:cNvSpPr/>
            <p:nvPr/>
          </p:nvSpPr>
          <p:spPr>
            <a:xfrm>
              <a:off x="5573502" y="2077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6" name="pt12276"/>
            <p:cNvSpPr/>
            <p:nvPr/>
          </p:nvSpPr>
          <p:spPr>
            <a:xfrm>
              <a:off x="5459616" y="2130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7" name="pt12277"/>
            <p:cNvSpPr/>
            <p:nvPr/>
          </p:nvSpPr>
          <p:spPr>
            <a:xfrm>
              <a:off x="4939317" y="2142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8" name="pt12278"/>
            <p:cNvSpPr/>
            <p:nvPr/>
          </p:nvSpPr>
          <p:spPr>
            <a:xfrm>
              <a:off x="5239790" y="2108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9" name="pt12279"/>
            <p:cNvSpPr/>
            <p:nvPr/>
          </p:nvSpPr>
          <p:spPr>
            <a:xfrm>
              <a:off x="5359959" y="2278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0" name="pt12280"/>
            <p:cNvSpPr/>
            <p:nvPr/>
          </p:nvSpPr>
          <p:spPr>
            <a:xfrm>
              <a:off x="5353958" y="2263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1" name="pt12281"/>
            <p:cNvSpPr/>
            <p:nvPr/>
          </p:nvSpPr>
          <p:spPr>
            <a:xfrm>
              <a:off x="5373326" y="2080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2" name="pt12282"/>
            <p:cNvSpPr/>
            <p:nvPr/>
          </p:nvSpPr>
          <p:spPr>
            <a:xfrm>
              <a:off x="5577818" y="2051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3" name="pt12283"/>
            <p:cNvSpPr/>
            <p:nvPr/>
          </p:nvSpPr>
          <p:spPr>
            <a:xfrm>
              <a:off x="5277639" y="2138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4" name="pt12284"/>
            <p:cNvSpPr/>
            <p:nvPr/>
          </p:nvSpPr>
          <p:spPr>
            <a:xfrm>
              <a:off x="5194485" y="2130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5" name="pt12285"/>
            <p:cNvSpPr/>
            <p:nvPr/>
          </p:nvSpPr>
          <p:spPr>
            <a:xfrm>
              <a:off x="5574540" y="1944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6" name="pt12286"/>
            <p:cNvSpPr/>
            <p:nvPr/>
          </p:nvSpPr>
          <p:spPr>
            <a:xfrm>
              <a:off x="5306534" y="2061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7" name="pt12287"/>
            <p:cNvSpPr/>
            <p:nvPr/>
          </p:nvSpPr>
          <p:spPr>
            <a:xfrm>
              <a:off x="5306349" y="2207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8" name="pt12288"/>
            <p:cNvSpPr/>
            <p:nvPr/>
          </p:nvSpPr>
          <p:spPr>
            <a:xfrm>
              <a:off x="5549271" y="2216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9" name="pt12289"/>
            <p:cNvSpPr/>
            <p:nvPr/>
          </p:nvSpPr>
          <p:spPr>
            <a:xfrm>
              <a:off x="4990682" y="2631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0" name="pt12290"/>
            <p:cNvSpPr/>
            <p:nvPr/>
          </p:nvSpPr>
          <p:spPr>
            <a:xfrm>
              <a:off x="5311177" y="2220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1" name="pt12291"/>
            <p:cNvSpPr/>
            <p:nvPr/>
          </p:nvSpPr>
          <p:spPr>
            <a:xfrm>
              <a:off x="5677823" y="1953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2" name="pt12292"/>
            <p:cNvSpPr/>
            <p:nvPr/>
          </p:nvSpPr>
          <p:spPr>
            <a:xfrm>
              <a:off x="5725369" y="2011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3" name="pt12293"/>
            <p:cNvSpPr/>
            <p:nvPr/>
          </p:nvSpPr>
          <p:spPr>
            <a:xfrm>
              <a:off x="5028337" y="2280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4" name="pt12294"/>
            <p:cNvSpPr/>
            <p:nvPr/>
          </p:nvSpPr>
          <p:spPr>
            <a:xfrm>
              <a:off x="5403531" y="2302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5" name="pt12295"/>
            <p:cNvSpPr/>
            <p:nvPr/>
          </p:nvSpPr>
          <p:spPr>
            <a:xfrm>
              <a:off x="5470226" y="1981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6" name="pt12296"/>
            <p:cNvSpPr/>
            <p:nvPr/>
          </p:nvSpPr>
          <p:spPr>
            <a:xfrm>
              <a:off x="5723784" y="1932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7" name="pt12297"/>
            <p:cNvSpPr/>
            <p:nvPr/>
          </p:nvSpPr>
          <p:spPr>
            <a:xfrm>
              <a:off x="5518694" y="2051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8" name="pt12298"/>
            <p:cNvSpPr/>
            <p:nvPr/>
          </p:nvSpPr>
          <p:spPr>
            <a:xfrm>
              <a:off x="5409764" y="2306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9" name="pt12299"/>
            <p:cNvSpPr/>
            <p:nvPr/>
          </p:nvSpPr>
          <p:spPr>
            <a:xfrm>
              <a:off x="5324252" y="2209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0" name="pt12300"/>
            <p:cNvSpPr/>
            <p:nvPr/>
          </p:nvSpPr>
          <p:spPr>
            <a:xfrm>
              <a:off x="5766480" y="1962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1" name="pt12301"/>
            <p:cNvSpPr/>
            <p:nvPr/>
          </p:nvSpPr>
          <p:spPr>
            <a:xfrm>
              <a:off x="5561063" y="2250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2" name="pt12302"/>
            <p:cNvSpPr/>
            <p:nvPr/>
          </p:nvSpPr>
          <p:spPr>
            <a:xfrm>
              <a:off x="5435751" y="2101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3" name="pt12303"/>
            <p:cNvSpPr/>
            <p:nvPr/>
          </p:nvSpPr>
          <p:spPr>
            <a:xfrm>
              <a:off x="5619637" y="2021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4" name="pt12304"/>
            <p:cNvSpPr/>
            <p:nvPr/>
          </p:nvSpPr>
          <p:spPr>
            <a:xfrm>
              <a:off x="5642560" y="2039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5" name="pt12305"/>
            <p:cNvSpPr/>
            <p:nvPr/>
          </p:nvSpPr>
          <p:spPr>
            <a:xfrm>
              <a:off x="5644642" y="1818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6" name="pt12306"/>
            <p:cNvSpPr/>
            <p:nvPr/>
          </p:nvSpPr>
          <p:spPr>
            <a:xfrm>
              <a:off x="5674582" y="199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7" name="pt12307"/>
            <p:cNvSpPr/>
            <p:nvPr/>
          </p:nvSpPr>
          <p:spPr>
            <a:xfrm>
              <a:off x="5138032" y="2710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8" name="pt12308"/>
            <p:cNvSpPr/>
            <p:nvPr/>
          </p:nvSpPr>
          <p:spPr>
            <a:xfrm>
              <a:off x="5229838" y="2054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9" name="pt12309"/>
            <p:cNvSpPr/>
            <p:nvPr/>
          </p:nvSpPr>
          <p:spPr>
            <a:xfrm>
              <a:off x="5268649" y="2119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0" name="pt12310"/>
            <p:cNvSpPr/>
            <p:nvPr/>
          </p:nvSpPr>
          <p:spPr>
            <a:xfrm>
              <a:off x="5275112" y="2136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1" name="pt12311"/>
            <p:cNvSpPr/>
            <p:nvPr/>
          </p:nvSpPr>
          <p:spPr>
            <a:xfrm>
              <a:off x="5194496" y="209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2" name="pt12312"/>
            <p:cNvSpPr/>
            <p:nvPr/>
          </p:nvSpPr>
          <p:spPr>
            <a:xfrm>
              <a:off x="5773414" y="1921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3" name="pt12313"/>
            <p:cNvSpPr/>
            <p:nvPr/>
          </p:nvSpPr>
          <p:spPr>
            <a:xfrm>
              <a:off x="5819323" y="1971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4" name="pt12314"/>
            <p:cNvSpPr/>
            <p:nvPr/>
          </p:nvSpPr>
          <p:spPr>
            <a:xfrm>
              <a:off x="5386545" y="2118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5" name="pt12315"/>
            <p:cNvSpPr/>
            <p:nvPr/>
          </p:nvSpPr>
          <p:spPr>
            <a:xfrm>
              <a:off x="5417073" y="2226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6" name="pt12316"/>
            <p:cNvSpPr/>
            <p:nvPr/>
          </p:nvSpPr>
          <p:spPr>
            <a:xfrm>
              <a:off x="5690752" y="2022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7" name="pt12317"/>
            <p:cNvSpPr/>
            <p:nvPr/>
          </p:nvSpPr>
          <p:spPr>
            <a:xfrm>
              <a:off x="4682793" y="2424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8" name="pt12318"/>
            <p:cNvSpPr/>
            <p:nvPr/>
          </p:nvSpPr>
          <p:spPr>
            <a:xfrm>
              <a:off x="5604524" y="1923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9" name="pt12319"/>
            <p:cNvSpPr/>
            <p:nvPr/>
          </p:nvSpPr>
          <p:spPr>
            <a:xfrm>
              <a:off x="5458042" y="2074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0" name="pt12320"/>
            <p:cNvSpPr/>
            <p:nvPr/>
          </p:nvSpPr>
          <p:spPr>
            <a:xfrm>
              <a:off x="5139720" y="2699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1" name="pt12321"/>
            <p:cNvSpPr/>
            <p:nvPr/>
          </p:nvSpPr>
          <p:spPr>
            <a:xfrm>
              <a:off x="5616940" y="2091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2" name="pt12322"/>
            <p:cNvSpPr/>
            <p:nvPr/>
          </p:nvSpPr>
          <p:spPr>
            <a:xfrm>
              <a:off x="5181411" y="2118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3" name="pt12323"/>
            <p:cNvSpPr/>
            <p:nvPr/>
          </p:nvSpPr>
          <p:spPr>
            <a:xfrm>
              <a:off x="5405814" y="2295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4" name="pt12324"/>
            <p:cNvSpPr/>
            <p:nvPr/>
          </p:nvSpPr>
          <p:spPr>
            <a:xfrm>
              <a:off x="5171915" y="2293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5" name="pt12325"/>
            <p:cNvSpPr/>
            <p:nvPr/>
          </p:nvSpPr>
          <p:spPr>
            <a:xfrm>
              <a:off x="5391878" y="2136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6" name="pt12326"/>
            <p:cNvSpPr/>
            <p:nvPr/>
          </p:nvSpPr>
          <p:spPr>
            <a:xfrm>
              <a:off x="5320799" y="2186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7" name="pt12327"/>
            <p:cNvSpPr/>
            <p:nvPr/>
          </p:nvSpPr>
          <p:spPr>
            <a:xfrm>
              <a:off x="5354714" y="2053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8" name="pt12328"/>
            <p:cNvSpPr/>
            <p:nvPr/>
          </p:nvSpPr>
          <p:spPr>
            <a:xfrm>
              <a:off x="5570305" y="2038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9" name="pt12329"/>
            <p:cNvSpPr/>
            <p:nvPr/>
          </p:nvSpPr>
          <p:spPr>
            <a:xfrm>
              <a:off x="5376938" y="2249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0" name="pt12330"/>
            <p:cNvSpPr/>
            <p:nvPr/>
          </p:nvSpPr>
          <p:spPr>
            <a:xfrm>
              <a:off x="5336919" y="2228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1" name="pt12331"/>
            <p:cNvSpPr/>
            <p:nvPr/>
          </p:nvSpPr>
          <p:spPr>
            <a:xfrm>
              <a:off x="5485923" y="2263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2" name="pt12332"/>
            <p:cNvSpPr/>
            <p:nvPr/>
          </p:nvSpPr>
          <p:spPr>
            <a:xfrm>
              <a:off x="5797614" y="1982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3" name="pt12333"/>
            <p:cNvSpPr/>
            <p:nvPr/>
          </p:nvSpPr>
          <p:spPr>
            <a:xfrm>
              <a:off x="5475745" y="2143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4" name="pt12334"/>
            <p:cNvSpPr/>
            <p:nvPr/>
          </p:nvSpPr>
          <p:spPr>
            <a:xfrm>
              <a:off x="5134655" y="2652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5" name="pt12335"/>
            <p:cNvSpPr/>
            <p:nvPr/>
          </p:nvSpPr>
          <p:spPr>
            <a:xfrm>
              <a:off x="5343643" y="2221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6" name="pt12336"/>
            <p:cNvSpPr/>
            <p:nvPr/>
          </p:nvSpPr>
          <p:spPr>
            <a:xfrm>
              <a:off x="4991927" y="2839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7" name="pt12337"/>
            <p:cNvSpPr/>
            <p:nvPr/>
          </p:nvSpPr>
          <p:spPr>
            <a:xfrm>
              <a:off x="5535062" y="2281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8" name="pt12338"/>
            <p:cNvSpPr/>
            <p:nvPr/>
          </p:nvSpPr>
          <p:spPr>
            <a:xfrm>
              <a:off x="5493029" y="2284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9" name="pt12339"/>
            <p:cNvSpPr/>
            <p:nvPr/>
          </p:nvSpPr>
          <p:spPr>
            <a:xfrm>
              <a:off x="5908785" y="1753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0" name="pt12340"/>
            <p:cNvSpPr/>
            <p:nvPr/>
          </p:nvSpPr>
          <p:spPr>
            <a:xfrm>
              <a:off x="5314466" y="2200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1" name="pt12341"/>
            <p:cNvSpPr/>
            <p:nvPr/>
          </p:nvSpPr>
          <p:spPr>
            <a:xfrm>
              <a:off x="5637605" y="2133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2" name="pt12342"/>
            <p:cNvSpPr/>
            <p:nvPr/>
          </p:nvSpPr>
          <p:spPr>
            <a:xfrm>
              <a:off x="5897136" y="1775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3" name="pt12343"/>
            <p:cNvSpPr/>
            <p:nvPr/>
          </p:nvSpPr>
          <p:spPr>
            <a:xfrm>
              <a:off x="5191215" y="2089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4" name="pt12344"/>
            <p:cNvSpPr/>
            <p:nvPr/>
          </p:nvSpPr>
          <p:spPr>
            <a:xfrm>
              <a:off x="5921760" y="1559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5" name="pt12345"/>
            <p:cNvSpPr/>
            <p:nvPr/>
          </p:nvSpPr>
          <p:spPr>
            <a:xfrm>
              <a:off x="5992971" y="2009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6" name="pt12346"/>
            <p:cNvSpPr/>
            <p:nvPr/>
          </p:nvSpPr>
          <p:spPr>
            <a:xfrm>
              <a:off x="5728376" y="1930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7" name="pt12347"/>
            <p:cNvSpPr/>
            <p:nvPr/>
          </p:nvSpPr>
          <p:spPr>
            <a:xfrm>
              <a:off x="5624927" y="2066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8" name="pt12348"/>
            <p:cNvSpPr/>
            <p:nvPr/>
          </p:nvSpPr>
          <p:spPr>
            <a:xfrm>
              <a:off x="5660436" y="1663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9" name="pt12349"/>
            <p:cNvSpPr/>
            <p:nvPr/>
          </p:nvSpPr>
          <p:spPr>
            <a:xfrm>
              <a:off x="5118758" y="2533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0" name="pt12350"/>
            <p:cNvSpPr/>
            <p:nvPr/>
          </p:nvSpPr>
          <p:spPr>
            <a:xfrm>
              <a:off x="5333779" y="2134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1" name="pt12351"/>
            <p:cNvSpPr/>
            <p:nvPr/>
          </p:nvSpPr>
          <p:spPr>
            <a:xfrm>
              <a:off x="5482117" y="229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2" name="pt12352"/>
            <p:cNvSpPr/>
            <p:nvPr/>
          </p:nvSpPr>
          <p:spPr>
            <a:xfrm>
              <a:off x="4899011" y="183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3" name="pt12353"/>
            <p:cNvSpPr/>
            <p:nvPr/>
          </p:nvSpPr>
          <p:spPr>
            <a:xfrm>
              <a:off x="5537033" y="2108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4" name="pt12354"/>
            <p:cNvSpPr/>
            <p:nvPr/>
          </p:nvSpPr>
          <p:spPr>
            <a:xfrm>
              <a:off x="5807566" y="1878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5" name="pt12355"/>
            <p:cNvSpPr/>
            <p:nvPr/>
          </p:nvSpPr>
          <p:spPr>
            <a:xfrm>
              <a:off x="5176033" y="2283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6" name="pt12356"/>
            <p:cNvSpPr/>
            <p:nvPr/>
          </p:nvSpPr>
          <p:spPr>
            <a:xfrm>
              <a:off x="5564383" y="2197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7" name="pt12357"/>
            <p:cNvSpPr/>
            <p:nvPr/>
          </p:nvSpPr>
          <p:spPr>
            <a:xfrm>
              <a:off x="5558970" y="2199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8" name="pt12358"/>
            <p:cNvSpPr/>
            <p:nvPr/>
          </p:nvSpPr>
          <p:spPr>
            <a:xfrm>
              <a:off x="5686232" y="2203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9" name="pt12359"/>
            <p:cNvSpPr/>
            <p:nvPr/>
          </p:nvSpPr>
          <p:spPr>
            <a:xfrm>
              <a:off x="5424935" y="2194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0" name="pt12360"/>
            <p:cNvSpPr/>
            <p:nvPr/>
          </p:nvSpPr>
          <p:spPr>
            <a:xfrm>
              <a:off x="5706164" y="1910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1" name="pt12361"/>
            <p:cNvSpPr/>
            <p:nvPr/>
          </p:nvSpPr>
          <p:spPr>
            <a:xfrm>
              <a:off x="5365882" y="2069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2" name="pt12362"/>
            <p:cNvSpPr/>
            <p:nvPr/>
          </p:nvSpPr>
          <p:spPr>
            <a:xfrm>
              <a:off x="5374773" y="1998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3" name="pt12363"/>
            <p:cNvSpPr/>
            <p:nvPr/>
          </p:nvSpPr>
          <p:spPr>
            <a:xfrm>
              <a:off x="5047077" y="2529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4" name="pt12364"/>
            <p:cNvSpPr/>
            <p:nvPr/>
          </p:nvSpPr>
          <p:spPr>
            <a:xfrm>
              <a:off x="5554931" y="2232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5" name="pt12365"/>
            <p:cNvSpPr/>
            <p:nvPr/>
          </p:nvSpPr>
          <p:spPr>
            <a:xfrm>
              <a:off x="5193395" y="2013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6" name="pt12366"/>
            <p:cNvSpPr/>
            <p:nvPr/>
          </p:nvSpPr>
          <p:spPr>
            <a:xfrm>
              <a:off x="5637327" y="2176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7" name="pt12367"/>
            <p:cNvSpPr/>
            <p:nvPr/>
          </p:nvSpPr>
          <p:spPr>
            <a:xfrm>
              <a:off x="5066858" y="2424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8" name="pt12368"/>
            <p:cNvSpPr/>
            <p:nvPr/>
          </p:nvSpPr>
          <p:spPr>
            <a:xfrm>
              <a:off x="5642508" y="2119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9" name="pt12369"/>
            <p:cNvSpPr/>
            <p:nvPr/>
          </p:nvSpPr>
          <p:spPr>
            <a:xfrm>
              <a:off x="5104585" y="2771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0" name="pt12370"/>
            <p:cNvSpPr/>
            <p:nvPr/>
          </p:nvSpPr>
          <p:spPr>
            <a:xfrm>
              <a:off x="5252789" y="2213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1" name="pt12371"/>
            <p:cNvSpPr/>
            <p:nvPr/>
          </p:nvSpPr>
          <p:spPr>
            <a:xfrm>
              <a:off x="5394215" y="2135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2" name="pt12372"/>
            <p:cNvSpPr/>
            <p:nvPr/>
          </p:nvSpPr>
          <p:spPr>
            <a:xfrm>
              <a:off x="5746506" y="2075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3" name="pt12373"/>
            <p:cNvSpPr/>
            <p:nvPr/>
          </p:nvSpPr>
          <p:spPr>
            <a:xfrm>
              <a:off x="5374230" y="2026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4" name="pt12374"/>
            <p:cNvSpPr/>
            <p:nvPr/>
          </p:nvSpPr>
          <p:spPr>
            <a:xfrm>
              <a:off x="5173719" y="2281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5" name="pt12375"/>
            <p:cNvSpPr/>
            <p:nvPr/>
          </p:nvSpPr>
          <p:spPr>
            <a:xfrm>
              <a:off x="5820918" y="1865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6" name="pt12376"/>
            <p:cNvSpPr/>
            <p:nvPr/>
          </p:nvSpPr>
          <p:spPr>
            <a:xfrm>
              <a:off x="5352929" y="2275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7" name="pt12377"/>
            <p:cNvSpPr/>
            <p:nvPr/>
          </p:nvSpPr>
          <p:spPr>
            <a:xfrm>
              <a:off x="5344282" y="2306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8" name="pt12378"/>
            <p:cNvSpPr/>
            <p:nvPr/>
          </p:nvSpPr>
          <p:spPr>
            <a:xfrm>
              <a:off x="5349345" y="2228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9" name="pt12379"/>
            <p:cNvSpPr/>
            <p:nvPr/>
          </p:nvSpPr>
          <p:spPr>
            <a:xfrm>
              <a:off x="5588076" y="2001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0" name="pt12380"/>
            <p:cNvSpPr/>
            <p:nvPr/>
          </p:nvSpPr>
          <p:spPr>
            <a:xfrm>
              <a:off x="5306047" y="2125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1" name="pt12381"/>
            <p:cNvSpPr/>
            <p:nvPr/>
          </p:nvSpPr>
          <p:spPr>
            <a:xfrm>
              <a:off x="5131376" y="2671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2" name="pt12382"/>
            <p:cNvSpPr/>
            <p:nvPr/>
          </p:nvSpPr>
          <p:spPr>
            <a:xfrm>
              <a:off x="4893049" y="1636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3" name="pt12383"/>
            <p:cNvSpPr/>
            <p:nvPr/>
          </p:nvSpPr>
          <p:spPr>
            <a:xfrm>
              <a:off x="5361151" y="1988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4" name="pt12384"/>
            <p:cNvSpPr/>
            <p:nvPr/>
          </p:nvSpPr>
          <p:spPr>
            <a:xfrm>
              <a:off x="5462465" y="2115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5" name="pt12385"/>
            <p:cNvSpPr/>
            <p:nvPr/>
          </p:nvSpPr>
          <p:spPr>
            <a:xfrm>
              <a:off x="5425923" y="2217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6" name="pt12386"/>
            <p:cNvSpPr/>
            <p:nvPr/>
          </p:nvSpPr>
          <p:spPr>
            <a:xfrm>
              <a:off x="5284743" y="2008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7" name="pt12387"/>
            <p:cNvSpPr/>
            <p:nvPr/>
          </p:nvSpPr>
          <p:spPr>
            <a:xfrm>
              <a:off x="5176246" y="2443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8" name="pt12388"/>
            <p:cNvSpPr/>
            <p:nvPr/>
          </p:nvSpPr>
          <p:spPr>
            <a:xfrm>
              <a:off x="5605189" y="1957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9" name="pt12389"/>
            <p:cNvSpPr/>
            <p:nvPr/>
          </p:nvSpPr>
          <p:spPr>
            <a:xfrm>
              <a:off x="5548197" y="2266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0" name="pt12390"/>
            <p:cNvSpPr/>
            <p:nvPr/>
          </p:nvSpPr>
          <p:spPr>
            <a:xfrm>
              <a:off x="5464539" y="204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1" name="pt12391"/>
            <p:cNvSpPr/>
            <p:nvPr/>
          </p:nvSpPr>
          <p:spPr>
            <a:xfrm>
              <a:off x="5080175" y="1735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2" name="pt12392"/>
            <p:cNvSpPr/>
            <p:nvPr/>
          </p:nvSpPr>
          <p:spPr>
            <a:xfrm>
              <a:off x="5857975" y="1980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3" name="pt12393"/>
            <p:cNvSpPr/>
            <p:nvPr/>
          </p:nvSpPr>
          <p:spPr>
            <a:xfrm>
              <a:off x="5552735" y="2232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4" name="pt12394"/>
            <p:cNvSpPr/>
            <p:nvPr/>
          </p:nvSpPr>
          <p:spPr>
            <a:xfrm>
              <a:off x="5406081" y="2292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5" name="pt12395"/>
            <p:cNvSpPr/>
            <p:nvPr/>
          </p:nvSpPr>
          <p:spPr>
            <a:xfrm>
              <a:off x="5517632" y="2095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6" name="pt12396"/>
            <p:cNvSpPr/>
            <p:nvPr/>
          </p:nvSpPr>
          <p:spPr>
            <a:xfrm>
              <a:off x="5465827" y="2114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7" name="pt12397"/>
            <p:cNvSpPr/>
            <p:nvPr/>
          </p:nvSpPr>
          <p:spPr>
            <a:xfrm>
              <a:off x="5661168" y="1699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8" name="pt12398"/>
            <p:cNvSpPr/>
            <p:nvPr/>
          </p:nvSpPr>
          <p:spPr>
            <a:xfrm>
              <a:off x="5705803" y="1878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9" name="pt12399"/>
            <p:cNvSpPr/>
            <p:nvPr/>
          </p:nvSpPr>
          <p:spPr>
            <a:xfrm>
              <a:off x="5062298" y="2489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0" name="pt12400"/>
            <p:cNvSpPr/>
            <p:nvPr/>
          </p:nvSpPr>
          <p:spPr>
            <a:xfrm>
              <a:off x="5838182" y="165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1" name="pt12401"/>
            <p:cNvSpPr/>
            <p:nvPr/>
          </p:nvSpPr>
          <p:spPr>
            <a:xfrm>
              <a:off x="5384205" y="2120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2" name="pt12402"/>
            <p:cNvSpPr/>
            <p:nvPr/>
          </p:nvSpPr>
          <p:spPr>
            <a:xfrm>
              <a:off x="5282330" y="1911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3" name="pt12403"/>
            <p:cNvSpPr/>
            <p:nvPr/>
          </p:nvSpPr>
          <p:spPr>
            <a:xfrm>
              <a:off x="5169128" y="2379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4" name="pt12404"/>
            <p:cNvSpPr/>
            <p:nvPr/>
          </p:nvSpPr>
          <p:spPr>
            <a:xfrm>
              <a:off x="5796017" y="1923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5" name="pt12405"/>
            <p:cNvSpPr/>
            <p:nvPr/>
          </p:nvSpPr>
          <p:spPr>
            <a:xfrm>
              <a:off x="5023451" y="2027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6" name="pt12406"/>
            <p:cNvSpPr/>
            <p:nvPr/>
          </p:nvSpPr>
          <p:spPr>
            <a:xfrm>
              <a:off x="5525776" y="2064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7" name="pt12407"/>
            <p:cNvSpPr/>
            <p:nvPr/>
          </p:nvSpPr>
          <p:spPr>
            <a:xfrm>
              <a:off x="5568552" y="1948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8" name="pt12408"/>
            <p:cNvSpPr/>
            <p:nvPr/>
          </p:nvSpPr>
          <p:spPr>
            <a:xfrm>
              <a:off x="5503371" y="2130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9" name="pt12409"/>
            <p:cNvSpPr/>
            <p:nvPr/>
          </p:nvSpPr>
          <p:spPr>
            <a:xfrm>
              <a:off x="5613989" y="2020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0" name="pt12410"/>
            <p:cNvSpPr/>
            <p:nvPr/>
          </p:nvSpPr>
          <p:spPr>
            <a:xfrm>
              <a:off x="5706036" y="1794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1" name="pt12411"/>
            <p:cNvSpPr/>
            <p:nvPr/>
          </p:nvSpPr>
          <p:spPr>
            <a:xfrm>
              <a:off x="5025647" y="2083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2" name="pt12412"/>
            <p:cNvSpPr/>
            <p:nvPr/>
          </p:nvSpPr>
          <p:spPr>
            <a:xfrm>
              <a:off x="5288174" y="2075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3" name="pt12413"/>
            <p:cNvSpPr/>
            <p:nvPr/>
          </p:nvSpPr>
          <p:spPr>
            <a:xfrm>
              <a:off x="5668831" y="180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4" name="pt12414"/>
            <p:cNvSpPr/>
            <p:nvPr/>
          </p:nvSpPr>
          <p:spPr>
            <a:xfrm>
              <a:off x="5502051" y="2137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5" name="pt12415"/>
            <p:cNvSpPr/>
            <p:nvPr/>
          </p:nvSpPr>
          <p:spPr>
            <a:xfrm>
              <a:off x="4961890" y="2592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6" name="pt12416"/>
            <p:cNvSpPr/>
            <p:nvPr/>
          </p:nvSpPr>
          <p:spPr>
            <a:xfrm>
              <a:off x="4816851" y="2439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7" name="pt12417"/>
            <p:cNvSpPr/>
            <p:nvPr/>
          </p:nvSpPr>
          <p:spPr>
            <a:xfrm>
              <a:off x="5385099" y="2164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8" name="pt12418"/>
            <p:cNvSpPr/>
            <p:nvPr/>
          </p:nvSpPr>
          <p:spPr>
            <a:xfrm>
              <a:off x="5242536" y="214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9" name="pt12419"/>
            <p:cNvSpPr/>
            <p:nvPr/>
          </p:nvSpPr>
          <p:spPr>
            <a:xfrm>
              <a:off x="5545280" y="2194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0" name="pt12420"/>
            <p:cNvSpPr/>
            <p:nvPr/>
          </p:nvSpPr>
          <p:spPr>
            <a:xfrm>
              <a:off x="5532854" y="2261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1" name="pt12421"/>
            <p:cNvSpPr/>
            <p:nvPr/>
          </p:nvSpPr>
          <p:spPr>
            <a:xfrm>
              <a:off x="5516077" y="2209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2" name="pt12422"/>
            <p:cNvSpPr/>
            <p:nvPr/>
          </p:nvSpPr>
          <p:spPr>
            <a:xfrm>
              <a:off x="5335045" y="2285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3" name="pt12423"/>
            <p:cNvSpPr/>
            <p:nvPr/>
          </p:nvSpPr>
          <p:spPr>
            <a:xfrm>
              <a:off x="5130546" y="2534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4" name="pt12424"/>
            <p:cNvSpPr/>
            <p:nvPr/>
          </p:nvSpPr>
          <p:spPr>
            <a:xfrm>
              <a:off x="5429835" y="207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5" name="pt12425"/>
            <p:cNvSpPr/>
            <p:nvPr/>
          </p:nvSpPr>
          <p:spPr>
            <a:xfrm>
              <a:off x="5167602" y="2301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6" name="pt12426"/>
            <p:cNvSpPr/>
            <p:nvPr/>
          </p:nvSpPr>
          <p:spPr>
            <a:xfrm>
              <a:off x="5637127" y="2130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7" name="pt12427"/>
            <p:cNvSpPr/>
            <p:nvPr/>
          </p:nvSpPr>
          <p:spPr>
            <a:xfrm>
              <a:off x="5081444" y="1844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8" name="pt12428"/>
            <p:cNvSpPr/>
            <p:nvPr/>
          </p:nvSpPr>
          <p:spPr>
            <a:xfrm>
              <a:off x="5504749" y="2038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9" name="pt12429"/>
            <p:cNvSpPr/>
            <p:nvPr/>
          </p:nvSpPr>
          <p:spPr>
            <a:xfrm>
              <a:off x="5360631" y="2047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0" name="pt12430"/>
            <p:cNvSpPr/>
            <p:nvPr/>
          </p:nvSpPr>
          <p:spPr>
            <a:xfrm>
              <a:off x="5384496" y="2172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1" name="pt12431"/>
            <p:cNvSpPr/>
            <p:nvPr/>
          </p:nvSpPr>
          <p:spPr>
            <a:xfrm>
              <a:off x="5019041" y="2364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2" name="pt12432"/>
            <p:cNvSpPr/>
            <p:nvPr/>
          </p:nvSpPr>
          <p:spPr>
            <a:xfrm>
              <a:off x="5141947" y="2671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3" name="pt12433"/>
            <p:cNvSpPr/>
            <p:nvPr/>
          </p:nvSpPr>
          <p:spPr>
            <a:xfrm>
              <a:off x="5700737" y="1892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4" name="pt12434"/>
            <p:cNvSpPr/>
            <p:nvPr/>
          </p:nvSpPr>
          <p:spPr>
            <a:xfrm>
              <a:off x="5149610" y="2518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5" name="pt12435"/>
            <p:cNvSpPr/>
            <p:nvPr/>
          </p:nvSpPr>
          <p:spPr>
            <a:xfrm>
              <a:off x="5466088" y="1939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6" name="pt12436"/>
            <p:cNvSpPr/>
            <p:nvPr/>
          </p:nvSpPr>
          <p:spPr>
            <a:xfrm>
              <a:off x="5202699" y="221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7" name="pt12437"/>
            <p:cNvSpPr/>
            <p:nvPr/>
          </p:nvSpPr>
          <p:spPr>
            <a:xfrm>
              <a:off x="5468873" y="2094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8" name="pt12438"/>
            <p:cNvSpPr/>
            <p:nvPr/>
          </p:nvSpPr>
          <p:spPr>
            <a:xfrm>
              <a:off x="5673667" y="1911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9" name="pt12439"/>
            <p:cNvSpPr/>
            <p:nvPr/>
          </p:nvSpPr>
          <p:spPr>
            <a:xfrm>
              <a:off x="5340947" y="2241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0" name="pt12440"/>
            <p:cNvSpPr/>
            <p:nvPr/>
          </p:nvSpPr>
          <p:spPr>
            <a:xfrm>
              <a:off x="5086619" y="2036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1" name="pt12441"/>
            <p:cNvSpPr/>
            <p:nvPr/>
          </p:nvSpPr>
          <p:spPr>
            <a:xfrm>
              <a:off x="5451345" y="1904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2" name="pt12442"/>
            <p:cNvSpPr/>
            <p:nvPr/>
          </p:nvSpPr>
          <p:spPr>
            <a:xfrm>
              <a:off x="5451768" y="1953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3" name="pt12443"/>
            <p:cNvSpPr/>
            <p:nvPr/>
          </p:nvSpPr>
          <p:spPr>
            <a:xfrm>
              <a:off x="5488896" y="2160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4" name="pt12444"/>
            <p:cNvSpPr/>
            <p:nvPr/>
          </p:nvSpPr>
          <p:spPr>
            <a:xfrm>
              <a:off x="5965729" y="1886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5" name="pt12445"/>
            <p:cNvSpPr/>
            <p:nvPr/>
          </p:nvSpPr>
          <p:spPr>
            <a:xfrm>
              <a:off x="5265743" y="2169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6" name="pt12446"/>
            <p:cNvSpPr/>
            <p:nvPr/>
          </p:nvSpPr>
          <p:spPr>
            <a:xfrm>
              <a:off x="5146832" y="2567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7" name="pt12447"/>
            <p:cNvSpPr/>
            <p:nvPr/>
          </p:nvSpPr>
          <p:spPr>
            <a:xfrm>
              <a:off x="5591826" y="2097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8" name="pt12448"/>
            <p:cNvSpPr/>
            <p:nvPr/>
          </p:nvSpPr>
          <p:spPr>
            <a:xfrm>
              <a:off x="5421087" y="2086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9" name="pt12449"/>
            <p:cNvSpPr/>
            <p:nvPr/>
          </p:nvSpPr>
          <p:spPr>
            <a:xfrm>
              <a:off x="5469258" y="1892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0" name="pt12450"/>
            <p:cNvSpPr/>
            <p:nvPr/>
          </p:nvSpPr>
          <p:spPr>
            <a:xfrm>
              <a:off x="5194498" y="2182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1" name="pt12451"/>
            <p:cNvSpPr/>
            <p:nvPr/>
          </p:nvSpPr>
          <p:spPr>
            <a:xfrm>
              <a:off x="5799952" y="1780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2" name="pt12452"/>
            <p:cNvSpPr/>
            <p:nvPr/>
          </p:nvSpPr>
          <p:spPr>
            <a:xfrm>
              <a:off x="6148176" y="165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3" name="pt12453"/>
            <p:cNvSpPr/>
            <p:nvPr/>
          </p:nvSpPr>
          <p:spPr>
            <a:xfrm>
              <a:off x="5355297" y="2290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4" name="pt12454"/>
            <p:cNvSpPr/>
            <p:nvPr/>
          </p:nvSpPr>
          <p:spPr>
            <a:xfrm>
              <a:off x="5450313" y="2030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5" name="pt12455"/>
            <p:cNvSpPr/>
            <p:nvPr/>
          </p:nvSpPr>
          <p:spPr>
            <a:xfrm>
              <a:off x="5479660" y="2186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6" name="pt12456"/>
            <p:cNvSpPr/>
            <p:nvPr/>
          </p:nvSpPr>
          <p:spPr>
            <a:xfrm>
              <a:off x="5614504" y="2142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7" name="pt12457"/>
            <p:cNvSpPr/>
            <p:nvPr/>
          </p:nvSpPr>
          <p:spPr>
            <a:xfrm>
              <a:off x="5289400" y="2023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8" name="pt12458"/>
            <p:cNvSpPr/>
            <p:nvPr/>
          </p:nvSpPr>
          <p:spPr>
            <a:xfrm>
              <a:off x="5688327" y="2065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9" name="pt12459"/>
            <p:cNvSpPr/>
            <p:nvPr/>
          </p:nvSpPr>
          <p:spPr>
            <a:xfrm>
              <a:off x="5312922" y="2138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0" name="pt12460"/>
            <p:cNvSpPr/>
            <p:nvPr/>
          </p:nvSpPr>
          <p:spPr>
            <a:xfrm>
              <a:off x="5488119" y="2163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1" name="pt12461"/>
            <p:cNvSpPr/>
            <p:nvPr/>
          </p:nvSpPr>
          <p:spPr>
            <a:xfrm>
              <a:off x="5354184" y="2296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2" name="pt12462"/>
            <p:cNvSpPr/>
            <p:nvPr/>
          </p:nvSpPr>
          <p:spPr>
            <a:xfrm>
              <a:off x="5506419" y="213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3" name="pt12463"/>
            <p:cNvSpPr/>
            <p:nvPr/>
          </p:nvSpPr>
          <p:spPr>
            <a:xfrm>
              <a:off x="5551841" y="2202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4" name="pt12464"/>
            <p:cNvSpPr/>
            <p:nvPr/>
          </p:nvSpPr>
          <p:spPr>
            <a:xfrm>
              <a:off x="5381655" y="2236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5" name="pt12465"/>
            <p:cNvSpPr/>
            <p:nvPr/>
          </p:nvSpPr>
          <p:spPr>
            <a:xfrm>
              <a:off x="5736679" y="2013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6" name="pt12466"/>
            <p:cNvSpPr/>
            <p:nvPr/>
          </p:nvSpPr>
          <p:spPr>
            <a:xfrm>
              <a:off x="5867996" y="1658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7" name="pt12467"/>
            <p:cNvSpPr/>
            <p:nvPr/>
          </p:nvSpPr>
          <p:spPr>
            <a:xfrm>
              <a:off x="5670058" y="1811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8" name="pt12468"/>
            <p:cNvSpPr/>
            <p:nvPr/>
          </p:nvSpPr>
          <p:spPr>
            <a:xfrm>
              <a:off x="5542403" y="2258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9" name="pt12469"/>
            <p:cNvSpPr/>
            <p:nvPr/>
          </p:nvSpPr>
          <p:spPr>
            <a:xfrm>
              <a:off x="5484516" y="2235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0" name="pt12470"/>
            <p:cNvSpPr/>
            <p:nvPr/>
          </p:nvSpPr>
          <p:spPr>
            <a:xfrm>
              <a:off x="5276539" y="2147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1" name="pt12471"/>
            <p:cNvSpPr/>
            <p:nvPr/>
          </p:nvSpPr>
          <p:spPr>
            <a:xfrm>
              <a:off x="5577693" y="2167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2" name="pt12472"/>
            <p:cNvSpPr/>
            <p:nvPr/>
          </p:nvSpPr>
          <p:spPr>
            <a:xfrm>
              <a:off x="5419185" y="2159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3" name="pt12473"/>
            <p:cNvSpPr/>
            <p:nvPr/>
          </p:nvSpPr>
          <p:spPr>
            <a:xfrm>
              <a:off x="5521359" y="2017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4" name="pt12474"/>
            <p:cNvSpPr/>
            <p:nvPr/>
          </p:nvSpPr>
          <p:spPr>
            <a:xfrm>
              <a:off x="5538960" y="215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5" name="pt12475"/>
            <p:cNvSpPr/>
            <p:nvPr/>
          </p:nvSpPr>
          <p:spPr>
            <a:xfrm>
              <a:off x="5317472" y="2249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6" name="pt12476"/>
            <p:cNvSpPr/>
            <p:nvPr/>
          </p:nvSpPr>
          <p:spPr>
            <a:xfrm>
              <a:off x="5287658" y="2153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7" name="pt12477"/>
            <p:cNvSpPr/>
            <p:nvPr/>
          </p:nvSpPr>
          <p:spPr>
            <a:xfrm>
              <a:off x="5151563" y="2545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8" name="pt12478"/>
            <p:cNvSpPr/>
            <p:nvPr/>
          </p:nvSpPr>
          <p:spPr>
            <a:xfrm>
              <a:off x="5335679" y="2199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9" name="pt12479"/>
            <p:cNvSpPr/>
            <p:nvPr/>
          </p:nvSpPr>
          <p:spPr>
            <a:xfrm>
              <a:off x="5796053" y="1930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0" name="pt12480"/>
            <p:cNvSpPr/>
            <p:nvPr/>
          </p:nvSpPr>
          <p:spPr>
            <a:xfrm>
              <a:off x="5494691" y="2315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1" name="pt12481"/>
            <p:cNvSpPr/>
            <p:nvPr/>
          </p:nvSpPr>
          <p:spPr>
            <a:xfrm>
              <a:off x="5647650" y="1914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2" name="pt12482"/>
            <p:cNvSpPr/>
            <p:nvPr/>
          </p:nvSpPr>
          <p:spPr>
            <a:xfrm>
              <a:off x="5697193" y="2082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3" name="pt12483"/>
            <p:cNvSpPr/>
            <p:nvPr/>
          </p:nvSpPr>
          <p:spPr>
            <a:xfrm>
              <a:off x="5577279" y="1937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4" name="pt12484"/>
            <p:cNvSpPr/>
            <p:nvPr/>
          </p:nvSpPr>
          <p:spPr>
            <a:xfrm>
              <a:off x="5517215" y="221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5" name="pt12485"/>
            <p:cNvSpPr/>
            <p:nvPr/>
          </p:nvSpPr>
          <p:spPr>
            <a:xfrm>
              <a:off x="5626919" y="1990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6" name="pt12486"/>
            <p:cNvSpPr/>
            <p:nvPr/>
          </p:nvSpPr>
          <p:spPr>
            <a:xfrm>
              <a:off x="5455851" y="1969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7" name="pt12487"/>
            <p:cNvSpPr/>
            <p:nvPr/>
          </p:nvSpPr>
          <p:spPr>
            <a:xfrm>
              <a:off x="5477692" y="230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8" name="pt12488"/>
            <p:cNvSpPr/>
            <p:nvPr/>
          </p:nvSpPr>
          <p:spPr>
            <a:xfrm>
              <a:off x="5265358" y="2146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9" name="pt12489"/>
            <p:cNvSpPr/>
            <p:nvPr/>
          </p:nvSpPr>
          <p:spPr>
            <a:xfrm>
              <a:off x="5624927" y="1971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0" name="pt12490"/>
            <p:cNvSpPr/>
            <p:nvPr/>
          </p:nvSpPr>
          <p:spPr>
            <a:xfrm>
              <a:off x="5385343" y="2158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1" name="pt12491"/>
            <p:cNvSpPr/>
            <p:nvPr/>
          </p:nvSpPr>
          <p:spPr>
            <a:xfrm>
              <a:off x="5959590" y="1614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2" name="pt12492"/>
            <p:cNvSpPr/>
            <p:nvPr/>
          </p:nvSpPr>
          <p:spPr>
            <a:xfrm>
              <a:off x="5198796" y="2102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3" name="pt12493"/>
            <p:cNvSpPr/>
            <p:nvPr/>
          </p:nvSpPr>
          <p:spPr>
            <a:xfrm>
              <a:off x="5565595" y="2239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4" name="pt12494"/>
            <p:cNvSpPr/>
            <p:nvPr/>
          </p:nvSpPr>
          <p:spPr>
            <a:xfrm>
              <a:off x="5462443" y="2002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5" name="pt12495"/>
            <p:cNvSpPr/>
            <p:nvPr/>
          </p:nvSpPr>
          <p:spPr>
            <a:xfrm>
              <a:off x="4967667" y="2729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6" name="pt12496"/>
            <p:cNvSpPr/>
            <p:nvPr/>
          </p:nvSpPr>
          <p:spPr>
            <a:xfrm>
              <a:off x="4815291" y="2156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7" name="pt12497"/>
            <p:cNvSpPr/>
            <p:nvPr/>
          </p:nvSpPr>
          <p:spPr>
            <a:xfrm>
              <a:off x="5124537" y="2619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8" name="pt12498"/>
            <p:cNvSpPr/>
            <p:nvPr/>
          </p:nvSpPr>
          <p:spPr>
            <a:xfrm>
              <a:off x="5108436" y="2718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9" name="pt12499"/>
            <p:cNvSpPr/>
            <p:nvPr/>
          </p:nvSpPr>
          <p:spPr>
            <a:xfrm>
              <a:off x="5309206" y="2125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0" name="pt12500"/>
            <p:cNvSpPr/>
            <p:nvPr/>
          </p:nvSpPr>
          <p:spPr>
            <a:xfrm>
              <a:off x="5918603" y="1719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1" name="pt12501"/>
            <p:cNvSpPr/>
            <p:nvPr/>
          </p:nvSpPr>
          <p:spPr>
            <a:xfrm>
              <a:off x="5588532" y="2145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2" name="pt12502"/>
            <p:cNvSpPr/>
            <p:nvPr/>
          </p:nvSpPr>
          <p:spPr>
            <a:xfrm>
              <a:off x="5219409" y="2076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3" name="pt12503"/>
            <p:cNvSpPr/>
            <p:nvPr/>
          </p:nvSpPr>
          <p:spPr>
            <a:xfrm>
              <a:off x="5167756" y="2294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4" name="pt12504"/>
            <p:cNvSpPr/>
            <p:nvPr/>
          </p:nvSpPr>
          <p:spPr>
            <a:xfrm>
              <a:off x="5499069" y="2109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5" name="pt12505"/>
            <p:cNvSpPr/>
            <p:nvPr/>
          </p:nvSpPr>
          <p:spPr>
            <a:xfrm>
              <a:off x="5234255" y="2170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6" name="pt12506"/>
            <p:cNvSpPr/>
            <p:nvPr/>
          </p:nvSpPr>
          <p:spPr>
            <a:xfrm>
              <a:off x="5463075" y="207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7" name="pt12507"/>
            <p:cNvSpPr/>
            <p:nvPr/>
          </p:nvSpPr>
          <p:spPr>
            <a:xfrm>
              <a:off x="5069403" y="2523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8" name="pt12508"/>
            <p:cNvSpPr/>
            <p:nvPr/>
          </p:nvSpPr>
          <p:spPr>
            <a:xfrm>
              <a:off x="5325451" y="2190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9" name="pt12509"/>
            <p:cNvSpPr/>
            <p:nvPr/>
          </p:nvSpPr>
          <p:spPr>
            <a:xfrm>
              <a:off x="5222912" y="187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0" name="pt12510"/>
            <p:cNvSpPr/>
            <p:nvPr/>
          </p:nvSpPr>
          <p:spPr>
            <a:xfrm>
              <a:off x="5781339" y="1825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1" name="pt12511"/>
            <p:cNvSpPr/>
            <p:nvPr/>
          </p:nvSpPr>
          <p:spPr>
            <a:xfrm>
              <a:off x="5325749" y="2169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2" name="pt12512"/>
            <p:cNvSpPr/>
            <p:nvPr/>
          </p:nvSpPr>
          <p:spPr>
            <a:xfrm>
              <a:off x="5405895" y="2292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3" name="pt12513"/>
            <p:cNvSpPr/>
            <p:nvPr/>
          </p:nvSpPr>
          <p:spPr>
            <a:xfrm>
              <a:off x="5405885" y="2198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4" name="pt12514"/>
            <p:cNvSpPr/>
            <p:nvPr/>
          </p:nvSpPr>
          <p:spPr>
            <a:xfrm>
              <a:off x="5035732" y="236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5" name="pt12515"/>
            <p:cNvSpPr/>
            <p:nvPr/>
          </p:nvSpPr>
          <p:spPr>
            <a:xfrm>
              <a:off x="5364874" y="2120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6" name="pt12516"/>
            <p:cNvSpPr/>
            <p:nvPr/>
          </p:nvSpPr>
          <p:spPr>
            <a:xfrm>
              <a:off x="5688737" y="1957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7" name="pt12517"/>
            <p:cNvSpPr/>
            <p:nvPr/>
          </p:nvSpPr>
          <p:spPr>
            <a:xfrm>
              <a:off x="5532090" y="2223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8" name="pt12518"/>
            <p:cNvSpPr/>
            <p:nvPr/>
          </p:nvSpPr>
          <p:spPr>
            <a:xfrm>
              <a:off x="5634089" y="214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9" name="pt12519"/>
            <p:cNvSpPr/>
            <p:nvPr/>
          </p:nvSpPr>
          <p:spPr>
            <a:xfrm>
              <a:off x="5480296" y="2117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0" name="pt12520"/>
            <p:cNvSpPr/>
            <p:nvPr/>
          </p:nvSpPr>
          <p:spPr>
            <a:xfrm>
              <a:off x="5622790" y="2049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1" name="pt12521"/>
            <p:cNvSpPr/>
            <p:nvPr/>
          </p:nvSpPr>
          <p:spPr>
            <a:xfrm>
              <a:off x="5481792" y="2138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2" name="pt12522"/>
            <p:cNvSpPr/>
            <p:nvPr/>
          </p:nvSpPr>
          <p:spPr>
            <a:xfrm>
              <a:off x="5724360" y="1915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3" name="pt12523"/>
            <p:cNvSpPr/>
            <p:nvPr/>
          </p:nvSpPr>
          <p:spPr>
            <a:xfrm>
              <a:off x="5726560" y="1990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4" name="pt12524"/>
            <p:cNvSpPr/>
            <p:nvPr/>
          </p:nvSpPr>
          <p:spPr>
            <a:xfrm>
              <a:off x="5465203" y="2058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5" name="pt12525"/>
            <p:cNvSpPr/>
            <p:nvPr/>
          </p:nvSpPr>
          <p:spPr>
            <a:xfrm>
              <a:off x="5127382" y="2711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6" name="pt12526"/>
            <p:cNvSpPr/>
            <p:nvPr/>
          </p:nvSpPr>
          <p:spPr>
            <a:xfrm>
              <a:off x="4953978" y="2551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7" name="pt12527"/>
            <p:cNvSpPr/>
            <p:nvPr/>
          </p:nvSpPr>
          <p:spPr>
            <a:xfrm>
              <a:off x="5282905" y="2017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8" name="pt12528"/>
            <p:cNvSpPr/>
            <p:nvPr/>
          </p:nvSpPr>
          <p:spPr>
            <a:xfrm>
              <a:off x="5596817" y="1906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9" name="pt12529"/>
            <p:cNvSpPr/>
            <p:nvPr/>
          </p:nvSpPr>
          <p:spPr>
            <a:xfrm>
              <a:off x="5229167" y="2016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0" name="pt12530"/>
            <p:cNvSpPr/>
            <p:nvPr/>
          </p:nvSpPr>
          <p:spPr>
            <a:xfrm>
              <a:off x="5034672" y="2182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1" name="pt12531"/>
            <p:cNvSpPr/>
            <p:nvPr/>
          </p:nvSpPr>
          <p:spPr>
            <a:xfrm>
              <a:off x="5353014" y="2225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2" name="pt12532"/>
            <p:cNvSpPr/>
            <p:nvPr/>
          </p:nvSpPr>
          <p:spPr>
            <a:xfrm>
              <a:off x="5928208" y="1495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3" name="pt12533"/>
            <p:cNvSpPr/>
            <p:nvPr/>
          </p:nvSpPr>
          <p:spPr>
            <a:xfrm>
              <a:off x="5255808" y="2214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4" name="pt12534"/>
            <p:cNvSpPr/>
            <p:nvPr/>
          </p:nvSpPr>
          <p:spPr>
            <a:xfrm>
              <a:off x="5478531" y="2263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5" name="pt12535"/>
            <p:cNvSpPr/>
            <p:nvPr/>
          </p:nvSpPr>
          <p:spPr>
            <a:xfrm>
              <a:off x="5392863" y="2275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6" name="pt12536"/>
            <p:cNvSpPr/>
            <p:nvPr/>
          </p:nvSpPr>
          <p:spPr>
            <a:xfrm>
              <a:off x="5312486" y="2067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7" name="pt12537"/>
            <p:cNvSpPr/>
            <p:nvPr/>
          </p:nvSpPr>
          <p:spPr>
            <a:xfrm>
              <a:off x="6067833" y="1987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8" name="pt12538"/>
            <p:cNvSpPr/>
            <p:nvPr/>
          </p:nvSpPr>
          <p:spPr>
            <a:xfrm>
              <a:off x="5698344" y="2121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9" name="pt12539"/>
            <p:cNvSpPr/>
            <p:nvPr/>
          </p:nvSpPr>
          <p:spPr>
            <a:xfrm>
              <a:off x="5319595" y="216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0" name="pt12540"/>
            <p:cNvSpPr/>
            <p:nvPr/>
          </p:nvSpPr>
          <p:spPr>
            <a:xfrm>
              <a:off x="5457201" y="2123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1" name="pt12541"/>
            <p:cNvSpPr/>
            <p:nvPr/>
          </p:nvSpPr>
          <p:spPr>
            <a:xfrm>
              <a:off x="5383392" y="2213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2" name="pt12542"/>
            <p:cNvSpPr/>
            <p:nvPr/>
          </p:nvSpPr>
          <p:spPr>
            <a:xfrm>
              <a:off x="5225151" y="1891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3" name="pt12543"/>
            <p:cNvSpPr/>
            <p:nvPr/>
          </p:nvSpPr>
          <p:spPr>
            <a:xfrm>
              <a:off x="5199229" y="2161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4" name="pt12544"/>
            <p:cNvSpPr/>
            <p:nvPr/>
          </p:nvSpPr>
          <p:spPr>
            <a:xfrm>
              <a:off x="5447157" y="1937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5" name="pt12545"/>
            <p:cNvSpPr/>
            <p:nvPr/>
          </p:nvSpPr>
          <p:spPr>
            <a:xfrm>
              <a:off x="5246550" y="2091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6" name="pt12546"/>
            <p:cNvSpPr/>
            <p:nvPr/>
          </p:nvSpPr>
          <p:spPr>
            <a:xfrm>
              <a:off x="5490020" y="2179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7" name="pt12547"/>
            <p:cNvSpPr/>
            <p:nvPr/>
          </p:nvSpPr>
          <p:spPr>
            <a:xfrm>
              <a:off x="5442270" y="2085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8" name="pt12548"/>
            <p:cNvSpPr/>
            <p:nvPr/>
          </p:nvSpPr>
          <p:spPr>
            <a:xfrm>
              <a:off x="5549499" y="2202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9" name="pt12549"/>
            <p:cNvSpPr/>
            <p:nvPr/>
          </p:nvSpPr>
          <p:spPr>
            <a:xfrm>
              <a:off x="5236624" y="2122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0" name="pt12550"/>
            <p:cNvSpPr/>
            <p:nvPr/>
          </p:nvSpPr>
          <p:spPr>
            <a:xfrm>
              <a:off x="5618427" y="1986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1" name="pt12551"/>
            <p:cNvSpPr/>
            <p:nvPr/>
          </p:nvSpPr>
          <p:spPr>
            <a:xfrm>
              <a:off x="5318586" y="2131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2" name="pt12552"/>
            <p:cNvSpPr/>
            <p:nvPr/>
          </p:nvSpPr>
          <p:spPr>
            <a:xfrm>
              <a:off x="5416257" y="2182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3" name="pt12553"/>
            <p:cNvSpPr/>
            <p:nvPr/>
          </p:nvSpPr>
          <p:spPr>
            <a:xfrm>
              <a:off x="5593053" y="1982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4" name="pt12554"/>
            <p:cNvSpPr/>
            <p:nvPr/>
          </p:nvSpPr>
          <p:spPr>
            <a:xfrm>
              <a:off x="5527488" y="2155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5" name="pt12555"/>
            <p:cNvSpPr/>
            <p:nvPr/>
          </p:nvSpPr>
          <p:spPr>
            <a:xfrm>
              <a:off x="5258356" y="2148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6" name="pt12556"/>
            <p:cNvSpPr/>
            <p:nvPr/>
          </p:nvSpPr>
          <p:spPr>
            <a:xfrm>
              <a:off x="5443491" y="2109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7" name="pt12557"/>
            <p:cNvSpPr/>
            <p:nvPr/>
          </p:nvSpPr>
          <p:spPr>
            <a:xfrm>
              <a:off x="5072485" y="2527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8" name="pt12558"/>
            <p:cNvSpPr/>
            <p:nvPr/>
          </p:nvSpPr>
          <p:spPr>
            <a:xfrm>
              <a:off x="5539266" y="2216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9" name="pt12559"/>
            <p:cNvSpPr/>
            <p:nvPr/>
          </p:nvSpPr>
          <p:spPr>
            <a:xfrm>
              <a:off x="5255136" y="2292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0" name="pt12560"/>
            <p:cNvSpPr/>
            <p:nvPr/>
          </p:nvSpPr>
          <p:spPr>
            <a:xfrm>
              <a:off x="5080192" y="1742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1" name="pt12561"/>
            <p:cNvSpPr/>
            <p:nvPr/>
          </p:nvSpPr>
          <p:spPr>
            <a:xfrm>
              <a:off x="4691980" y="2749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2" name="pt12562"/>
            <p:cNvSpPr/>
            <p:nvPr/>
          </p:nvSpPr>
          <p:spPr>
            <a:xfrm>
              <a:off x="5546650" y="2152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3" name="pt12563"/>
            <p:cNvSpPr/>
            <p:nvPr/>
          </p:nvSpPr>
          <p:spPr>
            <a:xfrm>
              <a:off x="5577816" y="1912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4" name="pt12564"/>
            <p:cNvSpPr/>
            <p:nvPr/>
          </p:nvSpPr>
          <p:spPr>
            <a:xfrm>
              <a:off x="5366882" y="2086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5" name="pt12565"/>
            <p:cNvSpPr/>
            <p:nvPr/>
          </p:nvSpPr>
          <p:spPr>
            <a:xfrm>
              <a:off x="5508678" y="2329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6" name="pt12566"/>
            <p:cNvSpPr/>
            <p:nvPr/>
          </p:nvSpPr>
          <p:spPr>
            <a:xfrm>
              <a:off x="5824155" y="1960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7" name="pt12567"/>
            <p:cNvSpPr/>
            <p:nvPr/>
          </p:nvSpPr>
          <p:spPr>
            <a:xfrm>
              <a:off x="5019573" y="2262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8" name="pt12568"/>
            <p:cNvSpPr/>
            <p:nvPr/>
          </p:nvSpPr>
          <p:spPr>
            <a:xfrm>
              <a:off x="5310839" y="2053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9" name="pt12569"/>
            <p:cNvSpPr/>
            <p:nvPr/>
          </p:nvSpPr>
          <p:spPr>
            <a:xfrm>
              <a:off x="5372521" y="2023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0" name="pt12570"/>
            <p:cNvSpPr/>
            <p:nvPr/>
          </p:nvSpPr>
          <p:spPr>
            <a:xfrm>
              <a:off x="5415988" y="2122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1" name="pt12571"/>
            <p:cNvSpPr/>
            <p:nvPr/>
          </p:nvSpPr>
          <p:spPr>
            <a:xfrm>
              <a:off x="5970256" y="1824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2" name="pt12572"/>
            <p:cNvSpPr/>
            <p:nvPr/>
          </p:nvSpPr>
          <p:spPr>
            <a:xfrm>
              <a:off x="5669362" y="1800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3" name="pt12573"/>
            <p:cNvSpPr/>
            <p:nvPr/>
          </p:nvSpPr>
          <p:spPr>
            <a:xfrm>
              <a:off x="5220473" y="2136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4" name="pt12574"/>
            <p:cNvSpPr/>
            <p:nvPr/>
          </p:nvSpPr>
          <p:spPr>
            <a:xfrm>
              <a:off x="5319619" y="2229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5" name="pt12575"/>
            <p:cNvSpPr/>
            <p:nvPr/>
          </p:nvSpPr>
          <p:spPr>
            <a:xfrm>
              <a:off x="5339940" y="2214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6" name="pt12576"/>
            <p:cNvSpPr/>
            <p:nvPr/>
          </p:nvSpPr>
          <p:spPr>
            <a:xfrm>
              <a:off x="5656950" y="1734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7" name="pt12577"/>
            <p:cNvSpPr/>
            <p:nvPr/>
          </p:nvSpPr>
          <p:spPr>
            <a:xfrm>
              <a:off x="5746953" y="203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8" name="pt12578"/>
            <p:cNvSpPr/>
            <p:nvPr/>
          </p:nvSpPr>
          <p:spPr>
            <a:xfrm>
              <a:off x="5224621" y="1930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9" name="pt12579"/>
            <p:cNvSpPr/>
            <p:nvPr/>
          </p:nvSpPr>
          <p:spPr>
            <a:xfrm>
              <a:off x="5693929" y="1977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0" name="pt12580"/>
            <p:cNvSpPr/>
            <p:nvPr/>
          </p:nvSpPr>
          <p:spPr>
            <a:xfrm>
              <a:off x="5082750" y="1829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1" name="pt12581"/>
            <p:cNvSpPr/>
            <p:nvPr/>
          </p:nvSpPr>
          <p:spPr>
            <a:xfrm>
              <a:off x="5594778" y="1928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2" name="pt12582"/>
            <p:cNvSpPr/>
            <p:nvPr/>
          </p:nvSpPr>
          <p:spPr>
            <a:xfrm>
              <a:off x="5133382" y="2627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3" name="pt12583"/>
            <p:cNvSpPr/>
            <p:nvPr/>
          </p:nvSpPr>
          <p:spPr>
            <a:xfrm>
              <a:off x="4918413" y="2090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4" name="pt12584"/>
            <p:cNvSpPr/>
            <p:nvPr/>
          </p:nvSpPr>
          <p:spPr>
            <a:xfrm>
              <a:off x="5380870" y="2189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5" name="pt12585"/>
            <p:cNvSpPr/>
            <p:nvPr/>
          </p:nvSpPr>
          <p:spPr>
            <a:xfrm>
              <a:off x="5832594" y="1682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6" name="pt12586"/>
            <p:cNvSpPr/>
            <p:nvPr/>
          </p:nvSpPr>
          <p:spPr>
            <a:xfrm>
              <a:off x="5516885" y="2082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7" name="pt12587"/>
            <p:cNvSpPr/>
            <p:nvPr/>
          </p:nvSpPr>
          <p:spPr>
            <a:xfrm>
              <a:off x="5160535" y="2422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8" name="pt12588"/>
            <p:cNvSpPr/>
            <p:nvPr/>
          </p:nvSpPr>
          <p:spPr>
            <a:xfrm>
              <a:off x="5410724" y="2077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9" name="pt12589"/>
            <p:cNvSpPr/>
            <p:nvPr/>
          </p:nvSpPr>
          <p:spPr>
            <a:xfrm>
              <a:off x="5588159" y="2058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0" name="pt12590"/>
            <p:cNvSpPr/>
            <p:nvPr/>
          </p:nvSpPr>
          <p:spPr>
            <a:xfrm>
              <a:off x="5511265" y="2240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1" name="pt12591"/>
            <p:cNvSpPr/>
            <p:nvPr/>
          </p:nvSpPr>
          <p:spPr>
            <a:xfrm>
              <a:off x="5607616" y="1972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2" name="pt12592"/>
            <p:cNvSpPr/>
            <p:nvPr/>
          </p:nvSpPr>
          <p:spPr>
            <a:xfrm>
              <a:off x="5363721" y="2084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3" name="pt12593"/>
            <p:cNvSpPr/>
            <p:nvPr/>
          </p:nvSpPr>
          <p:spPr>
            <a:xfrm>
              <a:off x="5396553" y="2257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4" name="pt12594"/>
            <p:cNvSpPr/>
            <p:nvPr/>
          </p:nvSpPr>
          <p:spPr>
            <a:xfrm>
              <a:off x="5600389" y="194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5" name="pt12595"/>
            <p:cNvSpPr/>
            <p:nvPr/>
          </p:nvSpPr>
          <p:spPr>
            <a:xfrm>
              <a:off x="4740259" y="257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6" name="pt12596"/>
            <p:cNvSpPr/>
            <p:nvPr/>
          </p:nvSpPr>
          <p:spPr>
            <a:xfrm>
              <a:off x="5496086" y="2191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7" name="pt12597"/>
            <p:cNvSpPr/>
            <p:nvPr/>
          </p:nvSpPr>
          <p:spPr>
            <a:xfrm>
              <a:off x="5138747" y="2814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8" name="pt12598"/>
            <p:cNvSpPr/>
            <p:nvPr/>
          </p:nvSpPr>
          <p:spPr>
            <a:xfrm>
              <a:off x="5142900" y="2738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9" name="pt12599"/>
            <p:cNvSpPr/>
            <p:nvPr/>
          </p:nvSpPr>
          <p:spPr>
            <a:xfrm>
              <a:off x="5665193" y="1666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0" name="pt12600"/>
            <p:cNvSpPr/>
            <p:nvPr/>
          </p:nvSpPr>
          <p:spPr>
            <a:xfrm>
              <a:off x="5197123" y="2183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1" name="pt12601"/>
            <p:cNvSpPr/>
            <p:nvPr/>
          </p:nvSpPr>
          <p:spPr>
            <a:xfrm>
              <a:off x="5406203" y="2285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2" name="pt12602"/>
            <p:cNvSpPr/>
            <p:nvPr/>
          </p:nvSpPr>
          <p:spPr>
            <a:xfrm>
              <a:off x="5201369" y="2048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3" name="pt12603"/>
            <p:cNvSpPr/>
            <p:nvPr/>
          </p:nvSpPr>
          <p:spPr>
            <a:xfrm>
              <a:off x="5031990" y="2256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4" name="pt12604"/>
            <p:cNvSpPr/>
            <p:nvPr/>
          </p:nvSpPr>
          <p:spPr>
            <a:xfrm>
              <a:off x="5510143" y="2079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5" name="pt12605"/>
            <p:cNvSpPr/>
            <p:nvPr/>
          </p:nvSpPr>
          <p:spPr>
            <a:xfrm>
              <a:off x="5107823" y="2577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6" name="pt12606"/>
            <p:cNvSpPr/>
            <p:nvPr/>
          </p:nvSpPr>
          <p:spPr>
            <a:xfrm>
              <a:off x="5359297" y="2244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7" name="pt12607"/>
            <p:cNvSpPr/>
            <p:nvPr/>
          </p:nvSpPr>
          <p:spPr>
            <a:xfrm>
              <a:off x="5378525" y="2189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8" name="pt12608"/>
            <p:cNvSpPr/>
            <p:nvPr/>
          </p:nvSpPr>
          <p:spPr>
            <a:xfrm>
              <a:off x="5441579" y="2189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9" name="pt12609"/>
            <p:cNvSpPr/>
            <p:nvPr/>
          </p:nvSpPr>
          <p:spPr>
            <a:xfrm>
              <a:off x="5429199" y="2118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0" name="pt12610"/>
            <p:cNvSpPr/>
            <p:nvPr/>
          </p:nvSpPr>
          <p:spPr>
            <a:xfrm>
              <a:off x="5062282" y="250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1" name="pt12611"/>
            <p:cNvSpPr/>
            <p:nvPr/>
          </p:nvSpPr>
          <p:spPr>
            <a:xfrm>
              <a:off x="5687525" y="201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2" name="pt12612"/>
            <p:cNvSpPr/>
            <p:nvPr/>
          </p:nvSpPr>
          <p:spPr>
            <a:xfrm>
              <a:off x="5604290" y="1889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3" name="pt12613"/>
            <p:cNvSpPr/>
            <p:nvPr/>
          </p:nvSpPr>
          <p:spPr>
            <a:xfrm>
              <a:off x="5776383" y="1909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4" name="pt12614"/>
            <p:cNvSpPr/>
            <p:nvPr/>
          </p:nvSpPr>
          <p:spPr>
            <a:xfrm>
              <a:off x="5583028" y="1929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5" name="pt12615"/>
            <p:cNvSpPr/>
            <p:nvPr/>
          </p:nvSpPr>
          <p:spPr>
            <a:xfrm>
              <a:off x="5600668" y="1982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6" name="pt12616"/>
            <p:cNvSpPr/>
            <p:nvPr/>
          </p:nvSpPr>
          <p:spPr>
            <a:xfrm>
              <a:off x="5380137" y="210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7" name="pt12617"/>
            <p:cNvSpPr/>
            <p:nvPr/>
          </p:nvSpPr>
          <p:spPr>
            <a:xfrm>
              <a:off x="5482537" y="2069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8" name="pt12618"/>
            <p:cNvSpPr/>
            <p:nvPr/>
          </p:nvSpPr>
          <p:spPr>
            <a:xfrm>
              <a:off x="5363688" y="1944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9" name="pt12619"/>
            <p:cNvSpPr/>
            <p:nvPr/>
          </p:nvSpPr>
          <p:spPr>
            <a:xfrm>
              <a:off x="5361981" y="2066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0" name="pt12620"/>
            <p:cNvSpPr/>
            <p:nvPr/>
          </p:nvSpPr>
          <p:spPr>
            <a:xfrm>
              <a:off x="5435416" y="2065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1" name="pt12621"/>
            <p:cNvSpPr/>
            <p:nvPr/>
          </p:nvSpPr>
          <p:spPr>
            <a:xfrm>
              <a:off x="5338099" y="2241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2" name="pt12622"/>
            <p:cNvSpPr/>
            <p:nvPr/>
          </p:nvSpPr>
          <p:spPr>
            <a:xfrm>
              <a:off x="5559422" y="2294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3" name="pt12623"/>
            <p:cNvSpPr/>
            <p:nvPr/>
          </p:nvSpPr>
          <p:spPr>
            <a:xfrm>
              <a:off x="5271564" y="217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4" name="pt12624"/>
            <p:cNvSpPr/>
            <p:nvPr/>
          </p:nvSpPr>
          <p:spPr>
            <a:xfrm>
              <a:off x="5169928" y="2396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5" name="pt12625"/>
            <p:cNvSpPr/>
            <p:nvPr/>
          </p:nvSpPr>
          <p:spPr>
            <a:xfrm>
              <a:off x="4929282" y="1980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6" name="pt12626"/>
            <p:cNvSpPr/>
            <p:nvPr/>
          </p:nvSpPr>
          <p:spPr>
            <a:xfrm>
              <a:off x="5863545" y="2048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7" name="pt12627"/>
            <p:cNvSpPr/>
            <p:nvPr/>
          </p:nvSpPr>
          <p:spPr>
            <a:xfrm>
              <a:off x="5670787" y="1742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8" name="pt12628"/>
            <p:cNvSpPr/>
            <p:nvPr/>
          </p:nvSpPr>
          <p:spPr>
            <a:xfrm>
              <a:off x="5345866" y="2246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9" name="pt12629"/>
            <p:cNvSpPr/>
            <p:nvPr/>
          </p:nvSpPr>
          <p:spPr>
            <a:xfrm>
              <a:off x="5655091" y="1664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0" name="pt12630"/>
            <p:cNvSpPr/>
            <p:nvPr/>
          </p:nvSpPr>
          <p:spPr>
            <a:xfrm>
              <a:off x="5404424" y="2326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1" name="pt12631"/>
            <p:cNvSpPr/>
            <p:nvPr/>
          </p:nvSpPr>
          <p:spPr>
            <a:xfrm>
              <a:off x="5381795" y="2209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2" name="pt12632"/>
            <p:cNvSpPr/>
            <p:nvPr/>
          </p:nvSpPr>
          <p:spPr>
            <a:xfrm>
              <a:off x="5427881" y="2146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3" name="pt12633"/>
            <p:cNvSpPr/>
            <p:nvPr/>
          </p:nvSpPr>
          <p:spPr>
            <a:xfrm>
              <a:off x="5522964" y="2068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4" name="pt12634"/>
            <p:cNvSpPr/>
            <p:nvPr/>
          </p:nvSpPr>
          <p:spPr>
            <a:xfrm>
              <a:off x="5453443" y="2004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5" name="pt12635"/>
            <p:cNvSpPr/>
            <p:nvPr/>
          </p:nvSpPr>
          <p:spPr>
            <a:xfrm>
              <a:off x="4943180" y="2598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6" name="pt12636"/>
            <p:cNvSpPr/>
            <p:nvPr/>
          </p:nvSpPr>
          <p:spPr>
            <a:xfrm>
              <a:off x="5525954" y="2072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7" name="pt12637"/>
            <p:cNvSpPr/>
            <p:nvPr/>
          </p:nvSpPr>
          <p:spPr>
            <a:xfrm>
              <a:off x="5448911" y="1895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8" name="pt12638"/>
            <p:cNvSpPr/>
            <p:nvPr/>
          </p:nvSpPr>
          <p:spPr>
            <a:xfrm>
              <a:off x="5758185" y="191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9" name="pt12639"/>
            <p:cNvSpPr/>
            <p:nvPr/>
          </p:nvSpPr>
          <p:spPr>
            <a:xfrm>
              <a:off x="4906602" y="1522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0" name="pt12640"/>
            <p:cNvSpPr/>
            <p:nvPr/>
          </p:nvSpPr>
          <p:spPr>
            <a:xfrm>
              <a:off x="5369326" y="2059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1" name="pt12641"/>
            <p:cNvSpPr/>
            <p:nvPr/>
          </p:nvSpPr>
          <p:spPr>
            <a:xfrm>
              <a:off x="5260207" y="2317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2" name="pt12642"/>
            <p:cNvSpPr/>
            <p:nvPr/>
          </p:nvSpPr>
          <p:spPr>
            <a:xfrm>
              <a:off x="5625021" y="1930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3" name="pt12643"/>
            <p:cNvSpPr/>
            <p:nvPr/>
          </p:nvSpPr>
          <p:spPr>
            <a:xfrm>
              <a:off x="5649756" y="1958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4" name="pt12644"/>
            <p:cNvSpPr/>
            <p:nvPr/>
          </p:nvSpPr>
          <p:spPr>
            <a:xfrm>
              <a:off x="5200418" y="211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5" name="pt12645"/>
            <p:cNvSpPr/>
            <p:nvPr/>
          </p:nvSpPr>
          <p:spPr>
            <a:xfrm>
              <a:off x="5308904" y="2201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6" name="pt12646"/>
            <p:cNvSpPr/>
            <p:nvPr/>
          </p:nvSpPr>
          <p:spPr>
            <a:xfrm>
              <a:off x="4944444" y="2555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7" name="pt12647"/>
            <p:cNvSpPr/>
            <p:nvPr/>
          </p:nvSpPr>
          <p:spPr>
            <a:xfrm>
              <a:off x="5573270" y="1925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8" name="pt12648"/>
            <p:cNvSpPr/>
            <p:nvPr/>
          </p:nvSpPr>
          <p:spPr>
            <a:xfrm>
              <a:off x="5323188" y="2222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9" name="pt12649"/>
            <p:cNvSpPr/>
            <p:nvPr/>
          </p:nvSpPr>
          <p:spPr>
            <a:xfrm>
              <a:off x="5691796" y="2013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0" name="pt12650"/>
            <p:cNvSpPr/>
            <p:nvPr/>
          </p:nvSpPr>
          <p:spPr>
            <a:xfrm>
              <a:off x="5464458" y="2075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1" name="pt12651"/>
            <p:cNvSpPr/>
            <p:nvPr/>
          </p:nvSpPr>
          <p:spPr>
            <a:xfrm>
              <a:off x="5231523" y="2070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2" name="pt12652"/>
            <p:cNvSpPr/>
            <p:nvPr/>
          </p:nvSpPr>
          <p:spPr>
            <a:xfrm>
              <a:off x="5041521" y="2364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3" name="pt12653"/>
            <p:cNvSpPr/>
            <p:nvPr/>
          </p:nvSpPr>
          <p:spPr>
            <a:xfrm>
              <a:off x="5601348" y="1909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4" name="pt12654"/>
            <p:cNvSpPr/>
            <p:nvPr/>
          </p:nvSpPr>
          <p:spPr>
            <a:xfrm>
              <a:off x="5425507" y="2167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5" name="pt12655"/>
            <p:cNvSpPr/>
            <p:nvPr/>
          </p:nvSpPr>
          <p:spPr>
            <a:xfrm>
              <a:off x="5702816" y="178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6" name="pt12656"/>
            <p:cNvSpPr/>
            <p:nvPr/>
          </p:nvSpPr>
          <p:spPr>
            <a:xfrm>
              <a:off x="5483901" y="2232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7" name="pt12657"/>
            <p:cNvSpPr/>
            <p:nvPr/>
          </p:nvSpPr>
          <p:spPr>
            <a:xfrm>
              <a:off x="5402979" y="2186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8" name="pt12658"/>
            <p:cNvSpPr/>
            <p:nvPr/>
          </p:nvSpPr>
          <p:spPr>
            <a:xfrm>
              <a:off x="5365701" y="2060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9" name="pt12659"/>
            <p:cNvSpPr/>
            <p:nvPr/>
          </p:nvSpPr>
          <p:spPr>
            <a:xfrm>
              <a:off x="5406100" y="2238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0" name="pt12660"/>
            <p:cNvSpPr/>
            <p:nvPr/>
          </p:nvSpPr>
          <p:spPr>
            <a:xfrm>
              <a:off x="5481579" y="2141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1" name="pt12661"/>
            <p:cNvSpPr/>
            <p:nvPr/>
          </p:nvSpPr>
          <p:spPr>
            <a:xfrm>
              <a:off x="5494324" y="2155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2" name="pt12662"/>
            <p:cNvSpPr/>
            <p:nvPr/>
          </p:nvSpPr>
          <p:spPr>
            <a:xfrm>
              <a:off x="5335764" y="2258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3" name="pt12663"/>
            <p:cNvSpPr/>
            <p:nvPr/>
          </p:nvSpPr>
          <p:spPr>
            <a:xfrm>
              <a:off x="5339917" y="2219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4" name="pt12664"/>
            <p:cNvSpPr/>
            <p:nvPr/>
          </p:nvSpPr>
          <p:spPr>
            <a:xfrm>
              <a:off x="5605790" y="1952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5" name="pt12665"/>
            <p:cNvSpPr/>
            <p:nvPr/>
          </p:nvSpPr>
          <p:spPr>
            <a:xfrm>
              <a:off x="5528639" y="2094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6" name="pt12666"/>
            <p:cNvSpPr/>
            <p:nvPr/>
          </p:nvSpPr>
          <p:spPr>
            <a:xfrm>
              <a:off x="5413398" y="218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7" name="pt12667"/>
            <p:cNvSpPr/>
            <p:nvPr/>
          </p:nvSpPr>
          <p:spPr>
            <a:xfrm>
              <a:off x="5501043" y="2267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8" name="pt12668"/>
            <p:cNvSpPr/>
            <p:nvPr/>
          </p:nvSpPr>
          <p:spPr>
            <a:xfrm>
              <a:off x="5210668" y="2149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9" name="pt12669"/>
            <p:cNvSpPr/>
            <p:nvPr/>
          </p:nvSpPr>
          <p:spPr>
            <a:xfrm>
              <a:off x="5254951" y="2253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0" name="pt12670"/>
            <p:cNvSpPr/>
            <p:nvPr/>
          </p:nvSpPr>
          <p:spPr>
            <a:xfrm>
              <a:off x="5796096" y="1918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1" name="pt12671"/>
            <p:cNvSpPr/>
            <p:nvPr/>
          </p:nvSpPr>
          <p:spPr>
            <a:xfrm>
              <a:off x="5229461" y="2024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2" name="pt12672"/>
            <p:cNvSpPr/>
            <p:nvPr/>
          </p:nvSpPr>
          <p:spPr>
            <a:xfrm>
              <a:off x="4864989" y="2902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3" name="pt12673"/>
            <p:cNvSpPr/>
            <p:nvPr/>
          </p:nvSpPr>
          <p:spPr>
            <a:xfrm>
              <a:off x="5400024" y="2033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4" name="pt12674"/>
            <p:cNvSpPr/>
            <p:nvPr/>
          </p:nvSpPr>
          <p:spPr>
            <a:xfrm>
              <a:off x="5013252" y="2156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5" name="pt12675"/>
            <p:cNvSpPr/>
            <p:nvPr/>
          </p:nvSpPr>
          <p:spPr>
            <a:xfrm>
              <a:off x="5347195" y="2270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6" name="pt12676"/>
            <p:cNvSpPr/>
            <p:nvPr/>
          </p:nvSpPr>
          <p:spPr>
            <a:xfrm>
              <a:off x="5295188" y="2223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7" name="pt12677"/>
            <p:cNvSpPr/>
            <p:nvPr/>
          </p:nvSpPr>
          <p:spPr>
            <a:xfrm>
              <a:off x="5430487" y="2143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8" name="pt12678"/>
            <p:cNvSpPr/>
            <p:nvPr/>
          </p:nvSpPr>
          <p:spPr>
            <a:xfrm>
              <a:off x="5354072" y="2198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9" name="pt12679"/>
            <p:cNvSpPr/>
            <p:nvPr/>
          </p:nvSpPr>
          <p:spPr>
            <a:xfrm>
              <a:off x="5516036" y="2052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0" name="pt12680"/>
            <p:cNvSpPr/>
            <p:nvPr/>
          </p:nvSpPr>
          <p:spPr>
            <a:xfrm>
              <a:off x="5478849" y="2095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1" name="pt12681"/>
            <p:cNvSpPr/>
            <p:nvPr/>
          </p:nvSpPr>
          <p:spPr>
            <a:xfrm>
              <a:off x="5830723" y="1840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2" name="pt12682"/>
            <p:cNvSpPr/>
            <p:nvPr/>
          </p:nvSpPr>
          <p:spPr>
            <a:xfrm>
              <a:off x="5560959" y="2284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3" name="pt12683"/>
            <p:cNvSpPr/>
            <p:nvPr/>
          </p:nvSpPr>
          <p:spPr>
            <a:xfrm>
              <a:off x="5419277" y="2169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4" name="pt12684"/>
            <p:cNvSpPr/>
            <p:nvPr/>
          </p:nvSpPr>
          <p:spPr>
            <a:xfrm>
              <a:off x="5029577" y="2160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5" name="pt12685"/>
            <p:cNvSpPr/>
            <p:nvPr/>
          </p:nvSpPr>
          <p:spPr>
            <a:xfrm>
              <a:off x="5885751" y="1512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6" name="pt12686"/>
            <p:cNvSpPr/>
            <p:nvPr/>
          </p:nvSpPr>
          <p:spPr>
            <a:xfrm>
              <a:off x="5027576" y="2320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7" name="pt12687"/>
            <p:cNvSpPr/>
            <p:nvPr/>
          </p:nvSpPr>
          <p:spPr>
            <a:xfrm>
              <a:off x="5345007" y="2260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8" name="pt12688"/>
            <p:cNvSpPr/>
            <p:nvPr/>
          </p:nvSpPr>
          <p:spPr>
            <a:xfrm>
              <a:off x="5421821" y="2055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9" name="pt12689"/>
            <p:cNvSpPr/>
            <p:nvPr/>
          </p:nvSpPr>
          <p:spPr>
            <a:xfrm>
              <a:off x="5420302" y="2234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0" name="pt12690"/>
            <p:cNvSpPr/>
            <p:nvPr/>
          </p:nvSpPr>
          <p:spPr>
            <a:xfrm>
              <a:off x="5139144" y="2699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1" name="pt12691"/>
            <p:cNvSpPr/>
            <p:nvPr/>
          </p:nvSpPr>
          <p:spPr>
            <a:xfrm>
              <a:off x="4993234" y="2485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2" name="pt12692"/>
            <p:cNvSpPr/>
            <p:nvPr/>
          </p:nvSpPr>
          <p:spPr>
            <a:xfrm>
              <a:off x="5435316" y="1986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3" name="pt12693"/>
            <p:cNvSpPr/>
            <p:nvPr/>
          </p:nvSpPr>
          <p:spPr>
            <a:xfrm>
              <a:off x="5401877" y="2245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4" name="pt12694"/>
            <p:cNvSpPr/>
            <p:nvPr/>
          </p:nvSpPr>
          <p:spPr>
            <a:xfrm>
              <a:off x="5544458" y="2157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5" name="pt12695"/>
            <p:cNvSpPr/>
            <p:nvPr/>
          </p:nvSpPr>
          <p:spPr>
            <a:xfrm>
              <a:off x="5052553" y="2547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6" name="pt12696"/>
            <p:cNvSpPr/>
            <p:nvPr/>
          </p:nvSpPr>
          <p:spPr>
            <a:xfrm>
              <a:off x="5538822" y="2163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7" name="pt12697"/>
            <p:cNvSpPr/>
            <p:nvPr/>
          </p:nvSpPr>
          <p:spPr>
            <a:xfrm>
              <a:off x="5422489" y="2090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8" name="pt12698"/>
            <p:cNvSpPr/>
            <p:nvPr/>
          </p:nvSpPr>
          <p:spPr>
            <a:xfrm>
              <a:off x="5176325" y="2394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9" name="pt12699"/>
            <p:cNvSpPr/>
            <p:nvPr/>
          </p:nvSpPr>
          <p:spPr>
            <a:xfrm>
              <a:off x="5453541" y="2056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0" name="pt12700"/>
            <p:cNvSpPr/>
            <p:nvPr/>
          </p:nvSpPr>
          <p:spPr>
            <a:xfrm>
              <a:off x="5486493" y="2315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1" name="pt12701"/>
            <p:cNvSpPr/>
            <p:nvPr/>
          </p:nvSpPr>
          <p:spPr>
            <a:xfrm>
              <a:off x="5380665" y="2175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2" name="pt12702"/>
            <p:cNvSpPr/>
            <p:nvPr/>
          </p:nvSpPr>
          <p:spPr>
            <a:xfrm>
              <a:off x="5449392" y="1932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3" name="pt12703"/>
            <p:cNvSpPr/>
            <p:nvPr/>
          </p:nvSpPr>
          <p:spPr>
            <a:xfrm>
              <a:off x="5177124" y="2126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4" name="pt12704"/>
            <p:cNvSpPr/>
            <p:nvPr/>
          </p:nvSpPr>
          <p:spPr>
            <a:xfrm>
              <a:off x="5118327" y="2678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5" name="pt12705"/>
            <p:cNvSpPr/>
            <p:nvPr/>
          </p:nvSpPr>
          <p:spPr>
            <a:xfrm>
              <a:off x="5612446" y="1978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6" name="pt12706"/>
            <p:cNvSpPr/>
            <p:nvPr/>
          </p:nvSpPr>
          <p:spPr>
            <a:xfrm>
              <a:off x="5220159" y="2212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7" name="pt12707"/>
            <p:cNvSpPr/>
            <p:nvPr/>
          </p:nvSpPr>
          <p:spPr>
            <a:xfrm>
              <a:off x="5615771" y="2109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8" name="pt12708"/>
            <p:cNvSpPr/>
            <p:nvPr/>
          </p:nvSpPr>
          <p:spPr>
            <a:xfrm>
              <a:off x="5515822" y="219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9" name="pt12709"/>
            <p:cNvSpPr/>
            <p:nvPr/>
          </p:nvSpPr>
          <p:spPr>
            <a:xfrm>
              <a:off x="4676501" y="2742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0" name="pt12710"/>
            <p:cNvSpPr/>
            <p:nvPr/>
          </p:nvSpPr>
          <p:spPr>
            <a:xfrm>
              <a:off x="5542550" y="2185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1" name="pt12711"/>
            <p:cNvSpPr/>
            <p:nvPr/>
          </p:nvSpPr>
          <p:spPr>
            <a:xfrm>
              <a:off x="5297618" y="2133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2" name="pt12712"/>
            <p:cNvSpPr/>
            <p:nvPr/>
          </p:nvSpPr>
          <p:spPr>
            <a:xfrm>
              <a:off x="5431293" y="2153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3" name="pt12713"/>
            <p:cNvSpPr/>
            <p:nvPr/>
          </p:nvSpPr>
          <p:spPr>
            <a:xfrm>
              <a:off x="5521012" y="2101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4" name="pt12714"/>
            <p:cNvSpPr/>
            <p:nvPr/>
          </p:nvSpPr>
          <p:spPr>
            <a:xfrm>
              <a:off x="5428758" y="2061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5" name="pt12715"/>
            <p:cNvSpPr/>
            <p:nvPr/>
          </p:nvSpPr>
          <p:spPr>
            <a:xfrm>
              <a:off x="5316820" y="2180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6" name="pt12716"/>
            <p:cNvSpPr/>
            <p:nvPr/>
          </p:nvSpPr>
          <p:spPr>
            <a:xfrm>
              <a:off x="5004498" y="2401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7" name="pt12717"/>
            <p:cNvSpPr/>
            <p:nvPr/>
          </p:nvSpPr>
          <p:spPr>
            <a:xfrm>
              <a:off x="5568021" y="1993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8" name="pt12718"/>
            <p:cNvSpPr/>
            <p:nvPr/>
          </p:nvSpPr>
          <p:spPr>
            <a:xfrm>
              <a:off x="5132463" y="2680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9" name="pt12719"/>
            <p:cNvSpPr/>
            <p:nvPr/>
          </p:nvSpPr>
          <p:spPr>
            <a:xfrm>
              <a:off x="5443021" y="2070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0" name="pt12720"/>
            <p:cNvSpPr/>
            <p:nvPr/>
          </p:nvSpPr>
          <p:spPr>
            <a:xfrm>
              <a:off x="5396032" y="2250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1" name="pt12721"/>
            <p:cNvSpPr/>
            <p:nvPr/>
          </p:nvSpPr>
          <p:spPr>
            <a:xfrm>
              <a:off x="5665664" y="1717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2" name="pt12722"/>
            <p:cNvSpPr/>
            <p:nvPr/>
          </p:nvSpPr>
          <p:spPr>
            <a:xfrm>
              <a:off x="5669720" y="1832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3" name="pt12723"/>
            <p:cNvSpPr/>
            <p:nvPr/>
          </p:nvSpPr>
          <p:spPr>
            <a:xfrm>
              <a:off x="5372896" y="1974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4" name="pt12724"/>
            <p:cNvSpPr/>
            <p:nvPr/>
          </p:nvSpPr>
          <p:spPr>
            <a:xfrm>
              <a:off x="5393589" y="2188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5" name="pt12725"/>
            <p:cNvSpPr/>
            <p:nvPr/>
          </p:nvSpPr>
          <p:spPr>
            <a:xfrm>
              <a:off x="5176748" y="2258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6" name="pt12726"/>
            <p:cNvSpPr/>
            <p:nvPr/>
          </p:nvSpPr>
          <p:spPr>
            <a:xfrm>
              <a:off x="5638918" y="2105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7" name="pt12727"/>
            <p:cNvSpPr/>
            <p:nvPr/>
          </p:nvSpPr>
          <p:spPr>
            <a:xfrm>
              <a:off x="5544640" y="2118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8" name="pt12728"/>
            <p:cNvSpPr/>
            <p:nvPr/>
          </p:nvSpPr>
          <p:spPr>
            <a:xfrm>
              <a:off x="5517059" y="2038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9" name="pt12729"/>
            <p:cNvSpPr/>
            <p:nvPr/>
          </p:nvSpPr>
          <p:spPr>
            <a:xfrm>
              <a:off x="5569413" y="2046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0" name="pt12730"/>
            <p:cNvSpPr/>
            <p:nvPr/>
          </p:nvSpPr>
          <p:spPr>
            <a:xfrm>
              <a:off x="5447295" y="2075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1" name="pt12731"/>
            <p:cNvSpPr/>
            <p:nvPr/>
          </p:nvSpPr>
          <p:spPr>
            <a:xfrm>
              <a:off x="5281929" y="1955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2" name="pt12732"/>
            <p:cNvSpPr/>
            <p:nvPr/>
          </p:nvSpPr>
          <p:spPr>
            <a:xfrm>
              <a:off x="5322438" y="2197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3" name="pt12733"/>
            <p:cNvSpPr/>
            <p:nvPr/>
          </p:nvSpPr>
          <p:spPr>
            <a:xfrm>
              <a:off x="5561185" y="2318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4" name="pt12734"/>
            <p:cNvSpPr/>
            <p:nvPr/>
          </p:nvSpPr>
          <p:spPr>
            <a:xfrm>
              <a:off x="5343027" y="2206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5" name="pt12735"/>
            <p:cNvSpPr/>
            <p:nvPr/>
          </p:nvSpPr>
          <p:spPr>
            <a:xfrm>
              <a:off x="5402191" y="2150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6" name="pt12736"/>
            <p:cNvSpPr/>
            <p:nvPr/>
          </p:nvSpPr>
          <p:spPr>
            <a:xfrm>
              <a:off x="5307218" y="1980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7" name="pt12737"/>
            <p:cNvSpPr/>
            <p:nvPr/>
          </p:nvSpPr>
          <p:spPr>
            <a:xfrm>
              <a:off x="5802442" y="1953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8" name="pt12738"/>
            <p:cNvSpPr/>
            <p:nvPr/>
          </p:nvSpPr>
          <p:spPr>
            <a:xfrm>
              <a:off x="5736027" y="2022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9" name="pt12739"/>
            <p:cNvSpPr/>
            <p:nvPr/>
          </p:nvSpPr>
          <p:spPr>
            <a:xfrm>
              <a:off x="5611520" y="2076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0" name="pt12740"/>
            <p:cNvSpPr/>
            <p:nvPr/>
          </p:nvSpPr>
          <p:spPr>
            <a:xfrm>
              <a:off x="5243043" y="215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1" name="pt12741"/>
            <p:cNvSpPr/>
            <p:nvPr/>
          </p:nvSpPr>
          <p:spPr>
            <a:xfrm>
              <a:off x="5490775" y="2140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2" name="pt12742"/>
            <p:cNvSpPr/>
            <p:nvPr/>
          </p:nvSpPr>
          <p:spPr>
            <a:xfrm>
              <a:off x="5667209" y="1811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3" name="pt12743"/>
            <p:cNvSpPr/>
            <p:nvPr/>
          </p:nvSpPr>
          <p:spPr>
            <a:xfrm>
              <a:off x="5534107" y="2134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4" name="pt12744"/>
            <p:cNvSpPr/>
            <p:nvPr/>
          </p:nvSpPr>
          <p:spPr>
            <a:xfrm>
              <a:off x="5811165" y="1681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5" name="pt12745"/>
            <p:cNvSpPr/>
            <p:nvPr/>
          </p:nvSpPr>
          <p:spPr>
            <a:xfrm>
              <a:off x="5429397" y="2153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6" name="pt12746"/>
            <p:cNvSpPr/>
            <p:nvPr/>
          </p:nvSpPr>
          <p:spPr>
            <a:xfrm>
              <a:off x="5566112" y="2214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7" name="pt12747"/>
            <p:cNvSpPr/>
            <p:nvPr/>
          </p:nvSpPr>
          <p:spPr>
            <a:xfrm>
              <a:off x="5381502" y="2086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8" name="pt12748"/>
            <p:cNvSpPr/>
            <p:nvPr/>
          </p:nvSpPr>
          <p:spPr>
            <a:xfrm>
              <a:off x="5222866" y="1898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9" name="pt12749"/>
            <p:cNvSpPr/>
            <p:nvPr/>
          </p:nvSpPr>
          <p:spPr>
            <a:xfrm>
              <a:off x="5473000" y="2173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0" name="pt12750"/>
            <p:cNvSpPr/>
            <p:nvPr/>
          </p:nvSpPr>
          <p:spPr>
            <a:xfrm>
              <a:off x="5095596" y="2508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1" name="pt12751"/>
            <p:cNvSpPr/>
            <p:nvPr/>
          </p:nvSpPr>
          <p:spPr>
            <a:xfrm>
              <a:off x="5648955" y="1888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2" name="pt12752"/>
            <p:cNvSpPr/>
            <p:nvPr/>
          </p:nvSpPr>
          <p:spPr>
            <a:xfrm>
              <a:off x="5613847" y="2068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3" name="pt12753"/>
            <p:cNvSpPr/>
            <p:nvPr/>
          </p:nvSpPr>
          <p:spPr>
            <a:xfrm>
              <a:off x="5148083" y="2462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4" name="pt12754"/>
            <p:cNvSpPr/>
            <p:nvPr/>
          </p:nvSpPr>
          <p:spPr>
            <a:xfrm>
              <a:off x="5392639" y="2156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5" name="pt12755"/>
            <p:cNvSpPr/>
            <p:nvPr/>
          </p:nvSpPr>
          <p:spPr>
            <a:xfrm>
              <a:off x="5373466" y="2042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6" name="pt12756"/>
            <p:cNvSpPr/>
            <p:nvPr/>
          </p:nvSpPr>
          <p:spPr>
            <a:xfrm>
              <a:off x="4957831" y="2755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7" name="pt12757"/>
            <p:cNvSpPr/>
            <p:nvPr/>
          </p:nvSpPr>
          <p:spPr>
            <a:xfrm>
              <a:off x="4952324" y="2494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8" name="pt12758"/>
            <p:cNvSpPr/>
            <p:nvPr/>
          </p:nvSpPr>
          <p:spPr>
            <a:xfrm>
              <a:off x="5480093" y="2253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9" name="pt12759"/>
            <p:cNvSpPr/>
            <p:nvPr/>
          </p:nvSpPr>
          <p:spPr>
            <a:xfrm>
              <a:off x="5311308" y="2069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0" name="pt12760"/>
            <p:cNvSpPr/>
            <p:nvPr/>
          </p:nvSpPr>
          <p:spPr>
            <a:xfrm>
              <a:off x="5229943" y="2039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1" name="pt12761"/>
            <p:cNvSpPr/>
            <p:nvPr/>
          </p:nvSpPr>
          <p:spPr>
            <a:xfrm>
              <a:off x="5444286" y="2120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2" name="pt12762"/>
            <p:cNvSpPr/>
            <p:nvPr/>
          </p:nvSpPr>
          <p:spPr>
            <a:xfrm>
              <a:off x="5430735" y="2133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3" name="pt12763"/>
            <p:cNvSpPr/>
            <p:nvPr/>
          </p:nvSpPr>
          <p:spPr>
            <a:xfrm>
              <a:off x="5382161" y="2186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4" name="pt12764"/>
            <p:cNvSpPr/>
            <p:nvPr/>
          </p:nvSpPr>
          <p:spPr>
            <a:xfrm>
              <a:off x="5671087" y="1859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5" name="pt12765"/>
            <p:cNvSpPr/>
            <p:nvPr/>
          </p:nvSpPr>
          <p:spPr>
            <a:xfrm>
              <a:off x="5320474" y="2183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6" name="pt12766"/>
            <p:cNvSpPr/>
            <p:nvPr/>
          </p:nvSpPr>
          <p:spPr>
            <a:xfrm>
              <a:off x="5440776" y="2014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7" name="pt12767"/>
            <p:cNvSpPr/>
            <p:nvPr/>
          </p:nvSpPr>
          <p:spPr>
            <a:xfrm>
              <a:off x="4884358" y="2452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8" name="pt12768"/>
            <p:cNvSpPr/>
            <p:nvPr/>
          </p:nvSpPr>
          <p:spPr>
            <a:xfrm>
              <a:off x="5530426" y="2205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9" name="pt12769"/>
            <p:cNvSpPr/>
            <p:nvPr/>
          </p:nvSpPr>
          <p:spPr>
            <a:xfrm>
              <a:off x="5570718" y="2108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0" name="pt12770"/>
            <p:cNvSpPr/>
            <p:nvPr/>
          </p:nvSpPr>
          <p:spPr>
            <a:xfrm>
              <a:off x="5403950" y="2274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1" name="pt12771"/>
            <p:cNvSpPr/>
            <p:nvPr/>
          </p:nvSpPr>
          <p:spPr>
            <a:xfrm>
              <a:off x="5544919" y="2162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2" name="pt12772"/>
            <p:cNvSpPr/>
            <p:nvPr/>
          </p:nvSpPr>
          <p:spPr>
            <a:xfrm>
              <a:off x="5393347" y="2242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3" name="pt12773"/>
            <p:cNvSpPr/>
            <p:nvPr/>
          </p:nvSpPr>
          <p:spPr>
            <a:xfrm>
              <a:off x="5403551" y="2257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4" name="pt12774"/>
            <p:cNvSpPr/>
            <p:nvPr/>
          </p:nvSpPr>
          <p:spPr>
            <a:xfrm>
              <a:off x="5544928" y="2168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5" name="pt12775"/>
            <p:cNvSpPr/>
            <p:nvPr/>
          </p:nvSpPr>
          <p:spPr>
            <a:xfrm>
              <a:off x="4882414" y="2749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6" name="pt12776"/>
            <p:cNvSpPr/>
            <p:nvPr/>
          </p:nvSpPr>
          <p:spPr>
            <a:xfrm>
              <a:off x="5740325" y="1976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7" name="pt12777"/>
            <p:cNvSpPr/>
            <p:nvPr/>
          </p:nvSpPr>
          <p:spPr>
            <a:xfrm>
              <a:off x="5322531" y="2200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8" name="pt12778"/>
            <p:cNvSpPr/>
            <p:nvPr/>
          </p:nvSpPr>
          <p:spPr>
            <a:xfrm>
              <a:off x="5620161" y="2076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9" name="pt12779"/>
            <p:cNvSpPr/>
            <p:nvPr/>
          </p:nvSpPr>
          <p:spPr>
            <a:xfrm>
              <a:off x="5617285" y="2013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0" name="pt12780"/>
            <p:cNvSpPr/>
            <p:nvPr/>
          </p:nvSpPr>
          <p:spPr>
            <a:xfrm>
              <a:off x="5607548" y="1966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1" name="pt12781"/>
            <p:cNvSpPr/>
            <p:nvPr/>
          </p:nvSpPr>
          <p:spPr>
            <a:xfrm>
              <a:off x="5551273" y="221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2" name="pt12782"/>
            <p:cNvSpPr/>
            <p:nvPr/>
          </p:nvSpPr>
          <p:spPr>
            <a:xfrm>
              <a:off x="5280367" y="2085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3" name="pt12783"/>
            <p:cNvSpPr/>
            <p:nvPr/>
          </p:nvSpPr>
          <p:spPr>
            <a:xfrm>
              <a:off x="4863900" y="2493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4" name="pt12784"/>
            <p:cNvSpPr/>
            <p:nvPr/>
          </p:nvSpPr>
          <p:spPr>
            <a:xfrm>
              <a:off x="5227669" y="2131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5" name="pt12785"/>
            <p:cNvSpPr/>
            <p:nvPr/>
          </p:nvSpPr>
          <p:spPr>
            <a:xfrm>
              <a:off x="5745566" y="198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6" name="pt12786"/>
            <p:cNvSpPr/>
            <p:nvPr/>
          </p:nvSpPr>
          <p:spPr>
            <a:xfrm>
              <a:off x="5573236" y="2173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7" name="pt12787"/>
            <p:cNvSpPr/>
            <p:nvPr/>
          </p:nvSpPr>
          <p:spPr>
            <a:xfrm>
              <a:off x="5213170" y="2090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8" name="pt12788"/>
            <p:cNvSpPr/>
            <p:nvPr/>
          </p:nvSpPr>
          <p:spPr>
            <a:xfrm>
              <a:off x="5698708" y="1924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9" name="pt12789"/>
            <p:cNvSpPr/>
            <p:nvPr/>
          </p:nvSpPr>
          <p:spPr>
            <a:xfrm>
              <a:off x="5388440" y="2212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0" name="pt12790"/>
            <p:cNvSpPr/>
            <p:nvPr/>
          </p:nvSpPr>
          <p:spPr>
            <a:xfrm>
              <a:off x="5791336" y="1898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1" name="pt12791"/>
            <p:cNvSpPr/>
            <p:nvPr/>
          </p:nvSpPr>
          <p:spPr>
            <a:xfrm>
              <a:off x="5217157" y="2152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2" name="pt12792"/>
            <p:cNvSpPr/>
            <p:nvPr/>
          </p:nvSpPr>
          <p:spPr>
            <a:xfrm>
              <a:off x="5757810" y="2034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3" name="pt12793"/>
            <p:cNvSpPr/>
            <p:nvPr/>
          </p:nvSpPr>
          <p:spPr>
            <a:xfrm>
              <a:off x="5315897" y="2180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4" name="pt12794"/>
            <p:cNvSpPr/>
            <p:nvPr/>
          </p:nvSpPr>
          <p:spPr>
            <a:xfrm>
              <a:off x="5400838" y="2214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5" name="pt12795"/>
            <p:cNvSpPr/>
            <p:nvPr/>
          </p:nvSpPr>
          <p:spPr>
            <a:xfrm>
              <a:off x="5233485" y="2140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6" name="pt12796"/>
            <p:cNvSpPr/>
            <p:nvPr/>
          </p:nvSpPr>
          <p:spPr>
            <a:xfrm>
              <a:off x="5633914" y="2125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7" name="pt12797"/>
            <p:cNvSpPr/>
            <p:nvPr/>
          </p:nvSpPr>
          <p:spPr>
            <a:xfrm>
              <a:off x="5254773" y="2205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8" name="pt12798"/>
            <p:cNvSpPr/>
            <p:nvPr/>
          </p:nvSpPr>
          <p:spPr>
            <a:xfrm>
              <a:off x="5392702" y="2206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9" name="pt12799"/>
            <p:cNvSpPr/>
            <p:nvPr/>
          </p:nvSpPr>
          <p:spPr>
            <a:xfrm>
              <a:off x="5363362" y="1881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0" name="pt12800"/>
            <p:cNvSpPr/>
            <p:nvPr/>
          </p:nvSpPr>
          <p:spPr>
            <a:xfrm>
              <a:off x="5794389" y="181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1" name="pt12801"/>
            <p:cNvSpPr/>
            <p:nvPr/>
          </p:nvSpPr>
          <p:spPr>
            <a:xfrm>
              <a:off x="5334885" y="2258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2" name="pt12802"/>
            <p:cNvSpPr/>
            <p:nvPr/>
          </p:nvSpPr>
          <p:spPr>
            <a:xfrm>
              <a:off x="4922680" y="1994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3" name="pt12803"/>
            <p:cNvSpPr/>
            <p:nvPr/>
          </p:nvSpPr>
          <p:spPr>
            <a:xfrm>
              <a:off x="5338697" y="2232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4" name="pt12804"/>
            <p:cNvSpPr/>
            <p:nvPr/>
          </p:nvSpPr>
          <p:spPr>
            <a:xfrm>
              <a:off x="5224227" y="1917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5" name="pt12805"/>
            <p:cNvSpPr/>
            <p:nvPr/>
          </p:nvSpPr>
          <p:spPr>
            <a:xfrm>
              <a:off x="5094607" y="2416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6" name="pt12806"/>
            <p:cNvSpPr/>
            <p:nvPr/>
          </p:nvSpPr>
          <p:spPr>
            <a:xfrm>
              <a:off x="5728100" y="2129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7" name="pt12807"/>
            <p:cNvSpPr/>
            <p:nvPr/>
          </p:nvSpPr>
          <p:spPr>
            <a:xfrm>
              <a:off x="5165368" y="2305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8" name="pt12808"/>
            <p:cNvSpPr/>
            <p:nvPr/>
          </p:nvSpPr>
          <p:spPr>
            <a:xfrm>
              <a:off x="4987717" y="256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9" name="pt12809"/>
            <p:cNvSpPr/>
            <p:nvPr/>
          </p:nvSpPr>
          <p:spPr>
            <a:xfrm>
              <a:off x="5536103" y="2213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0" name="pt12810"/>
            <p:cNvSpPr/>
            <p:nvPr/>
          </p:nvSpPr>
          <p:spPr>
            <a:xfrm>
              <a:off x="5327279" y="2174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1" name="pt12811"/>
            <p:cNvSpPr/>
            <p:nvPr/>
          </p:nvSpPr>
          <p:spPr>
            <a:xfrm>
              <a:off x="5570787" y="2093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2" name="pt12812"/>
            <p:cNvSpPr/>
            <p:nvPr/>
          </p:nvSpPr>
          <p:spPr>
            <a:xfrm>
              <a:off x="5100124" y="2670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3" name="pt12813"/>
            <p:cNvSpPr/>
            <p:nvPr/>
          </p:nvSpPr>
          <p:spPr>
            <a:xfrm>
              <a:off x="6128304" y="1570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4" name="pt12814"/>
            <p:cNvSpPr/>
            <p:nvPr/>
          </p:nvSpPr>
          <p:spPr>
            <a:xfrm>
              <a:off x="5558833" y="2244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5" name="pt12815"/>
            <p:cNvSpPr/>
            <p:nvPr/>
          </p:nvSpPr>
          <p:spPr>
            <a:xfrm>
              <a:off x="5572700" y="1950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6" name="pt12816"/>
            <p:cNvSpPr/>
            <p:nvPr/>
          </p:nvSpPr>
          <p:spPr>
            <a:xfrm>
              <a:off x="5592190" y="2061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7" name="pt12817"/>
            <p:cNvSpPr/>
            <p:nvPr/>
          </p:nvSpPr>
          <p:spPr>
            <a:xfrm>
              <a:off x="5172758" y="2395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8" name="pt12818"/>
            <p:cNvSpPr/>
            <p:nvPr/>
          </p:nvSpPr>
          <p:spPr>
            <a:xfrm>
              <a:off x="5684081" y="1918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9" name="pt12819"/>
            <p:cNvSpPr/>
            <p:nvPr/>
          </p:nvSpPr>
          <p:spPr>
            <a:xfrm>
              <a:off x="5832729" y="1875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0" name="pt12820"/>
            <p:cNvSpPr/>
            <p:nvPr/>
          </p:nvSpPr>
          <p:spPr>
            <a:xfrm>
              <a:off x="5503478" y="2103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1" name="pt12821"/>
            <p:cNvSpPr/>
            <p:nvPr/>
          </p:nvSpPr>
          <p:spPr>
            <a:xfrm>
              <a:off x="5490773" y="2292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2" name="pt12822"/>
            <p:cNvSpPr/>
            <p:nvPr/>
          </p:nvSpPr>
          <p:spPr>
            <a:xfrm>
              <a:off x="5313341" y="206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3" name="pt12823"/>
            <p:cNvSpPr/>
            <p:nvPr/>
          </p:nvSpPr>
          <p:spPr>
            <a:xfrm>
              <a:off x="5519167" y="2068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4" name="pt12824"/>
            <p:cNvSpPr/>
            <p:nvPr/>
          </p:nvSpPr>
          <p:spPr>
            <a:xfrm>
              <a:off x="5529482" y="211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5" name="pt12825"/>
            <p:cNvSpPr/>
            <p:nvPr/>
          </p:nvSpPr>
          <p:spPr>
            <a:xfrm>
              <a:off x="5424647" y="2127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6" name="pt12826"/>
            <p:cNvSpPr/>
            <p:nvPr/>
          </p:nvSpPr>
          <p:spPr>
            <a:xfrm>
              <a:off x="5354287" y="227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7" name="pt12827"/>
            <p:cNvSpPr/>
            <p:nvPr/>
          </p:nvSpPr>
          <p:spPr>
            <a:xfrm>
              <a:off x="5765069" y="2020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8" name="pt12828"/>
            <p:cNvSpPr/>
            <p:nvPr/>
          </p:nvSpPr>
          <p:spPr>
            <a:xfrm>
              <a:off x="5538131" y="2244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9" name="pt12829"/>
            <p:cNvSpPr/>
            <p:nvPr/>
          </p:nvSpPr>
          <p:spPr>
            <a:xfrm>
              <a:off x="5213749" y="2132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0" name="pt12830"/>
            <p:cNvSpPr/>
            <p:nvPr/>
          </p:nvSpPr>
          <p:spPr>
            <a:xfrm>
              <a:off x="5387376" y="2310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1" name="pt12831"/>
            <p:cNvSpPr/>
            <p:nvPr/>
          </p:nvSpPr>
          <p:spPr>
            <a:xfrm>
              <a:off x="5325015" y="2176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2" name="pt12832"/>
            <p:cNvSpPr/>
            <p:nvPr/>
          </p:nvSpPr>
          <p:spPr>
            <a:xfrm>
              <a:off x="5555222" y="2245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3" name="pt12833"/>
            <p:cNvSpPr/>
            <p:nvPr/>
          </p:nvSpPr>
          <p:spPr>
            <a:xfrm>
              <a:off x="5588676" y="1918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4" name="pt12834"/>
            <p:cNvSpPr/>
            <p:nvPr/>
          </p:nvSpPr>
          <p:spPr>
            <a:xfrm>
              <a:off x="5239093" y="2168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5" name="pt12835"/>
            <p:cNvSpPr/>
            <p:nvPr/>
          </p:nvSpPr>
          <p:spPr>
            <a:xfrm>
              <a:off x="5360977" y="2071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6" name="pt12836"/>
            <p:cNvSpPr/>
            <p:nvPr/>
          </p:nvSpPr>
          <p:spPr>
            <a:xfrm>
              <a:off x="5553746" y="2204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7" name="pt12837"/>
            <p:cNvSpPr/>
            <p:nvPr/>
          </p:nvSpPr>
          <p:spPr>
            <a:xfrm>
              <a:off x="5485768" y="2199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8" name="pt12838"/>
            <p:cNvSpPr/>
            <p:nvPr/>
          </p:nvSpPr>
          <p:spPr>
            <a:xfrm>
              <a:off x="5477113" y="2207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9" name="pt12839"/>
            <p:cNvSpPr/>
            <p:nvPr/>
          </p:nvSpPr>
          <p:spPr>
            <a:xfrm>
              <a:off x="5335178" y="2222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0" name="pt12840"/>
            <p:cNvSpPr/>
            <p:nvPr/>
          </p:nvSpPr>
          <p:spPr>
            <a:xfrm>
              <a:off x="5527235" y="225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1" name="pt12841"/>
            <p:cNvSpPr/>
            <p:nvPr/>
          </p:nvSpPr>
          <p:spPr>
            <a:xfrm>
              <a:off x="5618418" y="2079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2" name="pt12842"/>
            <p:cNvSpPr/>
            <p:nvPr/>
          </p:nvSpPr>
          <p:spPr>
            <a:xfrm>
              <a:off x="5642685" y="1957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3" name="pt12843"/>
            <p:cNvSpPr/>
            <p:nvPr/>
          </p:nvSpPr>
          <p:spPr>
            <a:xfrm>
              <a:off x="5270768" y="2132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4" name="pt12844"/>
            <p:cNvSpPr/>
            <p:nvPr/>
          </p:nvSpPr>
          <p:spPr>
            <a:xfrm>
              <a:off x="5364613" y="2141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5" name="pt12845"/>
            <p:cNvSpPr/>
            <p:nvPr/>
          </p:nvSpPr>
          <p:spPr>
            <a:xfrm>
              <a:off x="5175792" y="2281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6" name="pt12846"/>
            <p:cNvSpPr/>
            <p:nvPr/>
          </p:nvSpPr>
          <p:spPr>
            <a:xfrm>
              <a:off x="5549661" y="2201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7" name="pt12847"/>
            <p:cNvSpPr/>
            <p:nvPr/>
          </p:nvSpPr>
          <p:spPr>
            <a:xfrm>
              <a:off x="5257579" y="2194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8" name="pt12848"/>
            <p:cNvSpPr/>
            <p:nvPr/>
          </p:nvSpPr>
          <p:spPr>
            <a:xfrm>
              <a:off x="5620133" y="1986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9" name="pt12849"/>
            <p:cNvSpPr/>
            <p:nvPr/>
          </p:nvSpPr>
          <p:spPr>
            <a:xfrm>
              <a:off x="5621271" y="196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0" name="pt12850"/>
            <p:cNvSpPr/>
            <p:nvPr/>
          </p:nvSpPr>
          <p:spPr>
            <a:xfrm>
              <a:off x="5559542" y="2273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1" name="pt12851"/>
            <p:cNvSpPr/>
            <p:nvPr/>
          </p:nvSpPr>
          <p:spPr>
            <a:xfrm>
              <a:off x="5416186" y="217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2" name="pt12852"/>
            <p:cNvSpPr/>
            <p:nvPr/>
          </p:nvSpPr>
          <p:spPr>
            <a:xfrm>
              <a:off x="4968348" y="2768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3" name="pt12853"/>
            <p:cNvSpPr/>
            <p:nvPr/>
          </p:nvSpPr>
          <p:spPr>
            <a:xfrm>
              <a:off x="5775812" y="1919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4" name="pt12854"/>
            <p:cNvSpPr/>
            <p:nvPr/>
          </p:nvSpPr>
          <p:spPr>
            <a:xfrm>
              <a:off x="5792999" y="1892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5" name="pt12855"/>
            <p:cNvSpPr/>
            <p:nvPr/>
          </p:nvSpPr>
          <p:spPr>
            <a:xfrm>
              <a:off x="5018260" y="2099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6" name="pt12856"/>
            <p:cNvSpPr/>
            <p:nvPr/>
          </p:nvSpPr>
          <p:spPr>
            <a:xfrm>
              <a:off x="5120253" y="2520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7" name="pt12857"/>
            <p:cNvSpPr/>
            <p:nvPr/>
          </p:nvSpPr>
          <p:spPr>
            <a:xfrm>
              <a:off x="5303766" y="2133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8" name="pt12858"/>
            <p:cNvSpPr/>
            <p:nvPr/>
          </p:nvSpPr>
          <p:spPr>
            <a:xfrm>
              <a:off x="5175257" y="2444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9" name="pt12859"/>
            <p:cNvSpPr/>
            <p:nvPr/>
          </p:nvSpPr>
          <p:spPr>
            <a:xfrm>
              <a:off x="5654194" y="1652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0" name="pt12860"/>
            <p:cNvSpPr/>
            <p:nvPr/>
          </p:nvSpPr>
          <p:spPr>
            <a:xfrm>
              <a:off x="5363497" y="2106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1" name="pt12861"/>
            <p:cNvSpPr/>
            <p:nvPr/>
          </p:nvSpPr>
          <p:spPr>
            <a:xfrm>
              <a:off x="5923192" y="1983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2" name="pt12862"/>
            <p:cNvSpPr/>
            <p:nvPr/>
          </p:nvSpPr>
          <p:spPr>
            <a:xfrm>
              <a:off x="5540903" y="2118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3" name="pt12863"/>
            <p:cNvSpPr/>
            <p:nvPr/>
          </p:nvSpPr>
          <p:spPr>
            <a:xfrm>
              <a:off x="5264121" y="2021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4" name="pt12864"/>
            <p:cNvSpPr/>
            <p:nvPr/>
          </p:nvSpPr>
          <p:spPr>
            <a:xfrm>
              <a:off x="4905410" y="2036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5" name="pt12865"/>
            <p:cNvSpPr/>
            <p:nvPr/>
          </p:nvSpPr>
          <p:spPr>
            <a:xfrm>
              <a:off x="5568213" y="2018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6" name="pt12866"/>
            <p:cNvSpPr/>
            <p:nvPr/>
          </p:nvSpPr>
          <p:spPr>
            <a:xfrm>
              <a:off x="5655631" y="1670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7" name="pt12867"/>
            <p:cNvSpPr/>
            <p:nvPr/>
          </p:nvSpPr>
          <p:spPr>
            <a:xfrm>
              <a:off x="5446208" y="2029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8" name="pt12868"/>
            <p:cNvSpPr/>
            <p:nvPr/>
          </p:nvSpPr>
          <p:spPr>
            <a:xfrm>
              <a:off x="5288390" y="2053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9" name="pt12869"/>
            <p:cNvSpPr/>
            <p:nvPr/>
          </p:nvSpPr>
          <p:spPr>
            <a:xfrm>
              <a:off x="5421394" y="2215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0" name="pt12870"/>
            <p:cNvSpPr/>
            <p:nvPr/>
          </p:nvSpPr>
          <p:spPr>
            <a:xfrm>
              <a:off x="5997973" y="1885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1" name="pt12871"/>
            <p:cNvSpPr/>
            <p:nvPr/>
          </p:nvSpPr>
          <p:spPr>
            <a:xfrm>
              <a:off x="5409951" y="2265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2" name="pt12872"/>
            <p:cNvSpPr/>
            <p:nvPr/>
          </p:nvSpPr>
          <p:spPr>
            <a:xfrm>
              <a:off x="5529649" y="2299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3" name="pt12873"/>
            <p:cNvSpPr/>
            <p:nvPr/>
          </p:nvSpPr>
          <p:spPr>
            <a:xfrm>
              <a:off x="4995460" y="2513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4" name="pt12874"/>
            <p:cNvSpPr/>
            <p:nvPr/>
          </p:nvSpPr>
          <p:spPr>
            <a:xfrm>
              <a:off x="5675901" y="1971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5" name="pt12875"/>
            <p:cNvSpPr/>
            <p:nvPr/>
          </p:nvSpPr>
          <p:spPr>
            <a:xfrm>
              <a:off x="5561983" y="2214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6" name="pt12876"/>
            <p:cNvSpPr/>
            <p:nvPr/>
          </p:nvSpPr>
          <p:spPr>
            <a:xfrm>
              <a:off x="5391335" y="230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7" name="pt12877"/>
            <p:cNvSpPr/>
            <p:nvPr/>
          </p:nvSpPr>
          <p:spPr>
            <a:xfrm>
              <a:off x="5578617" y="192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8" name="pt12878"/>
            <p:cNvSpPr/>
            <p:nvPr/>
          </p:nvSpPr>
          <p:spPr>
            <a:xfrm>
              <a:off x="5552169" y="2190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9" name="pt12879"/>
            <p:cNvSpPr/>
            <p:nvPr/>
          </p:nvSpPr>
          <p:spPr>
            <a:xfrm>
              <a:off x="5274535" y="2165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0" name="pt12880"/>
            <p:cNvSpPr/>
            <p:nvPr/>
          </p:nvSpPr>
          <p:spPr>
            <a:xfrm>
              <a:off x="5728683" y="1905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1" name="pt12881"/>
            <p:cNvSpPr/>
            <p:nvPr/>
          </p:nvSpPr>
          <p:spPr>
            <a:xfrm>
              <a:off x="5171229" y="2261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2" name="pt12882"/>
            <p:cNvSpPr/>
            <p:nvPr/>
          </p:nvSpPr>
          <p:spPr>
            <a:xfrm>
              <a:off x="5183437" y="2350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3" name="pt12883"/>
            <p:cNvSpPr/>
            <p:nvPr/>
          </p:nvSpPr>
          <p:spPr>
            <a:xfrm>
              <a:off x="5541608" y="2251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4" name="pt12884"/>
            <p:cNvSpPr/>
            <p:nvPr/>
          </p:nvSpPr>
          <p:spPr>
            <a:xfrm>
              <a:off x="5158572" y="2356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5" name="pt12885"/>
            <p:cNvSpPr/>
            <p:nvPr/>
          </p:nvSpPr>
          <p:spPr>
            <a:xfrm>
              <a:off x="5368863" y="210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6" name="pt12886"/>
            <p:cNvSpPr/>
            <p:nvPr/>
          </p:nvSpPr>
          <p:spPr>
            <a:xfrm>
              <a:off x="5254097" y="2177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7" name="pt12887"/>
            <p:cNvSpPr/>
            <p:nvPr/>
          </p:nvSpPr>
          <p:spPr>
            <a:xfrm>
              <a:off x="5421372" y="2188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8" name="pt12888"/>
            <p:cNvSpPr/>
            <p:nvPr/>
          </p:nvSpPr>
          <p:spPr>
            <a:xfrm>
              <a:off x="5306292" y="2120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9" name="pt12889"/>
            <p:cNvSpPr/>
            <p:nvPr/>
          </p:nvSpPr>
          <p:spPr>
            <a:xfrm>
              <a:off x="5582945" y="2077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0" name="pt12890"/>
            <p:cNvSpPr/>
            <p:nvPr/>
          </p:nvSpPr>
          <p:spPr>
            <a:xfrm>
              <a:off x="5355821" y="2281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1" name="pt12891"/>
            <p:cNvSpPr/>
            <p:nvPr/>
          </p:nvSpPr>
          <p:spPr>
            <a:xfrm>
              <a:off x="5256550" y="2181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2" name="pt12892"/>
            <p:cNvSpPr/>
            <p:nvPr/>
          </p:nvSpPr>
          <p:spPr>
            <a:xfrm>
              <a:off x="5515431" y="2179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3" name="pt12893"/>
            <p:cNvSpPr/>
            <p:nvPr/>
          </p:nvSpPr>
          <p:spPr>
            <a:xfrm>
              <a:off x="5851196" y="1431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4" name="pt12894"/>
            <p:cNvSpPr/>
            <p:nvPr/>
          </p:nvSpPr>
          <p:spPr>
            <a:xfrm>
              <a:off x="5015879" y="2363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5" name="pt12895"/>
            <p:cNvSpPr/>
            <p:nvPr/>
          </p:nvSpPr>
          <p:spPr>
            <a:xfrm>
              <a:off x="5357090" y="2242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6" name="pt12896"/>
            <p:cNvSpPr/>
            <p:nvPr/>
          </p:nvSpPr>
          <p:spPr>
            <a:xfrm>
              <a:off x="5303836" y="2014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7" name="pt12897"/>
            <p:cNvSpPr/>
            <p:nvPr/>
          </p:nvSpPr>
          <p:spPr>
            <a:xfrm>
              <a:off x="5088104" y="1872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8" name="pt12898"/>
            <p:cNvSpPr/>
            <p:nvPr/>
          </p:nvSpPr>
          <p:spPr>
            <a:xfrm>
              <a:off x="5559056" y="2253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9" name="pt12899"/>
            <p:cNvSpPr/>
            <p:nvPr/>
          </p:nvSpPr>
          <p:spPr>
            <a:xfrm>
              <a:off x="5444620" y="1946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0" name="pt12900"/>
            <p:cNvSpPr/>
            <p:nvPr/>
          </p:nvSpPr>
          <p:spPr>
            <a:xfrm>
              <a:off x="5243693" y="2132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1" name="pt12901"/>
            <p:cNvSpPr/>
            <p:nvPr/>
          </p:nvSpPr>
          <p:spPr>
            <a:xfrm>
              <a:off x="5397429" y="2277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2" name="pt12902"/>
            <p:cNvSpPr/>
            <p:nvPr/>
          </p:nvSpPr>
          <p:spPr>
            <a:xfrm>
              <a:off x="5505869" y="227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3" name="pt12903"/>
            <p:cNvSpPr/>
            <p:nvPr/>
          </p:nvSpPr>
          <p:spPr>
            <a:xfrm>
              <a:off x="5529547" y="2194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4" name="pt12904"/>
            <p:cNvSpPr/>
            <p:nvPr/>
          </p:nvSpPr>
          <p:spPr>
            <a:xfrm>
              <a:off x="5125144" y="2667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5" name="pt12905"/>
            <p:cNvSpPr/>
            <p:nvPr/>
          </p:nvSpPr>
          <p:spPr>
            <a:xfrm>
              <a:off x="5401186" y="2216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6" name="pt12906"/>
            <p:cNvSpPr/>
            <p:nvPr/>
          </p:nvSpPr>
          <p:spPr>
            <a:xfrm>
              <a:off x="5776858" y="1968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7" name="pt12907"/>
            <p:cNvSpPr/>
            <p:nvPr/>
          </p:nvSpPr>
          <p:spPr>
            <a:xfrm>
              <a:off x="5540199" y="2210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8" name="pt12908"/>
            <p:cNvSpPr/>
            <p:nvPr/>
          </p:nvSpPr>
          <p:spPr>
            <a:xfrm>
              <a:off x="5773983" y="1902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9" name="pt12909"/>
            <p:cNvSpPr/>
            <p:nvPr/>
          </p:nvSpPr>
          <p:spPr>
            <a:xfrm>
              <a:off x="5385560" y="2170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0" name="pt12910"/>
            <p:cNvSpPr/>
            <p:nvPr/>
          </p:nvSpPr>
          <p:spPr>
            <a:xfrm>
              <a:off x="5205916" y="2135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1" name="pt12911"/>
            <p:cNvSpPr/>
            <p:nvPr/>
          </p:nvSpPr>
          <p:spPr>
            <a:xfrm>
              <a:off x="5562846" y="2258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2" name="pt12912"/>
            <p:cNvSpPr/>
            <p:nvPr/>
          </p:nvSpPr>
          <p:spPr>
            <a:xfrm>
              <a:off x="5696097" y="2182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3" name="pt12913"/>
            <p:cNvSpPr/>
            <p:nvPr/>
          </p:nvSpPr>
          <p:spPr>
            <a:xfrm>
              <a:off x="5469566" y="2160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4" name="pt12914"/>
            <p:cNvSpPr/>
            <p:nvPr/>
          </p:nvSpPr>
          <p:spPr>
            <a:xfrm>
              <a:off x="5286361" y="2123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5" name="pt12915"/>
            <p:cNvSpPr/>
            <p:nvPr/>
          </p:nvSpPr>
          <p:spPr>
            <a:xfrm>
              <a:off x="5304051" y="1871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6" name="pt12916"/>
            <p:cNvSpPr/>
            <p:nvPr/>
          </p:nvSpPr>
          <p:spPr>
            <a:xfrm>
              <a:off x="4925290" y="2027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7" name="pt12917"/>
            <p:cNvSpPr/>
            <p:nvPr/>
          </p:nvSpPr>
          <p:spPr>
            <a:xfrm>
              <a:off x="5501319" y="2083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8" name="pt12918"/>
            <p:cNvSpPr/>
            <p:nvPr/>
          </p:nvSpPr>
          <p:spPr>
            <a:xfrm>
              <a:off x="5331602" y="2137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9" name="pt12919"/>
            <p:cNvSpPr/>
            <p:nvPr/>
          </p:nvSpPr>
          <p:spPr>
            <a:xfrm>
              <a:off x="5483850" y="2148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0" name="pt12920"/>
            <p:cNvSpPr/>
            <p:nvPr/>
          </p:nvSpPr>
          <p:spPr>
            <a:xfrm>
              <a:off x="5144334" y="2645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1" name="pt12921"/>
            <p:cNvSpPr/>
            <p:nvPr/>
          </p:nvSpPr>
          <p:spPr>
            <a:xfrm>
              <a:off x="5152413" y="2309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2" name="pt12922"/>
            <p:cNvSpPr/>
            <p:nvPr/>
          </p:nvSpPr>
          <p:spPr>
            <a:xfrm>
              <a:off x="5614672" y="2013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3" name="pt12923"/>
            <p:cNvSpPr/>
            <p:nvPr/>
          </p:nvSpPr>
          <p:spPr>
            <a:xfrm>
              <a:off x="5407277" y="2330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4" name="pt12924"/>
            <p:cNvSpPr/>
            <p:nvPr/>
          </p:nvSpPr>
          <p:spPr>
            <a:xfrm>
              <a:off x="5463842" y="2107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5" name="pt12925"/>
            <p:cNvSpPr/>
            <p:nvPr/>
          </p:nvSpPr>
          <p:spPr>
            <a:xfrm>
              <a:off x="5436407" y="2154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6" name="pt12926"/>
            <p:cNvSpPr/>
            <p:nvPr/>
          </p:nvSpPr>
          <p:spPr>
            <a:xfrm>
              <a:off x="5504277" y="2029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7" name="pt12927"/>
            <p:cNvSpPr/>
            <p:nvPr/>
          </p:nvSpPr>
          <p:spPr>
            <a:xfrm>
              <a:off x="5694043" y="2015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8" name="pt12928"/>
            <p:cNvSpPr/>
            <p:nvPr/>
          </p:nvSpPr>
          <p:spPr>
            <a:xfrm>
              <a:off x="5156329" y="2575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9" name="pt12929"/>
            <p:cNvSpPr/>
            <p:nvPr/>
          </p:nvSpPr>
          <p:spPr>
            <a:xfrm>
              <a:off x="5639950" y="2050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0" name="pt12930"/>
            <p:cNvSpPr/>
            <p:nvPr/>
          </p:nvSpPr>
          <p:spPr>
            <a:xfrm>
              <a:off x="5299330" y="2225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1" name="pt12931"/>
            <p:cNvSpPr/>
            <p:nvPr/>
          </p:nvSpPr>
          <p:spPr>
            <a:xfrm>
              <a:off x="5126796" y="2628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2" name="pt12932"/>
            <p:cNvSpPr/>
            <p:nvPr/>
          </p:nvSpPr>
          <p:spPr>
            <a:xfrm>
              <a:off x="5263803" y="2119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3" name="pt12933"/>
            <p:cNvSpPr/>
            <p:nvPr/>
          </p:nvSpPr>
          <p:spPr>
            <a:xfrm>
              <a:off x="5072514" y="246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4" name="pt12934"/>
            <p:cNvSpPr/>
            <p:nvPr/>
          </p:nvSpPr>
          <p:spPr>
            <a:xfrm>
              <a:off x="5239196" y="2155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5" name="pt12935"/>
            <p:cNvSpPr/>
            <p:nvPr/>
          </p:nvSpPr>
          <p:spPr>
            <a:xfrm>
              <a:off x="5349824" y="2257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6" name="pt12936"/>
            <p:cNvSpPr/>
            <p:nvPr/>
          </p:nvSpPr>
          <p:spPr>
            <a:xfrm>
              <a:off x="5159135" y="2496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7" name="pt12937"/>
            <p:cNvSpPr/>
            <p:nvPr/>
          </p:nvSpPr>
          <p:spPr>
            <a:xfrm>
              <a:off x="5258164" y="2028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8" name="pt12938"/>
            <p:cNvSpPr/>
            <p:nvPr/>
          </p:nvSpPr>
          <p:spPr>
            <a:xfrm>
              <a:off x="5360575" y="1966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9" name="pt12939"/>
            <p:cNvSpPr/>
            <p:nvPr/>
          </p:nvSpPr>
          <p:spPr>
            <a:xfrm>
              <a:off x="5406833" y="2330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0" name="pt12940"/>
            <p:cNvSpPr/>
            <p:nvPr/>
          </p:nvSpPr>
          <p:spPr>
            <a:xfrm>
              <a:off x="5517149" y="2108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1" name="pt12941"/>
            <p:cNvSpPr/>
            <p:nvPr/>
          </p:nvSpPr>
          <p:spPr>
            <a:xfrm>
              <a:off x="5056069" y="2621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2" name="pt12942"/>
            <p:cNvSpPr/>
            <p:nvPr/>
          </p:nvSpPr>
          <p:spPr>
            <a:xfrm>
              <a:off x="5692653" y="1981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3" name="pt12943"/>
            <p:cNvSpPr/>
            <p:nvPr/>
          </p:nvSpPr>
          <p:spPr>
            <a:xfrm>
              <a:off x="4853346" y="2746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4" name="pt12944"/>
            <p:cNvSpPr/>
            <p:nvPr/>
          </p:nvSpPr>
          <p:spPr>
            <a:xfrm>
              <a:off x="5217755" y="2038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5" name="pt12945"/>
            <p:cNvSpPr/>
            <p:nvPr/>
          </p:nvSpPr>
          <p:spPr>
            <a:xfrm>
              <a:off x="5026416" y="224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6" name="pt12946"/>
            <p:cNvSpPr/>
            <p:nvPr/>
          </p:nvSpPr>
          <p:spPr>
            <a:xfrm>
              <a:off x="5282844" y="1911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7" name="pt12947"/>
            <p:cNvSpPr/>
            <p:nvPr/>
          </p:nvSpPr>
          <p:spPr>
            <a:xfrm>
              <a:off x="5695850" y="1951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8" name="pt12948"/>
            <p:cNvSpPr/>
            <p:nvPr/>
          </p:nvSpPr>
          <p:spPr>
            <a:xfrm>
              <a:off x="4990692" y="2853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9" name="pt12949"/>
            <p:cNvSpPr/>
            <p:nvPr/>
          </p:nvSpPr>
          <p:spPr>
            <a:xfrm>
              <a:off x="5374427" y="2064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0" name="pt12950"/>
            <p:cNvSpPr/>
            <p:nvPr/>
          </p:nvSpPr>
          <p:spPr>
            <a:xfrm>
              <a:off x="5127340" y="2647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1" name="pt12951"/>
            <p:cNvSpPr/>
            <p:nvPr/>
          </p:nvSpPr>
          <p:spPr>
            <a:xfrm>
              <a:off x="5354696" y="2255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2" name="pt12952"/>
            <p:cNvSpPr/>
            <p:nvPr/>
          </p:nvSpPr>
          <p:spPr>
            <a:xfrm>
              <a:off x="5287970" y="2172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3" name="pt12953"/>
            <p:cNvSpPr/>
            <p:nvPr/>
          </p:nvSpPr>
          <p:spPr>
            <a:xfrm>
              <a:off x="5455638" y="2090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4" name="pt12954"/>
            <p:cNvSpPr/>
            <p:nvPr/>
          </p:nvSpPr>
          <p:spPr>
            <a:xfrm>
              <a:off x="5641736" y="2107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5" name="pt12955"/>
            <p:cNvSpPr/>
            <p:nvPr/>
          </p:nvSpPr>
          <p:spPr>
            <a:xfrm>
              <a:off x="5763676" y="1956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6" name="pt12956"/>
            <p:cNvSpPr/>
            <p:nvPr/>
          </p:nvSpPr>
          <p:spPr>
            <a:xfrm>
              <a:off x="5458078" y="208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7" name="pt12957"/>
            <p:cNvSpPr/>
            <p:nvPr/>
          </p:nvSpPr>
          <p:spPr>
            <a:xfrm>
              <a:off x="5963761" y="1987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8" name="pt12958"/>
            <p:cNvSpPr/>
            <p:nvPr/>
          </p:nvSpPr>
          <p:spPr>
            <a:xfrm>
              <a:off x="5087195" y="1987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9" name="pt12959"/>
            <p:cNvSpPr/>
            <p:nvPr/>
          </p:nvSpPr>
          <p:spPr>
            <a:xfrm>
              <a:off x="5187113" y="2008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0" name="pt12960"/>
            <p:cNvSpPr/>
            <p:nvPr/>
          </p:nvSpPr>
          <p:spPr>
            <a:xfrm>
              <a:off x="5215270" y="2076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1" name="pt12961"/>
            <p:cNvSpPr/>
            <p:nvPr/>
          </p:nvSpPr>
          <p:spPr>
            <a:xfrm>
              <a:off x="5615029" y="2001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2" name="pt12962"/>
            <p:cNvSpPr/>
            <p:nvPr/>
          </p:nvSpPr>
          <p:spPr>
            <a:xfrm>
              <a:off x="5183253" y="2106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3" name="pt12963"/>
            <p:cNvSpPr/>
            <p:nvPr/>
          </p:nvSpPr>
          <p:spPr>
            <a:xfrm>
              <a:off x="5241521" y="2127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4" name="pt12964"/>
            <p:cNvSpPr/>
            <p:nvPr/>
          </p:nvSpPr>
          <p:spPr>
            <a:xfrm>
              <a:off x="5026012" y="2085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5" name="pt12965"/>
            <p:cNvSpPr/>
            <p:nvPr/>
          </p:nvSpPr>
          <p:spPr>
            <a:xfrm>
              <a:off x="5615260" y="2076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6" name="pt12966"/>
            <p:cNvSpPr/>
            <p:nvPr/>
          </p:nvSpPr>
          <p:spPr>
            <a:xfrm>
              <a:off x="5207988" y="2277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7" name="pt12967"/>
            <p:cNvSpPr/>
            <p:nvPr/>
          </p:nvSpPr>
          <p:spPr>
            <a:xfrm>
              <a:off x="5322681" y="2207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8" name="pt12968"/>
            <p:cNvSpPr/>
            <p:nvPr/>
          </p:nvSpPr>
          <p:spPr>
            <a:xfrm>
              <a:off x="5286509" y="2229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9" name="pt12969"/>
            <p:cNvSpPr/>
            <p:nvPr/>
          </p:nvSpPr>
          <p:spPr>
            <a:xfrm>
              <a:off x="5413585" y="2193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0" name="pt12970"/>
            <p:cNvSpPr/>
            <p:nvPr/>
          </p:nvSpPr>
          <p:spPr>
            <a:xfrm>
              <a:off x="5601762" y="1904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1" name="pt12971"/>
            <p:cNvSpPr/>
            <p:nvPr/>
          </p:nvSpPr>
          <p:spPr>
            <a:xfrm>
              <a:off x="5390816" y="2236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2" name="pt12972"/>
            <p:cNvSpPr/>
            <p:nvPr/>
          </p:nvSpPr>
          <p:spPr>
            <a:xfrm>
              <a:off x="5068821" y="2395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3" name="pt12973"/>
            <p:cNvSpPr/>
            <p:nvPr/>
          </p:nvSpPr>
          <p:spPr>
            <a:xfrm>
              <a:off x="5279097" y="2180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4" name="pt12974"/>
            <p:cNvSpPr/>
            <p:nvPr/>
          </p:nvSpPr>
          <p:spPr>
            <a:xfrm>
              <a:off x="5320035" y="2082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5" name="pt12975"/>
            <p:cNvSpPr/>
            <p:nvPr/>
          </p:nvSpPr>
          <p:spPr>
            <a:xfrm>
              <a:off x="5541596" y="218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6" name="pt12976"/>
            <p:cNvSpPr/>
            <p:nvPr/>
          </p:nvSpPr>
          <p:spPr>
            <a:xfrm>
              <a:off x="5435623" y="2103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7" name="pt12977"/>
            <p:cNvSpPr/>
            <p:nvPr/>
          </p:nvSpPr>
          <p:spPr>
            <a:xfrm>
              <a:off x="5324104" y="2189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8" name="pt12978"/>
            <p:cNvSpPr/>
            <p:nvPr/>
          </p:nvSpPr>
          <p:spPr>
            <a:xfrm>
              <a:off x="5464939" y="217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9" name="pt12979"/>
            <p:cNvSpPr/>
            <p:nvPr/>
          </p:nvSpPr>
          <p:spPr>
            <a:xfrm>
              <a:off x="5495039" y="2189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0" name="pt12980"/>
            <p:cNvSpPr/>
            <p:nvPr/>
          </p:nvSpPr>
          <p:spPr>
            <a:xfrm>
              <a:off x="5501598" y="2076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1" name="pt12981"/>
            <p:cNvSpPr/>
            <p:nvPr/>
          </p:nvSpPr>
          <p:spPr>
            <a:xfrm>
              <a:off x="5481846" y="2120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2" name="pt12982"/>
            <p:cNvSpPr/>
            <p:nvPr/>
          </p:nvSpPr>
          <p:spPr>
            <a:xfrm>
              <a:off x="5032636" y="2285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3" name="pt12983"/>
            <p:cNvSpPr/>
            <p:nvPr/>
          </p:nvSpPr>
          <p:spPr>
            <a:xfrm>
              <a:off x="5526275" y="2287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4" name="pt12984"/>
            <p:cNvSpPr/>
            <p:nvPr/>
          </p:nvSpPr>
          <p:spPr>
            <a:xfrm>
              <a:off x="5835566" y="2076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5" name="pt12985"/>
            <p:cNvSpPr/>
            <p:nvPr/>
          </p:nvSpPr>
          <p:spPr>
            <a:xfrm>
              <a:off x="5639782" y="2146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6" name="pt12986"/>
            <p:cNvSpPr/>
            <p:nvPr/>
          </p:nvSpPr>
          <p:spPr>
            <a:xfrm>
              <a:off x="5119160" y="2594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7" name="pt12987"/>
            <p:cNvSpPr/>
            <p:nvPr/>
          </p:nvSpPr>
          <p:spPr>
            <a:xfrm>
              <a:off x="5632172" y="2168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8" name="pt12988"/>
            <p:cNvSpPr/>
            <p:nvPr/>
          </p:nvSpPr>
          <p:spPr>
            <a:xfrm>
              <a:off x="5078570" y="2167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9" name="pt12989"/>
            <p:cNvSpPr/>
            <p:nvPr/>
          </p:nvSpPr>
          <p:spPr>
            <a:xfrm>
              <a:off x="4800976" y="2720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0" name="pt12990"/>
            <p:cNvSpPr/>
            <p:nvPr/>
          </p:nvSpPr>
          <p:spPr>
            <a:xfrm>
              <a:off x="5268099" y="2146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1" name="pt12991"/>
            <p:cNvSpPr/>
            <p:nvPr/>
          </p:nvSpPr>
          <p:spPr>
            <a:xfrm>
              <a:off x="5866636" y="1735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2" name="pt12992"/>
            <p:cNvSpPr/>
            <p:nvPr/>
          </p:nvSpPr>
          <p:spPr>
            <a:xfrm>
              <a:off x="5215492" y="2156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3" name="pt12993"/>
            <p:cNvSpPr/>
            <p:nvPr/>
          </p:nvSpPr>
          <p:spPr>
            <a:xfrm>
              <a:off x="5720717" y="1908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4" name="pt12994"/>
            <p:cNvSpPr/>
            <p:nvPr/>
          </p:nvSpPr>
          <p:spPr>
            <a:xfrm>
              <a:off x="5607041" y="1879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5" name="pt12995"/>
            <p:cNvSpPr/>
            <p:nvPr/>
          </p:nvSpPr>
          <p:spPr>
            <a:xfrm>
              <a:off x="5694791" y="200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6" name="pt12996"/>
            <p:cNvSpPr/>
            <p:nvPr/>
          </p:nvSpPr>
          <p:spPr>
            <a:xfrm>
              <a:off x="4900847" y="1720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7" name="pt12997"/>
            <p:cNvSpPr/>
            <p:nvPr/>
          </p:nvSpPr>
          <p:spPr>
            <a:xfrm>
              <a:off x="5504298" y="2092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8" name="pt12998"/>
            <p:cNvSpPr/>
            <p:nvPr/>
          </p:nvSpPr>
          <p:spPr>
            <a:xfrm>
              <a:off x="4961024" y="2844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9" name="pt12999"/>
            <p:cNvSpPr/>
            <p:nvPr/>
          </p:nvSpPr>
          <p:spPr>
            <a:xfrm>
              <a:off x="5649607" y="1844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0" name="pt13000"/>
            <p:cNvSpPr/>
            <p:nvPr/>
          </p:nvSpPr>
          <p:spPr>
            <a:xfrm>
              <a:off x="5489779" y="2142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1" name="pt13001"/>
            <p:cNvSpPr/>
            <p:nvPr/>
          </p:nvSpPr>
          <p:spPr>
            <a:xfrm>
              <a:off x="5057041" y="2576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2" name="pt13002"/>
            <p:cNvSpPr/>
            <p:nvPr/>
          </p:nvSpPr>
          <p:spPr>
            <a:xfrm>
              <a:off x="5258250" y="2212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3" name="pt13003"/>
            <p:cNvSpPr/>
            <p:nvPr/>
          </p:nvSpPr>
          <p:spPr>
            <a:xfrm>
              <a:off x="5243514" y="2148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4" name="pt13004"/>
            <p:cNvSpPr/>
            <p:nvPr/>
          </p:nvSpPr>
          <p:spPr>
            <a:xfrm>
              <a:off x="5409575" y="2301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5" name="pt13005"/>
            <p:cNvSpPr/>
            <p:nvPr/>
          </p:nvSpPr>
          <p:spPr>
            <a:xfrm>
              <a:off x="5152351" y="2641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6" name="pt13006"/>
            <p:cNvSpPr/>
            <p:nvPr/>
          </p:nvSpPr>
          <p:spPr>
            <a:xfrm>
              <a:off x="5336776" y="219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7" name="pt13007"/>
            <p:cNvSpPr/>
            <p:nvPr/>
          </p:nvSpPr>
          <p:spPr>
            <a:xfrm>
              <a:off x="5565004" y="2247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8" name="pt13008"/>
            <p:cNvSpPr/>
            <p:nvPr/>
          </p:nvSpPr>
          <p:spPr>
            <a:xfrm>
              <a:off x="5365880" y="2036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9" name="pt13009"/>
            <p:cNvSpPr/>
            <p:nvPr/>
          </p:nvSpPr>
          <p:spPr>
            <a:xfrm>
              <a:off x="4987007" y="2644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0" name="pt13010"/>
            <p:cNvSpPr/>
            <p:nvPr/>
          </p:nvSpPr>
          <p:spPr>
            <a:xfrm>
              <a:off x="5418329" y="2196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1" name="pt13011"/>
            <p:cNvSpPr/>
            <p:nvPr/>
          </p:nvSpPr>
          <p:spPr>
            <a:xfrm>
              <a:off x="5741393" y="1961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2" name="pt13012"/>
            <p:cNvSpPr/>
            <p:nvPr/>
          </p:nvSpPr>
          <p:spPr>
            <a:xfrm>
              <a:off x="5377428" y="2215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3" name="pt13013"/>
            <p:cNvSpPr/>
            <p:nvPr/>
          </p:nvSpPr>
          <p:spPr>
            <a:xfrm>
              <a:off x="5207580" y="2325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4" name="pt13014"/>
            <p:cNvSpPr/>
            <p:nvPr/>
          </p:nvSpPr>
          <p:spPr>
            <a:xfrm>
              <a:off x="5377345" y="2204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5" name="pt13015"/>
            <p:cNvSpPr/>
            <p:nvPr/>
          </p:nvSpPr>
          <p:spPr>
            <a:xfrm>
              <a:off x="5251889" y="2219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6" name="pt13016"/>
            <p:cNvSpPr/>
            <p:nvPr/>
          </p:nvSpPr>
          <p:spPr>
            <a:xfrm>
              <a:off x="5048371" y="2609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7" name="pt13017"/>
            <p:cNvSpPr/>
            <p:nvPr/>
          </p:nvSpPr>
          <p:spPr>
            <a:xfrm>
              <a:off x="5506111" y="214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8" name="pt13018"/>
            <p:cNvSpPr/>
            <p:nvPr/>
          </p:nvSpPr>
          <p:spPr>
            <a:xfrm>
              <a:off x="5327576" y="2185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9" name="pt13019"/>
            <p:cNvSpPr/>
            <p:nvPr/>
          </p:nvSpPr>
          <p:spPr>
            <a:xfrm>
              <a:off x="5841240" y="1578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0" name="pt13020"/>
            <p:cNvSpPr/>
            <p:nvPr/>
          </p:nvSpPr>
          <p:spPr>
            <a:xfrm>
              <a:off x="5325178" y="2179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1" name="pt13021"/>
            <p:cNvSpPr/>
            <p:nvPr/>
          </p:nvSpPr>
          <p:spPr>
            <a:xfrm>
              <a:off x="5467557" y="2135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2" name="pt13022"/>
            <p:cNvSpPr/>
            <p:nvPr/>
          </p:nvSpPr>
          <p:spPr>
            <a:xfrm>
              <a:off x="5572546" y="2179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3" name="pt13023"/>
            <p:cNvSpPr/>
            <p:nvPr/>
          </p:nvSpPr>
          <p:spPr>
            <a:xfrm>
              <a:off x="5292600" y="2039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4" name="pt13024"/>
            <p:cNvSpPr/>
            <p:nvPr/>
          </p:nvSpPr>
          <p:spPr>
            <a:xfrm>
              <a:off x="5714099" y="1840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5" name="pt13025"/>
            <p:cNvSpPr/>
            <p:nvPr/>
          </p:nvSpPr>
          <p:spPr>
            <a:xfrm>
              <a:off x="4878610" y="2747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6" name="pt13026"/>
            <p:cNvSpPr/>
            <p:nvPr/>
          </p:nvSpPr>
          <p:spPr>
            <a:xfrm>
              <a:off x="5411457" y="2128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7" name="pt13027"/>
            <p:cNvSpPr/>
            <p:nvPr/>
          </p:nvSpPr>
          <p:spPr>
            <a:xfrm>
              <a:off x="5789308" y="183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8" name="pt13028"/>
            <p:cNvSpPr/>
            <p:nvPr/>
          </p:nvSpPr>
          <p:spPr>
            <a:xfrm>
              <a:off x="5645543" y="1894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9" name="pt13029"/>
            <p:cNvSpPr/>
            <p:nvPr/>
          </p:nvSpPr>
          <p:spPr>
            <a:xfrm>
              <a:off x="4710807" y="2801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0" name="pt13030"/>
            <p:cNvSpPr/>
            <p:nvPr/>
          </p:nvSpPr>
          <p:spPr>
            <a:xfrm>
              <a:off x="5261747" y="2157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1" name="pt13031"/>
            <p:cNvSpPr/>
            <p:nvPr/>
          </p:nvSpPr>
          <p:spPr>
            <a:xfrm>
              <a:off x="5253056" y="2154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2" name="pt13032"/>
            <p:cNvSpPr/>
            <p:nvPr/>
          </p:nvSpPr>
          <p:spPr>
            <a:xfrm>
              <a:off x="5854943" y="2011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3" name="pt13033"/>
            <p:cNvSpPr/>
            <p:nvPr/>
          </p:nvSpPr>
          <p:spPr>
            <a:xfrm>
              <a:off x="5414338" y="2259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4" name="pt13034"/>
            <p:cNvSpPr/>
            <p:nvPr/>
          </p:nvSpPr>
          <p:spPr>
            <a:xfrm>
              <a:off x="5853811" y="1919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5" name="pt13035"/>
            <p:cNvSpPr/>
            <p:nvPr/>
          </p:nvSpPr>
          <p:spPr>
            <a:xfrm>
              <a:off x="5513364" y="2250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6" name="pt13036"/>
            <p:cNvSpPr/>
            <p:nvPr/>
          </p:nvSpPr>
          <p:spPr>
            <a:xfrm>
              <a:off x="5354696" y="2255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7" name="pt13037"/>
            <p:cNvSpPr/>
            <p:nvPr/>
          </p:nvSpPr>
          <p:spPr>
            <a:xfrm>
              <a:off x="5423848" y="2108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8" name="pt13038"/>
            <p:cNvSpPr/>
            <p:nvPr/>
          </p:nvSpPr>
          <p:spPr>
            <a:xfrm>
              <a:off x="5297289" y="2064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9" name="pt13039"/>
            <p:cNvSpPr/>
            <p:nvPr/>
          </p:nvSpPr>
          <p:spPr>
            <a:xfrm>
              <a:off x="5702863" y="2002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0" name="pt13040"/>
            <p:cNvSpPr/>
            <p:nvPr/>
          </p:nvSpPr>
          <p:spPr>
            <a:xfrm>
              <a:off x="4881396" y="2520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1" name="pt13041"/>
            <p:cNvSpPr/>
            <p:nvPr/>
          </p:nvSpPr>
          <p:spPr>
            <a:xfrm>
              <a:off x="5261661" y="2171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2" name="pt13042"/>
            <p:cNvSpPr/>
            <p:nvPr/>
          </p:nvSpPr>
          <p:spPr>
            <a:xfrm>
              <a:off x="5333297" y="2176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3" name="pt13043"/>
            <p:cNvSpPr/>
            <p:nvPr/>
          </p:nvSpPr>
          <p:spPr>
            <a:xfrm>
              <a:off x="5488145" y="2223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4" name="pt13044"/>
            <p:cNvSpPr/>
            <p:nvPr/>
          </p:nvSpPr>
          <p:spPr>
            <a:xfrm>
              <a:off x="5216893" y="2080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5" name="pt13045"/>
            <p:cNvSpPr/>
            <p:nvPr/>
          </p:nvSpPr>
          <p:spPr>
            <a:xfrm>
              <a:off x="5493132" y="2213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6" name="pt13046"/>
            <p:cNvSpPr/>
            <p:nvPr/>
          </p:nvSpPr>
          <p:spPr>
            <a:xfrm>
              <a:off x="4995985" y="2740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7" name="pt13047"/>
            <p:cNvSpPr/>
            <p:nvPr/>
          </p:nvSpPr>
          <p:spPr>
            <a:xfrm>
              <a:off x="5239554" y="2203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8" name="pt13048"/>
            <p:cNvSpPr/>
            <p:nvPr/>
          </p:nvSpPr>
          <p:spPr>
            <a:xfrm>
              <a:off x="4818094" y="2747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9" name="pt13049"/>
            <p:cNvSpPr/>
            <p:nvPr/>
          </p:nvSpPr>
          <p:spPr>
            <a:xfrm>
              <a:off x="5366184" y="2109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0" name="pt13050"/>
            <p:cNvSpPr/>
            <p:nvPr/>
          </p:nvSpPr>
          <p:spPr>
            <a:xfrm>
              <a:off x="4918120" y="2187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1" name="pt13051"/>
            <p:cNvSpPr/>
            <p:nvPr/>
          </p:nvSpPr>
          <p:spPr>
            <a:xfrm>
              <a:off x="5259648" y="2191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2" name="pt13052"/>
            <p:cNvSpPr/>
            <p:nvPr/>
          </p:nvSpPr>
          <p:spPr>
            <a:xfrm>
              <a:off x="5419732" y="2194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3" name="pt13053"/>
            <p:cNvSpPr/>
            <p:nvPr/>
          </p:nvSpPr>
          <p:spPr>
            <a:xfrm>
              <a:off x="5876553" y="1650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4" name="pt13054"/>
            <p:cNvSpPr/>
            <p:nvPr/>
          </p:nvSpPr>
          <p:spPr>
            <a:xfrm>
              <a:off x="5238807" y="2151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5" name="pt13055"/>
            <p:cNvSpPr/>
            <p:nvPr/>
          </p:nvSpPr>
          <p:spPr>
            <a:xfrm>
              <a:off x="5166148" y="2232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6" name="pt13056"/>
            <p:cNvSpPr/>
            <p:nvPr/>
          </p:nvSpPr>
          <p:spPr>
            <a:xfrm>
              <a:off x="5292711" y="2186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7" name="pt13057"/>
            <p:cNvSpPr/>
            <p:nvPr/>
          </p:nvSpPr>
          <p:spPr>
            <a:xfrm>
              <a:off x="5126980" y="2493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8" name="pt13058"/>
            <p:cNvSpPr/>
            <p:nvPr/>
          </p:nvSpPr>
          <p:spPr>
            <a:xfrm>
              <a:off x="5606773" y="1877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9" name="pt13059"/>
            <p:cNvSpPr/>
            <p:nvPr/>
          </p:nvSpPr>
          <p:spPr>
            <a:xfrm>
              <a:off x="5083937" y="212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0" name="pt13060"/>
            <p:cNvSpPr/>
            <p:nvPr/>
          </p:nvSpPr>
          <p:spPr>
            <a:xfrm>
              <a:off x="5693113" y="2041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1" name="pt13061"/>
            <p:cNvSpPr/>
            <p:nvPr/>
          </p:nvSpPr>
          <p:spPr>
            <a:xfrm>
              <a:off x="5931448" y="1327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2" name="pt13062"/>
            <p:cNvSpPr/>
            <p:nvPr/>
          </p:nvSpPr>
          <p:spPr>
            <a:xfrm>
              <a:off x="5070801" y="2438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3" name="pt13063"/>
            <p:cNvSpPr/>
            <p:nvPr/>
          </p:nvSpPr>
          <p:spPr>
            <a:xfrm>
              <a:off x="5448725" y="1897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4" name="pt13064"/>
            <p:cNvSpPr/>
            <p:nvPr/>
          </p:nvSpPr>
          <p:spPr>
            <a:xfrm>
              <a:off x="5561513" y="2229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5" name="pt13065"/>
            <p:cNvSpPr/>
            <p:nvPr/>
          </p:nvSpPr>
          <p:spPr>
            <a:xfrm>
              <a:off x="5237005" y="2175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6" name="pt13066"/>
            <p:cNvSpPr/>
            <p:nvPr/>
          </p:nvSpPr>
          <p:spPr>
            <a:xfrm>
              <a:off x="5418466" y="2158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7" name="pt13067"/>
            <p:cNvSpPr/>
            <p:nvPr/>
          </p:nvSpPr>
          <p:spPr>
            <a:xfrm>
              <a:off x="5260192" y="2202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8" name="pt13068"/>
            <p:cNvSpPr/>
            <p:nvPr/>
          </p:nvSpPr>
          <p:spPr>
            <a:xfrm>
              <a:off x="5594887" y="1925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9" name="pt13069"/>
            <p:cNvSpPr/>
            <p:nvPr/>
          </p:nvSpPr>
          <p:spPr>
            <a:xfrm>
              <a:off x="5940488" y="1569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0" name="pt13070"/>
            <p:cNvSpPr/>
            <p:nvPr/>
          </p:nvSpPr>
          <p:spPr>
            <a:xfrm>
              <a:off x="5670953" y="1690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1" name="pt13071"/>
            <p:cNvSpPr/>
            <p:nvPr/>
          </p:nvSpPr>
          <p:spPr>
            <a:xfrm>
              <a:off x="5252659" y="2151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2" name="pt13072"/>
            <p:cNvSpPr/>
            <p:nvPr/>
          </p:nvSpPr>
          <p:spPr>
            <a:xfrm>
              <a:off x="5146952" y="2683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3" name="pt13073"/>
            <p:cNvSpPr/>
            <p:nvPr/>
          </p:nvSpPr>
          <p:spPr>
            <a:xfrm>
              <a:off x="4931170" y="1849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4" name="pt13074"/>
            <p:cNvSpPr/>
            <p:nvPr/>
          </p:nvSpPr>
          <p:spPr>
            <a:xfrm>
              <a:off x="5647898" y="1830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5" name="pt13075"/>
            <p:cNvSpPr/>
            <p:nvPr/>
          </p:nvSpPr>
          <p:spPr>
            <a:xfrm>
              <a:off x="5222145" y="1927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6" name="pt13076"/>
            <p:cNvSpPr/>
            <p:nvPr/>
          </p:nvSpPr>
          <p:spPr>
            <a:xfrm>
              <a:off x="5754298" y="1977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7" name="pt13077"/>
            <p:cNvSpPr/>
            <p:nvPr/>
          </p:nvSpPr>
          <p:spPr>
            <a:xfrm>
              <a:off x="5916890" y="1698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8" name="pt13078"/>
            <p:cNvSpPr/>
            <p:nvPr/>
          </p:nvSpPr>
          <p:spPr>
            <a:xfrm>
              <a:off x="5539640" y="2205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9" name="pt13079"/>
            <p:cNvSpPr/>
            <p:nvPr/>
          </p:nvSpPr>
          <p:spPr>
            <a:xfrm>
              <a:off x="5616440" y="2056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0" name="pt13080"/>
            <p:cNvSpPr/>
            <p:nvPr/>
          </p:nvSpPr>
          <p:spPr>
            <a:xfrm>
              <a:off x="5273006" y="2200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1" name="pt13081"/>
            <p:cNvSpPr/>
            <p:nvPr/>
          </p:nvSpPr>
          <p:spPr>
            <a:xfrm>
              <a:off x="5427867" y="2164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2" name="pt13082"/>
            <p:cNvSpPr/>
            <p:nvPr/>
          </p:nvSpPr>
          <p:spPr>
            <a:xfrm>
              <a:off x="5563349" y="2201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3" name="pt13083"/>
            <p:cNvSpPr/>
            <p:nvPr/>
          </p:nvSpPr>
          <p:spPr>
            <a:xfrm>
              <a:off x="5692329" y="2055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4" name="pt13084"/>
            <p:cNvSpPr/>
            <p:nvPr/>
          </p:nvSpPr>
          <p:spPr>
            <a:xfrm>
              <a:off x="5404148" y="2347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5" name="pt13085"/>
            <p:cNvSpPr/>
            <p:nvPr/>
          </p:nvSpPr>
          <p:spPr>
            <a:xfrm>
              <a:off x="5361580" y="2007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6" name="pt13086"/>
            <p:cNvSpPr/>
            <p:nvPr/>
          </p:nvSpPr>
          <p:spPr>
            <a:xfrm>
              <a:off x="5729655" y="1964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7" name="pt13087"/>
            <p:cNvSpPr/>
            <p:nvPr/>
          </p:nvSpPr>
          <p:spPr>
            <a:xfrm>
              <a:off x="5032780" y="2499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8" name="pt13088"/>
            <p:cNvSpPr/>
            <p:nvPr/>
          </p:nvSpPr>
          <p:spPr>
            <a:xfrm>
              <a:off x="5515093" y="2171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9" name="pt13089"/>
            <p:cNvSpPr/>
            <p:nvPr/>
          </p:nvSpPr>
          <p:spPr>
            <a:xfrm>
              <a:off x="5363639" y="2100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0" name="pt13090"/>
            <p:cNvSpPr/>
            <p:nvPr/>
          </p:nvSpPr>
          <p:spPr>
            <a:xfrm>
              <a:off x="5768266" y="1929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1" name="pt13091"/>
            <p:cNvSpPr/>
            <p:nvPr/>
          </p:nvSpPr>
          <p:spPr>
            <a:xfrm>
              <a:off x="5375266" y="2065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2" name="pt13092"/>
            <p:cNvSpPr/>
            <p:nvPr/>
          </p:nvSpPr>
          <p:spPr>
            <a:xfrm>
              <a:off x="5723197" y="2001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3" name="pt13093"/>
            <p:cNvSpPr/>
            <p:nvPr/>
          </p:nvSpPr>
          <p:spPr>
            <a:xfrm>
              <a:off x="5080638" y="1787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4" name="pt13094"/>
            <p:cNvSpPr/>
            <p:nvPr/>
          </p:nvSpPr>
          <p:spPr>
            <a:xfrm>
              <a:off x="5277731" y="2168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5" name="pt13095"/>
            <p:cNvSpPr/>
            <p:nvPr/>
          </p:nvSpPr>
          <p:spPr>
            <a:xfrm>
              <a:off x="5279930" y="1988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6" name="pt13096"/>
            <p:cNvSpPr/>
            <p:nvPr/>
          </p:nvSpPr>
          <p:spPr>
            <a:xfrm>
              <a:off x="5344514" y="2217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7" name="pt13097"/>
            <p:cNvSpPr/>
            <p:nvPr/>
          </p:nvSpPr>
          <p:spPr>
            <a:xfrm>
              <a:off x="5611444" y="2014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8" name="pt13098"/>
            <p:cNvSpPr/>
            <p:nvPr/>
          </p:nvSpPr>
          <p:spPr>
            <a:xfrm>
              <a:off x="5493089" y="2192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9" name="pt13099"/>
            <p:cNvSpPr/>
            <p:nvPr/>
          </p:nvSpPr>
          <p:spPr>
            <a:xfrm>
              <a:off x="5645750" y="1930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0" name="pt13100"/>
            <p:cNvSpPr/>
            <p:nvPr/>
          </p:nvSpPr>
          <p:spPr>
            <a:xfrm>
              <a:off x="5689246" y="2041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1" name="pt13101"/>
            <p:cNvSpPr/>
            <p:nvPr/>
          </p:nvSpPr>
          <p:spPr>
            <a:xfrm>
              <a:off x="5438210" y="210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2" name="pt13102"/>
            <p:cNvSpPr/>
            <p:nvPr/>
          </p:nvSpPr>
          <p:spPr>
            <a:xfrm>
              <a:off x="5602230" y="1975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3" name="pt13103"/>
            <p:cNvSpPr/>
            <p:nvPr/>
          </p:nvSpPr>
          <p:spPr>
            <a:xfrm>
              <a:off x="5168344" y="234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4" name="pt13104"/>
            <p:cNvSpPr/>
            <p:nvPr/>
          </p:nvSpPr>
          <p:spPr>
            <a:xfrm>
              <a:off x="5119583" y="2585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5" name="pt13105"/>
            <p:cNvSpPr/>
            <p:nvPr/>
          </p:nvSpPr>
          <p:spPr>
            <a:xfrm>
              <a:off x="5426951" y="2140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6" name="pt13106"/>
            <p:cNvSpPr/>
            <p:nvPr/>
          </p:nvSpPr>
          <p:spPr>
            <a:xfrm>
              <a:off x="5468225" y="2122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7" name="pt13107"/>
            <p:cNvSpPr/>
            <p:nvPr/>
          </p:nvSpPr>
          <p:spPr>
            <a:xfrm>
              <a:off x="4918852" y="178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8" name="pt13108"/>
            <p:cNvSpPr/>
            <p:nvPr/>
          </p:nvSpPr>
          <p:spPr>
            <a:xfrm>
              <a:off x="5405273" y="2153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9" name="pt13109"/>
            <p:cNvSpPr/>
            <p:nvPr/>
          </p:nvSpPr>
          <p:spPr>
            <a:xfrm>
              <a:off x="5736539" y="1926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0" name="pt13110"/>
            <p:cNvSpPr/>
            <p:nvPr/>
          </p:nvSpPr>
          <p:spPr>
            <a:xfrm>
              <a:off x="5505078" y="2056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1" name="pt13111"/>
            <p:cNvSpPr/>
            <p:nvPr/>
          </p:nvSpPr>
          <p:spPr>
            <a:xfrm>
              <a:off x="5716845" y="2016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2" name="pt13112"/>
            <p:cNvSpPr/>
            <p:nvPr/>
          </p:nvSpPr>
          <p:spPr>
            <a:xfrm>
              <a:off x="5603383" y="1955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3" name="pt13113"/>
            <p:cNvSpPr/>
            <p:nvPr/>
          </p:nvSpPr>
          <p:spPr>
            <a:xfrm>
              <a:off x="5516957" y="2056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4" name="pt13114"/>
            <p:cNvSpPr/>
            <p:nvPr/>
          </p:nvSpPr>
          <p:spPr>
            <a:xfrm>
              <a:off x="5071210" y="2377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5" name="pt13115"/>
            <p:cNvSpPr/>
            <p:nvPr/>
          </p:nvSpPr>
          <p:spPr>
            <a:xfrm>
              <a:off x="5335505" y="2303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6" name="pt13116"/>
            <p:cNvSpPr/>
            <p:nvPr/>
          </p:nvSpPr>
          <p:spPr>
            <a:xfrm>
              <a:off x="5550439" y="2190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7" name="pt13117"/>
            <p:cNvSpPr/>
            <p:nvPr/>
          </p:nvSpPr>
          <p:spPr>
            <a:xfrm>
              <a:off x="5420090" y="2115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8" name="pt13118"/>
            <p:cNvSpPr/>
            <p:nvPr/>
          </p:nvSpPr>
          <p:spPr>
            <a:xfrm>
              <a:off x="5235784" y="2082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9" name="pt13119"/>
            <p:cNvSpPr/>
            <p:nvPr/>
          </p:nvSpPr>
          <p:spPr>
            <a:xfrm>
              <a:off x="5220620" y="2080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0" name="pt13120"/>
            <p:cNvSpPr/>
            <p:nvPr/>
          </p:nvSpPr>
          <p:spPr>
            <a:xfrm>
              <a:off x="4892068" y="237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1" name="pt13121"/>
            <p:cNvSpPr/>
            <p:nvPr/>
          </p:nvSpPr>
          <p:spPr>
            <a:xfrm>
              <a:off x="5922090" y="1563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2" name="pt13122"/>
            <p:cNvSpPr/>
            <p:nvPr/>
          </p:nvSpPr>
          <p:spPr>
            <a:xfrm>
              <a:off x="5263667" y="2144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3" name="pt13123"/>
            <p:cNvSpPr/>
            <p:nvPr/>
          </p:nvSpPr>
          <p:spPr>
            <a:xfrm>
              <a:off x="5106297" y="2550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4" name="pt13124"/>
            <p:cNvSpPr/>
            <p:nvPr/>
          </p:nvSpPr>
          <p:spPr>
            <a:xfrm>
              <a:off x="4711146" y="2409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5" name="pt13125"/>
            <p:cNvSpPr/>
            <p:nvPr/>
          </p:nvSpPr>
          <p:spPr>
            <a:xfrm>
              <a:off x="4871375" y="2966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6" name="pt13126"/>
            <p:cNvSpPr/>
            <p:nvPr/>
          </p:nvSpPr>
          <p:spPr>
            <a:xfrm>
              <a:off x="5344944" y="2281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7" name="pt13127"/>
            <p:cNvSpPr/>
            <p:nvPr/>
          </p:nvSpPr>
          <p:spPr>
            <a:xfrm>
              <a:off x="4934722" y="1840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8" name="pt13128"/>
            <p:cNvSpPr/>
            <p:nvPr/>
          </p:nvSpPr>
          <p:spPr>
            <a:xfrm>
              <a:off x="5145578" y="2672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9" name="pt13129"/>
            <p:cNvSpPr/>
            <p:nvPr/>
          </p:nvSpPr>
          <p:spPr>
            <a:xfrm>
              <a:off x="5365512" y="2068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0" name="pt13130"/>
            <p:cNvSpPr/>
            <p:nvPr/>
          </p:nvSpPr>
          <p:spPr>
            <a:xfrm>
              <a:off x="5304244" y="2143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1" name="pt13131"/>
            <p:cNvSpPr/>
            <p:nvPr/>
          </p:nvSpPr>
          <p:spPr>
            <a:xfrm>
              <a:off x="5472638" y="2019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2" name="pt13132"/>
            <p:cNvSpPr/>
            <p:nvPr/>
          </p:nvSpPr>
          <p:spPr>
            <a:xfrm>
              <a:off x="5329555" y="2164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3" name="pt13133"/>
            <p:cNvSpPr/>
            <p:nvPr/>
          </p:nvSpPr>
          <p:spPr>
            <a:xfrm>
              <a:off x="5394150" y="2215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4" name="pt13134"/>
            <p:cNvSpPr/>
            <p:nvPr/>
          </p:nvSpPr>
          <p:spPr>
            <a:xfrm>
              <a:off x="5462062" y="2099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5" name="pt13135"/>
            <p:cNvSpPr/>
            <p:nvPr/>
          </p:nvSpPr>
          <p:spPr>
            <a:xfrm>
              <a:off x="5185367" y="2110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6" name="pt13136"/>
            <p:cNvSpPr/>
            <p:nvPr/>
          </p:nvSpPr>
          <p:spPr>
            <a:xfrm>
              <a:off x="5612218" y="2097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7" name="pt13137"/>
            <p:cNvSpPr/>
            <p:nvPr/>
          </p:nvSpPr>
          <p:spPr>
            <a:xfrm>
              <a:off x="5708857" y="1936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8" name="pt13138"/>
            <p:cNvSpPr/>
            <p:nvPr/>
          </p:nvSpPr>
          <p:spPr>
            <a:xfrm>
              <a:off x="5832581" y="1903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9" name="pt13139"/>
            <p:cNvSpPr/>
            <p:nvPr/>
          </p:nvSpPr>
          <p:spPr>
            <a:xfrm>
              <a:off x="5549255" y="2238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0" name="pt13140"/>
            <p:cNvSpPr/>
            <p:nvPr/>
          </p:nvSpPr>
          <p:spPr>
            <a:xfrm>
              <a:off x="5657412" y="1888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1" name="pt13141"/>
            <p:cNvSpPr/>
            <p:nvPr/>
          </p:nvSpPr>
          <p:spPr>
            <a:xfrm>
              <a:off x="5606113" y="1913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2" name="pt13142"/>
            <p:cNvSpPr/>
            <p:nvPr/>
          </p:nvSpPr>
          <p:spPr>
            <a:xfrm>
              <a:off x="5687410" y="1954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3" name="pt13143"/>
            <p:cNvSpPr/>
            <p:nvPr/>
          </p:nvSpPr>
          <p:spPr>
            <a:xfrm>
              <a:off x="5538774" y="2148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4" name="pt13144"/>
            <p:cNvSpPr/>
            <p:nvPr/>
          </p:nvSpPr>
          <p:spPr>
            <a:xfrm>
              <a:off x="4875786" y="2726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5" name="pt13145"/>
            <p:cNvSpPr/>
            <p:nvPr/>
          </p:nvSpPr>
          <p:spPr>
            <a:xfrm>
              <a:off x="5741349" y="203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6" name="pt13146"/>
            <p:cNvSpPr/>
            <p:nvPr/>
          </p:nvSpPr>
          <p:spPr>
            <a:xfrm>
              <a:off x="5927320" y="1693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7" name="pt13147"/>
            <p:cNvSpPr/>
            <p:nvPr/>
          </p:nvSpPr>
          <p:spPr>
            <a:xfrm>
              <a:off x="5478245" y="2243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8" name="pt13148"/>
            <p:cNvSpPr/>
            <p:nvPr/>
          </p:nvSpPr>
          <p:spPr>
            <a:xfrm>
              <a:off x="5017767" y="2347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9" name="pt13149"/>
            <p:cNvSpPr/>
            <p:nvPr/>
          </p:nvSpPr>
          <p:spPr>
            <a:xfrm>
              <a:off x="5302405" y="2114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0" name="pt13150"/>
            <p:cNvSpPr/>
            <p:nvPr/>
          </p:nvSpPr>
          <p:spPr>
            <a:xfrm>
              <a:off x="5038607" y="2607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1" name="pt13151"/>
            <p:cNvSpPr/>
            <p:nvPr/>
          </p:nvSpPr>
          <p:spPr>
            <a:xfrm>
              <a:off x="5367151" y="2098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2" name="pt13152"/>
            <p:cNvSpPr/>
            <p:nvPr/>
          </p:nvSpPr>
          <p:spPr>
            <a:xfrm>
              <a:off x="5130810" y="2586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3" name="pt13153"/>
            <p:cNvSpPr/>
            <p:nvPr/>
          </p:nvSpPr>
          <p:spPr>
            <a:xfrm>
              <a:off x="5380248" y="2226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4" name="pt13154"/>
            <p:cNvSpPr/>
            <p:nvPr/>
          </p:nvSpPr>
          <p:spPr>
            <a:xfrm>
              <a:off x="5670469" y="1733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5" name="pt13155"/>
            <p:cNvSpPr/>
            <p:nvPr/>
          </p:nvSpPr>
          <p:spPr>
            <a:xfrm>
              <a:off x="5461606" y="2085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6" name="pt13156"/>
            <p:cNvSpPr/>
            <p:nvPr/>
          </p:nvSpPr>
          <p:spPr>
            <a:xfrm>
              <a:off x="5439344" y="2080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7" name="pt13157"/>
            <p:cNvSpPr/>
            <p:nvPr/>
          </p:nvSpPr>
          <p:spPr>
            <a:xfrm>
              <a:off x="5741119" y="1968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8" name="pt13158"/>
            <p:cNvSpPr/>
            <p:nvPr/>
          </p:nvSpPr>
          <p:spPr>
            <a:xfrm>
              <a:off x="5502287" y="2142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9" name="pt13159"/>
            <p:cNvSpPr/>
            <p:nvPr/>
          </p:nvSpPr>
          <p:spPr>
            <a:xfrm>
              <a:off x="5232809" y="222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0" name="pt13160"/>
            <p:cNvSpPr/>
            <p:nvPr/>
          </p:nvSpPr>
          <p:spPr>
            <a:xfrm>
              <a:off x="5501092" y="2199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1" name="pt13161"/>
            <p:cNvSpPr/>
            <p:nvPr/>
          </p:nvSpPr>
          <p:spPr>
            <a:xfrm>
              <a:off x="4762293" y="2206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2" name="pt13162"/>
            <p:cNvSpPr/>
            <p:nvPr/>
          </p:nvSpPr>
          <p:spPr>
            <a:xfrm>
              <a:off x="5215017" y="2012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3" name="pt13163"/>
            <p:cNvSpPr/>
            <p:nvPr/>
          </p:nvSpPr>
          <p:spPr>
            <a:xfrm>
              <a:off x="5339105" y="2258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4" name="pt13164"/>
            <p:cNvSpPr/>
            <p:nvPr/>
          </p:nvSpPr>
          <p:spPr>
            <a:xfrm>
              <a:off x="5413880" y="2230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5" name="pt13165"/>
            <p:cNvSpPr/>
            <p:nvPr/>
          </p:nvSpPr>
          <p:spPr>
            <a:xfrm>
              <a:off x="5679163" y="2014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6" name="pt13166"/>
            <p:cNvSpPr/>
            <p:nvPr/>
          </p:nvSpPr>
          <p:spPr>
            <a:xfrm>
              <a:off x="5900922" y="1905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7" name="pt13167"/>
            <p:cNvSpPr/>
            <p:nvPr/>
          </p:nvSpPr>
          <p:spPr>
            <a:xfrm>
              <a:off x="5766004" y="1847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8" name="pt13168"/>
            <p:cNvSpPr/>
            <p:nvPr/>
          </p:nvSpPr>
          <p:spPr>
            <a:xfrm>
              <a:off x="5654470" y="1726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9" name="pt13169"/>
            <p:cNvSpPr/>
            <p:nvPr/>
          </p:nvSpPr>
          <p:spPr>
            <a:xfrm>
              <a:off x="5475979" y="2180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0" name="pt13170"/>
            <p:cNvSpPr/>
            <p:nvPr/>
          </p:nvSpPr>
          <p:spPr>
            <a:xfrm>
              <a:off x="5427886" y="2160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1" name="pt13171"/>
            <p:cNvSpPr/>
            <p:nvPr/>
          </p:nvSpPr>
          <p:spPr>
            <a:xfrm>
              <a:off x="5454255" y="1981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2" name="pt13172"/>
            <p:cNvSpPr/>
            <p:nvPr/>
          </p:nvSpPr>
          <p:spPr>
            <a:xfrm>
              <a:off x="5358365" y="225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3" name="pt13173"/>
            <p:cNvSpPr/>
            <p:nvPr/>
          </p:nvSpPr>
          <p:spPr>
            <a:xfrm>
              <a:off x="4696146" y="2507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4" name="pt13174"/>
            <p:cNvSpPr/>
            <p:nvPr/>
          </p:nvSpPr>
          <p:spPr>
            <a:xfrm>
              <a:off x="5612015" y="2042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5" name="pt13175"/>
            <p:cNvSpPr/>
            <p:nvPr/>
          </p:nvSpPr>
          <p:spPr>
            <a:xfrm>
              <a:off x="5800398" y="1808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6" name="pt13176"/>
            <p:cNvSpPr/>
            <p:nvPr/>
          </p:nvSpPr>
          <p:spPr>
            <a:xfrm>
              <a:off x="5382780" y="2224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7" name="pt13177"/>
            <p:cNvSpPr/>
            <p:nvPr/>
          </p:nvSpPr>
          <p:spPr>
            <a:xfrm>
              <a:off x="4827268" y="2649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8" name="pt13178"/>
            <p:cNvSpPr/>
            <p:nvPr/>
          </p:nvSpPr>
          <p:spPr>
            <a:xfrm>
              <a:off x="5862673" y="1617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9" name="pt13179"/>
            <p:cNvSpPr/>
            <p:nvPr/>
          </p:nvSpPr>
          <p:spPr>
            <a:xfrm>
              <a:off x="5466585" y="1997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0" name="pt13180"/>
            <p:cNvSpPr/>
            <p:nvPr/>
          </p:nvSpPr>
          <p:spPr>
            <a:xfrm>
              <a:off x="5765553" y="2293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1" name="pt13181"/>
            <p:cNvSpPr/>
            <p:nvPr/>
          </p:nvSpPr>
          <p:spPr>
            <a:xfrm>
              <a:off x="5155335" y="2514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2" name="pt13182"/>
            <p:cNvSpPr/>
            <p:nvPr/>
          </p:nvSpPr>
          <p:spPr>
            <a:xfrm>
              <a:off x="5367590" y="2117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3" name="pt13183"/>
            <p:cNvSpPr/>
            <p:nvPr/>
          </p:nvSpPr>
          <p:spPr>
            <a:xfrm>
              <a:off x="5449597" y="1985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4" name="pt13184"/>
            <p:cNvSpPr/>
            <p:nvPr/>
          </p:nvSpPr>
          <p:spPr>
            <a:xfrm>
              <a:off x="5312917" y="2162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5" name="pt13185"/>
            <p:cNvSpPr/>
            <p:nvPr/>
          </p:nvSpPr>
          <p:spPr>
            <a:xfrm>
              <a:off x="5009886" y="1943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6" name="pt13186"/>
            <p:cNvSpPr/>
            <p:nvPr/>
          </p:nvSpPr>
          <p:spPr>
            <a:xfrm>
              <a:off x="5643027" y="1919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7" name="pt13187"/>
            <p:cNvSpPr/>
            <p:nvPr/>
          </p:nvSpPr>
          <p:spPr>
            <a:xfrm>
              <a:off x="5274711" y="2151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8" name="pt13188"/>
            <p:cNvSpPr/>
            <p:nvPr/>
          </p:nvSpPr>
          <p:spPr>
            <a:xfrm>
              <a:off x="5229949" y="2038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9" name="pt13189"/>
            <p:cNvSpPr/>
            <p:nvPr/>
          </p:nvSpPr>
          <p:spPr>
            <a:xfrm>
              <a:off x="5415538" y="2186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0" name="pt13190"/>
            <p:cNvSpPr/>
            <p:nvPr/>
          </p:nvSpPr>
          <p:spPr>
            <a:xfrm>
              <a:off x="5341286" y="220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1" name="pt13191"/>
            <p:cNvSpPr/>
            <p:nvPr/>
          </p:nvSpPr>
          <p:spPr>
            <a:xfrm>
              <a:off x="5132297" y="2499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2" name="pt13192"/>
            <p:cNvSpPr/>
            <p:nvPr/>
          </p:nvSpPr>
          <p:spPr>
            <a:xfrm>
              <a:off x="5786466" y="2046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3" name="pt13193"/>
            <p:cNvSpPr/>
            <p:nvPr/>
          </p:nvSpPr>
          <p:spPr>
            <a:xfrm>
              <a:off x="5638687" y="2084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4" name="pt13194"/>
            <p:cNvSpPr/>
            <p:nvPr/>
          </p:nvSpPr>
          <p:spPr>
            <a:xfrm>
              <a:off x="5443778" y="2115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5" name="pt13195"/>
            <p:cNvSpPr/>
            <p:nvPr/>
          </p:nvSpPr>
          <p:spPr>
            <a:xfrm>
              <a:off x="5718991" y="1792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6" name="pt13196"/>
            <p:cNvSpPr/>
            <p:nvPr/>
          </p:nvSpPr>
          <p:spPr>
            <a:xfrm>
              <a:off x="5160649" y="2277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7" name="pt13197"/>
            <p:cNvSpPr/>
            <p:nvPr/>
          </p:nvSpPr>
          <p:spPr>
            <a:xfrm>
              <a:off x="5404947" y="2162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8" name="pt13198"/>
            <p:cNvSpPr/>
            <p:nvPr/>
          </p:nvSpPr>
          <p:spPr>
            <a:xfrm>
              <a:off x="5655300" y="175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9" name="pt13199"/>
            <p:cNvSpPr/>
            <p:nvPr/>
          </p:nvSpPr>
          <p:spPr>
            <a:xfrm>
              <a:off x="4876062" y="2811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0" name="pt13200"/>
            <p:cNvSpPr/>
            <p:nvPr/>
          </p:nvSpPr>
          <p:spPr>
            <a:xfrm>
              <a:off x="5542825" y="2151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1" name="pt13201"/>
            <p:cNvSpPr/>
            <p:nvPr/>
          </p:nvSpPr>
          <p:spPr>
            <a:xfrm>
              <a:off x="5286493" y="2015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2" name="pt13202"/>
            <p:cNvSpPr/>
            <p:nvPr/>
          </p:nvSpPr>
          <p:spPr>
            <a:xfrm>
              <a:off x="4942765" y="2598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3" name="pt13203"/>
            <p:cNvSpPr/>
            <p:nvPr/>
          </p:nvSpPr>
          <p:spPr>
            <a:xfrm>
              <a:off x="5419538" y="2168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4" name="pt13204"/>
            <p:cNvSpPr/>
            <p:nvPr/>
          </p:nvSpPr>
          <p:spPr>
            <a:xfrm>
              <a:off x="5393454" y="2160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5" name="pt13205"/>
            <p:cNvSpPr/>
            <p:nvPr/>
          </p:nvSpPr>
          <p:spPr>
            <a:xfrm>
              <a:off x="5109148" y="2770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6" name="pt13206"/>
            <p:cNvSpPr/>
            <p:nvPr/>
          </p:nvSpPr>
          <p:spPr>
            <a:xfrm>
              <a:off x="5503253" y="223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7" name="pt13207"/>
            <p:cNvSpPr/>
            <p:nvPr/>
          </p:nvSpPr>
          <p:spPr>
            <a:xfrm>
              <a:off x="5431660" y="2154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8" name="pt13208"/>
            <p:cNvSpPr/>
            <p:nvPr/>
          </p:nvSpPr>
          <p:spPr>
            <a:xfrm>
              <a:off x="5251158" y="2188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9" name="pt13209"/>
            <p:cNvSpPr/>
            <p:nvPr/>
          </p:nvSpPr>
          <p:spPr>
            <a:xfrm>
              <a:off x="5607036" y="1969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0" name="pt13210"/>
            <p:cNvSpPr/>
            <p:nvPr/>
          </p:nvSpPr>
          <p:spPr>
            <a:xfrm>
              <a:off x="5395649" y="2264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1" name="pt13211"/>
            <p:cNvSpPr/>
            <p:nvPr/>
          </p:nvSpPr>
          <p:spPr>
            <a:xfrm>
              <a:off x="5401990" y="2293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2" name="pt13212"/>
            <p:cNvSpPr/>
            <p:nvPr/>
          </p:nvSpPr>
          <p:spPr>
            <a:xfrm>
              <a:off x="5464750" y="2110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3" name="pt13213"/>
            <p:cNvSpPr/>
            <p:nvPr/>
          </p:nvSpPr>
          <p:spPr>
            <a:xfrm>
              <a:off x="5561957" y="2174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4" name="pt13214"/>
            <p:cNvSpPr/>
            <p:nvPr/>
          </p:nvSpPr>
          <p:spPr>
            <a:xfrm>
              <a:off x="5554196" y="2239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5" name="pt13215"/>
            <p:cNvSpPr/>
            <p:nvPr/>
          </p:nvSpPr>
          <p:spPr>
            <a:xfrm>
              <a:off x="5387795" y="2233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6" name="pt13216"/>
            <p:cNvSpPr/>
            <p:nvPr/>
          </p:nvSpPr>
          <p:spPr>
            <a:xfrm>
              <a:off x="5526292" y="2237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7" name="pt13217"/>
            <p:cNvSpPr/>
            <p:nvPr/>
          </p:nvSpPr>
          <p:spPr>
            <a:xfrm>
              <a:off x="5637363" y="2143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8" name="pt13218"/>
            <p:cNvSpPr/>
            <p:nvPr/>
          </p:nvSpPr>
          <p:spPr>
            <a:xfrm>
              <a:off x="5594267" y="2065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9" name="pt13219"/>
            <p:cNvSpPr/>
            <p:nvPr/>
          </p:nvSpPr>
          <p:spPr>
            <a:xfrm>
              <a:off x="5216404" y="2090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0" name="pt13220"/>
            <p:cNvSpPr/>
            <p:nvPr/>
          </p:nvSpPr>
          <p:spPr>
            <a:xfrm>
              <a:off x="5467712" y="2155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1" name="pt13221"/>
            <p:cNvSpPr/>
            <p:nvPr/>
          </p:nvSpPr>
          <p:spPr>
            <a:xfrm>
              <a:off x="5524320" y="2221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2" name="pt13222"/>
            <p:cNvSpPr/>
            <p:nvPr/>
          </p:nvSpPr>
          <p:spPr>
            <a:xfrm>
              <a:off x="5529874" y="2305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3" name="pt13223"/>
            <p:cNvSpPr/>
            <p:nvPr/>
          </p:nvSpPr>
          <p:spPr>
            <a:xfrm>
              <a:off x="5439147" y="2053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4" name="pt13224"/>
            <p:cNvSpPr/>
            <p:nvPr/>
          </p:nvSpPr>
          <p:spPr>
            <a:xfrm>
              <a:off x="5340408" y="2238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5" name="pt13225"/>
            <p:cNvSpPr/>
            <p:nvPr/>
          </p:nvSpPr>
          <p:spPr>
            <a:xfrm>
              <a:off x="5136790" y="2676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6" name="pt13226"/>
            <p:cNvSpPr/>
            <p:nvPr/>
          </p:nvSpPr>
          <p:spPr>
            <a:xfrm>
              <a:off x="4990796" y="2658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7" name="pt13227"/>
            <p:cNvSpPr/>
            <p:nvPr/>
          </p:nvSpPr>
          <p:spPr>
            <a:xfrm>
              <a:off x="5197465" y="2251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8" name="pt13228"/>
            <p:cNvSpPr/>
            <p:nvPr/>
          </p:nvSpPr>
          <p:spPr>
            <a:xfrm>
              <a:off x="5549275" y="2181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9" name="pt13229"/>
            <p:cNvSpPr/>
            <p:nvPr/>
          </p:nvSpPr>
          <p:spPr>
            <a:xfrm>
              <a:off x="5164441" y="2195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0" name="pt13230"/>
            <p:cNvSpPr/>
            <p:nvPr/>
          </p:nvSpPr>
          <p:spPr>
            <a:xfrm>
              <a:off x="5299639" y="2056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1" name="pt13231"/>
            <p:cNvSpPr/>
            <p:nvPr/>
          </p:nvSpPr>
          <p:spPr>
            <a:xfrm>
              <a:off x="5574997" y="207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2" name="pt13232"/>
            <p:cNvSpPr/>
            <p:nvPr/>
          </p:nvSpPr>
          <p:spPr>
            <a:xfrm>
              <a:off x="5380964" y="2168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3" name="pt13233"/>
            <p:cNvSpPr/>
            <p:nvPr/>
          </p:nvSpPr>
          <p:spPr>
            <a:xfrm>
              <a:off x="5271399" y="2237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4" name="pt13234"/>
            <p:cNvSpPr/>
            <p:nvPr/>
          </p:nvSpPr>
          <p:spPr>
            <a:xfrm>
              <a:off x="5289035" y="1988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5" name="pt13235"/>
            <p:cNvSpPr/>
            <p:nvPr/>
          </p:nvSpPr>
          <p:spPr>
            <a:xfrm>
              <a:off x="5534905" y="2193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6" name="pt13236"/>
            <p:cNvSpPr/>
            <p:nvPr/>
          </p:nvSpPr>
          <p:spPr>
            <a:xfrm>
              <a:off x="5596330" y="1968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7" name="pt13237"/>
            <p:cNvSpPr/>
            <p:nvPr/>
          </p:nvSpPr>
          <p:spPr>
            <a:xfrm>
              <a:off x="5559862" y="2248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8" name="pt13238"/>
            <p:cNvSpPr/>
            <p:nvPr/>
          </p:nvSpPr>
          <p:spPr>
            <a:xfrm>
              <a:off x="5447897" y="2054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9" name="pt13239"/>
            <p:cNvSpPr/>
            <p:nvPr/>
          </p:nvSpPr>
          <p:spPr>
            <a:xfrm>
              <a:off x="5492040" y="2149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0" name="pt13240"/>
            <p:cNvSpPr/>
            <p:nvPr/>
          </p:nvSpPr>
          <p:spPr>
            <a:xfrm>
              <a:off x="5418440" y="2060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1" name="pt13241"/>
            <p:cNvSpPr/>
            <p:nvPr/>
          </p:nvSpPr>
          <p:spPr>
            <a:xfrm>
              <a:off x="4779746" y="2503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2" name="pt13242"/>
            <p:cNvSpPr/>
            <p:nvPr/>
          </p:nvSpPr>
          <p:spPr>
            <a:xfrm>
              <a:off x="4631382" y="2708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3" name="pt13243"/>
            <p:cNvSpPr/>
            <p:nvPr/>
          </p:nvSpPr>
          <p:spPr>
            <a:xfrm>
              <a:off x="5324967" y="2228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4" name="pt13244"/>
            <p:cNvSpPr/>
            <p:nvPr/>
          </p:nvSpPr>
          <p:spPr>
            <a:xfrm>
              <a:off x="5290331" y="2236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5" name="pt13245"/>
            <p:cNvSpPr/>
            <p:nvPr/>
          </p:nvSpPr>
          <p:spPr>
            <a:xfrm>
              <a:off x="5456519" y="1895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6" name="pt13246"/>
            <p:cNvSpPr/>
            <p:nvPr/>
          </p:nvSpPr>
          <p:spPr>
            <a:xfrm>
              <a:off x="5880602" y="1574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7" name="pt13247"/>
            <p:cNvSpPr/>
            <p:nvPr/>
          </p:nvSpPr>
          <p:spPr>
            <a:xfrm>
              <a:off x="5407592" y="2312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8" name="pt13248"/>
            <p:cNvSpPr/>
            <p:nvPr/>
          </p:nvSpPr>
          <p:spPr>
            <a:xfrm>
              <a:off x="5295879" y="2321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9" name="pt13249"/>
            <p:cNvSpPr/>
            <p:nvPr/>
          </p:nvSpPr>
          <p:spPr>
            <a:xfrm>
              <a:off x="5046116" y="2445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0" name="pt13250"/>
            <p:cNvSpPr/>
            <p:nvPr/>
          </p:nvSpPr>
          <p:spPr>
            <a:xfrm>
              <a:off x="5618296" y="2119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1" name="pt13251"/>
            <p:cNvSpPr/>
            <p:nvPr/>
          </p:nvSpPr>
          <p:spPr>
            <a:xfrm>
              <a:off x="5336150" y="2269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2" name="pt13252"/>
            <p:cNvSpPr/>
            <p:nvPr/>
          </p:nvSpPr>
          <p:spPr>
            <a:xfrm>
              <a:off x="5439168" y="2116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3" name="pt13253"/>
            <p:cNvSpPr/>
            <p:nvPr/>
          </p:nvSpPr>
          <p:spPr>
            <a:xfrm>
              <a:off x="5118908" y="2659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4" name="pt13254"/>
            <p:cNvSpPr/>
            <p:nvPr/>
          </p:nvSpPr>
          <p:spPr>
            <a:xfrm>
              <a:off x="5269517" y="1987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5" name="pt13255"/>
            <p:cNvSpPr/>
            <p:nvPr/>
          </p:nvSpPr>
          <p:spPr>
            <a:xfrm>
              <a:off x="5710205" y="1852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6" name="pt13256"/>
            <p:cNvSpPr/>
            <p:nvPr/>
          </p:nvSpPr>
          <p:spPr>
            <a:xfrm>
              <a:off x="5282366" y="1953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7" name="pt13257"/>
            <p:cNvSpPr/>
            <p:nvPr/>
          </p:nvSpPr>
          <p:spPr>
            <a:xfrm>
              <a:off x="5765220" y="1992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8" name="pt13258"/>
            <p:cNvSpPr/>
            <p:nvPr/>
          </p:nvSpPr>
          <p:spPr>
            <a:xfrm>
              <a:off x="5591237" y="2066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9" name="pt13259"/>
            <p:cNvSpPr/>
            <p:nvPr/>
          </p:nvSpPr>
          <p:spPr>
            <a:xfrm>
              <a:off x="5381966" y="2160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0" name="pt13260"/>
            <p:cNvSpPr/>
            <p:nvPr/>
          </p:nvSpPr>
          <p:spPr>
            <a:xfrm>
              <a:off x="5540978" y="2290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1" name="pt13261"/>
            <p:cNvSpPr/>
            <p:nvPr/>
          </p:nvSpPr>
          <p:spPr>
            <a:xfrm>
              <a:off x="5336956" y="2179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2" name="pt13262"/>
            <p:cNvSpPr/>
            <p:nvPr/>
          </p:nvSpPr>
          <p:spPr>
            <a:xfrm>
              <a:off x="5151325" y="2612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3" name="pt13263"/>
            <p:cNvSpPr/>
            <p:nvPr/>
          </p:nvSpPr>
          <p:spPr>
            <a:xfrm>
              <a:off x="5721546" y="1884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4" name="pt13264"/>
            <p:cNvSpPr/>
            <p:nvPr/>
          </p:nvSpPr>
          <p:spPr>
            <a:xfrm>
              <a:off x="5367520" y="2109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5" name="pt13265"/>
            <p:cNvSpPr/>
            <p:nvPr/>
          </p:nvSpPr>
          <p:spPr>
            <a:xfrm>
              <a:off x="5902171" y="1605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6" name="pt13266"/>
            <p:cNvSpPr/>
            <p:nvPr/>
          </p:nvSpPr>
          <p:spPr>
            <a:xfrm>
              <a:off x="5041712" y="2241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7" name="pt13267"/>
            <p:cNvSpPr/>
            <p:nvPr/>
          </p:nvSpPr>
          <p:spPr>
            <a:xfrm>
              <a:off x="4737971" y="2461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8" name="pt13268"/>
            <p:cNvSpPr/>
            <p:nvPr/>
          </p:nvSpPr>
          <p:spPr>
            <a:xfrm>
              <a:off x="5418493" y="2142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9" name="pt13269"/>
            <p:cNvSpPr/>
            <p:nvPr/>
          </p:nvSpPr>
          <p:spPr>
            <a:xfrm>
              <a:off x="5369435" y="2109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0" name="pt13270"/>
            <p:cNvSpPr/>
            <p:nvPr/>
          </p:nvSpPr>
          <p:spPr>
            <a:xfrm>
              <a:off x="5880186" y="1717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1" name="pt13271"/>
            <p:cNvSpPr/>
            <p:nvPr/>
          </p:nvSpPr>
          <p:spPr>
            <a:xfrm>
              <a:off x="5006310" y="2404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2" name="pt13272"/>
            <p:cNvSpPr/>
            <p:nvPr/>
          </p:nvSpPr>
          <p:spPr>
            <a:xfrm>
              <a:off x="5786444" y="1810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3" name="pt13273"/>
            <p:cNvSpPr/>
            <p:nvPr/>
          </p:nvSpPr>
          <p:spPr>
            <a:xfrm>
              <a:off x="5367186" y="208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4" name="pt13274"/>
            <p:cNvSpPr/>
            <p:nvPr/>
          </p:nvSpPr>
          <p:spPr>
            <a:xfrm>
              <a:off x="5782085" y="1884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5" name="pt13275"/>
            <p:cNvSpPr/>
            <p:nvPr/>
          </p:nvSpPr>
          <p:spPr>
            <a:xfrm>
              <a:off x="5258941" y="222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6" name="pt13276"/>
            <p:cNvSpPr/>
            <p:nvPr/>
          </p:nvSpPr>
          <p:spPr>
            <a:xfrm>
              <a:off x="5566156" y="2344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7" name="pt13277"/>
            <p:cNvSpPr/>
            <p:nvPr/>
          </p:nvSpPr>
          <p:spPr>
            <a:xfrm>
              <a:off x="5459202" y="2015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8" name="pt13278"/>
            <p:cNvSpPr/>
            <p:nvPr/>
          </p:nvSpPr>
          <p:spPr>
            <a:xfrm>
              <a:off x="5062577" y="2512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9" name="pt13279"/>
            <p:cNvSpPr/>
            <p:nvPr/>
          </p:nvSpPr>
          <p:spPr>
            <a:xfrm>
              <a:off x="5329573" y="2148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0" name="pt13280"/>
            <p:cNvSpPr/>
            <p:nvPr/>
          </p:nvSpPr>
          <p:spPr>
            <a:xfrm>
              <a:off x="5391319" y="2221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1" name="pt13281"/>
            <p:cNvSpPr/>
            <p:nvPr/>
          </p:nvSpPr>
          <p:spPr>
            <a:xfrm>
              <a:off x="5577812" y="1996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2" name="pt13282"/>
            <p:cNvSpPr/>
            <p:nvPr/>
          </p:nvSpPr>
          <p:spPr>
            <a:xfrm>
              <a:off x="5704856" y="1885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3" name="pt13283"/>
            <p:cNvSpPr/>
            <p:nvPr/>
          </p:nvSpPr>
          <p:spPr>
            <a:xfrm>
              <a:off x="5289460" y="1994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4" name="pt13284"/>
            <p:cNvSpPr/>
            <p:nvPr/>
          </p:nvSpPr>
          <p:spPr>
            <a:xfrm>
              <a:off x="5168893" y="2302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5" name="pt13285"/>
            <p:cNvSpPr/>
            <p:nvPr/>
          </p:nvSpPr>
          <p:spPr>
            <a:xfrm>
              <a:off x="5535965" y="2356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6" name="pt13286"/>
            <p:cNvSpPr/>
            <p:nvPr/>
          </p:nvSpPr>
          <p:spPr>
            <a:xfrm>
              <a:off x="5374919" y="2044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7" name="pt13287"/>
            <p:cNvSpPr/>
            <p:nvPr/>
          </p:nvSpPr>
          <p:spPr>
            <a:xfrm>
              <a:off x="5874429" y="1741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8" name="pt13288"/>
            <p:cNvSpPr/>
            <p:nvPr/>
          </p:nvSpPr>
          <p:spPr>
            <a:xfrm>
              <a:off x="5942809" y="188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9" name="pt13289"/>
            <p:cNvSpPr/>
            <p:nvPr/>
          </p:nvSpPr>
          <p:spPr>
            <a:xfrm>
              <a:off x="5055336" y="2358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0" name="pt13290"/>
            <p:cNvSpPr/>
            <p:nvPr/>
          </p:nvSpPr>
          <p:spPr>
            <a:xfrm>
              <a:off x="5278398" y="2207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1" name="pt13291"/>
            <p:cNvSpPr/>
            <p:nvPr/>
          </p:nvSpPr>
          <p:spPr>
            <a:xfrm>
              <a:off x="5413783" y="2191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2" name="pt13292"/>
            <p:cNvSpPr/>
            <p:nvPr/>
          </p:nvSpPr>
          <p:spPr>
            <a:xfrm>
              <a:off x="5192971" y="2219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3" name="pt13293"/>
            <p:cNvSpPr/>
            <p:nvPr/>
          </p:nvSpPr>
          <p:spPr>
            <a:xfrm>
              <a:off x="5283667" y="1975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4" name="pt13294"/>
            <p:cNvSpPr/>
            <p:nvPr/>
          </p:nvSpPr>
          <p:spPr>
            <a:xfrm>
              <a:off x="5258565" y="2288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5" name="pt13295"/>
            <p:cNvSpPr/>
            <p:nvPr/>
          </p:nvSpPr>
          <p:spPr>
            <a:xfrm>
              <a:off x="4887008" y="2626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6" name="pt13296"/>
            <p:cNvSpPr/>
            <p:nvPr/>
          </p:nvSpPr>
          <p:spPr>
            <a:xfrm>
              <a:off x="5701858" y="1721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7" name="pt13297"/>
            <p:cNvSpPr/>
            <p:nvPr/>
          </p:nvSpPr>
          <p:spPr>
            <a:xfrm>
              <a:off x="5259448" y="2098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8" name="pt13298"/>
            <p:cNvSpPr/>
            <p:nvPr/>
          </p:nvSpPr>
          <p:spPr>
            <a:xfrm>
              <a:off x="5041437" y="264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9" name="pt13299"/>
            <p:cNvSpPr/>
            <p:nvPr/>
          </p:nvSpPr>
          <p:spPr>
            <a:xfrm>
              <a:off x="5242487" y="2182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0" name="pt13300"/>
            <p:cNvSpPr/>
            <p:nvPr/>
          </p:nvSpPr>
          <p:spPr>
            <a:xfrm>
              <a:off x="5025437" y="2203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1" name="pt13301"/>
            <p:cNvSpPr/>
            <p:nvPr/>
          </p:nvSpPr>
          <p:spPr>
            <a:xfrm>
              <a:off x="4976862" y="2562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2" name="pt13302"/>
            <p:cNvSpPr/>
            <p:nvPr/>
          </p:nvSpPr>
          <p:spPr>
            <a:xfrm>
              <a:off x="5580538" y="1959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3" name="pt13303"/>
            <p:cNvSpPr/>
            <p:nvPr/>
          </p:nvSpPr>
          <p:spPr>
            <a:xfrm>
              <a:off x="5270750" y="2094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4" name="pt13304"/>
            <p:cNvSpPr/>
            <p:nvPr/>
          </p:nvSpPr>
          <p:spPr>
            <a:xfrm>
              <a:off x="5559806" y="2236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5" name="pt13305"/>
            <p:cNvSpPr/>
            <p:nvPr/>
          </p:nvSpPr>
          <p:spPr>
            <a:xfrm>
              <a:off x="5299338" y="2041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6" name="pt13306"/>
            <p:cNvSpPr/>
            <p:nvPr/>
          </p:nvSpPr>
          <p:spPr>
            <a:xfrm>
              <a:off x="5498769" y="2110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7" name="pt13307"/>
            <p:cNvSpPr/>
            <p:nvPr/>
          </p:nvSpPr>
          <p:spPr>
            <a:xfrm>
              <a:off x="5674042" y="1901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8" name="pt13308"/>
            <p:cNvSpPr/>
            <p:nvPr/>
          </p:nvSpPr>
          <p:spPr>
            <a:xfrm>
              <a:off x="4838794" y="2651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9" name="pt13309"/>
            <p:cNvSpPr/>
            <p:nvPr/>
          </p:nvSpPr>
          <p:spPr>
            <a:xfrm>
              <a:off x="5882256" y="1574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0" name="pt13310"/>
            <p:cNvSpPr/>
            <p:nvPr/>
          </p:nvSpPr>
          <p:spPr>
            <a:xfrm>
              <a:off x="5756276" y="1973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1" name="pt13311"/>
            <p:cNvSpPr/>
            <p:nvPr/>
          </p:nvSpPr>
          <p:spPr>
            <a:xfrm>
              <a:off x="5687383" y="193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2" name="pt13312"/>
            <p:cNvSpPr/>
            <p:nvPr/>
          </p:nvSpPr>
          <p:spPr>
            <a:xfrm>
              <a:off x="5519564" y="2077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3" name="pt13313"/>
            <p:cNvSpPr/>
            <p:nvPr/>
          </p:nvSpPr>
          <p:spPr>
            <a:xfrm>
              <a:off x="5796933" y="186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4" name="pt13314"/>
            <p:cNvSpPr/>
            <p:nvPr/>
          </p:nvSpPr>
          <p:spPr>
            <a:xfrm>
              <a:off x="4827717" y="2408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5" name="pt13315"/>
            <p:cNvSpPr/>
            <p:nvPr/>
          </p:nvSpPr>
          <p:spPr>
            <a:xfrm>
              <a:off x="5311900" y="2160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6" name="pt13316"/>
            <p:cNvSpPr/>
            <p:nvPr/>
          </p:nvSpPr>
          <p:spPr>
            <a:xfrm>
              <a:off x="5594645" y="1991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7" name="pt13317"/>
            <p:cNvSpPr/>
            <p:nvPr/>
          </p:nvSpPr>
          <p:spPr>
            <a:xfrm>
              <a:off x="5013033" y="2130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8" name="pt13318"/>
            <p:cNvSpPr/>
            <p:nvPr/>
          </p:nvSpPr>
          <p:spPr>
            <a:xfrm>
              <a:off x="5113327" y="2547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9" name="pt13319"/>
            <p:cNvSpPr/>
            <p:nvPr/>
          </p:nvSpPr>
          <p:spPr>
            <a:xfrm>
              <a:off x="5331737" y="2189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0" name="pt13320"/>
            <p:cNvSpPr/>
            <p:nvPr/>
          </p:nvSpPr>
          <p:spPr>
            <a:xfrm>
              <a:off x="5527092" y="2128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1" name="pt13321"/>
            <p:cNvSpPr/>
            <p:nvPr/>
          </p:nvSpPr>
          <p:spPr>
            <a:xfrm>
              <a:off x="5376533" y="2212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2" name="pt13322"/>
            <p:cNvSpPr/>
            <p:nvPr/>
          </p:nvSpPr>
          <p:spPr>
            <a:xfrm>
              <a:off x="5604900" y="1951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3" name="pt13323"/>
            <p:cNvSpPr/>
            <p:nvPr/>
          </p:nvSpPr>
          <p:spPr>
            <a:xfrm>
              <a:off x="5321959" y="2293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4" name="pt13324"/>
            <p:cNvSpPr/>
            <p:nvPr/>
          </p:nvSpPr>
          <p:spPr>
            <a:xfrm>
              <a:off x="5434450" y="1970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5" name="pt13325"/>
            <p:cNvSpPr/>
            <p:nvPr/>
          </p:nvSpPr>
          <p:spPr>
            <a:xfrm>
              <a:off x="5276563" y="2116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6" name="pt13326"/>
            <p:cNvSpPr/>
            <p:nvPr/>
          </p:nvSpPr>
          <p:spPr>
            <a:xfrm>
              <a:off x="5304557" y="2075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7" name="pt13327"/>
            <p:cNvSpPr/>
            <p:nvPr/>
          </p:nvSpPr>
          <p:spPr>
            <a:xfrm>
              <a:off x="5713029" y="1767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8" name="pt13328"/>
            <p:cNvSpPr/>
            <p:nvPr/>
          </p:nvSpPr>
          <p:spPr>
            <a:xfrm>
              <a:off x="5214418" y="2091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9" name="pt13329"/>
            <p:cNvSpPr/>
            <p:nvPr/>
          </p:nvSpPr>
          <p:spPr>
            <a:xfrm>
              <a:off x="5548247" y="2177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0" name="pt13330"/>
            <p:cNvSpPr/>
            <p:nvPr/>
          </p:nvSpPr>
          <p:spPr>
            <a:xfrm>
              <a:off x="5458500" y="2089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1" name="pt13331"/>
            <p:cNvSpPr/>
            <p:nvPr/>
          </p:nvSpPr>
          <p:spPr>
            <a:xfrm>
              <a:off x="5556896" y="2235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2" name="pt13332"/>
            <p:cNvSpPr/>
            <p:nvPr/>
          </p:nvSpPr>
          <p:spPr>
            <a:xfrm>
              <a:off x="5599949" y="1974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3" name="pt13333"/>
            <p:cNvSpPr/>
            <p:nvPr/>
          </p:nvSpPr>
          <p:spPr>
            <a:xfrm>
              <a:off x="5728124" y="1900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4" name="pt13334"/>
            <p:cNvSpPr/>
            <p:nvPr/>
          </p:nvSpPr>
          <p:spPr>
            <a:xfrm>
              <a:off x="5552323" y="2223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5" name="pt13335"/>
            <p:cNvSpPr/>
            <p:nvPr/>
          </p:nvSpPr>
          <p:spPr>
            <a:xfrm>
              <a:off x="5502437" y="2095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6" name="pt13336"/>
            <p:cNvSpPr/>
            <p:nvPr/>
          </p:nvSpPr>
          <p:spPr>
            <a:xfrm>
              <a:off x="5580913" y="211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7" name="pt13337"/>
            <p:cNvSpPr/>
            <p:nvPr/>
          </p:nvSpPr>
          <p:spPr>
            <a:xfrm>
              <a:off x="5382822" y="2302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8" name="pt13338"/>
            <p:cNvSpPr/>
            <p:nvPr/>
          </p:nvSpPr>
          <p:spPr>
            <a:xfrm>
              <a:off x="5389945" y="2103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9" name="pt13339"/>
            <p:cNvSpPr/>
            <p:nvPr/>
          </p:nvSpPr>
          <p:spPr>
            <a:xfrm>
              <a:off x="5577251" y="209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0" name="pt13340"/>
            <p:cNvSpPr/>
            <p:nvPr/>
          </p:nvSpPr>
          <p:spPr>
            <a:xfrm>
              <a:off x="5367660" y="2041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1" name="pt13341"/>
            <p:cNvSpPr/>
            <p:nvPr/>
          </p:nvSpPr>
          <p:spPr>
            <a:xfrm>
              <a:off x="5504817" y="1996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2" name="pt13342"/>
            <p:cNvSpPr/>
            <p:nvPr/>
          </p:nvSpPr>
          <p:spPr>
            <a:xfrm>
              <a:off x="5487286" y="2268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3" name="pt13343"/>
            <p:cNvSpPr/>
            <p:nvPr/>
          </p:nvSpPr>
          <p:spPr>
            <a:xfrm>
              <a:off x="5693789" y="2068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4" name="pt13344"/>
            <p:cNvSpPr/>
            <p:nvPr/>
          </p:nvSpPr>
          <p:spPr>
            <a:xfrm>
              <a:off x="5160309" y="2505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5" name="pt13345"/>
            <p:cNvSpPr/>
            <p:nvPr/>
          </p:nvSpPr>
          <p:spPr>
            <a:xfrm>
              <a:off x="4798201" y="2615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6" name="pt13346"/>
            <p:cNvSpPr/>
            <p:nvPr/>
          </p:nvSpPr>
          <p:spPr>
            <a:xfrm>
              <a:off x="4987458" y="2555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7" name="pt13347"/>
            <p:cNvSpPr/>
            <p:nvPr/>
          </p:nvSpPr>
          <p:spPr>
            <a:xfrm>
              <a:off x="5823590" y="1875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8" name="pt13348"/>
            <p:cNvSpPr/>
            <p:nvPr/>
          </p:nvSpPr>
          <p:spPr>
            <a:xfrm>
              <a:off x="5216523" y="2086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9" name="pt13349"/>
            <p:cNvSpPr/>
            <p:nvPr/>
          </p:nvSpPr>
          <p:spPr>
            <a:xfrm>
              <a:off x="5503704" y="2261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0" name="pt13350"/>
            <p:cNvSpPr/>
            <p:nvPr/>
          </p:nvSpPr>
          <p:spPr>
            <a:xfrm>
              <a:off x="5656448" y="1828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1" name="pt13351"/>
            <p:cNvSpPr/>
            <p:nvPr/>
          </p:nvSpPr>
          <p:spPr>
            <a:xfrm>
              <a:off x="4654633" y="2370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2" name="pt13352"/>
            <p:cNvSpPr/>
            <p:nvPr/>
          </p:nvSpPr>
          <p:spPr>
            <a:xfrm>
              <a:off x="5222758" y="1955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3" name="pt13353"/>
            <p:cNvSpPr/>
            <p:nvPr/>
          </p:nvSpPr>
          <p:spPr>
            <a:xfrm>
              <a:off x="5628282" y="2026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4" name="pt13354"/>
            <p:cNvSpPr/>
            <p:nvPr/>
          </p:nvSpPr>
          <p:spPr>
            <a:xfrm>
              <a:off x="5250771" y="2216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5" name="pt13355"/>
            <p:cNvSpPr/>
            <p:nvPr/>
          </p:nvSpPr>
          <p:spPr>
            <a:xfrm>
              <a:off x="5409021" y="2208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6" name="pt13356"/>
            <p:cNvSpPr/>
            <p:nvPr/>
          </p:nvSpPr>
          <p:spPr>
            <a:xfrm>
              <a:off x="5827916" y="1932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7" name="pt13357"/>
            <p:cNvSpPr/>
            <p:nvPr/>
          </p:nvSpPr>
          <p:spPr>
            <a:xfrm>
              <a:off x="5511457" y="2062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8" name="pt13358"/>
            <p:cNvSpPr/>
            <p:nvPr/>
          </p:nvSpPr>
          <p:spPr>
            <a:xfrm>
              <a:off x="5510598" y="2164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9" name="pt13359"/>
            <p:cNvSpPr/>
            <p:nvPr/>
          </p:nvSpPr>
          <p:spPr>
            <a:xfrm>
              <a:off x="5399557" y="2115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0" name="pt13360"/>
            <p:cNvSpPr/>
            <p:nvPr/>
          </p:nvSpPr>
          <p:spPr>
            <a:xfrm>
              <a:off x="5599442" y="1981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1" name="pt13361"/>
            <p:cNvSpPr/>
            <p:nvPr/>
          </p:nvSpPr>
          <p:spPr>
            <a:xfrm>
              <a:off x="5177288" y="2446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2" name="pt13362"/>
            <p:cNvSpPr/>
            <p:nvPr/>
          </p:nvSpPr>
          <p:spPr>
            <a:xfrm>
              <a:off x="5160486" y="2469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3" name="pt13363"/>
            <p:cNvSpPr/>
            <p:nvPr/>
          </p:nvSpPr>
          <p:spPr>
            <a:xfrm>
              <a:off x="5055149" y="2425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4" name="pt13364"/>
            <p:cNvSpPr/>
            <p:nvPr/>
          </p:nvSpPr>
          <p:spPr>
            <a:xfrm>
              <a:off x="5694767" y="199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5" name="pt13365"/>
            <p:cNvSpPr/>
            <p:nvPr/>
          </p:nvSpPr>
          <p:spPr>
            <a:xfrm>
              <a:off x="5463370" y="2133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6" name="pt13366"/>
            <p:cNvSpPr/>
            <p:nvPr/>
          </p:nvSpPr>
          <p:spPr>
            <a:xfrm>
              <a:off x="5630894" y="1990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7" name="pt13367"/>
            <p:cNvSpPr/>
            <p:nvPr/>
          </p:nvSpPr>
          <p:spPr>
            <a:xfrm>
              <a:off x="5339656" y="2301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8" name="pt13368"/>
            <p:cNvSpPr/>
            <p:nvPr/>
          </p:nvSpPr>
          <p:spPr>
            <a:xfrm>
              <a:off x="4842771" y="2256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9" name="pt13369"/>
            <p:cNvSpPr/>
            <p:nvPr/>
          </p:nvSpPr>
          <p:spPr>
            <a:xfrm>
              <a:off x="5381662" y="2177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0" name="pt13370"/>
            <p:cNvSpPr/>
            <p:nvPr/>
          </p:nvSpPr>
          <p:spPr>
            <a:xfrm>
              <a:off x="5950262" y="1627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1" name="pt13371"/>
            <p:cNvSpPr/>
            <p:nvPr/>
          </p:nvSpPr>
          <p:spPr>
            <a:xfrm>
              <a:off x="5560896" y="2220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2" name="pt13372"/>
            <p:cNvSpPr/>
            <p:nvPr/>
          </p:nvSpPr>
          <p:spPr>
            <a:xfrm>
              <a:off x="5387433" y="2101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3" name="pt13373"/>
            <p:cNvSpPr/>
            <p:nvPr/>
          </p:nvSpPr>
          <p:spPr>
            <a:xfrm>
              <a:off x="5175756" y="2522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4" name="pt13374"/>
            <p:cNvSpPr/>
            <p:nvPr/>
          </p:nvSpPr>
          <p:spPr>
            <a:xfrm>
              <a:off x="4983741" y="2851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5" name="pt13375"/>
            <p:cNvSpPr/>
            <p:nvPr/>
          </p:nvSpPr>
          <p:spPr>
            <a:xfrm>
              <a:off x="5106189" y="2521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6" name="pt13376"/>
            <p:cNvSpPr/>
            <p:nvPr/>
          </p:nvSpPr>
          <p:spPr>
            <a:xfrm>
              <a:off x="5468810" y="2016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7" name="pt13377"/>
            <p:cNvSpPr/>
            <p:nvPr/>
          </p:nvSpPr>
          <p:spPr>
            <a:xfrm>
              <a:off x="5074088" y="2130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8" name="pt13378"/>
            <p:cNvSpPr/>
            <p:nvPr/>
          </p:nvSpPr>
          <p:spPr>
            <a:xfrm>
              <a:off x="5235302" y="2205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9" name="pt13379"/>
            <p:cNvSpPr/>
            <p:nvPr/>
          </p:nvSpPr>
          <p:spPr>
            <a:xfrm>
              <a:off x="5496649" y="2238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0" name="pt13380"/>
            <p:cNvSpPr/>
            <p:nvPr/>
          </p:nvSpPr>
          <p:spPr>
            <a:xfrm>
              <a:off x="5361699" y="1987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1" name="pt13381"/>
            <p:cNvSpPr/>
            <p:nvPr/>
          </p:nvSpPr>
          <p:spPr>
            <a:xfrm>
              <a:off x="5368987" y="2072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2" name="pt13382"/>
            <p:cNvSpPr/>
            <p:nvPr/>
          </p:nvSpPr>
          <p:spPr>
            <a:xfrm>
              <a:off x="5708642" y="1722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3" name="pt13383"/>
            <p:cNvSpPr/>
            <p:nvPr/>
          </p:nvSpPr>
          <p:spPr>
            <a:xfrm>
              <a:off x="5028994" y="2388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4" name="pt13384"/>
            <p:cNvSpPr/>
            <p:nvPr/>
          </p:nvSpPr>
          <p:spPr>
            <a:xfrm>
              <a:off x="4783103" y="2700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5" name="pt13385"/>
            <p:cNvSpPr/>
            <p:nvPr/>
          </p:nvSpPr>
          <p:spPr>
            <a:xfrm>
              <a:off x="5337929" y="2200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6" name="pt13386"/>
            <p:cNvSpPr/>
            <p:nvPr/>
          </p:nvSpPr>
          <p:spPr>
            <a:xfrm>
              <a:off x="5952243" y="1728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7" name="pt13387"/>
            <p:cNvSpPr/>
            <p:nvPr/>
          </p:nvSpPr>
          <p:spPr>
            <a:xfrm>
              <a:off x="5551704" y="2199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8" name="pt13388"/>
            <p:cNvSpPr/>
            <p:nvPr/>
          </p:nvSpPr>
          <p:spPr>
            <a:xfrm>
              <a:off x="5428070" y="2196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9" name="pt13389"/>
            <p:cNvSpPr/>
            <p:nvPr/>
          </p:nvSpPr>
          <p:spPr>
            <a:xfrm>
              <a:off x="5949242" y="157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0" name="pt13390"/>
            <p:cNvSpPr/>
            <p:nvPr/>
          </p:nvSpPr>
          <p:spPr>
            <a:xfrm>
              <a:off x="5450207" y="1994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1" name="pt13391"/>
            <p:cNvSpPr/>
            <p:nvPr/>
          </p:nvSpPr>
          <p:spPr>
            <a:xfrm>
              <a:off x="5395280" y="2159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2" name="pt13392"/>
            <p:cNvSpPr/>
            <p:nvPr/>
          </p:nvSpPr>
          <p:spPr>
            <a:xfrm>
              <a:off x="5789115" y="1986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3" name="pt13393"/>
            <p:cNvSpPr/>
            <p:nvPr/>
          </p:nvSpPr>
          <p:spPr>
            <a:xfrm>
              <a:off x="5274069" y="2102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4" name="pt13394"/>
            <p:cNvSpPr/>
            <p:nvPr/>
          </p:nvSpPr>
          <p:spPr>
            <a:xfrm>
              <a:off x="5081942" y="1660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5" name="pt13395"/>
            <p:cNvSpPr/>
            <p:nvPr/>
          </p:nvSpPr>
          <p:spPr>
            <a:xfrm>
              <a:off x="5395846" y="2123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6" name="pt13396"/>
            <p:cNvSpPr/>
            <p:nvPr/>
          </p:nvSpPr>
          <p:spPr>
            <a:xfrm>
              <a:off x="5324448" y="2194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7" name="pt13397"/>
            <p:cNvSpPr/>
            <p:nvPr/>
          </p:nvSpPr>
          <p:spPr>
            <a:xfrm>
              <a:off x="5605076" y="1968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8" name="pt13398"/>
            <p:cNvSpPr/>
            <p:nvPr/>
          </p:nvSpPr>
          <p:spPr>
            <a:xfrm>
              <a:off x="5444164" y="2095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9" name="pt13399"/>
            <p:cNvSpPr/>
            <p:nvPr/>
          </p:nvSpPr>
          <p:spPr>
            <a:xfrm>
              <a:off x="4965186" y="2667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0" name="pt13400"/>
            <p:cNvSpPr/>
            <p:nvPr/>
          </p:nvSpPr>
          <p:spPr>
            <a:xfrm>
              <a:off x="5820388" y="1945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1" name="pt13401"/>
            <p:cNvSpPr/>
            <p:nvPr/>
          </p:nvSpPr>
          <p:spPr>
            <a:xfrm>
              <a:off x="5526575" y="2120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2" name="pt13402"/>
            <p:cNvSpPr/>
            <p:nvPr/>
          </p:nvSpPr>
          <p:spPr>
            <a:xfrm>
              <a:off x="5306096" y="2072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3" name="pt13403"/>
            <p:cNvSpPr/>
            <p:nvPr/>
          </p:nvSpPr>
          <p:spPr>
            <a:xfrm>
              <a:off x="5420203" y="2104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4" name="pt13404"/>
            <p:cNvSpPr/>
            <p:nvPr/>
          </p:nvSpPr>
          <p:spPr>
            <a:xfrm>
              <a:off x="5452913" y="1946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5" name="pt13405"/>
            <p:cNvSpPr/>
            <p:nvPr/>
          </p:nvSpPr>
          <p:spPr>
            <a:xfrm>
              <a:off x="5541802" y="2269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6" name="pt13406"/>
            <p:cNvSpPr/>
            <p:nvPr/>
          </p:nvSpPr>
          <p:spPr>
            <a:xfrm>
              <a:off x="5153252" y="2412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7" name="pt13407"/>
            <p:cNvSpPr/>
            <p:nvPr/>
          </p:nvSpPr>
          <p:spPr>
            <a:xfrm>
              <a:off x="5118085" y="2634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8" name="pt13408"/>
            <p:cNvSpPr/>
            <p:nvPr/>
          </p:nvSpPr>
          <p:spPr>
            <a:xfrm>
              <a:off x="5189024" y="224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9" name="pt13409"/>
            <p:cNvSpPr/>
            <p:nvPr/>
          </p:nvSpPr>
          <p:spPr>
            <a:xfrm>
              <a:off x="5479987" y="2266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0" name="pt13410"/>
            <p:cNvSpPr/>
            <p:nvPr/>
          </p:nvSpPr>
          <p:spPr>
            <a:xfrm>
              <a:off x="5702293" y="1877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1" name="pt13411"/>
            <p:cNvSpPr/>
            <p:nvPr/>
          </p:nvSpPr>
          <p:spPr>
            <a:xfrm>
              <a:off x="4699550" y="3020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2" name="pt13412"/>
            <p:cNvSpPr/>
            <p:nvPr/>
          </p:nvSpPr>
          <p:spPr>
            <a:xfrm>
              <a:off x="5526068" y="2182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3" name="pt13413"/>
            <p:cNvSpPr/>
            <p:nvPr/>
          </p:nvSpPr>
          <p:spPr>
            <a:xfrm>
              <a:off x="5383420" y="2245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4" name="pt13414"/>
            <p:cNvSpPr/>
            <p:nvPr/>
          </p:nvSpPr>
          <p:spPr>
            <a:xfrm>
              <a:off x="5511927" y="2316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5" name="pt13415"/>
            <p:cNvSpPr/>
            <p:nvPr/>
          </p:nvSpPr>
          <p:spPr>
            <a:xfrm>
              <a:off x="4932959" y="2053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6" name="pt13416"/>
            <p:cNvSpPr/>
            <p:nvPr/>
          </p:nvSpPr>
          <p:spPr>
            <a:xfrm>
              <a:off x="5699211" y="2023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7" name="pt13417"/>
            <p:cNvSpPr/>
            <p:nvPr/>
          </p:nvSpPr>
          <p:spPr>
            <a:xfrm>
              <a:off x="5310860" y="2028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8" name="pt13418"/>
            <p:cNvSpPr/>
            <p:nvPr/>
          </p:nvSpPr>
          <p:spPr>
            <a:xfrm>
              <a:off x="5670169" y="1729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9" name="pt13419"/>
            <p:cNvSpPr/>
            <p:nvPr/>
          </p:nvSpPr>
          <p:spPr>
            <a:xfrm>
              <a:off x="5085297" y="1967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0" name="pt13420"/>
            <p:cNvSpPr/>
            <p:nvPr/>
          </p:nvSpPr>
          <p:spPr>
            <a:xfrm>
              <a:off x="5394928" y="2039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1" name="pt13421"/>
            <p:cNvSpPr/>
            <p:nvPr/>
          </p:nvSpPr>
          <p:spPr>
            <a:xfrm>
              <a:off x="5043122" y="2488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2" name="pt13422"/>
            <p:cNvSpPr/>
            <p:nvPr/>
          </p:nvSpPr>
          <p:spPr>
            <a:xfrm>
              <a:off x="5693334" y="1980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3" name="pt13423"/>
            <p:cNvSpPr/>
            <p:nvPr/>
          </p:nvSpPr>
          <p:spPr>
            <a:xfrm>
              <a:off x="5439721" y="1988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4" name="pt13424"/>
            <p:cNvSpPr/>
            <p:nvPr/>
          </p:nvSpPr>
          <p:spPr>
            <a:xfrm>
              <a:off x="5143869" y="2791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5" name="pt13425"/>
            <p:cNvSpPr/>
            <p:nvPr/>
          </p:nvSpPr>
          <p:spPr>
            <a:xfrm>
              <a:off x="5983720" y="2127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6" name="pt13426"/>
            <p:cNvSpPr/>
            <p:nvPr/>
          </p:nvSpPr>
          <p:spPr>
            <a:xfrm>
              <a:off x="5559093" y="2201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7" name="pt13427"/>
            <p:cNvSpPr/>
            <p:nvPr/>
          </p:nvSpPr>
          <p:spPr>
            <a:xfrm>
              <a:off x="5492154" y="2234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8" name="pt13428"/>
            <p:cNvSpPr/>
            <p:nvPr/>
          </p:nvSpPr>
          <p:spPr>
            <a:xfrm>
              <a:off x="5542542" y="2238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9" name="pt13429"/>
            <p:cNvSpPr/>
            <p:nvPr/>
          </p:nvSpPr>
          <p:spPr>
            <a:xfrm>
              <a:off x="5208947" y="2246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0" name="pt13430"/>
            <p:cNvSpPr/>
            <p:nvPr/>
          </p:nvSpPr>
          <p:spPr>
            <a:xfrm>
              <a:off x="5452474" y="2017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1" name="pt13431"/>
            <p:cNvSpPr/>
            <p:nvPr/>
          </p:nvSpPr>
          <p:spPr>
            <a:xfrm>
              <a:off x="5510583" y="2270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2" name="pt13432"/>
            <p:cNvSpPr/>
            <p:nvPr/>
          </p:nvSpPr>
          <p:spPr>
            <a:xfrm>
              <a:off x="5276758" y="2197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3" name="pt13433"/>
            <p:cNvSpPr/>
            <p:nvPr/>
          </p:nvSpPr>
          <p:spPr>
            <a:xfrm>
              <a:off x="5655148" y="1802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4" name="pt13434"/>
            <p:cNvSpPr/>
            <p:nvPr/>
          </p:nvSpPr>
          <p:spPr>
            <a:xfrm>
              <a:off x="5248064" y="2173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5" name="pt13435"/>
            <p:cNvSpPr/>
            <p:nvPr/>
          </p:nvSpPr>
          <p:spPr>
            <a:xfrm>
              <a:off x="5394290" y="2141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6" name="pt13436"/>
            <p:cNvSpPr/>
            <p:nvPr/>
          </p:nvSpPr>
          <p:spPr>
            <a:xfrm>
              <a:off x="5781643" y="1814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7" name="pt13437"/>
            <p:cNvSpPr/>
            <p:nvPr/>
          </p:nvSpPr>
          <p:spPr>
            <a:xfrm>
              <a:off x="5245398" y="2140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8" name="pt13438"/>
            <p:cNvSpPr/>
            <p:nvPr/>
          </p:nvSpPr>
          <p:spPr>
            <a:xfrm>
              <a:off x="5594436" y="2052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9" name="pt13439"/>
            <p:cNvSpPr/>
            <p:nvPr/>
          </p:nvSpPr>
          <p:spPr>
            <a:xfrm>
              <a:off x="5455421" y="1960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0" name="pt13440"/>
            <p:cNvSpPr/>
            <p:nvPr/>
          </p:nvSpPr>
          <p:spPr>
            <a:xfrm>
              <a:off x="5146839" y="2707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1" name="pt13441"/>
            <p:cNvSpPr/>
            <p:nvPr/>
          </p:nvSpPr>
          <p:spPr>
            <a:xfrm>
              <a:off x="5478641" y="2242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2" name="pt13442"/>
            <p:cNvSpPr/>
            <p:nvPr/>
          </p:nvSpPr>
          <p:spPr>
            <a:xfrm>
              <a:off x="5737492" y="2076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3" name="pt13443"/>
            <p:cNvSpPr/>
            <p:nvPr/>
          </p:nvSpPr>
          <p:spPr>
            <a:xfrm>
              <a:off x="5200103" y="2106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4" name="pt13444"/>
            <p:cNvSpPr/>
            <p:nvPr/>
          </p:nvSpPr>
          <p:spPr>
            <a:xfrm>
              <a:off x="5314589" y="2080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5" name="pt13445"/>
            <p:cNvSpPr/>
            <p:nvPr/>
          </p:nvSpPr>
          <p:spPr>
            <a:xfrm>
              <a:off x="5163432" y="2233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6" name="pt13446"/>
            <p:cNvSpPr/>
            <p:nvPr/>
          </p:nvSpPr>
          <p:spPr>
            <a:xfrm>
              <a:off x="5388520" y="2197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7" name="pt13447"/>
            <p:cNvSpPr/>
            <p:nvPr/>
          </p:nvSpPr>
          <p:spPr>
            <a:xfrm>
              <a:off x="5594890" y="1986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8" name="pt13448"/>
            <p:cNvSpPr/>
            <p:nvPr/>
          </p:nvSpPr>
          <p:spPr>
            <a:xfrm>
              <a:off x="5175124" y="2414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9" name="pt13449"/>
            <p:cNvSpPr/>
            <p:nvPr/>
          </p:nvSpPr>
          <p:spPr>
            <a:xfrm>
              <a:off x="5844165" y="1755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0" name="pt13450"/>
            <p:cNvSpPr/>
            <p:nvPr/>
          </p:nvSpPr>
          <p:spPr>
            <a:xfrm>
              <a:off x="5195063" y="2206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1" name="pt13451"/>
            <p:cNvSpPr/>
            <p:nvPr/>
          </p:nvSpPr>
          <p:spPr>
            <a:xfrm>
              <a:off x="5147947" y="2798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2" name="pt13452"/>
            <p:cNvSpPr/>
            <p:nvPr/>
          </p:nvSpPr>
          <p:spPr>
            <a:xfrm>
              <a:off x="5053696" y="2340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3" name="pt13453"/>
            <p:cNvSpPr/>
            <p:nvPr/>
          </p:nvSpPr>
          <p:spPr>
            <a:xfrm>
              <a:off x="5278185" y="2177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4" name="pt13454"/>
            <p:cNvSpPr/>
            <p:nvPr/>
          </p:nvSpPr>
          <p:spPr>
            <a:xfrm>
              <a:off x="5514996" y="2089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5" name="pt13455"/>
            <p:cNvSpPr/>
            <p:nvPr/>
          </p:nvSpPr>
          <p:spPr>
            <a:xfrm>
              <a:off x="5467063" y="2120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6" name="pt13456"/>
            <p:cNvSpPr/>
            <p:nvPr/>
          </p:nvSpPr>
          <p:spPr>
            <a:xfrm>
              <a:off x="5738426" y="1954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7" name="pt13457"/>
            <p:cNvSpPr/>
            <p:nvPr/>
          </p:nvSpPr>
          <p:spPr>
            <a:xfrm>
              <a:off x="5878437" y="2026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8" name="pt13458"/>
            <p:cNvSpPr/>
            <p:nvPr/>
          </p:nvSpPr>
          <p:spPr>
            <a:xfrm>
              <a:off x="5620765" y="2050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9" name="pt13459"/>
            <p:cNvSpPr/>
            <p:nvPr/>
          </p:nvSpPr>
          <p:spPr>
            <a:xfrm>
              <a:off x="5491492" y="2233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0" name="pt13460"/>
            <p:cNvSpPr/>
            <p:nvPr/>
          </p:nvSpPr>
          <p:spPr>
            <a:xfrm>
              <a:off x="5761174" y="2006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1" name="pt13461"/>
            <p:cNvSpPr/>
            <p:nvPr/>
          </p:nvSpPr>
          <p:spPr>
            <a:xfrm>
              <a:off x="5456437" y="1840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2" name="pt13462"/>
            <p:cNvSpPr/>
            <p:nvPr/>
          </p:nvSpPr>
          <p:spPr>
            <a:xfrm>
              <a:off x="5301464" y="2244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3" name="pt13463"/>
            <p:cNvSpPr/>
            <p:nvPr/>
          </p:nvSpPr>
          <p:spPr>
            <a:xfrm>
              <a:off x="5545372" y="2082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4" name="pt13464"/>
            <p:cNvSpPr/>
            <p:nvPr/>
          </p:nvSpPr>
          <p:spPr>
            <a:xfrm>
              <a:off x="5685896" y="2174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5" name="pt13465"/>
            <p:cNvSpPr/>
            <p:nvPr/>
          </p:nvSpPr>
          <p:spPr>
            <a:xfrm>
              <a:off x="4762629" y="2432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6" name="pt13466"/>
            <p:cNvSpPr/>
            <p:nvPr/>
          </p:nvSpPr>
          <p:spPr>
            <a:xfrm>
              <a:off x="5388533" y="2215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7" name="pt13467"/>
            <p:cNvSpPr/>
            <p:nvPr/>
          </p:nvSpPr>
          <p:spPr>
            <a:xfrm>
              <a:off x="5530766" y="2279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8" name="pt13468"/>
            <p:cNvSpPr/>
            <p:nvPr/>
          </p:nvSpPr>
          <p:spPr>
            <a:xfrm>
              <a:off x="5775979" y="1970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9" name="pt13469"/>
            <p:cNvSpPr/>
            <p:nvPr/>
          </p:nvSpPr>
          <p:spPr>
            <a:xfrm>
              <a:off x="5520903" y="2263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0" name="pt13470"/>
            <p:cNvSpPr/>
            <p:nvPr/>
          </p:nvSpPr>
          <p:spPr>
            <a:xfrm>
              <a:off x="4934592" y="2158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1" name="pt13471"/>
            <p:cNvSpPr/>
            <p:nvPr/>
          </p:nvSpPr>
          <p:spPr>
            <a:xfrm>
              <a:off x="5691010" y="1780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2" name="pt13472"/>
            <p:cNvSpPr/>
            <p:nvPr/>
          </p:nvSpPr>
          <p:spPr>
            <a:xfrm>
              <a:off x="5523591" y="2121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3" name="pt13473"/>
            <p:cNvSpPr/>
            <p:nvPr/>
          </p:nvSpPr>
          <p:spPr>
            <a:xfrm>
              <a:off x="5817211" y="1674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4" name="pt13474"/>
            <p:cNvSpPr/>
            <p:nvPr/>
          </p:nvSpPr>
          <p:spPr>
            <a:xfrm>
              <a:off x="4726906" y="2668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5" name="pt13475"/>
            <p:cNvSpPr/>
            <p:nvPr/>
          </p:nvSpPr>
          <p:spPr>
            <a:xfrm>
              <a:off x="5547135" y="2137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6" name="pt13476"/>
            <p:cNvSpPr/>
            <p:nvPr/>
          </p:nvSpPr>
          <p:spPr>
            <a:xfrm>
              <a:off x="5301046" y="2234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7" name="pt13477"/>
            <p:cNvSpPr/>
            <p:nvPr/>
          </p:nvSpPr>
          <p:spPr>
            <a:xfrm>
              <a:off x="5511886" y="2219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8" name="pt13478"/>
            <p:cNvSpPr/>
            <p:nvPr/>
          </p:nvSpPr>
          <p:spPr>
            <a:xfrm>
              <a:off x="5756905" y="2014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9" name="pt13479"/>
            <p:cNvSpPr/>
            <p:nvPr/>
          </p:nvSpPr>
          <p:spPr>
            <a:xfrm>
              <a:off x="5666928" y="1548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0" name="pt13480"/>
            <p:cNvSpPr/>
            <p:nvPr/>
          </p:nvSpPr>
          <p:spPr>
            <a:xfrm>
              <a:off x="5121826" y="2680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1" name="pt13481"/>
            <p:cNvSpPr/>
            <p:nvPr/>
          </p:nvSpPr>
          <p:spPr>
            <a:xfrm>
              <a:off x="5332064" y="2013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2" name="pt13482"/>
            <p:cNvSpPr/>
            <p:nvPr/>
          </p:nvSpPr>
          <p:spPr>
            <a:xfrm>
              <a:off x="5542126" y="2249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3" name="pt13483"/>
            <p:cNvSpPr/>
            <p:nvPr/>
          </p:nvSpPr>
          <p:spPr>
            <a:xfrm>
              <a:off x="4916436" y="1604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4" name="pt13484"/>
            <p:cNvSpPr/>
            <p:nvPr/>
          </p:nvSpPr>
          <p:spPr>
            <a:xfrm>
              <a:off x="5339943" y="2202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5" name="pt13485"/>
            <p:cNvSpPr/>
            <p:nvPr/>
          </p:nvSpPr>
          <p:spPr>
            <a:xfrm>
              <a:off x="5491138" y="2300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6" name="pt13486"/>
            <p:cNvSpPr/>
            <p:nvPr/>
          </p:nvSpPr>
          <p:spPr>
            <a:xfrm>
              <a:off x="5115995" y="2572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7" name="pt13487"/>
            <p:cNvSpPr/>
            <p:nvPr/>
          </p:nvSpPr>
          <p:spPr>
            <a:xfrm>
              <a:off x="5537806" y="2219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8" name="pt13488"/>
            <p:cNvSpPr/>
            <p:nvPr/>
          </p:nvSpPr>
          <p:spPr>
            <a:xfrm>
              <a:off x="6031141" y="1703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9" name="pt13489"/>
            <p:cNvSpPr/>
            <p:nvPr/>
          </p:nvSpPr>
          <p:spPr>
            <a:xfrm>
              <a:off x="5109540" y="2677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0" name="pt13490"/>
            <p:cNvSpPr/>
            <p:nvPr/>
          </p:nvSpPr>
          <p:spPr>
            <a:xfrm>
              <a:off x="5602004" y="1898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1" name="pt13491"/>
            <p:cNvSpPr/>
            <p:nvPr/>
          </p:nvSpPr>
          <p:spPr>
            <a:xfrm>
              <a:off x="5616448" y="2085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2" name="pt13492"/>
            <p:cNvSpPr/>
            <p:nvPr/>
          </p:nvSpPr>
          <p:spPr>
            <a:xfrm>
              <a:off x="5417251" y="2094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3" name="pt13493"/>
            <p:cNvSpPr/>
            <p:nvPr/>
          </p:nvSpPr>
          <p:spPr>
            <a:xfrm>
              <a:off x="5437560" y="2044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4" name="pt13494"/>
            <p:cNvSpPr/>
            <p:nvPr/>
          </p:nvSpPr>
          <p:spPr>
            <a:xfrm>
              <a:off x="5234474" y="2102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5" name="pt13495"/>
            <p:cNvSpPr/>
            <p:nvPr/>
          </p:nvSpPr>
          <p:spPr>
            <a:xfrm>
              <a:off x="5512248" y="2153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6" name="pt13496"/>
            <p:cNvSpPr/>
            <p:nvPr/>
          </p:nvSpPr>
          <p:spPr>
            <a:xfrm>
              <a:off x="5602366" y="198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7" name="pt13497"/>
            <p:cNvSpPr/>
            <p:nvPr/>
          </p:nvSpPr>
          <p:spPr>
            <a:xfrm>
              <a:off x="5125825" y="2735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8" name="pt13498"/>
            <p:cNvSpPr/>
            <p:nvPr/>
          </p:nvSpPr>
          <p:spPr>
            <a:xfrm>
              <a:off x="5110723" y="2683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9" name="pt13499"/>
            <p:cNvSpPr/>
            <p:nvPr/>
          </p:nvSpPr>
          <p:spPr>
            <a:xfrm>
              <a:off x="5354203" y="2173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0" name="pt13500"/>
            <p:cNvSpPr/>
            <p:nvPr/>
          </p:nvSpPr>
          <p:spPr>
            <a:xfrm>
              <a:off x="5693689" y="2001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1" name="pt13501"/>
            <p:cNvSpPr/>
            <p:nvPr/>
          </p:nvSpPr>
          <p:spPr>
            <a:xfrm>
              <a:off x="5774925" y="1917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2" name="pt13502"/>
            <p:cNvSpPr/>
            <p:nvPr/>
          </p:nvSpPr>
          <p:spPr>
            <a:xfrm>
              <a:off x="5403032" y="2160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3" name="pt13503"/>
            <p:cNvSpPr/>
            <p:nvPr/>
          </p:nvSpPr>
          <p:spPr>
            <a:xfrm>
              <a:off x="5250655" y="223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4" name="pt13504"/>
            <p:cNvSpPr/>
            <p:nvPr/>
          </p:nvSpPr>
          <p:spPr>
            <a:xfrm>
              <a:off x="5463733" y="1906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5" name="pt13505"/>
            <p:cNvSpPr/>
            <p:nvPr/>
          </p:nvSpPr>
          <p:spPr>
            <a:xfrm>
              <a:off x="5141491" y="2739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6" name="pt13506"/>
            <p:cNvSpPr/>
            <p:nvPr/>
          </p:nvSpPr>
          <p:spPr>
            <a:xfrm>
              <a:off x="5618434" y="2072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7" name="pt13507"/>
            <p:cNvSpPr/>
            <p:nvPr/>
          </p:nvSpPr>
          <p:spPr>
            <a:xfrm>
              <a:off x="5256177" y="2213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8" name="pt13508"/>
            <p:cNvSpPr/>
            <p:nvPr/>
          </p:nvSpPr>
          <p:spPr>
            <a:xfrm>
              <a:off x="5381703" y="2195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9" name="pt13509"/>
            <p:cNvSpPr/>
            <p:nvPr/>
          </p:nvSpPr>
          <p:spPr>
            <a:xfrm>
              <a:off x="5437618" y="214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0" name="pt13510"/>
            <p:cNvSpPr/>
            <p:nvPr/>
          </p:nvSpPr>
          <p:spPr>
            <a:xfrm>
              <a:off x="5142320" y="2794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1" name="pt13511"/>
            <p:cNvSpPr/>
            <p:nvPr/>
          </p:nvSpPr>
          <p:spPr>
            <a:xfrm>
              <a:off x="5641638" y="2091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2" name="pt13512"/>
            <p:cNvSpPr/>
            <p:nvPr/>
          </p:nvSpPr>
          <p:spPr>
            <a:xfrm>
              <a:off x="5209142" y="2226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3" name="pt13513"/>
            <p:cNvSpPr/>
            <p:nvPr/>
          </p:nvSpPr>
          <p:spPr>
            <a:xfrm>
              <a:off x="4900063" y="1765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4" name="pt13514"/>
            <p:cNvSpPr/>
            <p:nvPr/>
          </p:nvSpPr>
          <p:spPr>
            <a:xfrm>
              <a:off x="5556636" y="2249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5" name="pt13515"/>
            <p:cNvSpPr/>
            <p:nvPr/>
          </p:nvSpPr>
          <p:spPr>
            <a:xfrm>
              <a:off x="5430316" y="2133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6" name="pt13516"/>
            <p:cNvSpPr/>
            <p:nvPr/>
          </p:nvSpPr>
          <p:spPr>
            <a:xfrm>
              <a:off x="5066248" y="2562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7" name="pt13517"/>
            <p:cNvSpPr/>
            <p:nvPr/>
          </p:nvSpPr>
          <p:spPr>
            <a:xfrm>
              <a:off x="5184427" y="2139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8" name="pt13518"/>
            <p:cNvSpPr/>
            <p:nvPr/>
          </p:nvSpPr>
          <p:spPr>
            <a:xfrm>
              <a:off x="5470407" y="1896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9" name="pt13519"/>
            <p:cNvSpPr/>
            <p:nvPr/>
          </p:nvSpPr>
          <p:spPr>
            <a:xfrm>
              <a:off x="5499739" y="2275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0" name="pt13520"/>
            <p:cNvSpPr/>
            <p:nvPr/>
          </p:nvSpPr>
          <p:spPr>
            <a:xfrm>
              <a:off x="5379259" y="2147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1" name="pt13521"/>
            <p:cNvSpPr/>
            <p:nvPr/>
          </p:nvSpPr>
          <p:spPr>
            <a:xfrm>
              <a:off x="5434527" y="2037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2" name="pt13522"/>
            <p:cNvSpPr/>
            <p:nvPr/>
          </p:nvSpPr>
          <p:spPr>
            <a:xfrm>
              <a:off x="5248652" y="216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3" name="pt13523"/>
            <p:cNvSpPr/>
            <p:nvPr/>
          </p:nvSpPr>
          <p:spPr>
            <a:xfrm>
              <a:off x="5194435" y="2190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4" name="pt13524"/>
            <p:cNvSpPr/>
            <p:nvPr/>
          </p:nvSpPr>
          <p:spPr>
            <a:xfrm>
              <a:off x="5458749" y="1989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5" name="pt13525"/>
            <p:cNvSpPr/>
            <p:nvPr/>
          </p:nvSpPr>
          <p:spPr>
            <a:xfrm>
              <a:off x="5213512" y="2032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6" name="pt13526"/>
            <p:cNvSpPr/>
            <p:nvPr/>
          </p:nvSpPr>
          <p:spPr>
            <a:xfrm>
              <a:off x="4900045" y="1764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7" name="pt13527"/>
            <p:cNvSpPr/>
            <p:nvPr/>
          </p:nvSpPr>
          <p:spPr>
            <a:xfrm>
              <a:off x="5519312" y="1991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8" name="pt13528"/>
            <p:cNvSpPr/>
            <p:nvPr/>
          </p:nvSpPr>
          <p:spPr>
            <a:xfrm>
              <a:off x="4696866" y="2981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9" name="pt13529"/>
            <p:cNvSpPr/>
            <p:nvPr/>
          </p:nvSpPr>
          <p:spPr>
            <a:xfrm>
              <a:off x="5302158" y="2129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0" name="pt13530"/>
            <p:cNvSpPr/>
            <p:nvPr/>
          </p:nvSpPr>
          <p:spPr>
            <a:xfrm>
              <a:off x="5270869" y="2065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1" name="pt13531"/>
            <p:cNvSpPr/>
            <p:nvPr/>
          </p:nvSpPr>
          <p:spPr>
            <a:xfrm>
              <a:off x="5537065" y="2287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2" name="pt13532"/>
            <p:cNvSpPr/>
            <p:nvPr/>
          </p:nvSpPr>
          <p:spPr>
            <a:xfrm>
              <a:off x="5364435" y="2050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3" name="pt13533"/>
            <p:cNvSpPr/>
            <p:nvPr/>
          </p:nvSpPr>
          <p:spPr>
            <a:xfrm>
              <a:off x="5045313" y="2388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4" name="pt13534"/>
            <p:cNvSpPr/>
            <p:nvPr/>
          </p:nvSpPr>
          <p:spPr>
            <a:xfrm>
              <a:off x="5523901" y="1979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5" name="pt13535"/>
            <p:cNvSpPr/>
            <p:nvPr/>
          </p:nvSpPr>
          <p:spPr>
            <a:xfrm>
              <a:off x="5605683" y="2074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6" name="pt13536"/>
            <p:cNvSpPr/>
            <p:nvPr/>
          </p:nvSpPr>
          <p:spPr>
            <a:xfrm>
              <a:off x="5721608" y="1937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7" name="pt13537"/>
            <p:cNvSpPr/>
            <p:nvPr/>
          </p:nvSpPr>
          <p:spPr>
            <a:xfrm>
              <a:off x="5463868" y="2081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8" name="pt13538"/>
            <p:cNvSpPr/>
            <p:nvPr/>
          </p:nvSpPr>
          <p:spPr>
            <a:xfrm>
              <a:off x="5780896" y="1890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9" name="pt13539"/>
            <p:cNvSpPr/>
            <p:nvPr/>
          </p:nvSpPr>
          <p:spPr>
            <a:xfrm>
              <a:off x="5004985" y="2266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0" name="pt13540"/>
            <p:cNvSpPr/>
            <p:nvPr/>
          </p:nvSpPr>
          <p:spPr>
            <a:xfrm>
              <a:off x="5300823" y="2071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1" name="pt13541"/>
            <p:cNvSpPr/>
            <p:nvPr/>
          </p:nvSpPr>
          <p:spPr>
            <a:xfrm>
              <a:off x="4967811" y="2669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2" name="pt13542"/>
            <p:cNvSpPr/>
            <p:nvPr/>
          </p:nvSpPr>
          <p:spPr>
            <a:xfrm>
              <a:off x="5455811" y="1972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3" name="pt13543"/>
            <p:cNvSpPr/>
            <p:nvPr/>
          </p:nvSpPr>
          <p:spPr>
            <a:xfrm>
              <a:off x="5424846" y="2231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4" name="pt13544"/>
            <p:cNvSpPr/>
            <p:nvPr/>
          </p:nvSpPr>
          <p:spPr>
            <a:xfrm>
              <a:off x="5498206" y="2105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5" name="pt13545"/>
            <p:cNvSpPr/>
            <p:nvPr/>
          </p:nvSpPr>
          <p:spPr>
            <a:xfrm>
              <a:off x="5004295" y="2246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6" name="pt13546"/>
            <p:cNvSpPr/>
            <p:nvPr/>
          </p:nvSpPr>
          <p:spPr>
            <a:xfrm>
              <a:off x="5390385" y="2153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7" name="pt13547"/>
            <p:cNvSpPr/>
            <p:nvPr/>
          </p:nvSpPr>
          <p:spPr>
            <a:xfrm>
              <a:off x="5634708" y="2001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8" name="pt13548"/>
            <p:cNvSpPr/>
            <p:nvPr/>
          </p:nvSpPr>
          <p:spPr>
            <a:xfrm>
              <a:off x="5107299" y="2653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9" name="pt13549"/>
            <p:cNvSpPr/>
            <p:nvPr/>
          </p:nvSpPr>
          <p:spPr>
            <a:xfrm>
              <a:off x="5357917" y="2223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0" name="pt13550"/>
            <p:cNvSpPr/>
            <p:nvPr/>
          </p:nvSpPr>
          <p:spPr>
            <a:xfrm>
              <a:off x="5476700" y="2164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1" name="pt13551"/>
            <p:cNvSpPr/>
            <p:nvPr/>
          </p:nvSpPr>
          <p:spPr>
            <a:xfrm>
              <a:off x="5357206" y="2237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2" name="pt13552"/>
            <p:cNvSpPr/>
            <p:nvPr/>
          </p:nvSpPr>
          <p:spPr>
            <a:xfrm>
              <a:off x="5383419" y="2187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3" name="pt13553"/>
            <p:cNvSpPr/>
            <p:nvPr/>
          </p:nvSpPr>
          <p:spPr>
            <a:xfrm>
              <a:off x="5084070" y="1909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4" name="pt13554"/>
            <p:cNvSpPr/>
            <p:nvPr/>
          </p:nvSpPr>
          <p:spPr>
            <a:xfrm>
              <a:off x="5600268" y="1858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5" name="pt13555"/>
            <p:cNvSpPr/>
            <p:nvPr/>
          </p:nvSpPr>
          <p:spPr>
            <a:xfrm>
              <a:off x="5516946" y="2086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6" name="pt13556"/>
            <p:cNvSpPr/>
            <p:nvPr/>
          </p:nvSpPr>
          <p:spPr>
            <a:xfrm>
              <a:off x="5367022" y="2053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7" name="pt13557"/>
            <p:cNvSpPr/>
            <p:nvPr/>
          </p:nvSpPr>
          <p:spPr>
            <a:xfrm>
              <a:off x="5367250" y="2037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8" name="pt13558"/>
            <p:cNvSpPr/>
            <p:nvPr/>
          </p:nvSpPr>
          <p:spPr>
            <a:xfrm>
              <a:off x="5528373" y="2103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9" name="pt13559"/>
            <p:cNvSpPr/>
            <p:nvPr/>
          </p:nvSpPr>
          <p:spPr>
            <a:xfrm>
              <a:off x="5749094" y="1916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0" name="pt13560"/>
            <p:cNvSpPr/>
            <p:nvPr/>
          </p:nvSpPr>
          <p:spPr>
            <a:xfrm>
              <a:off x="5624941" y="2004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1" name="pt13561"/>
            <p:cNvSpPr/>
            <p:nvPr/>
          </p:nvSpPr>
          <p:spPr>
            <a:xfrm>
              <a:off x="5111988" y="2618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2" name="pt13562"/>
            <p:cNvSpPr/>
            <p:nvPr/>
          </p:nvSpPr>
          <p:spPr>
            <a:xfrm>
              <a:off x="5065990" y="2644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3" name="pt13563"/>
            <p:cNvSpPr/>
            <p:nvPr/>
          </p:nvSpPr>
          <p:spPr>
            <a:xfrm>
              <a:off x="5428837" y="2131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4" name="pt13564"/>
            <p:cNvSpPr/>
            <p:nvPr/>
          </p:nvSpPr>
          <p:spPr>
            <a:xfrm>
              <a:off x="5276929" y="2182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5" name="pt13565"/>
            <p:cNvSpPr/>
            <p:nvPr/>
          </p:nvSpPr>
          <p:spPr>
            <a:xfrm>
              <a:off x="5894452" y="1801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6" name="pt13566"/>
            <p:cNvSpPr/>
            <p:nvPr/>
          </p:nvSpPr>
          <p:spPr>
            <a:xfrm>
              <a:off x="5742554" y="1933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7" name="pt13567"/>
            <p:cNvSpPr/>
            <p:nvPr/>
          </p:nvSpPr>
          <p:spPr>
            <a:xfrm>
              <a:off x="5712800" y="1862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8" name="pt13568"/>
            <p:cNvSpPr/>
            <p:nvPr/>
          </p:nvSpPr>
          <p:spPr>
            <a:xfrm>
              <a:off x="5332525" y="1959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9" name="pt13569"/>
            <p:cNvSpPr/>
            <p:nvPr/>
          </p:nvSpPr>
          <p:spPr>
            <a:xfrm>
              <a:off x="5108841" y="2624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0" name="pt13570"/>
            <p:cNvSpPr/>
            <p:nvPr/>
          </p:nvSpPr>
          <p:spPr>
            <a:xfrm>
              <a:off x="5738002" y="1974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1" name="pt13571"/>
            <p:cNvSpPr/>
            <p:nvPr/>
          </p:nvSpPr>
          <p:spPr>
            <a:xfrm>
              <a:off x="5977836" y="2339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2" name="pt13572"/>
            <p:cNvSpPr/>
            <p:nvPr/>
          </p:nvSpPr>
          <p:spPr>
            <a:xfrm>
              <a:off x="5772904" y="1974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3" name="pt13573"/>
            <p:cNvSpPr/>
            <p:nvPr/>
          </p:nvSpPr>
          <p:spPr>
            <a:xfrm>
              <a:off x="6016983" y="2112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4" name="pt13574"/>
            <p:cNvSpPr/>
            <p:nvPr/>
          </p:nvSpPr>
          <p:spPr>
            <a:xfrm>
              <a:off x="5283499" y="219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5" name="pt13575"/>
            <p:cNvSpPr/>
            <p:nvPr/>
          </p:nvSpPr>
          <p:spPr>
            <a:xfrm>
              <a:off x="5661303" y="1759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6" name="pt13576"/>
            <p:cNvSpPr/>
            <p:nvPr/>
          </p:nvSpPr>
          <p:spPr>
            <a:xfrm>
              <a:off x="5136139" y="2782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7" name="pt13577"/>
            <p:cNvSpPr/>
            <p:nvPr/>
          </p:nvSpPr>
          <p:spPr>
            <a:xfrm>
              <a:off x="5261558" y="2186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8" name="pt13578"/>
            <p:cNvSpPr/>
            <p:nvPr/>
          </p:nvSpPr>
          <p:spPr>
            <a:xfrm>
              <a:off x="5304380" y="2205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9" name="pt13579"/>
            <p:cNvSpPr/>
            <p:nvPr/>
          </p:nvSpPr>
          <p:spPr>
            <a:xfrm>
              <a:off x="5675936" y="1903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0" name="pt13580"/>
            <p:cNvSpPr/>
            <p:nvPr/>
          </p:nvSpPr>
          <p:spPr>
            <a:xfrm>
              <a:off x="5098537" y="2619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1" name="pt13581"/>
            <p:cNvSpPr/>
            <p:nvPr/>
          </p:nvSpPr>
          <p:spPr>
            <a:xfrm>
              <a:off x="5418111" y="2236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2" name="pt13582"/>
            <p:cNvSpPr/>
            <p:nvPr/>
          </p:nvSpPr>
          <p:spPr>
            <a:xfrm>
              <a:off x="5287790" y="2170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3" name="pt13583"/>
            <p:cNvSpPr/>
            <p:nvPr/>
          </p:nvSpPr>
          <p:spPr>
            <a:xfrm>
              <a:off x="5256739" y="2244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4" name="pt13584"/>
            <p:cNvSpPr/>
            <p:nvPr/>
          </p:nvSpPr>
          <p:spPr>
            <a:xfrm>
              <a:off x="5050786" y="2534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5" name="pt13585"/>
            <p:cNvSpPr/>
            <p:nvPr/>
          </p:nvSpPr>
          <p:spPr>
            <a:xfrm>
              <a:off x="5447477" y="1850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6" name="pt13586"/>
            <p:cNvSpPr/>
            <p:nvPr/>
          </p:nvSpPr>
          <p:spPr>
            <a:xfrm>
              <a:off x="5734761" y="1872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7" name="pt13587"/>
            <p:cNvSpPr/>
            <p:nvPr/>
          </p:nvSpPr>
          <p:spPr>
            <a:xfrm>
              <a:off x="5194552" y="2167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8" name="pt13588"/>
            <p:cNvSpPr/>
            <p:nvPr/>
          </p:nvSpPr>
          <p:spPr>
            <a:xfrm>
              <a:off x="5819978" y="1827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9" name="pt13589"/>
            <p:cNvSpPr/>
            <p:nvPr/>
          </p:nvSpPr>
          <p:spPr>
            <a:xfrm>
              <a:off x="5014615" y="2299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0" name="pt13590"/>
            <p:cNvSpPr/>
            <p:nvPr/>
          </p:nvSpPr>
          <p:spPr>
            <a:xfrm>
              <a:off x="5486002" y="2267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1" name="pt13591"/>
            <p:cNvSpPr/>
            <p:nvPr/>
          </p:nvSpPr>
          <p:spPr>
            <a:xfrm>
              <a:off x="5480384" y="2159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2" name="pt13592"/>
            <p:cNvSpPr/>
            <p:nvPr/>
          </p:nvSpPr>
          <p:spPr>
            <a:xfrm>
              <a:off x="5558088" y="2329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3" name="pt13593"/>
            <p:cNvSpPr/>
            <p:nvPr/>
          </p:nvSpPr>
          <p:spPr>
            <a:xfrm>
              <a:off x="5818947" y="1814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4" name="pt13594"/>
            <p:cNvSpPr/>
            <p:nvPr/>
          </p:nvSpPr>
          <p:spPr>
            <a:xfrm>
              <a:off x="5726827" y="1934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5" name="pt13595"/>
            <p:cNvSpPr/>
            <p:nvPr/>
          </p:nvSpPr>
          <p:spPr>
            <a:xfrm>
              <a:off x="5285207" y="1871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6" name="pt13596"/>
            <p:cNvSpPr/>
            <p:nvPr/>
          </p:nvSpPr>
          <p:spPr>
            <a:xfrm>
              <a:off x="5482667" y="2166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7" name="pt13597"/>
            <p:cNvSpPr/>
            <p:nvPr/>
          </p:nvSpPr>
          <p:spPr>
            <a:xfrm>
              <a:off x="5424988" y="2185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8" name="pt13598"/>
            <p:cNvSpPr/>
            <p:nvPr/>
          </p:nvSpPr>
          <p:spPr>
            <a:xfrm>
              <a:off x="5926596" y="1648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9" name="pt13599"/>
            <p:cNvSpPr/>
            <p:nvPr/>
          </p:nvSpPr>
          <p:spPr>
            <a:xfrm>
              <a:off x="5218027" y="2024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0" name="pt13600"/>
            <p:cNvSpPr/>
            <p:nvPr/>
          </p:nvSpPr>
          <p:spPr>
            <a:xfrm>
              <a:off x="5428525" y="2197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1" name="pt13601"/>
            <p:cNvSpPr/>
            <p:nvPr/>
          </p:nvSpPr>
          <p:spPr>
            <a:xfrm>
              <a:off x="5433539" y="2124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2" name="pt13602"/>
            <p:cNvSpPr/>
            <p:nvPr/>
          </p:nvSpPr>
          <p:spPr>
            <a:xfrm>
              <a:off x="5326614" y="2244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3" name="pt13603"/>
            <p:cNvSpPr/>
            <p:nvPr/>
          </p:nvSpPr>
          <p:spPr>
            <a:xfrm>
              <a:off x="5659810" y="1646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4" name="pt13604"/>
            <p:cNvSpPr/>
            <p:nvPr/>
          </p:nvSpPr>
          <p:spPr>
            <a:xfrm>
              <a:off x="5298517" y="2078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5" name="pt13605"/>
            <p:cNvSpPr/>
            <p:nvPr/>
          </p:nvSpPr>
          <p:spPr>
            <a:xfrm>
              <a:off x="5670542" y="1658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6" name="pt13606"/>
            <p:cNvSpPr/>
            <p:nvPr/>
          </p:nvSpPr>
          <p:spPr>
            <a:xfrm>
              <a:off x="5381827" y="2134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7" name="pt13607"/>
            <p:cNvSpPr/>
            <p:nvPr/>
          </p:nvSpPr>
          <p:spPr>
            <a:xfrm>
              <a:off x="4854933" y="265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8" name="pt13608"/>
            <p:cNvSpPr/>
            <p:nvPr/>
          </p:nvSpPr>
          <p:spPr>
            <a:xfrm>
              <a:off x="5370809" y="1952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9" name="pt13609"/>
            <p:cNvSpPr/>
            <p:nvPr/>
          </p:nvSpPr>
          <p:spPr>
            <a:xfrm>
              <a:off x="5309258" y="2219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0" name="pt13610"/>
            <p:cNvSpPr/>
            <p:nvPr/>
          </p:nvSpPr>
          <p:spPr>
            <a:xfrm>
              <a:off x="5180320" y="2088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1" name="pt13611"/>
            <p:cNvSpPr/>
            <p:nvPr/>
          </p:nvSpPr>
          <p:spPr>
            <a:xfrm>
              <a:off x="5755081" y="2008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2" name="pt13612"/>
            <p:cNvSpPr/>
            <p:nvPr/>
          </p:nvSpPr>
          <p:spPr>
            <a:xfrm>
              <a:off x="5963258" y="1915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3" name="pt13613"/>
            <p:cNvSpPr/>
            <p:nvPr/>
          </p:nvSpPr>
          <p:spPr>
            <a:xfrm>
              <a:off x="4529186" y="2902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4" name="pt13614"/>
            <p:cNvSpPr/>
            <p:nvPr/>
          </p:nvSpPr>
          <p:spPr>
            <a:xfrm>
              <a:off x="5613145" y="2083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5" name="pt13615"/>
            <p:cNvSpPr/>
            <p:nvPr/>
          </p:nvSpPr>
          <p:spPr>
            <a:xfrm>
              <a:off x="5569232" y="2062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6" name="pt13616"/>
            <p:cNvSpPr/>
            <p:nvPr/>
          </p:nvSpPr>
          <p:spPr>
            <a:xfrm>
              <a:off x="4749209" y="2637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7" name="pt13617"/>
            <p:cNvSpPr/>
            <p:nvPr/>
          </p:nvSpPr>
          <p:spPr>
            <a:xfrm>
              <a:off x="5794110" y="1949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8" name="pt13618"/>
            <p:cNvSpPr/>
            <p:nvPr/>
          </p:nvSpPr>
          <p:spPr>
            <a:xfrm>
              <a:off x="5386254" y="2249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9" name="pt13619"/>
            <p:cNvSpPr/>
            <p:nvPr/>
          </p:nvSpPr>
          <p:spPr>
            <a:xfrm>
              <a:off x="4876377" y="2710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0" name="pt13620"/>
            <p:cNvSpPr/>
            <p:nvPr/>
          </p:nvSpPr>
          <p:spPr>
            <a:xfrm>
              <a:off x="5754912" y="1857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1" name="pt13621"/>
            <p:cNvSpPr/>
            <p:nvPr/>
          </p:nvSpPr>
          <p:spPr>
            <a:xfrm>
              <a:off x="5051726" y="267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2" name="pt13622"/>
            <p:cNvSpPr/>
            <p:nvPr/>
          </p:nvSpPr>
          <p:spPr>
            <a:xfrm>
              <a:off x="5277015" y="2261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3" name="pt13623"/>
            <p:cNvSpPr/>
            <p:nvPr/>
          </p:nvSpPr>
          <p:spPr>
            <a:xfrm>
              <a:off x="5786946" y="1846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4" name="pt13624"/>
            <p:cNvSpPr/>
            <p:nvPr/>
          </p:nvSpPr>
          <p:spPr>
            <a:xfrm>
              <a:off x="5032463" y="2258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5" name="pt13625"/>
            <p:cNvSpPr/>
            <p:nvPr/>
          </p:nvSpPr>
          <p:spPr>
            <a:xfrm>
              <a:off x="5489189" y="2285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6" name="pt13626"/>
            <p:cNvSpPr/>
            <p:nvPr/>
          </p:nvSpPr>
          <p:spPr>
            <a:xfrm>
              <a:off x="5427505" y="2188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7" name="pt13627"/>
            <p:cNvSpPr/>
            <p:nvPr/>
          </p:nvSpPr>
          <p:spPr>
            <a:xfrm>
              <a:off x="5321963" y="2185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8" name="pt13628"/>
            <p:cNvSpPr/>
            <p:nvPr/>
          </p:nvSpPr>
          <p:spPr>
            <a:xfrm>
              <a:off x="5480226" y="2163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9" name="pt13629"/>
            <p:cNvSpPr/>
            <p:nvPr/>
          </p:nvSpPr>
          <p:spPr>
            <a:xfrm>
              <a:off x="5399336" y="2272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0" name="pt13630"/>
            <p:cNvSpPr/>
            <p:nvPr/>
          </p:nvSpPr>
          <p:spPr>
            <a:xfrm>
              <a:off x="5141991" y="2602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1" name="pt13631"/>
            <p:cNvSpPr/>
            <p:nvPr/>
          </p:nvSpPr>
          <p:spPr>
            <a:xfrm>
              <a:off x="5347002" y="2070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2" name="pt13632"/>
            <p:cNvSpPr/>
            <p:nvPr/>
          </p:nvSpPr>
          <p:spPr>
            <a:xfrm>
              <a:off x="5307235" y="2181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3" name="pt13633"/>
            <p:cNvSpPr/>
            <p:nvPr/>
          </p:nvSpPr>
          <p:spPr>
            <a:xfrm>
              <a:off x="5762038" y="2094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4" name="pt13634"/>
            <p:cNvSpPr/>
            <p:nvPr/>
          </p:nvSpPr>
          <p:spPr>
            <a:xfrm>
              <a:off x="5019374" y="2257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5" name="pt13635"/>
            <p:cNvSpPr/>
            <p:nvPr/>
          </p:nvSpPr>
          <p:spPr>
            <a:xfrm>
              <a:off x="5115449" y="2615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6" name="pt13636"/>
            <p:cNvSpPr/>
            <p:nvPr/>
          </p:nvSpPr>
          <p:spPr>
            <a:xfrm>
              <a:off x="5100091" y="272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7" name="pt13637"/>
            <p:cNvSpPr/>
            <p:nvPr/>
          </p:nvSpPr>
          <p:spPr>
            <a:xfrm>
              <a:off x="5482557" y="2091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8" name="pt13638"/>
            <p:cNvSpPr/>
            <p:nvPr/>
          </p:nvSpPr>
          <p:spPr>
            <a:xfrm>
              <a:off x="5426010" y="2232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9" name="pt13639"/>
            <p:cNvSpPr/>
            <p:nvPr/>
          </p:nvSpPr>
          <p:spPr>
            <a:xfrm>
              <a:off x="5343654" y="2296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0" name="pt13640"/>
            <p:cNvSpPr/>
            <p:nvPr/>
          </p:nvSpPr>
          <p:spPr>
            <a:xfrm>
              <a:off x="5643187" y="1892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1" name="pt13641"/>
            <p:cNvSpPr/>
            <p:nvPr/>
          </p:nvSpPr>
          <p:spPr>
            <a:xfrm>
              <a:off x="5702276" y="179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2" name="pt13642"/>
            <p:cNvSpPr/>
            <p:nvPr/>
          </p:nvSpPr>
          <p:spPr>
            <a:xfrm>
              <a:off x="5199571" y="2143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3" name="pt13643"/>
            <p:cNvSpPr/>
            <p:nvPr/>
          </p:nvSpPr>
          <p:spPr>
            <a:xfrm>
              <a:off x="5954315" y="1730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4" name="pt13644"/>
            <p:cNvSpPr/>
            <p:nvPr/>
          </p:nvSpPr>
          <p:spPr>
            <a:xfrm>
              <a:off x="5137717" y="2771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5" name="pt13645"/>
            <p:cNvSpPr/>
            <p:nvPr/>
          </p:nvSpPr>
          <p:spPr>
            <a:xfrm>
              <a:off x="5415741" y="2084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6" name="pt13646"/>
            <p:cNvSpPr/>
            <p:nvPr/>
          </p:nvSpPr>
          <p:spPr>
            <a:xfrm>
              <a:off x="5669088" y="1869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7" name="pt13647"/>
            <p:cNvSpPr/>
            <p:nvPr/>
          </p:nvSpPr>
          <p:spPr>
            <a:xfrm>
              <a:off x="5378090" y="216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8" name="pt13648"/>
            <p:cNvSpPr/>
            <p:nvPr/>
          </p:nvSpPr>
          <p:spPr>
            <a:xfrm>
              <a:off x="5390632" y="2231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9" name="pt13649"/>
            <p:cNvSpPr/>
            <p:nvPr/>
          </p:nvSpPr>
          <p:spPr>
            <a:xfrm>
              <a:off x="4908077" y="1682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0" name="pt13650"/>
            <p:cNvSpPr/>
            <p:nvPr/>
          </p:nvSpPr>
          <p:spPr>
            <a:xfrm>
              <a:off x="4829165" y="2397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1" name="pt13651"/>
            <p:cNvSpPr/>
            <p:nvPr/>
          </p:nvSpPr>
          <p:spPr>
            <a:xfrm>
              <a:off x="5093767" y="2406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2" name="pt13652"/>
            <p:cNvSpPr/>
            <p:nvPr/>
          </p:nvSpPr>
          <p:spPr>
            <a:xfrm>
              <a:off x="5124403" y="2610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3" name="pt13653"/>
            <p:cNvSpPr/>
            <p:nvPr/>
          </p:nvSpPr>
          <p:spPr>
            <a:xfrm>
              <a:off x="5455541" y="1997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4" name="pt13654"/>
            <p:cNvSpPr/>
            <p:nvPr/>
          </p:nvSpPr>
          <p:spPr>
            <a:xfrm>
              <a:off x="5432675" y="2033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5" name="pt13655"/>
            <p:cNvSpPr/>
            <p:nvPr/>
          </p:nvSpPr>
          <p:spPr>
            <a:xfrm>
              <a:off x="5183084" y="223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6" name="pt13656"/>
            <p:cNvSpPr/>
            <p:nvPr/>
          </p:nvSpPr>
          <p:spPr>
            <a:xfrm>
              <a:off x="5206162" y="2239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7" name="pt13657"/>
            <p:cNvSpPr/>
            <p:nvPr/>
          </p:nvSpPr>
          <p:spPr>
            <a:xfrm>
              <a:off x="5200000" y="2098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8" name="pt13658"/>
            <p:cNvSpPr/>
            <p:nvPr/>
          </p:nvSpPr>
          <p:spPr>
            <a:xfrm>
              <a:off x="5601505" y="1871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9" name="pt13659"/>
            <p:cNvSpPr/>
            <p:nvPr/>
          </p:nvSpPr>
          <p:spPr>
            <a:xfrm>
              <a:off x="5355088" y="2281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0" name="pt13660"/>
            <p:cNvSpPr/>
            <p:nvPr/>
          </p:nvSpPr>
          <p:spPr>
            <a:xfrm>
              <a:off x="5412315" y="2088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1" name="pt13661"/>
            <p:cNvSpPr/>
            <p:nvPr/>
          </p:nvSpPr>
          <p:spPr>
            <a:xfrm>
              <a:off x="5480491" y="2183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2" name="pt13662"/>
            <p:cNvSpPr/>
            <p:nvPr/>
          </p:nvSpPr>
          <p:spPr>
            <a:xfrm>
              <a:off x="5670340" y="1992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3" name="pt13663"/>
            <p:cNvSpPr/>
            <p:nvPr/>
          </p:nvSpPr>
          <p:spPr>
            <a:xfrm>
              <a:off x="5730679" y="1941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4" name="pt13664"/>
            <p:cNvSpPr/>
            <p:nvPr/>
          </p:nvSpPr>
          <p:spPr>
            <a:xfrm>
              <a:off x="5585905" y="1979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5" name="pt13665"/>
            <p:cNvSpPr/>
            <p:nvPr/>
          </p:nvSpPr>
          <p:spPr>
            <a:xfrm>
              <a:off x="5238838" y="2149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6" name="pt13666"/>
            <p:cNvSpPr/>
            <p:nvPr/>
          </p:nvSpPr>
          <p:spPr>
            <a:xfrm>
              <a:off x="5632454" y="2067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7" name="pt13667"/>
            <p:cNvSpPr/>
            <p:nvPr/>
          </p:nvSpPr>
          <p:spPr>
            <a:xfrm>
              <a:off x="5777855" y="1959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8" name="pt13668"/>
            <p:cNvSpPr/>
            <p:nvPr/>
          </p:nvSpPr>
          <p:spPr>
            <a:xfrm>
              <a:off x="5263940" y="2165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9" name="pt13669"/>
            <p:cNvSpPr/>
            <p:nvPr/>
          </p:nvSpPr>
          <p:spPr>
            <a:xfrm>
              <a:off x="5483158" y="2251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0" name="pt13670"/>
            <p:cNvSpPr/>
            <p:nvPr/>
          </p:nvSpPr>
          <p:spPr>
            <a:xfrm>
              <a:off x="5238665" y="2148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1" name="pt13671"/>
            <p:cNvSpPr/>
            <p:nvPr/>
          </p:nvSpPr>
          <p:spPr>
            <a:xfrm>
              <a:off x="5087749" y="2144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2" name="pt13672"/>
            <p:cNvSpPr/>
            <p:nvPr/>
          </p:nvSpPr>
          <p:spPr>
            <a:xfrm>
              <a:off x="5172983" y="2279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3" name="pt13673"/>
            <p:cNvSpPr/>
            <p:nvPr/>
          </p:nvSpPr>
          <p:spPr>
            <a:xfrm>
              <a:off x="5426153" y="2175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4" name="pt13674"/>
            <p:cNvSpPr/>
            <p:nvPr/>
          </p:nvSpPr>
          <p:spPr>
            <a:xfrm>
              <a:off x="5458796" y="2035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5" name="pt13675"/>
            <p:cNvSpPr/>
            <p:nvPr/>
          </p:nvSpPr>
          <p:spPr>
            <a:xfrm>
              <a:off x="5504093" y="2211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6" name="pt13676"/>
            <p:cNvSpPr/>
            <p:nvPr/>
          </p:nvSpPr>
          <p:spPr>
            <a:xfrm>
              <a:off x="5814765" y="1963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7" name="pt13677"/>
            <p:cNvSpPr/>
            <p:nvPr/>
          </p:nvSpPr>
          <p:spPr>
            <a:xfrm>
              <a:off x="5397434" y="2169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8" name="pt13678"/>
            <p:cNvSpPr/>
            <p:nvPr/>
          </p:nvSpPr>
          <p:spPr>
            <a:xfrm>
              <a:off x="5437231" y="1992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9" name="pt13679"/>
            <p:cNvSpPr/>
            <p:nvPr/>
          </p:nvSpPr>
          <p:spPr>
            <a:xfrm>
              <a:off x="4868173" y="2760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0" name="pt13680"/>
            <p:cNvSpPr/>
            <p:nvPr/>
          </p:nvSpPr>
          <p:spPr>
            <a:xfrm>
              <a:off x="5666488" y="1806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1" name="pt13681"/>
            <p:cNvSpPr/>
            <p:nvPr/>
          </p:nvSpPr>
          <p:spPr>
            <a:xfrm>
              <a:off x="5420412" y="2095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2" name="pt13682"/>
            <p:cNvSpPr/>
            <p:nvPr/>
          </p:nvSpPr>
          <p:spPr>
            <a:xfrm>
              <a:off x="5505066" y="2071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3" name="pt13683"/>
            <p:cNvSpPr/>
            <p:nvPr/>
          </p:nvSpPr>
          <p:spPr>
            <a:xfrm>
              <a:off x="5100958" y="2589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4" name="pt13684"/>
            <p:cNvSpPr/>
            <p:nvPr/>
          </p:nvSpPr>
          <p:spPr>
            <a:xfrm>
              <a:off x="5378010" y="2176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5" name="pt13685"/>
            <p:cNvSpPr/>
            <p:nvPr/>
          </p:nvSpPr>
          <p:spPr>
            <a:xfrm>
              <a:off x="5433246" y="2183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6" name="pt13686"/>
            <p:cNvSpPr/>
            <p:nvPr/>
          </p:nvSpPr>
          <p:spPr>
            <a:xfrm>
              <a:off x="5134320" y="2658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7" name="pt13687"/>
            <p:cNvSpPr/>
            <p:nvPr/>
          </p:nvSpPr>
          <p:spPr>
            <a:xfrm>
              <a:off x="5324880" y="219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8" name="pt13688"/>
            <p:cNvSpPr/>
            <p:nvPr/>
          </p:nvSpPr>
          <p:spPr>
            <a:xfrm>
              <a:off x="5266612" y="2162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9" name="pt13689"/>
            <p:cNvSpPr/>
            <p:nvPr/>
          </p:nvSpPr>
          <p:spPr>
            <a:xfrm>
              <a:off x="5208088" y="2135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0" name="pt13690"/>
            <p:cNvSpPr/>
            <p:nvPr/>
          </p:nvSpPr>
          <p:spPr>
            <a:xfrm>
              <a:off x="5328443" y="2174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1" name="pt13691"/>
            <p:cNvSpPr/>
            <p:nvPr/>
          </p:nvSpPr>
          <p:spPr>
            <a:xfrm>
              <a:off x="5272221" y="2192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2" name="pt13692"/>
            <p:cNvSpPr/>
            <p:nvPr/>
          </p:nvSpPr>
          <p:spPr>
            <a:xfrm>
              <a:off x="5259875" y="2183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3" name="pt13693"/>
            <p:cNvSpPr/>
            <p:nvPr/>
          </p:nvSpPr>
          <p:spPr>
            <a:xfrm>
              <a:off x="5388003" y="2224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4" name="pt13694"/>
            <p:cNvSpPr/>
            <p:nvPr/>
          </p:nvSpPr>
          <p:spPr>
            <a:xfrm>
              <a:off x="5174524" y="2538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5" name="pt13695"/>
            <p:cNvSpPr/>
            <p:nvPr/>
          </p:nvSpPr>
          <p:spPr>
            <a:xfrm>
              <a:off x="5385084" y="2197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6" name="pt13696"/>
            <p:cNvSpPr/>
            <p:nvPr/>
          </p:nvSpPr>
          <p:spPr>
            <a:xfrm>
              <a:off x="5422495" y="2217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7" name="pt13697"/>
            <p:cNvSpPr/>
            <p:nvPr/>
          </p:nvSpPr>
          <p:spPr>
            <a:xfrm>
              <a:off x="5246045" y="2188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8" name="pt13698"/>
            <p:cNvSpPr/>
            <p:nvPr/>
          </p:nvSpPr>
          <p:spPr>
            <a:xfrm>
              <a:off x="5557048" y="2235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9" name="pt13699"/>
            <p:cNvSpPr/>
            <p:nvPr/>
          </p:nvSpPr>
          <p:spPr>
            <a:xfrm>
              <a:off x="5730969" y="1754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0" name="pt13700"/>
            <p:cNvSpPr/>
            <p:nvPr/>
          </p:nvSpPr>
          <p:spPr>
            <a:xfrm>
              <a:off x="5991266" y="2237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1" name="pt13701"/>
            <p:cNvSpPr/>
            <p:nvPr/>
          </p:nvSpPr>
          <p:spPr>
            <a:xfrm>
              <a:off x="5247268" y="2143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2" name="pt13702"/>
            <p:cNvSpPr/>
            <p:nvPr/>
          </p:nvSpPr>
          <p:spPr>
            <a:xfrm>
              <a:off x="5455697" y="2081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3" name="pt13703"/>
            <p:cNvSpPr/>
            <p:nvPr/>
          </p:nvSpPr>
          <p:spPr>
            <a:xfrm>
              <a:off x="5254357" y="2184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4" name="pt13704"/>
            <p:cNvSpPr/>
            <p:nvPr/>
          </p:nvSpPr>
          <p:spPr>
            <a:xfrm>
              <a:off x="4609952" y="2392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5" name="pt13705"/>
            <p:cNvSpPr/>
            <p:nvPr/>
          </p:nvSpPr>
          <p:spPr>
            <a:xfrm>
              <a:off x="5293794" y="1887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6" name="pt13706"/>
            <p:cNvSpPr/>
            <p:nvPr/>
          </p:nvSpPr>
          <p:spPr>
            <a:xfrm>
              <a:off x="5370853" y="1987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7" name="pt13707"/>
            <p:cNvSpPr/>
            <p:nvPr/>
          </p:nvSpPr>
          <p:spPr>
            <a:xfrm>
              <a:off x="5633669" y="2101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8" name="pt13708"/>
            <p:cNvSpPr/>
            <p:nvPr/>
          </p:nvSpPr>
          <p:spPr>
            <a:xfrm>
              <a:off x="5579409" y="2106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9" name="pt13709"/>
            <p:cNvSpPr/>
            <p:nvPr/>
          </p:nvSpPr>
          <p:spPr>
            <a:xfrm>
              <a:off x="5534519" y="2345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0" name="pt13710"/>
            <p:cNvSpPr/>
            <p:nvPr/>
          </p:nvSpPr>
          <p:spPr>
            <a:xfrm>
              <a:off x="5474423" y="2124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1" name="pt13711"/>
            <p:cNvSpPr/>
            <p:nvPr/>
          </p:nvSpPr>
          <p:spPr>
            <a:xfrm>
              <a:off x="5347273" y="2277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2" name="pt13712"/>
            <p:cNvSpPr/>
            <p:nvPr/>
          </p:nvSpPr>
          <p:spPr>
            <a:xfrm>
              <a:off x="5569731" y="1941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3" name="pt13713"/>
            <p:cNvSpPr/>
            <p:nvPr/>
          </p:nvSpPr>
          <p:spPr>
            <a:xfrm>
              <a:off x="5654205" y="1707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4" name="pt13714"/>
            <p:cNvSpPr/>
            <p:nvPr/>
          </p:nvSpPr>
          <p:spPr>
            <a:xfrm>
              <a:off x="5408438" y="2223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5" name="pt13715"/>
            <p:cNvSpPr/>
            <p:nvPr/>
          </p:nvSpPr>
          <p:spPr>
            <a:xfrm>
              <a:off x="5662967" y="1719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6" name="pt13716"/>
            <p:cNvSpPr/>
            <p:nvPr/>
          </p:nvSpPr>
          <p:spPr>
            <a:xfrm>
              <a:off x="5067419" y="2360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7" name="pt13717"/>
            <p:cNvSpPr/>
            <p:nvPr/>
          </p:nvSpPr>
          <p:spPr>
            <a:xfrm>
              <a:off x="5772163" y="200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8" name="pt13718"/>
            <p:cNvSpPr/>
            <p:nvPr/>
          </p:nvSpPr>
          <p:spPr>
            <a:xfrm>
              <a:off x="5161705" y="221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9" name="pt13719"/>
            <p:cNvSpPr/>
            <p:nvPr/>
          </p:nvSpPr>
          <p:spPr>
            <a:xfrm>
              <a:off x="5539304" y="2227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0" name="pt13720"/>
            <p:cNvSpPr/>
            <p:nvPr/>
          </p:nvSpPr>
          <p:spPr>
            <a:xfrm>
              <a:off x="5542002" y="2049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1" name="pt13721"/>
            <p:cNvSpPr/>
            <p:nvPr/>
          </p:nvSpPr>
          <p:spPr>
            <a:xfrm>
              <a:off x="5422830" y="2064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2" name="pt13722"/>
            <p:cNvSpPr/>
            <p:nvPr/>
          </p:nvSpPr>
          <p:spPr>
            <a:xfrm>
              <a:off x="5830587" y="189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3" name="pt13723"/>
            <p:cNvSpPr/>
            <p:nvPr/>
          </p:nvSpPr>
          <p:spPr>
            <a:xfrm>
              <a:off x="5496023" y="2234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4" name="pt13724"/>
            <p:cNvSpPr/>
            <p:nvPr/>
          </p:nvSpPr>
          <p:spPr>
            <a:xfrm>
              <a:off x="5628848" y="1997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5" name="pt13725"/>
            <p:cNvSpPr/>
            <p:nvPr/>
          </p:nvSpPr>
          <p:spPr>
            <a:xfrm>
              <a:off x="5048245" y="2262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6" name="pt13726"/>
            <p:cNvSpPr/>
            <p:nvPr/>
          </p:nvSpPr>
          <p:spPr>
            <a:xfrm>
              <a:off x="5684846" y="2051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7" name="pt13727"/>
            <p:cNvSpPr/>
            <p:nvPr/>
          </p:nvSpPr>
          <p:spPr>
            <a:xfrm>
              <a:off x="5210437" y="2317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8" name="pt13728"/>
            <p:cNvSpPr/>
            <p:nvPr/>
          </p:nvSpPr>
          <p:spPr>
            <a:xfrm>
              <a:off x="5410233" y="2162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9" name="pt13729"/>
            <p:cNvSpPr/>
            <p:nvPr/>
          </p:nvSpPr>
          <p:spPr>
            <a:xfrm>
              <a:off x="5616176" y="2012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0" name="pt13730"/>
            <p:cNvSpPr/>
            <p:nvPr/>
          </p:nvSpPr>
          <p:spPr>
            <a:xfrm>
              <a:off x="5572102" y="1909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1" name="pt13731"/>
            <p:cNvSpPr/>
            <p:nvPr/>
          </p:nvSpPr>
          <p:spPr>
            <a:xfrm>
              <a:off x="5295089" y="2139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2" name="pt13732"/>
            <p:cNvSpPr/>
            <p:nvPr/>
          </p:nvSpPr>
          <p:spPr>
            <a:xfrm>
              <a:off x="5840384" y="1461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3" name="pt13733"/>
            <p:cNvSpPr/>
            <p:nvPr/>
          </p:nvSpPr>
          <p:spPr>
            <a:xfrm>
              <a:off x="5546730" y="2160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4" name="pt13734"/>
            <p:cNvSpPr/>
            <p:nvPr/>
          </p:nvSpPr>
          <p:spPr>
            <a:xfrm>
              <a:off x="5099598" y="2716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5" name="pt13735"/>
            <p:cNvSpPr/>
            <p:nvPr/>
          </p:nvSpPr>
          <p:spPr>
            <a:xfrm>
              <a:off x="5279367" y="2158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6" name="pt13736"/>
            <p:cNvSpPr/>
            <p:nvPr/>
          </p:nvSpPr>
          <p:spPr>
            <a:xfrm>
              <a:off x="5173215" y="2531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7" name="pt13737"/>
            <p:cNvSpPr/>
            <p:nvPr/>
          </p:nvSpPr>
          <p:spPr>
            <a:xfrm>
              <a:off x="5519164" y="2044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8" name="pt13738"/>
            <p:cNvSpPr/>
            <p:nvPr/>
          </p:nvSpPr>
          <p:spPr>
            <a:xfrm>
              <a:off x="5443636" y="2086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9" name="pt13739"/>
            <p:cNvSpPr/>
            <p:nvPr/>
          </p:nvSpPr>
          <p:spPr>
            <a:xfrm>
              <a:off x="5634948" y="2105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0" name="pt13740"/>
            <p:cNvSpPr/>
            <p:nvPr/>
          </p:nvSpPr>
          <p:spPr>
            <a:xfrm>
              <a:off x="5216040" y="2152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1" name="pt13741"/>
            <p:cNvSpPr/>
            <p:nvPr/>
          </p:nvSpPr>
          <p:spPr>
            <a:xfrm>
              <a:off x="5804029" y="2061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2" name="pt13742"/>
            <p:cNvSpPr/>
            <p:nvPr/>
          </p:nvSpPr>
          <p:spPr>
            <a:xfrm>
              <a:off x="5314251" y="2102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3" name="pt13743"/>
            <p:cNvSpPr/>
            <p:nvPr/>
          </p:nvSpPr>
          <p:spPr>
            <a:xfrm>
              <a:off x="5080023" y="1840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4" name="pt13744"/>
            <p:cNvSpPr/>
            <p:nvPr/>
          </p:nvSpPr>
          <p:spPr>
            <a:xfrm>
              <a:off x="5738414" y="2028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5" name="pt13745"/>
            <p:cNvSpPr/>
            <p:nvPr/>
          </p:nvSpPr>
          <p:spPr>
            <a:xfrm>
              <a:off x="5458756" y="2064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6" name="pt13746"/>
            <p:cNvSpPr/>
            <p:nvPr/>
          </p:nvSpPr>
          <p:spPr>
            <a:xfrm>
              <a:off x="5510148" y="227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7" name="pt13747"/>
            <p:cNvSpPr/>
            <p:nvPr/>
          </p:nvSpPr>
          <p:spPr>
            <a:xfrm>
              <a:off x="5569825" y="2069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8" name="pt13748"/>
            <p:cNvSpPr/>
            <p:nvPr/>
          </p:nvSpPr>
          <p:spPr>
            <a:xfrm>
              <a:off x="5612430" y="205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9" name="pt13749"/>
            <p:cNvSpPr/>
            <p:nvPr/>
          </p:nvSpPr>
          <p:spPr>
            <a:xfrm>
              <a:off x="5327489" y="2125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0" name="pt13750"/>
            <p:cNvSpPr/>
            <p:nvPr/>
          </p:nvSpPr>
          <p:spPr>
            <a:xfrm>
              <a:off x="5447310" y="2048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1" name="pt13751"/>
            <p:cNvSpPr/>
            <p:nvPr/>
          </p:nvSpPr>
          <p:spPr>
            <a:xfrm>
              <a:off x="5473145" y="2195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2" name="pt13752"/>
            <p:cNvSpPr/>
            <p:nvPr/>
          </p:nvSpPr>
          <p:spPr>
            <a:xfrm>
              <a:off x="5672208" y="1532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3" name="pt13753"/>
            <p:cNvSpPr/>
            <p:nvPr/>
          </p:nvSpPr>
          <p:spPr>
            <a:xfrm>
              <a:off x="4954224" y="2478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4" name="pt13754"/>
            <p:cNvSpPr/>
            <p:nvPr/>
          </p:nvSpPr>
          <p:spPr>
            <a:xfrm>
              <a:off x="5195508" y="2150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5" name="pt13755"/>
            <p:cNvSpPr/>
            <p:nvPr/>
          </p:nvSpPr>
          <p:spPr>
            <a:xfrm>
              <a:off x="5176469" y="2487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6" name="pt13756"/>
            <p:cNvSpPr/>
            <p:nvPr/>
          </p:nvSpPr>
          <p:spPr>
            <a:xfrm>
              <a:off x="5409673" y="2339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7" name="pt13757"/>
            <p:cNvSpPr/>
            <p:nvPr/>
          </p:nvSpPr>
          <p:spPr>
            <a:xfrm>
              <a:off x="5575446" y="2024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8" name="pt13758"/>
            <p:cNvSpPr/>
            <p:nvPr/>
          </p:nvSpPr>
          <p:spPr>
            <a:xfrm>
              <a:off x="5442763" y="2065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9" name="pt13759"/>
            <p:cNvSpPr/>
            <p:nvPr/>
          </p:nvSpPr>
          <p:spPr>
            <a:xfrm>
              <a:off x="5468630" y="2121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0" name="pt13760"/>
            <p:cNvSpPr/>
            <p:nvPr/>
          </p:nvSpPr>
          <p:spPr>
            <a:xfrm>
              <a:off x="5874741" y="1614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1" name="pt13761"/>
            <p:cNvSpPr/>
            <p:nvPr/>
          </p:nvSpPr>
          <p:spPr>
            <a:xfrm>
              <a:off x="5283621" y="1939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2" name="pt13762"/>
            <p:cNvSpPr/>
            <p:nvPr/>
          </p:nvSpPr>
          <p:spPr>
            <a:xfrm>
              <a:off x="5465523" y="2059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3" name="pt13763"/>
            <p:cNvSpPr/>
            <p:nvPr/>
          </p:nvSpPr>
          <p:spPr>
            <a:xfrm>
              <a:off x="5309864" y="2143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4" name="pt13764"/>
            <p:cNvSpPr/>
            <p:nvPr/>
          </p:nvSpPr>
          <p:spPr>
            <a:xfrm>
              <a:off x="5674599" y="1940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5" name="pt13765"/>
            <p:cNvSpPr/>
            <p:nvPr/>
          </p:nvSpPr>
          <p:spPr>
            <a:xfrm>
              <a:off x="5539794" y="2185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6" name="pt13766"/>
            <p:cNvSpPr/>
            <p:nvPr/>
          </p:nvSpPr>
          <p:spPr>
            <a:xfrm>
              <a:off x="5464332" y="2028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7" name="pt13767"/>
            <p:cNvSpPr/>
            <p:nvPr/>
          </p:nvSpPr>
          <p:spPr>
            <a:xfrm>
              <a:off x="5320872" y="216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8" name="pt13768"/>
            <p:cNvSpPr/>
            <p:nvPr/>
          </p:nvSpPr>
          <p:spPr>
            <a:xfrm>
              <a:off x="5503739" y="2168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9" name="pt13769"/>
            <p:cNvSpPr/>
            <p:nvPr/>
          </p:nvSpPr>
          <p:spPr>
            <a:xfrm>
              <a:off x="5257609" y="2168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0" name="pt13770"/>
            <p:cNvSpPr/>
            <p:nvPr/>
          </p:nvSpPr>
          <p:spPr>
            <a:xfrm>
              <a:off x="5515741" y="2240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1" name="pt13771"/>
            <p:cNvSpPr/>
            <p:nvPr/>
          </p:nvSpPr>
          <p:spPr>
            <a:xfrm>
              <a:off x="5476692" y="2122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2" name="pt13772"/>
            <p:cNvSpPr/>
            <p:nvPr/>
          </p:nvSpPr>
          <p:spPr>
            <a:xfrm>
              <a:off x="4975534" y="2520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3" name="pt13773"/>
            <p:cNvSpPr/>
            <p:nvPr/>
          </p:nvSpPr>
          <p:spPr>
            <a:xfrm>
              <a:off x="5785206" y="1920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4" name="pt13774"/>
            <p:cNvSpPr/>
            <p:nvPr/>
          </p:nvSpPr>
          <p:spPr>
            <a:xfrm>
              <a:off x="5125764" y="2616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5" name="pt13775"/>
            <p:cNvSpPr/>
            <p:nvPr/>
          </p:nvSpPr>
          <p:spPr>
            <a:xfrm>
              <a:off x="5213258" y="2062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6" name="pt13776"/>
            <p:cNvSpPr/>
            <p:nvPr/>
          </p:nvSpPr>
          <p:spPr>
            <a:xfrm>
              <a:off x="5451687" y="1976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7" name="pt13777"/>
            <p:cNvSpPr/>
            <p:nvPr/>
          </p:nvSpPr>
          <p:spPr>
            <a:xfrm>
              <a:off x="5158272" y="247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8" name="pt13778"/>
            <p:cNvSpPr/>
            <p:nvPr/>
          </p:nvSpPr>
          <p:spPr>
            <a:xfrm>
              <a:off x="4996588" y="2652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9" name="pt13779"/>
            <p:cNvSpPr/>
            <p:nvPr/>
          </p:nvSpPr>
          <p:spPr>
            <a:xfrm>
              <a:off x="5491490" y="2178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0" name="pt13780"/>
            <p:cNvSpPr/>
            <p:nvPr/>
          </p:nvSpPr>
          <p:spPr>
            <a:xfrm>
              <a:off x="5389474" y="2139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1" name="pt13781"/>
            <p:cNvSpPr/>
            <p:nvPr/>
          </p:nvSpPr>
          <p:spPr>
            <a:xfrm>
              <a:off x="5417840" y="212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2" name="pt13782"/>
            <p:cNvSpPr/>
            <p:nvPr/>
          </p:nvSpPr>
          <p:spPr>
            <a:xfrm>
              <a:off x="5554713" y="2207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3" name="pt13783"/>
            <p:cNvSpPr/>
            <p:nvPr/>
          </p:nvSpPr>
          <p:spPr>
            <a:xfrm>
              <a:off x="5410954" y="2138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4" name="pt13784"/>
            <p:cNvSpPr/>
            <p:nvPr/>
          </p:nvSpPr>
          <p:spPr>
            <a:xfrm>
              <a:off x="5877799" y="1815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5" name="pt13785"/>
            <p:cNvSpPr/>
            <p:nvPr/>
          </p:nvSpPr>
          <p:spPr>
            <a:xfrm>
              <a:off x="5315050" y="2136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6" name="pt13786"/>
            <p:cNvSpPr/>
            <p:nvPr/>
          </p:nvSpPr>
          <p:spPr>
            <a:xfrm>
              <a:off x="5294266" y="2066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7" name="pt13787"/>
            <p:cNvSpPr/>
            <p:nvPr/>
          </p:nvSpPr>
          <p:spPr>
            <a:xfrm>
              <a:off x="5214328" y="2123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8" name="pt13788"/>
            <p:cNvSpPr/>
            <p:nvPr/>
          </p:nvSpPr>
          <p:spPr>
            <a:xfrm>
              <a:off x="5634121" y="2035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9" name="pt13789"/>
            <p:cNvSpPr/>
            <p:nvPr/>
          </p:nvSpPr>
          <p:spPr>
            <a:xfrm>
              <a:off x="5386539" y="2139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0" name="pt13790"/>
            <p:cNvSpPr/>
            <p:nvPr/>
          </p:nvSpPr>
          <p:spPr>
            <a:xfrm>
              <a:off x="5588511" y="1933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1" name="pt13791"/>
            <p:cNvSpPr/>
            <p:nvPr/>
          </p:nvSpPr>
          <p:spPr>
            <a:xfrm>
              <a:off x="5424585" y="2258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2" name="pt13792"/>
            <p:cNvSpPr/>
            <p:nvPr/>
          </p:nvSpPr>
          <p:spPr>
            <a:xfrm>
              <a:off x="5140542" y="2660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3" name="pt13793"/>
            <p:cNvSpPr/>
            <p:nvPr/>
          </p:nvSpPr>
          <p:spPr>
            <a:xfrm>
              <a:off x="4999272" y="2191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4" name="pt13794"/>
            <p:cNvSpPr/>
            <p:nvPr/>
          </p:nvSpPr>
          <p:spPr>
            <a:xfrm>
              <a:off x="5458336" y="1939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5" name="pt13795"/>
            <p:cNvSpPr/>
            <p:nvPr/>
          </p:nvSpPr>
          <p:spPr>
            <a:xfrm>
              <a:off x="5249361" y="2160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6" name="pt13796"/>
            <p:cNvSpPr/>
            <p:nvPr/>
          </p:nvSpPr>
          <p:spPr>
            <a:xfrm>
              <a:off x="5644255" y="1997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7" name="pt13797"/>
            <p:cNvSpPr/>
            <p:nvPr/>
          </p:nvSpPr>
          <p:spPr>
            <a:xfrm>
              <a:off x="4712192" y="2620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8" name="pt13798"/>
            <p:cNvSpPr/>
            <p:nvPr/>
          </p:nvSpPr>
          <p:spPr>
            <a:xfrm>
              <a:off x="5640237" y="2040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9" name="pt13799"/>
            <p:cNvSpPr/>
            <p:nvPr/>
          </p:nvSpPr>
          <p:spPr>
            <a:xfrm>
              <a:off x="5442440" y="2023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0" name="pt13800"/>
            <p:cNvSpPr/>
            <p:nvPr/>
          </p:nvSpPr>
          <p:spPr>
            <a:xfrm>
              <a:off x="5226549" y="2145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1" name="pt13801"/>
            <p:cNvSpPr/>
            <p:nvPr/>
          </p:nvSpPr>
          <p:spPr>
            <a:xfrm>
              <a:off x="5319941" y="2226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2" name="pt13802"/>
            <p:cNvSpPr/>
            <p:nvPr/>
          </p:nvSpPr>
          <p:spPr>
            <a:xfrm>
              <a:off x="5388727" y="2183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3" name="pt13803"/>
            <p:cNvSpPr/>
            <p:nvPr/>
          </p:nvSpPr>
          <p:spPr>
            <a:xfrm>
              <a:off x="5717336" y="1813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4" name="pt13804"/>
            <p:cNvSpPr/>
            <p:nvPr/>
          </p:nvSpPr>
          <p:spPr>
            <a:xfrm>
              <a:off x="5856936" y="1975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5" name="pt13805"/>
            <p:cNvSpPr/>
            <p:nvPr/>
          </p:nvSpPr>
          <p:spPr>
            <a:xfrm>
              <a:off x="5672758" y="1941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6" name="pt13806"/>
            <p:cNvSpPr/>
            <p:nvPr/>
          </p:nvSpPr>
          <p:spPr>
            <a:xfrm>
              <a:off x="5878517" y="1639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7" name="pt13807"/>
            <p:cNvSpPr/>
            <p:nvPr/>
          </p:nvSpPr>
          <p:spPr>
            <a:xfrm>
              <a:off x="5770856" y="1912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8" name="pt13808"/>
            <p:cNvSpPr/>
            <p:nvPr/>
          </p:nvSpPr>
          <p:spPr>
            <a:xfrm>
              <a:off x="5460711" y="1979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9" name="pt13809"/>
            <p:cNvSpPr/>
            <p:nvPr/>
          </p:nvSpPr>
          <p:spPr>
            <a:xfrm>
              <a:off x="5605378" y="1925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0" name="pt13810"/>
            <p:cNvSpPr/>
            <p:nvPr/>
          </p:nvSpPr>
          <p:spPr>
            <a:xfrm>
              <a:off x="5256143" y="2206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1" name="pt13811"/>
            <p:cNvSpPr/>
            <p:nvPr/>
          </p:nvSpPr>
          <p:spPr>
            <a:xfrm>
              <a:off x="5562192" y="2217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2" name="pt13812"/>
            <p:cNvSpPr/>
            <p:nvPr/>
          </p:nvSpPr>
          <p:spPr>
            <a:xfrm>
              <a:off x="5130159" y="2701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3" name="pt13813"/>
            <p:cNvSpPr/>
            <p:nvPr/>
          </p:nvSpPr>
          <p:spPr>
            <a:xfrm>
              <a:off x="5486468" y="2271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4" name="pt13814"/>
            <p:cNvSpPr/>
            <p:nvPr/>
          </p:nvSpPr>
          <p:spPr>
            <a:xfrm>
              <a:off x="5382293" y="2183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5" name="pt13815"/>
            <p:cNvSpPr/>
            <p:nvPr/>
          </p:nvSpPr>
          <p:spPr>
            <a:xfrm>
              <a:off x="5368398" y="2074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6" name="pt13816"/>
            <p:cNvSpPr/>
            <p:nvPr/>
          </p:nvSpPr>
          <p:spPr>
            <a:xfrm>
              <a:off x="5503904" y="203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7" name="pt13817"/>
            <p:cNvSpPr/>
            <p:nvPr/>
          </p:nvSpPr>
          <p:spPr>
            <a:xfrm>
              <a:off x="5295307" y="2255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8" name="pt13818"/>
            <p:cNvSpPr/>
            <p:nvPr/>
          </p:nvSpPr>
          <p:spPr>
            <a:xfrm>
              <a:off x="5261540" y="2216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9" name="pt13819"/>
            <p:cNvSpPr/>
            <p:nvPr/>
          </p:nvSpPr>
          <p:spPr>
            <a:xfrm>
              <a:off x="5777352" y="1900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0" name="pt13820"/>
            <p:cNvSpPr/>
            <p:nvPr/>
          </p:nvSpPr>
          <p:spPr>
            <a:xfrm>
              <a:off x="5651190" y="185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1" name="pt13821"/>
            <p:cNvSpPr/>
            <p:nvPr/>
          </p:nvSpPr>
          <p:spPr>
            <a:xfrm>
              <a:off x="4938829" y="2005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2" name="pt13822"/>
            <p:cNvSpPr/>
            <p:nvPr/>
          </p:nvSpPr>
          <p:spPr>
            <a:xfrm>
              <a:off x="5438591" y="2106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3" name="pt13823"/>
            <p:cNvSpPr/>
            <p:nvPr/>
          </p:nvSpPr>
          <p:spPr>
            <a:xfrm>
              <a:off x="5013606" y="2135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4" name="pt13824"/>
            <p:cNvSpPr/>
            <p:nvPr/>
          </p:nvSpPr>
          <p:spPr>
            <a:xfrm>
              <a:off x="5623768" y="1976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5" name="pt13825"/>
            <p:cNvSpPr/>
            <p:nvPr/>
          </p:nvSpPr>
          <p:spPr>
            <a:xfrm>
              <a:off x="5596719" y="2063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6" name="pt13826"/>
            <p:cNvSpPr/>
            <p:nvPr/>
          </p:nvSpPr>
          <p:spPr>
            <a:xfrm>
              <a:off x="5172367" y="2386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7" name="pt13827"/>
            <p:cNvSpPr/>
            <p:nvPr/>
          </p:nvSpPr>
          <p:spPr>
            <a:xfrm>
              <a:off x="5516371" y="2063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8" name="pt13828"/>
            <p:cNvSpPr/>
            <p:nvPr/>
          </p:nvSpPr>
          <p:spPr>
            <a:xfrm>
              <a:off x="5818634" y="1784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9" name="pt13829"/>
            <p:cNvSpPr/>
            <p:nvPr/>
          </p:nvSpPr>
          <p:spPr>
            <a:xfrm>
              <a:off x="5245602" y="2049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0" name="pt13830"/>
            <p:cNvSpPr/>
            <p:nvPr/>
          </p:nvSpPr>
          <p:spPr>
            <a:xfrm>
              <a:off x="5556795" y="2227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1" name="pt13831"/>
            <p:cNvSpPr/>
            <p:nvPr/>
          </p:nvSpPr>
          <p:spPr>
            <a:xfrm>
              <a:off x="5730373" y="2137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2" name="pt13832"/>
            <p:cNvSpPr/>
            <p:nvPr/>
          </p:nvSpPr>
          <p:spPr>
            <a:xfrm>
              <a:off x="5693207" y="2129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3" name="pt13833"/>
            <p:cNvSpPr/>
            <p:nvPr/>
          </p:nvSpPr>
          <p:spPr>
            <a:xfrm>
              <a:off x="5323312" y="2090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4" name="pt13834"/>
            <p:cNvSpPr/>
            <p:nvPr/>
          </p:nvSpPr>
          <p:spPr>
            <a:xfrm>
              <a:off x="5353802" y="2377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5" name="pt13835"/>
            <p:cNvSpPr/>
            <p:nvPr/>
          </p:nvSpPr>
          <p:spPr>
            <a:xfrm>
              <a:off x="5743401" y="1958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6" name="pt13836"/>
            <p:cNvSpPr/>
            <p:nvPr/>
          </p:nvSpPr>
          <p:spPr>
            <a:xfrm>
              <a:off x="5737432" y="1959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7" name="pt13837"/>
            <p:cNvSpPr/>
            <p:nvPr/>
          </p:nvSpPr>
          <p:spPr>
            <a:xfrm>
              <a:off x="5380947" y="216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8" name="pt13838"/>
            <p:cNvSpPr/>
            <p:nvPr/>
          </p:nvSpPr>
          <p:spPr>
            <a:xfrm>
              <a:off x="5765272" y="2010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9" name="pt13839"/>
            <p:cNvSpPr/>
            <p:nvPr/>
          </p:nvSpPr>
          <p:spPr>
            <a:xfrm>
              <a:off x="4989340" y="2732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0" name="pt13840"/>
            <p:cNvSpPr/>
            <p:nvPr/>
          </p:nvSpPr>
          <p:spPr>
            <a:xfrm>
              <a:off x="5642361" y="2089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1" name="pt13841"/>
            <p:cNvSpPr/>
            <p:nvPr/>
          </p:nvSpPr>
          <p:spPr>
            <a:xfrm>
              <a:off x="5224405" y="2011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2" name="pt13842"/>
            <p:cNvSpPr/>
            <p:nvPr/>
          </p:nvSpPr>
          <p:spPr>
            <a:xfrm>
              <a:off x="5604507" y="1871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3" name="pt13843"/>
            <p:cNvSpPr/>
            <p:nvPr/>
          </p:nvSpPr>
          <p:spPr>
            <a:xfrm>
              <a:off x="5371541" y="2045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4" name="pt13844"/>
            <p:cNvSpPr/>
            <p:nvPr/>
          </p:nvSpPr>
          <p:spPr>
            <a:xfrm>
              <a:off x="5076645" y="2160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5" name="pt13845"/>
            <p:cNvSpPr/>
            <p:nvPr/>
          </p:nvSpPr>
          <p:spPr>
            <a:xfrm>
              <a:off x="5452656" y="1989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6" name="pt13846"/>
            <p:cNvSpPr/>
            <p:nvPr/>
          </p:nvSpPr>
          <p:spPr>
            <a:xfrm>
              <a:off x="5573473" y="2229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7" name="pt13847"/>
            <p:cNvSpPr/>
            <p:nvPr/>
          </p:nvSpPr>
          <p:spPr>
            <a:xfrm>
              <a:off x="5487749" y="2151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8" name="pt13848"/>
            <p:cNvSpPr/>
            <p:nvPr/>
          </p:nvSpPr>
          <p:spPr>
            <a:xfrm>
              <a:off x="5422334" y="2194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9" name="pt13849"/>
            <p:cNvSpPr/>
            <p:nvPr/>
          </p:nvSpPr>
          <p:spPr>
            <a:xfrm>
              <a:off x="5538091" y="2168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0" name="pt13850"/>
            <p:cNvSpPr/>
            <p:nvPr/>
          </p:nvSpPr>
          <p:spPr>
            <a:xfrm>
              <a:off x="5363990" y="2149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1" name="pt13851"/>
            <p:cNvSpPr/>
            <p:nvPr/>
          </p:nvSpPr>
          <p:spPr>
            <a:xfrm>
              <a:off x="4842359" y="2366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2" name="pt13852"/>
            <p:cNvSpPr/>
            <p:nvPr/>
          </p:nvSpPr>
          <p:spPr>
            <a:xfrm>
              <a:off x="5245522" y="2128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3" name="pt13853"/>
            <p:cNvSpPr/>
            <p:nvPr/>
          </p:nvSpPr>
          <p:spPr>
            <a:xfrm>
              <a:off x="5580681" y="2023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4" name="pt13854"/>
            <p:cNvSpPr/>
            <p:nvPr/>
          </p:nvSpPr>
          <p:spPr>
            <a:xfrm>
              <a:off x="5763521" y="1961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5" name="pt13855"/>
            <p:cNvSpPr/>
            <p:nvPr/>
          </p:nvSpPr>
          <p:spPr>
            <a:xfrm>
              <a:off x="5259255" y="2151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6" name="pt13856"/>
            <p:cNvSpPr/>
            <p:nvPr/>
          </p:nvSpPr>
          <p:spPr>
            <a:xfrm>
              <a:off x="5572134" y="2118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7" name="pt13857"/>
            <p:cNvSpPr/>
            <p:nvPr/>
          </p:nvSpPr>
          <p:spPr>
            <a:xfrm>
              <a:off x="5695302" y="1940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8" name="pt13858"/>
            <p:cNvSpPr/>
            <p:nvPr/>
          </p:nvSpPr>
          <p:spPr>
            <a:xfrm>
              <a:off x="5191389" y="2075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9" name="pt13859"/>
            <p:cNvSpPr/>
            <p:nvPr/>
          </p:nvSpPr>
          <p:spPr>
            <a:xfrm>
              <a:off x="5115062" y="2573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0" name="pt13860"/>
            <p:cNvSpPr/>
            <p:nvPr/>
          </p:nvSpPr>
          <p:spPr>
            <a:xfrm>
              <a:off x="5508479" y="2275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1" name="pt13861"/>
            <p:cNvSpPr/>
            <p:nvPr/>
          </p:nvSpPr>
          <p:spPr>
            <a:xfrm>
              <a:off x="5619821" y="1936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2" name="pt13862"/>
            <p:cNvSpPr/>
            <p:nvPr/>
          </p:nvSpPr>
          <p:spPr>
            <a:xfrm>
              <a:off x="5700311" y="1838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3" name="pt13863"/>
            <p:cNvSpPr/>
            <p:nvPr/>
          </p:nvSpPr>
          <p:spPr>
            <a:xfrm>
              <a:off x="5302025" y="2248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4" name="pt13864"/>
            <p:cNvSpPr/>
            <p:nvPr/>
          </p:nvSpPr>
          <p:spPr>
            <a:xfrm>
              <a:off x="5569028" y="2126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5" name="pt13865"/>
            <p:cNvSpPr/>
            <p:nvPr/>
          </p:nvSpPr>
          <p:spPr>
            <a:xfrm>
              <a:off x="5592179" y="2143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6" name="pt13866"/>
            <p:cNvSpPr/>
            <p:nvPr/>
          </p:nvSpPr>
          <p:spPr>
            <a:xfrm>
              <a:off x="5173274" y="2339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7" name="pt13867"/>
            <p:cNvSpPr/>
            <p:nvPr/>
          </p:nvSpPr>
          <p:spPr>
            <a:xfrm>
              <a:off x="5350982" y="2241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8" name="pt13868"/>
            <p:cNvSpPr/>
            <p:nvPr/>
          </p:nvSpPr>
          <p:spPr>
            <a:xfrm>
              <a:off x="5039741" y="2489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9" name="pt13869"/>
            <p:cNvSpPr/>
            <p:nvPr/>
          </p:nvSpPr>
          <p:spPr>
            <a:xfrm>
              <a:off x="5756238" y="2111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0" name="pt13870"/>
            <p:cNvSpPr/>
            <p:nvPr/>
          </p:nvSpPr>
          <p:spPr>
            <a:xfrm>
              <a:off x="5658235" y="1750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1" name="pt13871"/>
            <p:cNvSpPr/>
            <p:nvPr/>
          </p:nvSpPr>
          <p:spPr>
            <a:xfrm>
              <a:off x="5733820" y="1940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2" name="pt13872"/>
            <p:cNvSpPr/>
            <p:nvPr/>
          </p:nvSpPr>
          <p:spPr>
            <a:xfrm>
              <a:off x="5316799" y="2198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3" name="pt13873"/>
            <p:cNvSpPr/>
            <p:nvPr/>
          </p:nvSpPr>
          <p:spPr>
            <a:xfrm>
              <a:off x="5165550" y="222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4" name="pt13874"/>
            <p:cNvSpPr/>
            <p:nvPr/>
          </p:nvSpPr>
          <p:spPr>
            <a:xfrm>
              <a:off x="5572191" y="1954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5" name="pt13875"/>
            <p:cNvSpPr/>
            <p:nvPr/>
          </p:nvSpPr>
          <p:spPr>
            <a:xfrm>
              <a:off x="5426375" y="2111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6" name="pt13876"/>
            <p:cNvSpPr/>
            <p:nvPr/>
          </p:nvSpPr>
          <p:spPr>
            <a:xfrm>
              <a:off x="5179772" y="2349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7" name="pt13877"/>
            <p:cNvSpPr/>
            <p:nvPr/>
          </p:nvSpPr>
          <p:spPr>
            <a:xfrm>
              <a:off x="5104999" y="2649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8" name="pt13878"/>
            <p:cNvSpPr/>
            <p:nvPr/>
          </p:nvSpPr>
          <p:spPr>
            <a:xfrm>
              <a:off x="5473380" y="2232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9" name="pt13879"/>
            <p:cNvSpPr/>
            <p:nvPr/>
          </p:nvSpPr>
          <p:spPr>
            <a:xfrm>
              <a:off x="5399108" y="1957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0" name="pt13880"/>
            <p:cNvSpPr/>
            <p:nvPr/>
          </p:nvSpPr>
          <p:spPr>
            <a:xfrm>
              <a:off x="5555619" y="2211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1" name="pt13881"/>
            <p:cNvSpPr/>
            <p:nvPr/>
          </p:nvSpPr>
          <p:spPr>
            <a:xfrm>
              <a:off x="4910434" y="1579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2" name="pt13882"/>
            <p:cNvSpPr/>
            <p:nvPr/>
          </p:nvSpPr>
          <p:spPr>
            <a:xfrm>
              <a:off x="5690771" y="1987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3" name="pt13883"/>
            <p:cNvSpPr/>
            <p:nvPr/>
          </p:nvSpPr>
          <p:spPr>
            <a:xfrm>
              <a:off x="5625294" y="1893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4" name="pt13884"/>
            <p:cNvSpPr/>
            <p:nvPr/>
          </p:nvSpPr>
          <p:spPr>
            <a:xfrm>
              <a:off x="5166368" y="2205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5" name="pt13885"/>
            <p:cNvSpPr/>
            <p:nvPr/>
          </p:nvSpPr>
          <p:spPr>
            <a:xfrm>
              <a:off x="5743267" y="2095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6" name="pt13886"/>
            <p:cNvSpPr/>
            <p:nvPr/>
          </p:nvSpPr>
          <p:spPr>
            <a:xfrm>
              <a:off x="5401301" y="2248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7" name="pt13887"/>
            <p:cNvSpPr/>
            <p:nvPr/>
          </p:nvSpPr>
          <p:spPr>
            <a:xfrm>
              <a:off x="5737689" y="2049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8" name="pt13888"/>
            <p:cNvSpPr/>
            <p:nvPr/>
          </p:nvSpPr>
          <p:spPr>
            <a:xfrm>
              <a:off x="5257320" y="2206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9" name="pt13889"/>
            <p:cNvSpPr/>
            <p:nvPr/>
          </p:nvSpPr>
          <p:spPr>
            <a:xfrm>
              <a:off x="5501510" y="2080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0" name="pt13890"/>
            <p:cNvSpPr/>
            <p:nvPr/>
          </p:nvSpPr>
          <p:spPr>
            <a:xfrm>
              <a:off x="5531867" y="2254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1" name="pt13891"/>
            <p:cNvSpPr/>
            <p:nvPr/>
          </p:nvSpPr>
          <p:spPr>
            <a:xfrm>
              <a:off x="5414594" y="2085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2" name="pt13892"/>
            <p:cNvSpPr/>
            <p:nvPr/>
          </p:nvSpPr>
          <p:spPr>
            <a:xfrm>
              <a:off x="5442386" y="1972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3" name="pt13893"/>
            <p:cNvSpPr/>
            <p:nvPr/>
          </p:nvSpPr>
          <p:spPr>
            <a:xfrm>
              <a:off x="5223215" y="1803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4" name="pt13894"/>
            <p:cNvSpPr/>
            <p:nvPr/>
          </p:nvSpPr>
          <p:spPr>
            <a:xfrm>
              <a:off x="5770040" y="1917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5" name="pt13895"/>
            <p:cNvSpPr/>
            <p:nvPr/>
          </p:nvSpPr>
          <p:spPr>
            <a:xfrm>
              <a:off x="5137773" y="2758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6" name="pt13896"/>
            <p:cNvSpPr/>
            <p:nvPr/>
          </p:nvSpPr>
          <p:spPr>
            <a:xfrm>
              <a:off x="5030637" y="2454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7" name="pt13897"/>
            <p:cNvSpPr/>
            <p:nvPr/>
          </p:nvSpPr>
          <p:spPr>
            <a:xfrm>
              <a:off x="5393399" y="2293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8" name="pt13898"/>
            <p:cNvSpPr/>
            <p:nvPr/>
          </p:nvSpPr>
          <p:spPr>
            <a:xfrm>
              <a:off x="5330528" y="2070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9" name="pt13899"/>
            <p:cNvSpPr/>
            <p:nvPr/>
          </p:nvSpPr>
          <p:spPr>
            <a:xfrm>
              <a:off x="5691552" y="1919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0" name="pt13900"/>
            <p:cNvSpPr/>
            <p:nvPr/>
          </p:nvSpPr>
          <p:spPr>
            <a:xfrm>
              <a:off x="5273704" y="2162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1" name="pt13901"/>
            <p:cNvSpPr/>
            <p:nvPr/>
          </p:nvSpPr>
          <p:spPr>
            <a:xfrm>
              <a:off x="5312992" y="2116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2" name="pt13902"/>
            <p:cNvSpPr/>
            <p:nvPr/>
          </p:nvSpPr>
          <p:spPr>
            <a:xfrm>
              <a:off x="4895932" y="1903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3" name="pt13903"/>
            <p:cNvSpPr/>
            <p:nvPr/>
          </p:nvSpPr>
          <p:spPr>
            <a:xfrm>
              <a:off x="5479416" y="2209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4" name="pt13904"/>
            <p:cNvSpPr/>
            <p:nvPr/>
          </p:nvSpPr>
          <p:spPr>
            <a:xfrm>
              <a:off x="4601911" y="2602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5" name="pt13905"/>
            <p:cNvSpPr/>
            <p:nvPr/>
          </p:nvSpPr>
          <p:spPr>
            <a:xfrm>
              <a:off x="5938216" y="1673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6" name="pt13906"/>
            <p:cNvSpPr/>
            <p:nvPr/>
          </p:nvSpPr>
          <p:spPr>
            <a:xfrm>
              <a:off x="5289410" y="1960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7" name="pt13907"/>
            <p:cNvSpPr/>
            <p:nvPr/>
          </p:nvSpPr>
          <p:spPr>
            <a:xfrm>
              <a:off x="5505869" y="2262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8" name="pt13908"/>
            <p:cNvSpPr/>
            <p:nvPr/>
          </p:nvSpPr>
          <p:spPr>
            <a:xfrm>
              <a:off x="5491878" y="2239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9" name="pt13909"/>
            <p:cNvSpPr/>
            <p:nvPr/>
          </p:nvSpPr>
          <p:spPr>
            <a:xfrm>
              <a:off x="5407162" y="2200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0" name="pt13910"/>
            <p:cNvSpPr/>
            <p:nvPr/>
          </p:nvSpPr>
          <p:spPr>
            <a:xfrm>
              <a:off x="4999431" y="2551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1" name="pt13911"/>
            <p:cNvSpPr/>
            <p:nvPr/>
          </p:nvSpPr>
          <p:spPr>
            <a:xfrm>
              <a:off x="5413664" y="2193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2" name="pt13912"/>
            <p:cNvSpPr/>
            <p:nvPr/>
          </p:nvSpPr>
          <p:spPr>
            <a:xfrm>
              <a:off x="5541402" y="2179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3" name="pt13913"/>
            <p:cNvSpPr/>
            <p:nvPr/>
          </p:nvSpPr>
          <p:spPr>
            <a:xfrm>
              <a:off x="5399270" y="2206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4" name="pt13914"/>
            <p:cNvSpPr/>
            <p:nvPr/>
          </p:nvSpPr>
          <p:spPr>
            <a:xfrm>
              <a:off x="4898936" y="2202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5" name="pt13915"/>
            <p:cNvSpPr/>
            <p:nvPr/>
          </p:nvSpPr>
          <p:spPr>
            <a:xfrm>
              <a:off x="5512259" y="2258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6" name="pt13916"/>
            <p:cNvSpPr/>
            <p:nvPr/>
          </p:nvSpPr>
          <p:spPr>
            <a:xfrm>
              <a:off x="5677975" y="1941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7" name="pt13917"/>
            <p:cNvSpPr/>
            <p:nvPr/>
          </p:nvSpPr>
          <p:spPr>
            <a:xfrm>
              <a:off x="5301480" y="2219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8" name="pt13918"/>
            <p:cNvSpPr/>
            <p:nvPr/>
          </p:nvSpPr>
          <p:spPr>
            <a:xfrm>
              <a:off x="5540185" y="2209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9" name="pt13919"/>
            <p:cNvSpPr/>
            <p:nvPr/>
          </p:nvSpPr>
          <p:spPr>
            <a:xfrm>
              <a:off x="5503622" y="2284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0" name="pt13920"/>
            <p:cNvSpPr/>
            <p:nvPr/>
          </p:nvSpPr>
          <p:spPr>
            <a:xfrm>
              <a:off x="5811465" y="1896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1" name="pt13921"/>
            <p:cNvSpPr/>
            <p:nvPr/>
          </p:nvSpPr>
          <p:spPr>
            <a:xfrm>
              <a:off x="5221424" y="2087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2" name="pt13922"/>
            <p:cNvSpPr/>
            <p:nvPr/>
          </p:nvSpPr>
          <p:spPr>
            <a:xfrm>
              <a:off x="5251633" y="2159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3" name="pt13923"/>
            <p:cNvSpPr/>
            <p:nvPr/>
          </p:nvSpPr>
          <p:spPr>
            <a:xfrm>
              <a:off x="5101835" y="2625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4" name="pt13924"/>
            <p:cNvSpPr/>
            <p:nvPr/>
          </p:nvSpPr>
          <p:spPr>
            <a:xfrm>
              <a:off x="5187088" y="2191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5" name="pt13925"/>
            <p:cNvSpPr/>
            <p:nvPr/>
          </p:nvSpPr>
          <p:spPr>
            <a:xfrm>
              <a:off x="5402764" y="2280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6" name="pt13926"/>
            <p:cNvSpPr/>
            <p:nvPr/>
          </p:nvSpPr>
          <p:spPr>
            <a:xfrm>
              <a:off x="5069338" y="2714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7" name="pt13927"/>
            <p:cNvSpPr/>
            <p:nvPr/>
          </p:nvSpPr>
          <p:spPr>
            <a:xfrm>
              <a:off x="5323351" y="2183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8" name="pt13928"/>
            <p:cNvSpPr/>
            <p:nvPr/>
          </p:nvSpPr>
          <p:spPr>
            <a:xfrm>
              <a:off x="4996487" y="2647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9" name="pt13929"/>
            <p:cNvSpPr/>
            <p:nvPr/>
          </p:nvSpPr>
          <p:spPr>
            <a:xfrm>
              <a:off x="5525387" y="2290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0" name="pt13930"/>
            <p:cNvSpPr/>
            <p:nvPr/>
          </p:nvSpPr>
          <p:spPr>
            <a:xfrm>
              <a:off x="5304221" y="2167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1" name="pt13931"/>
            <p:cNvSpPr/>
            <p:nvPr/>
          </p:nvSpPr>
          <p:spPr>
            <a:xfrm>
              <a:off x="5516800" y="228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2" name="pt13932"/>
            <p:cNvSpPr/>
            <p:nvPr/>
          </p:nvSpPr>
          <p:spPr>
            <a:xfrm>
              <a:off x="5432862" y="2124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3" name="pt13933"/>
            <p:cNvSpPr/>
            <p:nvPr/>
          </p:nvSpPr>
          <p:spPr>
            <a:xfrm>
              <a:off x="5664468" y="1765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4" name="pt13934"/>
            <p:cNvSpPr/>
            <p:nvPr/>
          </p:nvSpPr>
          <p:spPr>
            <a:xfrm>
              <a:off x="5683186" y="1882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5" name="pt13935"/>
            <p:cNvSpPr/>
            <p:nvPr/>
          </p:nvSpPr>
          <p:spPr>
            <a:xfrm>
              <a:off x="5313115" y="2109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6" name="pt13936"/>
            <p:cNvSpPr/>
            <p:nvPr/>
          </p:nvSpPr>
          <p:spPr>
            <a:xfrm>
              <a:off x="4986099" y="2720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7" name="pt13937"/>
            <p:cNvSpPr/>
            <p:nvPr/>
          </p:nvSpPr>
          <p:spPr>
            <a:xfrm>
              <a:off x="5744706" y="2012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8" name="pt13938"/>
            <p:cNvSpPr/>
            <p:nvPr/>
          </p:nvSpPr>
          <p:spPr>
            <a:xfrm>
              <a:off x="5567571" y="1952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9" name="pt13939"/>
            <p:cNvSpPr/>
            <p:nvPr/>
          </p:nvSpPr>
          <p:spPr>
            <a:xfrm>
              <a:off x="5199835" y="2182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0" name="pt13940"/>
            <p:cNvSpPr/>
            <p:nvPr/>
          </p:nvSpPr>
          <p:spPr>
            <a:xfrm>
              <a:off x="4870232" y="2914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1" name="pt13941"/>
            <p:cNvSpPr/>
            <p:nvPr/>
          </p:nvSpPr>
          <p:spPr>
            <a:xfrm>
              <a:off x="5563863" y="2213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2" name="pt13942"/>
            <p:cNvSpPr/>
            <p:nvPr/>
          </p:nvSpPr>
          <p:spPr>
            <a:xfrm>
              <a:off x="5310505" y="2149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3" name="pt13943"/>
            <p:cNvSpPr/>
            <p:nvPr/>
          </p:nvSpPr>
          <p:spPr>
            <a:xfrm>
              <a:off x="5509243" y="2104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4" name="pt13944"/>
            <p:cNvSpPr/>
            <p:nvPr/>
          </p:nvSpPr>
          <p:spPr>
            <a:xfrm>
              <a:off x="5164016" y="2317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5" name="pt13945"/>
            <p:cNvSpPr/>
            <p:nvPr/>
          </p:nvSpPr>
          <p:spPr>
            <a:xfrm>
              <a:off x="5750077" y="1964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6" name="pt13946"/>
            <p:cNvSpPr/>
            <p:nvPr/>
          </p:nvSpPr>
          <p:spPr>
            <a:xfrm>
              <a:off x="5679370" y="1890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7" name="pt13947"/>
            <p:cNvSpPr/>
            <p:nvPr/>
          </p:nvSpPr>
          <p:spPr>
            <a:xfrm>
              <a:off x="5616186" y="2010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8" name="pt13948"/>
            <p:cNvSpPr/>
            <p:nvPr/>
          </p:nvSpPr>
          <p:spPr>
            <a:xfrm>
              <a:off x="5503570" y="2062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9" name="pt13949"/>
            <p:cNvSpPr/>
            <p:nvPr/>
          </p:nvSpPr>
          <p:spPr>
            <a:xfrm>
              <a:off x="5305873" y="2225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0" name="pt13950"/>
            <p:cNvSpPr/>
            <p:nvPr/>
          </p:nvSpPr>
          <p:spPr>
            <a:xfrm>
              <a:off x="5638868" y="2016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1" name="pt13951"/>
            <p:cNvSpPr/>
            <p:nvPr/>
          </p:nvSpPr>
          <p:spPr>
            <a:xfrm>
              <a:off x="5895795" y="190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2" name="pt13952"/>
            <p:cNvSpPr/>
            <p:nvPr/>
          </p:nvSpPr>
          <p:spPr>
            <a:xfrm>
              <a:off x="5887659" y="1723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3" name="pt13953"/>
            <p:cNvSpPr/>
            <p:nvPr/>
          </p:nvSpPr>
          <p:spPr>
            <a:xfrm>
              <a:off x="5657826" y="1912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4" name="pt13954"/>
            <p:cNvSpPr/>
            <p:nvPr/>
          </p:nvSpPr>
          <p:spPr>
            <a:xfrm>
              <a:off x="5519868" y="2085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5" name="pt13955"/>
            <p:cNvSpPr/>
            <p:nvPr/>
          </p:nvSpPr>
          <p:spPr>
            <a:xfrm>
              <a:off x="5752590" y="1937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6" name="pt13956"/>
            <p:cNvSpPr/>
            <p:nvPr/>
          </p:nvSpPr>
          <p:spPr>
            <a:xfrm>
              <a:off x="5356917" y="2254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7" name="pt13957"/>
            <p:cNvSpPr/>
            <p:nvPr/>
          </p:nvSpPr>
          <p:spPr>
            <a:xfrm>
              <a:off x="5134526" y="2655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8" name="pt13958"/>
            <p:cNvSpPr/>
            <p:nvPr/>
          </p:nvSpPr>
          <p:spPr>
            <a:xfrm>
              <a:off x="5706152" y="1827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9" name="pt13959"/>
            <p:cNvSpPr/>
            <p:nvPr/>
          </p:nvSpPr>
          <p:spPr>
            <a:xfrm>
              <a:off x="4887948" y="2701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0" name="pt13960"/>
            <p:cNvSpPr/>
            <p:nvPr/>
          </p:nvSpPr>
          <p:spPr>
            <a:xfrm>
              <a:off x="5541046" y="2153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1" name="pt13961"/>
            <p:cNvSpPr/>
            <p:nvPr/>
          </p:nvSpPr>
          <p:spPr>
            <a:xfrm>
              <a:off x="5487455" y="2217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2" name="pt13962"/>
            <p:cNvSpPr/>
            <p:nvPr/>
          </p:nvSpPr>
          <p:spPr>
            <a:xfrm>
              <a:off x="5353063" y="2165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3" name="pt13963"/>
            <p:cNvSpPr/>
            <p:nvPr/>
          </p:nvSpPr>
          <p:spPr>
            <a:xfrm>
              <a:off x="5574870" y="2244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4" name="pt13964"/>
            <p:cNvSpPr/>
            <p:nvPr/>
          </p:nvSpPr>
          <p:spPr>
            <a:xfrm>
              <a:off x="5418018" y="2159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5" name="pt13965"/>
            <p:cNvSpPr/>
            <p:nvPr/>
          </p:nvSpPr>
          <p:spPr>
            <a:xfrm>
              <a:off x="4823968" y="2288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6" name="pt13966"/>
            <p:cNvSpPr/>
            <p:nvPr/>
          </p:nvSpPr>
          <p:spPr>
            <a:xfrm>
              <a:off x="5360710" y="2099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7" name="pt13967"/>
            <p:cNvSpPr/>
            <p:nvPr/>
          </p:nvSpPr>
          <p:spPr>
            <a:xfrm>
              <a:off x="5285944" y="2077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8" name="pt13968"/>
            <p:cNvSpPr/>
            <p:nvPr/>
          </p:nvSpPr>
          <p:spPr>
            <a:xfrm>
              <a:off x="5588602" y="2007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9" name="pt13969"/>
            <p:cNvSpPr/>
            <p:nvPr/>
          </p:nvSpPr>
          <p:spPr>
            <a:xfrm>
              <a:off x="5384898" y="2243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0" name="pt13970"/>
            <p:cNvSpPr/>
            <p:nvPr/>
          </p:nvSpPr>
          <p:spPr>
            <a:xfrm>
              <a:off x="5680958" y="1892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1" name="pt13971"/>
            <p:cNvSpPr/>
            <p:nvPr/>
          </p:nvSpPr>
          <p:spPr>
            <a:xfrm>
              <a:off x="5057999" y="2386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2" name="pt13972"/>
            <p:cNvSpPr/>
            <p:nvPr/>
          </p:nvSpPr>
          <p:spPr>
            <a:xfrm>
              <a:off x="5718365" y="1817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3" name="pt13973"/>
            <p:cNvSpPr/>
            <p:nvPr/>
          </p:nvSpPr>
          <p:spPr>
            <a:xfrm>
              <a:off x="5192637" y="2113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4" name="pt13974"/>
            <p:cNvSpPr/>
            <p:nvPr/>
          </p:nvSpPr>
          <p:spPr>
            <a:xfrm>
              <a:off x="5303808" y="2278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5" name="pt13975"/>
            <p:cNvSpPr/>
            <p:nvPr/>
          </p:nvSpPr>
          <p:spPr>
            <a:xfrm>
              <a:off x="5668732" y="1682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6" name="pt13976"/>
            <p:cNvSpPr/>
            <p:nvPr/>
          </p:nvSpPr>
          <p:spPr>
            <a:xfrm>
              <a:off x="5067709" y="2474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7" name="pt13977"/>
            <p:cNvSpPr/>
            <p:nvPr/>
          </p:nvSpPr>
          <p:spPr>
            <a:xfrm>
              <a:off x="5140341" y="2670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8" name="pt13978"/>
            <p:cNvSpPr/>
            <p:nvPr/>
          </p:nvSpPr>
          <p:spPr>
            <a:xfrm>
              <a:off x="5331757" y="2237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9" name="pt13979"/>
            <p:cNvSpPr/>
            <p:nvPr/>
          </p:nvSpPr>
          <p:spPr>
            <a:xfrm>
              <a:off x="5119821" y="2716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0" name="pt13980"/>
            <p:cNvSpPr/>
            <p:nvPr/>
          </p:nvSpPr>
          <p:spPr>
            <a:xfrm>
              <a:off x="5732812" y="1982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1" name="pt13981"/>
            <p:cNvSpPr/>
            <p:nvPr/>
          </p:nvSpPr>
          <p:spPr>
            <a:xfrm>
              <a:off x="5921360" y="1566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2" name="pt13982"/>
            <p:cNvSpPr/>
            <p:nvPr/>
          </p:nvSpPr>
          <p:spPr>
            <a:xfrm>
              <a:off x="5422990" y="1885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3" name="pt13983"/>
            <p:cNvSpPr/>
            <p:nvPr/>
          </p:nvSpPr>
          <p:spPr>
            <a:xfrm>
              <a:off x="5482620" y="2092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4" name="pt13984"/>
            <p:cNvSpPr/>
            <p:nvPr/>
          </p:nvSpPr>
          <p:spPr>
            <a:xfrm>
              <a:off x="5122843" y="2805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5" name="pt13985"/>
            <p:cNvSpPr/>
            <p:nvPr/>
          </p:nvSpPr>
          <p:spPr>
            <a:xfrm>
              <a:off x="5290105" y="2174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6" name="pt13986"/>
            <p:cNvSpPr/>
            <p:nvPr/>
          </p:nvSpPr>
          <p:spPr>
            <a:xfrm>
              <a:off x="5574203" y="2002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7" name="pt13987"/>
            <p:cNvSpPr/>
            <p:nvPr/>
          </p:nvSpPr>
          <p:spPr>
            <a:xfrm>
              <a:off x="5432413" y="2177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8" name="pt13988"/>
            <p:cNvSpPr/>
            <p:nvPr/>
          </p:nvSpPr>
          <p:spPr>
            <a:xfrm>
              <a:off x="5434243" y="2059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9" name="pt13989"/>
            <p:cNvSpPr/>
            <p:nvPr/>
          </p:nvSpPr>
          <p:spPr>
            <a:xfrm>
              <a:off x="5433638" y="2178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0" name="pt13990"/>
            <p:cNvSpPr/>
            <p:nvPr/>
          </p:nvSpPr>
          <p:spPr>
            <a:xfrm>
              <a:off x="5413681" y="2020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1" name="pt13991"/>
            <p:cNvSpPr/>
            <p:nvPr/>
          </p:nvSpPr>
          <p:spPr>
            <a:xfrm>
              <a:off x="5418081" y="2163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2" name="pt13992"/>
            <p:cNvSpPr/>
            <p:nvPr/>
          </p:nvSpPr>
          <p:spPr>
            <a:xfrm>
              <a:off x="5160246" y="2550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3" name="pt13993"/>
            <p:cNvSpPr/>
            <p:nvPr/>
          </p:nvSpPr>
          <p:spPr>
            <a:xfrm>
              <a:off x="5448586" y="2018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4" name="pt13994"/>
            <p:cNvSpPr/>
            <p:nvPr/>
          </p:nvSpPr>
          <p:spPr>
            <a:xfrm>
              <a:off x="5424478" y="2160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5" name="pt13995"/>
            <p:cNvSpPr/>
            <p:nvPr/>
          </p:nvSpPr>
          <p:spPr>
            <a:xfrm>
              <a:off x="5161044" y="2283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6" name="pt13996"/>
            <p:cNvSpPr/>
            <p:nvPr/>
          </p:nvSpPr>
          <p:spPr>
            <a:xfrm>
              <a:off x="5129362" y="2563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7" name="pt13997"/>
            <p:cNvSpPr/>
            <p:nvPr/>
          </p:nvSpPr>
          <p:spPr>
            <a:xfrm>
              <a:off x="5389239" y="229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8" name="pt13998"/>
            <p:cNvSpPr/>
            <p:nvPr/>
          </p:nvSpPr>
          <p:spPr>
            <a:xfrm>
              <a:off x="5507939" y="2246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9" name="pt13999"/>
            <p:cNvSpPr/>
            <p:nvPr/>
          </p:nvSpPr>
          <p:spPr>
            <a:xfrm>
              <a:off x="5310965" y="2279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0" name="pt14000"/>
            <p:cNvSpPr/>
            <p:nvPr/>
          </p:nvSpPr>
          <p:spPr>
            <a:xfrm>
              <a:off x="5570230" y="2245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1" name="pt14001"/>
            <p:cNvSpPr/>
            <p:nvPr/>
          </p:nvSpPr>
          <p:spPr>
            <a:xfrm>
              <a:off x="5274453" y="2155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2" name="pt14002"/>
            <p:cNvSpPr/>
            <p:nvPr/>
          </p:nvSpPr>
          <p:spPr>
            <a:xfrm>
              <a:off x="5715235" y="1717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3" name="pt14003"/>
            <p:cNvSpPr/>
            <p:nvPr/>
          </p:nvSpPr>
          <p:spPr>
            <a:xfrm>
              <a:off x="5419287" y="2163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4" name="pt14004"/>
            <p:cNvSpPr/>
            <p:nvPr/>
          </p:nvSpPr>
          <p:spPr>
            <a:xfrm>
              <a:off x="5258218" y="2168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5" name="pt14005"/>
            <p:cNvSpPr/>
            <p:nvPr/>
          </p:nvSpPr>
          <p:spPr>
            <a:xfrm>
              <a:off x="5528082" y="2220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6" name="pt14006"/>
            <p:cNvSpPr/>
            <p:nvPr/>
          </p:nvSpPr>
          <p:spPr>
            <a:xfrm>
              <a:off x="5564742" y="2301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7" name="pt14007"/>
            <p:cNvSpPr/>
            <p:nvPr/>
          </p:nvSpPr>
          <p:spPr>
            <a:xfrm>
              <a:off x="5442536" y="2094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8" name="pt14008"/>
            <p:cNvSpPr/>
            <p:nvPr/>
          </p:nvSpPr>
          <p:spPr>
            <a:xfrm>
              <a:off x="5785040" y="1841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9" name="pt14009"/>
            <p:cNvSpPr/>
            <p:nvPr/>
          </p:nvSpPr>
          <p:spPr>
            <a:xfrm>
              <a:off x="5687755" y="1997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0" name="pt14010"/>
            <p:cNvSpPr/>
            <p:nvPr/>
          </p:nvSpPr>
          <p:spPr>
            <a:xfrm>
              <a:off x="5457127" y="1960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1" name="pt14011"/>
            <p:cNvSpPr/>
            <p:nvPr/>
          </p:nvSpPr>
          <p:spPr>
            <a:xfrm>
              <a:off x="5753043" y="1977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2" name="pt14012"/>
            <p:cNvSpPr/>
            <p:nvPr/>
          </p:nvSpPr>
          <p:spPr>
            <a:xfrm>
              <a:off x="5845084" y="175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3" name="pt14013"/>
            <p:cNvSpPr/>
            <p:nvPr/>
          </p:nvSpPr>
          <p:spPr>
            <a:xfrm>
              <a:off x="5129189" y="2643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4" name="pt14014"/>
            <p:cNvSpPr/>
            <p:nvPr/>
          </p:nvSpPr>
          <p:spPr>
            <a:xfrm>
              <a:off x="5058599" y="2485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5" name="pt14015"/>
            <p:cNvSpPr/>
            <p:nvPr/>
          </p:nvSpPr>
          <p:spPr>
            <a:xfrm>
              <a:off x="5367748" y="197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6" name="pt14016"/>
            <p:cNvSpPr/>
            <p:nvPr/>
          </p:nvSpPr>
          <p:spPr>
            <a:xfrm>
              <a:off x="5440746" y="2045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7" name="pt14017"/>
            <p:cNvSpPr/>
            <p:nvPr/>
          </p:nvSpPr>
          <p:spPr>
            <a:xfrm>
              <a:off x="5530243" y="220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8" name="pt14018"/>
            <p:cNvSpPr/>
            <p:nvPr/>
          </p:nvSpPr>
          <p:spPr>
            <a:xfrm>
              <a:off x="5565167" y="2191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9" name="pt14019"/>
            <p:cNvSpPr/>
            <p:nvPr/>
          </p:nvSpPr>
          <p:spPr>
            <a:xfrm>
              <a:off x="5112722" y="2547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0" name="pt14020"/>
            <p:cNvSpPr/>
            <p:nvPr/>
          </p:nvSpPr>
          <p:spPr>
            <a:xfrm>
              <a:off x="5526733" y="2167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1" name="pt14021"/>
            <p:cNvSpPr/>
            <p:nvPr/>
          </p:nvSpPr>
          <p:spPr>
            <a:xfrm>
              <a:off x="5083575" y="1709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2" name="pt14022"/>
            <p:cNvSpPr/>
            <p:nvPr/>
          </p:nvSpPr>
          <p:spPr>
            <a:xfrm>
              <a:off x="5335601" y="2168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3" name="pt14023"/>
            <p:cNvSpPr/>
            <p:nvPr/>
          </p:nvSpPr>
          <p:spPr>
            <a:xfrm>
              <a:off x="5276862" y="2111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4" name="pt14024"/>
            <p:cNvSpPr/>
            <p:nvPr/>
          </p:nvSpPr>
          <p:spPr>
            <a:xfrm>
              <a:off x="5811994" y="1924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5" name="pt14025"/>
            <p:cNvSpPr/>
            <p:nvPr/>
          </p:nvSpPr>
          <p:spPr>
            <a:xfrm>
              <a:off x="5135915" y="2779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6" name="pt14026"/>
            <p:cNvSpPr/>
            <p:nvPr/>
          </p:nvSpPr>
          <p:spPr>
            <a:xfrm>
              <a:off x="5341751" y="2255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7" name="pt14027"/>
            <p:cNvSpPr/>
            <p:nvPr/>
          </p:nvSpPr>
          <p:spPr>
            <a:xfrm>
              <a:off x="5239184" y="2132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8" name="pt14028"/>
            <p:cNvSpPr/>
            <p:nvPr/>
          </p:nvSpPr>
          <p:spPr>
            <a:xfrm>
              <a:off x="5792645" y="1930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9" name="pt14029"/>
            <p:cNvSpPr/>
            <p:nvPr/>
          </p:nvSpPr>
          <p:spPr>
            <a:xfrm>
              <a:off x="5501640" y="2020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0" name="pt14030"/>
            <p:cNvSpPr/>
            <p:nvPr/>
          </p:nvSpPr>
          <p:spPr>
            <a:xfrm>
              <a:off x="5354963" y="2242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1" name="pt14031"/>
            <p:cNvSpPr/>
            <p:nvPr/>
          </p:nvSpPr>
          <p:spPr>
            <a:xfrm>
              <a:off x="5007227" y="2005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2" name="pt14032"/>
            <p:cNvSpPr/>
            <p:nvPr/>
          </p:nvSpPr>
          <p:spPr>
            <a:xfrm>
              <a:off x="5638463" y="2003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3" name="pt14033"/>
            <p:cNvSpPr/>
            <p:nvPr/>
          </p:nvSpPr>
          <p:spPr>
            <a:xfrm>
              <a:off x="5016611" y="2352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4" name="pt14034"/>
            <p:cNvSpPr/>
            <p:nvPr/>
          </p:nvSpPr>
          <p:spPr>
            <a:xfrm>
              <a:off x="5605589" y="1932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5" name="pt14035"/>
            <p:cNvSpPr/>
            <p:nvPr/>
          </p:nvSpPr>
          <p:spPr>
            <a:xfrm>
              <a:off x="5467076" y="2081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6" name="pt14036"/>
            <p:cNvSpPr/>
            <p:nvPr/>
          </p:nvSpPr>
          <p:spPr>
            <a:xfrm>
              <a:off x="5231965" y="2052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7" name="pt14037"/>
            <p:cNvSpPr/>
            <p:nvPr/>
          </p:nvSpPr>
          <p:spPr>
            <a:xfrm>
              <a:off x="5400331" y="2072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8" name="pt14038"/>
            <p:cNvSpPr/>
            <p:nvPr/>
          </p:nvSpPr>
          <p:spPr>
            <a:xfrm>
              <a:off x="5128427" y="2730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9" name="pt14039"/>
            <p:cNvSpPr/>
            <p:nvPr/>
          </p:nvSpPr>
          <p:spPr>
            <a:xfrm>
              <a:off x="5475823" y="222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0" name="pt14040"/>
            <p:cNvSpPr/>
            <p:nvPr/>
          </p:nvSpPr>
          <p:spPr>
            <a:xfrm>
              <a:off x="5709280" y="1789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1" name="pt14041"/>
            <p:cNvSpPr/>
            <p:nvPr/>
          </p:nvSpPr>
          <p:spPr>
            <a:xfrm>
              <a:off x="5386737" y="2229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2" name="pt14042"/>
            <p:cNvSpPr/>
            <p:nvPr/>
          </p:nvSpPr>
          <p:spPr>
            <a:xfrm>
              <a:off x="5459322" y="2035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3" name="pt14043"/>
            <p:cNvSpPr/>
            <p:nvPr/>
          </p:nvSpPr>
          <p:spPr>
            <a:xfrm>
              <a:off x="5398470" y="2210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4" name="pt14044"/>
            <p:cNvSpPr/>
            <p:nvPr/>
          </p:nvSpPr>
          <p:spPr>
            <a:xfrm>
              <a:off x="5507723" y="2096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5" name="pt14045"/>
            <p:cNvSpPr/>
            <p:nvPr/>
          </p:nvSpPr>
          <p:spPr>
            <a:xfrm>
              <a:off x="5847893" y="1857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6" name="pt14046"/>
            <p:cNvSpPr/>
            <p:nvPr/>
          </p:nvSpPr>
          <p:spPr>
            <a:xfrm>
              <a:off x="5568058" y="2196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7" name="pt14047"/>
            <p:cNvSpPr/>
            <p:nvPr/>
          </p:nvSpPr>
          <p:spPr>
            <a:xfrm>
              <a:off x="5676898" y="1873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8" name="pt14048"/>
            <p:cNvSpPr/>
            <p:nvPr/>
          </p:nvSpPr>
          <p:spPr>
            <a:xfrm>
              <a:off x="5364995" y="2084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9" name="pt14049"/>
            <p:cNvSpPr/>
            <p:nvPr/>
          </p:nvSpPr>
          <p:spPr>
            <a:xfrm>
              <a:off x="4913494" y="2217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0" name="pt14050"/>
            <p:cNvSpPr/>
            <p:nvPr/>
          </p:nvSpPr>
          <p:spPr>
            <a:xfrm>
              <a:off x="5273513" y="209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1" name="pt14051"/>
            <p:cNvSpPr/>
            <p:nvPr/>
          </p:nvSpPr>
          <p:spPr>
            <a:xfrm>
              <a:off x="5920255" y="1622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2" name="pt14052"/>
            <p:cNvSpPr/>
            <p:nvPr/>
          </p:nvSpPr>
          <p:spPr>
            <a:xfrm>
              <a:off x="5108762" y="2545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3" name="pt14053"/>
            <p:cNvSpPr/>
            <p:nvPr/>
          </p:nvSpPr>
          <p:spPr>
            <a:xfrm>
              <a:off x="5622563" y="2020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4" name="pt14054"/>
            <p:cNvSpPr/>
            <p:nvPr/>
          </p:nvSpPr>
          <p:spPr>
            <a:xfrm>
              <a:off x="5058779" y="2438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5" name="pt14055"/>
            <p:cNvSpPr/>
            <p:nvPr/>
          </p:nvSpPr>
          <p:spPr>
            <a:xfrm>
              <a:off x="5498116" y="2145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6" name="pt14056"/>
            <p:cNvSpPr/>
            <p:nvPr/>
          </p:nvSpPr>
          <p:spPr>
            <a:xfrm>
              <a:off x="5203547" y="2077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7" name="pt14057"/>
            <p:cNvSpPr/>
            <p:nvPr/>
          </p:nvSpPr>
          <p:spPr>
            <a:xfrm>
              <a:off x="5433946" y="2145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8" name="pt14058"/>
            <p:cNvSpPr/>
            <p:nvPr/>
          </p:nvSpPr>
          <p:spPr>
            <a:xfrm>
              <a:off x="5495358" y="2312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9" name="pt14059"/>
            <p:cNvSpPr/>
            <p:nvPr/>
          </p:nvSpPr>
          <p:spPr>
            <a:xfrm>
              <a:off x="5404150" y="2319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0" name="pt14060"/>
            <p:cNvSpPr/>
            <p:nvPr/>
          </p:nvSpPr>
          <p:spPr>
            <a:xfrm>
              <a:off x="5273507" y="2091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1" name="pt14061"/>
            <p:cNvSpPr/>
            <p:nvPr/>
          </p:nvSpPr>
          <p:spPr>
            <a:xfrm>
              <a:off x="5480515" y="2279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2" name="pt14062"/>
            <p:cNvSpPr/>
            <p:nvPr/>
          </p:nvSpPr>
          <p:spPr>
            <a:xfrm>
              <a:off x="5016478" y="2429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3" name="pt14063"/>
            <p:cNvSpPr/>
            <p:nvPr/>
          </p:nvSpPr>
          <p:spPr>
            <a:xfrm>
              <a:off x="5219163" y="2093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4" name="pt14064"/>
            <p:cNvSpPr/>
            <p:nvPr/>
          </p:nvSpPr>
          <p:spPr>
            <a:xfrm>
              <a:off x="4947139" y="2433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5" name="pt14065"/>
            <p:cNvSpPr/>
            <p:nvPr/>
          </p:nvSpPr>
          <p:spPr>
            <a:xfrm>
              <a:off x="5356242" y="2243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6" name="pt14066"/>
            <p:cNvSpPr/>
            <p:nvPr/>
          </p:nvSpPr>
          <p:spPr>
            <a:xfrm>
              <a:off x="5425993" y="2100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7" name="pt14067"/>
            <p:cNvSpPr/>
            <p:nvPr/>
          </p:nvSpPr>
          <p:spPr>
            <a:xfrm>
              <a:off x="5098281" y="2574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8" name="pt14068"/>
            <p:cNvSpPr/>
            <p:nvPr/>
          </p:nvSpPr>
          <p:spPr>
            <a:xfrm>
              <a:off x="5301535" y="2191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9" name="pt14069"/>
            <p:cNvSpPr/>
            <p:nvPr/>
          </p:nvSpPr>
          <p:spPr>
            <a:xfrm>
              <a:off x="5457162" y="1953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0" name="pt14070"/>
            <p:cNvSpPr/>
            <p:nvPr/>
          </p:nvSpPr>
          <p:spPr>
            <a:xfrm>
              <a:off x="5370623" y="208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1" name="pt14071"/>
            <p:cNvSpPr/>
            <p:nvPr/>
          </p:nvSpPr>
          <p:spPr>
            <a:xfrm>
              <a:off x="5652736" y="193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2" name="pt14072"/>
            <p:cNvSpPr/>
            <p:nvPr/>
          </p:nvSpPr>
          <p:spPr>
            <a:xfrm>
              <a:off x="5017890" y="2343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3" name="pt14073"/>
            <p:cNvSpPr/>
            <p:nvPr/>
          </p:nvSpPr>
          <p:spPr>
            <a:xfrm>
              <a:off x="5322687" y="2204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4" name="pt14074"/>
            <p:cNvSpPr/>
            <p:nvPr/>
          </p:nvSpPr>
          <p:spPr>
            <a:xfrm>
              <a:off x="5270517" y="2088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5" name="pt14075"/>
            <p:cNvSpPr/>
            <p:nvPr/>
          </p:nvSpPr>
          <p:spPr>
            <a:xfrm>
              <a:off x="4912118" y="2321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6" name="pt14076"/>
            <p:cNvSpPr/>
            <p:nvPr/>
          </p:nvSpPr>
          <p:spPr>
            <a:xfrm>
              <a:off x="4956441" y="2682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7" name="pt14077"/>
            <p:cNvSpPr/>
            <p:nvPr/>
          </p:nvSpPr>
          <p:spPr>
            <a:xfrm>
              <a:off x="5615412" y="2109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8" name="pt14078"/>
            <p:cNvSpPr/>
            <p:nvPr/>
          </p:nvSpPr>
          <p:spPr>
            <a:xfrm>
              <a:off x="5400426" y="224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9" name="pt14079"/>
            <p:cNvSpPr/>
            <p:nvPr/>
          </p:nvSpPr>
          <p:spPr>
            <a:xfrm>
              <a:off x="5241270" y="2147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0" name="pt14080"/>
            <p:cNvSpPr/>
            <p:nvPr/>
          </p:nvSpPr>
          <p:spPr>
            <a:xfrm>
              <a:off x="5231461" y="2049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1" name="pt14081"/>
            <p:cNvSpPr/>
            <p:nvPr/>
          </p:nvSpPr>
          <p:spPr>
            <a:xfrm>
              <a:off x="5147875" y="2709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2" name="pt14082"/>
            <p:cNvSpPr/>
            <p:nvPr/>
          </p:nvSpPr>
          <p:spPr>
            <a:xfrm>
              <a:off x="5899051" y="195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3" name="pt14083"/>
            <p:cNvSpPr/>
            <p:nvPr/>
          </p:nvSpPr>
          <p:spPr>
            <a:xfrm>
              <a:off x="5555399" y="2232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4" name="pt14084"/>
            <p:cNvSpPr/>
            <p:nvPr/>
          </p:nvSpPr>
          <p:spPr>
            <a:xfrm>
              <a:off x="5156601" y="2346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5" name="pt14085"/>
            <p:cNvSpPr/>
            <p:nvPr/>
          </p:nvSpPr>
          <p:spPr>
            <a:xfrm>
              <a:off x="5661931" y="1725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6" name="pt14086"/>
            <p:cNvSpPr/>
            <p:nvPr/>
          </p:nvSpPr>
          <p:spPr>
            <a:xfrm>
              <a:off x="5742096" y="2015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7" name="pt14087"/>
            <p:cNvSpPr/>
            <p:nvPr/>
          </p:nvSpPr>
          <p:spPr>
            <a:xfrm>
              <a:off x="5220174" y="2024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8" name="pt14088"/>
            <p:cNvSpPr/>
            <p:nvPr/>
          </p:nvSpPr>
          <p:spPr>
            <a:xfrm>
              <a:off x="5404564" y="2215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9" name="pt14089"/>
            <p:cNvSpPr/>
            <p:nvPr/>
          </p:nvSpPr>
          <p:spPr>
            <a:xfrm>
              <a:off x="5167971" y="232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0" name="pt14090"/>
            <p:cNvSpPr/>
            <p:nvPr/>
          </p:nvSpPr>
          <p:spPr>
            <a:xfrm>
              <a:off x="5215198" y="2093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1" name="pt14091"/>
            <p:cNvSpPr/>
            <p:nvPr/>
          </p:nvSpPr>
          <p:spPr>
            <a:xfrm>
              <a:off x="5543051" y="2211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2" name="pt14092"/>
            <p:cNvSpPr/>
            <p:nvPr/>
          </p:nvSpPr>
          <p:spPr>
            <a:xfrm>
              <a:off x="5224616" y="1896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3" name="pt14093"/>
            <p:cNvSpPr/>
            <p:nvPr/>
          </p:nvSpPr>
          <p:spPr>
            <a:xfrm>
              <a:off x="5656657" y="1785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4" name="pt14094"/>
            <p:cNvSpPr/>
            <p:nvPr/>
          </p:nvSpPr>
          <p:spPr>
            <a:xfrm>
              <a:off x="5609726" y="2087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5" name="pt14095"/>
            <p:cNvSpPr/>
            <p:nvPr/>
          </p:nvSpPr>
          <p:spPr>
            <a:xfrm>
              <a:off x="5289303" y="1957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6" name="pt14096"/>
            <p:cNvSpPr/>
            <p:nvPr/>
          </p:nvSpPr>
          <p:spPr>
            <a:xfrm>
              <a:off x="5085096" y="1841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7" name="pt14097"/>
            <p:cNvSpPr/>
            <p:nvPr/>
          </p:nvSpPr>
          <p:spPr>
            <a:xfrm>
              <a:off x="5449522" y="1842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8" name="pt14098"/>
            <p:cNvSpPr/>
            <p:nvPr/>
          </p:nvSpPr>
          <p:spPr>
            <a:xfrm>
              <a:off x="5504674" y="2003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9" name="pt14099"/>
            <p:cNvSpPr/>
            <p:nvPr/>
          </p:nvSpPr>
          <p:spPr>
            <a:xfrm>
              <a:off x="5280636" y="1948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0" name="pt14100"/>
            <p:cNvSpPr/>
            <p:nvPr/>
          </p:nvSpPr>
          <p:spPr>
            <a:xfrm>
              <a:off x="5410926" y="2132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1" name="pt14101"/>
            <p:cNvSpPr/>
            <p:nvPr/>
          </p:nvSpPr>
          <p:spPr>
            <a:xfrm>
              <a:off x="5315492" y="2202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2" name="pt14102"/>
            <p:cNvSpPr/>
            <p:nvPr/>
          </p:nvSpPr>
          <p:spPr>
            <a:xfrm>
              <a:off x="5397541" y="2246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3" name="pt14103"/>
            <p:cNvSpPr/>
            <p:nvPr/>
          </p:nvSpPr>
          <p:spPr>
            <a:xfrm>
              <a:off x="5635160" y="2119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4" name="pt14104"/>
            <p:cNvSpPr/>
            <p:nvPr/>
          </p:nvSpPr>
          <p:spPr>
            <a:xfrm>
              <a:off x="5731502" y="2015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5" name="pt14105"/>
            <p:cNvSpPr/>
            <p:nvPr/>
          </p:nvSpPr>
          <p:spPr>
            <a:xfrm>
              <a:off x="5453174" y="1958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6" name="pt14106"/>
            <p:cNvSpPr/>
            <p:nvPr/>
          </p:nvSpPr>
          <p:spPr>
            <a:xfrm>
              <a:off x="4887686" y="2810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7" name="pt14107"/>
            <p:cNvSpPr/>
            <p:nvPr/>
          </p:nvSpPr>
          <p:spPr>
            <a:xfrm>
              <a:off x="5491109" y="2283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8" name="pt14108"/>
            <p:cNvSpPr/>
            <p:nvPr/>
          </p:nvSpPr>
          <p:spPr>
            <a:xfrm>
              <a:off x="5383674" y="2245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9" name="pt14109"/>
            <p:cNvSpPr/>
            <p:nvPr/>
          </p:nvSpPr>
          <p:spPr>
            <a:xfrm>
              <a:off x="5095063" y="2621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0" name="pt14110"/>
            <p:cNvSpPr/>
            <p:nvPr/>
          </p:nvSpPr>
          <p:spPr>
            <a:xfrm>
              <a:off x="5491774" y="2277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1" name="pt14111"/>
            <p:cNvSpPr/>
            <p:nvPr/>
          </p:nvSpPr>
          <p:spPr>
            <a:xfrm>
              <a:off x="5707322" y="1596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2" name="pt14112"/>
            <p:cNvSpPr/>
            <p:nvPr/>
          </p:nvSpPr>
          <p:spPr>
            <a:xfrm>
              <a:off x="5866447" y="1726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3" name="pt14113"/>
            <p:cNvSpPr/>
            <p:nvPr/>
          </p:nvSpPr>
          <p:spPr>
            <a:xfrm>
              <a:off x="5519420" y="2302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4" name="pt14114"/>
            <p:cNvSpPr/>
            <p:nvPr/>
          </p:nvSpPr>
          <p:spPr>
            <a:xfrm>
              <a:off x="5240834" y="2082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5" name="pt14115"/>
            <p:cNvSpPr/>
            <p:nvPr/>
          </p:nvSpPr>
          <p:spPr>
            <a:xfrm>
              <a:off x="5642144" y="2182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6" name="pt14116"/>
            <p:cNvSpPr/>
            <p:nvPr/>
          </p:nvSpPr>
          <p:spPr>
            <a:xfrm>
              <a:off x="5167112" y="2497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7" name="pt14117"/>
            <p:cNvSpPr/>
            <p:nvPr/>
          </p:nvSpPr>
          <p:spPr>
            <a:xfrm>
              <a:off x="5798572" y="1843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8" name="pt14118"/>
            <p:cNvSpPr/>
            <p:nvPr/>
          </p:nvSpPr>
          <p:spPr>
            <a:xfrm>
              <a:off x="5073386" y="2102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9" name="pt14119"/>
            <p:cNvSpPr/>
            <p:nvPr/>
          </p:nvSpPr>
          <p:spPr>
            <a:xfrm>
              <a:off x="5438978" y="205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0" name="pt14120"/>
            <p:cNvSpPr/>
            <p:nvPr/>
          </p:nvSpPr>
          <p:spPr>
            <a:xfrm>
              <a:off x="5263253" y="2159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1" name="pt14121"/>
            <p:cNvSpPr/>
            <p:nvPr/>
          </p:nvSpPr>
          <p:spPr>
            <a:xfrm>
              <a:off x="5400222" y="2157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2" name="pt14122"/>
            <p:cNvSpPr/>
            <p:nvPr/>
          </p:nvSpPr>
          <p:spPr>
            <a:xfrm>
              <a:off x="5236130" y="2134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3" name="pt14123"/>
            <p:cNvSpPr/>
            <p:nvPr/>
          </p:nvSpPr>
          <p:spPr>
            <a:xfrm>
              <a:off x="5401169" y="2176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4" name="pt14124"/>
            <p:cNvSpPr/>
            <p:nvPr/>
          </p:nvSpPr>
          <p:spPr>
            <a:xfrm>
              <a:off x="5512566" y="2245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5" name="pt14125"/>
            <p:cNvSpPr/>
            <p:nvPr/>
          </p:nvSpPr>
          <p:spPr>
            <a:xfrm>
              <a:off x="5589303" y="1941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6" name="pt14126"/>
            <p:cNvSpPr/>
            <p:nvPr/>
          </p:nvSpPr>
          <p:spPr>
            <a:xfrm>
              <a:off x="4842378" y="2296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7" name="pt14127"/>
            <p:cNvSpPr/>
            <p:nvPr/>
          </p:nvSpPr>
          <p:spPr>
            <a:xfrm>
              <a:off x="5342989" y="2243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8" name="pt14128"/>
            <p:cNvSpPr/>
            <p:nvPr/>
          </p:nvSpPr>
          <p:spPr>
            <a:xfrm>
              <a:off x="5671113" y="1694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9" name="pt14129"/>
            <p:cNvSpPr/>
            <p:nvPr/>
          </p:nvSpPr>
          <p:spPr>
            <a:xfrm>
              <a:off x="5287646" y="1941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0" name="pt14130"/>
            <p:cNvSpPr/>
            <p:nvPr/>
          </p:nvSpPr>
          <p:spPr>
            <a:xfrm>
              <a:off x="5424901" y="1994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1" name="pt14131"/>
            <p:cNvSpPr/>
            <p:nvPr/>
          </p:nvSpPr>
          <p:spPr>
            <a:xfrm>
              <a:off x="5452626" y="1828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2" name="pt14132"/>
            <p:cNvSpPr/>
            <p:nvPr/>
          </p:nvSpPr>
          <p:spPr>
            <a:xfrm>
              <a:off x="5530939" y="2251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3" name="pt14133"/>
            <p:cNvSpPr/>
            <p:nvPr/>
          </p:nvSpPr>
          <p:spPr>
            <a:xfrm>
              <a:off x="5459921" y="2008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4" name="pt14134"/>
            <p:cNvSpPr/>
            <p:nvPr/>
          </p:nvSpPr>
          <p:spPr>
            <a:xfrm>
              <a:off x="5854066" y="1877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5" name="pt14135"/>
            <p:cNvSpPr/>
            <p:nvPr/>
          </p:nvSpPr>
          <p:spPr>
            <a:xfrm>
              <a:off x="5086665" y="1978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6" name="pt14136"/>
            <p:cNvSpPr/>
            <p:nvPr/>
          </p:nvSpPr>
          <p:spPr>
            <a:xfrm>
              <a:off x="4919595" y="1923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7" name="pt14137"/>
            <p:cNvSpPr/>
            <p:nvPr/>
          </p:nvSpPr>
          <p:spPr>
            <a:xfrm>
              <a:off x="5519685" y="2167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8" name="pt14138"/>
            <p:cNvSpPr/>
            <p:nvPr/>
          </p:nvSpPr>
          <p:spPr>
            <a:xfrm>
              <a:off x="5745844" y="1967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9" name="pt14139"/>
            <p:cNvSpPr/>
            <p:nvPr/>
          </p:nvSpPr>
          <p:spPr>
            <a:xfrm>
              <a:off x="5686768" y="2038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0" name="pt14140"/>
            <p:cNvSpPr/>
            <p:nvPr/>
          </p:nvSpPr>
          <p:spPr>
            <a:xfrm>
              <a:off x="5369030" y="2123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1" name="pt14141"/>
            <p:cNvSpPr/>
            <p:nvPr/>
          </p:nvSpPr>
          <p:spPr>
            <a:xfrm>
              <a:off x="5358142" y="2291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2" name="pt14142"/>
            <p:cNvSpPr/>
            <p:nvPr/>
          </p:nvSpPr>
          <p:spPr>
            <a:xfrm>
              <a:off x="4781065" y="2326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3" name="pt14143"/>
            <p:cNvSpPr/>
            <p:nvPr/>
          </p:nvSpPr>
          <p:spPr>
            <a:xfrm>
              <a:off x="5575103" y="2043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4" name="pt14144"/>
            <p:cNvSpPr/>
            <p:nvPr/>
          </p:nvSpPr>
          <p:spPr>
            <a:xfrm>
              <a:off x="5454475" y="2094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5" name="pt14145"/>
            <p:cNvSpPr/>
            <p:nvPr/>
          </p:nvSpPr>
          <p:spPr>
            <a:xfrm>
              <a:off x="5445230" y="2032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6" name="pt14146"/>
            <p:cNvSpPr/>
            <p:nvPr/>
          </p:nvSpPr>
          <p:spPr>
            <a:xfrm>
              <a:off x="5380561" y="2206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7" name="pt14147"/>
            <p:cNvSpPr/>
            <p:nvPr/>
          </p:nvSpPr>
          <p:spPr>
            <a:xfrm>
              <a:off x="5564625" y="2235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8" name="pt14148"/>
            <p:cNvSpPr/>
            <p:nvPr/>
          </p:nvSpPr>
          <p:spPr>
            <a:xfrm>
              <a:off x="5464234" y="2110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9" name="pt14149"/>
            <p:cNvSpPr/>
            <p:nvPr/>
          </p:nvSpPr>
          <p:spPr>
            <a:xfrm>
              <a:off x="5381055" y="2138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0" name="pt14150"/>
            <p:cNvSpPr/>
            <p:nvPr/>
          </p:nvSpPr>
          <p:spPr>
            <a:xfrm>
              <a:off x="5147851" y="2700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1" name="pt14151"/>
            <p:cNvSpPr/>
            <p:nvPr/>
          </p:nvSpPr>
          <p:spPr>
            <a:xfrm>
              <a:off x="5578855" y="1902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2" name="pt14152"/>
            <p:cNvSpPr/>
            <p:nvPr/>
          </p:nvSpPr>
          <p:spPr>
            <a:xfrm>
              <a:off x="5428573" y="2095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3" name="pt14153"/>
            <p:cNvSpPr/>
            <p:nvPr/>
          </p:nvSpPr>
          <p:spPr>
            <a:xfrm>
              <a:off x="5167876" y="2056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4" name="pt14154"/>
            <p:cNvSpPr/>
            <p:nvPr/>
          </p:nvSpPr>
          <p:spPr>
            <a:xfrm>
              <a:off x="5206067" y="2100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5" name="pt14155"/>
            <p:cNvSpPr/>
            <p:nvPr/>
          </p:nvSpPr>
          <p:spPr>
            <a:xfrm>
              <a:off x="5367741" y="1937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6" name="pt14156"/>
            <p:cNvSpPr/>
            <p:nvPr/>
          </p:nvSpPr>
          <p:spPr>
            <a:xfrm>
              <a:off x="5414279" y="219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7" name="pt14157"/>
            <p:cNvSpPr/>
            <p:nvPr/>
          </p:nvSpPr>
          <p:spPr>
            <a:xfrm>
              <a:off x="5459984" y="2104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8" name="pt14158"/>
            <p:cNvSpPr/>
            <p:nvPr/>
          </p:nvSpPr>
          <p:spPr>
            <a:xfrm>
              <a:off x="5504150" y="2232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9" name="pt14159"/>
            <p:cNvSpPr/>
            <p:nvPr/>
          </p:nvSpPr>
          <p:spPr>
            <a:xfrm>
              <a:off x="5608385" y="2008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0" name="pt14160"/>
            <p:cNvSpPr/>
            <p:nvPr/>
          </p:nvSpPr>
          <p:spPr>
            <a:xfrm>
              <a:off x="5416930" y="2172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1" name="pt14161"/>
            <p:cNvSpPr/>
            <p:nvPr/>
          </p:nvSpPr>
          <p:spPr>
            <a:xfrm>
              <a:off x="5031902" y="2254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2" name="pt14162"/>
            <p:cNvSpPr/>
            <p:nvPr/>
          </p:nvSpPr>
          <p:spPr>
            <a:xfrm>
              <a:off x="5456712" y="1885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3" name="pt14163"/>
            <p:cNvSpPr/>
            <p:nvPr/>
          </p:nvSpPr>
          <p:spPr>
            <a:xfrm>
              <a:off x="5230515" y="2007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4" name="pt14164"/>
            <p:cNvSpPr/>
            <p:nvPr/>
          </p:nvSpPr>
          <p:spPr>
            <a:xfrm>
              <a:off x="5834693" y="1681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5" name="pt14165"/>
            <p:cNvSpPr/>
            <p:nvPr/>
          </p:nvSpPr>
          <p:spPr>
            <a:xfrm>
              <a:off x="5481376" y="2163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6" name="pt14166"/>
            <p:cNvSpPr/>
            <p:nvPr/>
          </p:nvSpPr>
          <p:spPr>
            <a:xfrm>
              <a:off x="5088389" y="1826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7" name="pt14167"/>
            <p:cNvSpPr/>
            <p:nvPr/>
          </p:nvSpPr>
          <p:spPr>
            <a:xfrm>
              <a:off x="5260134" y="2197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8" name="pt14168"/>
            <p:cNvSpPr/>
            <p:nvPr/>
          </p:nvSpPr>
          <p:spPr>
            <a:xfrm>
              <a:off x="5389211" y="2250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9" name="pt14169"/>
            <p:cNvSpPr/>
            <p:nvPr/>
          </p:nvSpPr>
          <p:spPr>
            <a:xfrm>
              <a:off x="5418608" y="2099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0" name="pt14170"/>
            <p:cNvSpPr/>
            <p:nvPr/>
          </p:nvSpPr>
          <p:spPr>
            <a:xfrm>
              <a:off x="5490719" y="2263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1" name="pt14171"/>
            <p:cNvSpPr/>
            <p:nvPr/>
          </p:nvSpPr>
          <p:spPr>
            <a:xfrm>
              <a:off x="5384900" y="2164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2" name="pt14172"/>
            <p:cNvSpPr/>
            <p:nvPr/>
          </p:nvSpPr>
          <p:spPr>
            <a:xfrm>
              <a:off x="5294863" y="2094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3" name="pt14173"/>
            <p:cNvSpPr/>
            <p:nvPr/>
          </p:nvSpPr>
          <p:spPr>
            <a:xfrm>
              <a:off x="5313694" y="2071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4" name="pt14174"/>
            <p:cNvSpPr/>
            <p:nvPr/>
          </p:nvSpPr>
          <p:spPr>
            <a:xfrm>
              <a:off x="5025419" y="2149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5" name="pt14175"/>
            <p:cNvSpPr/>
            <p:nvPr/>
          </p:nvSpPr>
          <p:spPr>
            <a:xfrm>
              <a:off x="5236669" y="2073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6" name="pt14176"/>
            <p:cNvSpPr/>
            <p:nvPr/>
          </p:nvSpPr>
          <p:spPr>
            <a:xfrm>
              <a:off x="5126431" y="2790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7" name="pt14177"/>
            <p:cNvSpPr/>
            <p:nvPr/>
          </p:nvSpPr>
          <p:spPr>
            <a:xfrm>
              <a:off x="5251255" y="2228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8" name="pt14178"/>
            <p:cNvSpPr/>
            <p:nvPr/>
          </p:nvSpPr>
          <p:spPr>
            <a:xfrm>
              <a:off x="5597784" y="1956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9" name="pt14179"/>
            <p:cNvSpPr/>
            <p:nvPr/>
          </p:nvSpPr>
          <p:spPr>
            <a:xfrm>
              <a:off x="5621874" y="1957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0" name="pt14180"/>
            <p:cNvSpPr/>
            <p:nvPr/>
          </p:nvSpPr>
          <p:spPr>
            <a:xfrm>
              <a:off x="5355929" y="2390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1" name="pt14181"/>
            <p:cNvSpPr/>
            <p:nvPr/>
          </p:nvSpPr>
          <p:spPr>
            <a:xfrm>
              <a:off x="5325271" y="2212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2" name="pt14182"/>
            <p:cNvSpPr/>
            <p:nvPr/>
          </p:nvSpPr>
          <p:spPr>
            <a:xfrm>
              <a:off x="5976816" y="1748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3" name="pt14183"/>
            <p:cNvSpPr/>
            <p:nvPr/>
          </p:nvSpPr>
          <p:spPr>
            <a:xfrm>
              <a:off x="5644814" y="1872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4" name="pt14184"/>
            <p:cNvSpPr/>
            <p:nvPr/>
          </p:nvSpPr>
          <p:spPr>
            <a:xfrm>
              <a:off x="5293633" y="1995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5" name="pt14185"/>
            <p:cNvSpPr/>
            <p:nvPr/>
          </p:nvSpPr>
          <p:spPr>
            <a:xfrm>
              <a:off x="5195871" y="2164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6" name="pt14186"/>
            <p:cNvSpPr/>
            <p:nvPr/>
          </p:nvSpPr>
          <p:spPr>
            <a:xfrm>
              <a:off x="5501896" y="2085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7" name="pt14187"/>
            <p:cNvSpPr/>
            <p:nvPr/>
          </p:nvSpPr>
          <p:spPr>
            <a:xfrm>
              <a:off x="5319991" y="2154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8" name="pt14188"/>
            <p:cNvSpPr/>
            <p:nvPr/>
          </p:nvSpPr>
          <p:spPr>
            <a:xfrm>
              <a:off x="5384386" y="2187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9" name="pt14189"/>
            <p:cNvSpPr/>
            <p:nvPr/>
          </p:nvSpPr>
          <p:spPr>
            <a:xfrm>
              <a:off x="5387205" y="2142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0" name="pt14190"/>
            <p:cNvSpPr/>
            <p:nvPr/>
          </p:nvSpPr>
          <p:spPr>
            <a:xfrm>
              <a:off x="5415238" y="2188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1" name="pt14191"/>
            <p:cNvSpPr/>
            <p:nvPr/>
          </p:nvSpPr>
          <p:spPr>
            <a:xfrm>
              <a:off x="4931645" y="2236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2" name="pt14192"/>
            <p:cNvSpPr/>
            <p:nvPr/>
          </p:nvSpPr>
          <p:spPr>
            <a:xfrm>
              <a:off x="5258602" y="2106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3" name="pt14193"/>
            <p:cNvSpPr/>
            <p:nvPr/>
          </p:nvSpPr>
          <p:spPr>
            <a:xfrm>
              <a:off x="5979204" y="2158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4" name="pt14194"/>
            <p:cNvSpPr/>
            <p:nvPr/>
          </p:nvSpPr>
          <p:spPr>
            <a:xfrm>
              <a:off x="5398912" y="2243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5" name="pt14195"/>
            <p:cNvSpPr/>
            <p:nvPr/>
          </p:nvSpPr>
          <p:spPr>
            <a:xfrm>
              <a:off x="5460586" y="2097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6" name="pt14196"/>
            <p:cNvSpPr/>
            <p:nvPr/>
          </p:nvSpPr>
          <p:spPr>
            <a:xfrm>
              <a:off x="5740125" y="1990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7" name="pt14197"/>
            <p:cNvSpPr/>
            <p:nvPr/>
          </p:nvSpPr>
          <p:spPr>
            <a:xfrm>
              <a:off x="5557382" y="2280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8" name="pt14198"/>
            <p:cNvSpPr/>
            <p:nvPr/>
          </p:nvSpPr>
          <p:spPr>
            <a:xfrm>
              <a:off x="5386641" y="2216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9" name="pt14199"/>
            <p:cNvSpPr/>
            <p:nvPr/>
          </p:nvSpPr>
          <p:spPr>
            <a:xfrm>
              <a:off x="5609772" y="2064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0" name="pt14200"/>
            <p:cNvSpPr/>
            <p:nvPr/>
          </p:nvSpPr>
          <p:spPr>
            <a:xfrm>
              <a:off x="5788627" y="1930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1" name="pt14201"/>
            <p:cNvSpPr/>
            <p:nvPr/>
          </p:nvSpPr>
          <p:spPr>
            <a:xfrm>
              <a:off x="5667929" y="1826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2" name="pt14202"/>
            <p:cNvSpPr/>
            <p:nvPr/>
          </p:nvSpPr>
          <p:spPr>
            <a:xfrm>
              <a:off x="5432090" y="2137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3" name="pt14203"/>
            <p:cNvSpPr/>
            <p:nvPr/>
          </p:nvSpPr>
          <p:spPr>
            <a:xfrm>
              <a:off x="5162723" y="2074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4" name="pt14204"/>
            <p:cNvSpPr/>
            <p:nvPr/>
          </p:nvSpPr>
          <p:spPr>
            <a:xfrm>
              <a:off x="5297646" y="2272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5" name="pt14205"/>
            <p:cNvSpPr/>
            <p:nvPr/>
          </p:nvSpPr>
          <p:spPr>
            <a:xfrm>
              <a:off x="5312236" y="222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6" name="pt14206"/>
            <p:cNvSpPr/>
            <p:nvPr/>
          </p:nvSpPr>
          <p:spPr>
            <a:xfrm>
              <a:off x="5287545" y="2152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7" name="pt14207"/>
            <p:cNvSpPr/>
            <p:nvPr/>
          </p:nvSpPr>
          <p:spPr>
            <a:xfrm>
              <a:off x="5423482" y="212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8" name="pt14208"/>
            <p:cNvSpPr/>
            <p:nvPr/>
          </p:nvSpPr>
          <p:spPr>
            <a:xfrm>
              <a:off x="4786784" y="2773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9" name="pt14209"/>
            <p:cNvSpPr/>
            <p:nvPr/>
          </p:nvSpPr>
          <p:spPr>
            <a:xfrm>
              <a:off x="5131096" y="2732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0" name="pt14210"/>
            <p:cNvSpPr/>
            <p:nvPr/>
          </p:nvSpPr>
          <p:spPr>
            <a:xfrm>
              <a:off x="5735722" y="2027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1" name="pt14211"/>
            <p:cNvSpPr/>
            <p:nvPr/>
          </p:nvSpPr>
          <p:spPr>
            <a:xfrm>
              <a:off x="5392335" y="2266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2" name="pt14212"/>
            <p:cNvSpPr/>
            <p:nvPr/>
          </p:nvSpPr>
          <p:spPr>
            <a:xfrm>
              <a:off x="5175724" y="2289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3" name="pt14213"/>
            <p:cNvSpPr/>
            <p:nvPr/>
          </p:nvSpPr>
          <p:spPr>
            <a:xfrm>
              <a:off x="5632023" y="2012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4" name="pt14214"/>
            <p:cNvSpPr/>
            <p:nvPr/>
          </p:nvSpPr>
          <p:spPr>
            <a:xfrm>
              <a:off x="5531025" y="2333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5" name="pt14215"/>
            <p:cNvSpPr/>
            <p:nvPr/>
          </p:nvSpPr>
          <p:spPr>
            <a:xfrm>
              <a:off x="5423548" y="2208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6" name="pt14216"/>
            <p:cNvSpPr/>
            <p:nvPr/>
          </p:nvSpPr>
          <p:spPr>
            <a:xfrm>
              <a:off x="5277242" y="2178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7" name="pt14217"/>
            <p:cNvSpPr/>
            <p:nvPr/>
          </p:nvSpPr>
          <p:spPr>
            <a:xfrm>
              <a:off x="5258538" y="2245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8" name="pt14218"/>
            <p:cNvSpPr/>
            <p:nvPr/>
          </p:nvSpPr>
          <p:spPr>
            <a:xfrm>
              <a:off x="5583169" y="2042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9" name="pt14219"/>
            <p:cNvSpPr/>
            <p:nvPr/>
          </p:nvSpPr>
          <p:spPr>
            <a:xfrm>
              <a:off x="5472233" y="2109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0" name="pt14220"/>
            <p:cNvSpPr/>
            <p:nvPr/>
          </p:nvSpPr>
          <p:spPr>
            <a:xfrm>
              <a:off x="5464125" y="1962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1" name="pt14221"/>
            <p:cNvSpPr/>
            <p:nvPr/>
          </p:nvSpPr>
          <p:spPr>
            <a:xfrm>
              <a:off x="5907320" y="1712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2" name="pt14222"/>
            <p:cNvSpPr/>
            <p:nvPr/>
          </p:nvSpPr>
          <p:spPr>
            <a:xfrm>
              <a:off x="5493706" y="2340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3" name="pt14223"/>
            <p:cNvSpPr/>
            <p:nvPr/>
          </p:nvSpPr>
          <p:spPr>
            <a:xfrm>
              <a:off x="5412554" y="2112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4" name="pt14224"/>
            <p:cNvSpPr/>
            <p:nvPr/>
          </p:nvSpPr>
          <p:spPr>
            <a:xfrm>
              <a:off x="5223516" y="1990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5" name="pt14225"/>
            <p:cNvSpPr/>
            <p:nvPr/>
          </p:nvSpPr>
          <p:spPr>
            <a:xfrm>
              <a:off x="5910741" y="1719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6" name="pt14226"/>
            <p:cNvSpPr/>
            <p:nvPr/>
          </p:nvSpPr>
          <p:spPr>
            <a:xfrm>
              <a:off x="5102016" y="2481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7" name="pt14227"/>
            <p:cNvSpPr/>
            <p:nvPr/>
          </p:nvSpPr>
          <p:spPr>
            <a:xfrm>
              <a:off x="5307835" y="2114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8" name="pt14228"/>
            <p:cNvSpPr/>
            <p:nvPr/>
          </p:nvSpPr>
          <p:spPr>
            <a:xfrm>
              <a:off x="5564948" y="2273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9" name="pt14229"/>
            <p:cNvSpPr/>
            <p:nvPr/>
          </p:nvSpPr>
          <p:spPr>
            <a:xfrm>
              <a:off x="5535697" y="2284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0" name="pt14230"/>
            <p:cNvSpPr/>
            <p:nvPr/>
          </p:nvSpPr>
          <p:spPr>
            <a:xfrm>
              <a:off x="5283845" y="1996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1" name="pt14231"/>
            <p:cNvSpPr/>
            <p:nvPr/>
          </p:nvSpPr>
          <p:spPr>
            <a:xfrm>
              <a:off x="5407085" y="2230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2" name="pt14232"/>
            <p:cNvSpPr/>
            <p:nvPr/>
          </p:nvSpPr>
          <p:spPr>
            <a:xfrm>
              <a:off x="5319930" y="2225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3" name="pt14233"/>
            <p:cNvSpPr/>
            <p:nvPr/>
          </p:nvSpPr>
          <p:spPr>
            <a:xfrm>
              <a:off x="5468598" y="2100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4" name="pt14234"/>
            <p:cNvSpPr/>
            <p:nvPr/>
          </p:nvSpPr>
          <p:spPr>
            <a:xfrm>
              <a:off x="5365812" y="1970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5" name="pt14235"/>
            <p:cNvSpPr/>
            <p:nvPr/>
          </p:nvSpPr>
          <p:spPr>
            <a:xfrm>
              <a:off x="5723834" y="1797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6" name="pt14236"/>
            <p:cNvSpPr/>
            <p:nvPr/>
          </p:nvSpPr>
          <p:spPr>
            <a:xfrm>
              <a:off x="5164193" y="2251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7" name="pt14237"/>
            <p:cNvSpPr/>
            <p:nvPr/>
          </p:nvSpPr>
          <p:spPr>
            <a:xfrm>
              <a:off x="5501747" y="2026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8" name="pt14238"/>
            <p:cNvSpPr/>
            <p:nvPr/>
          </p:nvSpPr>
          <p:spPr>
            <a:xfrm>
              <a:off x="5253396" y="2204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9" name="pt14239"/>
            <p:cNvSpPr/>
            <p:nvPr/>
          </p:nvSpPr>
          <p:spPr>
            <a:xfrm>
              <a:off x="4825017" y="2218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0" name="pt14240"/>
            <p:cNvSpPr/>
            <p:nvPr/>
          </p:nvSpPr>
          <p:spPr>
            <a:xfrm>
              <a:off x="5252127" y="2202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1" name="pt14241"/>
            <p:cNvSpPr/>
            <p:nvPr/>
          </p:nvSpPr>
          <p:spPr>
            <a:xfrm>
              <a:off x="5564045" y="2303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2" name="pt14242"/>
            <p:cNvSpPr/>
            <p:nvPr/>
          </p:nvSpPr>
          <p:spPr>
            <a:xfrm>
              <a:off x="5084913" y="1964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3" name="pt14243"/>
            <p:cNvSpPr/>
            <p:nvPr/>
          </p:nvSpPr>
          <p:spPr>
            <a:xfrm>
              <a:off x="5685938" y="1992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4" name="pt14244"/>
            <p:cNvSpPr/>
            <p:nvPr/>
          </p:nvSpPr>
          <p:spPr>
            <a:xfrm>
              <a:off x="4970110" y="2540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5" name="pt14245"/>
            <p:cNvSpPr/>
            <p:nvPr/>
          </p:nvSpPr>
          <p:spPr>
            <a:xfrm>
              <a:off x="5979933" y="1862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6" name="pt14246"/>
            <p:cNvSpPr/>
            <p:nvPr/>
          </p:nvSpPr>
          <p:spPr>
            <a:xfrm>
              <a:off x="5387668" y="2171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7" name="pt14247"/>
            <p:cNvSpPr/>
            <p:nvPr/>
          </p:nvSpPr>
          <p:spPr>
            <a:xfrm>
              <a:off x="5066492" y="2425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8" name="pt14248"/>
            <p:cNvSpPr/>
            <p:nvPr/>
          </p:nvSpPr>
          <p:spPr>
            <a:xfrm>
              <a:off x="5370416" y="2046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9" name="pt14249"/>
            <p:cNvSpPr/>
            <p:nvPr/>
          </p:nvSpPr>
          <p:spPr>
            <a:xfrm>
              <a:off x="5427980" y="2111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0" name="pt14250"/>
            <p:cNvSpPr/>
            <p:nvPr/>
          </p:nvSpPr>
          <p:spPr>
            <a:xfrm>
              <a:off x="5208158" y="2237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1" name="pt14251"/>
            <p:cNvSpPr/>
            <p:nvPr/>
          </p:nvSpPr>
          <p:spPr>
            <a:xfrm>
              <a:off x="5274860" y="2136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2" name="pt14252"/>
            <p:cNvSpPr/>
            <p:nvPr/>
          </p:nvSpPr>
          <p:spPr>
            <a:xfrm>
              <a:off x="5415158" y="2186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3" name="pt14253"/>
            <p:cNvSpPr/>
            <p:nvPr/>
          </p:nvSpPr>
          <p:spPr>
            <a:xfrm>
              <a:off x="5339465" y="2172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4" name="pt14254"/>
            <p:cNvSpPr/>
            <p:nvPr/>
          </p:nvSpPr>
          <p:spPr>
            <a:xfrm>
              <a:off x="5390960" y="2247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5" name="pt14255"/>
            <p:cNvSpPr/>
            <p:nvPr/>
          </p:nvSpPr>
          <p:spPr>
            <a:xfrm>
              <a:off x="5493099" y="2184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6" name="pt14256"/>
            <p:cNvSpPr/>
            <p:nvPr/>
          </p:nvSpPr>
          <p:spPr>
            <a:xfrm>
              <a:off x="4995752" y="2747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7" name="pt14257"/>
            <p:cNvSpPr/>
            <p:nvPr/>
          </p:nvSpPr>
          <p:spPr>
            <a:xfrm>
              <a:off x="5402229" y="2283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8" name="pt14258"/>
            <p:cNvSpPr/>
            <p:nvPr/>
          </p:nvSpPr>
          <p:spPr>
            <a:xfrm>
              <a:off x="5175422" y="2516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9" name="pt14259"/>
            <p:cNvSpPr/>
            <p:nvPr/>
          </p:nvSpPr>
          <p:spPr>
            <a:xfrm>
              <a:off x="5384145" y="2185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0" name="pt14260"/>
            <p:cNvSpPr/>
            <p:nvPr/>
          </p:nvSpPr>
          <p:spPr>
            <a:xfrm>
              <a:off x="5009913" y="2125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1" name="pt14261"/>
            <p:cNvSpPr/>
            <p:nvPr/>
          </p:nvSpPr>
          <p:spPr>
            <a:xfrm>
              <a:off x="5538217" y="2213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2" name="pt14262"/>
            <p:cNvSpPr/>
            <p:nvPr/>
          </p:nvSpPr>
          <p:spPr>
            <a:xfrm>
              <a:off x="5563770" y="2243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3" name="pt14263"/>
            <p:cNvSpPr/>
            <p:nvPr/>
          </p:nvSpPr>
          <p:spPr>
            <a:xfrm>
              <a:off x="5494286" y="2300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4" name="pt14264"/>
            <p:cNvSpPr/>
            <p:nvPr/>
          </p:nvSpPr>
          <p:spPr>
            <a:xfrm>
              <a:off x="5054891" y="2209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5" name="pt14265"/>
            <p:cNvSpPr/>
            <p:nvPr/>
          </p:nvSpPr>
          <p:spPr>
            <a:xfrm>
              <a:off x="5513496" y="2206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6" name="pt14266"/>
            <p:cNvSpPr/>
            <p:nvPr/>
          </p:nvSpPr>
          <p:spPr>
            <a:xfrm>
              <a:off x="5581706" y="192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7" name="pt14267"/>
            <p:cNvSpPr/>
            <p:nvPr/>
          </p:nvSpPr>
          <p:spPr>
            <a:xfrm>
              <a:off x="6010418" y="184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8" name="pt14268"/>
            <p:cNvSpPr/>
            <p:nvPr/>
          </p:nvSpPr>
          <p:spPr>
            <a:xfrm>
              <a:off x="5021023" y="2248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9" name="pt14269"/>
            <p:cNvSpPr/>
            <p:nvPr/>
          </p:nvSpPr>
          <p:spPr>
            <a:xfrm>
              <a:off x="5051966" y="2459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0" name="pt14270"/>
            <p:cNvSpPr/>
            <p:nvPr/>
          </p:nvSpPr>
          <p:spPr>
            <a:xfrm>
              <a:off x="4752968" y="2575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1" name="pt14271"/>
            <p:cNvSpPr/>
            <p:nvPr/>
          </p:nvSpPr>
          <p:spPr>
            <a:xfrm>
              <a:off x="5261699" y="215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2" name="pt14272"/>
            <p:cNvSpPr/>
            <p:nvPr/>
          </p:nvSpPr>
          <p:spPr>
            <a:xfrm>
              <a:off x="5729322" y="1917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3" name="pt14273"/>
            <p:cNvSpPr/>
            <p:nvPr/>
          </p:nvSpPr>
          <p:spPr>
            <a:xfrm>
              <a:off x="5066809" y="2454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4" name="pt14274"/>
            <p:cNvSpPr/>
            <p:nvPr/>
          </p:nvSpPr>
          <p:spPr>
            <a:xfrm>
              <a:off x="5615088" y="2105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5" name="pt14275"/>
            <p:cNvSpPr/>
            <p:nvPr/>
          </p:nvSpPr>
          <p:spPr>
            <a:xfrm>
              <a:off x="5726298" y="1795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6" name="pt14276"/>
            <p:cNvSpPr/>
            <p:nvPr/>
          </p:nvSpPr>
          <p:spPr>
            <a:xfrm>
              <a:off x="5851976" y="1597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7" name="pt14277"/>
            <p:cNvSpPr/>
            <p:nvPr/>
          </p:nvSpPr>
          <p:spPr>
            <a:xfrm>
              <a:off x="5252362" y="2150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8" name="pt14278"/>
            <p:cNvSpPr/>
            <p:nvPr/>
          </p:nvSpPr>
          <p:spPr>
            <a:xfrm>
              <a:off x="5680157" y="1977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9" name="pt14279"/>
            <p:cNvSpPr/>
            <p:nvPr/>
          </p:nvSpPr>
          <p:spPr>
            <a:xfrm>
              <a:off x="5444350" y="2132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0" name="pt14280"/>
            <p:cNvSpPr/>
            <p:nvPr/>
          </p:nvSpPr>
          <p:spPr>
            <a:xfrm>
              <a:off x="5277909" y="2219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1" name="pt14281"/>
            <p:cNvSpPr/>
            <p:nvPr/>
          </p:nvSpPr>
          <p:spPr>
            <a:xfrm>
              <a:off x="4938258" y="2022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2" name="pt14282"/>
            <p:cNvSpPr/>
            <p:nvPr/>
          </p:nvSpPr>
          <p:spPr>
            <a:xfrm>
              <a:off x="5445900" y="1908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3" name="pt14283"/>
            <p:cNvSpPr/>
            <p:nvPr/>
          </p:nvSpPr>
          <p:spPr>
            <a:xfrm>
              <a:off x="4964532" y="2407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4" name="pt14284"/>
            <p:cNvSpPr/>
            <p:nvPr/>
          </p:nvSpPr>
          <p:spPr>
            <a:xfrm>
              <a:off x="4931278" y="2274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5" name="pt14285"/>
            <p:cNvSpPr/>
            <p:nvPr/>
          </p:nvSpPr>
          <p:spPr>
            <a:xfrm>
              <a:off x="5562901" y="2361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6" name="pt14286"/>
            <p:cNvSpPr/>
            <p:nvPr/>
          </p:nvSpPr>
          <p:spPr>
            <a:xfrm>
              <a:off x="5271253" y="2112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7" name="pt14287"/>
            <p:cNvSpPr/>
            <p:nvPr/>
          </p:nvSpPr>
          <p:spPr>
            <a:xfrm>
              <a:off x="4977595" y="2468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8" name="pt14288"/>
            <p:cNvSpPr/>
            <p:nvPr/>
          </p:nvSpPr>
          <p:spPr>
            <a:xfrm>
              <a:off x="5498932" y="2024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9" name="pt14289"/>
            <p:cNvSpPr/>
            <p:nvPr/>
          </p:nvSpPr>
          <p:spPr>
            <a:xfrm>
              <a:off x="5153210" y="2465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0" name="pt14290"/>
            <p:cNvSpPr/>
            <p:nvPr/>
          </p:nvSpPr>
          <p:spPr>
            <a:xfrm>
              <a:off x="5774924" y="1891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1" name="pt14291"/>
            <p:cNvSpPr/>
            <p:nvPr/>
          </p:nvSpPr>
          <p:spPr>
            <a:xfrm>
              <a:off x="5446084" y="2017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2" name="pt14292"/>
            <p:cNvSpPr/>
            <p:nvPr/>
          </p:nvSpPr>
          <p:spPr>
            <a:xfrm>
              <a:off x="5480583" y="2219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3" name="pt14293"/>
            <p:cNvSpPr/>
            <p:nvPr/>
          </p:nvSpPr>
          <p:spPr>
            <a:xfrm>
              <a:off x="5156992" y="2459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4" name="pt14294"/>
            <p:cNvSpPr/>
            <p:nvPr/>
          </p:nvSpPr>
          <p:spPr>
            <a:xfrm>
              <a:off x="5297038" y="2083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5" name="pt14295"/>
            <p:cNvSpPr/>
            <p:nvPr/>
          </p:nvSpPr>
          <p:spPr>
            <a:xfrm>
              <a:off x="5535854" y="2344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6" name="pt14296"/>
            <p:cNvSpPr/>
            <p:nvPr/>
          </p:nvSpPr>
          <p:spPr>
            <a:xfrm>
              <a:off x="5563403" y="2214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7" name="pt14297"/>
            <p:cNvSpPr/>
            <p:nvPr/>
          </p:nvSpPr>
          <p:spPr>
            <a:xfrm>
              <a:off x="5316743" y="2257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8" name="pt14298"/>
            <p:cNvSpPr/>
            <p:nvPr/>
          </p:nvSpPr>
          <p:spPr>
            <a:xfrm>
              <a:off x="5496237" y="2155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9" name="pt14299"/>
            <p:cNvSpPr/>
            <p:nvPr/>
          </p:nvSpPr>
          <p:spPr>
            <a:xfrm>
              <a:off x="5482334" y="2120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0" name="pt14300"/>
            <p:cNvSpPr/>
            <p:nvPr/>
          </p:nvSpPr>
          <p:spPr>
            <a:xfrm>
              <a:off x="5644915" y="1892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1" name="pt14301"/>
            <p:cNvSpPr/>
            <p:nvPr/>
          </p:nvSpPr>
          <p:spPr>
            <a:xfrm>
              <a:off x="5482768" y="2186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2" name="pt14302"/>
            <p:cNvSpPr/>
            <p:nvPr/>
          </p:nvSpPr>
          <p:spPr>
            <a:xfrm>
              <a:off x="5489097" y="2245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3" name="pt14303"/>
            <p:cNvSpPr/>
            <p:nvPr/>
          </p:nvSpPr>
          <p:spPr>
            <a:xfrm>
              <a:off x="5482340" y="2284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4" name="pt14304"/>
            <p:cNvSpPr/>
            <p:nvPr/>
          </p:nvSpPr>
          <p:spPr>
            <a:xfrm>
              <a:off x="5778985" y="2113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5" name="pt14305"/>
            <p:cNvSpPr/>
            <p:nvPr/>
          </p:nvSpPr>
          <p:spPr>
            <a:xfrm>
              <a:off x="5399507" y="2144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6" name="pt14306"/>
            <p:cNvSpPr/>
            <p:nvPr/>
          </p:nvSpPr>
          <p:spPr>
            <a:xfrm>
              <a:off x="5091197" y="2398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7" name="pt14307"/>
            <p:cNvSpPr/>
            <p:nvPr/>
          </p:nvSpPr>
          <p:spPr>
            <a:xfrm>
              <a:off x="5588959" y="2034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8" name="pt14308"/>
            <p:cNvSpPr/>
            <p:nvPr/>
          </p:nvSpPr>
          <p:spPr>
            <a:xfrm>
              <a:off x="5480174" y="2221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9" name="pt14309"/>
            <p:cNvSpPr/>
            <p:nvPr/>
          </p:nvSpPr>
          <p:spPr>
            <a:xfrm>
              <a:off x="5696271" y="1985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0" name="pt14310"/>
            <p:cNvSpPr/>
            <p:nvPr/>
          </p:nvSpPr>
          <p:spPr>
            <a:xfrm>
              <a:off x="5577057" y="2069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1" name="pt14311"/>
            <p:cNvSpPr/>
            <p:nvPr/>
          </p:nvSpPr>
          <p:spPr>
            <a:xfrm>
              <a:off x="5093816" y="2460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2" name="pt14312"/>
            <p:cNvSpPr/>
            <p:nvPr/>
          </p:nvSpPr>
          <p:spPr>
            <a:xfrm>
              <a:off x="5509478" y="2184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3" name="pt14313"/>
            <p:cNvSpPr/>
            <p:nvPr/>
          </p:nvSpPr>
          <p:spPr>
            <a:xfrm>
              <a:off x="5203762" y="2195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4" name="pt14314"/>
            <p:cNvSpPr/>
            <p:nvPr/>
          </p:nvSpPr>
          <p:spPr>
            <a:xfrm>
              <a:off x="5236792" y="2241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5" name="pt14315"/>
            <p:cNvSpPr/>
            <p:nvPr/>
          </p:nvSpPr>
          <p:spPr>
            <a:xfrm>
              <a:off x="5223022" y="1953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6" name="pt14316"/>
            <p:cNvSpPr/>
            <p:nvPr/>
          </p:nvSpPr>
          <p:spPr>
            <a:xfrm>
              <a:off x="5436862" y="1837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7" name="pt14317"/>
            <p:cNvSpPr/>
            <p:nvPr/>
          </p:nvSpPr>
          <p:spPr>
            <a:xfrm>
              <a:off x="5050722" y="2352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8" name="pt14318"/>
            <p:cNvSpPr/>
            <p:nvPr/>
          </p:nvSpPr>
          <p:spPr>
            <a:xfrm>
              <a:off x="5640467" y="2018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9" name="pt14319"/>
            <p:cNvSpPr/>
            <p:nvPr/>
          </p:nvSpPr>
          <p:spPr>
            <a:xfrm>
              <a:off x="5522928" y="2064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0" name="pt14320"/>
            <p:cNvSpPr/>
            <p:nvPr/>
          </p:nvSpPr>
          <p:spPr>
            <a:xfrm>
              <a:off x="5018390" y="2268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1" name="pt14321"/>
            <p:cNvSpPr/>
            <p:nvPr/>
          </p:nvSpPr>
          <p:spPr>
            <a:xfrm>
              <a:off x="5467307" y="2111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2" name="pt14322"/>
            <p:cNvSpPr/>
            <p:nvPr/>
          </p:nvSpPr>
          <p:spPr>
            <a:xfrm>
              <a:off x="5568588" y="1907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3" name="pt14323"/>
            <p:cNvSpPr/>
            <p:nvPr/>
          </p:nvSpPr>
          <p:spPr>
            <a:xfrm>
              <a:off x="5577768" y="2184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4" name="pt14324"/>
            <p:cNvSpPr/>
            <p:nvPr/>
          </p:nvSpPr>
          <p:spPr>
            <a:xfrm>
              <a:off x="5600177" y="1925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5" name="pt14325"/>
            <p:cNvSpPr/>
            <p:nvPr/>
          </p:nvSpPr>
          <p:spPr>
            <a:xfrm>
              <a:off x="5630530" y="1992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6" name="pt14326"/>
            <p:cNvSpPr/>
            <p:nvPr/>
          </p:nvSpPr>
          <p:spPr>
            <a:xfrm>
              <a:off x="5514504" y="2121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7" name="pt14327"/>
            <p:cNvSpPr/>
            <p:nvPr/>
          </p:nvSpPr>
          <p:spPr>
            <a:xfrm>
              <a:off x="5187291" y="2242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8" name="pt14328"/>
            <p:cNvSpPr/>
            <p:nvPr/>
          </p:nvSpPr>
          <p:spPr>
            <a:xfrm>
              <a:off x="5401561" y="2197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9" name="pt14329"/>
            <p:cNvSpPr/>
            <p:nvPr/>
          </p:nvSpPr>
          <p:spPr>
            <a:xfrm>
              <a:off x="5528795" y="2205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0" name="pt14330"/>
            <p:cNvSpPr/>
            <p:nvPr/>
          </p:nvSpPr>
          <p:spPr>
            <a:xfrm>
              <a:off x="5661954" y="1682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1" name="pt14331"/>
            <p:cNvSpPr/>
            <p:nvPr/>
          </p:nvSpPr>
          <p:spPr>
            <a:xfrm>
              <a:off x="5614649" y="2082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2" name="pt14332"/>
            <p:cNvSpPr/>
            <p:nvPr/>
          </p:nvSpPr>
          <p:spPr>
            <a:xfrm>
              <a:off x="5318810" y="2154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3" name="pt14333"/>
            <p:cNvSpPr/>
            <p:nvPr/>
          </p:nvSpPr>
          <p:spPr>
            <a:xfrm>
              <a:off x="5628378" y="2082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4" name="pt14334"/>
            <p:cNvSpPr/>
            <p:nvPr/>
          </p:nvSpPr>
          <p:spPr>
            <a:xfrm>
              <a:off x="5264412" y="2122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5" name="pt14335"/>
            <p:cNvSpPr/>
            <p:nvPr/>
          </p:nvSpPr>
          <p:spPr>
            <a:xfrm>
              <a:off x="5000651" y="2165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6" name="pt14336"/>
            <p:cNvSpPr/>
            <p:nvPr/>
          </p:nvSpPr>
          <p:spPr>
            <a:xfrm>
              <a:off x="5136601" y="2736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7" name="pt14337"/>
            <p:cNvSpPr/>
            <p:nvPr/>
          </p:nvSpPr>
          <p:spPr>
            <a:xfrm>
              <a:off x="5516022" y="210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8" name="pt14338"/>
            <p:cNvSpPr/>
            <p:nvPr/>
          </p:nvSpPr>
          <p:spPr>
            <a:xfrm>
              <a:off x="5287492" y="2029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9" name="pt14339"/>
            <p:cNvSpPr/>
            <p:nvPr/>
          </p:nvSpPr>
          <p:spPr>
            <a:xfrm>
              <a:off x="5463861" y="2026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0" name="pt14340"/>
            <p:cNvSpPr/>
            <p:nvPr/>
          </p:nvSpPr>
          <p:spPr>
            <a:xfrm>
              <a:off x="5098187" y="2602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1" name="pt14341"/>
            <p:cNvSpPr/>
            <p:nvPr/>
          </p:nvSpPr>
          <p:spPr>
            <a:xfrm>
              <a:off x="5478920" y="2204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2" name="pt14342"/>
            <p:cNvSpPr/>
            <p:nvPr/>
          </p:nvSpPr>
          <p:spPr>
            <a:xfrm>
              <a:off x="5424536" y="2236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3" name="pt14343"/>
            <p:cNvSpPr/>
            <p:nvPr/>
          </p:nvSpPr>
          <p:spPr>
            <a:xfrm>
              <a:off x="5365941" y="2078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4" name="pt14344"/>
            <p:cNvSpPr/>
            <p:nvPr/>
          </p:nvSpPr>
          <p:spPr>
            <a:xfrm>
              <a:off x="5534033" y="2182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5" name="pt14345"/>
            <p:cNvSpPr/>
            <p:nvPr/>
          </p:nvSpPr>
          <p:spPr>
            <a:xfrm>
              <a:off x="5114797" y="2645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6" name="pt14346"/>
            <p:cNvSpPr/>
            <p:nvPr/>
          </p:nvSpPr>
          <p:spPr>
            <a:xfrm>
              <a:off x="5381006" y="2158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7" name="pt14347"/>
            <p:cNvSpPr/>
            <p:nvPr/>
          </p:nvSpPr>
          <p:spPr>
            <a:xfrm>
              <a:off x="5377999" y="2185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8" name="pt14348"/>
            <p:cNvSpPr/>
            <p:nvPr/>
          </p:nvSpPr>
          <p:spPr>
            <a:xfrm>
              <a:off x="5698714" y="2021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9" name="pt14349"/>
            <p:cNvSpPr/>
            <p:nvPr/>
          </p:nvSpPr>
          <p:spPr>
            <a:xfrm>
              <a:off x="5403382" y="222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0" name="pt14350"/>
            <p:cNvSpPr/>
            <p:nvPr/>
          </p:nvSpPr>
          <p:spPr>
            <a:xfrm>
              <a:off x="5432847" y="2139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1" name="pt14351"/>
            <p:cNvSpPr/>
            <p:nvPr/>
          </p:nvSpPr>
          <p:spPr>
            <a:xfrm>
              <a:off x="5714587" y="1650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2" name="pt14352"/>
            <p:cNvSpPr/>
            <p:nvPr/>
          </p:nvSpPr>
          <p:spPr>
            <a:xfrm>
              <a:off x="5305376" y="2171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3" name="pt14353"/>
            <p:cNvSpPr/>
            <p:nvPr/>
          </p:nvSpPr>
          <p:spPr>
            <a:xfrm>
              <a:off x="5426378" y="2146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4" name="pt14354"/>
            <p:cNvSpPr/>
            <p:nvPr/>
          </p:nvSpPr>
          <p:spPr>
            <a:xfrm>
              <a:off x="5443999" y="2091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5" name="pt14355"/>
            <p:cNvSpPr/>
            <p:nvPr/>
          </p:nvSpPr>
          <p:spPr>
            <a:xfrm>
              <a:off x="5310969" y="2205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6" name="pt14356"/>
            <p:cNvSpPr/>
            <p:nvPr/>
          </p:nvSpPr>
          <p:spPr>
            <a:xfrm>
              <a:off x="5551127" y="2177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7" name="pt14357"/>
            <p:cNvSpPr/>
            <p:nvPr/>
          </p:nvSpPr>
          <p:spPr>
            <a:xfrm>
              <a:off x="5216087" y="2076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8" name="pt14358"/>
            <p:cNvSpPr/>
            <p:nvPr/>
          </p:nvSpPr>
          <p:spPr>
            <a:xfrm>
              <a:off x="5636279" y="213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9" name="pt14359"/>
            <p:cNvSpPr/>
            <p:nvPr/>
          </p:nvSpPr>
          <p:spPr>
            <a:xfrm>
              <a:off x="5600984" y="1964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0" name="pt14360"/>
            <p:cNvSpPr/>
            <p:nvPr/>
          </p:nvSpPr>
          <p:spPr>
            <a:xfrm>
              <a:off x="5764728" y="1958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1" name="pt14361"/>
            <p:cNvSpPr/>
            <p:nvPr/>
          </p:nvSpPr>
          <p:spPr>
            <a:xfrm>
              <a:off x="5457760" y="2061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2" name="pt14362"/>
            <p:cNvSpPr/>
            <p:nvPr/>
          </p:nvSpPr>
          <p:spPr>
            <a:xfrm>
              <a:off x="5109957" y="2606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3" name="pt14363"/>
            <p:cNvSpPr/>
            <p:nvPr/>
          </p:nvSpPr>
          <p:spPr>
            <a:xfrm>
              <a:off x="5394460" y="2237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4" name="pt14364"/>
            <p:cNvSpPr/>
            <p:nvPr/>
          </p:nvSpPr>
          <p:spPr>
            <a:xfrm>
              <a:off x="5591265" y="2027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5" name="pt14365"/>
            <p:cNvSpPr/>
            <p:nvPr/>
          </p:nvSpPr>
          <p:spPr>
            <a:xfrm>
              <a:off x="5240564" y="2106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6" name="pt14366"/>
            <p:cNvSpPr/>
            <p:nvPr/>
          </p:nvSpPr>
          <p:spPr>
            <a:xfrm>
              <a:off x="5868146" y="1727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7" name="pt14367"/>
            <p:cNvSpPr/>
            <p:nvPr/>
          </p:nvSpPr>
          <p:spPr>
            <a:xfrm>
              <a:off x="5026360" y="2145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8" name="pt14368"/>
            <p:cNvSpPr/>
            <p:nvPr/>
          </p:nvSpPr>
          <p:spPr>
            <a:xfrm>
              <a:off x="5430312" y="2116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9" name="pt14369"/>
            <p:cNvSpPr/>
            <p:nvPr/>
          </p:nvSpPr>
          <p:spPr>
            <a:xfrm>
              <a:off x="5259078" y="219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0" name="pt14370"/>
            <p:cNvSpPr/>
            <p:nvPr/>
          </p:nvSpPr>
          <p:spPr>
            <a:xfrm>
              <a:off x="5645295" y="1843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1" name="pt14371"/>
            <p:cNvSpPr/>
            <p:nvPr/>
          </p:nvSpPr>
          <p:spPr>
            <a:xfrm>
              <a:off x="5340420" y="2229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2" name="pt14372"/>
            <p:cNvSpPr/>
            <p:nvPr/>
          </p:nvSpPr>
          <p:spPr>
            <a:xfrm>
              <a:off x="5674833" y="1884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3" name="pt14373"/>
            <p:cNvSpPr/>
            <p:nvPr/>
          </p:nvSpPr>
          <p:spPr>
            <a:xfrm>
              <a:off x="5343038" y="2346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4" name="pt14374"/>
            <p:cNvSpPr/>
            <p:nvPr/>
          </p:nvSpPr>
          <p:spPr>
            <a:xfrm>
              <a:off x="6049811" y="1654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5" name="pt14375"/>
            <p:cNvSpPr/>
            <p:nvPr/>
          </p:nvSpPr>
          <p:spPr>
            <a:xfrm>
              <a:off x="5393875" y="2231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6" name="pt14376"/>
            <p:cNvSpPr/>
            <p:nvPr/>
          </p:nvSpPr>
          <p:spPr>
            <a:xfrm>
              <a:off x="5558576" y="2287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7" name="pt14377"/>
            <p:cNvSpPr/>
            <p:nvPr/>
          </p:nvSpPr>
          <p:spPr>
            <a:xfrm>
              <a:off x="5054212" y="2500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8" name="pt14378"/>
            <p:cNvSpPr/>
            <p:nvPr/>
          </p:nvSpPr>
          <p:spPr>
            <a:xfrm>
              <a:off x="5280899" y="1993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9" name="pt14379"/>
            <p:cNvSpPr/>
            <p:nvPr/>
          </p:nvSpPr>
          <p:spPr>
            <a:xfrm>
              <a:off x="4563776" y="2535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0" name="pt14380"/>
            <p:cNvSpPr/>
            <p:nvPr/>
          </p:nvSpPr>
          <p:spPr>
            <a:xfrm>
              <a:off x="5610558" y="1980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1" name="pt14381"/>
            <p:cNvSpPr/>
            <p:nvPr/>
          </p:nvSpPr>
          <p:spPr>
            <a:xfrm>
              <a:off x="5538323" y="220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2" name="pt14382"/>
            <p:cNvSpPr/>
            <p:nvPr/>
          </p:nvSpPr>
          <p:spPr>
            <a:xfrm>
              <a:off x="5496134" y="2236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3" name="pt14383"/>
            <p:cNvSpPr/>
            <p:nvPr/>
          </p:nvSpPr>
          <p:spPr>
            <a:xfrm>
              <a:off x="4949091" y="2766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4" name="pt14384"/>
            <p:cNvSpPr/>
            <p:nvPr/>
          </p:nvSpPr>
          <p:spPr>
            <a:xfrm>
              <a:off x="5469462" y="2061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5" name="pt14385"/>
            <p:cNvSpPr/>
            <p:nvPr/>
          </p:nvSpPr>
          <p:spPr>
            <a:xfrm>
              <a:off x="5172993" y="2361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6" name="pt14386"/>
            <p:cNvSpPr/>
            <p:nvPr/>
          </p:nvSpPr>
          <p:spPr>
            <a:xfrm>
              <a:off x="5381178" y="2234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7" name="pt14387"/>
            <p:cNvSpPr/>
            <p:nvPr/>
          </p:nvSpPr>
          <p:spPr>
            <a:xfrm>
              <a:off x="5018054" y="2244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8" name="pt14388"/>
            <p:cNvSpPr/>
            <p:nvPr/>
          </p:nvSpPr>
          <p:spPr>
            <a:xfrm>
              <a:off x="5394077" y="2248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9" name="pt14389"/>
            <p:cNvSpPr/>
            <p:nvPr/>
          </p:nvSpPr>
          <p:spPr>
            <a:xfrm>
              <a:off x="5685643" y="2126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0" name="pt14390"/>
            <p:cNvSpPr/>
            <p:nvPr/>
          </p:nvSpPr>
          <p:spPr>
            <a:xfrm>
              <a:off x="5698691" y="2019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1" name="pt14391"/>
            <p:cNvSpPr/>
            <p:nvPr/>
          </p:nvSpPr>
          <p:spPr>
            <a:xfrm>
              <a:off x="5152945" y="249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2" name="pt14392"/>
            <p:cNvSpPr/>
            <p:nvPr/>
          </p:nvSpPr>
          <p:spPr>
            <a:xfrm>
              <a:off x="5241576" y="2067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3" name="pt14393"/>
            <p:cNvSpPr/>
            <p:nvPr/>
          </p:nvSpPr>
          <p:spPr>
            <a:xfrm>
              <a:off x="4912943" y="2120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4" name="pt14394"/>
            <p:cNvSpPr/>
            <p:nvPr/>
          </p:nvSpPr>
          <p:spPr>
            <a:xfrm>
              <a:off x="5565980" y="2283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5" name="pt14395"/>
            <p:cNvSpPr/>
            <p:nvPr/>
          </p:nvSpPr>
          <p:spPr>
            <a:xfrm>
              <a:off x="5201160" y="2024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6" name="pt14396"/>
            <p:cNvSpPr/>
            <p:nvPr/>
          </p:nvSpPr>
          <p:spPr>
            <a:xfrm>
              <a:off x="5689942" y="2017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7" name="pt14397"/>
            <p:cNvSpPr/>
            <p:nvPr/>
          </p:nvSpPr>
          <p:spPr>
            <a:xfrm>
              <a:off x="5577141" y="2056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8" name="pt14398"/>
            <p:cNvSpPr/>
            <p:nvPr/>
          </p:nvSpPr>
          <p:spPr>
            <a:xfrm>
              <a:off x="5450590" y="2046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9" name="pt14399"/>
            <p:cNvSpPr/>
            <p:nvPr/>
          </p:nvSpPr>
          <p:spPr>
            <a:xfrm>
              <a:off x="5701776" y="1876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0" name="pt14400"/>
            <p:cNvSpPr/>
            <p:nvPr/>
          </p:nvSpPr>
          <p:spPr>
            <a:xfrm>
              <a:off x="5278644" y="2147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1" name="pt14401"/>
            <p:cNvSpPr/>
            <p:nvPr/>
          </p:nvSpPr>
          <p:spPr>
            <a:xfrm>
              <a:off x="5380185" y="2238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2" name="pt14402"/>
            <p:cNvSpPr/>
            <p:nvPr/>
          </p:nvSpPr>
          <p:spPr>
            <a:xfrm>
              <a:off x="5154500" y="2590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3" name="pt14403"/>
            <p:cNvSpPr/>
            <p:nvPr/>
          </p:nvSpPr>
          <p:spPr>
            <a:xfrm>
              <a:off x="5473604" y="2161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4" name="pt14404"/>
            <p:cNvSpPr/>
            <p:nvPr/>
          </p:nvSpPr>
          <p:spPr>
            <a:xfrm>
              <a:off x="5577619" y="2000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5" name="pt14405"/>
            <p:cNvSpPr/>
            <p:nvPr/>
          </p:nvSpPr>
          <p:spPr>
            <a:xfrm>
              <a:off x="5566354" y="2208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6" name="pt14406"/>
            <p:cNvSpPr/>
            <p:nvPr/>
          </p:nvSpPr>
          <p:spPr>
            <a:xfrm>
              <a:off x="5674739" y="1867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7" name="pt14407"/>
            <p:cNvSpPr/>
            <p:nvPr/>
          </p:nvSpPr>
          <p:spPr>
            <a:xfrm>
              <a:off x="5474751" y="2197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8" name="pt14408"/>
            <p:cNvSpPr/>
            <p:nvPr/>
          </p:nvSpPr>
          <p:spPr>
            <a:xfrm>
              <a:off x="5417522" y="2176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9" name="pt14409"/>
            <p:cNvSpPr/>
            <p:nvPr/>
          </p:nvSpPr>
          <p:spPr>
            <a:xfrm>
              <a:off x="5498425" y="2102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0" name="pt14410"/>
            <p:cNvSpPr/>
            <p:nvPr/>
          </p:nvSpPr>
          <p:spPr>
            <a:xfrm>
              <a:off x="5282959" y="2028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1" name="pt14411"/>
            <p:cNvSpPr/>
            <p:nvPr/>
          </p:nvSpPr>
          <p:spPr>
            <a:xfrm>
              <a:off x="5173385" y="2353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2" name="pt14412"/>
            <p:cNvSpPr/>
            <p:nvPr/>
          </p:nvSpPr>
          <p:spPr>
            <a:xfrm>
              <a:off x="5400883" y="2225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3" name="pt14413"/>
            <p:cNvSpPr/>
            <p:nvPr/>
          </p:nvSpPr>
          <p:spPr>
            <a:xfrm>
              <a:off x="5354585" y="2193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4" name="pt14414"/>
            <p:cNvSpPr/>
            <p:nvPr/>
          </p:nvSpPr>
          <p:spPr>
            <a:xfrm>
              <a:off x="5428966" y="2084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5" name="pt14415"/>
            <p:cNvSpPr/>
            <p:nvPr/>
          </p:nvSpPr>
          <p:spPr>
            <a:xfrm>
              <a:off x="5525714" y="2099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6" name="pt14416"/>
            <p:cNvSpPr/>
            <p:nvPr/>
          </p:nvSpPr>
          <p:spPr>
            <a:xfrm>
              <a:off x="5444469" y="2062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7" name="pt14417"/>
            <p:cNvSpPr/>
            <p:nvPr/>
          </p:nvSpPr>
          <p:spPr>
            <a:xfrm>
              <a:off x="5360673" y="2111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8" name="pt14418"/>
            <p:cNvSpPr/>
            <p:nvPr/>
          </p:nvSpPr>
          <p:spPr>
            <a:xfrm>
              <a:off x="5406271" y="2254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9" name="pt14419"/>
            <p:cNvSpPr/>
            <p:nvPr/>
          </p:nvSpPr>
          <p:spPr>
            <a:xfrm>
              <a:off x="5400273" y="2262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0" name="pt14420"/>
            <p:cNvSpPr/>
            <p:nvPr/>
          </p:nvSpPr>
          <p:spPr>
            <a:xfrm>
              <a:off x="5321185" y="2238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1" name="pt14421"/>
            <p:cNvSpPr/>
            <p:nvPr/>
          </p:nvSpPr>
          <p:spPr>
            <a:xfrm>
              <a:off x="5689454" y="1980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2" name="pt14422"/>
            <p:cNvSpPr/>
            <p:nvPr/>
          </p:nvSpPr>
          <p:spPr>
            <a:xfrm>
              <a:off x="5365278" y="2115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3" name="pt14423"/>
            <p:cNvSpPr/>
            <p:nvPr/>
          </p:nvSpPr>
          <p:spPr>
            <a:xfrm>
              <a:off x="5041836" y="2700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4" name="pt14424"/>
            <p:cNvSpPr/>
            <p:nvPr/>
          </p:nvSpPr>
          <p:spPr>
            <a:xfrm>
              <a:off x="5544430" y="2189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5" name="pt14425"/>
            <p:cNvSpPr/>
            <p:nvPr/>
          </p:nvSpPr>
          <p:spPr>
            <a:xfrm>
              <a:off x="5522153" y="2098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6" name="pt14426"/>
            <p:cNvSpPr/>
            <p:nvPr/>
          </p:nvSpPr>
          <p:spPr>
            <a:xfrm>
              <a:off x="5681694" y="1921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7" name="pt14427"/>
            <p:cNvSpPr/>
            <p:nvPr/>
          </p:nvSpPr>
          <p:spPr>
            <a:xfrm>
              <a:off x="5114800" y="2539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8" name="pt14428"/>
            <p:cNvSpPr/>
            <p:nvPr/>
          </p:nvSpPr>
          <p:spPr>
            <a:xfrm>
              <a:off x="5584072" y="2008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9" name="pt14429"/>
            <p:cNvSpPr/>
            <p:nvPr/>
          </p:nvSpPr>
          <p:spPr>
            <a:xfrm>
              <a:off x="5060192" y="2588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0" name="pt14430"/>
            <p:cNvSpPr/>
            <p:nvPr/>
          </p:nvSpPr>
          <p:spPr>
            <a:xfrm>
              <a:off x="5881351" y="1961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1" name="pt14431"/>
            <p:cNvSpPr/>
            <p:nvPr/>
          </p:nvSpPr>
          <p:spPr>
            <a:xfrm>
              <a:off x="5264347" y="2181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2" name="pt14432"/>
            <p:cNvSpPr/>
            <p:nvPr/>
          </p:nvSpPr>
          <p:spPr>
            <a:xfrm>
              <a:off x="5617102" y="2018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3" name="pt14433"/>
            <p:cNvSpPr/>
            <p:nvPr/>
          </p:nvSpPr>
          <p:spPr>
            <a:xfrm>
              <a:off x="5202137" y="2158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4" name="pt14434"/>
            <p:cNvSpPr/>
            <p:nvPr/>
          </p:nvSpPr>
          <p:spPr>
            <a:xfrm>
              <a:off x="5251301" y="2182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5" name="pt14435"/>
            <p:cNvSpPr/>
            <p:nvPr/>
          </p:nvSpPr>
          <p:spPr>
            <a:xfrm>
              <a:off x="5312145" y="2233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6" name="pt14436"/>
            <p:cNvSpPr/>
            <p:nvPr/>
          </p:nvSpPr>
          <p:spPr>
            <a:xfrm>
              <a:off x="5132761" y="2464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7" name="pt14437"/>
            <p:cNvSpPr/>
            <p:nvPr/>
          </p:nvSpPr>
          <p:spPr>
            <a:xfrm>
              <a:off x="5363024" y="2058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8" name="pt14438"/>
            <p:cNvSpPr/>
            <p:nvPr/>
          </p:nvSpPr>
          <p:spPr>
            <a:xfrm>
              <a:off x="5322788" y="2109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9" name="pt14439"/>
            <p:cNvSpPr/>
            <p:nvPr/>
          </p:nvSpPr>
          <p:spPr>
            <a:xfrm>
              <a:off x="5383672" y="2199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0" name="pt14440"/>
            <p:cNvSpPr/>
            <p:nvPr/>
          </p:nvSpPr>
          <p:spPr>
            <a:xfrm>
              <a:off x="5570256" y="1923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1" name="pt14441"/>
            <p:cNvSpPr/>
            <p:nvPr/>
          </p:nvSpPr>
          <p:spPr>
            <a:xfrm>
              <a:off x="4880486" y="3040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2" name="pt14442"/>
            <p:cNvSpPr/>
            <p:nvPr/>
          </p:nvSpPr>
          <p:spPr>
            <a:xfrm>
              <a:off x="5393066" y="2279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3" name="pt14443"/>
            <p:cNvSpPr/>
            <p:nvPr/>
          </p:nvSpPr>
          <p:spPr>
            <a:xfrm>
              <a:off x="5038316" y="2407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4" name="pt14444"/>
            <p:cNvSpPr/>
            <p:nvPr/>
          </p:nvSpPr>
          <p:spPr>
            <a:xfrm>
              <a:off x="5422269" y="2200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5" name="pt14445"/>
            <p:cNvSpPr/>
            <p:nvPr/>
          </p:nvSpPr>
          <p:spPr>
            <a:xfrm>
              <a:off x="5390352" y="2105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6" name="pt14446"/>
            <p:cNvSpPr/>
            <p:nvPr/>
          </p:nvSpPr>
          <p:spPr>
            <a:xfrm>
              <a:off x="5281481" y="2035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7" name="pt14447"/>
            <p:cNvSpPr/>
            <p:nvPr/>
          </p:nvSpPr>
          <p:spPr>
            <a:xfrm>
              <a:off x="5614032" y="199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8" name="pt14448"/>
            <p:cNvSpPr/>
            <p:nvPr/>
          </p:nvSpPr>
          <p:spPr>
            <a:xfrm>
              <a:off x="4998130" y="2361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9" name="pt14449"/>
            <p:cNvSpPr/>
            <p:nvPr/>
          </p:nvSpPr>
          <p:spPr>
            <a:xfrm>
              <a:off x="5593104" y="2056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0" name="pt14450"/>
            <p:cNvSpPr/>
            <p:nvPr/>
          </p:nvSpPr>
          <p:spPr>
            <a:xfrm>
              <a:off x="5751916" y="1968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1" name="pt14451"/>
            <p:cNvSpPr/>
            <p:nvPr/>
          </p:nvSpPr>
          <p:spPr>
            <a:xfrm>
              <a:off x="5174990" y="2441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2" name="pt14452"/>
            <p:cNvSpPr/>
            <p:nvPr/>
          </p:nvSpPr>
          <p:spPr>
            <a:xfrm>
              <a:off x="5446275" y="1936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3" name="pt14453"/>
            <p:cNvSpPr/>
            <p:nvPr/>
          </p:nvSpPr>
          <p:spPr>
            <a:xfrm>
              <a:off x="5324686" y="2232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4" name="pt14454"/>
            <p:cNvSpPr/>
            <p:nvPr/>
          </p:nvSpPr>
          <p:spPr>
            <a:xfrm>
              <a:off x="5663680" y="1792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5" name="pt14455"/>
            <p:cNvSpPr/>
            <p:nvPr/>
          </p:nvSpPr>
          <p:spPr>
            <a:xfrm>
              <a:off x="5650413" y="186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6" name="pt14456"/>
            <p:cNvSpPr/>
            <p:nvPr/>
          </p:nvSpPr>
          <p:spPr>
            <a:xfrm>
              <a:off x="5726184" y="1795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7" name="pt14457"/>
            <p:cNvSpPr/>
            <p:nvPr/>
          </p:nvSpPr>
          <p:spPr>
            <a:xfrm>
              <a:off x="4866013" y="2623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8" name="pt14458"/>
            <p:cNvSpPr/>
            <p:nvPr/>
          </p:nvSpPr>
          <p:spPr>
            <a:xfrm>
              <a:off x="5530328" y="2179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9" name="pt14459"/>
            <p:cNvSpPr/>
            <p:nvPr/>
          </p:nvSpPr>
          <p:spPr>
            <a:xfrm>
              <a:off x="5860282" y="1860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0" name="pt14460"/>
            <p:cNvSpPr/>
            <p:nvPr/>
          </p:nvSpPr>
          <p:spPr>
            <a:xfrm>
              <a:off x="5642570" y="1703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1" name="pt14461"/>
            <p:cNvSpPr/>
            <p:nvPr/>
          </p:nvSpPr>
          <p:spPr>
            <a:xfrm>
              <a:off x="5693008" y="2012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2" name="pt14462"/>
            <p:cNvSpPr/>
            <p:nvPr/>
          </p:nvSpPr>
          <p:spPr>
            <a:xfrm>
              <a:off x="5508160" y="2221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3" name="pt14463"/>
            <p:cNvSpPr/>
            <p:nvPr/>
          </p:nvSpPr>
          <p:spPr>
            <a:xfrm>
              <a:off x="5364221" y="2060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4" name="pt14464"/>
            <p:cNvSpPr/>
            <p:nvPr/>
          </p:nvSpPr>
          <p:spPr>
            <a:xfrm>
              <a:off x="5551576" y="2247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5" name="pt14465"/>
            <p:cNvSpPr/>
            <p:nvPr/>
          </p:nvSpPr>
          <p:spPr>
            <a:xfrm>
              <a:off x="5068827" y="2373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6" name="pt14466"/>
            <p:cNvSpPr/>
            <p:nvPr/>
          </p:nvSpPr>
          <p:spPr>
            <a:xfrm>
              <a:off x="5569780" y="1908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7" name="pt14467"/>
            <p:cNvSpPr/>
            <p:nvPr/>
          </p:nvSpPr>
          <p:spPr>
            <a:xfrm>
              <a:off x="5649750" y="1993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8" name="pt14468"/>
            <p:cNvSpPr/>
            <p:nvPr/>
          </p:nvSpPr>
          <p:spPr>
            <a:xfrm>
              <a:off x="5388264" y="1968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9" name="pt14469"/>
            <p:cNvSpPr/>
            <p:nvPr/>
          </p:nvSpPr>
          <p:spPr>
            <a:xfrm>
              <a:off x="5561412" y="2250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0" name="pt14470"/>
            <p:cNvSpPr/>
            <p:nvPr/>
          </p:nvSpPr>
          <p:spPr>
            <a:xfrm>
              <a:off x="5229919" y="1991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1" name="pt14471"/>
            <p:cNvSpPr/>
            <p:nvPr/>
          </p:nvSpPr>
          <p:spPr>
            <a:xfrm>
              <a:off x="5405591" y="2294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2" name="pt14472"/>
            <p:cNvSpPr/>
            <p:nvPr/>
          </p:nvSpPr>
          <p:spPr>
            <a:xfrm>
              <a:off x="5655709" y="1631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3" name="pt14473"/>
            <p:cNvSpPr/>
            <p:nvPr/>
          </p:nvSpPr>
          <p:spPr>
            <a:xfrm>
              <a:off x="5198638" y="20773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4" name="pt14474"/>
            <p:cNvSpPr/>
            <p:nvPr/>
          </p:nvSpPr>
          <p:spPr>
            <a:xfrm>
              <a:off x="4862374" y="2944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5" name="pt14475"/>
            <p:cNvSpPr/>
            <p:nvPr/>
          </p:nvSpPr>
          <p:spPr>
            <a:xfrm>
              <a:off x="5184476" y="2218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6" name="pt14476"/>
            <p:cNvSpPr/>
            <p:nvPr/>
          </p:nvSpPr>
          <p:spPr>
            <a:xfrm>
              <a:off x="5210552" y="2296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7" name="pt14477"/>
            <p:cNvSpPr/>
            <p:nvPr/>
          </p:nvSpPr>
          <p:spPr>
            <a:xfrm>
              <a:off x="5375337" y="2098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8" name="pt14478"/>
            <p:cNvSpPr/>
            <p:nvPr/>
          </p:nvSpPr>
          <p:spPr>
            <a:xfrm>
              <a:off x="5690834" y="2129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9" name="pt14479"/>
            <p:cNvSpPr/>
            <p:nvPr/>
          </p:nvSpPr>
          <p:spPr>
            <a:xfrm>
              <a:off x="5273120" y="226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0" name="pt14480"/>
            <p:cNvSpPr/>
            <p:nvPr/>
          </p:nvSpPr>
          <p:spPr>
            <a:xfrm>
              <a:off x="5594685" y="1881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1" name="pt14481"/>
            <p:cNvSpPr/>
            <p:nvPr/>
          </p:nvSpPr>
          <p:spPr>
            <a:xfrm>
              <a:off x="5772356" y="1830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2" name="pt14482"/>
            <p:cNvSpPr/>
            <p:nvPr/>
          </p:nvSpPr>
          <p:spPr>
            <a:xfrm>
              <a:off x="5502835" y="2178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3" name="pt14483"/>
            <p:cNvSpPr/>
            <p:nvPr/>
          </p:nvSpPr>
          <p:spPr>
            <a:xfrm>
              <a:off x="5237171" y="2046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4" name="pt14484"/>
            <p:cNvSpPr/>
            <p:nvPr/>
          </p:nvSpPr>
          <p:spPr>
            <a:xfrm>
              <a:off x="5427136" y="2097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5" name="pt14485"/>
            <p:cNvSpPr/>
            <p:nvPr/>
          </p:nvSpPr>
          <p:spPr>
            <a:xfrm>
              <a:off x="5322807" y="2179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6" name="pt14486"/>
            <p:cNvSpPr/>
            <p:nvPr/>
          </p:nvSpPr>
          <p:spPr>
            <a:xfrm>
              <a:off x="5051940" y="2308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7" name="pt14487"/>
            <p:cNvSpPr/>
            <p:nvPr/>
          </p:nvSpPr>
          <p:spPr>
            <a:xfrm>
              <a:off x="5611876" y="2055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8" name="pt14488"/>
            <p:cNvSpPr/>
            <p:nvPr/>
          </p:nvSpPr>
          <p:spPr>
            <a:xfrm>
              <a:off x="5470823" y="2024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9" name="pt14489"/>
            <p:cNvSpPr/>
            <p:nvPr/>
          </p:nvSpPr>
          <p:spPr>
            <a:xfrm>
              <a:off x="5550181" y="2205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0" name="pt14490"/>
            <p:cNvSpPr/>
            <p:nvPr/>
          </p:nvSpPr>
          <p:spPr>
            <a:xfrm>
              <a:off x="5351800" y="2300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1" name="pt14491"/>
            <p:cNvSpPr/>
            <p:nvPr/>
          </p:nvSpPr>
          <p:spPr>
            <a:xfrm>
              <a:off x="5636400" y="2095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2" name="pt14492"/>
            <p:cNvSpPr/>
            <p:nvPr/>
          </p:nvSpPr>
          <p:spPr>
            <a:xfrm>
              <a:off x="5081216" y="1680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3" name="pt14493"/>
            <p:cNvSpPr/>
            <p:nvPr/>
          </p:nvSpPr>
          <p:spPr>
            <a:xfrm>
              <a:off x="5500258" y="2080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4" name="pt14494"/>
            <p:cNvSpPr/>
            <p:nvPr/>
          </p:nvSpPr>
          <p:spPr>
            <a:xfrm>
              <a:off x="5317779" y="2152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5" name="pt14495"/>
            <p:cNvSpPr/>
            <p:nvPr/>
          </p:nvSpPr>
          <p:spPr>
            <a:xfrm>
              <a:off x="5391841" y="2144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6" name="pt14496"/>
            <p:cNvSpPr/>
            <p:nvPr/>
          </p:nvSpPr>
          <p:spPr>
            <a:xfrm>
              <a:off x="5316617" y="2166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7" name="pt14497"/>
            <p:cNvSpPr/>
            <p:nvPr/>
          </p:nvSpPr>
          <p:spPr>
            <a:xfrm>
              <a:off x="5491655" y="2173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8" name="pt14498"/>
            <p:cNvSpPr/>
            <p:nvPr/>
          </p:nvSpPr>
          <p:spPr>
            <a:xfrm>
              <a:off x="5986867" y="1857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9" name="pt14499"/>
            <p:cNvSpPr/>
            <p:nvPr/>
          </p:nvSpPr>
          <p:spPr>
            <a:xfrm>
              <a:off x="5194044" y="2072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0" name="pt14500"/>
            <p:cNvSpPr/>
            <p:nvPr/>
          </p:nvSpPr>
          <p:spPr>
            <a:xfrm>
              <a:off x="5926999" y="1670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1" name="pt14501"/>
            <p:cNvSpPr/>
            <p:nvPr/>
          </p:nvSpPr>
          <p:spPr>
            <a:xfrm>
              <a:off x="5533616" y="2189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2" name="pt14502"/>
            <p:cNvSpPr/>
            <p:nvPr/>
          </p:nvSpPr>
          <p:spPr>
            <a:xfrm>
              <a:off x="5828021" y="1733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3" name="pt14503"/>
            <p:cNvSpPr/>
            <p:nvPr/>
          </p:nvSpPr>
          <p:spPr>
            <a:xfrm>
              <a:off x="5211360" y="2099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4" name="pt14504"/>
            <p:cNvSpPr/>
            <p:nvPr/>
          </p:nvSpPr>
          <p:spPr>
            <a:xfrm>
              <a:off x="5341415" y="2278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5" name="pt14505"/>
            <p:cNvSpPr/>
            <p:nvPr/>
          </p:nvSpPr>
          <p:spPr>
            <a:xfrm>
              <a:off x="5266472" y="2169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6" name="pt14506"/>
            <p:cNvSpPr/>
            <p:nvPr/>
          </p:nvSpPr>
          <p:spPr>
            <a:xfrm>
              <a:off x="5267618" y="2153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7" name="pt14507"/>
            <p:cNvSpPr/>
            <p:nvPr/>
          </p:nvSpPr>
          <p:spPr>
            <a:xfrm>
              <a:off x="5429154" y="2091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8" name="pt14508"/>
            <p:cNvSpPr/>
            <p:nvPr/>
          </p:nvSpPr>
          <p:spPr>
            <a:xfrm>
              <a:off x="5146207" y="2641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9" name="pt14509"/>
            <p:cNvSpPr/>
            <p:nvPr/>
          </p:nvSpPr>
          <p:spPr>
            <a:xfrm>
              <a:off x="5620246" y="2007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0" name="pt14510"/>
            <p:cNvSpPr/>
            <p:nvPr/>
          </p:nvSpPr>
          <p:spPr>
            <a:xfrm>
              <a:off x="5327149" y="2148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1" name="pt14511"/>
            <p:cNvSpPr/>
            <p:nvPr/>
          </p:nvSpPr>
          <p:spPr>
            <a:xfrm>
              <a:off x="5448456" y="1968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2" name="pt14512"/>
            <p:cNvSpPr/>
            <p:nvPr/>
          </p:nvSpPr>
          <p:spPr>
            <a:xfrm>
              <a:off x="5652604" y="1801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3" name="pt14513"/>
            <p:cNvSpPr/>
            <p:nvPr/>
          </p:nvSpPr>
          <p:spPr>
            <a:xfrm>
              <a:off x="5336402" y="2244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4" name="pt14514"/>
            <p:cNvSpPr/>
            <p:nvPr/>
          </p:nvSpPr>
          <p:spPr>
            <a:xfrm>
              <a:off x="5234377" y="2127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5" name="pt14515"/>
            <p:cNvSpPr/>
            <p:nvPr/>
          </p:nvSpPr>
          <p:spPr>
            <a:xfrm>
              <a:off x="5266764" y="2113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6" name="pt14516"/>
            <p:cNvSpPr/>
            <p:nvPr/>
          </p:nvSpPr>
          <p:spPr>
            <a:xfrm>
              <a:off x="5383903" y="2144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7" name="pt14517"/>
            <p:cNvSpPr/>
            <p:nvPr/>
          </p:nvSpPr>
          <p:spPr>
            <a:xfrm>
              <a:off x="5288566" y="2171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8" name="pt14518"/>
            <p:cNvSpPr/>
            <p:nvPr/>
          </p:nvSpPr>
          <p:spPr>
            <a:xfrm>
              <a:off x="5749654" y="1897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9" name="pt14519"/>
            <p:cNvSpPr/>
            <p:nvPr/>
          </p:nvSpPr>
          <p:spPr>
            <a:xfrm>
              <a:off x="5647176" y="1895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0" name="pt14520"/>
            <p:cNvSpPr/>
            <p:nvPr/>
          </p:nvSpPr>
          <p:spPr>
            <a:xfrm>
              <a:off x="5706971" y="1800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1" name="pt14521"/>
            <p:cNvSpPr/>
            <p:nvPr/>
          </p:nvSpPr>
          <p:spPr>
            <a:xfrm>
              <a:off x="5940260" y="1866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2" name="pt14522"/>
            <p:cNvSpPr/>
            <p:nvPr/>
          </p:nvSpPr>
          <p:spPr>
            <a:xfrm>
              <a:off x="5555338" y="2237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3" name="pt14523"/>
            <p:cNvSpPr/>
            <p:nvPr/>
          </p:nvSpPr>
          <p:spPr>
            <a:xfrm>
              <a:off x="5254884" y="2216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4" name="pt14524"/>
            <p:cNvSpPr/>
            <p:nvPr/>
          </p:nvSpPr>
          <p:spPr>
            <a:xfrm>
              <a:off x="5397657" y="2146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5" name="pt14525"/>
            <p:cNvSpPr/>
            <p:nvPr/>
          </p:nvSpPr>
          <p:spPr>
            <a:xfrm>
              <a:off x="5089930" y="255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6" name="pt14526"/>
            <p:cNvSpPr/>
            <p:nvPr/>
          </p:nvSpPr>
          <p:spPr>
            <a:xfrm>
              <a:off x="5133354" y="2701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7" name="pt14527"/>
            <p:cNvSpPr/>
            <p:nvPr/>
          </p:nvSpPr>
          <p:spPr>
            <a:xfrm>
              <a:off x="5405749" y="227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8" name="pt14528"/>
            <p:cNvSpPr/>
            <p:nvPr/>
          </p:nvSpPr>
          <p:spPr>
            <a:xfrm>
              <a:off x="5360492" y="2071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9" name="pt14529"/>
            <p:cNvSpPr/>
            <p:nvPr/>
          </p:nvSpPr>
          <p:spPr>
            <a:xfrm>
              <a:off x="4961789" y="2382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0" name="pt14530"/>
            <p:cNvSpPr/>
            <p:nvPr/>
          </p:nvSpPr>
          <p:spPr>
            <a:xfrm>
              <a:off x="5202157" y="2224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1" name="pt14531"/>
            <p:cNvSpPr/>
            <p:nvPr/>
          </p:nvSpPr>
          <p:spPr>
            <a:xfrm>
              <a:off x="5639152" y="2100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2" name="pt14532"/>
            <p:cNvSpPr/>
            <p:nvPr/>
          </p:nvSpPr>
          <p:spPr>
            <a:xfrm>
              <a:off x="5822890" y="1948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3" name="pt14533"/>
            <p:cNvSpPr/>
            <p:nvPr/>
          </p:nvSpPr>
          <p:spPr>
            <a:xfrm>
              <a:off x="5773427" y="1951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4" name="pt14534"/>
            <p:cNvSpPr/>
            <p:nvPr/>
          </p:nvSpPr>
          <p:spPr>
            <a:xfrm>
              <a:off x="5383519" y="2303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5" name="pt14535"/>
            <p:cNvSpPr/>
            <p:nvPr/>
          </p:nvSpPr>
          <p:spPr>
            <a:xfrm>
              <a:off x="5314095" y="2139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6" name="pt14536"/>
            <p:cNvSpPr/>
            <p:nvPr/>
          </p:nvSpPr>
          <p:spPr>
            <a:xfrm>
              <a:off x="5735345" y="1983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7" name="pt14537"/>
            <p:cNvSpPr/>
            <p:nvPr/>
          </p:nvSpPr>
          <p:spPr>
            <a:xfrm>
              <a:off x="5593512" y="2044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8" name="pt14538"/>
            <p:cNvSpPr/>
            <p:nvPr/>
          </p:nvSpPr>
          <p:spPr>
            <a:xfrm>
              <a:off x="5317115" y="2215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9" name="pt14539"/>
            <p:cNvSpPr/>
            <p:nvPr/>
          </p:nvSpPr>
          <p:spPr>
            <a:xfrm>
              <a:off x="5709242" y="1872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0" name="pt14540"/>
            <p:cNvSpPr/>
            <p:nvPr/>
          </p:nvSpPr>
          <p:spPr>
            <a:xfrm>
              <a:off x="5535405" y="2279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1" name="pt14541"/>
            <p:cNvSpPr/>
            <p:nvPr/>
          </p:nvSpPr>
          <p:spPr>
            <a:xfrm>
              <a:off x="5697596" y="2033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2" name="pt14542"/>
            <p:cNvSpPr/>
            <p:nvPr/>
          </p:nvSpPr>
          <p:spPr>
            <a:xfrm>
              <a:off x="5623386" y="1984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3" name="pt14543"/>
            <p:cNvSpPr/>
            <p:nvPr/>
          </p:nvSpPr>
          <p:spPr>
            <a:xfrm>
              <a:off x="5204260" y="2281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4" name="pt14544"/>
            <p:cNvSpPr/>
            <p:nvPr/>
          </p:nvSpPr>
          <p:spPr>
            <a:xfrm>
              <a:off x="5302748" y="2136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5" name="pt14545"/>
            <p:cNvSpPr/>
            <p:nvPr/>
          </p:nvSpPr>
          <p:spPr>
            <a:xfrm>
              <a:off x="5348791" y="2228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6" name="pt14546"/>
            <p:cNvSpPr/>
            <p:nvPr/>
          </p:nvSpPr>
          <p:spPr>
            <a:xfrm>
              <a:off x="5154221" y="2421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7" name="pt14547"/>
            <p:cNvSpPr/>
            <p:nvPr/>
          </p:nvSpPr>
          <p:spPr>
            <a:xfrm>
              <a:off x="5517901" y="2027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8" name="pt14548"/>
            <p:cNvSpPr/>
            <p:nvPr/>
          </p:nvSpPr>
          <p:spPr>
            <a:xfrm>
              <a:off x="5449485" y="2004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9" name="pt14549"/>
            <p:cNvSpPr/>
            <p:nvPr/>
          </p:nvSpPr>
          <p:spPr>
            <a:xfrm>
              <a:off x="5402159" y="2239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0" name="pt14550"/>
            <p:cNvSpPr/>
            <p:nvPr/>
          </p:nvSpPr>
          <p:spPr>
            <a:xfrm>
              <a:off x="5532857" y="2261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1" name="pt14551"/>
            <p:cNvSpPr/>
            <p:nvPr/>
          </p:nvSpPr>
          <p:spPr>
            <a:xfrm>
              <a:off x="5900878" y="1578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2" name="pt14552"/>
            <p:cNvSpPr/>
            <p:nvPr/>
          </p:nvSpPr>
          <p:spPr>
            <a:xfrm>
              <a:off x="5703947" y="1819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3" name="pt14553"/>
            <p:cNvSpPr/>
            <p:nvPr/>
          </p:nvSpPr>
          <p:spPr>
            <a:xfrm>
              <a:off x="5281410" y="1986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4" name="pt14554"/>
            <p:cNvSpPr/>
            <p:nvPr/>
          </p:nvSpPr>
          <p:spPr>
            <a:xfrm>
              <a:off x="5336805" y="2243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5" name="pt14555"/>
            <p:cNvSpPr/>
            <p:nvPr/>
          </p:nvSpPr>
          <p:spPr>
            <a:xfrm>
              <a:off x="5154154" y="2539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6" name="pt14556"/>
            <p:cNvSpPr/>
            <p:nvPr/>
          </p:nvSpPr>
          <p:spPr>
            <a:xfrm>
              <a:off x="5516228" y="2248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7" name="pt14557"/>
            <p:cNvSpPr/>
            <p:nvPr/>
          </p:nvSpPr>
          <p:spPr>
            <a:xfrm>
              <a:off x="5237614" y="2126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8" name="pt14558"/>
            <p:cNvSpPr/>
            <p:nvPr/>
          </p:nvSpPr>
          <p:spPr>
            <a:xfrm>
              <a:off x="5641655" y="2182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9" name="pt14559"/>
            <p:cNvSpPr/>
            <p:nvPr/>
          </p:nvSpPr>
          <p:spPr>
            <a:xfrm>
              <a:off x="4988214" y="279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0" name="pt14560"/>
            <p:cNvSpPr/>
            <p:nvPr/>
          </p:nvSpPr>
          <p:spPr>
            <a:xfrm>
              <a:off x="5189202" y="2394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1" name="pt14561"/>
            <p:cNvSpPr/>
            <p:nvPr/>
          </p:nvSpPr>
          <p:spPr>
            <a:xfrm>
              <a:off x="5901051" y="2106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2" name="pt14562"/>
            <p:cNvSpPr/>
            <p:nvPr/>
          </p:nvSpPr>
          <p:spPr>
            <a:xfrm>
              <a:off x="5654997" y="1823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3" name="pt14563"/>
            <p:cNvSpPr/>
            <p:nvPr/>
          </p:nvSpPr>
          <p:spPr>
            <a:xfrm>
              <a:off x="5279375" y="215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4" name="pt14564"/>
            <p:cNvSpPr/>
            <p:nvPr/>
          </p:nvSpPr>
          <p:spPr>
            <a:xfrm>
              <a:off x="5466902" y="2097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5" name="pt14565"/>
            <p:cNvSpPr/>
            <p:nvPr/>
          </p:nvSpPr>
          <p:spPr>
            <a:xfrm>
              <a:off x="5562373" y="2361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6" name="pt14566"/>
            <p:cNvSpPr/>
            <p:nvPr/>
          </p:nvSpPr>
          <p:spPr>
            <a:xfrm>
              <a:off x="5004367" y="2301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7" name="pt14567"/>
            <p:cNvSpPr/>
            <p:nvPr/>
          </p:nvSpPr>
          <p:spPr>
            <a:xfrm>
              <a:off x="5389596" y="2278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8" name="pt14568"/>
            <p:cNvSpPr/>
            <p:nvPr/>
          </p:nvSpPr>
          <p:spPr>
            <a:xfrm>
              <a:off x="4845834" y="2296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9" name="pt14569"/>
            <p:cNvSpPr/>
            <p:nvPr/>
          </p:nvSpPr>
          <p:spPr>
            <a:xfrm>
              <a:off x="5412508" y="2157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0" name="pt14570"/>
            <p:cNvSpPr/>
            <p:nvPr/>
          </p:nvSpPr>
          <p:spPr>
            <a:xfrm>
              <a:off x="5253373" y="2195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1" name="pt14571"/>
            <p:cNvSpPr/>
            <p:nvPr/>
          </p:nvSpPr>
          <p:spPr>
            <a:xfrm>
              <a:off x="5213238" y="2056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2" name="pt14572"/>
            <p:cNvSpPr/>
            <p:nvPr/>
          </p:nvSpPr>
          <p:spPr>
            <a:xfrm>
              <a:off x="5620059" y="2090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3" name="pt14573"/>
            <p:cNvSpPr/>
            <p:nvPr/>
          </p:nvSpPr>
          <p:spPr>
            <a:xfrm>
              <a:off x="5773877" y="1920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4" name="pt14574"/>
            <p:cNvSpPr/>
            <p:nvPr/>
          </p:nvSpPr>
          <p:spPr>
            <a:xfrm>
              <a:off x="5475558" y="2179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5" name="pt14575"/>
            <p:cNvSpPr/>
            <p:nvPr/>
          </p:nvSpPr>
          <p:spPr>
            <a:xfrm>
              <a:off x="5464449" y="2047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6" name="pt14576"/>
            <p:cNvSpPr/>
            <p:nvPr/>
          </p:nvSpPr>
          <p:spPr>
            <a:xfrm>
              <a:off x="5190649" y="2195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7" name="pt14577"/>
            <p:cNvSpPr/>
            <p:nvPr/>
          </p:nvSpPr>
          <p:spPr>
            <a:xfrm>
              <a:off x="5349415" y="2255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8" name="pt14578"/>
            <p:cNvSpPr/>
            <p:nvPr/>
          </p:nvSpPr>
          <p:spPr>
            <a:xfrm>
              <a:off x="5729356" y="2003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9" name="pt14579"/>
            <p:cNvSpPr/>
            <p:nvPr/>
          </p:nvSpPr>
          <p:spPr>
            <a:xfrm>
              <a:off x="5593024" y="2085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0" name="pt14580"/>
            <p:cNvSpPr/>
            <p:nvPr/>
          </p:nvSpPr>
          <p:spPr>
            <a:xfrm>
              <a:off x="5012093" y="185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1" name="pt14581"/>
            <p:cNvSpPr/>
            <p:nvPr/>
          </p:nvSpPr>
          <p:spPr>
            <a:xfrm>
              <a:off x="5417430" y="2287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2" name="pt14582"/>
            <p:cNvSpPr/>
            <p:nvPr/>
          </p:nvSpPr>
          <p:spPr>
            <a:xfrm>
              <a:off x="5172275" y="2366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3" name="pt14583"/>
            <p:cNvSpPr/>
            <p:nvPr/>
          </p:nvSpPr>
          <p:spPr>
            <a:xfrm>
              <a:off x="5274678" y="2225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4" name="pt14584"/>
            <p:cNvSpPr/>
            <p:nvPr/>
          </p:nvSpPr>
          <p:spPr>
            <a:xfrm>
              <a:off x="5596373" y="1975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5" name="pt14585"/>
            <p:cNvSpPr/>
            <p:nvPr/>
          </p:nvSpPr>
          <p:spPr>
            <a:xfrm>
              <a:off x="5582670" y="1955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6" name="pt14586"/>
            <p:cNvSpPr/>
            <p:nvPr/>
          </p:nvSpPr>
          <p:spPr>
            <a:xfrm>
              <a:off x="5377411" y="2221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7" name="pt14587"/>
            <p:cNvSpPr/>
            <p:nvPr/>
          </p:nvSpPr>
          <p:spPr>
            <a:xfrm>
              <a:off x="5776332" y="1959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8" name="pt14588"/>
            <p:cNvSpPr/>
            <p:nvPr/>
          </p:nvSpPr>
          <p:spPr>
            <a:xfrm>
              <a:off x="5375299" y="2025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9" name="pt14589"/>
            <p:cNvSpPr/>
            <p:nvPr/>
          </p:nvSpPr>
          <p:spPr>
            <a:xfrm>
              <a:off x="5815681" y="1897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0" name="pt14590"/>
            <p:cNvSpPr/>
            <p:nvPr/>
          </p:nvSpPr>
          <p:spPr>
            <a:xfrm>
              <a:off x="5208410" y="2290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1" name="pt14591"/>
            <p:cNvSpPr/>
            <p:nvPr/>
          </p:nvSpPr>
          <p:spPr>
            <a:xfrm>
              <a:off x="5447800" y="1950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2" name="pt14592"/>
            <p:cNvSpPr/>
            <p:nvPr/>
          </p:nvSpPr>
          <p:spPr>
            <a:xfrm>
              <a:off x="5101654" y="2751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3" name="pt14593"/>
            <p:cNvSpPr/>
            <p:nvPr/>
          </p:nvSpPr>
          <p:spPr>
            <a:xfrm>
              <a:off x="4895543" y="2353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4" name="pt14594"/>
            <p:cNvSpPr/>
            <p:nvPr/>
          </p:nvSpPr>
          <p:spPr>
            <a:xfrm>
              <a:off x="5268617" y="2159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5" name="pt14595"/>
            <p:cNvSpPr/>
            <p:nvPr/>
          </p:nvSpPr>
          <p:spPr>
            <a:xfrm>
              <a:off x="4748917" y="2533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6" name="pt14596"/>
            <p:cNvSpPr/>
            <p:nvPr/>
          </p:nvSpPr>
          <p:spPr>
            <a:xfrm>
              <a:off x="5435319" y="2119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7" name="pt14597"/>
            <p:cNvSpPr/>
            <p:nvPr/>
          </p:nvSpPr>
          <p:spPr>
            <a:xfrm>
              <a:off x="5284160" y="1963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8" name="pt14598"/>
            <p:cNvSpPr/>
            <p:nvPr/>
          </p:nvSpPr>
          <p:spPr>
            <a:xfrm>
              <a:off x="5396460" y="2265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9" name="pt14599"/>
            <p:cNvSpPr/>
            <p:nvPr/>
          </p:nvSpPr>
          <p:spPr>
            <a:xfrm>
              <a:off x="5609319" y="1981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0" name="pt14600"/>
            <p:cNvSpPr/>
            <p:nvPr/>
          </p:nvSpPr>
          <p:spPr>
            <a:xfrm>
              <a:off x="5522537" y="2063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1" name="pt14601"/>
            <p:cNvSpPr/>
            <p:nvPr/>
          </p:nvSpPr>
          <p:spPr>
            <a:xfrm>
              <a:off x="5389456" y="2230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2" name="pt14602"/>
            <p:cNvSpPr/>
            <p:nvPr/>
          </p:nvSpPr>
          <p:spPr>
            <a:xfrm>
              <a:off x="5253332" y="2197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3" name="pt14603"/>
            <p:cNvSpPr/>
            <p:nvPr/>
          </p:nvSpPr>
          <p:spPr>
            <a:xfrm>
              <a:off x="5506055" y="2118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4" name="pt14604"/>
            <p:cNvSpPr/>
            <p:nvPr/>
          </p:nvSpPr>
          <p:spPr>
            <a:xfrm>
              <a:off x="5516687" y="216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5" name="pt14605"/>
            <p:cNvSpPr/>
            <p:nvPr/>
          </p:nvSpPr>
          <p:spPr>
            <a:xfrm>
              <a:off x="5576077" y="1960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6" name="pt14606"/>
            <p:cNvSpPr/>
            <p:nvPr/>
          </p:nvSpPr>
          <p:spPr>
            <a:xfrm>
              <a:off x="5226388" y="2024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7" name="pt14607"/>
            <p:cNvSpPr/>
            <p:nvPr/>
          </p:nvSpPr>
          <p:spPr>
            <a:xfrm>
              <a:off x="5054944" y="2497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8" name="pt14608"/>
            <p:cNvSpPr/>
            <p:nvPr/>
          </p:nvSpPr>
          <p:spPr>
            <a:xfrm>
              <a:off x="5437196" y="2010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9" name="pt14609"/>
            <p:cNvSpPr/>
            <p:nvPr/>
          </p:nvSpPr>
          <p:spPr>
            <a:xfrm>
              <a:off x="5628531" y="1984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0" name="pt14610"/>
            <p:cNvSpPr/>
            <p:nvPr/>
          </p:nvSpPr>
          <p:spPr>
            <a:xfrm>
              <a:off x="5112818" y="2556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1" name="pt14611"/>
            <p:cNvSpPr/>
            <p:nvPr/>
          </p:nvSpPr>
          <p:spPr>
            <a:xfrm>
              <a:off x="5426745" y="2171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2" name="pt14612"/>
            <p:cNvSpPr/>
            <p:nvPr/>
          </p:nvSpPr>
          <p:spPr>
            <a:xfrm>
              <a:off x="5007755" y="2151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3" name="pt14613"/>
            <p:cNvSpPr/>
            <p:nvPr/>
          </p:nvSpPr>
          <p:spPr>
            <a:xfrm>
              <a:off x="5210499" y="2060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4" name="pt14614"/>
            <p:cNvSpPr/>
            <p:nvPr/>
          </p:nvSpPr>
          <p:spPr>
            <a:xfrm>
              <a:off x="5381000" y="2129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5" name="pt14615"/>
            <p:cNvSpPr/>
            <p:nvPr/>
          </p:nvSpPr>
          <p:spPr>
            <a:xfrm>
              <a:off x="5618095" y="2050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6" name="pt14616"/>
            <p:cNvSpPr/>
            <p:nvPr/>
          </p:nvSpPr>
          <p:spPr>
            <a:xfrm>
              <a:off x="4775657" y="2683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7" name="pt14617"/>
            <p:cNvSpPr/>
            <p:nvPr/>
          </p:nvSpPr>
          <p:spPr>
            <a:xfrm>
              <a:off x="5573235" y="1953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8" name="pt14618"/>
            <p:cNvSpPr/>
            <p:nvPr/>
          </p:nvSpPr>
          <p:spPr>
            <a:xfrm>
              <a:off x="5390682" y="2205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9" name="pt14619"/>
            <p:cNvSpPr/>
            <p:nvPr/>
          </p:nvSpPr>
          <p:spPr>
            <a:xfrm>
              <a:off x="5067605" y="2210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0" name="pt14620"/>
            <p:cNvSpPr/>
            <p:nvPr/>
          </p:nvSpPr>
          <p:spPr>
            <a:xfrm>
              <a:off x="5088336" y="1973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1" name="pt14621"/>
            <p:cNvSpPr/>
            <p:nvPr/>
          </p:nvSpPr>
          <p:spPr>
            <a:xfrm>
              <a:off x="5265313" y="2149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2" name="pt14622"/>
            <p:cNvSpPr/>
            <p:nvPr/>
          </p:nvSpPr>
          <p:spPr>
            <a:xfrm>
              <a:off x="5837179" y="1904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3" name="pt14623"/>
            <p:cNvSpPr/>
            <p:nvPr/>
          </p:nvSpPr>
          <p:spPr>
            <a:xfrm>
              <a:off x="5398440" y="2226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4" name="pt14624"/>
            <p:cNvSpPr/>
            <p:nvPr/>
          </p:nvSpPr>
          <p:spPr>
            <a:xfrm>
              <a:off x="5364360" y="2131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5" name="pt14625"/>
            <p:cNvSpPr/>
            <p:nvPr/>
          </p:nvSpPr>
          <p:spPr>
            <a:xfrm>
              <a:off x="5160789" y="2258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6" name="pt14626"/>
            <p:cNvSpPr/>
            <p:nvPr/>
          </p:nvSpPr>
          <p:spPr>
            <a:xfrm>
              <a:off x="5407731" y="2225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7" name="pt14627"/>
            <p:cNvSpPr/>
            <p:nvPr/>
          </p:nvSpPr>
          <p:spPr>
            <a:xfrm>
              <a:off x="5018025" y="2178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8" name="pt14628"/>
            <p:cNvSpPr/>
            <p:nvPr/>
          </p:nvSpPr>
          <p:spPr>
            <a:xfrm>
              <a:off x="5591792" y="1978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9" name="pt14629"/>
            <p:cNvSpPr/>
            <p:nvPr/>
          </p:nvSpPr>
          <p:spPr>
            <a:xfrm>
              <a:off x="5501481" y="2239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0" name="pt14630"/>
            <p:cNvSpPr/>
            <p:nvPr/>
          </p:nvSpPr>
          <p:spPr>
            <a:xfrm>
              <a:off x="5366814" y="2106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1" name="pt14631"/>
            <p:cNvSpPr/>
            <p:nvPr/>
          </p:nvSpPr>
          <p:spPr>
            <a:xfrm>
              <a:off x="5437321" y="2091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2" name="pt14632"/>
            <p:cNvSpPr/>
            <p:nvPr/>
          </p:nvSpPr>
          <p:spPr>
            <a:xfrm>
              <a:off x="5532373" y="2166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3" name="pt14633"/>
            <p:cNvSpPr/>
            <p:nvPr/>
          </p:nvSpPr>
          <p:spPr>
            <a:xfrm>
              <a:off x="5226075" y="1997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4" name="pt14634"/>
            <p:cNvSpPr/>
            <p:nvPr/>
          </p:nvSpPr>
          <p:spPr>
            <a:xfrm>
              <a:off x="5560361" y="2198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5" name="pt14635"/>
            <p:cNvSpPr/>
            <p:nvPr/>
          </p:nvSpPr>
          <p:spPr>
            <a:xfrm>
              <a:off x="5252261" y="2196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6" name="pt14636"/>
            <p:cNvSpPr/>
            <p:nvPr/>
          </p:nvSpPr>
          <p:spPr>
            <a:xfrm>
              <a:off x="5545387" y="2236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7" name="pt14637"/>
            <p:cNvSpPr/>
            <p:nvPr/>
          </p:nvSpPr>
          <p:spPr>
            <a:xfrm>
              <a:off x="5423776" y="2186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8" name="pt14638"/>
            <p:cNvSpPr/>
            <p:nvPr/>
          </p:nvSpPr>
          <p:spPr>
            <a:xfrm>
              <a:off x="5610197" y="2037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9" name="pt14639"/>
            <p:cNvSpPr/>
            <p:nvPr/>
          </p:nvSpPr>
          <p:spPr>
            <a:xfrm>
              <a:off x="5407071" y="2274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0" name="pt14640"/>
            <p:cNvSpPr/>
            <p:nvPr/>
          </p:nvSpPr>
          <p:spPr>
            <a:xfrm>
              <a:off x="5255795" y="2141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1" name="pt14641"/>
            <p:cNvSpPr/>
            <p:nvPr/>
          </p:nvSpPr>
          <p:spPr>
            <a:xfrm>
              <a:off x="5611378" y="2006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2" name="pt14642"/>
            <p:cNvSpPr/>
            <p:nvPr/>
          </p:nvSpPr>
          <p:spPr>
            <a:xfrm>
              <a:off x="5347182" y="219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3" name="pt14643"/>
            <p:cNvSpPr/>
            <p:nvPr/>
          </p:nvSpPr>
          <p:spPr>
            <a:xfrm>
              <a:off x="5020520" y="2280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4" name="pt14644"/>
            <p:cNvSpPr/>
            <p:nvPr/>
          </p:nvSpPr>
          <p:spPr>
            <a:xfrm>
              <a:off x="5889928" y="1802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5" name="pt14645"/>
            <p:cNvSpPr/>
            <p:nvPr/>
          </p:nvSpPr>
          <p:spPr>
            <a:xfrm>
              <a:off x="5050091" y="2738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6" name="pt14646"/>
            <p:cNvSpPr/>
            <p:nvPr/>
          </p:nvSpPr>
          <p:spPr>
            <a:xfrm>
              <a:off x="4984772" y="2604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7" name="pt14647"/>
            <p:cNvSpPr/>
            <p:nvPr/>
          </p:nvSpPr>
          <p:spPr>
            <a:xfrm>
              <a:off x="5504911" y="2224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8" name="pt14648"/>
            <p:cNvSpPr/>
            <p:nvPr/>
          </p:nvSpPr>
          <p:spPr>
            <a:xfrm>
              <a:off x="4968480" y="25024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9" name="pt14649"/>
            <p:cNvSpPr/>
            <p:nvPr/>
          </p:nvSpPr>
          <p:spPr>
            <a:xfrm>
              <a:off x="5693937" y="2050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0" name="pt14650"/>
            <p:cNvSpPr/>
            <p:nvPr/>
          </p:nvSpPr>
          <p:spPr>
            <a:xfrm>
              <a:off x="5470485" y="2057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1" name="pt14651"/>
            <p:cNvSpPr/>
            <p:nvPr/>
          </p:nvSpPr>
          <p:spPr>
            <a:xfrm>
              <a:off x="5680746" y="2002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2" name="pt14652"/>
            <p:cNvSpPr/>
            <p:nvPr/>
          </p:nvSpPr>
          <p:spPr>
            <a:xfrm>
              <a:off x="5365071" y="2067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3" name="pt14653"/>
            <p:cNvSpPr/>
            <p:nvPr/>
          </p:nvSpPr>
          <p:spPr>
            <a:xfrm>
              <a:off x="5379846" y="2180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4" name="pt14654"/>
            <p:cNvSpPr/>
            <p:nvPr/>
          </p:nvSpPr>
          <p:spPr>
            <a:xfrm>
              <a:off x="5481848" y="2204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5" name="pt14655"/>
            <p:cNvSpPr/>
            <p:nvPr/>
          </p:nvSpPr>
          <p:spPr>
            <a:xfrm>
              <a:off x="5278299" y="2222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6" name="pt14656"/>
            <p:cNvSpPr/>
            <p:nvPr/>
          </p:nvSpPr>
          <p:spPr>
            <a:xfrm>
              <a:off x="5426617" y="2236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7" name="pt14657"/>
            <p:cNvSpPr/>
            <p:nvPr/>
          </p:nvSpPr>
          <p:spPr>
            <a:xfrm>
              <a:off x="5411714" y="2135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8" name="pt14658"/>
            <p:cNvSpPr/>
            <p:nvPr/>
          </p:nvSpPr>
          <p:spPr>
            <a:xfrm>
              <a:off x="5481175" y="2254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9" name="pt14659"/>
            <p:cNvSpPr/>
            <p:nvPr/>
          </p:nvSpPr>
          <p:spPr>
            <a:xfrm>
              <a:off x="5575420" y="2065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0" name="pt14660"/>
            <p:cNvSpPr/>
            <p:nvPr/>
          </p:nvSpPr>
          <p:spPr>
            <a:xfrm>
              <a:off x="5146021" y="2754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1" name="pt14661"/>
            <p:cNvSpPr/>
            <p:nvPr/>
          </p:nvSpPr>
          <p:spPr>
            <a:xfrm>
              <a:off x="5583171" y="2096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2" name="pt14662"/>
            <p:cNvSpPr/>
            <p:nvPr/>
          </p:nvSpPr>
          <p:spPr>
            <a:xfrm>
              <a:off x="5412593" y="2242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3" name="pt14663"/>
            <p:cNvSpPr/>
            <p:nvPr/>
          </p:nvSpPr>
          <p:spPr>
            <a:xfrm>
              <a:off x="5764918" y="2011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4" name="pt14664"/>
            <p:cNvSpPr/>
            <p:nvPr/>
          </p:nvSpPr>
          <p:spPr>
            <a:xfrm>
              <a:off x="5201506" y="2089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5" name="pt14665"/>
            <p:cNvSpPr/>
            <p:nvPr/>
          </p:nvSpPr>
          <p:spPr>
            <a:xfrm>
              <a:off x="5365261" y="2066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6" name="pt14666"/>
            <p:cNvSpPr/>
            <p:nvPr/>
          </p:nvSpPr>
          <p:spPr>
            <a:xfrm>
              <a:off x="5141347" y="2774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7" name="pt14667"/>
            <p:cNvSpPr/>
            <p:nvPr/>
          </p:nvSpPr>
          <p:spPr>
            <a:xfrm>
              <a:off x="5311135" y="2190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8" name="pt14668"/>
            <p:cNvSpPr/>
            <p:nvPr/>
          </p:nvSpPr>
          <p:spPr>
            <a:xfrm>
              <a:off x="5394117" y="2210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9" name="pt14669"/>
            <p:cNvSpPr/>
            <p:nvPr/>
          </p:nvSpPr>
          <p:spPr>
            <a:xfrm>
              <a:off x="5640705" y="2172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0" name="pt14670"/>
            <p:cNvSpPr/>
            <p:nvPr/>
          </p:nvSpPr>
          <p:spPr>
            <a:xfrm>
              <a:off x="5156255" y="2544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1" name="pt14671"/>
            <p:cNvSpPr/>
            <p:nvPr/>
          </p:nvSpPr>
          <p:spPr>
            <a:xfrm>
              <a:off x="5084844" y="2055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2" name="pt14672"/>
            <p:cNvSpPr/>
            <p:nvPr/>
          </p:nvSpPr>
          <p:spPr>
            <a:xfrm>
              <a:off x="5568081" y="1942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3" name="pt14673"/>
            <p:cNvSpPr/>
            <p:nvPr/>
          </p:nvSpPr>
          <p:spPr>
            <a:xfrm>
              <a:off x="5151726" y="259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4" name="pt14674"/>
            <p:cNvSpPr/>
            <p:nvPr/>
          </p:nvSpPr>
          <p:spPr>
            <a:xfrm>
              <a:off x="5787318" y="190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5" name="pt14675"/>
            <p:cNvSpPr/>
            <p:nvPr/>
          </p:nvSpPr>
          <p:spPr>
            <a:xfrm>
              <a:off x="5396197" y="2280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6" name="pt14676"/>
            <p:cNvSpPr/>
            <p:nvPr/>
          </p:nvSpPr>
          <p:spPr>
            <a:xfrm>
              <a:off x="5720774" y="1924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7" name="pt14677"/>
            <p:cNvSpPr/>
            <p:nvPr/>
          </p:nvSpPr>
          <p:spPr>
            <a:xfrm>
              <a:off x="5384014" y="2144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8" name="pt14678"/>
            <p:cNvSpPr/>
            <p:nvPr/>
          </p:nvSpPr>
          <p:spPr>
            <a:xfrm>
              <a:off x="5362565" y="2101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9" name="pt14679"/>
            <p:cNvSpPr/>
            <p:nvPr/>
          </p:nvSpPr>
          <p:spPr>
            <a:xfrm>
              <a:off x="5302594" y="2179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0" name="pt14680"/>
            <p:cNvSpPr/>
            <p:nvPr/>
          </p:nvSpPr>
          <p:spPr>
            <a:xfrm>
              <a:off x="5659231" y="1633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1" name="pt14681"/>
            <p:cNvSpPr/>
            <p:nvPr/>
          </p:nvSpPr>
          <p:spPr>
            <a:xfrm>
              <a:off x="5384841" y="2230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2" name="pt14682"/>
            <p:cNvSpPr/>
            <p:nvPr/>
          </p:nvSpPr>
          <p:spPr>
            <a:xfrm>
              <a:off x="4952942" y="2454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3" name="pt14683"/>
            <p:cNvSpPr/>
            <p:nvPr/>
          </p:nvSpPr>
          <p:spPr>
            <a:xfrm>
              <a:off x="5438557" y="1958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4" name="pt14684"/>
            <p:cNvSpPr/>
            <p:nvPr/>
          </p:nvSpPr>
          <p:spPr>
            <a:xfrm>
              <a:off x="5572564" y="2017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5" name="pt14685"/>
            <p:cNvSpPr/>
            <p:nvPr/>
          </p:nvSpPr>
          <p:spPr>
            <a:xfrm>
              <a:off x="5457412" y="1974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6" name="pt14686"/>
            <p:cNvSpPr/>
            <p:nvPr/>
          </p:nvSpPr>
          <p:spPr>
            <a:xfrm>
              <a:off x="5484064" y="2197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7" name="pt14687"/>
            <p:cNvSpPr/>
            <p:nvPr/>
          </p:nvSpPr>
          <p:spPr>
            <a:xfrm>
              <a:off x="5316359" y="218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8" name="pt14688"/>
            <p:cNvSpPr/>
            <p:nvPr/>
          </p:nvSpPr>
          <p:spPr>
            <a:xfrm>
              <a:off x="5593467" y="1922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9" name="pt14689"/>
            <p:cNvSpPr/>
            <p:nvPr/>
          </p:nvSpPr>
          <p:spPr>
            <a:xfrm>
              <a:off x="4881051" y="2795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0" name="pt14690"/>
            <p:cNvSpPr/>
            <p:nvPr/>
          </p:nvSpPr>
          <p:spPr>
            <a:xfrm>
              <a:off x="5114230" y="2389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1" name="pt14691"/>
            <p:cNvSpPr/>
            <p:nvPr/>
          </p:nvSpPr>
          <p:spPr>
            <a:xfrm>
              <a:off x="5383287" y="2201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2" name="pt14692"/>
            <p:cNvSpPr/>
            <p:nvPr/>
          </p:nvSpPr>
          <p:spPr>
            <a:xfrm>
              <a:off x="5097256" y="2530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3" name="pt14693"/>
            <p:cNvSpPr/>
            <p:nvPr/>
          </p:nvSpPr>
          <p:spPr>
            <a:xfrm>
              <a:off x="5257818" y="2222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4" name="pt14694"/>
            <p:cNvSpPr/>
            <p:nvPr/>
          </p:nvSpPr>
          <p:spPr>
            <a:xfrm>
              <a:off x="5415912" y="2184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5" name="pt14695"/>
            <p:cNvSpPr/>
            <p:nvPr/>
          </p:nvSpPr>
          <p:spPr>
            <a:xfrm>
              <a:off x="5116275" y="2617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6" name="pt14696"/>
            <p:cNvSpPr/>
            <p:nvPr/>
          </p:nvSpPr>
          <p:spPr>
            <a:xfrm>
              <a:off x="5469072" y="2065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7" name="pt14697"/>
            <p:cNvSpPr/>
            <p:nvPr/>
          </p:nvSpPr>
          <p:spPr>
            <a:xfrm>
              <a:off x="5733626" y="1899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8" name="pt14698"/>
            <p:cNvSpPr/>
            <p:nvPr/>
          </p:nvSpPr>
          <p:spPr>
            <a:xfrm>
              <a:off x="5413732" y="2077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9" name="pt14699"/>
            <p:cNvSpPr/>
            <p:nvPr/>
          </p:nvSpPr>
          <p:spPr>
            <a:xfrm>
              <a:off x="5290849" y="2104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0" name="pt14700"/>
            <p:cNvSpPr/>
            <p:nvPr/>
          </p:nvSpPr>
          <p:spPr>
            <a:xfrm>
              <a:off x="5719773" y="2034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1" name="pt14701"/>
            <p:cNvSpPr/>
            <p:nvPr/>
          </p:nvSpPr>
          <p:spPr>
            <a:xfrm>
              <a:off x="5347344" y="2213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2" name="pt14702"/>
            <p:cNvSpPr/>
            <p:nvPr/>
          </p:nvSpPr>
          <p:spPr>
            <a:xfrm>
              <a:off x="5738289" y="2040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3" name="pt14703"/>
            <p:cNvSpPr/>
            <p:nvPr/>
          </p:nvSpPr>
          <p:spPr>
            <a:xfrm>
              <a:off x="5163081" y="2357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4" name="pt14704"/>
            <p:cNvSpPr/>
            <p:nvPr/>
          </p:nvSpPr>
          <p:spPr>
            <a:xfrm>
              <a:off x="5776818" y="2060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5" name="pt14705"/>
            <p:cNvSpPr/>
            <p:nvPr/>
          </p:nvSpPr>
          <p:spPr>
            <a:xfrm>
              <a:off x="5469135" y="212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6" name="pt14706"/>
            <p:cNvSpPr/>
            <p:nvPr/>
          </p:nvSpPr>
          <p:spPr>
            <a:xfrm>
              <a:off x="5167228" y="2323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7" name="pt14707"/>
            <p:cNvSpPr/>
            <p:nvPr/>
          </p:nvSpPr>
          <p:spPr>
            <a:xfrm>
              <a:off x="5274727" y="2269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8" name="pt14708"/>
            <p:cNvSpPr/>
            <p:nvPr/>
          </p:nvSpPr>
          <p:spPr>
            <a:xfrm>
              <a:off x="5292210" y="2006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9" name="pt14709"/>
            <p:cNvSpPr/>
            <p:nvPr/>
          </p:nvSpPr>
          <p:spPr>
            <a:xfrm>
              <a:off x="5527877" y="2046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0" name="pt14710"/>
            <p:cNvSpPr/>
            <p:nvPr/>
          </p:nvSpPr>
          <p:spPr>
            <a:xfrm>
              <a:off x="5281855" y="1913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1" name="pt14711"/>
            <p:cNvSpPr/>
            <p:nvPr/>
          </p:nvSpPr>
          <p:spPr>
            <a:xfrm>
              <a:off x="5312148" y="2071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2" name="pt14712"/>
            <p:cNvSpPr/>
            <p:nvPr/>
          </p:nvSpPr>
          <p:spPr>
            <a:xfrm>
              <a:off x="5657480" y="1747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3" name="pt14713"/>
            <p:cNvSpPr/>
            <p:nvPr/>
          </p:nvSpPr>
          <p:spPr>
            <a:xfrm>
              <a:off x="5609541" y="2008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4" name="pt14714"/>
            <p:cNvSpPr/>
            <p:nvPr/>
          </p:nvSpPr>
          <p:spPr>
            <a:xfrm>
              <a:off x="5671195" y="1705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5" name="pt14715"/>
            <p:cNvSpPr/>
            <p:nvPr/>
          </p:nvSpPr>
          <p:spPr>
            <a:xfrm>
              <a:off x="5415298" y="2191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6" name="pt14716"/>
            <p:cNvSpPr/>
            <p:nvPr/>
          </p:nvSpPr>
          <p:spPr>
            <a:xfrm>
              <a:off x="5831068" y="1533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7" name="pt14717"/>
            <p:cNvSpPr/>
            <p:nvPr/>
          </p:nvSpPr>
          <p:spPr>
            <a:xfrm>
              <a:off x="5643526" y="1893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8" name="pt14718"/>
            <p:cNvSpPr/>
            <p:nvPr/>
          </p:nvSpPr>
          <p:spPr>
            <a:xfrm>
              <a:off x="5182650" y="2084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9" name="pt14719"/>
            <p:cNvSpPr/>
            <p:nvPr/>
          </p:nvSpPr>
          <p:spPr>
            <a:xfrm>
              <a:off x="5217055" y="2005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0" name="pt14720"/>
            <p:cNvSpPr/>
            <p:nvPr/>
          </p:nvSpPr>
          <p:spPr>
            <a:xfrm>
              <a:off x="5924223" y="1678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1" name="pt14721"/>
            <p:cNvSpPr/>
            <p:nvPr/>
          </p:nvSpPr>
          <p:spPr>
            <a:xfrm>
              <a:off x="5620642" y="2130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2" name="pt14722"/>
            <p:cNvSpPr/>
            <p:nvPr/>
          </p:nvSpPr>
          <p:spPr>
            <a:xfrm>
              <a:off x="5332404" y="2151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3" name="pt14723"/>
            <p:cNvSpPr/>
            <p:nvPr/>
          </p:nvSpPr>
          <p:spPr>
            <a:xfrm>
              <a:off x="5613254" y="2093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4" name="pt14724"/>
            <p:cNvSpPr/>
            <p:nvPr/>
          </p:nvSpPr>
          <p:spPr>
            <a:xfrm>
              <a:off x="5237888" y="2119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5" name="pt14725"/>
            <p:cNvSpPr/>
            <p:nvPr/>
          </p:nvSpPr>
          <p:spPr>
            <a:xfrm>
              <a:off x="5162231" y="2312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6" name="pt14726"/>
            <p:cNvSpPr/>
            <p:nvPr/>
          </p:nvSpPr>
          <p:spPr>
            <a:xfrm>
              <a:off x="5748887" y="1955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7" name="pt14727"/>
            <p:cNvSpPr/>
            <p:nvPr/>
          </p:nvSpPr>
          <p:spPr>
            <a:xfrm>
              <a:off x="5547018" y="2243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8" name="pt14728"/>
            <p:cNvSpPr/>
            <p:nvPr/>
          </p:nvSpPr>
          <p:spPr>
            <a:xfrm>
              <a:off x="5249304" y="2160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9" name="pt14729"/>
            <p:cNvSpPr/>
            <p:nvPr/>
          </p:nvSpPr>
          <p:spPr>
            <a:xfrm>
              <a:off x="5215921" y="2120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0" name="pt14730"/>
            <p:cNvSpPr/>
            <p:nvPr/>
          </p:nvSpPr>
          <p:spPr>
            <a:xfrm>
              <a:off x="5552299" y="2167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1" name="pt14731"/>
            <p:cNvSpPr/>
            <p:nvPr/>
          </p:nvSpPr>
          <p:spPr>
            <a:xfrm>
              <a:off x="4910246" y="1933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2" name="pt14732"/>
            <p:cNvSpPr/>
            <p:nvPr/>
          </p:nvSpPr>
          <p:spPr>
            <a:xfrm>
              <a:off x="5233805" y="2224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3" name="pt14733"/>
            <p:cNvSpPr/>
            <p:nvPr/>
          </p:nvSpPr>
          <p:spPr>
            <a:xfrm>
              <a:off x="5393009" y="2235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4" name="pt14734"/>
            <p:cNvSpPr/>
            <p:nvPr/>
          </p:nvSpPr>
          <p:spPr>
            <a:xfrm>
              <a:off x="5487296" y="2231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5" name="pt14735"/>
            <p:cNvSpPr/>
            <p:nvPr/>
          </p:nvSpPr>
          <p:spPr>
            <a:xfrm>
              <a:off x="5457300" y="2094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6" name="pt14736"/>
            <p:cNvSpPr/>
            <p:nvPr/>
          </p:nvSpPr>
          <p:spPr>
            <a:xfrm>
              <a:off x="5531103" y="2224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7" name="pt14737"/>
            <p:cNvSpPr/>
            <p:nvPr/>
          </p:nvSpPr>
          <p:spPr>
            <a:xfrm>
              <a:off x="5698688" y="2028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8" name="pt14738"/>
            <p:cNvSpPr/>
            <p:nvPr/>
          </p:nvSpPr>
          <p:spPr>
            <a:xfrm>
              <a:off x="5228088" y="2069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9" name="pt14739"/>
            <p:cNvSpPr/>
            <p:nvPr/>
          </p:nvSpPr>
          <p:spPr>
            <a:xfrm>
              <a:off x="5230649" y="1988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0" name="pt14740"/>
            <p:cNvSpPr/>
            <p:nvPr/>
          </p:nvSpPr>
          <p:spPr>
            <a:xfrm>
              <a:off x="5487452" y="2204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1" name="pt14741"/>
            <p:cNvSpPr/>
            <p:nvPr/>
          </p:nvSpPr>
          <p:spPr>
            <a:xfrm>
              <a:off x="5505356" y="2175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2" name="pt14742"/>
            <p:cNvSpPr/>
            <p:nvPr/>
          </p:nvSpPr>
          <p:spPr>
            <a:xfrm>
              <a:off x="5423745" y="2100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3" name="pt14743"/>
            <p:cNvSpPr/>
            <p:nvPr/>
          </p:nvSpPr>
          <p:spPr>
            <a:xfrm>
              <a:off x="5233021" y="2095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4" name="pt14744"/>
            <p:cNvSpPr/>
            <p:nvPr/>
          </p:nvSpPr>
          <p:spPr>
            <a:xfrm>
              <a:off x="5283405" y="1968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5" name="pt14745"/>
            <p:cNvSpPr/>
            <p:nvPr/>
          </p:nvSpPr>
          <p:spPr>
            <a:xfrm>
              <a:off x="5594718" y="1915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6" name="pt14746"/>
            <p:cNvSpPr/>
            <p:nvPr/>
          </p:nvSpPr>
          <p:spPr>
            <a:xfrm>
              <a:off x="5166628" y="2151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7" name="pt14747"/>
            <p:cNvSpPr/>
            <p:nvPr/>
          </p:nvSpPr>
          <p:spPr>
            <a:xfrm>
              <a:off x="5206569" y="2183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8" name="pt14748"/>
            <p:cNvSpPr/>
            <p:nvPr/>
          </p:nvSpPr>
          <p:spPr>
            <a:xfrm>
              <a:off x="5511458" y="2137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9" name="pt14749"/>
            <p:cNvSpPr/>
            <p:nvPr/>
          </p:nvSpPr>
          <p:spPr>
            <a:xfrm>
              <a:off x="5895075" y="1557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0" name="pt14750"/>
            <p:cNvSpPr/>
            <p:nvPr/>
          </p:nvSpPr>
          <p:spPr>
            <a:xfrm>
              <a:off x="5021067" y="2266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1" name="pt14751"/>
            <p:cNvSpPr/>
            <p:nvPr/>
          </p:nvSpPr>
          <p:spPr>
            <a:xfrm>
              <a:off x="5182208" y="2336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2" name="pt14752"/>
            <p:cNvSpPr/>
            <p:nvPr/>
          </p:nvSpPr>
          <p:spPr>
            <a:xfrm>
              <a:off x="5766966" y="2012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3" name="pt14753"/>
            <p:cNvSpPr/>
            <p:nvPr/>
          </p:nvSpPr>
          <p:spPr>
            <a:xfrm>
              <a:off x="4989453" y="2781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4" name="pt14754"/>
            <p:cNvSpPr/>
            <p:nvPr/>
          </p:nvSpPr>
          <p:spPr>
            <a:xfrm>
              <a:off x="5579069" y="2093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5" name="pt14755"/>
            <p:cNvSpPr/>
            <p:nvPr/>
          </p:nvSpPr>
          <p:spPr>
            <a:xfrm>
              <a:off x="5371184" y="2051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6" name="pt14756"/>
            <p:cNvSpPr/>
            <p:nvPr/>
          </p:nvSpPr>
          <p:spPr>
            <a:xfrm>
              <a:off x="5737103" y="1833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7" name="pt14757"/>
            <p:cNvSpPr/>
            <p:nvPr/>
          </p:nvSpPr>
          <p:spPr>
            <a:xfrm>
              <a:off x="5399676" y="2189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8" name="pt14758"/>
            <p:cNvSpPr/>
            <p:nvPr/>
          </p:nvSpPr>
          <p:spPr>
            <a:xfrm>
              <a:off x="5491125" y="2146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9" name="pt14759"/>
            <p:cNvSpPr/>
            <p:nvPr/>
          </p:nvSpPr>
          <p:spPr>
            <a:xfrm>
              <a:off x="5480387" y="2153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0" name="pt14760"/>
            <p:cNvSpPr/>
            <p:nvPr/>
          </p:nvSpPr>
          <p:spPr>
            <a:xfrm>
              <a:off x="5758039" y="2098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1" name="pt14761"/>
            <p:cNvSpPr/>
            <p:nvPr/>
          </p:nvSpPr>
          <p:spPr>
            <a:xfrm>
              <a:off x="4974082" y="2647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2" name="pt14762"/>
            <p:cNvSpPr/>
            <p:nvPr/>
          </p:nvSpPr>
          <p:spPr>
            <a:xfrm>
              <a:off x="5213920" y="2103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3" name="pt14763"/>
            <p:cNvSpPr/>
            <p:nvPr/>
          </p:nvSpPr>
          <p:spPr>
            <a:xfrm>
              <a:off x="5373595" y="2107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4" name="pt14764"/>
            <p:cNvSpPr/>
            <p:nvPr/>
          </p:nvSpPr>
          <p:spPr>
            <a:xfrm>
              <a:off x="5432934" y="2163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5" name="pt14765"/>
            <p:cNvSpPr/>
            <p:nvPr/>
          </p:nvSpPr>
          <p:spPr>
            <a:xfrm>
              <a:off x="5515738" y="2125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6" name="pt14766"/>
            <p:cNvSpPr/>
            <p:nvPr/>
          </p:nvSpPr>
          <p:spPr>
            <a:xfrm>
              <a:off x="5099039" y="2515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7" name="pt14767"/>
            <p:cNvSpPr/>
            <p:nvPr/>
          </p:nvSpPr>
          <p:spPr>
            <a:xfrm>
              <a:off x="5225773" y="2006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8" name="pt14768"/>
            <p:cNvSpPr/>
            <p:nvPr/>
          </p:nvSpPr>
          <p:spPr>
            <a:xfrm>
              <a:off x="5922940" y="1634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9" name="pt14769"/>
            <p:cNvSpPr/>
            <p:nvPr/>
          </p:nvSpPr>
          <p:spPr>
            <a:xfrm>
              <a:off x="5439897" y="2083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0" name="pt14770"/>
            <p:cNvSpPr/>
            <p:nvPr/>
          </p:nvSpPr>
          <p:spPr>
            <a:xfrm>
              <a:off x="5773860" y="1777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1" name="pt14771"/>
            <p:cNvSpPr/>
            <p:nvPr/>
          </p:nvSpPr>
          <p:spPr>
            <a:xfrm>
              <a:off x="5398980" y="2092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2" name="pt14772"/>
            <p:cNvSpPr/>
            <p:nvPr/>
          </p:nvSpPr>
          <p:spPr>
            <a:xfrm>
              <a:off x="5130551" y="2570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3" name="pt14773"/>
            <p:cNvSpPr/>
            <p:nvPr/>
          </p:nvSpPr>
          <p:spPr>
            <a:xfrm>
              <a:off x="5791167" y="1807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4" name="pt14774"/>
            <p:cNvSpPr/>
            <p:nvPr/>
          </p:nvSpPr>
          <p:spPr>
            <a:xfrm>
              <a:off x="4987357" y="2640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5" name="pt14775"/>
            <p:cNvSpPr/>
            <p:nvPr/>
          </p:nvSpPr>
          <p:spPr>
            <a:xfrm>
              <a:off x="5511384" y="2134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6" name="pt14776"/>
            <p:cNvSpPr/>
            <p:nvPr/>
          </p:nvSpPr>
          <p:spPr>
            <a:xfrm>
              <a:off x="5398391" y="2260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7" name="pt14777"/>
            <p:cNvSpPr/>
            <p:nvPr/>
          </p:nvSpPr>
          <p:spPr>
            <a:xfrm>
              <a:off x="5629486" y="2059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8" name="pt14778"/>
            <p:cNvSpPr/>
            <p:nvPr/>
          </p:nvSpPr>
          <p:spPr>
            <a:xfrm>
              <a:off x="5625310" y="1952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9" name="pt14779"/>
            <p:cNvSpPr/>
            <p:nvPr/>
          </p:nvSpPr>
          <p:spPr>
            <a:xfrm>
              <a:off x="5001947" y="2129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0" name="pt14780"/>
            <p:cNvSpPr/>
            <p:nvPr/>
          </p:nvSpPr>
          <p:spPr>
            <a:xfrm>
              <a:off x="5582267" y="2171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1" name="pt14781"/>
            <p:cNvSpPr/>
            <p:nvPr/>
          </p:nvSpPr>
          <p:spPr>
            <a:xfrm>
              <a:off x="5360578" y="2100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2" name="pt14782"/>
            <p:cNvSpPr/>
            <p:nvPr/>
          </p:nvSpPr>
          <p:spPr>
            <a:xfrm>
              <a:off x="5232394" y="2154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3" name="pt14783"/>
            <p:cNvSpPr/>
            <p:nvPr/>
          </p:nvSpPr>
          <p:spPr>
            <a:xfrm>
              <a:off x="5737291" y="2157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4" name="pt14784"/>
            <p:cNvSpPr/>
            <p:nvPr/>
          </p:nvSpPr>
          <p:spPr>
            <a:xfrm>
              <a:off x="5067386" y="2512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5" name="pt14785"/>
            <p:cNvSpPr/>
            <p:nvPr/>
          </p:nvSpPr>
          <p:spPr>
            <a:xfrm>
              <a:off x="5458697" y="2037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6" name="pt14786"/>
            <p:cNvSpPr/>
            <p:nvPr/>
          </p:nvSpPr>
          <p:spPr>
            <a:xfrm>
              <a:off x="5824632" y="1959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7" name="pt14787"/>
            <p:cNvSpPr/>
            <p:nvPr/>
          </p:nvSpPr>
          <p:spPr>
            <a:xfrm>
              <a:off x="5678259" y="1879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8" name="pt14788"/>
            <p:cNvSpPr/>
            <p:nvPr/>
          </p:nvSpPr>
          <p:spPr>
            <a:xfrm>
              <a:off x="5474133" y="2152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9" name="pt14789"/>
            <p:cNvSpPr/>
            <p:nvPr/>
          </p:nvSpPr>
          <p:spPr>
            <a:xfrm>
              <a:off x="5408388" y="2199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0" name="pt14790"/>
            <p:cNvSpPr/>
            <p:nvPr/>
          </p:nvSpPr>
          <p:spPr>
            <a:xfrm>
              <a:off x="5885811" y="159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1" name="pt14791"/>
            <p:cNvSpPr/>
            <p:nvPr/>
          </p:nvSpPr>
          <p:spPr>
            <a:xfrm>
              <a:off x="5090311" y="2548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2" name="pt14792"/>
            <p:cNvSpPr/>
            <p:nvPr/>
          </p:nvSpPr>
          <p:spPr>
            <a:xfrm>
              <a:off x="5462052" y="2041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3" name="pt14793"/>
            <p:cNvSpPr/>
            <p:nvPr/>
          </p:nvSpPr>
          <p:spPr>
            <a:xfrm>
              <a:off x="5377469" y="2237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4" name="pt14794"/>
            <p:cNvSpPr/>
            <p:nvPr/>
          </p:nvSpPr>
          <p:spPr>
            <a:xfrm>
              <a:off x="5419886" y="2199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5" name="pt14795"/>
            <p:cNvSpPr/>
            <p:nvPr/>
          </p:nvSpPr>
          <p:spPr>
            <a:xfrm>
              <a:off x="5333525" y="2159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6" name="pt14796"/>
            <p:cNvSpPr/>
            <p:nvPr/>
          </p:nvSpPr>
          <p:spPr>
            <a:xfrm>
              <a:off x="5598859" y="1854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7" name="pt14797"/>
            <p:cNvSpPr/>
            <p:nvPr/>
          </p:nvSpPr>
          <p:spPr>
            <a:xfrm>
              <a:off x="5126238" y="264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8" name="pt14798"/>
            <p:cNvSpPr/>
            <p:nvPr/>
          </p:nvSpPr>
          <p:spPr>
            <a:xfrm>
              <a:off x="5619588" y="1990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9" name="pt14799"/>
            <p:cNvSpPr/>
            <p:nvPr/>
          </p:nvSpPr>
          <p:spPr>
            <a:xfrm>
              <a:off x="5383017" y="2211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0" name="pt14800"/>
            <p:cNvSpPr/>
            <p:nvPr/>
          </p:nvSpPr>
          <p:spPr>
            <a:xfrm>
              <a:off x="4762095" y="2770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1" name="pt14801"/>
            <p:cNvSpPr/>
            <p:nvPr/>
          </p:nvSpPr>
          <p:spPr>
            <a:xfrm>
              <a:off x="5482627" y="211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2" name="pt14802"/>
            <p:cNvSpPr/>
            <p:nvPr/>
          </p:nvSpPr>
          <p:spPr>
            <a:xfrm>
              <a:off x="5531642" y="2218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3" name="pt14803"/>
            <p:cNvSpPr/>
            <p:nvPr/>
          </p:nvSpPr>
          <p:spPr>
            <a:xfrm>
              <a:off x="5387535" y="2244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4" name="pt14804"/>
            <p:cNvSpPr/>
            <p:nvPr/>
          </p:nvSpPr>
          <p:spPr>
            <a:xfrm>
              <a:off x="5293432" y="2083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5" name="pt14805"/>
            <p:cNvSpPr/>
            <p:nvPr/>
          </p:nvSpPr>
          <p:spPr>
            <a:xfrm>
              <a:off x="5109475" y="2643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6" name="pt14806"/>
            <p:cNvSpPr/>
            <p:nvPr/>
          </p:nvSpPr>
          <p:spPr>
            <a:xfrm>
              <a:off x="5344338" y="2321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7" name="pt14807"/>
            <p:cNvSpPr/>
            <p:nvPr/>
          </p:nvSpPr>
          <p:spPr>
            <a:xfrm>
              <a:off x="5563722" y="2332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8" name="pt14808"/>
            <p:cNvSpPr/>
            <p:nvPr/>
          </p:nvSpPr>
          <p:spPr>
            <a:xfrm>
              <a:off x="6077900" y="2166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9" name="pt14809"/>
            <p:cNvSpPr/>
            <p:nvPr/>
          </p:nvSpPr>
          <p:spPr>
            <a:xfrm>
              <a:off x="5892239" y="1642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0" name="pt14810"/>
            <p:cNvSpPr/>
            <p:nvPr/>
          </p:nvSpPr>
          <p:spPr>
            <a:xfrm>
              <a:off x="4839580" y="2419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1" name="pt14811"/>
            <p:cNvSpPr/>
            <p:nvPr/>
          </p:nvSpPr>
          <p:spPr>
            <a:xfrm>
              <a:off x="5374592" y="2141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2" name="pt14812"/>
            <p:cNvSpPr/>
            <p:nvPr/>
          </p:nvSpPr>
          <p:spPr>
            <a:xfrm>
              <a:off x="5489064" y="2238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3" name="pt14813"/>
            <p:cNvSpPr/>
            <p:nvPr/>
          </p:nvSpPr>
          <p:spPr>
            <a:xfrm>
              <a:off x="5057769" y="247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4" name="pt14814"/>
            <p:cNvSpPr/>
            <p:nvPr/>
          </p:nvSpPr>
          <p:spPr>
            <a:xfrm>
              <a:off x="5178002" y="2253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5" name="pt14815"/>
            <p:cNvSpPr/>
            <p:nvPr/>
          </p:nvSpPr>
          <p:spPr>
            <a:xfrm>
              <a:off x="5579635" y="2030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6" name="pt14816"/>
            <p:cNvSpPr/>
            <p:nvPr/>
          </p:nvSpPr>
          <p:spPr>
            <a:xfrm>
              <a:off x="5708474" y="1730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7" name="pt14817"/>
            <p:cNvSpPr/>
            <p:nvPr/>
          </p:nvSpPr>
          <p:spPr>
            <a:xfrm>
              <a:off x="5561575" y="2212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8" name="pt14818"/>
            <p:cNvSpPr/>
            <p:nvPr/>
          </p:nvSpPr>
          <p:spPr>
            <a:xfrm>
              <a:off x="5833963" y="1977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9" name="pt14819"/>
            <p:cNvSpPr/>
            <p:nvPr/>
          </p:nvSpPr>
          <p:spPr>
            <a:xfrm>
              <a:off x="5489884" y="2199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0" name="pt14820"/>
            <p:cNvSpPr/>
            <p:nvPr/>
          </p:nvSpPr>
          <p:spPr>
            <a:xfrm>
              <a:off x="5285020" y="1745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1" name="pt14821"/>
            <p:cNvSpPr/>
            <p:nvPr/>
          </p:nvSpPr>
          <p:spPr>
            <a:xfrm>
              <a:off x="5146962" y="2759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2" name="pt14822"/>
            <p:cNvSpPr/>
            <p:nvPr/>
          </p:nvSpPr>
          <p:spPr>
            <a:xfrm>
              <a:off x="5548516" y="228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3" name="pt14823"/>
            <p:cNvSpPr/>
            <p:nvPr/>
          </p:nvSpPr>
          <p:spPr>
            <a:xfrm>
              <a:off x="5520287" y="206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4" name="pt14824"/>
            <p:cNvSpPr/>
            <p:nvPr/>
          </p:nvSpPr>
          <p:spPr>
            <a:xfrm>
              <a:off x="5346879" y="2211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5" name="pt14825"/>
            <p:cNvSpPr/>
            <p:nvPr/>
          </p:nvSpPr>
          <p:spPr>
            <a:xfrm>
              <a:off x="5562418" y="2192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6" name="pt14826"/>
            <p:cNvSpPr/>
            <p:nvPr/>
          </p:nvSpPr>
          <p:spPr>
            <a:xfrm>
              <a:off x="5424018" y="2203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7" name="pt14827"/>
            <p:cNvSpPr/>
            <p:nvPr/>
          </p:nvSpPr>
          <p:spPr>
            <a:xfrm>
              <a:off x="5248887" y="2134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8" name="pt14828"/>
            <p:cNvSpPr/>
            <p:nvPr/>
          </p:nvSpPr>
          <p:spPr>
            <a:xfrm>
              <a:off x="5113948" y="251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9" name="pt14829"/>
            <p:cNvSpPr/>
            <p:nvPr/>
          </p:nvSpPr>
          <p:spPr>
            <a:xfrm>
              <a:off x="5837027" y="1750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0" name="pt14830"/>
            <p:cNvSpPr/>
            <p:nvPr/>
          </p:nvSpPr>
          <p:spPr>
            <a:xfrm>
              <a:off x="5639673" y="2077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1" name="pt14831"/>
            <p:cNvSpPr/>
            <p:nvPr/>
          </p:nvSpPr>
          <p:spPr>
            <a:xfrm>
              <a:off x="5372721" y="2075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2" name="pt14832"/>
            <p:cNvSpPr/>
            <p:nvPr/>
          </p:nvSpPr>
          <p:spPr>
            <a:xfrm>
              <a:off x="5123950" y="2753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3" name="pt14833"/>
            <p:cNvSpPr/>
            <p:nvPr/>
          </p:nvSpPr>
          <p:spPr>
            <a:xfrm>
              <a:off x="5846585" y="2115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4" name="pt14834"/>
            <p:cNvSpPr/>
            <p:nvPr/>
          </p:nvSpPr>
          <p:spPr>
            <a:xfrm>
              <a:off x="5819737" y="1857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5" name="pt14835"/>
            <p:cNvSpPr/>
            <p:nvPr/>
          </p:nvSpPr>
          <p:spPr>
            <a:xfrm>
              <a:off x="5661627" y="173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6" name="pt14836"/>
            <p:cNvSpPr/>
            <p:nvPr/>
          </p:nvSpPr>
          <p:spPr>
            <a:xfrm>
              <a:off x="5452835" y="2043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7" name="pt14837"/>
            <p:cNvSpPr/>
            <p:nvPr/>
          </p:nvSpPr>
          <p:spPr>
            <a:xfrm>
              <a:off x="4992938" y="266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8" name="pt14838"/>
            <p:cNvSpPr/>
            <p:nvPr/>
          </p:nvSpPr>
          <p:spPr>
            <a:xfrm>
              <a:off x="5432479" y="2140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9" name="pt14839"/>
            <p:cNvSpPr/>
            <p:nvPr/>
          </p:nvSpPr>
          <p:spPr>
            <a:xfrm>
              <a:off x="5571397" y="2045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0" name="pt14840"/>
            <p:cNvSpPr/>
            <p:nvPr/>
          </p:nvSpPr>
          <p:spPr>
            <a:xfrm>
              <a:off x="5069458" y="2514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1" name="pt14841"/>
            <p:cNvSpPr/>
            <p:nvPr/>
          </p:nvSpPr>
          <p:spPr>
            <a:xfrm>
              <a:off x="5259031" y="2158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2" name="pt14842"/>
            <p:cNvSpPr/>
            <p:nvPr/>
          </p:nvSpPr>
          <p:spPr>
            <a:xfrm>
              <a:off x="5547483" y="2184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3" name="pt14843"/>
            <p:cNvSpPr/>
            <p:nvPr/>
          </p:nvSpPr>
          <p:spPr>
            <a:xfrm>
              <a:off x="5558839" y="2278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4" name="pt14844"/>
            <p:cNvSpPr/>
            <p:nvPr/>
          </p:nvSpPr>
          <p:spPr>
            <a:xfrm>
              <a:off x="5542129" y="2238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5" name="pt14845"/>
            <p:cNvSpPr/>
            <p:nvPr/>
          </p:nvSpPr>
          <p:spPr>
            <a:xfrm>
              <a:off x="5523638" y="2108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6" name="pt14846"/>
            <p:cNvSpPr/>
            <p:nvPr/>
          </p:nvSpPr>
          <p:spPr>
            <a:xfrm>
              <a:off x="5931197" y="1569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7" name="pt14847"/>
            <p:cNvSpPr/>
            <p:nvPr/>
          </p:nvSpPr>
          <p:spPr>
            <a:xfrm>
              <a:off x="5079352" y="1813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8" name="pt14848"/>
            <p:cNvSpPr/>
            <p:nvPr/>
          </p:nvSpPr>
          <p:spPr>
            <a:xfrm>
              <a:off x="5442998" y="2053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9" name="pt14849"/>
            <p:cNvSpPr/>
            <p:nvPr/>
          </p:nvSpPr>
          <p:spPr>
            <a:xfrm>
              <a:off x="5841082" y="1780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0" name="pt14850"/>
            <p:cNvSpPr/>
            <p:nvPr/>
          </p:nvSpPr>
          <p:spPr>
            <a:xfrm>
              <a:off x="5140160" y="2721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1" name="pt14851"/>
            <p:cNvSpPr/>
            <p:nvPr/>
          </p:nvSpPr>
          <p:spPr>
            <a:xfrm>
              <a:off x="5379992" y="2189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2" name="pt14852"/>
            <p:cNvSpPr/>
            <p:nvPr/>
          </p:nvSpPr>
          <p:spPr>
            <a:xfrm>
              <a:off x="4763937" y="2559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3" name="pt14853"/>
            <p:cNvSpPr/>
            <p:nvPr/>
          </p:nvSpPr>
          <p:spPr>
            <a:xfrm>
              <a:off x="5300407" y="1994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4" name="pt14854"/>
            <p:cNvSpPr/>
            <p:nvPr/>
          </p:nvSpPr>
          <p:spPr>
            <a:xfrm>
              <a:off x="5341422" y="2235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5" name="pt14855"/>
            <p:cNvSpPr/>
            <p:nvPr/>
          </p:nvSpPr>
          <p:spPr>
            <a:xfrm>
              <a:off x="5281478" y="2029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6" name="pt14856"/>
            <p:cNvSpPr/>
            <p:nvPr/>
          </p:nvSpPr>
          <p:spPr>
            <a:xfrm>
              <a:off x="5308542" y="2206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7" name="pt14857"/>
            <p:cNvSpPr/>
            <p:nvPr/>
          </p:nvSpPr>
          <p:spPr>
            <a:xfrm>
              <a:off x="5014300" y="2111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8" name="pt14858"/>
            <p:cNvSpPr/>
            <p:nvPr/>
          </p:nvSpPr>
          <p:spPr>
            <a:xfrm>
              <a:off x="5172945" y="229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9" name="pt14859"/>
            <p:cNvSpPr/>
            <p:nvPr/>
          </p:nvSpPr>
          <p:spPr>
            <a:xfrm>
              <a:off x="5271910" y="2145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0" name="pt14860"/>
            <p:cNvSpPr/>
            <p:nvPr/>
          </p:nvSpPr>
          <p:spPr>
            <a:xfrm>
              <a:off x="5631906" y="2020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1" name="pt14861"/>
            <p:cNvSpPr/>
            <p:nvPr/>
          </p:nvSpPr>
          <p:spPr>
            <a:xfrm>
              <a:off x="5461323" y="2008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2" name="pt14862"/>
            <p:cNvSpPr/>
            <p:nvPr/>
          </p:nvSpPr>
          <p:spPr>
            <a:xfrm>
              <a:off x="5438247" y="2123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3" name="pt14863"/>
            <p:cNvSpPr/>
            <p:nvPr/>
          </p:nvSpPr>
          <p:spPr>
            <a:xfrm>
              <a:off x="5400238" y="2113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4" name="pt14864"/>
            <p:cNvSpPr/>
            <p:nvPr/>
          </p:nvSpPr>
          <p:spPr>
            <a:xfrm>
              <a:off x="5526798" y="2091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5" name="pt14865"/>
            <p:cNvSpPr/>
            <p:nvPr/>
          </p:nvSpPr>
          <p:spPr>
            <a:xfrm>
              <a:off x="6005649" y="1870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6" name="pt14866"/>
            <p:cNvSpPr/>
            <p:nvPr/>
          </p:nvSpPr>
          <p:spPr>
            <a:xfrm>
              <a:off x="4733860" y="2551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7" name="pt14867"/>
            <p:cNvSpPr/>
            <p:nvPr/>
          </p:nvSpPr>
          <p:spPr>
            <a:xfrm>
              <a:off x="5686164" y="195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8" name="pt14868"/>
            <p:cNvSpPr/>
            <p:nvPr/>
          </p:nvSpPr>
          <p:spPr>
            <a:xfrm>
              <a:off x="5069083" y="2577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9" name="pt14869"/>
            <p:cNvSpPr/>
            <p:nvPr/>
          </p:nvSpPr>
          <p:spPr>
            <a:xfrm>
              <a:off x="5519152" y="209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0" name="pt14870"/>
            <p:cNvSpPr/>
            <p:nvPr/>
          </p:nvSpPr>
          <p:spPr>
            <a:xfrm>
              <a:off x="5315224" y="2158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1" name="pt14871"/>
            <p:cNvSpPr/>
            <p:nvPr/>
          </p:nvSpPr>
          <p:spPr>
            <a:xfrm>
              <a:off x="4844229" y="2278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2" name="pt14872"/>
            <p:cNvSpPr/>
            <p:nvPr/>
          </p:nvSpPr>
          <p:spPr>
            <a:xfrm>
              <a:off x="5321994" y="2143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3" name="pt14873"/>
            <p:cNvSpPr/>
            <p:nvPr/>
          </p:nvSpPr>
          <p:spPr>
            <a:xfrm>
              <a:off x="5434592" y="2170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4" name="pt14874"/>
            <p:cNvSpPr/>
            <p:nvPr/>
          </p:nvSpPr>
          <p:spPr>
            <a:xfrm>
              <a:off x="5405030" y="2259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5" name="pt14875"/>
            <p:cNvSpPr/>
            <p:nvPr/>
          </p:nvSpPr>
          <p:spPr>
            <a:xfrm>
              <a:off x="4703056" y="2773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6" name="pt14876"/>
            <p:cNvSpPr/>
            <p:nvPr/>
          </p:nvSpPr>
          <p:spPr>
            <a:xfrm>
              <a:off x="5190282" y="2216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7" name="pt14877"/>
            <p:cNvSpPr/>
            <p:nvPr/>
          </p:nvSpPr>
          <p:spPr>
            <a:xfrm>
              <a:off x="5376451" y="2138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8" name="pt14878"/>
            <p:cNvSpPr/>
            <p:nvPr/>
          </p:nvSpPr>
          <p:spPr>
            <a:xfrm>
              <a:off x="5544022" y="218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9" name="pt14879"/>
            <p:cNvSpPr/>
            <p:nvPr/>
          </p:nvSpPr>
          <p:spPr>
            <a:xfrm>
              <a:off x="5638766" y="2036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0" name="pt14880"/>
            <p:cNvSpPr/>
            <p:nvPr/>
          </p:nvSpPr>
          <p:spPr>
            <a:xfrm>
              <a:off x="5181688" y="2039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1" name="pt14881"/>
            <p:cNvSpPr/>
            <p:nvPr/>
          </p:nvSpPr>
          <p:spPr>
            <a:xfrm>
              <a:off x="4614012" y="2611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2" name="pt14882"/>
            <p:cNvSpPr/>
            <p:nvPr/>
          </p:nvSpPr>
          <p:spPr>
            <a:xfrm>
              <a:off x="5301957" y="2126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3" name="pt14883"/>
            <p:cNvSpPr/>
            <p:nvPr/>
          </p:nvSpPr>
          <p:spPr>
            <a:xfrm>
              <a:off x="6017627" y="1789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4" name="pt14884"/>
            <p:cNvSpPr/>
            <p:nvPr/>
          </p:nvSpPr>
          <p:spPr>
            <a:xfrm>
              <a:off x="5318200" y="2221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5" name="pt14885"/>
            <p:cNvSpPr/>
            <p:nvPr/>
          </p:nvSpPr>
          <p:spPr>
            <a:xfrm>
              <a:off x="5355944" y="2273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6" name="pt14886"/>
            <p:cNvSpPr/>
            <p:nvPr/>
          </p:nvSpPr>
          <p:spPr>
            <a:xfrm>
              <a:off x="5365534" y="2123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7" name="pt14887"/>
            <p:cNvSpPr/>
            <p:nvPr/>
          </p:nvSpPr>
          <p:spPr>
            <a:xfrm>
              <a:off x="5628758" y="2001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8" name="pt14888"/>
            <p:cNvSpPr/>
            <p:nvPr/>
          </p:nvSpPr>
          <p:spPr>
            <a:xfrm>
              <a:off x="5360812" y="2082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9" name="pt14889"/>
            <p:cNvSpPr/>
            <p:nvPr/>
          </p:nvSpPr>
          <p:spPr>
            <a:xfrm>
              <a:off x="5371497" y="2108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0" name="pt14890"/>
            <p:cNvSpPr/>
            <p:nvPr/>
          </p:nvSpPr>
          <p:spPr>
            <a:xfrm>
              <a:off x="5463675" y="2017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1" name="pt14891"/>
            <p:cNvSpPr/>
            <p:nvPr/>
          </p:nvSpPr>
          <p:spPr>
            <a:xfrm>
              <a:off x="5346136" y="2247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2" name="pt14892"/>
            <p:cNvSpPr/>
            <p:nvPr/>
          </p:nvSpPr>
          <p:spPr>
            <a:xfrm>
              <a:off x="5336519" y="2243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3" name="pt14893"/>
            <p:cNvSpPr/>
            <p:nvPr/>
          </p:nvSpPr>
          <p:spPr>
            <a:xfrm>
              <a:off x="5533322" y="2188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4" name="pt14894"/>
            <p:cNvSpPr/>
            <p:nvPr/>
          </p:nvSpPr>
          <p:spPr>
            <a:xfrm>
              <a:off x="5179725" y="2083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5" name="pt14895"/>
            <p:cNvSpPr/>
            <p:nvPr/>
          </p:nvSpPr>
          <p:spPr>
            <a:xfrm>
              <a:off x="5218383" y="2057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6" name="pt14896"/>
            <p:cNvSpPr/>
            <p:nvPr/>
          </p:nvSpPr>
          <p:spPr>
            <a:xfrm>
              <a:off x="5538019" y="2308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7" name="pt14897"/>
            <p:cNvSpPr/>
            <p:nvPr/>
          </p:nvSpPr>
          <p:spPr>
            <a:xfrm>
              <a:off x="5854989" y="1606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8" name="pt14898"/>
            <p:cNvSpPr/>
            <p:nvPr/>
          </p:nvSpPr>
          <p:spPr>
            <a:xfrm>
              <a:off x="5524573" y="221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9" name="pt14899"/>
            <p:cNvSpPr/>
            <p:nvPr/>
          </p:nvSpPr>
          <p:spPr>
            <a:xfrm>
              <a:off x="5232105" y="2072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0" name="pt14900"/>
            <p:cNvSpPr/>
            <p:nvPr/>
          </p:nvSpPr>
          <p:spPr>
            <a:xfrm>
              <a:off x="5297730" y="2224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1" name="pt14901"/>
            <p:cNvSpPr/>
            <p:nvPr/>
          </p:nvSpPr>
          <p:spPr>
            <a:xfrm>
              <a:off x="5707821" y="1704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2" name="pt14902"/>
            <p:cNvSpPr/>
            <p:nvPr/>
          </p:nvSpPr>
          <p:spPr>
            <a:xfrm>
              <a:off x="5005432" y="2337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3" name="pt14903"/>
            <p:cNvSpPr/>
            <p:nvPr/>
          </p:nvSpPr>
          <p:spPr>
            <a:xfrm>
              <a:off x="5308309" y="208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4" name="pt14904"/>
            <p:cNvSpPr/>
            <p:nvPr/>
          </p:nvSpPr>
          <p:spPr>
            <a:xfrm>
              <a:off x="5619847" y="2165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5" name="pt14905"/>
            <p:cNvSpPr/>
            <p:nvPr/>
          </p:nvSpPr>
          <p:spPr>
            <a:xfrm>
              <a:off x="5109970" y="2653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6" name="pt14906"/>
            <p:cNvSpPr/>
            <p:nvPr/>
          </p:nvSpPr>
          <p:spPr>
            <a:xfrm>
              <a:off x="5692167" y="1940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7" name="pt14907"/>
            <p:cNvSpPr/>
            <p:nvPr/>
          </p:nvSpPr>
          <p:spPr>
            <a:xfrm>
              <a:off x="5519832" y="2289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8" name="pt14908"/>
            <p:cNvSpPr/>
            <p:nvPr/>
          </p:nvSpPr>
          <p:spPr>
            <a:xfrm>
              <a:off x="5235368" y="2104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9" name="pt14909"/>
            <p:cNvSpPr/>
            <p:nvPr/>
          </p:nvSpPr>
          <p:spPr>
            <a:xfrm>
              <a:off x="5583951" y="1984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0" name="pt14910"/>
            <p:cNvSpPr/>
            <p:nvPr/>
          </p:nvSpPr>
          <p:spPr>
            <a:xfrm>
              <a:off x="5543018" y="2231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1" name="pt14911"/>
            <p:cNvSpPr/>
            <p:nvPr/>
          </p:nvSpPr>
          <p:spPr>
            <a:xfrm>
              <a:off x="5504302" y="2078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2" name="pt14912"/>
            <p:cNvSpPr/>
            <p:nvPr/>
          </p:nvSpPr>
          <p:spPr>
            <a:xfrm>
              <a:off x="5383747" y="2210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3" name="pt14913"/>
            <p:cNvSpPr/>
            <p:nvPr/>
          </p:nvSpPr>
          <p:spPr>
            <a:xfrm>
              <a:off x="5396996" y="2223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4" name="pt14914"/>
            <p:cNvSpPr/>
            <p:nvPr/>
          </p:nvSpPr>
          <p:spPr>
            <a:xfrm>
              <a:off x="6057742" y="1801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5" name="pt14915"/>
            <p:cNvSpPr/>
            <p:nvPr/>
          </p:nvSpPr>
          <p:spPr>
            <a:xfrm>
              <a:off x="5249881" y="2166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6" name="pt14916"/>
            <p:cNvSpPr/>
            <p:nvPr/>
          </p:nvSpPr>
          <p:spPr>
            <a:xfrm>
              <a:off x="5196226" y="2123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7" name="pt14917"/>
            <p:cNvSpPr/>
            <p:nvPr/>
          </p:nvSpPr>
          <p:spPr>
            <a:xfrm>
              <a:off x="5280214" y="1873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8" name="pt14918"/>
            <p:cNvSpPr/>
            <p:nvPr/>
          </p:nvSpPr>
          <p:spPr>
            <a:xfrm>
              <a:off x="5291143" y="2050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9" name="pt14919"/>
            <p:cNvSpPr/>
            <p:nvPr/>
          </p:nvSpPr>
          <p:spPr>
            <a:xfrm>
              <a:off x="5054957" y="2769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0" name="pt14920"/>
            <p:cNvSpPr/>
            <p:nvPr/>
          </p:nvSpPr>
          <p:spPr>
            <a:xfrm>
              <a:off x="4952431" y="2475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1" name="pt14921"/>
            <p:cNvSpPr/>
            <p:nvPr/>
          </p:nvSpPr>
          <p:spPr>
            <a:xfrm>
              <a:off x="5467441" y="2195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2" name="pt14922"/>
            <p:cNvSpPr/>
            <p:nvPr/>
          </p:nvSpPr>
          <p:spPr>
            <a:xfrm>
              <a:off x="5385312" y="2255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3" name="pt14923"/>
            <p:cNvSpPr/>
            <p:nvPr/>
          </p:nvSpPr>
          <p:spPr>
            <a:xfrm>
              <a:off x="5726184" y="1965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4" name="pt14924"/>
            <p:cNvSpPr/>
            <p:nvPr/>
          </p:nvSpPr>
          <p:spPr>
            <a:xfrm>
              <a:off x="5453805" y="1896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5" name="pt14925"/>
            <p:cNvSpPr/>
            <p:nvPr/>
          </p:nvSpPr>
          <p:spPr>
            <a:xfrm>
              <a:off x="5608014" y="2070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6" name="pt14926"/>
            <p:cNvSpPr/>
            <p:nvPr/>
          </p:nvSpPr>
          <p:spPr>
            <a:xfrm>
              <a:off x="5464538" y="2014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7" name="pt14927"/>
            <p:cNvSpPr/>
            <p:nvPr/>
          </p:nvSpPr>
          <p:spPr>
            <a:xfrm>
              <a:off x="5140689" y="2725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8" name="pt14928"/>
            <p:cNvSpPr/>
            <p:nvPr/>
          </p:nvSpPr>
          <p:spPr>
            <a:xfrm>
              <a:off x="5436114" y="2045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9" name="pt14929"/>
            <p:cNvSpPr/>
            <p:nvPr/>
          </p:nvSpPr>
          <p:spPr>
            <a:xfrm>
              <a:off x="5421641" y="2203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0" name="pt14930"/>
            <p:cNvSpPr/>
            <p:nvPr/>
          </p:nvSpPr>
          <p:spPr>
            <a:xfrm>
              <a:off x="5714878" y="1638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1" name="pt14931"/>
            <p:cNvSpPr/>
            <p:nvPr/>
          </p:nvSpPr>
          <p:spPr>
            <a:xfrm>
              <a:off x="5133276" y="2564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2" name="pt14932"/>
            <p:cNvSpPr/>
            <p:nvPr/>
          </p:nvSpPr>
          <p:spPr>
            <a:xfrm>
              <a:off x="5282437" y="2000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3" name="pt14933"/>
            <p:cNvSpPr/>
            <p:nvPr/>
          </p:nvSpPr>
          <p:spPr>
            <a:xfrm>
              <a:off x="5131139" y="2557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4" name="pt14934"/>
            <p:cNvSpPr/>
            <p:nvPr/>
          </p:nvSpPr>
          <p:spPr>
            <a:xfrm>
              <a:off x="5613728" y="2116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5" name="pt14935"/>
            <p:cNvSpPr/>
            <p:nvPr/>
          </p:nvSpPr>
          <p:spPr>
            <a:xfrm>
              <a:off x="5402233" y="2266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6" name="pt14936"/>
            <p:cNvSpPr/>
            <p:nvPr/>
          </p:nvSpPr>
          <p:spPr>
            <a:xfrm>
              <a:off x="5406420" y="2209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7" name="pt14937"/>
            <p:cNvSpPr/>
            <p:nvPr/>
          </p:nvSpPr>
          <p:spPr>
            <a:xfrm>
              <a:off x="5508654" y="2089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8" name="pt14938"/>
            <p:cNvSpPr/>
            <p:nvPr/>
          </p:nvSpPr>
          <p:spPr>
            <a:xfrm>
              <a:off x="5260804" y="2191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9" name="pt14939"/>
            <p:cNvSpPr/>
            <p:nvPr/>
          </p:nvSpPr>
          <p:spPr>
            <a:xfrm>
              <a:off x="5262405" y="229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0" name="pt14940"/>
            <p:cNvSpPr/>
            <p:nvPr/>
          </p:nvSpPr>
          <p:spPr>
            <a:xfrm>
              <a:off x="5193356" y="215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1" name="pt14941"/>
            <p:cNvSpPr/>
            <p:nvPr/>
          </p:nvSpPr>
          <p:spPr>
            <a:xfrm>
              <a:off x="5357183" y="2258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2" name="pt14942"/>
            <p:cNvSpPr/>
            <p:nvPr/>
          </p:nvSpPr>
          <p:spPr>
            <a:xfrm>
              <a:off x="5481363" y="2171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3" name="pt14943"/>
            <p:cNvSpPr/>
            <p:nvPr/>
          </p:nvSpPr>
          <p:spPr>
            <a:xfrm>
              <a:off x="5492130" y="2154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4" name="pt14944"/>
            <p:cNvSpPr/>
            <p:nvPr/>
          </p:nvSpPr>
          <p:spPr>
            <a:xfrm>
              <a:off x="5573410" y="2142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5" name="pt14945"/>
            <p:cNvSpPr/>
            <p:nvPr/>
          </p:nvSpPr>
          <p:spPr>
            <a:xfrm>
              <a:off x="5090610" y="2443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6" name="pt14946"/>
            <p:cNvSpPr/>
            <p:nvPr/>
          </p:nvSpPr>
          <p:spPr>
            <a:xfrm>
              <a:off x="5134700" y="2696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7" name="pt14947"/>
            <p:cNvSpPr/>
            <p:nvPr/>
          </p:nvSpPr>
          <p:spPr>
            <a:xfrm>
              <a:off x="5413617" y="2184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8" name="pt14948"/>
            <p:cNvSpPr/>
            <p:nvPr/>
          </p:nvSpPr>
          <p:spPr>
            <a:xfrm>
              <a:off x="5656425" y="1704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9" name="pt14949"/>
            <p:cNvSpPr/>
            <p:nvPr/>
          </p:nvSpPr>
          <p:spPr>
            <a:xfrm>
              <a:off x="5339799" y="2271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0" name="pt14950"/>
            <p:cNvSpPr/>
            <p:nvPr/>
          </p:nvSpPr>
          <p:spPr>
            <a:xfrm>
              <a:off x="4727024" y="2710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1" name="pt14951"/>
            <p:cNvSpPr/>
            <p:nvPr/>
          </p:nvSpPr>
          <p:spPr>
            <a:xfrm>
              <a:off x="5032843" y="2310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2" name="pt14952"/>
            <p:cNvSpPr/>
            <p:nvPr/>
          </p:nvSpPr>
          <p:spPr>
            <a:xfrm>
              <a:off x="5628179" y="2063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3" name="pt14953"/>
            <p:cNvSpPr/>
            <p:nvPr/>
          </p:nvSpPr>
          <p:spPr>
            <a:xfrm>
              <a:off x="5535772" y="2184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4" name="pt14954"/>
            <p:cNvSpPr/>
            <p:nvPr/>
          </p:nvSpPr>
          <p:spPr>
            <a:xfrm>
              <a:off x="5528873" y="2124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5" name="pt14955"/>
            <p:cNvSpPr/>
            <p:nvPr/>
          </p:nvSpPr>
          <p:spPr>
            <a:xfrm>
              <a:off x="5634168" y="2036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6" name="pt14956"/>
            <p:cNvSpPr/>
            <p:nvPr/>
          </p:nvSpPr>
          <p:spPr>
            <a:xfrm>
              <a:off x="5336287" y="2255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7" name="pt14957"/>
            <p:cNvSpPr/>
            <p:nvPr/>
          </p:nvSpPr>
          <p:spPr>
            <a:xfrm>
              <a:off x="5235935" y="2140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8" name="pt14958"/>
            <p:cNvSpPr/>
            <p:nvPr/>
          </p:nvSpPr>
          <p:spPr>
            <a:xfrm>
              <a:off x="5556074" y="2259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9" name="pt14959"/>
            <p:cNvSpPr/>
            <p:nvPr/>
          </p:nvSpPr>
          <p:spPr>
            <a:xfrm>
              <a:off x="5222197" y="1823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0" name="pt14960"/>
            <p:cNvSpPr/>
            <p:nvPr/>
          </p:nvSpPr>
          <p:spPr>
            <a:xfrm>
              <a:off x="5311402" y="2213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1" name="pt14961"/>
            <p:cNvSpPr/>
            <p:nvPr/>
          </p:nvSpPr>
          <p:spPr>
            <a:xfrm>
              <a:off x="5767245" y="1937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2" name="pt14962"/>
            <p:cNvSpPr/>
            <p:nvPr/>
          </p:nvSpPr>
          <p:spPr>
            <a:xfrm>
              <a:off x="4983694" y="2806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3" name="pt14963"/>
            <p:cNvSpPr/>
            <p:nvPr/>
          </p:nvSpPr>
          <p:spPr>
            <a:xfrm>
              <a:off x="5299353" y="2052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4" name="pt14964"/>
            <p:cNvSpPr/>
            <p:nvPr/>
          </p:nvSpPr>
          <p:spPr>
            <a:xfrm>
              <a:off x="5256250" y="2220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5" name="pt14965"/>
            <p:cNvSpPr/>
            <p:nvPr/>
          </p:nvSpPr>
          <p:spPr>
            <a:xfrm>
              <a:off x="5306205" y="2118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6" name="pt14966"/>
            <p:cNvSpPr/>
            <p:nvPr/>
          </p:nvSpPr>
          <p:spPr>
            <a:xfrm>
              <a:off x="5466159" y="2064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7" name="pt14967"/>
            <p:cNvSpPr/>
            <p:nvPr/>
          </p:nvSpPr>
          <p:spPr>
            <a:xfrm>
              <a:off x="5353340" y="2276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8" name="pt14968"/>
            <p:cNvSpPr/>
            <p:nvPr/>
          </p:nvSpPr>
          <p:spPr>
            <a:xfrm>
              <a:off x="5741481" y="1989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9" name="pt14969"/>
            <p:cNvSpPr/>
            <p:nvPr/>
          </p:nvSpPr>
          <p:spPr>
            <a:xfrm>
              <a:off x="5351904" y="2265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0" name="pt14970"/>
            <p:cNvSpPr/>
            <p:nvPr/>
          </p:nvSpPr>
          <p:spPr>
            <a:xfrm>
              <a:off x="5489408" y="2262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1" name="pt14971"/>
            <p:cNvSpPr/>
            <p:nvPr/>
          </p:nvSpPr>
          <p:spPr>
            <a:xfrm>
              <a:off x="5339225" y="2342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2" name="pt14972"/>
            <p:cNvSpPr/>
            <p:nvPr/>
          </p:nvSpPr>
          <p:spPr>
            <a:xfrm>
              <a:off x="5683331" y="1985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3" name="pt14973"/>
            <p:cNvSpPr/>
            <p:nvPr/>
          </p:nvSpPr>
          <p:spPr>
            <a:xfrm>
              <a:off x="5248557" y="2160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4" name="pt14974"/>
            <p:cNvSpPr/>
            <p:nvPr/>
          </p:nvSpPr>
          <p:spPr>
            <a:xfrm>
              <a:off x="5458457" y="2061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5" name="pt14975"/>
            <p:cNvSpPr/>
            <p:nvPr/>
          </p:nvSpPr>
          <p:spPr>
            <a:xfrm>
              <a:off x="5793232" y="1930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6" name="pt14976"/>
            <p:cNvSpPr/>
            <p:nvPr/>
          </p:nvSpPr>
          <p:spPr>
            <a:xfrm>
              <a:off x="5086493" y="2219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7" name="pt14977"/>
            <p:cNvSpPr/>
            <p:nvPr/>
          </p:nvSpPr>
          <p:spPr>
            <a:xfrm>
              <a:off x="5103167" y="2546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8" name="pt14978"/>
            <p:cNvSpPr/>
            <p:nvPr/>
          </p:nvSpPr>
          <p:spPr>
            <a:xfrm>
              <a:off x="5521691" y="2123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9" name="pt14979"/>
            <p:cNvSpPr/>
            <p:nvPr/>
          </p:nvSpPr>
          <p:spPr>
            <a:xfrm>
              <a:off x="5402888" y="2166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0" name="pt14980"/>
            <p:cNvSpPr/>
            <p:nvPr/>
          </p:nvSpPr>
          <p:spPr>
            <a:xfrm>
              <a:off x="5579595" y="1973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1" name="pt14981"/>
            <p:cNvSpPr/>
            <p:nvPr/>
          </p:nvSpPr>
          <p:spPr>
            <a:xfrm>
              <a:off x="5312741" y="2196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2" name="pt14982"/>
            <p:cNvSpPr/>
            <p:nvPr/>
          </p:nvSpPr>
          <p:spPr>
            <a:xfrm>
              <a:off x="5720358" y="1994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3" name="pt14983"/>
            <p:cNvSpPr/>
            <p:nvPr/>
          </p:nvSpPr>
          <p:spPr>
            <a:xfrm>
              <a:off x="5475982" y="2165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4" name="pt14984"/>
            <p:cNvSpPr/>
            <p:nvPr/>
          </p:nvSpPr>
          <p:spPr>
            <a:xfrm>
              <a:off x="5481197" y="2237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5" name="pt14985"/>
            <p:cNvSpPr/>
            <p:nvPr/>
          </p:nvSpPr>
          <p:spPr>
            <a:xfrm>
              <a:off x="5621694" y="195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6" name="pt14986"/>
            <p:cNvSpPr/>
            <p:nvPr/>
          </p:nvSpPr>
          <p:spPr>
            <a:xfrm>
              <a:off x="5317373" y="2191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7" name="pt14987"/>
            <p:cNvSpPr/>
            <p:nvPr/>
          </p:nvSpPr>
          <p:spPr>
            <a:xfrm>
              <a:off x="5018028" y="2346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8" name="pt14988"/>
            <p:cNvSpPr/>
            <p:nvPr/>
          </p:nvSpPr>
          <p:spPr>
            <a:xfrm>
              <a:off x="5420473" y="2200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9" name="pt14989"/>
            <p:cNvSpPr/>
            <p:nvPr/>
          </p:nvSpPr>
          <p:spPr>
            <a:xfrm>
              <a:off x="5460634" y="2067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0" name="pt14990"/>
            <p:cNvSpPr/>
            <p:nvPr/>
          </p:nvSpPr>
          <p:spPr>
            <a:xfrm>
              <a:off x="5455947" y="1975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1" name="pt14991"/>
            <p:cNvSpPr/>
            <p:nvPr/>
          </p:nvSpPr>
          <p:spPr>
            <a:xfrm>
              <a:off x="5636519" y="2098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2" name="pt14992"/>
            <p:cNvSpPr/>
            <p:nvPr/>
          </p:nvSpPr>
          <p:spPr>
            <a:xfrm>
              <a:off x="5412608" y="2126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3" name="pt14993"/>
            <p:cNvSpPr/>
            <p:nvPr/>
          </p:nvSpPr>
          <p:spPr>
            <a:xfrm>
              <a:off x="5714988" y="1677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4" name="pt14994"/>
            <p:cNvSpPr/>
            <p:nvPr/>
          </p:nvSpPr>
          <p:spPr>
            <a:xfrm>
              <a:off x="5946813" y="1534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5" name="pt14995"/>
            <p:cNvSpPr/>
            <p:nvPr/>
          </p:nvSpPr>
          <p:spPr>
            <a:xfrm>
              <a:off x="4985698" y="2490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6" name="pt14996"/>
            <p:cNvSpPr/>
            <p:nvPr/>
          </p:nvSpPr>
          <p:spPr>
            <a:xfrm>
              <a:off x="4979293" y="2496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7" name="pt14997"/>
            <p:cNvSpPr/>
            <p:nvPr/>
          </p:nvSpPr>
          <p:spPr>
            <a:xfrm>
              <a:off x="5709807" y="1990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8" name="pt14998"/>
            <p:cNvSpPr/>
            <p:nvPr/>
          </p:nvSpPr>
          <p:spPr>
            <a:xfrm>
              <a:off x="5652923" y="1946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9" name="pt14999"/>
            <p:cNvSpPr/>
            <p:nvPr/>
          </p:nvSpPr>
          <p:spPr>
            <a:xfrm>
              <a:off x="5226911" y="2007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0" name="pt15000"/>
            <p:cNvSpPr/>
            <p:nvPr/>
          </p:nvSpPr>
          <p:spPr>
            <a:xfrm>
              <a:off x="5364127" y="2081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1" name="pt15001"/>
            <p:cNvSpPr/>
            <p:nvPr/>
          </p:nvSpPr>
          <p:spPr>
            <a:xfrm>
              <a:off x="5061015" y="2227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2" name="pt15002"/>
            <p:cNvSpPr/>
            <p:nvPr/>
          </p:nvSpPr>
          <p:spPr>
            <a:xfrm>
              <a:off x="5783986" y="1782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3" name="pt15003"/>
            <p:cNvSpPr/>
            <p:nvPr/>
          </p:nvSpPr>
          <p:spPr>
            <a:xfrm>
              <a:off x="5194298" y="215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4" name="pt15004"/>
            <p:cNvSpPr/>
            <p:nvPr/>
          </p:nvSpPr>
          <p:spPr>
            <a:xfrm>
              <a:off x="5260861" y="2183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5" name="pt15005"/>
            <p:cNvSpPr/>
            <p:nvPr/>
          </p:nvSpPr>
          <p:spPr>
            <a:xfrm>
              <a:off x="5383030" y="218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6" name="pt15006"/>
            <p:cNvSpPr/>
            <p:nvPr/>
          </p:nvSpPr>
          <p:spPr>
            <a:xfrm>
              <a:off x="5632628" y="2115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7" name="pt15007"/>
            <p:cNvSpPr/>
            <p:nvPr/>
          </p:nvSpPr>
          <p:spPr>
            <a:xfrm>
              <a:off x="5447664" y="1898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8" name="pt15008"/>
            <p:cNvSpPr/>
            <p:nvPr/>
          </p:nvSpPr>
          <p:spPr>
            <a:xfrm>
              <a:off x="5344438" y="2299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9" name="pt15009"/>
            <p:cNvSpPr/>
            <p:nvPr/>
          </p:nvSpPr>
          <p:spPr>
            <a:xfrm>
              <a:off x="5043034" y="242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0" name="pt15010"/>
            <p:cNvSpPr/>
            <p:nvPr/>
          </p:nvSpPr>
          <p:spPr>
            <a:xfrm>
              <a:off x="5057978" y="2485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1" name="pt15011"/>
            <p:cNvSpPr/>
            <p:nvPr/>
          </p:nvSpPr>
          <p:spPr>
            <a:xfrm>
              <a:off x="5335002" y="2245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2" name="pt15012"/>
            <p:cNvSpPr/>
            <p:nvPr/>
          </p:nvSpPr>
          <p:spPr>
            <a:xfrm>
              <a:off x="5422650" y="2113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3" name="pt15013"/>
            <p:cNvSpPr/>
            <p:nvPr/>
          </p:nvSpPr>
          <p:spPr>
            <a:xfrm>
              <a:off x="5129264" y="253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4" name="pt15014"/>
            <p:cNvSpPr/>
            <p:nvPr/>
          </p:nvSpPr>
          <p:spPr>
            <a:xfrm>
              <a:off x="5460276" y="201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5" name="pt15015"/>
            <p:cNvSpPr/>
            <p:nvPr/>
          </p:nvSpPr>
          <p:spPr>
            <a:xfrm>
              <a:off x="5107405" y="2579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6" name="pt15016"/>
            <p:cNvSpPr/>
            <p:nvPr/>
          </p:nvSpPr>
          <p:spPr>
            <a:xfrm>
              <a:off x="5160208" y="2553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7" name="pt15017"/>
            <p:cNvSpPr/>
            <p:nvPr/>
          </p:nvSpPr>
          <p:spPr>
            <a:xfrm>
              <a:off x="4934596" y="1916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8" name="pt15018"/>
            <p:cNvSpPr/>
            <p:nvPr/>
          </p:nvSpPr>
          <p:spPr>
            <a:xfrm>
              <a:off x="5643322" y="1978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9" name="pt15019"/>
            <p:cNvSpPr/>
            <p:nvPr/>
          </p:nvSpPr>
          <p:spPr>
            <a:xfrm>
              <a:off x="5404022" y="2193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0" name="pt15020"/>
            <p:cNvSpPr/>
            <p:nvPr/>
          </p:nvSpPr>
          <p:spPr>
            <a:xfrm>
              <a:off x="5636850" y="2086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1" name="pt15021"/>
            <p:cNvSpPr/>
            <p:nvPr/>
          </p:nvSpPr>
          <p:spPr>
            <a:xfrm>
              <a:off x="5378685" y="2162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2" name="pt15022"/>
            <p:cNvSpPr/>
            <p:nvPr/>
          </p:nvSpPr>
          <p:spPr>
            <a:xfrm>
              <a:off x="5354874" y="2229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3" name="pt15023"/>
            <p:cNvSpPr/>
            <p:nvPr/>
          </p:nvSpPr>
          <p:spPr>
            <a:xfrm>
              <a:off x="5139724" y="2676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4" name="pt15024"/>
            <p:cNvSpPr/>
            <p:nvPr/>
          </p:nvSpPr>
          <p:spPr>
            <a:xfrm>
              <a:off x="5331246" y="2117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5" name="pt15025"/>
            <p:cNvSpPr/>
            <p:nvPr/>
          </p:nvSpPr>
          <p:spPr>
            <a:xfrm>
              <a:off x="5127629" y="2704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6" name="pt15026"/>
            <p:cNvSpPr/>
            <p:nvPr/>
          </p:nvSpPr>
          <p:spPr>
            <a:xfrm>
              <a:off x="5140341" y="2686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7" name="pt15027"/>
            <p:cNvSpPr/>
            <p:nvPr/>
          </p:nvSpPr>
          <p:spPr>
            <a:xfrm>
              <a:off x="5385430" y="2190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8" name="pt15028"/>
            <p:cNvSpPr/>
            <p:nvPr/>
          </p:nvSpPr>
          <p:spPr>
            <a:xfrm>
              <a:off x="5137928" y="2530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9" name="pt15029"/>
            <p:cNvSpPr/>
            <p:nvPr/>
          </p:nvSpPr>
          <p:spPr>
            <a:xfrm>
              <a:off x="5248099" y="2162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0" name="pt15030"/>
            <p:cNvSpPr/>
            <p:nvPr/>
          </p:nvSpPr>
          <p:spPr>
            <a:xfrm>
              <a:off x="5016387" y="2305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1" name="pt15031"/>
            <p:cNvSpPr/>
            <p:nvPr/>
          </p:nvSpPr>
          <p:spPr>
            <a:xfrm>
              <a:off x="5378184" y="2214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2" name="pt15032"/>
            <p:cNvSpPr/>
            <p:nvPr/>
          </p:nvSpPr>
          <p:spPr>
            <a:xfrm>
              <a:off x="5389102" y="2202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3" name="pt15033"/>
            <p:cNvSpPr/>
            <p:nvPr/>
          </p:nvSpPr>
          <p:spPr>
            <a:xfrm>
              <a:off x="5168376" y="2220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4" name="pt15034"/>
            <p:cNvSpPr/>
            <p:nvPr/>
          </p:nvSpPr>
          <p:spPr>
            <a:xfrm>
              <a:off x="5457912" y="2037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5" name="pt15035"/>
            <p:cNvSpPr/>
            <p:nvPr/>
          </p:nvSpPr>
          <p:spPr>
            <a:xfrm>
              <a:off x="5751512" y="2052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6" name="pt15036"/>
            <p:cNvSpPr/>
            <p:nvPr/>
          </p:nvSpPr>
          <p:spPr>
            <a:xfrm>
              <a:off x="5210595" y="2106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7" name="pt15037"/>
            <p:cNvSpPr/>
            <p:nvPr/>
          </p:nvSpPr>
          <p:spPr>
            <a:xfrm>
              <a:off x="5167693" y="2398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8" name="pt15038"/>
            <p:cNvSpPr/>
            <p:nvPr/>
          </p:nvSpPr>
          <p:spPr>
            <a:xfrm>
              <a:off x="5796449" y="1739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9" name="pt15039"/>
            <p:cNvSpPr/>
            <p:nvPr/>
          </p:nvSpPr>
          <p:spPr>
            <a:xfrm>
              <a:off x="5018539" y="2248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0" name="pt15040"/>
            <p:cNvSpPr/>
            <p:nvPr/>
          </p:nvSpPr>
          <p:spPr>
            <a:xfrm>
              <a:off x="5180429" y="2247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1" name="pt15041"/>
            <p:cNvSpPr/>
            <p:nvPr/>
          </p:nvSpPr>
          <p:spPr>
            <a:xfrm>
              <a:off x="5443647" y="2066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2" name="pt15042"/>
            <p:cNvSpPr/>
            <p:nvPr/>
          </p:nvSpPr>
          <p:spPr>
            <a:xfrm>
              <a:off x="5380574" y="2164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3" name="pt15043"/>
            <p:cNvSpPr/>
            <p:nvPr/>
          </p:nvSpPr>
          <p:spPr>
            <a:xfrm>
              <a:off x="5751495" y="1967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4" name="pt15044"/>
            <p:cNvSpPr/>
            <p:nvPr/>
          </p:nvSpPr>
          <p:spPr>
            <a:xfrm>
              <a:off x="5569302" y="2030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5" name="pt15045"/>
            <p:cNvSpPr/>
            <p:nvPr/>
          </p:nvSpPr>
          <p:spPr>
            <a:xfrm>
              <a:off x="4873243" y="2714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6" name="pt15046"/>
            <p:cNvSpPr/>
            <p:nvPr/>
          </p:nvSpPr>
          <p:spPr>
            <a:xfrm>
              <a:off x="5567402" y="2068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7" name="pt15047"/>
            <p:cNvSpPr/>
            <p:nvPr/>
          </p:nvSpPr>
          <p:spPr>
            <a:xfrm>
              <a:off x="5484168" y="2171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8" name="pt15048"/>
            <p:cNvSpPr/>
            <p:nvPr/>
          </p:nvSpPr>
          <p:spPr>
            <a:xfrm>
              <a:off x="5880843" y="1825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9" name="pt15049"/>
            <p:cNvSpPr/>
            <p:nvPr/>
          </p:nvSpPr>
          <p:spPr>
            <a:xfrm>
              <a:off x="5303176" y="2237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0" name="pt15050"/>
            <p:cNvSpPr/>
            <p:nvPr/>
          </p:nvSpPr>
          <p:spPr>
            <a:xfrm>
              <a:off x="5483546" y="2145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1" name="pt15051"/>
            <p:cNvSpPr/>
            <p:nvPr/>
          </p:nvSpPr>
          <p:spPr>
            <a:xfrm>
              <a:off x="5141163" y="2563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2" name="pt15052"/>
            <p:cNvSpPr/>
            <p:nvPr/>
          </p:nvSpPr>
          <p:spPr>
            <a:xfrm>
              <a:off x="4999646" y="2386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3" name="pt15053"/>
            <p:cNvSpPr/>
            <p:nvPr/>
          </p:nvSpPr>
          <p:spPr>
            <a:xfrm>
              <a:off x="5617854" y="1975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4" name="pt15054"/>
            <p:cNvSpPr/>
            <p:nvPr/>
          </p:nvSpPr>
          <p:spPr>
            <a:xfrm>
              <a:off x="5785289" y="1831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5" name="pt15055"/>
            <p:cNvSpPr/>
            <p:nvPr/>
          </p:nvSpPr>
          <p:spPr>
            <a:xfrm>
              <a:off x="5092663" y="2713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6" name="pt15056"/>
            <p:cNvSpPr/>
            <p:nvPr/>
          </p:nvSpPr>
          <p:spPr>
            <a:xfrm>
              <a:off x="4980075" y="2534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7" name="pt15057"/>
            <p:cNvSpPr/>
            <p:nvPr/>
          </p:nvSpPr>
          <p:spPr>
            <a:xfrm>
              <a:off x="5315650" y="2206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8" name="pt15058"/>
            <p:cNvSpPr/>
            <p:nvPr/>
          </p:nvSpPr>
          <p:spPr>
            <a:xfrm>
              <a:off x="5696241" y="2042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9" name="pt15059"/>
            <p:cNvSpPr/>
            <p:nvPr/>
          </p:nvSpPr>
          <p:spPr>
            <a:xfrm>
              <a:off x="5275609" y="216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0" name="pt15060"/>
            <p:cNvSpPr/>
            <p:nvPr/>
          </p:nvSpPr>
          <p:spPr>
            <a:xfrm>
              <a:off x="5318506" y="2193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1" name="pt15061"/>
            <p:cNvSpPr/>
            <p:nvPr/>
          </p:nvSpPr>
          <p:spPr>
            <a:xfrm>
              <a:off x="5462280" y="2112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2" name="pt15062"/>
            <p:cNvSpPr/>
            <p:nvPr/>
          </p:nvSpPr>
          <p:spPr>
            <a:xfrm>
              <a:off x="5563736" y="2287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3" name="pt15063"/>
            <p:cNvSpPr/>
            <p:nvPr/>
          </p:nvSpPr>
          <p:spPr>
            <a:xfrm>
              <a:off x="5742833" y="2152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4" name="pt15064"/>
            <p:cNvSpPr/>
            <p:nvPr/>
          </p:nvSpPr>
          <p:spPr>
            <a:xfrm>
              <a:off x="5608204" y="2079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5" name="pt15065"/>
            <p:cNvSpPr/>
            <p:nvPr/>
          </p:nvSpPr>
          <p:spPr>
            <a:xfrm>
              <a:off x="5255870" y="2205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6" name="pt15066"/>
            <p:cNvSpPr/>
            <p:nvPr/>
          </p:nvSpPr>
          <p:spPr>
            <a:xfrm>
              <a:off x="5743667" y="1832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7" name="pt15067"/>
            <p:cNvSpPr/>
            <p:nvPr/>
          </p:nvSpPr>
          <p:spPr>
            <a:xfrm>
              <a:off x="5705580" y="1926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8" name="pt15068"/>
            <p:cNvSpPr/>
            <p:nvPr/>
          </p:nvSpPr>
          <p:spPr>
            <a:xfrm>
              <a:off x="5309105" y="2068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9" name="pt15069"/>
            <p:cNvSpPr/>
            <p:nvPr/>
          </p:nvSpPr>
          <p:spPr>
            <a:xfrm>
              <a:off x="5363827" y="2076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0" name="pt15070"/>
            <p:cNvSpPr/>
            <p:nvPr/>
          </p:nvSpPr>
          <p:spPr>
            <a:xfrm>
              <a:off x="5358251" y="2282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1" name="pt15071"/>
            <p:cNvSpPr/>
            <p:nvPr/>
          </p:nvSpPr>
          <p:spPr>
            <a:xfrm>
              <a:off x="5565181" y="2270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2" name="pt15072"/>
            <p:cNvSpPr/>
            <p:nvPr/>
          </p:nvSpPr>
          <p:spPr>
            <a:xfrm>
              <a:off x="5439020" y="2055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3" name="pt15073"/>
            <p:cNvSpPr/>
            <p:nvPr/>
          </p:nvSpPr>
          <p:spPr>
            <a:xfrm>
              <a:off x="5474498" y="2161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4" name="pt15074"/>
            <p:cNvSpPr/>
            <p:nvPr/>
          </p:nvSpPr>
          <p:spPr>
            <a:xfrm>
              <a:off x="5106566" y="2585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5" name="pt15075"/>
            <p:cNvSpPr/>
            <p:nvPr/>
          </p:nvSpPr>
          <p:spPr>
            <a:xfrm>
              <a:off x="4937372" y="1892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6" name="pt15076"/>
            <p:cNvSpPr/>
            <p:nvPr/>
          </p:nvSpPr>
          <p:spPr>
            <a:xfrm>
              <a:off x="5214108" y="2174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7" name="pt15077"/>
            <p:cNvSpPr/>
            <p:nvPr/>
          </p:nvSpPr>
          <p:spPr>
            <a:xfrm>
              <a:off x="5272253" y="2158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8" name="pt15078"/>
            <p:cNvSpPr/>
            <p:nvPr/>
          </p:nvSpPr>
          <p:spPr>
            <a:xfrm>
              <a:off x="4914375" y="1888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9" name="pt15079"/>
            <p:cNvSpPr/>
            <p:nvPr/>
          </p:nvSpPr>
          <p:spPr>
            <a:xfrm>
              <a:off x="5546633" y="2132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0" name="pt15080"/>
            <p:cNvSpPr/>
            <p:nvPr/>
          </p:nvSpPr>
          <p:spPr>
            <a:xfrm>
              <a:off x="5201215" y="2207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1" name="pt15081"/>
            <p:cNvSpPr/>
            <p:nvPr/>
          </p:nvSpPr>
          <p:spPr>
            <a:xfrm>
              <a:off x="5018002" y="2586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2" name="pt15082"/>
            <p:cNvSpPr/>
            <p:nvPr/>
          </p:nvSpPr>
          <p:spPr>
            <a:xfrm>
              <a:off x="5704862" y="1789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3" name="pt15083"/>
            <p:cNvSpPr/>
            <p:nvPr/>
          </p:nvSpPr>
          <p:spPr>
            <a:xfrm>
              <a:off x="5588706" y="2098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4" name="pt15084"/>
            <p:cNvSpPr/>
            <p:nvPr/>
          </p:nvSpPr>
          <p:spPr>
            <a:xfrm>
              <a:off x="5895315" y="1520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5" name="pt15085"/>
            <p:cNvSpPr/>
            <p:nvPr/>
          </p:nvSpPr>
          <p:spPr>
            <a:xfrm>
              <a:off x="5257121" y="2097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6" name="pt15086"/>
            <p:cNvSpPr/>
            <p:nvPr/>
          </p:nvSpPr>
          <p:spPr>
            <a:xfrm>
              <a:off x="5529516" y="2180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7" name="pt15087"/>
            <p:cNvSpPr/>
            <p:nvPr/>
          </p:nvSpPr>
          <p:spPr>
            <a:xfrm>
              <a:off x="5439110" y="2049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8" name="pt15088"/>
            <p:cNvSpPr/>
            <p:nvPr/>
          </p:nvSpPr>
          <p:spPr>
            <a:xfrm>
              <a:off x="5404790" y="2330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9" name="pt15089"/>
            <p:cNvSpPr/>
            <p:nvPr/>
          </p:nvSpPr>
          <p:spPr>
            <a:xfrm>
              <a:off x="5550407" y="2298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0" name="pt15090"/>
            <p:cNvSpPr/>
            <p:nvPr/>
          </p:nvSpPr>
          <p:spPr>
            <a:xfrm>
              <a:off x="5253438" y="2215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1" name="pt15091"/>
            <p:cNvSpPr/>
            <p:nvPr/>
          </p:nvSpPr>
          <p:spPr>
            <a:xfrm>
              <a:off x="5574969" y="1991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2" name="pt15092"/>
            <p:cNvSpPr/>
            <p:nvPr/>
          </p:nvSpPr>
          <p:spPr>
            <a:xfrm>
              <a:off x="5116483" y="2679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3" name="pt15093"/>
            <p:cNvSpPr/>
            <p:nvPr/>
          </p:nvSpPr>
          <p:spPr>
            <a:xfrm>
              <a:off x="5482810" y="2109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4" name="pt15094"/>
            <p:cNvSpPr/>
            <p:nvPr/>
          </p:nvSpPr>
          <p:spPr>
            <a:xfrm>
              <a:off x="5163336" y="2308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5" name="pt15095"/>
            <p:cNvSpPr/>
            <p:nvPr/>
          </p:nvSpPr>
          <p:spPr>
            <a:xfrm>
              <a:off x="5231194" y="1961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6" name="pt15096"/>
            <p:cNvSpPr/>
            <p:nvPr/>
          </p:nvSpPr>
          <p:spPr>
            <a:xfrm>
              <a:off x="5922345" y="1926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7" name="pt15097"/>
            <p:cNvSpPr/>
            <p:nvPr/>
          </p:nvSpPr>
          <p:spPr>
            <a:xfrm>
              <a:off x="5590274" y="2133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8" name="pt15098"/>
            <p:cNvSpPr/>
            <p:nvPr/>
          </p:nvSpPr>
          <p:spPr>
            <a:xfrm>
              <a:off x="5484302" y="2156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9" name="pt15099"/>
            <p:cNvSpPr/>
            <p:nvPr/>
          </p:nvSpPr>
          <p:spPr>
            <a:xfrm>
              <a:off x="5305510" y="2124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0" name="pt15100"/>
            <p:cNvSpPr/>
            <p:nvPr/>
          </p:nvSpPr>
          <p:spPr>
            <a:xfrm>
              <a:off x="5735801" y="1786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1" name="pt15101"/>
            <p:cNvSpPr/>
            <p:nvPr/>
          </p:nvSpPr>
          <p:spPr>
            <a:xfrm>
              <a:off x="5378853" y="2212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2" name="pt15102"/>
            <p:cNvSpPr/>
            <p:nvPr/>
          </p:nvSpPr>
          <p:spPr>
            <a:xfrm>
              <a:off x="5139850" y="2706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3" name="pt15103"/>
            <p:cNvSpPr/>
            <p:nvPr/>
          </p:nvSpPr>
          <p:spPr>
            <a:xfrm>
              <a:off x="5171988" y="2371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4" name="pt15104"/>
            <p:cNvSpPr/>
            <p:nvPr/>
          </p:nvSpPr>
          <p:spPr>
            <a:xfrm>
              <a:off x="5386196" y="2269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5" name="pt15105"/>
            <p:cNvSpPr/>
            <p:nvPr/>
          </p:nvSpPr>
          <p:spPr>
            <a:xfrm>
              <a:off x="5553993" y="2210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6" name="pt15106"/>
            <p:cNvSpPr/>
            <p:nvPr/>
          </p:nvSpPr>
          <p:spPr>
            <a:xfrm>
              <a:off x="5270346" y="2064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7" name="pt15107"/>
            <p:cNvSpPr/>
            <p:nvPr/>
          </p:nvSpPr>
          <p:spPr>
            <a:xfrm>
              <a:off x="5169741" y="2349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8" name="pt15108"/>
            <p:cNvSpPr/>
            <p:nvPr/>
          </p:nvSpPr>
          <p:spPr>
            <a:xfrm>
              <a:off x="5603480" y="2047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9" name="pt15109"/>
            <p:cNvSpPr/>
            <p:nvPr/>
          </p:nvSpPr>
          <p:spPr>
            <a:xfrm>
              <a:off x="5814061" y="1836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0" name="pt15110"/>
            <p:cNvSpPr/>
            <p:nvPr/>
          </p:nvSpPr>
          <p:spPr>
            <a:xfrm>
              <a:off x="5301664" y="2300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1" name="pt15111"/>
            <p:cNvSpPr/>
            <p:nvPr/>
          </p:nvSpPr>
          <p:spPr>
            <a:xfrm>
              <a:off x="4993136" y="2445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2" name="pt15112"/>
            <p:cNvSpPr/>
            <p:nvPr/>
          </p:nvSpPr>
          <p:spPr>
            <a:xfrm>
              <a:off x="5595536" y="1853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3" name="pt15113"/>
            <p:cNvSpPr/>
            <p:nvPr/>
          </p:nvSpPr>
          <p:spPr>
            <a:xfrm>
              <a:off x="5218776" y="2072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4" name="pt15114"/>
            <p:cNvSpPr/>
            <p:nvPr/>
          </p:nvSpPr>
          <p:spPr>
            <a:xfrm>
              <a:off x="5330249" y="2114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5" name="pt15115"/>
            <p:cNvSpPr/>
            <p:nvPr/>
          </p:nvSpPr>
          <p:spPr>
            <a:xfrm>
              <a:off x="5154544" y="2564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6" name="pt15116"/>
            <p:cNvSpPr/>
            <p:nvPr/>
          </p:nvSpPr>
          <p:spPr>
            <a:xfrm>
              <a:off x="5514612" y="2132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7" name="pt15117"/>
            <p:cNvSpPr/>
            <p:nvPr/>
          </p:nvSpPr>
          <p:spPr>
            <a:xfrm>
              <a:off x="4996212" y="2604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8" name="pt15118"/>
            <p:cNvSpPr/>
            <p:nvPr/>
          </p:nvSpPr>
          <p:spPr>
            <a:xfrm>
              <a:off x="5287155" y="21469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9" name="pt15119"/>
            <p:cNvSpPr/>
            <p:nvPr/>
          </p:nvSpPr>
          <p:spPr>
            <a:xfrm>
              <a:off x="5458030" y="2032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0" name="pt15120"/>
            <p:cNvSpPr/>
            <p:nvPr/>
          </p:nvSpPr>
          <p:spPr>
            <a:xfrm>
              <a:off x="5616926" y="2005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1" name="pt15121"/>
            <p:cNvSpPr/>
            <p:nvPr/>
          </p:nvSpPr>
          <p:spPr>
            <a:xfrm>
              <a:off x="5698745" y="2141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2" name="pt15122"/>
            <p:cNvSpPr/>
            <p:nvPr/>
          </p:nvSpPr>
          <p:spPr>
            <a:xfrm>
              <a:off x="5245496" y="2045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3" name="pt15123"/>
            <p:cNvSpPr/>
            <p:nvPr/>
          </p:nvSpPr>
          <p:spPr>
            <a:xfrm>
              <a:off x="5747628" y="1996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4" name="pt15124"/>
            <p:cNvSpPr/>
            <p:nvPr/>
          </p:nvSpPr>
          <p:spPr>
            <a:xfrm>
              <a:off x="4947819" y="2518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5" name="pt15125"/>
            <p:cNvSpPr/>
            <p:nvPr/>
          </p:nvSpPr>
          <p:spPr>
            <a:xfrm>
              <a:off x="5254985" y="2216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6" name="pt15126"/>
            <p:cNvSpPr/>
            <p:nvPr/>
          </p:nvSpPr>
          <p:spPr>
            <a:xfrm>
              <a:off x="5559387" y="2219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7" name="pt15127"/>
            <p:cNvSpPr/>
            <p:nvPr/>
          </p:nvSpPr>
          <p:spPr>
            <a:xfrm>
              <a:off x="5437615" y="2132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8" name="pt15128"/>
            <p:cNvSpPr/>
            <p:nvPr/>
          </p:nvSpPr>
          <p:spPr>
            <a:xfrm>
              <a:off x="5793961" y="1892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9" name="pt15129"/>
            <p:cNvSpPr/>
            <p:nvPr/>
          </p:nvSpPr>
          <p:spPr>
            <a:xfrm>
              <a:off x="5455649" y="2011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0" name="pt15130"/>
            <p:cNvSpPr/>
            <p:nvPr/>
          </p:nvSpPr>
          <p:spPr>
            <a:xfrm>
              <a:off x="5772173" y="1989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1" name="pt15131"/>
            <p:cNvSpPr/>
            <p:nvPr/>
          </p:nvSpPr>
          <p:spPr>
            <a:xfrm>
              <a:off x="5327629" y="2241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2" name="pt15132"/>
            <p:cNvSpPr/>
            <p:nvPr/>
          </p:nvSpPr>
          <p:spPr>
            <a:xfrm>
              <a:off x="5836341" y="1949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3" name="pt15133"/>
            <p:cNvSpPr/>
            <p:nvPr/>
          </p:nvSpPr>
          <p:spPr>
            <a:xfrm>
              <a:off x="5215815" y="2174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4" name="pt15134"/>
            <p:cNvSpPr/>
            <p:nvPr/>
          </p:nvSpPr>
          <p:spPr>
            <a:xfrm>
              <a:off x="5327806" y="2156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5" name="pt15135"/>
            <p:cNvSpPr/>
            <p:nvPr/>
          </p:nvSpPr>
          <p:spPr>
            <a:xfrm>
              <a:off x="5515448" y="2170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6" name="pt15136"/>
            <p:cNvSpPr/>
            <p:nvPr/>
          </p:nvSpPr>
          <p:spPr>
            <a:xfrm>
              <a:off x="5564345" y="2271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7" name="pt15137"/>
            <p:cNvSpPr/>
            <p:nvPr/>
          </p:nvSpPr>
          <p:spPr>
            <a:xfrm>
              <a:off x="5114368" y="2562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8" name="pt15138"/>
            <p:cNvSpPr/>
            <p:nvPr/>
          </p:nvSpPr>
          <p:spPr>
            <a:xfrm>
              <a:off x="5131524" y="2610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9" name="pt15139"/>
            <p:cNvSpPr/>
            <p:nvPr/>
          </p:nvSpPr>
          <p:spPr>
            <a:xfrm>
              <a:off x="5711774" y="2019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0" name="pt15140"/>
            <p:cNvSpPr/>
            <p:nvPr/>
          </p:nvSpPr>
          <p:spPr>
            <a:xfrm>
              <a:off x="5379699" y="2221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1" name="pt15141"/>
            <p:cNvSpPr/>
            <p:nvPr/>
          </p:nvSpPr>
          <p:spPr>
            <a:xfrm>
              <a:off x="5231816" y="2056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2" name="pt15142"/>
            <p:cNvSpPr/>
            <p:nvPr/>
          </p:nvSpPr>
          <p:spPr>
            <a:xfrm>
              <a:off x="5482583" y="2197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3" name="pt15143"/>
            <p:cNvSpPr/>
            <p:nvPr/>
          </p:nvSpPr>
          <p:spPr>
            <a:xfrm>
              <a:off x="5581008" y="1891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4" name="pt15144"/>
            <p:cNvSpPr/>
            <p:nvPr/>
          </p:nvSpPr>
          <p:spPr>
            <a:xfrm>
              <a:off x="5527248" y="2223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5" name="pt15145"/>
            <p:cNvSpPr/>
            <p:nvPr/>
          </p:nvSpPr>
          <p:spPr>
            <a:xfrm>
              <a:off x="5605491" y="19266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6" name="pt15146"/>
            <p:cNvSpPr/>
            <p:nvPr/>
          </p:nvSpPr>
          <p:spPr>
            <a:xfrm>
              <a:off x="5154387" y="2494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7" name="pt15147"/>
            <p:cNvSpPr/>
            <p:nvPr/>
          </p:nvSpPr>
          <p:spPr>
            <a:xfrm>
              <a:off x="5915661" y="1384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8" name="pt15148"/>
            <p:cNvSpPr/>
            <p:nvPr/>
          </p:nvSpPr>
          <p:spPr>
            <a:xfrm>
              <a:off x="5686879" y="2010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9" name="pt15149"/>
            <p:cNvSpPr/>
            <p:nvPr/>
          </p:nvSpPr>
          <p:spPr>
            <a:xfrm>
              <a:off x="5391247" y="2169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0" name="pt15150"/>
            <p:cNvSpPr/>
            <p:nvPr/>
          </p:nvSpPr>
          <p:spPr>
            <a:xfrm>
              <a:off x="5377211" y="2242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1" name="pt15151"/>
            <p:cNvSpPr/>
            <p:nvPr/>
          </p:nvSpPr>
          <p:spPr>
            <a:xfrm>
              <a:off x="5214808" y="2105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2" name="pt15152"/>
            <p:cNvSpPr/>
            <p:nvPr/>
          </p:nvSpPr>
          <p:spPr>
            <a:xfrm>
              <a:off x="5479945" y="2202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3" name="pt15153"/>
            <p:cNvSpPr/>
            <p:nvPr/>
          </p:nvSpPr>
          <p:spPr>
            <a:xfrm>
              <a:off x="5396741" y="2239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4" name="pt15154"/>
            <p:cNvSpPr/>
            <p:nvPr/>
          </p:nvSpPr>
          <p:spPr>
            <a:xfrm>
              <a:off x="4971948" y="240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5" name="pt15155"/>
            <p:cNvSpPr/>
            <p:nvPr/>
          </p:nvSpPr>
          <p:spPr>
            <a:xfrm>
              <a:off x="5404856" y="2149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6" name="pt15156"/>
            <p:cNvSpPr/>
            <p:nvPr/>
          </p:nvSpPr>
          <p:spPr>
            <a:xfrm>
              <a:off x="5509472" y="2221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7" name="pt15157"/>
            <p:cNvSpPr/>
            <p:nvPr/>
          </p:nvSpPr>
          <p:spPr>
            <a:xfrm>
              <a:off x="5504062" y="2133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8" name="pt15158"/>
            <p:cNvSpPr/>
            <p:nvPr/>
          </p:nvSpPr>
          <p:spPr>
            <a:xfrm>
              <a:off x="5721843" y="1941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9" name="pt15159"/>
            <p:cNvSpPr/>
            <p:nvPr/>
          </p:nvSpPr>
          <p:spPr>
            <a:xfrm>
              <a:off x="5052758" y="2297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0" name="pt15160"/>
            <p:cNvSpPr/>
            <p:nvPr/>
          </p:nvSpPr>
          <p:spPr>
            <a:xfrm>
              <a:off x="5688899" y="2000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1" name="pt15161"/>
            <p:cNvSpPr/>
            <p:nvPr/>
          </p:nvSpPr>
          <p:spPr>
            <a:xfrm>
              <a:off x="5070980" y="2666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2" name="pt15162"/>
            <p:cNvSpPr/>
            <p:nvPr/>
          </p:nvSpPr>
          <p:spPr>
            <a:xfrm>
              <a:off x="5426521" y="220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3" name="pt15163"/>
            <p:cNvSpPr/>
            <p:nvPr/>
          </p:nvSpPr>
          <p:spPr>
            <a:xfrm>
              <a:off x="5246528" y="2146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4" name="pt15164"/>
            <p:cNvSpPr/>
            <p:nvPr/>
          </p:nvSpPr>
          <p:spPr>
            <a:xfrm>
              <a:off x="5511538" y="2079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5" name="pt15165"/>
            <p:cNvSpPr/>
            <p:nvPr/>
          </p:nvSpPr>
          <p:spPr>
            <a:xfrm>
              <a:off x="5329659" y="2197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6" name="pt15166"/>
            <p:cNvSpPr/>
            <p:nvPr/>
          </p:nvSpPr>
          <p:spPr>
            <a:xfrm>
              <a:off x="4956209" y="2484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7" name="pt15167"/>
            <p:cNvSpPr/>
            <p:nvPr/>
          </p:nvSpPr>
          <p:spPr>
            <a:xfrm>
              <a:off x="5368498" y="2120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8" name="pt15168"/>
            <p:cNvSpPr/>
            <p:nvPr/>
          </p:nvSpPr>
          <p:spPr>
            <a:xfrm>
              <a:off x="5176493" y="2337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9" name="pt15169"/>
            <p:cNvSpPr/>
            <p:nvPr/>
          </p:nvSpPr>
          <p:spPr>
            <a:xfrm>
              <a:off x="5433061" y="2172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0" name="pt15170"/>
            <p:cNvSpPr/>
            <p:nvPr/>
          </p:nvSpPr>
          <p:spPr>
            <a:xfrm>
              <a:off x="5303508" y="2148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1" name="pt15171"/>
            <p:cNvSpPr/>
            <p:nvPr/>
          </p:nvSpPr>
          <p:spPr>
            <a:xfrm>
              <a:off x="5551454" y="2209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2" name="pt15172"/>
            <p:cNvSpPr/>
            <p:nvPr/>
          </p:nvSpPr>
          <p:spPr>
            <a:xfrm>
              <a:off x="5312124" y="2151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3" name="pt15173"/>
            <p:cNvSpPr/>
            <p:nvPr/>
          </p:nvSpPr>
          <p:spPr>
            <a:xfrm>
              <a:off x="5509519" y="2132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4" name="pt15174"/>
            <p:cNvSpPr/>
            <p:nvPr/>
          </p:nvSpPr>
          <p:spPr>
            <a:xfrm>
              <a:off x="5218348" y="2159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5" name="pt15175"/>
            <p:cNvSpPr/>
            <p:nvPr/>
          </p:nvSpPr>
          <p:spPr>
            <a:xfrm>
              <a:off x="5307313" y="2194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6" name="pt15176"/>
            <p:cNvSpPr/>
            <p:nvPr/>
          </p:nvSpPr>
          <p:spPr>
            <a:xfrm>
              <a:off x="5198920" y="2150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7" name="pt15177"/>
            <p:cNvSpPr/>
            <p:nvPr/>
          </p:nvSpPr>
          <p:spPr>
            <a:xfrm>
              <a:off x="5542331" y="2275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8" name="pt15178"/>
            <p:cNvSpPr/>
            <p:nvPr/>
          </p:nvSpPr>
          <p:spPr>
            <a:xfrm>
              <a:off x="5346401" y="2216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9" name="pt15179"/>
            <p:cNvSpPr/>
            <p:nvPr/>
          </p:nvSpPr>
          <p:spPr>
            <a:xfrm>
              <a:off x="5436485" y="2062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0" name="pt15180"/>
            <p:cNvSpPr/>
            <p:nvPr/>
          </p:nvSpPr>
          <p:spPr>
            <a:xfrm>
              <a:off x="5601331" y="1964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1" name="pt15181"/>
            <p:cNvSpPr/>
            <p:nvPr/>
          </p:nvSpPr>
          <p:spPr>
            <a:xfrm>
              <a:off x="5453799" y="1942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2" name="pt15182"/>
            <p:cNvSpPr/>
            <p:nvPr/>
          </p:nvSpPr>
          <p:spPr>
            <a:xfrm>
              <a:off x="5438237" y="2065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3" name="pt15183"/>
            <p:cNvSpPr/>
            <p:nvPr/>
          </p:nvSpPr>
          <p:spPr>
            <a:xfrm>
              <a:off x="5277692" y="2239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4" name="pt15184"/>
            <p:cNvSpPr/>
            <p:nvPr/>
          </p:nvSpPr>
          <p:spPr>
            <a:xfrm>
              <a:off x="5774631" y="1982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5" name="pt15185"/>
            <p:cNvSpPr/>
            <p:nvPr/>
          </p:nvSpPr>
          <p:spPr>
            <a:xfrm>
              <a:off x="5556936" y="2175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6" name="pt15186"/>
            <p:cNvSpPr/>
            <p:nvPr/>
          </p:nvSpPr>
          <p:spPr>
            <a:xfrm>
              <a:off x="5633600" y="2085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7" name="pt15187"/>
            <p:cNvSpPr/>
            <p:nvPr/>
          </p:nvSpPr>
          <p:spPr>
            <a:xfrm>
              <a:off x="5526000" y="2123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8" name="pt15188"/>
            <p:cNvSpPr/>
            <p:nvPr/>
          </p:nvSpPr>
          <p:spPr>
            <a:xfrm>
              <a:off x="5579318" y="203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9" name="pt15189"/>
            <p:cNvSpPr/>
            <p:nvPr/>
          </p:nvSpPr>
          <p:spPr>
            <a:xfrm>
              <a:off x="5383439" y="2186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0" name="pt15190"/>
            <p:cNvSpPr/>
            <p:nvPr/>
          </p:nvSpPr>
          <p:spPr>
            <a:xfrm>
              <a:off x="5747242" y="2079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1" name="pt15191"/>
            <p:cNvSpPr/>
            <p:nvPr/>
          </p:nvSpPr>
          <p:spPr>
            <a:xfrm>
              <a:off x="5177618" y="2002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2" name="pt15192"/>
            <p:cNvSpPr/>
            <p:nvPr/>
          </p:nvSpPr>
          <p:spPr>
            <a:xfrm>
              <a:off x="5615211" y="2085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3" name="pt15193"/>
            <p:cNvSpPr/>
            <p:nvPr/>
          </p:nvSpPr>
          <p:spPr>
            <a:xfrm>
              <a:off x="5175773" y="2442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4" name="pt15194"/>
            <p:cNvSpPr/>
            <p:nvPr/>
          </p:nvSpPr>
          <p:spPr>
            <a:xfrm>
              <a:off x="5232589" y="2184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5" name="pt15195"/>
            <p:cNvSpPr/>
            <p:nvPr/>
          </p:nvSpPr>
          <p:spPr>
            <a:xfrm>
              <a:off x="5223914" y="1998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6" name="pt15196"/>
            <p:cNvSpPr/>
            <p:nvPr/>
          </p:nvSpPr>
          <p:spPr>
            <a:xfrm>
              <a:off x="5498438" y="2149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7" name="pt15197"/>
            <p:cNvSpPr/>
            <p:nvPr/>
          </p:nvSpPr>
          <p:spPr>
            <a:xfrm>
              <a:off x="5577489" y="1961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8" name="pt15198"/>
            <p:cNvSpPr/>
            <p:nvPr/>
          </p:nvSpPr>
          <p:spPr>
            <a:xfrm>
              <a:off x="5305164" y="2161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9" name="pt15199"/>
            <p:cNvSpPr/>
            <p:nvPr/>
          </p:nvSpPr>
          <p:spPr>
            <a:xfrm>
              <a:off x="5781344" y="1856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0" name="pt15200"/>
            <p:cNvSpPr/>
            <p:nvPr/>
          </p:nvSpPr>
          <p:spPr>
            <a:xfrm>
              <a:off x="5246549" y="2180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1" name="pt15201"/>
            <p:cNvSpPr/>
            <p:nvPr/>
          </p:nvSpPr>
          <p:spPr>
            <a:xfrm>
              <a:off x="5103158" y="2674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2" name="pt15202"/>
            <p:cNvSpPr/>
            <p:nvPr/>
          </p:nvSpPr>
          <p:spPr>
            <a:xfrm>
              <a:off x="5514433" y="2153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3" name="pt15203"/>
            <p:cNvSpPr/>
            <p:nvPr/>
          </p:nvSpPr>
          <p:spPr>
            <a:xfrm>
              <a:off x="5417839" y="2159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4" name="pt15204"/>
            <p:cNvSpPr/>
            <p:nvPr/>
          </p:nvSpPr>
          <p:spPr>
            <a:xfrm>
              <a:off x="5356113" y="2132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5" name="pt15205"/>
            <p:cNvSpPr/>
            <p:nvPr/>
          </p:nvSpPr>
          <p:spPr>
            <a:xfrm>
              <a:off x="5228010" y="21481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6" name="pt15206"/>
            <p:cNvSpPr/>
            <p:nvPr/>
          </p:nvSpPr>
          <p:spPr>
            <a:xfrm>
              <a:off x="5784956" y="1998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7" name="pt15207"/>
            <p:cNvSpPr/>
            <p:nvPr/>
          </p:nvSpPr>
          <p:spPr>
            <a:xfrm>
              <a:off x="5849547" y="1712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8" name="pt15208"/>
            <p:cNvSpPr/>
            <p:nvPr/>
          </p:nvSpPr>
          <p:spPr>
            <a:xfrm>
              <a:off x="5812776" y="2016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9" name="pt15209"/>
            <p:cNvSpPr/>
            <p:nvPr/>
          </p:nvSpPr>
          <p:spPr>
            <a:xfrm>
              <a:off x="5126472" y="2549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0" name="pt15210"/>
            <p:cNvSpPr/>
            <p:nvPr/>
          </p:nvSpPr>
          <p:spPr>
            <a:xfrm>
              <a:off x="5448713" y="2016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1" name="pt15211"/>
            <p:cNvSpPr/>
            <p:nvPr/>
          </p:nvSpPr>
          <p:spPr>
            <a:xfrm>
              <a:off x="5128633" y="2706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2" name="pt15212"/>
            <p:cNvSpPr/>
            <p:nvPr/>
          </p:nvSpPr>
          <p:spPr>
            <a:xfrm>
              <a:off x="5828035" y="1914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3" name="pt15213"/>
            <p:cNvSpPr/>
            <p:nvPr/>
          </p:nvSpPr>
          <p:spPr>
            <a:xfrm>
              <a:off x="5265533" y="2136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4" name="pt15214"/>
            <p:cNvSpPr/>
            <p:nvPr/>
          </p:nvSpPr>
          <p:spPr>
            <a:xfrm>
              <a:off x="5512233" y="2162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5" name="pt15215"/>
            <p:cNvSpPr/>
            <p:nvPr/>
          </p:nvSpPr>
          <p:spPr>
            <a:xfrm>
              <a:off x="5552252" y="2260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6" name="pt15216"/>
            <p:cNvSpPr/>
            <p:nvPr/>
          </p:nvSpPr>
          <p:spPr>
            <a:xfrm>
              <a:off x="5296430" y="2140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7" name="pt15217"/>
            <p:cNvSpPr/>
            <p:nvPr/>
          </p:nvSpPr>
          <p:spPr>
            <a:xfrm>
              <a:off x="5557795" y="2227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8" name="pt15218"/>
            <p:cNvSpPr/>
            <p:nvPr/>
          </p:nvSpPr>
          <p:spPr>
            <a:xfrm>
              <a:off x="5663523" y="1836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9" name="pt15219"/>
            <p:cNvSpPr/>
            <p:nvPr/>
          </p:nvSpPr>
          <p:spPr>
            <a:xfrm>
              <a:off x="5286158" y="1937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0" name="pt15220"/>
            <p:cNvSpPr/>
            <p:nvPr/>
          </p:nvSpPr>
          <p:spPr>
            <a:xfrm>
              <a:off x="5089630" y="2590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1" name="pt15221"/>
            <p:cNvSpPr/>
            <p:nvPr/>
          </p:nvSpPr>
          <p:spPr>
            <a:xfrm>
              <a:off x="5443417" y="2100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2" name="pt15222"/>
            <p:cNvSpPr/>
            <p:nvPr/>
          </p:nvSpPr>
          <p:spPr>
            <a:xfrm>
              <a:off x="5577595" y="1933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3" name="pt15223"/>
            <p:cNvSpPr/>
            <p:nvPr/>
          </p:nvSpPr>
          <p:spPr>
            <a:xfrm>
              <a:off x="5223103" y="1866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4" name="pt15224"/>
            <p:cNvSpPr/>
            <p:nvPr/>
          </p:nvSpPr>
          <p:spPr>
            <a:xfrm>
              <a:off x="5520736" y="2184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5" name="pt15225"/>
            <p:cNvSpPr/>
            <p:nvPr/>
          </p:nvSpPr>
          <p:spPr>
            <a:xfrm>
              <a:off x="5709368" y="1771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6" name="pt15226"/>
            <p:cNvSpPr/>
            <p:nvPr/>
          </p:nvSpPr>
          <p:spPr>
            <a:xfrm>
              <a:off x="5257612" y="2239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7" name="pt15227"/>
            <p:cNvSpPr/>
            <p:nvPr/>
          </p:nvSpPr>
          <p:spPr>
            <a:xfrm>
              <a:off x="5609487" y="1978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8" name="pt15228"/>
            <p:cNvSpPr/>
            <p:nvPr/>
          </p:nvSpPr>
          <p:spPr>
            <a:xfrm>
              <a:off x="5324547" y="21871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9" name="pt15229"/>
            <p:cNvSpPr/>
            <p:nvPr/>
          </p:nvSpPr>
          <p:spPr>
            <a:xfrm>
              <a:off x="5512957" y="2105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0" name="pt15230"/>
            <p:cNvSpPr/>
            <p:nvPr/>
          </p:nvSpPr>
          <p:spPr>
            <a:xfrm>
              <a:off x="5226988" y="2018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1" name="pt15231"/>
            <p:cNvSpPr/>
            <p:nvPr/>
          </p:nvSpPr>
          <p:spPr>
            <a:xfrm>
              <a:off x="5188406" y="2358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2" name="pt15232"/>
            <p:cNvSpPr/>
            <p:nvPr/>
          </p:nvSpPr>
          <p:spPr>
            <a:xfrm>
              <a:off x="5348993" y="2266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3" name="pt15233"/>
            <p:cNvSpPr/>
            <p:nvPr/>
          </p:nvSpPr>
          <p:spPr>
            <a:xfrm>
              <a:off x="5242953" y="1899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4" name="pt15234"/>
            <p:cNvSpPr/>
            <p:nvPr/>
          </p:nvSpPr>
          <p:spPr>
            <a:xfrm>
              <a:off x="5063325" y="2447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5" name="pt15235"/>
            <p:cNvSpPr/>
            <p:nvPr/>
          </p:nvSpPr>
          <p:spPr>
            <a:xfrm>
              <a:off x="5062291" y="2569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6" name="pt15236"/>
            <p:cNvSpPr/>
            <p:nvPr/>
          </p:nvSpPr>
          <p:spPr>
            <a:xfrm>
              <a:off x="5220669" y="2112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7" name="pt15237"/>
            <p:cNvSpPr/>
            <p:nvPr/>
          </p:nvSpPr>
          <p:spPr>
            <a:xfrm>
              <a:off x="5358442" y="2240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8" name="pt15238"/>
            <p:cNvSpPr/>
            <p:nvPr/>
          </p:nvSpPr>
          <p:spPr>
            <a:xfrm>
              <a:off x="5555620" y="2246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9" name="pt15239"/>
            <p:cNvSpPr/>
            <p:nvPr/>
          </p:nvSpPr>
          <p:spPr>
            <a:xfrm>
              <a:off x="5124165" y="2718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0" name="pt15240"/>
            <p:cNvSpPr/>
            <p:nvPr/>
          </p:nvSpPr>
          <p:spPr>
            <a:xfrm>
              <a:off x="5603861" y="1902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1" name="pt15241"/>
            <p:cNvSpPr/>
            <p:nvPr/>
          </p:nvSpPr>
          <p:spPr>
            <a:xfrm>
              <a:off x="5679671" y="1745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2" name="pt15242"/>
            <p:cNvSpPr/>
            <p:nvPr/>
          </p:nvSpPr>
          <p:spPr>
            <a:xfrm>
              <a:off x="5533502" y="2187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3" name="pt15243"/>
            <p:cNvSpPr/>
            <p:nvPr/>
          </p:nvSpPr>
          <p:spPr>
            <a:xfrm>
              <a:off x="5734410" y="1837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4" name="pt15244"/>
            <p:cNvSpPr/>
            <p:nvPr/>
          </p:nvSpPr>
          <p:spPr>
            <a:xfrm>
              <a:off x="5466953" y="20163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5" name="pt15245"/>
            <p:cNvSpPr/>
            <p:nvPr/>
          </p:nvSpPr>
          <p:spPr>
            <a:xfrm>
              <a:off x="5387109" y="2194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6" name="pt15246"/>
            <p:cNvSpPr/>
            <p:nvPr/>
          </p:nvSpPr>
          <p:spPr>
            <a:xfrm>
              <a:off x="5597768" y="2084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7" name="pt15247"/>
            <p:cNvSpPr/>
            <p:nvPr/>
          </p:nvSpPr>
          <p:spPr>
            <a:xfrm>
              <a:off x="5410210" y="2138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8" name="pt15248"/>
            <p:cNvSpPr/>
            <p:nvPr/>
          </p:nvSpPr>
          <p:spPr>
            <a:xfrm>
              <a:off x="5412054" y="2085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9" name="pt15249"/>
            <p:cNvSpPr/>
            <p:nvPr/>
          </p:nvSpPr>
          <p:spPr>
            <a:xfrm>
              <a:off x="5388570" y="2201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0" name="pt15250"/>
            <p:cNvSpPr/>
            <p:nvPr/>
          </p:nvSpPr>
          <p:spPr>
            <a:xfrm>
              <a:off x="5715938" y="1937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1" name="pt15251"/>
            <p:cNvSpPr/>
            <p:nvPr/>
          </p:nvSpPr>
          <p:spPr>
            <a:xfrm>
              <a:off x="5689610" y="2078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2" name="pt15252"/>
            <p:cNvSpPr/>
            <p:nvPr/>
          </p:nvSpPr>
          <p:spPr>
            <a:xfrm>
              <a:off x="5469680" y="1984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3" name="pt15253"/>
            <p:cNvSpPr/>
            <p:nvPr/>
          </p:nvSpPr>
          <p:spPr>
            <a:xfrm>
              <a:off x="5033616" y="2335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4" name="pt15254"/>
            <p:cNvSpPr/>
            <p:nvPr/>
          </p:nvSpPr>
          <p:spPr>
            <a:xfrm>
              <a:off x="5188179" y="2182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5" name="pt15255"/>
            <p:cNvSpPr/>
            <p:nvPr/>
          </p:nvSpPr>
          <p:spPr>
            <a:xfrm>
              <a:off x="5586386" y="19367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6" name="pt15256"/>
            <p:cNvSpPr/>
            <p:nvPr/>
          </p:nvSpPr>
          <p:spPr>
            <a:xfrm>
              <a:off x="5359820" y="226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7" name="pt15257"/>
            <p:cNvSpPr/>
            <p:nvPr/>
          </p:nvSpPr>
          <p:spPr>
            <a:xfrm>
              <a:off x="5396019" y="2137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8" name="pt15258"/>
            <p:cNvSpPr/>
            <p:nvPr/>
          </p:nvSpPr>
          <p:spPr>
            <a:xfrm>
              <a:off x="4997525" y="2555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9" name="pt15259"/>
            <p:cNvSpPr/>
            <p:nvPr/>
          </p:nvSpPr>
          <p:spPr>
            <a:xfrm>
              <a:off x="5906677" y="1644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0" name="pt15260"/>
            <p:cNvSpPr/>
            <p:nvPr/>
          </p:nvSpPr>
          <p:spPr>
            <a:xfrm>
              <a:off x="5484568" y="2188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1" name="pt15261"/>
            <p:cNvSpPr/>
            <p:nvPr/>
          </p:nvSpPr>
          <p:spPr>
            <a:xfrm>
              <a:off x="5619499" y="2006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2" name="pt15262"/>
            <p:cNvSpPr/>
            <p:nvPr/>
          </p:nvSpPr>
          <p:spPr>
            <a:xfrm>
              <a:off x="5164142" y="2331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3" name="pt15263"/>
            <p:cNvSpPr/>
            <p:nvPr/>
          </p:nvSpPr>
          <p:spPr>
            <a:xfrm>
              <a:off x="4859843" y="2836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4" name="pt15264"/>
            <p:cNvSpPr/>
            <p:nvPr/>
          </p:nvSpPr>
          <p:spPr>
            <a:xfrm>
              <a:off x="4951490" y="2313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5" name="pt15265"/>
            <p:cNvSpPr/>
            <p:nvPr/>
          </p:nvSpPr>
          <p:spPr>
            <a:xfrm>
              <a:off x="5757673" y="2047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6" name="pt15266"/>
            <p:cNvSpPr/>
            <p:nvPr/>
          </p:nvSpPr>
          <p:spPr>
            <a:xfrm>
              <a:off x="5743463" y="1953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7" name="pt15267"/>
            <p:cNvSpPr/>
            <p:nvPr/>
          </p:nvSpPr>
          <p:spPr>
            <a:xfrm>
              <a:off x="5562601" y="2198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8" name="pt15268"/>
            <p:cNvSpPr/>
            <p:nvPr/>
          </p:nvSpPr>
          <p:spPr>
            <a:xfrm>
              <a:off x="5173146" y="2348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9" name="pt15269"/>
            <p:cNvSpPr/>
            <p:nvPr/>
          </p:nvSpPr>
          <p:spPr>
            <a:xfrm>
              <a:off x="5520293" y="2249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0" name="pt15270"/>
            <p:cNvSpPr/>
            <p:nvPr/>
          </p:nvSpPr>
          <p:spPr>
            <a:xfrm>
              <a:off x="5202891" y="2174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1" name="pt15271"/>
            <p:cNvSpPr/>
            <p:nvPr/>
          </p:nvSpPr>
          <p:spPr>
            <a:xfrm>
              <a:off x="5466986" y="1995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2" name="pt15272"/>
            <p:cNvSpPr/>
            <p:nvPr/>
          </p:nvSpPr>
          <p:spPr>
            <a:xfrm>
              <a:off x="5575376" y="2047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3" name="pt15273"/>
            <p:cNvSpPr/>
            <p:nvPr/>
          </p:nvSpPr>
          <p:spPr>
            <a:xfrm>
              <a:off x="5888196" y="1601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4" name="pt15274"/>
            <p:cNvSpPr/>
            <p:nvPr/>
          </p:nvSpPr>
          <p:spPr>
            <a:xfrm>
              <a:off x="5328268" y="2156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5" name="pt15275"/>
            <p:cNvSpPr/>
            <p:nvPr/>
          </p:nvSpPr>
          <p:spPr>
            <a:xfrm>
              <a:off x="5122972" y="2415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6" name="pt15276"/>
            <p:cNvSpPr/>
            <p:nvPr/>
          </p:nvSpPr>
          <p:spPr>
            <a:xfrm>
              <a:off x="5214208" y="2095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7" name="pt15277"/>
            <p:cNvSpPr/>
            <p:nvPr/>
          </p:nvSpPr>
          <p:spPr>
            <a:xfrm>
              <a:off x="5645861" y="1970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8" name="pt15278"/>
            <p:cNvSpPr/>
            <p:nvPr/>
          </p:nvSpPr>
          <p:spPr>
            <a:xfrm>
              <a:off x="5604397" y="1975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9" name="pt15279"/>
            <p:cNvSpPr/>
            <p:nvPr/>
          </p:nvSpPr>
          <p:spPr>
            <a:xfrm>
              <a:off x="5417508" y="2133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0" name="pt15280"/>
            <p:cNvSpPr/>
            <p:nvPr/>
          </p:nvSpPr>
          <p:spPr>
            <a:xfrm>
              <a:off x="5211380" y="2151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1" name="pt15281"/>
            <p:cNvSpPr/>
            <p:nvPr/>
          </p:nvSpPr>
          <p:spPr>
            <a:xfrm>
              <a:off x="5349711" y="222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2" name="pt15282"/>
            <p:cNvSpPr/>
            <p:nvPr/>
          </p:nvSpPr>
          <p:spPr>
            <a:xfrm>
              <a:off x="5418778" y="2123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3" name="pt15283"/>
            <p:cNvSpPr/>
            <p:nvPr/>
          </p:nvSpPr>
          <p:spPr>
            <a:xfrm>
              <a:off x="5309165" y="2113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4" name="pt15284"/>
            <p:cNvSpPr/>
            <p:nvPr/>
          </p:nvSpPr>
          <p:spPr>
            <a:xfrm>
              <a:off x="5503498" y="2065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5" name="pt15285"/>
            <p:cNvSpPr/>
            <p:nvPr/>
          </p:nvSpPr>
          <p:spPr>
            <a:xfrm>
              <a:off x="4927499" y="1769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6" name="pt15286"/>
            <p:cNvSpPr/>
            <p:nvPr/>
          </p:nvSpPr>
          <p:spPr>
            <a:xfrm>
              <a:off x="4865843" y="2901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7" name="pt15287"/>
            <p:cNvSpPr/>
            <p:nvPr/>
          </p:nvSpPr>
          <p:spPr>
            <a:xfrm>
              <a:off x="5451006" y="199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8" name="pt15288"/>
            <p:cNvSpPr/>
            <p:nvPr/>
          </p:nvSpPr>
          <p:spPr>
            <a:xfrm>
              <a:off x="5265501" y="2128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9" name="pt15289"/>
            <p:cNvSpPr/>
            <p:nvPr/>
          </p:nvSpPr>
          <p:spPr>
            <a:xfrm>
              <a:off x="5555014" y="2227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0" name="pt15290"/>
            <p:cNvSpPr/>
            <p:nvPr/>
          </p:nvSpPr>
          <p:spPr>
            <a:xfrm>
              <a:off x="5584133" y="1998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1" name="pt15291"/>
            <p:cNvSpPr/>
            <p:nvPr/>
          </p:nvSpPr>
          <p:spPr>
            <a:xfrm>
              <a:off x="5228545" y="1967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2" name="pt15292"/>
            <p:cNvSpPr/>
            <p:nvPr/>
          </p:nvSpPr>
          <p:spPr>
            <a:xfrm>
              <a:off x="5406745" y="217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3" name="pt15293"/>
            <p:cNvSpPr/>
            <p:nvPr/>
          </p:nvSpPr>
          <p:spPr>
            <a:xfrm>
              <a:off x="5407801" y="2306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4" name="pt15294"/>
            <p:cNvSpPr/>
            <p:nvPr/>
          </p:nvSpPr>
          <p:spPr>
            <a:xfrm>
              <a:off x="5395018" y="2207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5" name="pt15295"/>
            <p:cNvSpPr/>
            <p:nvPr/>
          </p:nvSpPr>
          <p:spPr>
            <a:xfrm>
              <a:off x="5470101" y="2036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6" name="pt15296"/>
            <p:cNvSpPr/>
            <p:nvPr/>
          </p:nvSpPr>
          <p:spPr>
            <a:xfrm>
              <a:off x="5145665" y="2561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7" name="pt15297"/>
            <p:cNvSpPr/>
            <p:nvPr/>
          </p:nvSpPr>
          <p:spPr>
            <a:xfrm>
              <a:off x="5196988" y="1923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8" name="pt15298"/>
            <p:cNvSpPr/>
            <p:nvPr/>
          </p:nvSpPr>
          <p:spPr>
            <a:xfrm>
              <a:off x="5273081" y="2108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9" name="pt15299"/>
            <p:cNvSpPr/>
            <p:nvPr/>
          </p:nvSpPr>
          <p:spPr>
            <a:xfrm>
              <a:off x="5334859" y="2216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0" name="pt15300"/>
            <p:cNvSpPr/>
            <p:nvPr/>
          </p:nvSpPr>
          <p:spPr>
            <a:xfrm>
              <a:off x="5472301" y="2026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1" name="pt15301"/>
            <p:cNvSpPr/>
            <p:nvPr/>
          </p:nvSpPr>
          <p:spPr>
            <a:xfrm>
              <a:off x="5697728" y="1987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2" name="pt15302"/>
            <p:cNvSpPr/>
            <p:nvPr/>
          </p:nvSpPr>
          <p:spPr>
            <a:xfrm>
              <a:off x="4890220" y="298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3" name="pt15303"/>
            <p:cNvSpPr/>
            <p:nvPr/>
          </p:nvSpPr>
          <p:spPr>
            <a:xfrm>
              <a:off x="5582170" y="1995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4" name="pt15304"/>
            <p:cNvSpPr/>
            <p:nvPr/>
          </p:nvSpPr>
          <p:spPr>
            <a:xfrm>
              <a:off x="5472247" y="1991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5" name="pt15305"/>
            <p:cNvSpPr/>
            <p:nvPr/>
          </p:nvSpPr>
          <p:spPr>
            <a:xfrm>
              <a:off x="5060665" y="2488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6" name="pt15306"/>
            <p:cNvSpPr/>
            <p:nvPr/>
          </p:nvSpPr>
          <p:spPr>
            <a:xfrm>
              <a:off x="5522908" y="2035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7" name="pt15307"/>
            <p:cNvSpPr/>
            <p:nvPr/>
          </p:nvSpPr>
          <p:spPr>
            <a:xfrm>
              <a:off x="5563692" y="2202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8" name="pt15308"/>
            <p:cNvSpPr/>
            <p:nvPr/>
          </p:nvSpPr>
          <p:spPr>
            <a:xfrm>
              <a:off x="5364070" y="208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9" name="pt15309"/>
            <p:cNvSpPr/>
            <p:nvPr/>
          </p:nvSpPr>
          <p:spPr>
            <a:xfrm>
              <a:off x="5379918" y="2224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0" name="pt15310"/>
            <p:cNvSpPr/>
            <p:nvPr/>
          </p:nvSpPr>
          <p:spPr>
            <a:xfrm>
              <a:off x="5453175" y="1988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1" name="pt15311"/>
            <p:cNvSpPr/>
            <p:nvPr/>
          </p:nvSpPr>
          <p:spPr>
            <a:xfrm>
              <a:off x="5007766" y="2194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2" name="pt15312"/>
            <p:cNvSpPr/>
            <p:nvPr/>
          </p:nvSpPr>
          <p:spPr>
            <a:xfrm>
              <a:off x="5228521" y="2047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3" name="pt15313"/>
            <p:cNvSpPr/>
            <p:nvPr/>
          </p:nvSpPr>
          <p:spPr>
            <a:xfrm>
              <a:off x="5334203" y="2186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4" name="pt15314"/>
            <p:cNvSpPr/>
            <p:nvPr/>
          </p:nvSpPr>
          <p:spPr>
            <a:xfrm>
              <a:off x="5330296" y="2210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5" name="pt15315"/>
            <p:cNvSpPr/>
            <p:nvPr/>
          </p:nvSpPr>
          <p:spPr>
            <a:xfrm>
              <a:off x="5199433" y="2083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6" name="pt15316"/>
            <p:cNvSpPr/>
            <p:nvPr/>
          </p:nvSpPr>
          <p:spPr>
            <a:xfrm>
              <a:off x="5309125" y="2187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7" name="pt15317"/>
            <p:cNvSpPr/>
            <p:nvPr/>
          </p:nvSpPr>
          <p:spPr>
            <a:xfrm>
              <a:off x="5096072" y="2514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8" name="pt15318"/>
            <p:cNvSpPr/>
            <p:nvPr/>
          </p:nvSpPr>
          <p:spPr>
            <a:xfrm>
              <a:off x="5191290" y="1957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9" name="pt15319"/>
            <p:cNvSpPr/>
            <p:nvPr/>
          </p:nvSpPr>
          <p:spPr>
            <a:xfrm>
              <a:off x="5530518" y="2212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0" name="pt15320"/>
            <p:cNvSpPr/>
            <p:nvPr/>
          </p:nvSpPr>
          <p:spPr>
            <a:xfrm>
              <a:off x="5513156" y="2314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1" name="pt15321"/>
            <p:cNvSpPr/>
            <p:nvPr/>
          </p:nvSpPr>
          <p:spPr>
            <a:xfrm>
              <a:off x="5305120" y="2216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2" name="pt15322"/>
            <p:cNvSpPr/>
            <p:nvPr/>
          </p:nvSpPr>
          <p:spPr>
            <a:xfrm>
              <a:off x="5750086" y="1852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3" name="pt15323"/>
            <p:cNvSpPr/>
            <p:nvPr/>
          </p:nvSpPr>
          <p:spPr>
            <a:xfrm>
              <a:off x="5752407" y="1999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4" name="pt15324"/>
            <p:cNvSpPr/>
            <p:nvPr/>
          </p:nvSpPr>
          <p:spPr>
            <a:xfrm>
              <a:off x="5497853" y="2123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5" name="pt15325"/>
            <p:cNvSpPr/>
            <p:nvPr/>
          </p:nvSpPr>
          <p:spPr>
            <a:xfrm>
              <a:off x="5353161" y="2292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6" name="pt15326"/>
            <p:cNvSpPr/>
            <p:nvPr/>
          </p:nvSpPr>
          <p:spPr>
            <a:xfrm>
              <a:off x="5489068" y="2216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7" name="pt15327"/>
            <p:cNvSpPr/>
            <p:nvPr/>
          </p:nvSpPr>
          <p:spPr>
            <a:xfrm>
              <a:off x="5748312" y="1977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8" name="pt15328"/>
            <p:cNvSpPr/>
            <p:nvPr/>
          </p:nvSpPr>
          <p:spPr>
            <a:xfrm>
              <a:off x="5393153" y="2210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9" name="pt15329"/>
            <p:cNvSpPr/>
            <p:nvPr/>
          </p:nvSpPr>
          <p:spPr>
            <a:xfrm>
              <a:off x="5072246" y="2678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0" name="pt15330"/>
            <p:cNvSpPr/>
            <p:nvPr/>
          </p:nvSpPr>
          <p:spPr>
            <a:xfrm>
              <a:off x="5262984" y="2117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1" name="pt15331"/>
            <p:cNvSpPr/>
            <p:nvPr/>
          </p:nvSpPr>
          <p:spPr>
            <a:xfrm>
              <a:off x="5181325" y="2173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2" name="pt15332"/>
            <p:cNvSpPr/>
            <p:nvPr/>
          </p:nvSpPr>
          <p:spPr>
            <a:xfrm>
              <a:off x="5522164" y="2251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3" name="pt15333"/>
            <p:cNvSpPr/>
            <p:nvPr/>
          </p:nvSpPr>
          <p:spPr>
            <a:xfrm>
              <a:off x="5454792" y="1999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4" name="pt15334"/>
            <p:cNvSpPr/>
            <p:nvPr/>
          </p:nvSpPr>
          <p:spPr>
            <a:xfrm>
              <a:off x="5141403" y="2755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5" name="pt15335"/>
            <p:cNvSpPr/>
            <p:nvPr/>
          </p:nvSpPr>
          <p:spPr>
            <a:xfrm>
              <a:off x="5360382" y="2002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6" name="pt15336"/>
            <p:cNvSpPr/>
            <p:nvPr/>
          </p:nvSpPr>
          <p:spPr>
            <a:xfrm>
              <a:off x="5495874" y="2296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7" name="pt15337"/>
            <p:cNvSpPr/>
            <p:nvPr/>
          </p:nvSpPr>
          <p:spPr>
            <a:xfrm>
              <a:off x="5827543" y="1903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8" name="pt15338"/>
            <p:cNvSpPr/>
            <p:nvPr/>
          </p:nvSpPr>
          <p:spPr>
            <a:xfrm>
              <a:off x="5541038" y="2151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9" name="pt15339"/>
            <p:cNvSpPr/>
            <p:nvPr/>
          </p:nvSpPr>
          <p:spPr>
            <a:xfrm>
              <a:off x="4912687" y="213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0" name="pt15340"/>
            <p:cNvSpPr/>
            <p:nvPr/>
          </p:nvSpPr>
          <p:spPr>
            <a:xfrm>
              <a:off x="5327020" y="2135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1" name="pt15341"/>
            <p:cNvSpPr/>
            <p:nvPr/>
          </p:nvSpPr>
          <p:spPr>
            <a:xfrm>
              <a:off x="5120671" y="2657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2" name="pt15342"/>
            <p:cNvSpPr/>
            <p:nvPr/>
          </p:nvSpPr>
          <p:spPr>
            <a:xfrm>
              <a:off x="4856264" y="2874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3" name="pt15343"/>
            <p:cNvSpPr/>
            <p:nvPr/>
          </p:nvSpPr>
          <p:spPr>
            <a:xfrm>
              <a:off x="5133632" y="2668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4" name="pt15344"/>
            <p:cNvSpPr/>
            <p:nvPr/>
          </p:nvSpPr>
          <p:spPr>
            <a:xfrm>
              <a:off x="4871667" y="2966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5" name="pt15345"/>
            <p:cNvSpPr/>
            <p:nvPr/>
          </p:nvSpPr>
          <p:spPr>
            <a:xfrm>
              <a:off x="5858087" y="1919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6" name="pt15346"/>
            <p:cNvSpPr/>
            <p:nvPr/>
          </p:nvSpPr>
          <p:spPr>
            <a:xfrm>
              <a:off x="5546245" y="21466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7" name="pt15347"/>
            <p:cNvSpPr/>
            <p:nvPr/>
          </p:nvSpPr>
          <p:spPr>
            <a:xfrm>
              <a:off x="5247658" y="2137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8" name="pt15348"/>
            <p:cNvSpPr/>
            <p:nvPr/>
          </p:nvSpPr>
          <p:spPr>
            <a:xfrm>
              <a:off x="4897049" y="2036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9" name="pt15349"/>
            <p:cNvSpPr/>
            <p:nvPr/>
          </p:nvSpPr>
          <p:spPr>
            <a:xfrm>
              <a:off x="5537334" y="2214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0" name="pt15350"/>
            <p:cNvSpPr/>
            <p:nvPr/>
          </p:nvSpPr>
          <p:spPr>
            <a:xfrm>
              <a:off x="5006755" y="2368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1" name="pt15351"/>
            <p:cNvSpPr/>
            <p:nvPr/>
          </p:nvSpPr>
          <p:spPr>
            <a:xfrm>
              <a:off x="5656194" y="16077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2" name="pt15352"/>
            <p:cNvSpPr/>
            <p:nvPr/>
          </p:nvSpPr>
          <p:spPr>
            <a:xfrm>
              <a:off x="5024998" y="2186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3" name="pt15353"/>
            <p:cNvSpPr/>
            <p:nvPr/>
          </p:nvSpPr>
          <p:spPr>
            <a:xfrm>
              <a:off x="5616769" y="2104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4" name="pt15354"/>
            <p:cNvSpPr/>
            <p:nvPr/>
          </p:nvSpPr>
          <p:spPr>
            <a:xfrm>
              <a:off x="5761024" y="1925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5" name="pt15355"/>
            <p:cNvSpPr/>
            <p:nvPr/>
          </p:nvSpPr>
          <p:spPr>
            <a:xfrm>
              <a:off x="5598694" y="2001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6" name="pt15356"/>
            <p:cNvSpPr/>
            <p:nvPr/>
          </p:nvSpPr>
          <p:spPr>
            <a:xfrm>
              <a:off x="5822291" y="1858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7" name="pt15357"/>
            <p:cNvSpPr/>
            <p:nvPr/>
          </p:nvSpPr>
          <p:spPr>
            <a:xfrm>
              <a:off x="5531552" y="2251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8" name="pt15358"/>
            <p:cNvSpPr/>
            <p:nvPr/>
          </p:nvSpPr>
          <p:spPr>
            <a:xfrm>
              <a:off x="5407305" y="2255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9" name="pt15359"/>
            <p:cNvSpPr/>
            <p:nvPr/>
          </p:nvSpPr>
          <p:spPr>
            <a:xfrm>
              <a:off x="5327851" y="2220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0" name="pt15360"/>
            <p:cNvSpPr/>
            <p:nvPr/>
          </p:nvSpPr>
          <p:spPr>
            <a:xfrm>
              <a:off x="5450426" y="1865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1" name="pt15361"/>
            <p:cNvSpPr/>
            <p:nvPr/>
          </p:nvSpPr>
          <p:spPr>
            <a:xfrm>
              <a:off x="5583603" y="2005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2" name="pt15362"/>
            <p:cNvSpPr/>
            <p:nvPr/>
          </p:nvSpPr>
          <p:spPr>
            <a:xfrm>
              <a:off x="5229763" y="2053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3" name="pt15363"/>
            <p:cNvSpPr/>
            <p:nvPr/>
          </p:nvSpPr>
          <p:spPr>
            <a:xfrm>
              <a:off x="5113894" y="2545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4" name="pt15364"/>
            <p:cNvSpPr/>
            <p:nvPr/>
          </p:nvSpPr>
          <p:spPr>
            <a:xfrm>
              <a:off x="5109890" y="2653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5" name="pt15365"/>
            <p:cNvSpPr/>
            <p:nvPr/>
          </p:nvSpPr>
          <p:spPr>
            <a:xfrm>
              <a:off x="5274538" y="2137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6" name="pt15366"/>
            <p:cNvSpPr/>
            <p:nvPr/>
          </p:nvSpPr>
          <p:spPr>
            <a:xfrm>
              <a:off x="5595528" y="1998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7" name="pt15367"/>
            <p:cNvSpPr/>
            <p:nvPr/>
          </p:nvSpPr>
          <p:spPr>
            <a:xfrm>
              <a:off x="5210756" y="2093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8" name="pt15368"/>
            <p:cNvSpPr/>
            <p:nvPr/>
          </p:nvSpPr>
          <p:spPr>
            <a:xfrm>
              <a:off x="5645149" y="1981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9" name="pt15369"/>
            <p:cNvSpPr/>
            <p:nvPr/>
          </p:nvSpPr>
          <p:spPr>
            <a:xfrm>
              <a:off x="5786739" y="1775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0" name="pt15370"/>
            <p:cNvSpPr/>
            <p:nvPr/>
          </p:nvSpPr>
          <p:spPr>
            <a:xfrm>
              <a:off x="5874918" y="2115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1" name="pt15371"/>
            <p:cNvSpPr/>
            <p:nvPr/>
          </p:nvSpPr>
          <p:spPr>
            <a:xfrm>
              <a:off x="5651837" y="2009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2" name="pt15372"/>
            <p:cNvSpPr/>
            <p:nvPr/>
          </p:nvSpPr>
          <p:spPr>
            <a:xfrm>
              <a:off x="5095295" y="2748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3" name="pt15373"/>
            <p:cNvSpPr/>
            <p:nvPr/>
          </p:nvSpPr>
          <p:spPr>
            <a:xfrm>
              <a:off x="5789108" y="200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4" name="pt15374"/>
            <p:cNvSpPr/>
            <p:nvPr/>
          </p:nvSpPr>
          <p:spPr>
            <a:xfrm>
              <a:off x="5403235" y="2200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5" name="pt15375"/>
            <p:cNvSpPr/>
            <p:nvPr/>
          </p:nvSpPr>
          <p:spPr>
            <a:xfrm>
              <a:off x="5019385" y="2206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6" name="pt15376"/>
            <p:cNvSpPr/>
            <p:nvPr/>
          </p:nvSpPr>
          <p:spPr>
            <a:xfrm>
              <a:off x="4932231" y="2176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7" name="pt15377"/>
            <p:cNvSpPr/>
            <p:nvPr/>
          </p:nvSpPr>
          <p:spPr>
            <a:xfrm>
              <a:off x="5244056" y="2157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8" name="pt15378"/>
            <p:cNvSpPr/>
            <p:nvPr/>
          </p:nvSpPr>
          <p:spPr>
            <a:xfrm>
              <a:off x="5696303" y="2067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9" name="pt15379"/>
            <p:cNvSpPr/>
            <p:nvPr/>
          </p:nvSpPr>
          <p:spPr>
            <a:xfrm>
              <a:off x="5545394" y="2180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0" name="pt15380"/>
            <p:cNvSpPr/>
            <p:nvPr/>
          </p:nvSpPr>
          <p:spPr>
            <a:xfrm>
              <a:off x="5554793" y="2220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1" name="pt15381"/>
            <p:cNvSpPr/>
            <p:nvPr/>
          </p:nvSpPr>
          <p:spPr>
            <a:xfrm>
              <a:off x="5506800" y="2253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2" name="pt15382"/>
            <p:cNvSpPr/>
            <p:nvPr/>
          </p:nvSpPr>
          <p:spPr>
            <a:xfrm>
              <a:off x="5134915" y="2582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3" name="pt15383"/>
            <p:cNvSpPr/>
            <p:nvPr/>
          </p:nvSpPr>
          <p:spPr>
            <a:xfrm>
              <a:off x="5059270" y="2483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4" name="pt15384"/>
            <p:cNvSpPr/>
            <p:nvPr/>
          </p:nvSpPr>
          <p:spPr>
            <a:xfrm>
              <a:off x="5396152" y="2253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5" name="pt15385"/>
            <p:cNvSpPr/>
            <p:nvPr/>
          </p:nvSpPr>
          <p:spPr>
            <a:xfrm>
              <a:off x="5696253" y="2003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6" name="pt15386"/>
            <p:cNvSpPr/>
            <p:nvPr/>
          </p:nvSpPr>
          <p:spPr>
            <a:xfrm>
              <a:off x="5624986" y="2007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7" name="pt15387"/>
            <p:cNvSpPr/>
            <p:nvPr/>
          </p:nvSpPr>
          <p:spPr>
            <a:xfrm>
              <a:off x="5167288" y="2301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8" name="pt15388"/>
            <p:cNvSpPr/>
            <p:nvPr/>
          </p:nvSpPr>
          <p:spPr>
            <a:xfrm>
              <a:off x="5467267" y="2101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9" name="pt15389"/>
            <p:cNvSpPr/>
            <p:nvPr/>
          </p:nvSpPr>
          <p:spPr>
            <a:xfrm>
              <a:off x="5936681" y="1620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0" name="pt15390"/>
            <p:cNvSpPr/>
            <p:nvPr/>
          </p:nvSpPr>
          <p:spPr>
            <a:xfrm>
              <a:off x="5313745" y="2111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1" name="pt15391"/>
            <p:cNvSpPr/>
            <p:nvPr/>
          </p:nvSpPr>
          <p:spPr>
            <a:xfrm>
              <a:off x="5146520" y="2757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2" name="pt15392"/>
            <p:cNvSpPr/>
            <p:nvPr/>
          </p:nvSpPr>
          <p:spPr>
            <a:xfrm>
              <a:off x="5848680" y="1734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3" name="pt15393"/>
            <p:cNvSpPr/>
            <p:nvPr/>
          </p:nvSpPr>
          <p:spPr>
            <a:xfrm>
              <a:off x="5425828" y="2177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4" name="pt15394"/>
            <p:cNvSpPr/>
            <p:nvPr/>
          </p:nvSpPr>
          <p:spPr>
            <a:xfrm>
              <a:off x="5257445" y="2233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5" name="pt15395"/>
            <p:cNvSpPr/>
            <p:nvPr/>
          </p:nvSpPr>
          <p:spPr>
            <a:xfrm>
              <a:off x="5491091" y="2268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6" name="pt15396"/>
            <p:cNvSpPr/>
            <p:nvPr/>
          </p:nvSpPr>
          <p:spPr>
            <a:xfrm>
              <a:off x="5378614" y="2163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7" name="pt15397"/>
            <p:cNvSpPr/>
            <p:nvPr/>
          </p:nvSpPr>
          <p:spPr>
            <a:xfrm>
              <a:off x="5854517" y="1784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8" name="pt15398"/>
            <p:cNvSpPr/>
            <p:nvPr/>
          </p:nvSpPr>
          <p:spPr>
            <a:xfrm>
              <a:off x="5399287" y="2219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9" name="pt15399"/>
            <p:cNvSpPr/>
            <p:nvPr/>
          </p:nvSpPr>
          <p:spPr>
            <a:xfrm>
              <a:off x="5557477" y="2197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0" name="pt15400"/>
            <p:cNvSpPr/>
            <p:nvPr/>
          </p:nvSpPr>
          <p:spPr>
            <a:xfrm>
              <a:off x="5348195" y="2237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1" name="pt15401"/>
            <p:cNvSpPr/>
            <p:nvPr/>
          </p:nvSpPr>
          <p:spPr>
            <a:xfrm>
              <a:off x="4910054" y="1540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2" name="pt15402"/>
            <p:cNvSpPr/>
            <p:nvPr/>
          </p:nvSpPr>
          <p:spPr>
            <a:xfrm>
              <a:off x="5794068" y="1736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3" name="pt15403"/>
            <p:cNvSpPr/>
            <p:nvPr/>
          </p:nvSpPr>
          <p:spPr>
            <a:xfrm>
              <a:off x="5827371" y="1790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4" name="pt15404"/>
            <p:cNvSpPr/>
            <p:nvPr/>
          </p:nvSpPr>
          <p:spPr>
            <a:xfrm>
              <a:off x="5313461" y="2184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5" name="pt15405"/>
            <p:cNvSpPr/>
            <p:nvPr/>
          </p:nvSpPr>
          <p:spPr>
            <a:xfrm>
              <a:off x="4680494" y="2795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6" name="pt15406"/>
            <p:cNvSpPr/>
            <p:nvPr/>
          </p:nvSpPr>
          <p:spPr>
            <a:xfrm>
              <a:off x="5685626" y="2052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7" name="pt15407"/>
            <p:cNvSpPr/>
            <p:nvPr/>
          </p:nvSpPr>
          <p:spPr>
            <a:xfrm>
              <a:off x="5388115" y="224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8" name="pt15408"/>
            <p:cNvSpPr/>
            <p:nvPr/>
          </p:nvSpPr>
          <p:spPr>
            <a:xfrm>
              <a:off x="5431925" y="2087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9" name="pt15409"/>
            <p:cNvSpPr/>
            <p:nvPr/>
          </p:nvSpPr>
          <p:spPr>
            <a:xfrm>
              <a:off x="5158742" y="2370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0" name="pt15410"/>
            <p:cNvSpPr/>
            <p:nvPr/>
          </p:nvSpPr>
          <p:spPr>
            <a:xfrm>
              <a:off x="5121292" y="2637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1" name="pt15411"/>
            <p:cNvSpPr/>
            <p:nvPr/>
          </p:nvSpPr>
          <p:spPr>
            <a:xfrm>
              <a:off x="5558314" y="2222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2" name="pt15412"/>
            <p:cNvSpPr/>
            <p:nvPr/>
          </p:nvSpPr>
          <p:spPr>
            <a:xfrm>
              <a:off x="5737117" y="2016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3" name="pt15413"/>
            <p:cNvSpPr/>
            <p:nvPr/>
          </p:nvSpPr>
          <p:spPr>
            <a:xfrm>
              <a:off x="5547943" y="2168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4" name="pt15414"/>
            <p:cNvSpPr/>
            <p:nvPr/>
          </p:nvSpPr>
          <p:spPr>
            <a:xfrm>
              <a:off x="5384993" y="2242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5" name="pt15415"/>
            <p:cNvSpPr/>
            <p:nvPr/>
          </p:nvSpPr>
          <p:spPr>
            <a:xfrm>
              <a:off x="5420502" y="2175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6" name="pt15416"/>
            <p:cNvSpPr/>
            <p:nvPr/>
          </p:nvSpPr>
          <p:spPr>
            <a:xfrm>
              <a:off x="5001284" y="2213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7" name="pt15417"/>
            <p:cNvSpPr/>
            <p:nvPr/>
          </p:nvSpPr>
          <p:spPr>
            <a:xfrm>
              <a:off x="5850759" y="172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8" name="pt15418"/>
            <p:cNvSpPr/>
            <p:nvPr/>
          </p:nvSpPr>
          <p:spPr>
            <a:xfrm>
              <a:off x="5485147" y="2208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9" name="pt15419"/>
            <p:cNvSpPr/>
            <p:nvPr/>
          </p:nvSpPr>
          <p:spPr>
            <a:xfrm>
              <a:off x="4656188" y="237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0" name="pt15420"/>
            <p:cNvSpPr/>
            <p:nvPr/>
          </p:nvSpPr>
          <p:spPr>
            <a:xfrm>
              <a:off x="5100731" y="2670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1" name="pt15421"/>
            <p:cNvSpPr/>
            <p:nvPr/>
          </p:nvSpPr>
          <p:spPr>
            <a:xfrm>
              <a:off x="5781926" y="1959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2" name="pt15422"/>
            <p:cNvSpPr/>
            <p:nvPr/>
          </p:nvSpPr>
          <p:spPr>
            <a:xfrm>
              <a:off x="5593649" y="2030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3" name="pt15423"/>
            <p:cNvSpPr/>
            <p:nvPr/>
          </p:nvSpPr>
          <p:spPr>
            <a:xfrm>
              <a:off x="5111646" y="2661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4" name="pt15424"/>
            <p:cNvSpPr/>
            <p:nvPr/>
          </p:nvSpPr>
          <p:spPr>
            <a:xfrm>
              <a:off x="5293000" y="2160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5" name="pt15425"/>
            <p:cNvSpPr/>
            <p:nvPr/>
          </p:nvSpPr>
          <p:spPr>
            <a:xfrm>
              <a:off x="5134364" y="2637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6" name="pt15426"/>
            <p:cNvSpPr/>
            <p:nvPr/>
          </p:nvSpPr>
          <p:spPr>
            <a:xfrm>
              <a:off x="5430562" y="2140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7" name="pt15427"/>
            <p:cNvSpPr/>
            <p:nvPr/>
          </p:nvSpPr>
          <p:spPr>
            <a:xfrm>
              <a:off x="5421697" y="2180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8" name="pt15428"/>
            <p:cNvSpPr/>
            <p:nvPr/>
          </p:nvSpPr>
          <p:spPr>
            <a:xfrm>
              <a:off x="5713582" y="1845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9" name="pt15429"/>
            <p:cNvSpPr/>
            <p:nvPr/>
          </p:nvSpPr>
          <p:spPr>
            <a:xfrm>
              <a:off x="5330927" y="2102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0" name="pt15430"/>
            <p:cNvSpPr/>
            <p:nvPr/>
          </p:nvSpPr>
          <p:spPr>
            <a:xfrm>
              <a:off x="5424734" y="2225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1" name="pt15431"/>
            <p:cNvSpPr/>
            <p:nvPr/>
          </p:nvSpPr>
          <p:spPr>
            <a:xfrm>
              <a:off x="5285463" y="2146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2" name="pt15432"/>
            <p:cNvSpPr/>
            <p:nvPr/>
          </p:nvSpPr>
          <p:spPr>
            <a:xfrm>
              <a:off x="4836217" y="2435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3" name="pt15433"/>
            <p:cNvSpPr/>
            <p:nvPr/>
          </p:nvSpPr>
          <p:spPr>
            <a:xfrm>
              <a:off x="5916014" y="1632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4" name="pt15434"/>
            <p:cNvSpPr/>
            <p:nvPr/>
          </p:nvSpPr>
          <p:spPr>
            <a:xfrm>
              <a:off x="5633764" y="2093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5" name="pt15435"/>
            <p:cNvSpPr/>
            <p:nvPr/>
          </p:nvSpPr>
          <p:spPr>
            <a:xfrm>
              <a:off x="5370623" y="2104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6" name="pt15436"/>
            <p:cNvSpPr/>
            <p:nvPr/>
          </p:nvSpPr>
          <p:spPr>
            <a:xfrm>
              <a:off x="5793644" y="1979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7" name="pt15437"/>
            <p:cNvSpPr/>
            <p:nvPr/>
          </p:nvSpPr>
          <p:spPr>
            <a:xfrm>
              <a:off x="5528592" y="2153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8" name="pt15438"/>
            <p:cNvSpPr/>
            <p:nvPr/>
          </p:nvSpPr>
          <p:spPr>
            <a:xfrm>
              <a:off x="5426260" y="2221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9" name="pt15439"/>
            <p:cNvSpPr/>
            <p:nvPr/>
          </p:nvSpPr>
          <p:spPr>
            <a:xfrm>
              <a:off x="5192972" y="2051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0" name="pt15440"/>
            <p:cNvSpPr/>
            <p:nvPr/>
          </p:nvSpPr>
          <p:spPr>
            <a:xfrm>
              <a:off x="5873835" y="1721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1" name="pt15441"/>
            <p:cNvSpPr/>
            <p:nvPr/>
          </p:nvSpPr>
          <p:spPr>
            <a:xfrm>
              <a:off x="5133525" y="2725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2" name="pt15442"/>
            <p:cNvSpPr/>
            <p:nvPr/>
          </p:nvSpPr>
          <p:spPr>
            <a:xfrm>
              <a:off x="5037640" y="2398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3" name="pt15443"/>
            <p:cNvSpPr/>
            <p:nvPr/>
          </p:nvSpPr>
          <p:spPr>
            <a:xfrm>
              <a:off x="5106873" y="2605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4" name="pt15444"/>
            <p:cNvSpPr/>
            <p:nvPr/>
          </p:nvSpPr>
          <p:spPr>
            <a:xfrm>
              <a:off x="5243541" y="2128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5" name="pt15445"/>
            <p:cNvSpPr/>
            <p:nvPr/>
          </p:nvSpPr>
          <p:spPr>
            <a:xfrm>
              <a:off x="5355772" y="2236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6" name="pt15446"/>
            <p:cNvSpPr/>
            <p:nvPr/>
          </p:nvSpPr>
          <p:spPr>
            <a:xfrm>
              <a:off x="5306645" y="2231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7" name="pt15447"/>
            <p:cNvSpPr/>
            <p:nvPr/>
          </p:nvSpPr>
          <p:spPr>
            <a:xfrm>
              <a:off x="5529587" y="2177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8" name="pt15448"/>
            <p:cNvSpPr/>
            <p:nvPr/>
          </p:nvSpPr>
          <p:spPr>
            <a:xfrm>
              <a:off x="5557449" y="2284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9" name="pt15449"/>
            <p:cNvSpPr/>
            <p:nvPr/>
          </p:nvSpPr>
          <p:spPr>
            <a:xfrm>
              <a:off x="5559172" y="2228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0" name="pt15450"/>
            <p:cNvSpPr/>
            <p:nvPr/>
          </p:nvSpPr>
          <p:spPr>
            <a:xfrm>
              <a:off x="5510503" y="2256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1" name="pt15451"/>
            <p:cNvSpPr/>
            <p:nvPr/>
          </p:nvSpPr>
          <p:spPr>
            <a:xfrm>
              <a:off x="5023162" y="2308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2" name="pt15452"/>
            <p:cNvSpPr/>
            <p:nvPr/>
          </p:nvSpPr>
          <p:spPr>
            <a:xfrm>
              <a:off x="4981381" y="2796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3" name="pt15453"/>
            <p:cNvSpPr/>
            <p:nvPr/>
          </p:nvSpPr>
          <p:spPr>
            <a:xfrm>
              <a:off x="5698312" y="2053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4" name="pt15454"/>
            <p:cNvSpPr/>
            <p:nvPr/>
          </p:nvSpPr>
          <p:spPr>
            <a:xfrm>
              <a:off x="5347379" y="2255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5" name="pt15455"/>
            <p:cNvSpPr/>
            <p:nvPr/>
          </p:nvSpPr>
          <p:spPr>
            <a:xfrm>
              <a:off x="5347590" y="2191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6" name="pt15456"/>
            <p:cNvSpPr/>
            <p:nvPr/>
          </p:nvSpPr>
          <p:spPr>
            <a:xfrm>
              <a:off x="5386304" y="2195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7" name="pt15457"/>
            <p:cNvSpPr/>
            <p:nvPr/>
          </p:nvSpPr>
          <p:spPr>
            <a:xfrm>
              <a:off x="5458229" y="2015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8" name="pt15458"/>
            <p:cNvSpPr/>
            <p:nvPr/>
          </p:nvSpPr>
          <p:spPr>
            <a:xfrm>
              <a:off x="5191357" y="2141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9" name="pt15459"/>
            <p:cNvSpPr/>
            <p:nvPr/>
          </p:nvSpPr>
          <p:spPr>
            <a:xfrm>
              <a:off x="5639142" y="2039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0" name="pt15460"/>
            <p:cNvSpPr/>
            <p:nvPr/>
          </p:nvSpPr>
          <p:spPr>
            <a:xfrm>
              <a:off x="5577542" y="1964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1" name="pt15461"/>
            <p:cNvSpPr/>
            <p:nvPr/>
          </p:nvSpPr>
          <p:spPr>
            <a:xfrm>
              <a:off x="5711881" y="1867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2" name="pt15462"/>
            <p:cNvSpPr/>
            <p:nvPr/>
          </p:nvSpPr>
          <p:spPr>
            <a:xfrm>
              <a:off x="5508552" y="2093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3" name="pt15463"/>
            <p:cNvSpPr/>
            <p:nvPr/>
          </p:nvSpPr>
          <p:spPr>
            <a:xfrm>
              <a:off x="5164421" y="2390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4" name="pt15464"/>
            <p:cNvSpPr/>
            <p:nvPr/>
          </p:nvSpPr>
          <p:spPr>
            <a:xfrm>
              <a:off x="5656197" y="1827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5" name="pt15465"/>
            <p:cNvSpPr/>
            <p:nvPr/>
          </p:nvSpPr>
          <p:spPr>
            <a:xfrm>
              <a:off x="5500487" y="2093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6" name="pt15466"/>
            <p:cNvSpPr/>
            <p:nvPr/>
          </p:nvSpPr>
          <p:spPr>
            <a:xfrm>
              <a:off x="5261916" y="2257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7" name="pt15467"/>
            <p:cNvSpPr/>
            <p:nvPr/>
          </p:nvSpPr>
          <p:spPr>
            <a:xfrm>
              <a:off x="5701571" y="1783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8" name="pt15468"/>
            <p:cNvSpPr/>
            <p:nvPr/>
          </p:nvSpPr>
          <p:spPr>
            <a:xfrm>
              <a:off x="5852382" y="1941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9" name="pt15469"/>
            <p:cNvSpPr/>
            <p:nvPr/>
          </p:nvSpPr>
          <p:spPr>
            <a:xfrm>
              <a:off x="5274196" y="227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0" name="pt15470"/>
            <p:cNvSpPr/>
            <p:nvPr/>
          </p:nvSpPr>
          <p:spPr>
            <a:xfrm>
              <a:off x="5503850" y="2152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1" name="pt15471"/>
            <p:cNvSpPr/>
            <p:nvPr/>
          </p:nvSpPr>
          <p:spPr>
            <a:xfrm>
              <a:off x="4804758" y="2688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2" name="pt15472"/>
            <p:cNvSpPr/>
            <p:nvPr/>
          </p:nvSpPr>
          <p:spPr>
            <a:xfrm>
              <a:off x="4799904" y="2638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3" name="pt15473"/>
            <p:cNvSpPr/>
            <p:nvPr/>
          </p:nvSpPr>
          <p:spPr>
            <a:xfrm>
              <a:off x="4804200" y="2502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4" name="pt15474"/>
            <p:cNvSpPr/>
            <p:nvPr/>
          </p:nvSpPr>
          <p:spPr>
            <a:xfrm>
              <a:off x="5112193" y="2568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5" name="pt15475"/>
            <p:cNvSpPr/>
            <p:nvPr/>
          </p:nvSpPr>
          <p:spPr>
            <a:xfrm>
              <a:off x="5793893" y="1881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6" name="pt15476"/>
            <p:cNvSpPr/>
            <p:nvPr/>
          </p:nvSpPr>
          <p:spPr>
            <a:xfrm>
              <a:off x="5114424" y="232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7" name="pt15477"/>
            <p:cNvSpPr/>
            <p:nvPr/>
          </p:nvSpPr>
          <p:spPr>
            <a:xfrm>
              <a:off x="5253100" y="2278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8" name="pt15478"/>
            <p:cNvSpPr/>
            <p:nvPr/>
          </p:nvSpPr>
          <p:spPr>
            <a:xfrm>
              <a:off x="5429929" y="2176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9" name="pt15479"/>
            <p:cNvSpPr/>
            <p:nvPr/>
          </p:nvSpPr>
          <p:spPr>
            <a:xfrm>
              <a:off x="5255678" y="2279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0" name="pt15480"/>
            <p:cNvSpPr/>
            <p:nvPr/>
          </p:nvSpPr>
          <p:spPr>
            <a:xfrm>
              <a:off x="5364638" y="2068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1" name="pt15481"/>
            <p:cNvSpPr/>
            <p:nvPr/>
          </p:nvSpPr>
          <p:spPr>
            <a:xfrm>
              <a:off x="5545107" y="2147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2" name="pt15482"/>
            <p:cNvSpPr/>
            <p:nvPr/>
          </p:nvSpPr>
          <p:spPr>
            <a:xfrm>
              <a:off x="5265909" y="2179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3" name="pt15483"/>
            <p:cNvSpPr/>
            <p:nvPr/>
          </p:nvSpPr>
          <p:spPr>
            <a:xfrm>
              <a:off x="5633956" y="1977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4" name="pt15484"/>
            <p:cNvSpPr/>
            <p:nvPr/>
          </p:nvSpPr>
          <p:spPr>
            <a:xfrm>
              <a:off x="5312485" y="21194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5" name="pt15485"/>
            <p:cNvSpPr/>
            <p:nvPr/>
          </p:nvSpPr>
          <p:spPr>
            <a:xfrm>
              <a:off x="5249259" y="2199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6" name="pt15486"/>
            <p:cNvSpPr/>
            <p:nvPr/>
          </p:nvSpPr>
          <p:spPr>
            <a:xfrm>
              <a:off x="5319798" y="2236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7" name="pt15487"/>
            <p:cNvSpPr/>
            <p:nvPr/>
          </p:nvSpPr>
          <p:spPr>
            <a:xfrm>
              <a:off x="5240210" y="2137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8" name="pt15488"/>
            <p:cNvSpPr/>
            <p:nvPr/>
          </p:nvSpPr>
          <p:spPr>
            <a:xfrm>
              <a:off x="5284895" y="1948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9" name="pt15489"/>
            <p:cNvSpPr/>
            <p:nvPr/>
          </p:nvSpPr>
          <p:spPr>
            <a:xfrm>
              <a:off x="5534587" y="2265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0" name="pt15490"/>
            <p:cNvSpPr/>
            <p:nvPr/>
          </p:nvSpPr>
          <p:spPr>
            <a:xfrm>
              <a:off x="5333342" y="2156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1" name="pt15491"/>
            <p:cNvSpPr/>
            <p:nvPr/>
          </p:nvSpPr>
          <p:spPr>
            <a:xfrm>
              <a:off x="5224404" y="1765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2" name="pt15492"/>
            <p:cNvSpPr/>
            <p:nvPr/>
          </p:nvSpPr>
          <p:spPr>
            <a:xfrm>
              <a:off x="5367346" y="2004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3" name="pt15493"/>
            <p:cNvSpPr/>
            <p:nvPr/>
          </p:nvSpPr>
          <p:spPr>
            <a:xfrm>
              <a:off x="5631696" y="2050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4" name="pt15494"/>
            <p:cNvSpPr/>
            <p:nvPr/>
          </p:nvSpPr>
          <p:spPr>
            <a:xfrm>
              <a:off x="5121815" y="2553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5" name="pt15495"/>
            <p:cNvSpPr/>
            <p:nvPr/>
          </p:nvSpPr>
          <p:spPr>
            <a:xfrm>
              <a:off x="5446653" y="2009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6" name="pt15496"/>
            <p:cNvSpPr/>
            <p:nvPr/>
          </p:nvSpPr>
          <p:spPr>
            <a:xfrm>
              <a:off x="5234507" y="2143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7" name="pt15497"/>
            <p:cNvSpPr/>
            <p:nvPr/>
          </p:nvSpPr>
          <p:spPr>
            <a:xfrm>
              <a:off x="4920682" y="1927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8" name="pt15498"/>
            <p:cNvSpPr/>
            <p:nvPr/>
          </p:nvSpPr>
          <p:spPr>
            <a:xfrm>
              <a:off x="5383819" y="2252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9" name="pt15499"/>
            <p:cNvSpPr/>
            <p:nvPr/>
          </p:nvSpPr>
          <p:spPr>
            <a:xfrm>
              <a:off x="5362382" y="207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0" name="pt15500"/>
            <p:cNvSpPr/>
            <p:nvPr/>
          </p:nvSpPr>
          <p:spPr>
            <a:xfrm>
              <a:off x="5260514" y="21829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1" name="pt15501"/>
            <p:cNvSpPr/>
            <p:nvPr/>
          </p:nvSpPr>
          <p:spPr>
            <a:xfrm>
              <a:off x="5479754" y="2112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2" name="pt15502"/>
            <p:cNvSpPr/>
            <p:nvPr/>
          </p:nvSpPr>
          <p:spPr>
            <a:xfrm>
              <a:off x="5179677" y="2203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3" name="pt15503"/>
            <p:cNvSpPr/>
            <p:nvPr/>
          </p:nvSpPr>
          <p:spPr>
            <a:xfrm>
              <a:off x="5806808" y="1891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4" name="pt15504"/>
            <p:cNvSpPr/>
            <p:nvPr/>
          </p:nvSpPr>
          <p:spPr>
            <a:xfrm>
              <a:off x="5478070" y="2235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5" name="pt15505"/>
            <p:cNvSpPr/>
            <p:nvPr/>
          </p:nvSpPr>
          <p:spPr>
            <a:xfrm>
              <a:off x="5275092" y="2181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6" name="pt15506"/>
            <p:cNvSpPr/>
            <p:nvPr/>
          </p:nvSpPr>
          <p:spPr>
            <a:xfrm>
              <a:off x="5702857" y="1805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7" name="pt15507"/>
            <p:cNvSpPr/>
            <p:nvPr/>
          </p:nvSpPr>
          <p:spPr>
            <a:xfrm>
              <a:off x="5612729" y="19814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8" name="pt15508"/>
            <p:cNvSpPr/>
            <p:nvPr/>
          </p:nvSpPr>
          <p:spPr>
            <a:xfrm>
              <a:off x="5528778" y="2073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9" name="pt15509"/>
            <p:cNvSpPr/>
            <p:nvPr/>
          </p:nvSpPr>
          <p:spPr>
            <a:xfrm>
              <a:off x="5201874" y="2226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0" name="pt15510"/>
            <p:cNvSpPr/>
            <p:nvPr/>
          </p:nvSpPr>
          <p:spPr>
            <a:xfrm>
              <a:off x="5053542" y="2517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1" name="pt15511"/>
            <p:cNvSpPr/>
            <p:nvPr/>
          </p:nvSpPr>
          <p:spPr>
            <a:xfrm>
              <a:off x="5362648" y="2066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2" name="pt15512"/>
            <p:cNvSpPr/>
            <p:nvPr/>
          </p:nvSpPr>
          <p:spPr>
            <a:xfrm>
              <a:off x="5329839" y="2211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3" name="pt15513"/>
            <p:cNvSpPr/>
            <p:nvPr/>
          </p:nvSpPr>
          <p:spPr>
            <a:xfrm>
              <a:off x="5503875" y="2293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4" name="pt15514"/>
            <p:cNvSpPr/>
            <p:nvPr/>
          </p:nvSpPr>
          <p:spPr>
            <a:xfrm>
              <a:off x="5396804" y="2165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5" name="pt15515"/>
            <p:cNvSpPr/>
            <p:nvPr/>
          </p:nvSpPr>
          <p:spPr>
            <a:xfrm>
              <a:off x="5149789" y="2608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6" name="pt15516"/>
            <p:cNvSpPr/>
            <p:nvPr/>
          </p:nvSpPr>
          <p:spPr>
            <a:xfrm>
              <a:off x="4921904" y="1502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7" name="pt15517"/>
            <p:cNvSpPr/>
            <p:nvPr/>
          </p:nvSpPr>
          <p:spPr>
            <a:xfrm>
              <a:off x="5124519" y="2724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8" name="pt15518"/>
            <p:cNvSpPr/>
            <p:nvPr/>
          </p:nvSpPr>
          <p:spPr>
            <a:xfrm>
              <a:off x="5193046" y="2153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9" name="pt15519"/>
            <p:cNvSpPr/>
            <p:nvPr/>
          </p:nvSpPr>
          <p:spPr>
            <a:xfrm>
              <a:off x="5730506" y="1961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0" name="pt15520"/>
            <p:cNvSpPr/>
            <p:nvPr/>
          </p:nvSpPr>
          <p:spPr>
            <a:xfrm>
              <a:off x="5664776" y="1769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1" name="pt15521"/>
            <p:cNvSpPr/>
            <p:nvPr/>
          </p:nvSpPr>
          <p:spPr>
            <a:xfrm>
              <a:off x="5372097" y="2146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2" name="pt15522"/>
            <p:cNvSpPr/>
            <p:nvPr/>
          </p:nvSpPr>
          <p:spPr>
            <a:xfrm>
              <a:off x="5960890" y="1374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3" name="pt15523"/>
            <p:cNvSpPr/>
            <p:nvPr/>
          </p:nvSpPr>
          <p:spPr>
            <a:xfrm>
              <a:off x="5482934" y="2245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4" name="pt15524"/>
            <p:cNvSpPr/>
            <p:nvPr/>
          </p:nvSpPr>
          <p:spPr>
            <a:xfrm>
              <a:off x="5176743" y="1970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5" name="pt15525"/>
            <p:cNvSpPr/>
            <p:nvPr/>
          </p:nvSpPr>
          <p:spPr>
            <a:xfrm>
              <a:off x="5439347" y="193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6" name="pt15526"/>
            <p:cNvSpPr/>
            <p:nvPr/>
          </p:nvSpPr>
          <p:spPr>
            <a:xfrm>
              <a:off x="5526367" y="2205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7" name="pt15527"/>
            <p:cNvSpPr/>
            <p:nvPr/>
          </p:nvSpPr>
          <p:spPr>
            <a:xfrm>
              <a:off x="5017445" y="2344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8" name="pt15528"/>
            <p:cNvSpPr/>
            <p:nvPr/>
          </p:nvSpPr>
          <p:spPr>
            <a:xfrm>
              <a:off x="5465194" y="2172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9" name="pt15529"/>
            <p:cNvSpPr/>
            <p:nvPr/>
          </p:nvSpPr>
          <p:spPr>
            <a:xfrm>
              <a:off x="4928776" y="1948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0" name="pt15530"/>
            <p:cNvSpPr/>
            <p:nvPr/>
          </p:nvSpPr>
          <p:spPr>
            <a:xfrm>
              <a:off x="5385683" y="2135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1" name="pt15531"/>
            <p:cNvSpPr/>
            <p:nvPr/>
          </p:nvSpPr>
          <p:spPr>
            <a:xfrm>
              <a:off x="5154746" y="2328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2" name="pt15532"/>
            <p:cNvSpPr/>
            <p:nvPr/>
          </p:nvSpPr>
          <p:spPr>
            <a:xfrm>
              <a:off x="5706076" y="1851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3" name="pt15533"/>
            <p:cNvSpPr/>
            <p:nvPr/>
          </p:nvSpPr>
          <p:spPr>
            <a:xfrm>
              <a:off x="5420496" y="2191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4" name="pt15534"/>
            <p:cNvSpPr/>
            <p:nvPr/>
          </p:nvSpPr>
          <p:spPr>
            <a:xfrm>
              <a:off x="5366103" y="2168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5" name="pt15535"/>
            <p:cNvSpPr/>
            <p:nvPr/>
          </p:nvSpPr>
          <p:spPr>
            <a:xfrm>
              <a:off x="5664074" y="168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6" name="pt15536"/>
            <p:cNvSpPr/>
            <p:nvPr/>
          </p:nvSpPr>
          <p:spPr>
            <a:xfrm>
              <a:off x="5814965" y="1896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7" name="pt15537"/>
            <p:cNvSpPr/>
            <p:nvPr/>
          </p:nvSpPr>
          <p:spPr>
            <a:xfrm>
              <a:off x="5569036" y="1984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8" name="pt15538"/>
            <p:cNvSpPr/>
            <p:nvPr/>
          </p:nvSpPr>
          <p:spPr>
            <a:xfrm>
              <a:off x="5738253" y="1897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9" name="pt15539"/>
            <p:cNvSpPr/>
            <p:nvPr/>
          </p:nvSpPr>
          <p:spPr>
            <a:xfrm>
              <a:off x="5107091" y="2703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0" name="pt15540"/>
            <p:cNvSpPr/>
            <p:nvPr/>
          </p:nvSpPr>
          <p:spPr>
            <a:xfrm>
              <a:off x="6012370" y="2217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1" name="pt15541"/>
            <p:cNvSpPr/>
            <p:nvPr/>
          </p:nvSpPr>
          <p:spPr>
            <a:xfrm>
              <a:off x="5809243" y="1891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2" name="pt15542"/>
            <p:cNvSpPr/>
            <p:nvPr/>
          </p:nvSpPr>
          <p:spPr>
            <a:xfrm>
              <a:off x="5432879" y="2132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3" name="pt15543"/>
            <p:cNvSpPr/>
            <p:nvPr/>
          </p:nvSpPr>
          <p:spPr>
            <a:xfrm>
              <a:off x="5784531" y="198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4" name="pt15544"/>
            <p:cNvSpPr/>
            <p:nvPr/>
          </p:nvSpPr>
          <p:spPr>
            <a:xfrm>
              <a:off x="5374398" y="2021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5" name="pt15545"/>
            <p:cNvSpPr/>
            <p:nvPr/>
          </p:nvSpPr>
          <p:spPr>
            <a:xfrm>
              <a:off x="5167885" y="2089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6" name="pt15546"/>
            <p:cNvSpPr/>
            <p:nvPr/>
          </p:nvSpPr>
          <p:spPr>
            <a:xfrm>
              <a:off x="5435332" y="2096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7" name="pt15547"/>
            <p:cNvSpPr/>
            <p:nvPr/>
          </p:nvSpPr>
          <p:spPr>
            <a:xfrm>
              <a:off x="5548578" y="2187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8" name="pt15548"/>
            <p:cNvSpPr/>
            <p:nvPr/>
          </p:nvSpPr>
          <p:spPr>
            <a:xfrm>
              <a:off x="5551552" y="2232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9" name="pt15549"/>
            <p:cNvSpPr/>
            <p:nvPr/>
          </p:nvSpPr>
          <p:spPr>
            <a:xfrm>
              <a:off x="5638942" y="2055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0" name="pt15550"/>
            <p:cNvSpPr/>
            <p:nvPr/>
          </p:nvSpPr>
          <p:spPr>
            <a:xfrm>
              <a:off x="5414049" y="2145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1" name="pt15551"/>
            <p:cNvSpPr/>
            <p:nvPr/>
          </p:nvSpPr>
          <p:spPr>
            <a:xfrm>
              <a:off x="4879847" y="2713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2" name="pt15552"/>
            <p:cNvSpPr/>
            <p:nvPr/>
          </p:nvSpPr>
          <p:spPr>
            <a:xfrm>
              <a:off x="5067353" y="238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3" name="pt15553"/>
            <p:cNvSpPr/>
            <p:nvPr/>
          </p:nvSpPr>
          <p:spPr>
            <a:xfrm>
              <a:off x="5606829" y="2003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4" name="pt15554"/>
            <p:cNvSpPr/>
            <p:nvPr/>
          </p:nvSpPr>
          <p:spPr>
            <a:xfrm>
              <a:off x="5573806" y="2083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5" name="pt15555"/>
            <p:cNvSpPr/>
            <p:nvPr/>
          </p:nvSpPr>
          <p:spPr>
            <a:xfrm>
              <a:off x="5337198" y="2271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6" name="pt15556"/>
            <p:cNvSpPr/>
            <p:nvPr/>
          </p:nvSpPr>
          <p:spPr>
            <a:xfrm>
              <a:off x="5333771" y="2169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7" name="pt15557"/>
            <p:cNvSpPr/>
            <p:nvPr/>
          </p:nvSpPr>
          <p:spPr>
            <a:xfrm>
              <a:off x="5322395" y="2155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8" name="pt15558"/>
            <p:cNvSpPr/>
            <p:nvPr/>
          </p:nvSpPr>
          <p:spPr>
            <a:xfrm>
              <a:off x="4809105" y="2772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9" name="pt15559"/>
            <p:cNvSpPr/>
            <p:nvPr/>
          </p:nvSpPr>
          <p:spPr>
            <a:xfrm>
              <a:off x="5334491" y="2244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0" name="pt15560"/>
            <p:cNvSpPr/>
            <p:nvPr/>
          </p:nvSpPr>
          <p:spPr>
            <a:xfrm>
              <a:off x="5597182" y="2095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1" name="pt15561"/>
            <p:cNvSpPr/>
            <p:nvPr/>
          </p:nvSpPr>
          <p:spPr>
            <a:xfrm>
              <a:off x="5521668" y="2002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2" name="pt15562"/>
            <p:cNvSpPr/>
            <p:nvPr/>
          </p:nvSpPr>
          <p:spPr>
            <a:xfrm>
              <a:off x="5375594" y="2111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3" name="pt15563"/>
            <p:cNvSpPr/>
            <p:nvPr/>
          </p:nvSpPr>
          <p:spPr>
            <a:xfrm>
              <a:off x="5445844" y="2009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4" name="pt15564"/>
            <p:cNvSpPr/>
            <p:nvPr/>
          </p:nvSpPr>
          <p:spPr>
            <a:xfrm>
              <a:off x="5316748" y="2120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5" name="pt15565"/>
            <p:cNvSpPr/>
            <p:nvPr/>
          </p:nvSpPr>
          <p:spPr>
            <a:xfrm>
              <a:off x="5884014" y="1949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6" name="pt15566"/>
            <p:cNvSpPr/>
            <p:nvPr/>
          </p:nvSpPr>
          <p:spPr>
            <a:xfrm>
              <a:off x="5080841" y="1896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7" name="pt15567"/>
            <p:cNvSpPr/>
            <p:nvPr/>
          </p:nvSpPr>
          <p:spPr>
            <a:xfrm>
              <a:off x="5701127" y="1812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8" name="pt15568"/>
            <p:cNvSpPr/>
            <p:nvPr/>
          </p:nvSpPr>
          <p:spPr>
            <a:xfrm>
              <a:off x="5391305" y="2131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9" name="pt15569"/>
            <p:cNvSpPr/>
            <p:nvPr/>
          </p:nvSpPr>
          <p:spPr>
            <a:xfrm>
              <a:off x="5367737" y="2058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0" name="pt15570"/>
            <p:cNvSpPr/>
            <p:nvPr/>
          </p:nvSpPr>
          <p:spPr>
            <a:xfrm>
              <a:off x="4942384" y="2582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1" name="pt15571"/>
            <p:cNvSpPr/>
            <p:nvPr/>
          </p:nvSpPr>
          <p:spPr>
            <a:xfrm>
              <a:off x="5687614" y="2073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2" name="pt15572"/>
            <p:cNvSpPr/>
            <p:nvPr/>
          </p:nvSpPr>
          <p:spPr>
            <a:xfrm>
              <a:off x="5516908" y="2160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3" name="pt15573"/>
            <p:cNvSpPr/>
            <p:nvPr/>
          </p:nvSpPr>
          <p:spPr>
            <a:xfrm>
              <a:off x="5533433" y="2327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4" name="pt15574"/>
            <p:cNvSpPr/>
            <p:nvPr/>
          </p:nvSpPr>
          <p:spPr>
            <a:xfrm>
              <a:off x="4799744" y="2478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5" name="pt15575"/>
            <p:cNvSpPr/>
            <p:nvPr/>
          </p:nvSpPr>
          <p:spPr>
            <a:xfrm>
              <a:off x="5405749" y="2291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6" name="pt15576"/>
            <p:cNvSpPr/>
            <p:nvPr/>
          </p:nvSpPr>
          <p:spPr>
            <a:xfrm>
              <a:off x="5637805" y="2098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7" name="pt15577"/>
            <p:cNvSpPr/>
            <p:nvPr/>
          </p:nvSpPr>
          <p:spPr>
            <a:xfrm>
              <a:off x="6011030" y="1699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8" name="pt15578"/>
            <p:cNvSpPr/>
            <p:nvPr/>
          </p:nvSpPr>
          <p:spPr>
            <a:xfrm>
              <a:off x="5354405" y="22657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9" name="pt15579"/>
            <p:cNvSpPr/>
            <p:nvPr/>
          </p:nvSpPr>
          <p:spPr>
            <a:xfrm>
              <a:off x="5345265" y="2095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0" name="pt15580"/>
            <p:cNvSpPr/>
            <p:nvPr/>
          </p:nvSpPr>
          <p:spPr>
            <a:xfrm>
              <a:off x="5512967" y="2175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1" name="pt15581"/>
            <p:cNvSpPr/>
            <p:nvPr/>
          </p:nvSpPr>
          <p:spPr>
            <a:xfrm>
              <a:off x="5200264" y="2222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2" name="pt15582"/>
            <p:cNvSpPr/>
            <p:nvPr/>
          </p:nvSpPr>
          <p:spPr>
            <a:xfrm>
              <a:off x="5394240" y="2265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3" name="pt15583"/>
            <p:cNvSpPr/>
            <p:nvPr/>
          </p:nvSpPr>
          <p:spPr>
            <a:xfrm>
              <a:off x="5080501" y="1779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4" name="pt15584"/>
            <p:cNvSpPr/>
            <p:nvPr/>
          </p:nvSpPr>
          <p:spPr>
            <a:xfrm>
              <a:off x="5341403" y="2236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5" name="pt15585"/>
            <p:cNvSpPr/>
            <p:nvPr/>
          </p:nvSpPr>
          <p:spPr>
            <a:xfrm>
              <a:off x="5444726" y="2116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6" name="pt15586"/>
            <p:cNvSpPr/>
            <p:nvPr/>
          </p:nvSpPr>
          <p:spPr>
            <a:xfrm>
              <a:off x="5289601" y="1984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7" name="pt15587"/>
            <p:cNvSpPr/>
            <p:nvPr/>
          </p:nvSpPr>
          <p:spPr>
            <a:xfrm>
              <a:off x="5072889" y="2411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8" name="pt15588"/>
            <p:cNvSpPr/>
            <p:nvPr/>
          </p:nvSpPr>
          <p:spPr>
            <a:xfrm>
              <a:off x="5520435" y="2190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9" name="pt15589"/>
            <p:cNvSpPr/>
            <p:nvPr/>
          </p:nvSpPr>
          <p:spPr>
            <a:xfrm>
              <a:off x="5271219" y="2190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0" name="pt15590"/>
            <p:cNvSpPr/>
            <p:nvPr/>
          </p:nvSpPr>
          <p:spPr>
            <a:xfrm>
              <a:off x="5490258" y="2301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1" name="pt15591"/>
            <p:cNvSpPr/>
            <p:nvPr/>
          </p:nvSpPr>
          <p:spPr>
            <a:xfrm>
              <a:off x="5000871" y="2382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2" name="pt15592"/>
            <p:cNvSpPr/>
            <p:nvPr/>
          </p:nvSpPr>
          <p:spPr>
            <a:xfrm>
              <a:off x="5545070" y="2125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3" name="pt15593"/>
            <p:cNvSpPr/>
            <p:nvPr/>
          </p:nvSpPr>
          <p:spPr>
            <a:xfrm>
              <a:off x="5737902" y="2004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4" name="pt15594"/>
            <p:cNvSpPr/>
            <p:nvPr/>
          </p:nvSpPr>
          <p:spPr>
            <a:xfrm>
              <a:off x="5363692" y="2052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5" name="pt15595"/>
            <p:cNvSpPr/>
            <p:nvPr/>
          </p:nvSpPr>
          <p:spPr>
            <a:xfrm>
              <a:off x="5055718" y="2519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6" name="pt15596"/>
            <p:cNvSpPr/>
            <p:nvPr/>
          </p:nvSpPr>
          <p:spPr>
            <a:xfrm>
              <a:off x="4990816" y="2620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7" name="pt15597"/>
            <p:cNvSpPr/>
            <p:nvPr/>
          </p:nvSpPr>
          <p:spPr>
            <a:xfrm>
              <a:off x="5808356" y="1903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8" name="pt15598"/>
            <p:cNvSpPr/>
            <p:nvPr/>
          </p:nvSpPr>
          <p:spPr>
            <a:xfrm>
              <a:off x="5432377" y="2201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9" name="pt15599"/>
            <p:cNvSpPr/>
            <p:nvPr/>
          </p:nvSpPr>
          <p:spPr>
            <a:xfrm>
              <a:off x="5190189" y="2262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0" name="pt15600"/>
            <p:cNvSpPr/>
            <p:nvPr/>
          </p:nvSpPr>
          <p:spPr>
            <a:xfrm>
              <a:off x="5580841" y="1952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1" name="pt15601"/>
            <p:cNvSpPr/>
            <p:nvPr/>
          </p:nvSpPr>
          <p:spPr>
            <a:xfrm>
              <a:off x="5185837" y="2139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2" name="pt15602"/>
            <p:cNvSpPr/>
            <p:nvPr/>
          </p:nvSpPr>
          <p:spPr>
            <a:xfrm>
              <a:off x="5112477" y="2729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3" name="pt15603"/>
            <p:cNvSpPr/>
            <p:nvPr/>
          </p:nvSpPr>
          <p:spPr>
            <a:xfrm>
              <a:off x="5071396" y="2306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4" name="pt15604"/>
            <p:cNvSpPr/>
            <p:nvPr/>
          </p:nvSpPr>
          <p:spPr>
            <a:xfrm>
              <a:off x="5441018" y="1877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5" name="pt15605"/>
            <p:cNvSpPr/>
            <p:nvPr/>
          </p:nvSpPr>
          <p:spPr>
            <a:xfrm>
              <a:off x="5733653" y="1903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6" name="pt15606"/>
            <p:cNvSpPr/>
            <p:nvPr/>
          </p:nvSpPr>
          <p:spPr>
            <a:xfrm>
              <a:off x="5466922" y="2188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7" name="pt15607"/>
            <p:cNvSpPr/>
            <p:nvPr/>
          </p:nvSpPr>
          <p:spPr>
            <a:xfrm>
              <a:off x="5792189" y="1948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8" name="pt15608"/>
            <p:cNvSpPr/>
            <p:nvPr/>
          </p:nvSpPr>
          <p:spPr>
            <a:xfrm>
              <a:off x="5069921" y="2412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9" name="pt15609"/>
            <p:cNvSpPr/>
            <p:nvPr/>
          </p:nvSpPr>
          <p:spPr>
            <a:xfrm>
              <a:off x="5510226" y="2117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0" name="pt15610"/>
            <p:cNvSpPr/>
            <p:nvPr/>
          </p:nvSpPr>
          <p:spPr>
            <a:xfrm>
              <a:off x="5248024" y="2137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1" name="pt15611"/>
            <p:cNvSpPr/>
            <p:nvPr/>
          </p:nvSpPr>
          <p:spPr>
            <a:xfrm>
              <a:off x="5342862" y="2270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2" name="pt15612"/>
            <p:cNvSpPr/>
            <p:nvPr/>
          </p:nvSpPr>
          <p:spPr>
            <a:xfrm>
              <a:off x="5842317" y="1859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3" name="pt15613"/>
            <p:cNvSpPr/>
            <p:nvPr/>
          </p:nvSpPr>
          <p:spPr>
            <a:xfrm>
              <a:off x="5255733" y="2291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4" name="pt15614"/>
            <p:cNvSpPr/>
            <p:nvPr/>
          </p:nvSpPr>
          <p:spPr>
            <a:xfrm>
              <a:off x="5447471" y="2032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5" name="pt15615"/>
            <p:cNvSpPr/>
            <p:nvPr/>
          </p:nvSpPr>
          <p:spPr>
            <a:xfrm>
              <a:off x="5629146" y="2046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6" name="pt15616"/>
            <p:cNvSpPr/>
            <p:nvPr/>
          </p:nvSpPr>
          <p:spPr>
            <a:xfrm>
              <a:off x="5626523" y="2029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7" name="pt15617"/>
            <p:cNvSpPr/>
            <p:nvPr/>
          </p:nvSpPr>
          <p:spPr>
            <a:xfrm>
              <a:off x="5733800" y="2080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8" name="pt15618"/>
            <p:cNvSpPr/>
            <p:nvPr/>
          </p:nvSpPr>
          <p:spPr>
            <a:xfrm>
              <a:off x="4983589" y="2803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9" name="pt15619"/>
            <p:cNvSpPr/>
            <p:nvPr/>
          </p:nvSpPr>
          <p:spPr>
            <a:xfrm>
              <a:off x="5316125" y="2230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0" name="pt15620"/>
            <p:cNvSpPr/>
            <p:nvPr/>
          </p:nvSpPr>
          <p:spPr>
            <a:xfrm>
              <a:off x="5327736" y="2165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1" name="pt15621"/>
            <p:cNvSpPr/>
            <p:nvPr/>
          </p:nvSpPr>
          <p:spPr>
            <a:xfrm>
              <a:off x="5049325" y="2424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2" name="pt15622"/>
            <p:cNvSpPr/>
            <p:nvPr/>
          </p:nvSpPr>
          <p:spPr>
            <a:xfrm>
              <a:off x="5572982" y="2088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3" name="pt15623"/>
            <p:cNvSpPr/>
            <p:nvPr/>
          </p:nvSpPr>
          <p:spPr>
            <a:xfrm>
              <a:off x="5336340" y="2202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4" name="pt15624"/>
            <p:cNvSpPr/>
            <p:nvPr/>
          </p:nvSpPr>
          <p:spPr>
            <a:xfrm>
              <a:off x="5530138" y="2204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5" name="pt15625"/>
            <p:cNvSpPr/>
            <p:nvPr/>
          </p:nvSpPr>
          <p:spPr>
            <a:xfrm>
              <a:off x="5226023" y="2088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6" name="pt15626"/>
            <p:cNvSpPr/>
            <p:nvPr/>
          </p:nvSpPr>
          <p:spPr>
            <a:xfrm>
              <a:off x="5054915" y="2545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7" name="pt15627"/>
            <p:cNvSpPr/>
            <p:nvPr/>
          </p:nvSpPr>
          <p:spPr>
            <a:xfrm>
              <a:off x="5114709" y="26554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8" name="pt15628"/>
            <p:cNvSpPr/>
            <p:nvPr/>
          </p:nvSpPr>
          <p:spPr>
            <a:xfrm>
              <a:off x="5572619" y="1970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9" name="pt15629"/>
            <p:cNvSpPr/>
            <p:nvPr/>
          </p:nvSpPr>
          <p:spPr>
            <a:xfrm>
              <a:off x="5056478" y="2401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0" name="pt15630"/>
            <p:cNvSpPr/>
            <p:nvPr/>
          </p:nvSpPr>
          <p:spPr>
            <a:xfrm>
              <a:off x="5664609" y="1673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1" name="pt15631"/>
            <p:cNvSpPr/>
            <p:nvPr/>
          </p:nvSpPr>
          <p:spPr>
            <a:xfrm>
              <a:off x="5103313" y="2615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2" name="pt15632"/>
            <p:cNvSpPr/>
            <p:nvPr/>
          </p:nvSpPr>
          <p:spPr>
            <a:xfrm>
              <a:off x="5413197" y="2114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3" name="pt15633"/>
            <p:cNvSpPr/>
            <p:nvPr/>
          </p:nvSpPr>
          <p:spPr>
            <a:xfrm>
              <a:off x="5172101" y="2366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4" name="pt15634"/>
            <p:cNvSpPr/>
            <p:nvPr/>
          </p:nvSpPr>
          <p:spPr>
            <a:xfrm>
              <a:off x="5757904" y="2017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5" name="pt15635"/>
            <p:cNvSpPr/>
            <p:nvPr/>
          </p:nvSpPr>
          <p:spPr>
            <a:xfrm>
              <a:off x="5449272" y="2010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6" name="pt15636"/>
            <p:cNvSpPr/>
            <p:nvPr/>
          </p:nvSpPr>
          <p:spPr>
            <a:xfrm>
              <a:off x="5169047" y="2389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7" name="pt15637"/>
            <p:cNvSpPr/>
            <p:nvPr/>
          </p:nvSpPr>
          <p:spPr>
            <a:xfrm>
              <a:off x="5686409" y="2050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8" name="pt15638"/>
            <p:cNvSpPr/>
            <p:nvPr/>
          </p:nvSpPr>
          <p:spPr>
            <a:xfrm>
              <a:off x="5536486" y="2209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9" name="pt15639"/>
            <p:cNvSpPr/>
            <p:nvPr/>
          </p:nvSpPr>
          <p:spPr>
            <a:xfrm>
              <a:off x="4875084" y="2952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0" name="pt15640"/>
            <p:cNvSpPr/>
            <p:nvPr/>
          </p:nvSpPr>
          <p:spPr>
            <a:xfrm>
              <a:off x="5451853" y="1982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1" name="pt15641"/>
            <p:cNvSpPr/>
            <p:nvPr/>
          </p:nvSpPr>
          <p:spPr>
            <a:xfrm>
              <a:off x="5839852" y="1834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2" name="pt15642"/>
            <p:cNvSpPr/>
            <p:nvPr/>
          </p:nvSpPr>
          <p:spPr>
            <a:xfrm>
              <a:off x="5143986" y="2833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3" name="pt15643"/>
            <p:cNvSpPr/>
            <p:nvPr/>
          </p:nvSpPr>
          <p:spPr>
            <a:xfrm>
              <a:off x="5478727" y="2209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4" name="pt15644"/>
            <p:cNvSpPr/>
            <p:nvPr/>
          </p:nvSpPr>
          <p:spPr>
            <a:xfrm>
              <a:off x="5501116" y="2274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5" name="pt15645"/>
            <p:cNvSpPr/>
            <p:nvPr/>
          </p:nvSpPr>
          <p:spPr>
            <a:xfrm>
              <a:off x="5525120" y="2206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6" name="pt15646"/>
            <p:cNvSpPr/>
            <p:nvPr/>
          </p:nvSpPr>
          <p:spPr>
            <a:xfrm>
              <a:off x="5432073" y="2108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7" name="pt15647"/>
            <p:cNvSpPr/>
            <p:nvPr/>
          </p:nvSpPr>
          <p:spPr>
            <a:xfrm>
              <a:off x="5436093" y="2095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8" name="pt15648"/>
            <p:cNvSpPr/>
            <p:nvPr/>
          </p:nvSpPr>
          <p:spPr>
            <a:xfrm>
              <a:off x="5285541" y="2168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9" name="pt15649"/>
            <p:cNvSpPr/>
            <p:nvPr/>
          </p:nvSpPr>
          <p:spPr>
            <a:xfrm>
              <a:off x="5266930" y="2088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0" name="pt15650"/>
            <p:cNvSpPr/>
            <p:nvPr/>
          </p:nvSpPr>
          <p:spPr>
            <a:xfrm>
              <a:off x="5560746" y="2261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1" name="pt15651"/>
            <p:cNvSpPr/>
            <p:nvPr/>
          </p:nvSpPr>
          <p:spPr>
            <a:xfrm>
              <a:off x="5690481" y="1966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2" name="pt15652"/>
            <p:cNvSpPr/>
            <p:nvPr/>
          </p:nvSpPr>
          <p:spPr>
            <a:xfrm>
              <a:off x="5376592" y="2243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3" name="pt15653"/>
            <p:cNvSpPr/>
            <p:nvPr/>
          </p:nvSpPr>
          <p:spPr>
            <a:xfrm>
              <a:off x="5399825" y="2218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4" name="pt15654"/>
            <p:cNvSpPr/>
            <p:nvPr/>
          </p:nvSpPr>
          <p:spPr>
            <a:xfrm>
              <a:off x="5550336" y="2249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5" name="pt15655"/>
            <p:cNvSpPr/>
            <p:nvPr/>
          </p:nvSpPr>
          <p:spPr>
            <a:xfrm>
              <a:off x="5839110" y="2073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6" name="pt15656"/>
            <p:cNvSpPr/>
            <p:nvPr/>
          </p:nvSpPr>
          <p:spPr>
            <a:xfrm>
              <a:off x="5283018" y="2100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7" name="pt15657"/>
            <p:cNvSpPr/>
            <p:nvPr/>
          </p:nvSpPr>
          <p:spPr>
            <a:xfrm>
              <a:off x="5435324" y="2075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8" name="pt15658"/>
            <p:cNvSpPr/>
            <p:nvPr/>
          </p:nvSpPr>
          <p:spPr>
            <a:xfrm>
              <a:off x="5442754" y="2055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9" name="pt15659"/>
            <p:cNvSpPr/>
            <p:nvPr/>
          </p:nvSpPr>
          <p:spPr>
            <a:xfrm>
              <a:off x="5335213" y="2241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0" name="pt15660"/>
            <p:cNvSpPr/>
            <p:nvPr/>
          </p:nvSpPr>
          <p:spPr>
            <a:xfrm>
              <a:off x="5779769" y="1733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1" name="pt15661"/>
            <p:cNvSpPr/>
            <p:nvPr/>
          </p:nvSpPr>
          <p:spPr>
            <a:xfrm>
              <a:off x="5336370" y="2239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2" name="pt15662"/>
            <p:cNvSpPr/>
            <p:nvPr/>
          </p:nvSpPr>
          <p:spPr>
            <a:xfrm>
              <a:off x="5532057" y="2279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3" name="pt15663"/>
            <p:cNvSpPr/>
            <p:nvPr/>
          </p:nvSpPr>
          <p:spPr>
            <a:xfrm>
              <a:off x="5320913" y="2176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4" name="pt15664"/>
            <p:cNvSpPr/>
            <p:nvPr/>
          </p:nvSpPr>
          <p:spPr>
            <a:xfrm>
              <a:off x="5051903" y="2385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5" name="pt15665"/>
            <p:cNvSpPr/>
            <p:nvPr/>
          </p:nvSpPr>
          <p:spPr>
            <a:xfrm>
              <a:off x="5567592" y="1998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6" name="pt15666"/>
            <p:cNvSpPr/>
            <p:nvPr/>
          </p:nvSpPr>
          <p:spPr>
            <a:xfrm>
              <a:off x="5201590" y="2217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7" name="pt15667"/>
            <p:cNvSpPr/>
            <p:nvPr/>
          </p:nvSpPr>
          <p:spPr>
            <a:xfrm>
              <a:off x="5030047" y="2309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8" name="pt15668"/>
            <p:cNvSpPr/>
            <p:nvPr/>
          </p:nvSpPr>
          <p:spPr>
            <a:xfrm>
              <a:off x="5420393" y="2146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9" name="pt15669"/>
            <p:cNvSpPr/>
            <p:nvPr/>
          </p:nvSpPr>
          <p:spPr>
            <a:xfrm>
              <a:off x="5119924" y="2698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0" name="pt15670"/>
            <p:cNvSpPr/>
            <p:nvPr/>
          </p:nvSpPr>
          <p:spPr>
            <a:xfrm>
              <a:off x="5658204" y="1713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1" name="pt15671"/>
            <p:cNvSpPr/>
            <p:nvPr/>
          </p:nvSpPr>
          <p:spPr>
            <a:xfrm>
              <a:off x="5072649" y="25740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2" name="pt15672"/>
            <p:cNvSpPr/>
            <p:nvPr/>
          </p:nvSpPr>
          <p:spPr>
            <a:xfrm>
              <a:off x="5703864" y="1928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3" name="pt15673"/>
            <p:cNvSpPr/>
            <p:nvPr/>
          </p:nvSpPr>
          <p:spPr>
            <a:xfrm>
              <a:off x="5264851" y="2101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4" name="pt15674"/>
            <p:cNvSpPr/>
            <p:nvPr/>
          </p:nvSpPr>
          <p:spPr>
            <a:xfrm>
              <a:off x="5504965" y="2245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5" name="pt15675"/>
            <p:cNvSpPr/>
            <p:nvPr/>
          </p:nvSpPr>
          <p:spPr>
            <a:xfrm>
              <a:off x="5395481" y="2233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6" name="pt15676"/>
            <p:cNvSpPr/>
            <p:nvPr/>
          </p:nvSpPr>
          <p:spPr>
            <a:xfrm>
              <a:off x="5430135" y="2163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7" name="pt15677"/>
            <p:cNvSpPr/>
            <p:nvPr/>
          </p:nvSpPr>
          <p:spPr>
            <a:xfrm>
              <a:off x="5064937" y="2439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8" name="pt15678"/>
            <p:cNvSpPr/>
            <p:nvPr/>
          </p:nvSpPr>
          <p:spPr>
            <a:xfrm>
              <a:off x="4878542" y="2503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9" name="pt15679"/>
            <p:cNvSpPr/>
            <p:nvPr/>
          </p:nvSpPr>
          <p:spPr>
            <a:xfrm>
              <a:off x="5098933" y="2803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0" name="pt15680"/>
            <p:cNvSpPr/>
            <p:nvPr/>
          </p:nvSpPr>
          <p:spPr>
            <a:xfrm>
              <a:off x="5584791" y="1948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1" name="pt15681"/>
            <p:cNvSpPr/>
            <p:nvPr/>
          </p:nvSpPr>
          <p:spPr>
            <a:xfrm>
              <a:off x="4972762" y="2462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2" name="pt15682"/>
            <p:cNvSpPr/>
            <p:nvPr/>
          </p:nvSpPr>
          <p:spPr>
            <a:xfrm>
              <a:off x="5319640" y="2167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3" name="pt15683"/>
            <p:cNvSpPr/>
            <p:nvPr/>
          </p:nvSpPr>
          <p:spPr>
            <a:xfrm>
              <a:off x="5654786" y="1650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4" name="pt15684"/>
            <p:cNvSpPr/>
            <p:nvPr/>
          </p:nvSpPr>
          <p:spPr>
            <a:xfrm>
              <a:off x="5006240" y="2082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5" name="pt15685"/>
            <p:cNvSpPr/>
            <p:nvPr/>
          </p:nvSpPr>
          <p:spPr>
            <a:xfrm>
              <a:off x="5463767" y="2043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6" name="pt15686"/>
            <p:cNvSpPr/>
            <p:nvPr/>
          </p:nvSpPr>
          <p:spPr>
            <a:xfrm>
              <a:off x="5223539" y="1903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7" name="pt15687"/>
            <p:cNvSpPr/>
            <p:nvPr/>
          </p:nvSpPr>
          <p:spPr>
            <a:xfrm>
              <a:off x="5399684" y="223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8" name="pt15688"/>
            <p:cNvSpPr/>
            <p:nvPr/>
          </p:nvSpPr>
          <p:spPr>
            <a:xfrm>
              <a:off x="5838145" y="1682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9" name="pt15689"/>
            <p:cNvSpPr/>
            <p:nvPr/>
          </p:nvSpPr>
          <p:spPr>
            <a:xfrm>
              <a:off x="5646487" y="1847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0" name="pt15690"/>
            <p:cNvSpPr/>
            <p:nvPr/>
          </p:nvSpPr>
          <p:spPr>
            <a:xfrm>
              <a:off x="5129981" y="2602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1" name="pt15691"/>
            <p:cNvSpPr/>
            <p:nvPr/>
          </p:nvSpPr>
          <p:spPr>
            <a:xfrm>
              <a:off x="5431417" y="2186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2" name="pt15692"/>
            <p:cNvSpPr/>
            <p:nvPr/>
          </p:nvSpPr>
          <p:spPr>
            <a:xfrm>
              <a:off x="5511631" y="2107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3" name="pt15693"/>
            <p:cNvSpPr/>
            <p:nvPr/>
          </p:nvSpPr>
          <p:spPr>
            <a:xfrm>
              <a:off x="5401626" y="2284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4" name="pt15694"/>
            <p:cNvSpPr/>
            <p:nvPr/>
          </p:nvSpPr>
          <p:spPr>
            <a:xfrm>
              <a:off x="4893265" y="2314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5" name="pt15695"/>
            <p:cNvSpPr/>
            <p:nvPr/>
          </p:nvSpPr>
          <p:spPr>
            <a:xfrm>
              <a:off x="5710970" y="1585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6" name="pt15696"/>
            <p:cNvSpPr/>
            <p:nvPr/>
          </p:nvSpPr>
          <p:spPr>
            <a:xfrm>
              <a:off x="5523321" y="2037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7" name="pt15697"/>
            <p:cNvSpPr/>
            <p:nvPr/>
          </p:nvSpPr>
          <p:spPr>
            <a:xfrm>
              <a:off x="6103968" y="2118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8" name="pt15698"/>
            <p:cNvSpPr/>
            <p:nvPr/>
          </p:nvSpPr>
          <p:spPr>
            <a:xfrm>
              <a:off x="5502956" y="2078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9" name="pt15699"/>
            <p:cNvSpPr/>
            <p:nvPr/>
          </p:nvSpPr>
          <p:spPr>
            <a:xfrm>
              <a:off x="5492605" y="2158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0" name="pt15700"/>
            <p:cNvSpPr/>
            <p:nvPr/>
          </p:nvSpPr>
          <p:spPr>
            <a:xfrm>
              <a:off x="5102533" y="2632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1" name="pt15701"/>
            <p:cNvSpPr/>
            <p:nvPr/>
          </p:nvSpPr>
          <p:spPr>
            <a:xfrm>
              <a:off x="5663965" y="1704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2" name="pt15702"/>
            <p:cNvSpPr/>
            <p:nvPr/>
          </p:nvSpPr>
          <p:spPr>
            <a:xfrm>
              <a:off x="5654005" y="1774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3" name="pt15703"/>
            <p:cNvSpPr/>
            <p:nvPr/>
          </p:nvSpPr>
          <p:spPr>
            <a:xfrm>
              <a:off x="5424241" y="2210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4" name="pt15704"/>
            <p:cNvSpPr/>
            <p:nvPr/>
          </p:nvSpPr>
          <p:spPr>
            <a:xfrm>
              <a:off x="5404594" y="2233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5" name="pt15705"/>
            <p:cNvSpPr/>
            <p:nvPr/>
          </p:nvSpPr>
          <p:spPr>
            <a:xfrm>
              <a:off x="5080825" y="1778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6" name="pt15706"/>
            <p:cNvSpPr/>
            <p:nvPr/>
          </p:nvSpPr>
          <p:spPr>
            <a:xfrm>
              <a:off x="5488120" y="2266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7" name="pt15707"/>
            <p:cNvSpPr/>
            <p:nvPr/>
          </p:nvSpPr>
          <p:spPr>
            <a:xfrm>
              <a:off x="5281289" y="1981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8" name="pt15708"/>
            <p:cNvSpPr/>
            <p:nvPr/>
          </p:nvSpPr>
          <p:spPr>
            <a:xfrm>
              <a:off x="5394565" y="2205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9" name="pt15709"/>
            <p:cNvSpPr/>
            <p:nvPr/>
          </p:nvSpPr>
          <p:spPr>
            <a:xfrm>
              <a:off x="5429700" y="2138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0" name="pt15710"/>
            <p:cNvSpPr/>
            <p:nvPr/>
          </p:nvSpPr>
          <p:spPr>
            <a:xfrm>
              <a:off x="5651177" y="1881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1" name="pt15711"/>
            <p:cNvSpPr/>
            <p:nvPr/>
          </p:nvSpPr>
          <p:spPr>
            <a:xfrm>
              <a:off x="5397257" y="2147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2" name="pt15712"/>
            <p:cNvSpPr/>
            <p:nvPr/>
          </p:nvSpPr>
          <p:spPr>
            <a:xfrm>
              <a:off x="5349041" y="2248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3" name="pt15713"/>
            <p:cNvSpPr/>
            <p:nvPr/>
          </p:nvSpPr>
          <p:spPr>
            <a:xfrm>
              <a:off x="5345674" y="2217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4" name="pt15714"/>
            <p:cNvSpPr/>
            <p:nvPr/>
          </p:nvSpPr>
          <p:spPr>
            <a:xfrm>
              <a:off x="5815419" y="1938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5" name="pt15715"/>
            <p:cNvSpPr/>
            <p:nvPr/>
          </p:nvSpPr>
          <p:spPr>
            <a:xfrm>
              <a:off x="5294092" y="2006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6" name="pt15716"/>
            <p:cNvSpPr/>
            <p:nvPr/>
          </p:nvSpPr>
          <p:spPr>
            <a:xfrm>
              <a:off x="5218160" y="2056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7" name="pt15717"/>
            <p:cNvSpPr/>
            <p:nvPr/>
          </p:nvSpPr>
          <p:spPr>
            <a:xfrm>
              <a:off x="5331637" y="2181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8" name="pt15718"/>
            <p:cNvSpPr/>
            <p:nvPr/>
          </p:nvSpPr>
          <p:spPr>
            <a:xfrm>
              <a:off x="5456196" y="1929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9" name="pt15719"/>
            <p:cNvSpPr/>
            <p:nvPr/>
          </p:nvSpPr>
          <p:spPr>
            <a:xfrm>
              <a:off x="5464634" y="2106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0" name="pt15720"/>
            <p:cNvSpPr/>
            <p:nvPr/>
          </p:nvSpPr>
          <p:spPr>
            <a:xfrm>
              <a:off x="5826655" y="1752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1" name="pt15721"/>
            <p:cNvSpPr/>
            <p:nvPr/>
          </p:nvSpPr>
          <p:spPr>
            <a:xfrm>
              <a:off x="5419142" y="2099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2" name="pt15722"/>
            <p:cNvSpPr/>
            <p:nvPr/>
          </p:nvSpPr>
          <p:spPr>
            <a:xfrm>
              <a:off x="5043906" y="2526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3" name="pt15723"/>
            <p:cNvSpPr/>
            <p:nvPr/>
          </p:nvSpPr>
          <p:spPr>
            <a:xfrm>
              <a:off x="5334502" y="2224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4" name="pt15724"/>
            <p:cNvSpPr/>
            <p:nvPr/>
          </p:nvSpPr>
          <p:spPr>
            <a:xfrm>
              <a:off x="5372554" y="2094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5" name="pt15725"/>
            <p:cNvSpPr/>
            <p:nvPr/>
          </p:nvSpPr>
          <p:spPr>
            <a:xfrm>
              <a:off x="5339504" y="2289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6" name="pt15726"/>
            <p:cNvSpPr/>
            <p:nvPr/>
          </p:nvSpPr>
          <p:spPr>
            <a:xfrm>
              <a:off x="5104238" y="2604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7" name="pt15727"/>
            <p:cNvSpPr/>
            <p:nvPr/>
          </p:nvSpPr>
          <p:spPr>
            <a:xfrm>
              <a:off x="5194092" y="2194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8" name="pt15728"/>
            <p:cNvSpPr/>
            <p:nvPr/>
          </p:nvSpPr>
          <p:spPr>
            <a:xfrm>
              <a:off x="5270869" y="2125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9" name="pt15729"/>
            <p:cNvSpPr/>
            <p:nvPr/>
          </p:nvSpPr>
          <p:spPr>
            <a:xfrm>
              <a:off x="5305793" y="2112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0" name="pt15730"/>
            <p:cNvSpPr/>
            <p:nvPr/>
          </p:nvSpPr>
          <p:spPr>
            <a:xfrm>
              <a:off x="5108947" y="2560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1" name="pt15731"/>
            <p:cNvSpPr/>
            <p:nvPr/>
          </p:nvSpPr>
          <p:spPr>
            <a:xfrm>
              <a:off x="5167266" y="2464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2" name="pt15732"/>
            <p:cNvSpPr/>
            <p:nvPr/>
          </p:nvSpPr>
          <p:spPr>
            <a:xfrm>
              <a:off x="5590994" y="2173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3" name="pt15733"/>
            <p:cNvSpPr/>
            <p:nvPr/>
          </p:nvSpPr>
          <p:spPr>
            <a:xfrm>
              <a:off x="5794172" y="1842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4" name="pt15734"/>
            <p:cNvSpPr/>
            <p:nvPr/>
          </p:nvSpPr>
          <p:spPr>
            <a:xfrm>
              <a:off x="5016645" y="2303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5" name="pt15735"/>
            <p:cNvSpPr/>
            <p:nvPr/>
          </p:nvSpPr>
          <p:spPr>
            <a:xfrm>
              <a:off x="5329769" y="2144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6" name="pt15736"/>
            <p:cNvSpPr/>
            <p:nvPr/>
          </p:nvSpPr>
          <p:spPr>
            <a:xfrm>
              <a:off x="5082190" y="1624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7" name="pt15737"/>
            <p:cNvSpPr/>
            <p:nvPr/>
          </p:nvSpPr>
          <p:spPr>
            <a:xfrm>
              <a:off x="5526088" y="2255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8" name="pt15738"/>
            <p:cNvSpPr/>
            <p:nvPr/>
          </p:nvSpPr>
          <p:spPr>
            <a:xfrm>
              <a:off x="5369264" y="1974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9" name="pt15739"/>
            <p:cNvSpPr/>
            <p:nvPr/>
          </p:nvSpPr>
          <p:spPr>
            <a:xfrm>
              <a:off x="5877862" y="1665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0" name="pt15740"/>
            <p:cNvSpPr/>
            <p:nvPr/>
          </p:nvSpPr>
          <p:spPr>
            <a:xfrm>
              <a:off x="5433697" y="2110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1" name="pt15741"/>
            <p:cNvSpPr/>
            <p:nvPr/>
          </p:nvSpPr>
          <p:spPr>
            <a:xfrm>
              <a:off x="5189508" y="2202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2" name="pt15742"/>
            <p:cNvSpPr/>
            <p:nvPr/>
          </p:nvSpPr>
          <p:spPr>
            <a:xfrm>
              <a:off x="5294343" y="2144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3" name="pt15743"/>
            <p:cNvSpPr/>
            <p:nvPr/>
          </p:nvSpPr>
          <p:spPr>
            <a:xfrm>
              <a:off x="5853045" y="1592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4" name="pt15744"/>
            <p:cNvSpPr/>
            <p:nvPr/>
          </p:nvSpPr>
          <p:spPr>
            <a:xfrm>
              <a:off x="5002346" y="2436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5" name="pt15745"/>
            <p:cNvSpPr/>
            <p:nvPr/>
          </p:nvSpPr>
          <p:spPr>
            <a:xfrm>
              <a:off x="5490538" y="2184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6" name="pt15746"/>
            <p:cNvSpPr/>
            <p:nvPr/>
          </p:nvSpPr>
          <p:spPr>
            <a:xfrm>
              <a:off x="5388286" y="2172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7" name="pt15747"/>
            <p:cNvSpPr/>
            <p:nvPr/>
          </p:nvSpPr>
          <p:spPr>
            <a:xfrm>
              <a:off x="5474829" y="2279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8" name="pt15748"/>
            <p:cNvSpPr/>
            <p:nvPr/>
          </p:nvSpPr>
          <p:spPr>
            <a:xfrm>
              <a:off x="4886613" y="2548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9" name="pt15749"/>
            <p:cNvSpPr/>
            <p:nvPr/>
          </p:nvSpPr>
          <p:spPr>
            <a:xfrm>
              <a:off x="5627215" y="1962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0" name="pt15750"/>
            <p:cNvSpPr/>
            <p:nvPr/>
          </p:nvSpPr>
          <p:spPr>
            <a:xfrm>
              <a:off x="5229212" y="20975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1" name="pt15751"/>
            <p:cNvSpPr/>
            <p:nvPr/>
          </p:nvSpPr>
          <p:spPr>
            <a:xfrm>
              <a:off x="5647127" y="2035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2" name="pt15752"/>
            <p:cNvSpPr/>
            <p:nvPr/>
          </p:nvSpPr>
          <p:spPr>
            <a:xfrm>
              <a:off x="5446328" y="2034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3" name="pt15753"/>
            <p:cNvSpPr/>
            <p:nvPr/>
          </p:nvSpPr>
          <p:spPr>
            <a:xfrm>
              <a:off x="5307074" y="2211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4" name="pt15754"/>
            <p:cNvSpPr/>
            <p:nvPr/>
          </p:nvSpPr>
          <p:spPr>
            <a:xfrm>
              <a:off x="5255575" y="2123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5" name="pt15755"/>
            <p:cNvSpPr/>
            <p:nvPr/>
          </p:nvSpPr>
          <p:spPr>
            <a:xfrm>
              <a:off x="5723516" y="1986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6" name="pt15756"/>
            <p:cNvSpPr/>
            <p:nvPr/>
          </p:nvSpPr>
          <p:spPr>
            <a:xfrm>
              <a:off x="5129558" y="2582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7" name="pt15757"/>
            <p:cNvSpPr/>
            <p:nvPr/>
          </p:nvSpPr>
          <p:spPr>
            <a:xfrm>
              <a:off x="5592365" y="1995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8" name="pt15758"/>
            <p:cNvSpPr/>
            <p:nvPr/>
          </p:nvSpPr>
          <p:spPr>
            <a:xfrm>
              <a:off x="5779098" y="1829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9" name="pt15759"/>
            <p:cNvSpPr/>
            <p:nvPr/>
          </p:nvSpPr>
          <p:spPr>
            <a:xfrm>
              <a:off x="4980906" y="2582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0" name="pt15760"/>
            <p:cNvSpPr/>
            <p:nvPr/>
          </p:nvSpPr>
          <p:spPr>
            <a:xfrm>
              <a:off x="5438446" y="2099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1" name="pt15761"/>
            <p:cNvSpPr/>
            <p:nvPr/>
          </p:nvSpPr>
          <p:spPr>
            <a:xfrm>
              <a:off x="5525242" y="2065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2" name="pt15762"/>
            <p:cNvSpPr/>
            <p:nvPr/>
          </p:nvSpPr>
          <p:spPr>
            <a:xfrm>
              <a:off x="5570166" y="1896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3" name="pt15763"/>
            <p:cNvSpPr/>
            <p:nvPr/>
          </p:nvSpPr>
          <p:spPr>
            <a:xfrm>
              <a:off x="5208398" y="2135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4" name="pt15764"/>
            <p:cNvSpPr/>
            <p:nvPr/>
          </p:nvSpPr>
          <p:spPr>
            <a:xfrm>
              <a:off x="5642502" y="204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5" name="pt15765"/>
            <p:cNvSpPr/>
            <p:nvPr/>
          </p:nvSpPr>
          <p:spPr>
            <a:xfrm>
              <a:off x="5433667" y="2187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6" name="pt15766"/>
            <p:cNvSpPr/>
            <p:nvPr/>
          </p:nvSpPr>
          <p:spPr>
            <a:xfrm>
              <a:off x="5279147" y="2186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7" name="pt15767"/>
            <p:cNvSpPr/>
            <p:nvPr/>
          </p:nvSpPr>
          <p:spPr>
            <a:xfrm>
              <a:off x="5500040" y="2282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8" name="pt15768"/>
            <p:cNvSpPr/>
            <p:nvPr/>
          </p:nvSpPr>
          <p:spPr>
            <a:xfrm>
              <a:off x="5796724" y="1913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9" name="pt15769"/>
            <p:cNvSpPr/>
            <p:nvPr/>
          </p:nvSpPr>
          <p:spPr>
            <a:xfrm>
              <a:off x="5304949" y="2224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0" name="pt15770"/>
            <p:cNvSpPr/>
            <p:nvPr/>
          </p:nvSpPr>
          <p:spPr>
            <a:xfrm>
              <a:off x="5084769" y="2070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1" name="pt15771"/>
            <p:cNvSpPr/>
            <p:nvPr/>
          </p:nvSpPr>
          <p:spPr>
            <a:xfrm>
              <a:off x="5329591" y="2210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2" name="pt15772"/>
            <p:cNvSpPr/>
            <p:nvPr/>
          </p:nvSpPr>
          <p:spPr>
            <a:xfrm>
              <a:off x="5463580" y="1975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3" name="pt15773"/>
            <p:cNvSpPr/>
            <p:nvPr/>
          </p:nvSpPr>
          <p:spPr>
            <a:xfrm>
              <a:off x="5295371" y="2268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4" name="pt15774"/>
            <p:cNvSpPr/>
            <p:nvPr/>
          </p:nvSpPr>
          <p:spPr>
            <a:xfrm>
              <a:off x="5186050" y="2311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5" name="pt15775"/>
            <p:cNvSpPr/>
            <p:nvPr/>
          </p:nvSpPr>
          <p:spPr>
            <a:xfrm>
              <a:off x="5392788" y="2272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6" name="pt15776"/>
            <p:cNvSpPr/>
            <p:nvPr/>
          </p:nvSpPr>
          <p:spPr>
            <a:xfrm>
              <a:off x="5240523" y="2177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7" name="pt15777"/>
            <p:cNvSpPr/>
            <p:nvPr/>
          </p:nvSpPr>
          <p:spPr>
            <a:xfrm>
              <a:off x="5206581" y="2022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8" name="pt15778"/>
            <p:cNvSpPr/>
            <p:nvPr/>
          </p:nvSpPr>
          <p:spPr>
            <a:xfrm>
              <a:off x="5032815" y="2425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9" name="pt15779"/>
            <p:cNvSpPr/>
            <p:nvPr/>
          </p:nvSpPr>
          <p:spPr>
            <a:xfrm>
              <a:off x="5563175" y="2305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0" name="pt15780"/>
            <p:cNvSpPr/>
            <p:nvPr/>
          </p:nvSpPr>
          <p:spPr>
            <a:xfrm>
              <a:off x="5352581" y="2229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1" name="pt15781"/>
            <p:cNvSpPr/>
            <p:nvPr/>
          </p:nvSpPr>
          <p:spPr>
            <a:xfrm>
              <a:off x="4901538" y="2125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2" name="pt15782"/>
            <p:cNvSpPr/>
            <p:nvPr/>
          </p:nvSpPr>
          <p:spPr>
            <a:xfrm>
              <a:off x="5463815" y="2101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3" name="pt15783"/>
            <p:cNvSpPr/>
            <p:nvPr/>
          </p:nvSpPr>
          <p:spPr>
            <a:xfrm>
              <a:off x="5191760" y="2355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4" name="pt15784"/>
            <p:cNvSpPr/>
            <p:nvPr/>
          </p:nvSpPr>
          <p:spPr>
            <a:xfrm>
              <a:off x="5507529" y="22005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5" name="pt15785"/>
            <p:cNvSpPr/>
            <p:nvPr/>
          </p:nvSpPr>
          <p:spPr>
            <a:xfrm>
              <a:off x="5159086" y="2559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6" name="pt15786"/>
            <p:cNvSpPr/>
            <p:nvPr/>
          </p:nvSpPr>
          <p:spPr>
            <a:xfrm>
              <a:off x="5428061" y="2217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7" name="pt15787"/>
            <p:cNvSpPr/>
            <p:nvPr/>
          </p:nvSpPr>
          <p:spPr>
            <a:xfrm>
              <a:off x="5472040" y="1999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8" name="pt15788"/>
            <p:cNvSpPr/>
            <p:nvPr/>
          </p:nvSpPr>
          <p:spPr>
            <a:xfrm>
              <a:off x="5540288" y="2115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9" name="pt15789"/>
            <p:cNvSpPr/>
            <p:nvPr/>
          </p:nvSpPr>
          <p:spPr>
            <a:xfrm>
              <a:off x="5118850" y="2680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0" name="pt15790"/>
            <p:cNvSpPr/>
            <p:nvPr/>
          </p:nvSpPr>
          <p:spPr>
            <a:xfrm>
              <a:off x="5869976" y="1695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1" name="pt15791"/>
            <p:cNvSpPr/>
            <p:nvPr/>
          </p:nvSpPr>
          <p:spPr>
            <a:xfrm>
              <a:off x="5456931" y="1999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2" name="pt15792"/>
            <p:cNvSpPr/>
            <p:nvPr/>
          </p:nvSpPr>
          <p:spPr>
            <a:xfrm>
              <a:off x="5835216" y="179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3" name="pt15793"/>
            <p:cNvSpPr/>
            <p:nvPr/>
          </p:nvSpPr>
          <p:spPr>
            <a:xfrm>
              <a:off x="5877278" y="1758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4" name="pt15794"/>
            <p:cNvSpPr/>
            <p:nvPr/>
          </p:nvSpPr>
          <p:spPr>
            <a:xfrm>
              <a:off x="5486090" y="2228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5" name="pt15795"/>
            <p:cNvSpPr/>
            <p:nvPr/>
          </p:nvSpPr>
          <p:spPr>
            <a:xfrm>
              <a:off x="5537580" y="2304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6" name="pt15796"/>
            <p:cNvSpPr/>
            <p:nvPr/>
          </p:nvSpPr>
          <p:spPr>
            <a:xfrm>
              <a:off x="4935289" y="1650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7" name="pt15797"/>
            <p:cNvSpPr/>
            <p:nvPr/>
          </p:nvSpPr>
          <p:spPr>
            <a:xfrm>
              <a:off x="5470300" y="2070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8" name="pt15798"/>
            <p:cNvSpPr/>
            <p:nvPr/>
          </p:nvSpPr>
          <p:spPr>
            <a:xfrm>
              <a:off x="5281090" y="1941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9" name="pt15799"/>
            <p:cNvSpPr/>
            <p:nvPr/>
          </p:nvSpPr>
          <p:spPr>
            <a:xfrm>
              <a:off x="5313670" y="2015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0" name="pt15800"/>
            <p:cNvSpPr/>
            <p:nvPr/>
          </p:nvSpPr>
          <p:spPr>
            <a:xfrm>
              <a:off x="5372280" y="2055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1" name="pt15801"/>
            <p:cNvSpPr/>
            <p:nvPr/>
          </p:nvSpPr>
          <p:spPr>
            <a:xfrm>
              <a:off x="5252119" y="2190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2" name="pt15802"/>
            <p:cNvSpPr/>
            <p:nvPr/>
          </p:nvSpPr>
          <p:spPr>
            <a:xfrm>
              <a:off x="5328019" y="2173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3" name="pt15803"/>
            <p:cNvSpPr/>
            <p:nvPr/>
          </p:nvSpPr>
          <p:spPr>
            <a:xfrm>
              <a:off x="5395226" y="2242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4" name="pt15804"/>
            <p:cNvSpPr/>
            <p:nvPr/>
          </p:nvSpPr>
          <p:spPr>
            <a:xfrm>
              <a:off x="5363748" y="2012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5" name="pt15805"/>
            <p:cNvSpPr/>
            <p:nvPr/>
          </p:nvSpPr>
          <p:spPr>
            <a:xfrm>
              <a:off x="5386763" y="2187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6" name="pt15806"/>
            <p:cNvSpPr/>
            <p:nvPr/>
          </p:nvSpPr>
          <p:spPr>
            <a:xfrm>
              <a:off x="5444194" y="2079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7" name="pt15807"/>
            <p:cNvSpPr/>
            <p:nvPr/>
          </p:nvSpPr>
          <p:spPr>
            <a:xfrm>
              <a:off x="5535606" y="2289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8" name="pt15808"/>
            <p:cNvSpPr/>
            <p:nvPr/>
          </p:nvSpPr>
          <p:spPr>
            <a:xfrm>
              <a:off x="5255600" y="2195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9" name="pt15809"/>
            <p:cNvSpPr/>
            <p:nvPr/>
          </p:nvSpPr>
          <p:spPr>
            <a:xfrm>
              <a:off x="4991850" y="2338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0" name="pt15810"/>
            <p:cNvSpPr/>
            <p:nvPr/>
          </p:nvSpPr>
          <p:spPr>
            <a:xfrm>
              <a:off x="5428509" y="2206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1" name="pt15811"/>
            <p:cNvSpPr/>
            <p:nvPr/>
          </p:nvSpPr>
          <p:spPr>
            <a:xfrm>
              <a:off x="5083536" y="1898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2" name="pt15812"/>
            <p:cNvSpPr/>
            <p:nvPr/>
          </p:nvSpPr>
          <p:spPr>
            <a:xfrm>
              <a:off x="5594889" y="1900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3" name="pt15813"/>
            <p:cNvSpPr/>
            <p:nvPr/>
          </p:nvSpPr>
          <p:spPr>
            <a:xfrm>
              <a:off x="6128924" y="190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4" name="pt15814"/>
            <p:cNvSpPr/>
            <p:nvPr/>
          </p:nvSpPr>
          <p:spPr>
            <a:xfrm>
              <a:off x="5563811" y="2254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5" name="pt15815"/>
            <p:cNvSpPr/>
            <p:nvPr/>
          </p:nvSpPr>
          <p:spPr>
            <a:xfrm>
              <a:off x="5267230" y="2155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6" name="pt15816"/>
            <p:cNvSpPr/>
            <p:nvPr/>
          </p:nvSpPr>
          <p:spPr>
            <a:xfrm>
              <a:off x="5257765" y="2159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7" name="pt15817"/>
            <p:cNvSpPr/>
            <p:nvPr/>
          </p:nvSpPr>
          <p:spPr>
            <a:xfrm>
              <a:off x="5826324" y="18613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8" name="pt15818"/>
            <p:cNvSpPr/>
            <p:nvPr/>
          </p:nvSpPr>
          <p:spPr>
            <a:xfrm>
              <a:off x="5004683" y="2274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9" name="pt15819"/>
            <p:cNvSpPr/>
            <p:nvPr/>
          </p:nvSpPr>
          <p:spPr>
            <a:xfrm>
              <a:off x="5635312" y="2129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0" name="pt15820"/>
            <p:cNvSpPr/>
            <p:nvPr/>
          </p:nvSpPr>
          <p:spPr>
            <a:xfrm>
              <a:off x="5546566" y="2153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1" name="pt15821"/>
            <p:cNvSpPr/>
            <p:nvPr/>
          </p:nvSpPr>
          <p:spPr>
            <a:xfrm>
              <a:off x="5410106" y="2036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2" name="pt15822"/>
            <p:cNvSpPr/>
            <p:nvPr/>
          </p:nvSpPr>
          <p:spPr>
            <a:xfrm>
              <a:off x="5499317" y="2092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3" name="pt15823"/>
            <p:cNvSpPr/>
            <p:nvPr/>
          </p:nvSpPr>
          <p:spPr>
            <a:xfrm>
              <a:off x="5320863" y="2094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4" name="pt15824"/>
            <p:cNvSpPr/>
            <p:nvPr/>
          </p:nvSpPr>
          <p:spPr>
            <a:xfrm>
              <a:off x="5337788" y="2290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5" name="pt15825"/>
            <p:cNvSpPr/>
            <p:nvPr/>
          </p:nvSpPr>
          <p:spPr>
            <a:xfrm>
              <a:off x="5078246" y="2022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6" name="pt15826"/>
            <p:cNvSpPr/>
            <p:nvPr/>
          </p:nvSpPr>
          <p:spPr>
            <a:xfrm>
              <a:off x="5275443" y="2131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7" name="pt15827"/>
            <p:cNvSpPr/>
            <p:nvPr/>
          </p:nvSpPr>
          <p:spPr>
            <a:xfrm>
              <a:off x="5758797" y="1857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8" name="pt15828"/>
            <p:cNvSpPr/>
            <p:nvPr/>
          </p:nvSpPr>
          <p:spPr>
            <a:xfrm>
              <a:off x="5865072" y="1891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9" name="pt15829"/>
            <p:cNvSpPr/>
            <p:nvPr/>
          </p:nvSpPr>
          <p:spPr>
            <a:xfrm>
              <a:off x="5822875" y="2121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0" name="pt15830"/>
            <p:cNvSpPr/>
            <p:nvPr/>
          </p:nvSpPr>
          <p:spPr>
            <a:xfrm>
              <a:off x="5073140" y="2313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1" name="pt15831"/>
            <p:cNvSpPr/>
            <p:nvPr/>
          </p:nvSpPr>
          <p:spPr>
            <a:xfrm>
              <a:off x="5564743" y="2220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2" name="pt15832"/>
            <p:cNvSpPr/>
            <p:nvPr/>
          </p:nvSpPr>
          <p:spPr>
            <a:xfrm>
              <a:off x="5295916" y="2115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3" name="pt15833"/>
            <p:cNvSpPr/>
            <p:nvPr/>
          </p:nvSpPr>
          <p:spPr>
            <a:xfrm>
              <a:off x="5030002" y="2263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4" name="pt15834"/>
            <p:cNvSpPr/>
            <p:nvPr/>
          </p:nvSpPr>
          <p:spPr>
            <a:xfrm>
              <a:off x="5569279" y="2013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5" name="pt15835"/>
            <p:cNvSpPr/>
            <p:nvPr/>
          </p:nvSpPr>
          <p:spPr>
            <a:xfrm>
              <a:off x="5678488" y="1945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6" name="pt15836"/>
            <p:cNvSpPr/>
            <p:nvPr/>
          </p:nvSpPr>
          <p:spPr>
            <a:xfrm>
              <a:off x="5803182" y="1954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7" name="pt15837"/>
            <p:cNvSpPr/>
            <p:nvPr/>
          </p:nvSpPr>
          <p:spPr>
            <a:xfrm>
              <a:off x="5179507" y="2078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8" name="pt15838"/>
            <p:cNvSpPr/>
            <p:nvPr/>
          </p:nvSpPr>
          <p:spPr>
            <a:xfrm>
              <a:off x="5440452" y="2095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9" name="pt15839"/>
            <p:cNvSpPr/>
            <p:nvPr/>
          </p:nvSpPr>
          <p:spPr>
            <a:xfrm>
              <a:off x="5481104" y="2099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0" name="pt15840"/>
            <p:cNvSpPr/>
            <p:nvPr/>
          </p:nvSpPr>
          <p:spPr>
            <a:xfrm>
              <a:off x="5561224" y="2294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1" name="pt15841"/>
            <p:cNvSpPr/>
            <p:nvPr/>
          </p:nvSpPr>
          <p:spPr>
            <a:xfrm>
              <a:off x="5713904" y="1859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2" name="pt15842"/>
            <p:cNvSpPr/>
            <p:nvPr/>
          </p:nvSpPr>
          <p:spPr>
            <a:xfrm>
              <a:off x="5488375" y="2222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3" name="pt15843"/>
            <p:cNvSpPr/>
            <p:nvPr/>
          </p:nvSpPr>
          <p:spPr>
            <a:xfrm>
              <a:off x="5458326" y="2067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4" name="pt15844"/>
            <p:cNvSpPr/>
            <p:nvPr/>
          </p:nvSpPr>
          <p:spPr>
            <a:xfrm>
              <a:off x="5738317" y="1963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5" name="pt15845"/>
            <p:cNvSpPr/>
            <p:nvPr/>
          </p:nvSpPr>
          <p:spPr>
            <a:xfrm>
              <a:off x="5589770" y="1974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6" name="pt15846"/>
            <p:cNvSpPr/>
            <p:nvPr/>
          </p:nvSpPr>
          <p:spPr>
            <a:xfrm>
              <a:off x="5614338" y="2136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7" name="pt15847"/>
            <p:cNvSpPr/>
            <p:nvPr/>
          </p:nvSpPr>
          <p:spPr>
            <a:xfrm>
              <a:off x="5019855" y="2611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8" name="pt15848"/>
            <p:cNvSpPr/>
            <p:nvPr/>
          </p:nvSpPr>
          <p:spPr>
            <a:xfrm>
              <a:off x="5360897" y="1924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9" name="pt15849"/>
            <p:cNvSpPr/>
            <p:nvPr/>
          </p:nvSpPr>
          <p:spPr>
            <a:xfrm>
              <a:off x="5598794" y="1890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0" name="pt15850"/>
            <p:cNvSpPr/>
            <p:nvPr/>
          </p:nvSpPr>
          <p:spPr>
            <a:xfrm>
              <a:off x="5694837" y="2026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1" name="pt15851"/>
            <p:cNvSpPr/>
            <p:nvPr/>
          </p:nvSpPr>
          <p:spPr>
            <a:xfrm>
              <a:off x="5263237" y="2148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2" name="pt15852"/>
            <p:cNvSpPr/>
            <p:nvPr/>
          </p:nvSpPr>
          <p:spPr>
            <a:xfrm>
              <a:off x="5020593" y="2221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3" name="pt15853"/>
            <p:cNvSpPr/>
            <p:nvPr/>
          </p:nvSpPr>
          <p:spPr>
            <a:xfrm>
              <a:off x="5628847" y="2016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4" name="pt15854"/>
            <p:cNvSpPr/>
            <p:nvPr/>
          </p:nvSpPr>
          <p:spPr>
            <a:xfrm>
              <a:off x="5335140" y="2221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5" name="pt15855"/>
            <p:cNvSpPr/>
            <p:nvPr/>
          </p:nvSpPr>
          <p:spPr>
            <a:xfrm>
              <a:off x="5066582" y="2245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6" name="pt15856"/>
            <p:cNvSpPr/>
            <p:nvPr/>
          </p:nvSpPr>
          <p:spPr>
            <a:xfrm>
              <a:off x="5081632" y="190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7" name="pt15857"/>
            <p:cNvSpPr/>
            <p:nvPr/>
          </p:nvSpPr>
          <p:spPr>
            <a:xfrm>
              <a:off x="5150634" y="2551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8" name="pt15858"/>
            <p:cNvSpPr/>
            <p:nvPr/>
          </p:nvSpPr>
          <p:spPr>
            <a:xfrm>
              <a:off x="5103648" y="2631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9" name="pt15859"/>
            <p:cNvSpPr/>
            <p:nvPr/>
          </p:nvSpPr>
          <p:spPr>
            <a:xfrm>
              <a:off x="5163914" y="2240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0" name="pt15860"/>
            <p:cNvSpPr/>
            <p:nvPr/>
          </p:nvSpPr>
          <p:spPr>
            <a:xfrm>
              <a:off x="5677139" y="1943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1" name="pt15861"/>
            <p:cNvSpPr/>
            <p:nvPr/>
          </p:nvSpPr>
          <p:spPr>
            <a:xfrm>
              <a:off x="5453942" y="2007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2" name="pt15862"/>
            <p:cNvSpPr/>
            <p:nvPr/>
          </p:nvSpPr>
          <p:spPr>
            <a:xfrm>
              <a:off x="5698109" y="1985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3" name="pt15863"/>
            <p:cNvSpPr/>
            <p:nvPr/>
          </p:nvSpPr>
          <p:spPr>
            <a:xfrm>
              <a:off x="5059483" y="2417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4" name="pt15864"/>
            <p:cNvSpPr/>
            <p:nvPr/>
          </p:nvSpPr>
          <p:spPr>
            <a:xfrm>
              <a:off x="5707855" y="1571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5" name="pt15865"/>
            <p:cNvSpPr/>
            <p:nvPr/>
          </p:nvSpPr>
          <p:spPr>
            <a:xfrm>
              <a:off x="5542157" y="2271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6" name="pt15866"/>
            <p:cNvSpPr/>
            <p:nvPr/>
          </p:nvSpPr>
          <p:spPr>
            <a:xfrm>
              <a:off x="4744176" y="2718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7" name="pt15867"/>
            <p:cNvSpPr/>
            <p:nvPr/>
          </p:nvSpPr>
          <p:spPr>
            <a:xfrm>
              <a:off x="5503538" y="2119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8" name="pt15868"/>
            <p:cNvSpPr/>
            <p:nvPr/>
          </p:nvSpPr>
          <p:spPr>
            <a:xfrm>
              <a:off x="5153538" y="2520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9" name="pt15869"/>
            <p:cNvSpPr/>
            <p:nvPr/>
          </p:nvSpPr>
          <p:spPr>
            <a:xfrm>
              <a:off x="5522748" y="2007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0" name="pt15870"/>
            <p:cNvSpPr/>
            <p:nvPr/>
          </p:nvSpPr>
          <p:spPr>
            <a:xfrm>
              <a:off x="5380664" y="2177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1" name="pt15871"/>
            <p:cNvSpPr/>
            <p:nvPr/>
          </p:nvSpPr>
          <p:spPr>
            <a:xfrm>
              <a:off x="5244224" y="2230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2" name="pt15872"/>
            <p:cNvSpPr/>
            <p:nvPr/>
          </p:nvSpPr>
          <p:spPr>
            <a:xfrm>
              <a:off x="5325696" y="2154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3" name="pt15873"/>
            <p:cNvSpPr/>
            <p:nvPr/>
          </p:nvSpPr>
          <p:spPr>
            <a:xfrm>
              <a:off x="5376795" y="2256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4" name="pt15874"/>
            <p:cNvSpPr/>
            <p:nvPr/>
          </p:nvSpPr>
          <p:spPr>
            <a:xfrm>
              <a:off x="5253156" y="212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5" name="pt15875"/>
            <p:cNvSpPr/>
            <p:nvPr/>
          </p:nvSpPr>
          <p:spPr>
            <a:xfrm>
              <a:off x="4879626" y="2880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6" name="pt15876"/>
            <p:cNvSpPr/>
            <p:nvPr/>
          </p:nvSpPr>
          <p:spPr>
            <a:xfrm>
              <a:off x="5308858" y="2105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7" name="pt15877"/>
            <p:cNvSpPr/>
            <p:nvPr/>
          </p:nvSpPr>
          <p:spPr>
            <a:xfrm>
              <a:off x="5081565" y="1630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8" name="pt15878"/>
            <p:cNvSpPr/>
            <p:nvPr/>
          </p:nvSpPr>
          <p:spPr>
            <a:xfrm>
              <a:off x="5280846" y="2048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9" name="pt15879"/>
            <p:cNvSpPr/>
            <p:nvPr/>
          </p:nvSpPr>
          <p:spPr>
            <a:xfrm>
              <a:off x="4940015" y="1741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0" name="pt15880"/>
            <p:cNvSpPr/>
            <p:nvPr/>
          </p:nvSpPr>
          <p:spPr>
            <a:xfrm>
              <a:off x="5372083" y="207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1" name="pt15881"/>
            <p:cNvSpPr/>
            <p:nvPr/>
          </p:nvSpPr>
          <p:spPr>
            <a:xfrm>
              <a:off x="5327734" y="2138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2" name="pt15882"/>
            <p:cNvSpPr/>
            <p:nvPr/>
          </p:nvSpPr>
          <p:spPr>
            <a:xfrm>
              <a:off x="5346790" y="2216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3" name="pt15883"/>
            <p:cNvSpPr/>
            <p:nvPr/>
          </p:nvSpPr>
          <p:spPr>
            <a:xfrm>
              <a:off x="5646247" y="1951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4" name="pt15884"/>
            <p:cNvSpPr/>
            <p:nvPr/>
          </p:nvSpPr>
          <p:spPr>
            <a:xfrm>
              <a:off x="5541905" y="2274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5" name="pt15885"/>
            <p:cNvSpPr/>
            <p:nvPr/>
          </p:nvSpPr>
          <p:spPr>
            <a:xfrm>
              <a:off x="5357430" y="2255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6" name="pt15886"/>
            <p:cNvSpPr/>
            <p:nvPr/>
          </p:nvSpPr>
          <p:spPr>
            <a:xfrm>
              <a:off x="5322647" y="2227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7" name="pt15887"/>
            <p:cNvSpPr/>
            <p:nvPr/>
          </p:nvSpPr>
          <p:spPr>
            <a:xfrm>
              <a:off x="4696457" y="2633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8" name="pt15888"/>
            <p:cNvSpPr/>
            <p:nvPr/>
          </p:nvSpPr>
          <p:spPr>
            <a:xfrm>
              <a:off x="5439162" y="1934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9" name="pt15889"/>
            <p:cNvSpPr/>
            <p:nvPr/>
          </p:nvSpPr>
          <p:spPr>
            <a:xfrm>
              <a:off x="5248122" y="2135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0" name="pt15890"/>
            <p:cNvSpPr/>
            <p:nvPr/>
          </p:nvSpPr>
          <p:spPr>
            <a:xfrm>
              <a:off x="5547610" y="2165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1" name="pt15891"/>
            <p:cNvSpPr/>
            <p:nvPr/>
          </p:nvSpPr>
          <p:spPr>
            <a:xfrm>
              <a:off x="5347518" y="2277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2" name="pt15892"/>
            <p:cNvSpPr/>
            <p:nvPr/>
          </p:nvSpPr>
          <p:spPr>
            <a:xfrm>
              <a:off x="5077502" y="2135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3" name="pt15893"/>
            <p:cNvSpPr/>
            <p:nvPr/>
          </p:nvSpPr>
          <p:spPr>
            <a:xfrm>
              <a:off x="5530111" y="2179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4" name="pt15894"/>
            <p:cNvSpPr/>
            <p:nvPr/>
          </p:nvSpPr>
          <p:spPr>
            <a:xfrm>
              <a:off x="5043196" y="2540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5" name="pt15895"/>
            <p:cNvSpPr/>
            <p:nvPr/>
          </p:nvSpPr>
          <p:spPr>
            <a:xfrm>
              <a:off x="4734460" y="2473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6" name="pt15896"/>
            <p:cNvSpPr/>
            <p:nvPr/>
          </p:nvSpPr>
          <p:spPr>
            <a:xfrm>
              <a:off x="5247983" y="2036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7" name="pt15897"/>
            <p:cNvSpPr/>
            <p:nvPr/>
          </p:nvSpPr>
          <p:spPr>
            <a:xfrm>
              <a:off x="5109420" y="2623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8" name="pt15898"/>
            <p:cNvSpPr/>
            <p:nvPr/>
          </p:nvSpPr>
          <p:spPr>
            <a:xfrm>
              <a:off x="5817620" y="1954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9" name="pt15899"/>
            <p:cNvSpPr/>
            <p:nvPr/>
          </p:nvSpPr>
          <p:spPr>
            <a:xfrm>
              <a:off x="5397856" y="2221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0" name="pt15900"/>
            <p:cNvSpPr/>
            <p:nvPr/>
          </p:nvSpPr>
          <p:spPr>
            <a:xfrm>
              <a:off x="4950837" y="2519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1" name="pt15901"/>
            <p:cNvSpPr/>
            <p:nvPr/>
          </p:nvSpPr>
          <p:spPr>
            <a:xfrm>
              <a:off x="5226812" y="2010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2" name="pt15902"/>
            <p:cNvSpPr/>
            <p:nvPr/>
          </p:nvSpPr>
          <p:spPr>
            <a:xfrm>
              <a:off x="5085978" y="2198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3" name="pt15903"/>
            <p:cNvSpPr/>
            <p:nvPr/>
          </p:nvSpPr>
          <p:spPr>
            <a:xfrm>
              <a:off x="5823393" y="1991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4" name="pt15904"/>
            <p:cNvSpPr/>
            <p:nvPr/>
          </p:nvSpPr>
          <p:spPr>
            <a:xfrm>
              <a:off x="5441579" y="2030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5" name="pt15905"/>
            <p:cNvSpPr/>
            <p:nvPr/>
          </p:nvSpPr>
          <p:spPr>
            <a:xfrm>
              <a:off x="5619542" y="2017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6" name="pt15906"/>
            <p:cNvSpPr/>
            <p:nvPr/>
          </p:nvSpPr>
          <p:spPr>
            <a:xfrm>
              <a:off x="5279326" y="2118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7" name="pt15907"/>
            <p:cNvSpPr/>
            <p:nvPr/>
          </p:nvSpPr>
          <p:spPr>
            <a:xfrm>
              <a:off x="5782915" y="1876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8" name="pt15908"/>
            <p:cNvSpPr/>
            <p:nvPr/>
          </p:nvSpPr>
          <p:spPr>
            <a:xfrm>
              <a:off x="5508690" y="2240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9" name="pt15909"/>
            <p:cNvSpPr/>
            <p:nvPr/>
          </p:nvSpPr>
          <p:spPr>
            <a:xfrm>
              <a:off x="5405402" y="2274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0" name="pt15910"/>
            <p:cNvSpPr/>
            <p:nvPr/>
          </p:nvSpPr>
          <p:spPr>
            <a:xfrm>
              <a:off x="5225448" y="2039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1" name="pt15911"/>
            <p:cNvSpPr/>
            <p:nvPr/>
          </p:nvSpPr>
          <p:spPr>
            <a:xfrm>
              <a:off x="5730530" y="187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2" name="pt15912"/>
            <p:cNvSpPr/>
            <p:nvPr/>
          </p:nvSpPr>
          <p:spPr>
            <a:xfrm>
              <a:off x="5203615" y="2130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3" name="pt15913"/>
            <p:cNvSpPr/>
            <p:nvPr/>
          </p:nvSpPr>
          <p:spPr>
            <a:xfrm>
              <a:off x="5981345" y="1988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4" name="pt15914"/>
            <p:cNvSpPr/>
            <p:nvPr/>
          </p:nvSpPr>
          <p:spPr>
            <a:xfrm>
              <a:off x="5224328" y="1781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5" name="pt15915"/>
            <p:cNvSpPr/>
            <p:nvPr/>
          </p:nvSpPr>
          <p:spPr>
            <a:xfrm>
              <a:off x="5241862" y="2037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6" name="pt15916"/>
            <p:cNvSpPr/>
            <p:nvPr/>
          </p:nvSpPr>
          <p:spPr>
            <a:xfrm>
              <a:off x="5100210" y="2741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7" name="pt15917"/>
            <p:cNvSpPr/>
            <p:nvPr/>
          </p:nvSpPr>
          <p:spPr>
            <a:xfrm>
              <a:off x="5408780" y="2299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8" name="pt15918"/>
            <p:cNvSpPr/>
            <p:nvPr/>
          </p:nvSpPr>
          <p:spPr>
            <a:xfrm>
              <a:off x="5718770" y="1761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9" name="pt15919"/>
            <p:cNvSpPr/>
            <p:nvPr/>
          </p:nvSpPr>
          <p:spPr>
            <a:xfrm>
              <a:off x="5518752" y="2283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0" name="pt15920"/>
            <p:cNvSpPr/>
            <p:nvPr/>
          </p:nvSpPr>
          <p:spPr>
            <a:xfrm>
              <a:off x="5438215" y="2067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1" name="pt15921"/>
            <p:cNvSpPr/>
            <p:nvPr/>
          </p:nvSpPr>
          <p:spPr>
            <a:xfrm>
              <a:off x="5803795" y="2121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2" name="pt15922"/>
            <p:cNvSpPr/>
            <p:nvPr/>
          </p:nvSpPr>
          <p:spPr>
            <a:xfrm>
              <a:off x="5413196" y="2160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3" name="pt15923"/>
            <p:cNvSpPr/>
            <p:nvPr/>
          </p:nvSpPr>
          <p:spPr>
            <a:xfrm>
              <a:off x="5854748" y="1887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4" name="pt15924"/>
            <p:cNvSpPr/>
            <p:nvPr/>
          </p:nvSpPr>
          <p:spPr>
            <a:xfrm>
              <a:off x="5383964" y="2182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5" name="pt15925"/>
            <p:cNvSpPr/>
            <p:nvPr/>
          </p:nvSpPr>
          <p:spPr>
            <a:xfrm>
              <a:off x="5721156" y="1881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6" name="pt15926"/>
            <p:cNvSpPr/>
            <p:nvPr/>
          </p:nvSpPr>
          <p:spPr>
            <a:xfrm>
              <a:off x="5153126" y="2607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7" name="pt15927"/>
            <p:cNvSpPr/>
            <p:nvPr/>
          </p:nvSpPr>
          <p:spPr>
            <a:xfrm>
              <a:off x="5114106" y="2552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8" name="pt15928"/>
            <p:cNvSpPr/>
            <p:nvPr/>
          </p:nvSpPr>
          <p:spPr>
            <a:xfrm>
              <a:off x="5277870" y="2185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9" name="pt15929"/>
            <p:cNvSpPr/>
            <p:nvPr/>
          </p:nvSpPr>
          <p:spPr>
            <a:xfrm>
              <a:off x="4906217" y="1941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0" name="pt15930"/>
            <p:cNvSpPr/>
            <p:nvPr/>
          </p:nvSpPr>
          <p:spPr>
            <a:xfrm>
              <a:off x="5950905" y="1976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1" name="pt15931"/>
            <p:cNvSpPr/>
            <p:nvPr/>
          </p:nvSpPr>
          <p:spPr>
            <a:xfrm>
              <a:off x="5730606" y="1923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2" name="pt15932"/>
            <p:cNvSpPr/>
            <p:nvPr/>
          </p:nvSpPr>
          <p:spPr>
            <a:xfrm>
              <a:off x="5428554" y="2210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3" name="pt15933"/>
            <p:cNvSpPr/>
            <p:nvPr/>
          </p:nvSpPr>
          <p:spPr>
            <a:xfrm>
              <a:off x="5531301" y="2287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4" name="pt15934"/>
            <p:cNvSpPr/>
            <p:nvPr/>
          </p:nvSpPr>
          <p:spPr>
            <a:xfrm>
              <a:off x="5333670" y="2181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5" name="pt15935"/>
            <p:cNvSpPr/>
            <p:nvPr/>
          </p:nvSpPr>
          <p:spPr>
            <a:xfrm>
              <a:off x="5501778" y="2059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6" name="pt15936"/>
            <p:cNvSpPr/>
            <p:nvPr/>
          </p:nvSpPr>
          <p:spPr>
            <a:xfrm>
              <a:off x="5443628" y="1923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7" name="pt15937"/>
            <p:cNvSpPr/>
            <p:nvPr/>
          </p:nvSpPr>
          <p:spPr>
            <a:xfrm>
              <a:off x="5455442" y="2048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8" name="pt15938"/>
            <p:cNvSpPr/>
            <p:nvPr/>
          </p:nvSpPr>
          <p:spPr>
            <a:xfrm>
              <a:off x="5618858" y="2061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9" name="pt15939"/>
            <p:cNvSpPr/>
            <p:nvPr/>
          </p:nvSpPr>
          <p:spPr>
            <a:xfrm>
              <a:off x="5393845" y="2131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0" name="pt15940"/>
            <p:cNvSpPr/>
            <p:nvPr/>
          </p:nvSpPr>
          <p:spPr>
            <a:xfrm>
              <a:off x="5805199" y="1872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1" name="pt15941"/>
            <p:cNvSpPr/>
            <p:nvPr/>
          </p:nvSpPr>
          <p:spPr>
            <a:xfrm>
              <a:off x="5400075" y="2256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2" name="pt15942"/>
            <p:cNvSpPr/>
            <p:nvPr/>
          </p:nvSpPr>
          <p:spPr>
            <a:xfrm>
              <a:off x="5216499" y="2107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3" name="pt15943"/>
            <p:cNvSpPr/>
            <p:nvPr/>
          </p:nvSpPr>
          <p:spPr>
            <a:xfrm>
              <a:off x="5132594" y="2718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4" name="pt15944"/>
            <p:cNvSpPr/>
            <p:nvPr/>
          </p:nvSpPr>
          <p:spPr>
            <a:xfrm>
              <a:off x="5591028" y="1931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5" name="pt15945"/>
            <p:cNvSpPr/>
            <p:nvPr/>
          </p:nvSpPr>
          <p:spPr>
            <a:xfrm>
              <a:off x="5320598" y="2128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6" name="pt15946"/>
            <p:cNvSpPr/>
            <p:nvPr/>
          </p:nvSpPr>
          <p:spPr>
            <a:xfrm>
              <a:off x="5581627" y="2068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7" name="pt15947"/>
            <p:cNvSpPr/>
            <p:nvPr/>
          </p:nvSpPr>
          <p:spPr>
            <a:xfrm>
              <a:off x="5573613" y="1977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8" name="pt15948"/>
            <p:cNvSpPr/>
            <p:nvPr/>
          </p:nvSpPr>
          <p:spPr>
            <a:xfrm>
              <a:off x="5516996" y="2185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9" name="pt15949"/>
            <p:cNvSpPr/>
            <p:nvPr/>
          </p:nvSpPr>
          <p:spPr>
            <a:xfrm>
              <a:off x="5606032" y="1909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0" name="pt15950"/>
            <p:cNvSpPr/>
            <p:nvPr/>
          </p:nvSpPr>
          <p:spPr>
            <a:xfrm>
              <a:off x="5176560" y="2435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1" name="pt15951"/>
            <p:cNvSpPr/>
            <p:nvPr/>
          </p:nvSpPr>
          <p:spPr>
            <a:xfrm>
              <a:off x="5982538" y="2073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2" name="pt15952"/>
            <p:cNvSpPr/>
            <p:nvPr/>
          </p:nvSpPr>
          <p:spPr>
            <a:xfrm>
              <a:off x="5390167" y="213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3" name="pt15953"/>
            <p:cNvSpPr/>
            <p:nvPr/>
          </p:nvSpPr>
          <p:spPr>
            <a:xfrm>
              <a:off x="5630104" y="1987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4" name="pt15954"/>
            <p:cNvSpPr/>
            <p:nvPr/>
          </p:nvSpPr>
          <p:spPr>
            <a:xfrm>
              <a:off x="5756924" y="20091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5" name="pt15955"/>
            <p:cNvSpPr/>
            <p:nvPr/>
          </p:nvSpPr>
          <p:spPr>
            <a:xfrm>
              <a:off x="5724408" y="1956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6" name="pt15956"/>
            <p:cNvSpPr/>
            <p:nvPr/>
          </p:nvSpPr>
          <p:spPr>
            <a:xfrm>
              <a:off x="6018861" y="1910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7" name="pt15957"/>
            <p:cNvSpPr/>
            <p:nvPr/>
          </p:nvSpPr>
          <p:spPr>
            <a:xfrm>
              <a:off x="5131955" y="2604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8" name="pt15958"/>
            <p:cNvSpPr/>
            <p:nvPr/>
          </p:nvSpPr>
          <p:spPr>
            <a:xfrm>
              <a:off x="5690722" y="206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9" name="pt15959"/>
            <p:cNvSpPr/>
            <p:nvPr/>
          </p:nvSpPr>
          <p:spPr>
            <a:xfrm>
              <a:off x="5237865" y="2174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0" name="pt15960"/>
            <p:cNvSpPr/>
            <p:nvPr/>
          </p:nvSpPr>
          <p:spPr>
            <a:xfrm>
              <a:off x="5276590" y="2196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1" name="pt15961"/>
            <p:cNvSpPr/>
            <p:nvPr/>
          </p:nvSpPr>
          <p:spPr>
            <a:xfrm>
              <a:off x="5057549" y="2677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2" name="pt15962"/>
            <p:cNvSpPr/>
            <p:nvPr/>
          </p:nvSpPr>
          <p:spPr>
            <a:xfrm>
              <a:off x="5249803" y="2098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3" name="pt15963"/>
            <p:cNvSpPr/>
            <p:nvPr/>
          </p:nvSpPr>
          <p:spPr>
            <a:xfrm>
              <a:off x="4970634" y="2410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4" name="pt15964"/>
            <p:cNvSpPr/>
            <p:nvPr/>
          </p:nvSpPr>
          <p:spPr>
            <a:xfrm>
              <a:off x="5604922" y="2040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5" name="pt15965"/>
            <p:cNvSpPr/>
            <p:nvPr/>
          </p:nvSpPr>
          <p:spPr>
            <a:xfrm>
              <a:off x="5025789" y="2302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6" name="pt15966"/>
            <p:cNvSpPr/>
            <p:nvPr/>
          </p:nvSpPr>
          <p:spPr>
            <a:xfrm>
              <a:off x="5410210" y="2193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7" name="pt15967"/>
            <p:cNvSpPr/>
            <p:nvPr/>
          </p:nvSpPr>
          <p:spPr>
            <a:xfrm>
              <a:off x="5858443" y="1781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8" name="pt15968"/>
            <p:cNvSpPr/>
            <p:nvPr/>
          </p:nvSpPr>
          <p:spPr>
            <a:xfrm>
              <a:off x="5639339" y="2025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9" name="pt15969"/>
            <p:cNvSpPr/>
            <p:nvPr/>
          </p:nvSpPr>
          <p:spPr>
            <a:xfrm>
              <a:off x="5293429" y="2037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0" name="pt15970"/>
            <p:cNvSpPr/>
            <p:nvPr/>
          </p:nvSpPr>
          <p:spPr>
            <a:xfrm>
              <a:off x="5174220" y="2330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1" name="pt15971"/>
            <p:cNvSpPr/>
            <p:nvPr/>
          </p:nvSpPr>
          <p:spPr>
            <a:xfrm>
              <a:off x="5656610" y="1733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2" name="pt15972"/>
            <p:cNvSpPr/>
            <p:nvPr/>
          </p:nvSpPr>
          <p:spPr>
            <a:xfrm>
              <a:off x="5297363" y="2156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3" name="pt15973"/>
            <p:cNvSpPr/>
            <p:nvPr/>
          </p:nvSpPr>
          <p:spPr>
            <a:xfrm>
              <a:off x="5540154" y="2143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4" name="pt15974"/>
            <p:cNvSpPr/>
            <p:nvPr/>
          </p:nvSpPr>
          <p:spPr>
            <a:xfrm>
              <a:off x="4907834" y="2321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5" name="pt15975"/>
            <p:cNvSpPr/>
            <p:nvPr/>
          </p:nvSpPr>
          <p:spPr>
            <a:xfrm>
              <a:off x="5386761" y="2207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6" name="pt15976"/>
            <p:cNvSpPr/>
            <p:nvPr/>
          </p:nvSpPr>
          <p:spPr>
            <a:xfrm>
              <a:off x="5021074" y="2462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7" name="pt15977"/>
            <p:cNvSpPr/>
            <p:nvPr/>
          </p:nvSpPr>
          <p:spPr>
            <a:xfrm>
              <a:off x="5319407" y="2153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8" name="pt15978"/>
            <p:cNvSpPr/>
            <p:nvPr/>
          </p:nvSpPr>
          <p:spPr>
            <a:xfrm>
              <a:off x="5564911" y="2289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9" name="pt15979"/>
            <p:cNvSpPr/>
            <p:nvPr/>
          </p:nvSpPr>
          <p:spPr>
            <a:xfrm>
              <a:off x="5473031" y="2287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0" name="pt15980"/>
            <p:cNvSpPr/>
            <p:nvPr/>
          </p:nvSpPr>
          <p:spPr>
            <a:xfrm>
              <a:off x="5357576" y="2267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1" name="pt15981"/>
            <p:cNvSpPr/>
            <p:nvPr/>
          </p:nvSpPr>
          <p:spPr>
            <a:xfrm>
              <a:off x="5345388" y="2238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2" name="pt15982"/>
            <p:cNvSpPr/>
            <p:nvPr/>
          </p:nvSpPr>
          <p:spPr>
            <a:xfrm>
              <a:off x="5345093" y="2223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3" name="pt15983"/>
            <p:cNvSpPr/>
            <p:nvPr/>
          </p:nvSpPr>
          <p:spPr>
            <a:xfrm>
              <a:off x="5731519" y="1880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4" name="pt15984"/>
            <p:cNvSpPr/>
            <p:nvPr/>
          </p:nvSpPr>
          <p:spPr>
            <a:xfrm>
              <a:off x="5678242" y="1891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5" name="pt15985"/>
            <p:cNvSpPr/>
            <p:nvPr/>
          </p:nvSpPr>
          <p:spPr>
            <a:xfrm>
              <a:off x="5223324" y="1878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6" name="pt15986"/>
            <p:cNvSpPr/>
            <p:nvPr/>
          </p:nvSpPr>
          <p:spPr>
            <a:xfrm>
              <a:off x="5931867" y="1571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7" name="pt15987"/>
            <p:cNvSpPr/>
            <p:nvPr/>
          </p:nvSpPr>
          <p:spPr>
            <a:xfrm>
              <a:off x="5715766" y="1853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8" name="pt15988"/>
            <p:cNvSpPr/>
            <p:nvPr/>
          </p:nvSpPr>
          <p:spPr>
            <a:xfrm>
              <a:off x="5362047" y="1898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9" name="pt15989"/>
            <p:cNvSpPr/>
            <p:nvPr/>
          </p:nvSpPr>
          <p:spPr>
            <a:xfrm>
              <a:off x="5334083" y="2163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0" name="pt15990"/>
            <p:cNvSpPr/>
            <p:nvPr/>
          </p:nvSpPr>
          <p:spPr>
            <a:xfrm>
              <a:off x="5422624" y="2212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1" name="pt15991"/>
            <p:cNvSpPr/>
            <p:nvPr/>
          </p:nvSpPr>
          <p:spPr>
            <a:xfrm>
              <a:off x="5405898" y="2184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2" name="pt15992"/>
            <p:cNvSpPr/>
            <p:nvPr/>
          </p:nvSpPr>
          <p:spPr>
            <a:xfrm>
              <a:off x="5234699" y="220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3" name="pt15993"/>
            <p:cNvSpPr/>
            <p:nvPr/>
          </p:nvSpPr>
          <p:spPr>
            <a:xfrm>
              <a:off x="5129183" y="2664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4" name="pt15994"/>
            <p:cNvSpPr/>
            <p:nvPr/>
          </p:nvSpPr>
          <p:spPr>
            <a:xfrm>
              <a:off x="5612889" y="2091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5" name="pt15995"/>
            <p:cNvSpPr/>
            <p:nvPr/>
          </p:nvSpPr>
          <p:spPr>
            <a:xfrm>
              <a:off x="5456958" y="1896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6" name="pt15996"/>
            <p:cNvSpPr/>
            <p:nvPr/>
          </p:nvSpPr>
          <p:spPr>
            <a:xfrm>
              <a:off x="5710060" y="2023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7" name="pt15997"/>
            <p:cNvSpPr/>
            <p:nvPr/>
          </p:nvSpPr>
          <p:spPr>
            <a:xfrm>
              <a:off x="5262829" y="2183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8" name="pt15998"/>
            <p:cNvSpPr/>
            <p:nvPr/>
          </p:nvSpPr>
          <p:spPr>
            <a:xfrm>
              <a:off x="6007814" y="1637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9" name="pt15999"/>
            <p:cNvSpPr/>
            <p:nvPr/>
          </p:nvSpPr>
          <p:spPr>
            <a:xfrm>
              <a:off x="5048209" y="2569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0" name="pt16000"/>
            <p:cNvSpPr/>
            <p:nvPr/>
          </p:nvSpPr>
          <p:spPr>
            <a:xfrm>
              <a:off x="5548900" y="2225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1" name="pt16001"/>
            <p:cNvSpPr/>
            <p:nvPr/>
          </p:nvSpPr>
          <p:spPr>
            <a:xfrm>
              <a:off x="5306449" y="2210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2" name="pt16002"/>
            <p:cNvSpPr/>
            <p:nvPr/>
          </p:nvSpPr>
          <p:spPr>
            <a:xfrm>
              <a:off x="5296388" y="2244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3" name="pt16003"/>
            <p:cNvSpPr/>
            <p:nvPr/>
          </p:nvSpPr>
          <p:spPr>
            <a:xfrm>
              <a:off x="5775076" y="2076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4" name="pt16004"/>
            <p:cNvSpPr/>
            <p:nvPr/>
          </p:nvSpPr>
          <p:spPr>
            <a:xfrm>
              <a:off x="5479687" y="2338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5" name="pt16005"/>
            <p:cNvSpPr/>
            <p:nvPr/>
          </p:nvSpPr>
          <p:spPr>
            <a:xfrm>
              <a:off x="5468917" y="2120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6" name="pt16006"/>
            <p:cNvSpPr/>
            <p:nvPr/>
          </p:nvSpPr>
          <p:spPr>
            <a:xfrm>
              <a:off x="5291748" y="2170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7" name="pt16007"/>
            <p:cNvSpPr/>
            <p:nvPr/>
          </p:nvSpPr>
          <p:spPr>
            <a:xfrm>
              <a:off x="4999666" y="2580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8" name="pt16008"/>
            <p:cNvSpPr/>
            <p:nvPr/>
          </p:nvSpPr>
          <p:spPr>
            <a:xfrm>
              <a:off x="5500490" y="2044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9" name="pt16009"/>
            <p:cNvSpPr/>
            <p:nvPr/>
          </p:nvSpPr>
          <p:spPr>
            <a:xfrm>
              <a:off x="5515821" y="2077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0" name="pt16010"/>
            <p:cNvSpPr/>
            <p:nvPr/>
          </p:nvSpPr>
          <p:spPr>
            <a:xfrm>
              <a:off x="5237966" y="2074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1" name="pt16011"/>
            <p:cNvSpPr/>
            <p:nvPr/>
          </p:nvSpPr>
          <p:spPr>
            <a:xfrm>
              <a:off x="5448087" y="1916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2" name="pt16012"/>
            <p:cNvSpPr/>
            <p:nvPr/>
          </p:nvSpPr>
          <p:spPr>
            <a:xfrm>
              <a:off x="5600220" y="206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3" name="pt16013"/>
            <p:cNvSpPr/>
            <p:nvPr/>
          </p:nvSpPr>
          <p:spPr>
            <a:xfrm>
              <a:off x="5404396" y="2365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4" name="pt16014"/>
            <p:cNvSpPr/>
            <p:nvPr/>
          </p:nvSpPr>
          <p:spPr>
            <a:xfrm>
              <a:off x="5455969" y="2016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5" name="pt16015"/>
            <p:cNvSpPr/>
            <p:nvPr/>
          </p:nvSpPr>
          <p:spPr>
            <a:xfrm>
              <a:off x="5211623" y="1996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6" name="pt16016"/>
            <p:cNvSpPr/>
            <p:nvPr/>
          </p:nvSpPr>
          <p:spPr>
            <a:xfrm>
              <a:off x="5620236" y="1960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7" name="pt16017"/>
            <p:cNvSpPr/>
            <p:nvPr/>
          </p:nvSpPr>
          <p:spPr>
            <a:xfrm>
              <a:off x="5583307" y="2010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8" name="pt16018"/>
            <p:cNvSpPr/>
            <p:nvPr/>
          </p:nvSpPr>
          <p:spPr>
            <a:xfrm>
              <a:off x="5094532" y="2640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9" name="pt16019"/>
            <p:cNvSpPr/>
            <p:nvPr/>
          </p:nvSpPr>
          <p:spPr>
            <a:xfrm>
              <a:off x="5540540" y="2178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0" name="pt16020"/>
            <p:cNvSpPr/>
            <p:nvPr/>
          </p:nvSpPr>
          <p:spPr>
            <a:xfrm>
              <a:off x="6001135" y="204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1" name="pt16021"/>
            <p:cNvSpPr/>
            <p:nvPr/>
          </p:nvSpPr>
          <p:spPr>
            <a:xfrm>
              <a:off x="5471089" y="2050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2" name="pt16022"/>
            <p:cNvSpPr/>
            <p:nvPr/>
          </p:nvSpPr>
          <p:spPr>
            <a:xfrm>
              <a:off x="5176903" y="2250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3" name="pt16023"/>
            <p:cNvSpPr/>
            <p:nvPr/>
          </p:nvSpPr>
          <p:spPr>
            <a:xfrm>
              <a:off x="5821307" y="1906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4" name="pt16024"/>
            <p:cNvSpPr/>
            <p:nvPr/>
          </p:nvSpPr>
          <p:spPr>
            <a:xfrm>
              <a:off x="5620116" y="1954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5" name="pt16025"/>
            <p:cNvSpPr/>
            <p:nvPr/>
          </p:nvSpPr>
          <p:spPr>
            <a:xfrm>
              <a:off x="5050055" y="2612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6" name="pt16026"/>
            <p:cNvSpPr/>
            <p:nvPr/>
          </p:nvSpPr>
          <p:spPr>
            <a:xfrm>
              <a:off x="5364881" y="2171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7" name="pt16027"/>
            <p:cNvSpPr/>
            <p:nvPr/>
          </p:nvSpPr>
          <p:spPr>
            <a:xfrm>
              <a:off x="5761026" y="2001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8" name="pt16028"/>
            <p:cNvSpPr/>
            <p:nvPr/>
          </p:nvSpPr>
          <p:spPr>
            <a:xfrm>
              <a:off x="5339097" y="2265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9" name="pt16029"/>
            <p:cNvSpPr/>
            <p:nvPr/>
          </p:nvSpPr>
          <p:spPr>
            <a:xfrm>
              <a:off x="5697398" y="2073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0" name="pt16030"/>
            <p:cNvSpPr/>
            <p:nvPr/>
          </p:nvSpPr>
          <p:spPr>
            <a:xfrm>
              <a:off x="5517450" y="2155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1" name="pt16031"/>
            <p:cNvSpPr/>
            <p:nvPr/>
          </p:nvSpPr>
          <p:spPr>
            <a:xfrm>
              <a:off x="5395912" y="2275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2" name="pt16032"/>
            <p:cNvSpPr/>
            <p:nvPr/>
          </p:nvSpPr>
          <p:spPr>
            <a:xfrm>
              <a:off x="5363599" y="2134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3" name="pt16033"/>
            <p:cNvSpPr/>
            <p:nvPr/>
          </p:nvSpPr>
          <p:spPr>
            <a:xfrm>
              <a:off x="5687621" y="2060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4" name="pt16034"/>
            <p:cNvSpPr/>
            <p:nvPr/>
          </p:nvSpPr>
          <p:spPr>
            <a:xfrm>
              <a:off x="5437704" y="2069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5" name="pt16035"/>
            <p:cNvSpPr/>
            <p:nvPr/>
          </p:nvSpPr>
          <p:spPr>
            <a:xfrm>
              <a:off x="5273114" y="2156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6" name="pt16036"/>
            <p:cNvSpPr/>
            <p:nvPr/>
          </p:nvSpPr>
          <p:spPr>
            <a:xfrm>
              <a:off x="5049583" y="2467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7" name="pt16037"/>
            <p:cNvSpPr/>
            <p:nvPr/>
          </p:nvSpPr>
          <p:spPr>
            <a:xfrm>
              <a:off x="5698838" y="2093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8" name="pt16038"/>
            <p:cNvSpPr/>
            <p:nvPr/>
          </p:nvSpPr>
          <p:spPr>
            <a:xfrm>
              <a:off x="5626738" y="209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9" name="pt16039"/>
            <p:cNvSpPr/>
            <p:nvPr/>
          </p:nvSpPr>
          <p:spPr>
            <a:xfrm>
              <a:off x="5340033" y="2141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0" name="pt16040"/>
            <p:cNvSpPr/>
            <p:nvPr/>
          </p:nvSpPr>
          <p:spPr>
            <a:xfrm>
              <a:off x="5153332" y="2491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1" name="pt16041"/>
            <p:cNvSpPr/>
            <p:nvPr/>
          </p:nvSpPr>
          <p:spPr>
            <a:xfrm>
              <a:off x="5555281" y="2203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2" name="pt16042"/>
            <p:cNvSpPr/>
            <p:nvPr/>
          </p:nvSpPr>
          <p:spPr>
            <a:xfrm>
              <a:off x="5439001" y="21156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3" name="pt16043"/>
            <p:cNvSpPr/>
            <p:nvPr/>
          </p:nvSpPr>
          <p:spPr>
            <a:xfrm>
              <a:off x="5554575" y="2330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4" name="pt16044"/>
            <p:cNvSpPr/>
            <p:nvPr/>
          </p:nvSpPr>
          <p:spPr>
            <a:xfrm>
              <a:off x="5583891" y="1891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5" name="pt16045"/>
            <p:cNvSpPr/>
            <p:nvPr/>
          </p:nvSpPr>
          <p:spPr>
            <a:xfrm>
              <a:off x="5628787" y="2020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6" name="pt16046"/>
            <p:cNvSpPr/>
            <p:nvPr/>
          </p:nvSpPr>
          <p:spPr>
            <a:xfrm>
              <a:off x="5508290" y="2223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7" name="pt16047"/>
            <p:cNvSpPr/>
            <p:nvPr/>
          </p:nvSpPr>
          <p:spPr>
            <a:xfrm>
              <a:off x="5483753" y="213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8" name="pt16048"/>
            <p:cNvSpPr/>
            <p:nvPr/>
          </p:nvSpPr>
          <p:spPr>
            <a:xfrm>
              <a:off x="5943513" y="1349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9" name="pt16049"/>
            <p:cNvSpPr/>
            <p:nvPr/>
          </p:nvSpPr>
          <p:spPr>
            <a:xfrm>
              <a:off x="5013732" y="2180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0" name="pt16050"/>
            <p:cNvSpPr/>
            <p:nvPr/>
          </p:nvSpPr>
          <p:spPr>
            <a:xfrm>
              <a:off x="4993242" y="2683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1" name="pt16051"/>
            <p:cNvSpPr/>
            <p:nvPr/>
          </p:nvSpPr>
          <p:spPr>
            <a:xfrm>
              <a:off x="5438604" y="2051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2" name="pt16052"/>
            <p:cNvSpPr/>
            <p:nvPr/>
          </p:nvSpPr>
          <p:spPr>
            <a:xfrm>
              <a:off x="5293341" y="2104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3" name="pt16053"/>
            <p:cNvSpPr/>
            <p:nvPr/>
          </p:nvSpPr>
          <p:spPr>
            <a:xfrm>
              <a:off x="5541567" y="2210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4" name="pt16054"/>
            <p:cNvSpPr/>
            <p:nvPr/>
          </p:nvSpPr>
          <p:spPr>
            <a:xfrm>
              <a:off x="5793014" y="1953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5" name="pt16055"/>
            <p:cNvSpPr/>
            <p:nvPr/>
          </p:nvSpPr>
          <p:spPr>
            <a:xfrm>
              <a:off x="5264037" y="2120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6" name="pt16056"/>
            <p:cNvSpPr/>
            <p:nvPr/>
          </p:nvSpPr>
          <p:spPr>
            <a:xfrm>
              <a:off x="5443933" y="2136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7" name="pt16057"/>
            <p:cNvSpPr/>
            <p:nvPr/>
          </p:nvSpPr>
          <p:spPr>
            <a:xfrm>
              <a:off x="5329736" y="2209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8" name="pt16058"/>
            <p:cNvSpPr/>
            <p:nvPr/>
          </p:nvSpPr>
          <p:spPr>
            <a:xfrm>
              <a:off x="5290879" y="2091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9" name="pt16059"/>
            <p:cNvSpPr/>
            <p:nvPr/>
          </p:nvSpPr>
          <p:spPr>
            <a:xfrm>
              <a:off x="5392362" y="225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0" name="pt16060"/>
            <p:cNvSpPr/>
            <p:nvPr/>
          </p:nvSpPr>
          <p:spPr>
            <a:xfrm>
              <a:off x="5622785" y="207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1" name="pt16061"/>
            <p:cNvSpPr/>
            <p:nvPr/>
          </p:nvSpPr>
          <p:spPr>
            <a:xfrm>
              <a:off x="5674915" y="2280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2" name="pt16062"/>
            <p:cNvSpPr/>
            <p:nvPr/>
          </p:nvSpPr>
          <p:spPr>
            <a:xfrm>
              <a:off x="4956346" y="2789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3" name="pt16063"/>
            <p:cNvSpPr/>
            <p:nvPr/>
          </p:nvSpPr>
          <p:spPr>
            <a:xfrm>
              <a:off x="5938374" y="1655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4" name="pt16064"/>
            <p:cNvSpPr/>
            <p:nvPr/>
          </p:nvSpPr>
          <p:spPr>
            <a:xfrm>
              <a:off x="5438797" y="1947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5" name="pt16065"/>
            <p:cNvSpPr/>
            <p:nvPr/>
          </p:nvSpPr>
          <p:spPr>
            <a:xfrm>
              <a:off x="5415495" y="2147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6" name="pt16066"/>
            <p:cNvSpPr/>
            <p:nvPr/>
          </p:nvSpPr>
          <p:spPr>
            <a:xfrm>
              <a:off x="5326509" y="2185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7" name="pt16067"/>
            <p:cNvSpPr/>
            <p:nvPr/>
          </p:nvSpPr>
          <p:spPr>
            <a:xfrm>
              <a:off x="5318363" y="2215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8" name="pt16068"/>
            <p:cNvSpPr/>
            <p:nvPr/>
          </p:nvSpPr>
          <p:spPr>
            <a:xfrm>
              <a:off x="5226906" y="2050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9" name="pt16069"/>
            <p:cNvSpPr/>
            <p:nvPr/>
          </p:nvSpPr>
          <p:spPr>
            <a:xfrm>
              <a:off x="5304282" y="2085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0" name="pt16070"/>
            <p:cNvSpPr/>
            <p:nvPr/>
          </p:nvSpPr>
          <p:spPr>
            <a:xfrm>
              <a:off x="5470490" y="2039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1" name="pt16071"/>
            <p:cNvSpPr/>
            <p:nvPr/>
          </p:nvSpPr>
          <p:spPr>
            <a:xfrm>
              <a:off x="5203786" y="2205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2" name="pt16072"/>
            <p:cNvSpPr/>
            <p:nvPr/>
          </p:nvSpPr>
          <p:spPr>
            <a:xfrm>
              <a:off x="5308876" y="2033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3" name="pt16073"/>
            <p:cNvSpPr/>
            <p:nvPr/>
          </p:nvSpPr>
          <p:spPr>
            <a:xfrm>
              <a:off x="5495784" y="2251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4" name="pt16074"/>
            <p:cNvSpPr/>
            <p:nvPr/>
          </p:nvSpPr>
          <p:spPr>
            <a:xfrm>
              <a:off x="4949520" y="2448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5" name="pt16075"/>
            <p:cNvSpPr/>
            <p:nvPr/>
          </p:nvSpPr>
          <p:spPr>
            <a:xfrm>
              <a:off x="5340887" y="2246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6" name="pt16076"/>
            <p:cNvSpPr/>
            <p:nvPr/>
          </p:nvSpPr>
          <p:spPr>
            <a:xfrm>
              <a:off x="5417592" y="2131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7" name="pt16077"/>
            <p:cNvSpPr/>
            <p:nvPr/>
          </p:nvSpPr>
          <p:spPr>
            <a:xfrm>
              <a:off x="5355266" y="2246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8" name="pt16078"/>
            <p:cNvSpPr/>
            <p:nvPr/>
          </p:nvSpPr>
          <p:spPr>
            <a:xfrm>
              <a:off x="5050365" y="2622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9" name="pt16079"/>
            <p:cNvSpPr/>
            <p:nvPr/>
          </p:nvSpPr>
          <p:spPr>
            <a:xfrm>
              <a:off x="5677704" y="1924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0" name="pt16080"/>
            <p:cNvSpPr/>
            <p:nvPr/>
          </p:nvSpPr>
          <p:spPr>
            <a:xfrm>
              <a:off x="5720057" y="1921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1" name="pt16081"/>
            <p:cNvSpPr/>
            <p:nvPr/>
          </p:nvSpPr>
          <p:spPr>
            <a:xfrm>
              <a:off x="5766658" y="1953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2" name="pt16082"/>
            <p:cNvSpPr/>
            <p:nvPr/>
          </p:nvSpPr>
          <p:spPr>
            <a:xfrm>
              <a:off x="5180631" y="2201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3" name="pt16083"/>
            <p:cNvSpPr/>
            <p:nvPr/>
          </p:nvSpPr>
          <p:spPr>
            <a:xfrm>
              <a:off x="5578849" y="2168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4" name="pt16084"/>
            <p:cNvSpPr/>
            <p:nvPr/>
          </p:nvSpPr>
          <p:spPr>
            <a:xfrm>
              <a:off x="5441625" y="2055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5" name="pt16085"/>
            <p:cNvSpPr/>
            <p:nvPr/>
          </p:nvSpPr>
          <p:spPr>
            <a:xfrm>
              <a:off x="5592338" y="1987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6" name="pt16086"/>
            <p:cNvSpPr/>
            <p:nvPr/>
          </p:nvSpPr>
          <p:spPr>
            <a:xfrm>
              <a:off x="5522644" y="2028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7" name="pt16087"/>
            <p:cNvSpPr/>
            <p:nvPr/>
          </p:nvSpPr>
          <p:spPr>
            <a:xfrm>
              <a:off x="5089395" y="2709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8" name="pt16088"/>
            <p:cNvSpPr/>
            <p:nvPr/>
          </p:nvSpPr>
          <p:spPr>
            <a:xfrm>
              <a:off x="5619888" y="2014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9" name="pt16089"/>
            <p:cNvSpPr/>
            <p:nvPr/>
          </p:nvSpPr>
          <p:spPr>
            <a:xfrm>
              <a:off x="5200984" y="2078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0" name="pt16090"/>
            <p:cNvSpPr/>
            <p:nvPr/>
          </p:nvSpPr>
          <p:spPr>
            <a:xfrm>
              <a:off x="5786623" y="1914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1" name="pt16091"/>
            <p:cNvSpPr/>
            <p:nvPr/>
          </p:nvSpPr>
          <p:spPr>
            <a:xfrm>
              <a:off x="5562734" y="2226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2" name="pt16092"/>
            <p:cNvSpPr/>
            <p:nvPr/>
          </p:nvSpPr>
          <p:spPr>
            <a:xfrm>
              <a:off x="5379098" y="2150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3" name="pt16093"/>
            <p:cNvSpPr/>
            <p:nvPr/>
          </p:nvSpPr>
          <p:spPr>
            <a:xfrm>
              <a:off x="5637831" y="2061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4" name="pt16094"/>
            <p:cNvSpPr/>
            <p:nvPr/>
          </p:nvSpPr>
          <p:spPr>
            <a:xfrm>
              <a:off x="5345907" y="2260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5" name="pt16095"/>
            <p:cNvSpPr/>
            <p:nvPr/>
          </p:nvSpPr>
          <p:spPr>
            <a:xfrm>
              <a:off x="5085603" y="2034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6" name="pt16096"/>
            <p:cNvSpPr/>
            <p:nvPr/>
          </p:nvSpPr>
          <p:spPr>
            <a:xfrm>
              <a:off x="5606507" y="1918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7" name="pt16097"/>
            <p:cNvSpPr/>
            <p:nvPr/>
          </p:nvSpPr>
          <p:spPr>
            <a:xfrm>
              <a:off x="5741295" y="1909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8" name="pt16098"/>
            <p:cNvSpPr/>
            <p:nvPr/>
          </p:nvSpPr>
          <p:spPr>
            <a:xfrm>
              <a:off x="5411522" y="2170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9" name="pt16099"/>
            <p:cNvSpPr/>
            <p:nvPr/>
          </p:nvSpPr>
          <p:spPr>
            <a:xfrm>
              <a:off x="5357551" y="2159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0" name="pt16100"/>
            <p:cNvSpPr/>
            <p:nvPr/>
          </p:nvSpPr>
          <p:spPr>
            <a:xfrm>
              <a:off x="5174906" y="23446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1" name="pt16101"/>
            <p:cNvSpPr/>
            <p:nvPr/>
          </p:nvSpPr>
          <p:spPr>
            <a:xfrm>
              <a:off x="5285382" y="2056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2" name="pt16102"/>
            <p:cNvSpPr/>
            <p:nvPr/>
          </p:nvSpPr>
          <p:spPr>
            <a:xfrm>
              <a:off x="5389723" y="2127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3" name="pt16103"/>
            <p:cNvSpPr/>
            <p:nvPr/>
          </p:nvSpPr>
          <p:spPr>
            <a:xfrm>
              <a:off x="5491680" y="2207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4" name="pt16104"/>
            <p:cNvSpPr/>
            <p:nvPr/>
          </p:nvSpPr>
          <p:spPr>
            <a:xfrm>
              <a:off x="5218124" y="2017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5" name="pt16105"/>
            <p:cNvSpPr/>
            <p:nvPr/>
          </p:nvSpPr>
          <p:spPr>
            <a:xfrm>
              <a:off x="5327309" y="21510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6" name="pt16106"/>
            <p:cNvSpPr/>
            <p:nvPr/>
          </p:nvSpPr>
          <p:spPr>
            <a:xfrm>
              <a:off x="5112463" y="2518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7" name="pt16107"/>
            <p:cNvSpPr/>
            <p:nvPr/>
          </p:nvSpPr>
          <p:spPr>
            <a:xfrm>
              <a:off x="5472878" y="2199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8" name="pt16108"/>
            <p:cNvSpPr/>
            <p:nvPr/>
          </p:nvSpPr>
          <p:spPr>
            <a:xfrm>
              <a:off x="5621284" y="1985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9" name="pt16109"/>
            <p:cNvSpPr/>
            <p:nvPr/>
          </p:nvSpPr>
          <p:spPr>
            <a:xfrm>
              <a:off x="5477023" y="2098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0" name="pt16110"/>
            <p:cNvSpPr/>
            <p:nvPr/>
          </p:nvSpPr>
          <p:spPr>
            <a:xfrm>
              <a:off x="5182851" y="2237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1" name="pt16111"/>
            <p:cNvSpPr/>
            <p:nvPr/>
          </p:nvSpPr>
          <p:spPr>
            <a:xfrm>
              <a:off x="5098995" y="2551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2" name="pt16112"/>
            <p:cNvSpPr/>
            <p:nvPr/>
          </p:nvSpPr>
          <p:spPr>
            <a:xfrm>
              <a:off x="5481081" y="2256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3" name="pt16113"/>
            <p:cNvSpPr/>
            <p:nvPr/>
          </p:nvSpPr>
          <p:spPr>
            <a:xfrm>
              <a:off x="5385787" y="2302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4" name="pt16114"/>
            <p:cNvSpPr/>
            <p:nvPr/>
          </p:nvSpPr>
          <p:spPr>
            <a:xfrm>
              <a:off x="5266528" y="2115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5" name="pt16115"/>
            <p:cNvSpPr/>
            <p:nvPr/>
          </p:nvSpPr>
          <p:spPr>
            <a:xfrm>
              <a:off x="5040581" y="2628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6" name="pt16116"/>
            <p:cNvSpPr/>
            <p:nvPr/>
          </p:nvSpPr>
          <p:spPr>
            <a:xfrm>
              <a:off x="5441708" y="2046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7" name="pt16117"/>
            <p:cNvSpPr/>
            <p:nvPr/>
          </p:nvSpPr>
          <p:spPr>
            <a:xfrm>
              <a:off x="5043190" y="2538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8" name="pt16118"/>
            <p:cNvSpPr/>
            <p:nvPr/>
          </p:nvSpPr>
          <p:spPr>
            <a:xfrm>
              <a:off x="5575519" y="1921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9" name="pt16119"/>
            <p:cNvSpPr/>
            <p:nvPr/>
          </p:nvSpPr>
          <p:spPr>
            <a:xfrm>
              <a:off x="5406508" y="2323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0" name="pt16120"/>
            <p:cNvSpPr/>
            <p:nvPr/>
          </p:nvSpPr>
          <p:spPr>
            <a:xfrm>
              <a:off x="5539741" y="2176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1" name="pt16121"/>
            <p:cNvSpPr/>
            <p:nvPr/>
          </p:nvSpPr>
          <p:spPr>
            <a:xfrm>
              <a:off x="5041415" y="2356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2" name="pt16122"/>
            <p:cNvSpPr/>
            <p:nvPr/>
          </p:nvSpPr>
          <p:spPr>
            <a:xfrm>
              <a:off x="5232322" y="2157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3" name="pt16123"/>
            <p:cNvSpPr/>
            <p:nvPr/>
          </p:nvSpPr>
          <p:spPr>
            <a:xfrm>
              <a:off x="5331203" y="2111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4" name="pt16124"/>
            <p:cNvSpPr/>
            <p:nvPr/>
          </p:nvSpPr>
          <p:spPr>
            <a:xfrm>
              <a:off x="5124272" y="2723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5" name="pt16125"/>
            <p:cNvSpPr/>
            <p:nvPr/>
          </p:nvSpPr>
          <p:spPr>
            <a:xfrm>
              <a:off x="5354283" y="2282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6" name="pt16126"/>
            <p:cNvSpPr/>
            <p:nvPr/>
          </p:nvSpPr>
          <p:spPr>
            <a:xfrm>
              <a:off x="5364091" y="207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7" name="pt16127"/>
            <p:cNvSpPr/>
            <p:nvPr/>
          </p:nvSpPr>
          <p:spPr>
            <a:xfrm>
              <a:off x="5403512" y="2317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8" name="pt16128"/>
            <p:cNvSpPr/>
            <p:nvPr/>
          </p:nvSpPr>
          <p:spPr>
            <a:xfrm>
              <a:off x="5469872" y="2024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9" name="pt16129"/>
            <p:cNvSpPr/>
            <p:nvPr/>
          </p:nvSpPr>
          <p:spPr>
            <a:xfrm>
              <a:off x="5460726" y="1973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0" name="pt16130"/>
            <p:cNvSpPr/>
            <p:nvPr/>
          </p:nvSpPr>
          <p:spPr>
            <a:xfrm>
              <a:off x="5258803" y="2213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1" name="pt16131"/>
            <p:cNvSpPr/>
            <p:nvPr/>
          </p:nvSpPr>
          <p:spPr>
            <a:xfrm>
              <a:off x="5460740" y="2076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2" name="pt16132"/>
            <p:cNvSpPr/>
            <p:nvPr/>
          </p:nvSpPr>
          <p:spPr>
            <a:xfrm>
              <a:off x="5459530" y="2026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3" name="pt16133"/>
            <p:cNvSpPr/>
            <p:nvPr/>
          </p:nvSpPr>
          <p:spPr>
            <a:xfrm>
              <a:off x="5282827" y="19226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4" name="pt16134"/>
            <p:cNvSpPr/>
            <p:nvPr/>
          </p:nvSpPr>
          <p:spPr>
            <a:xfrm>
              <a:off x="5461325" y="20188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5" name="pt16135"/>
            <p:cNvSpPr/>
            <p:nvPr/>
          </p:nvSpPr>
          <p:spPr>
            <a:xfrm>
              <a:off x="5448845" y="1908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6" name="pt16136"/>
            <p:cNvSpPr/>
            <p:nvPr/>
          </p:nvSpPr>
          <p:spPr>
            <a:xfrm>
              <a:off x="5199724" y="2142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7" name="pt16137"/>
            <p:cNvSpPr/>
            <p:nvPr/>
          </p:nvSpPr>
          <p:spPr>
            <a:xfrm>
              <a:off x="5512813" y="215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8" name="pt16138"/>
            <p:cNvSpPr/>
            <p:nvPr/>
          </p:nvSpPr>
          <p:spPr>
            <a:xfrm>
              <a:off x="5391702" y="2227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9" name="pt16139"/>
            <p:cNvSpPr/>
            <p:nvPr/>
          </p:nvSpPr>
          <p:spPr>
            <a:xfrm>
              <a:off x="5415937" y="2190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0" name="pt16140"/>
            <p:cNvSpPr/>
            <p:nvPr/>
          </p:nvSpPr>
          <p:spPr>
            <a:xfrm>
              <a:off x="5389986" y="2251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1" name="pt16141"/>
            <p:cNvSpPr/>
            <p:nvPr/>
          </p:nvSpPr>
          <p:spPr>
            <a:xfrm>
              <a:off x="5406244" y="2308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2" name="pt16142"/>
            <p:cNvSpPr/>
            <p:nvPr/>
          </p:nvSpPr>
          <p:spPr>
            <a:xfrm>
              <a:off x="5623634" y="1956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3" name="pt16143"/>
            <p:cNvSpPr/>
            <p:nvPr/>
          </p:nvSpPr>
          <p:spPr>
            <a:xfrm>
              <a:off x="5823230" y="1714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4" name="pt16144"/>
            <p:cNvSpPr/>
            <p:nvPr/>
          </p:nvSpPr>
          <p:spPr>
            <a:xfrm>
              <a:off x="5490790" y="2243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5" name="pt16145"/>
            <p:cNvSpPr/>
            <p:nvPr/>
          </p:nvSpPr>
          <p:spPr>
            <a:xfrm>
              <a:off x="5758688" y="1884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6" name="pt16146"/>
            <p:cNvSpPr/>
            <p:nvPr/>
          </p:nvSpPr>
          <p:spPr>
            <a:xfrm>
              <a:off x="5484325" y="2073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7" name="pt16147"/>
            <p:cNvSpPr/>
            <p:nvPr/>
          </p:nvSpPr>
          <p:spPr>
            <a:xfrm>
              <a:off x="5504003" y="2059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8" name="pt16148"/>
            <p:cNvSpPr/>
            <p:nvPr/>
          </p:nvSpPr>
          <p:spPr>
            <a:xfrm>
              <a:off x="5871859" y="1611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9" name="pt16149"/>
            <p:cNvSpPr/>
            <p:nvPr/>
          </p:nvSpPr>
          <p:spPr>
            <a:xfrm>
              <a:off x="5697870" y="2103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0" name="pt16150"/>
            <p:cNvSpPr/>
            <p:nvPr/>
          </p:nvSpPr>
          <p:spPr>
            <a:xfrm>
              <a:off x="5279286" y="2132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1" name="pt16151"/>
            <p:cNvSpPr/>
            <p:nvPr/>
          </p:nvSpPr>
          <p:spPr>
            <a:xfrm>
              <a:off x="5429335" y="2110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2" name="pt16152"/>
            <p:cNvSpPr/>
            <p:nvPr/>
          </p:nvSpPr>
          <p:spPr>
            <a:xfrm>
              <a:off x="5054766" y="2548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3" name="pt16153"/>
            <p:cNvSpPr/>
            <p:nvPr/>
          </p:nvSpPr>
          <p:spPr>
            <a:xfrm>
              <a:off x="5395601" y="2204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4" name="pt16154"/>
            <p:cNvSpPr/>
            <p:nvPr/>
          </p:nvSpPr>
          <p:spPr>
            <a:xfrm>
              <a:off x="5289854" y="2119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5" name="pt16155"/>
            <p:cNvSpPr/>
            <p:nvPr/>
          </p:nvSpPr>
          <p:spPr>
            <a:xfrm>
              <a:off x="5266662" y="2203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6" name="pt16156"/>
            <p:cNvSpPr/>
            <p:nvPr/>
          </p:nvSpPr>
          <p:spPr>
            <a:xfrm>
              <a:off x="5594967" y="2015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7" name="pt16157"/>
            <p:cNvSpPr/>
            <p:nvPr/>
          </p:nvSpPr>
          <p:spPr>
            <a:xfrm>
              <a:off x="4896262" y="205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8" name="pt16158"/>
            <p:cNvSpPr/>
            <p:nvPr/>
          </p:nvSpPr>
          <p:spPr>
            <a:xfrm>
              <a:off x="5122572" y="2784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9" name="pt16159"/>
            <p:cNvSpPr/>
            <p:nvPr/>
          </p:nvSpPr>
          <p:spPr>
            <a:xfrm>
              <a:off x="5445682" y="2089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0" name="pt16160"/>
            <p:cNvSpPr/>
            <p:nvPr/>
          </p:nvSpPr>
          <p:spPr>
            <a:xfrm>
              <a:off x="5519457" y="2047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1" name="pt16161"/>
            <p:cNvSpPr/>
            <p:nvPr/>
          </p:nvSpPr>
          <p:spPr>
            <a:xfrm>
              <a:off x="5378193" y="2142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2" name="pt16162"/>
            <p:cNvSpPr/>
            <p:nvPr/>
          </p:nvSpPr>
          <p:spPr>
            <a:xfrm>
              <a:off x="5155840" y="2510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3" name="pt16163"/>
            <p:cNvSpPr/>
            <p:nvPr/>
          </p:nvSpPr>
          <p:spPr>
            <a:xfrm>
              <a:off x="5584266" y="2026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4" name="pt16164"/>
            <p:cNvSpPr/>
            <p:nvPr/>
          </p:nvSpPr>
          <p:spPr>
            <a:xfrm>
              <a:off x="5276749" y="2138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5" name="pt16165"/>
            <p:cNvSpPr/>
            <p:nvPr/>
          </p:nvSpPr>
          <p:spPr>
            <a:xfrm>
              <a:off x="5196926" y="2246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6" name="pt16166"/>
            <p:cNvSpPr/>
            <p:nvPr/>
          </p:nvSpPr>
          <p:spPr>
            <a:xfrm>
              <a:off x="5540088" y="2134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7" name="pt16167"/>
            <p:cNvSpPr/>
            <p:nvPr/>
          </p:nvSpPr>
          <p:spPr>
            <a:xfrm>
              <a:off x="5669461" y="1703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8" name="pt16168"/>
            <p:cNvSpPr/>
            <p:nvPr/>
          </p:nvSpPr>
          <p:spPr>
            <a:xfrm>
              <a:off x="5569761" y="2043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9" name="pt16169"/>
            <p:cNvSpPr/>
            <p:nvPr/>
          </p:nvSpPr>
          <p:spPr>
            <a:xfrm>
              <a:off x="5468454" y="2013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0" name="pt16170"/>
            <p:cNvSpPr/>
            <p:nvPr/>
          </p:nvSpPr>
          <p:spPr>
            <a:xfrm>
              <a:off x="5452829" y="2026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1" name="pt16171"/>
            <p:cNvSpPr/>
            <p:nvPr/>
          </p:nvSpPr>
          <p:spPr>
            <a:xfrm>
              <a:off x="5511174" y="2124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2" name="pt16172"/>
            <p:cNvSpPr/>
            <p:nvPr/>
          </p:nvSpPr>
          <p:spPr>
            <a:xfrm>
              <a:off x="5396680" y="2243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3" name="pt16173"/>
            <p:cNvSpPr/>
            <p:nvPr/>
          </p:nvSpPr>
          <p:spPr>
            <a:xfrm>
              <a:off x="5481608" y="2172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4" name="pt16174"/>
            <p:cNvSpPr/>
            <p:nvPr/>
          </p:nvSpPr>
          <p:spPr>
            <a:xfrm>
              <a:off x="5534951" y="2301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5" name="pt16175"/>
            <p:cNvSpPr/>
            <p:nvPr/>
          </p:nvSpPr>
          <p:spPr>
            <a:xfrm>
              <a:off x="5439221" y="2085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6" name="pt16176"/>
            <p:cNvSpPr/>
            <p:nvPr/>
          </p:nvSpPr>
          <p:spPr>
            <a:xfrm>
              <a:off x="5890277" y="1884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7" name="pt16177"/>
            <p:cNvSpPr/>
            <p:nvPr/>
          </p:nvSpPr>
          <p:spPr>
            <a:xfrm>
              <a:off x="5045346" y="2468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8" name="pt16178"/>
            <p:cNvSpPr/>
            <p:nvPr/>
          </p:nvSpPr>
          <p:spPr>
            <a:xfrm>
              <a:off x="5419206" y="2085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9" name="pt16179"/>
            <p:cNvSpPr/>
            <p:nvPr/>
          </p:nvSpPr>
          <p:spPr>
            <a:xfrm>
              <a:off x="5575685" y="2015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0" name="pt16180"/>
            <p:cNvSpPr/>
            <p:nvPr/>
          </p:nvSpPr>
          <p:spPr>
            <a:xfrm>
              <a:off x="5305675" y="2217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1" name="pt16181"/>
            <p:cNvSpPr/>
            <p:nvPr/>
          </p:nvSpPr>
          <p:spPr>
            <a:xfrm>
              <a:off x="5254389" y="2194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2" name="pt16182"/>
            <p:cNvSpPr/>
            <p:nvPr/>
          </p:nvSpPr>
          <p:spPr>
            <a:xfrm>
              <a:off x="5076821" y="2147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3" name="pt16183"/>
            <p:cNvSpPr/>
            <p:nvPr/>
          </p:nvSpPr>
          <p:spPr>
            <a:xfrm>
              <a:off x="4923083" y="2182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4" name="pt16184"/>
            <p:cNvSpPr/>
            <p:nvPr/>
          </p:nvSpPr>
          <p:spPr>
            <a:xfrm>
              <a:off x="5425859" y="2208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5" name="pt16185"/>
            <p:cNvSpPr/>
            <p:nvPr/>
          </p:nvSpPr>
          <p:spPr>
            <a:xfrm>
              <a:off x="5950123" y="1796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6" name="pt16186"/>
            <p:cNvSpPr/>
            <p:nvPr/>
          </p:nvSpPr>
          <p:spPr>
            <a:xfrm>
              <a:off x="5384958" y="2225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7" name="pt16187"/>
            <p:cNvSpPr/>
            <p:nvPr/>
          </p:nvSpPr>
          <p:spPr>
            <a:xfrm>
              <a:off x="5102575" y="2351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8" name="pt16188"/>
            <p:cNvSpPr/>
            <p:nvPr/>
          </p:nvSpPr>
          <p:spPr>
            <a:xfrm>
              <a:off x="5129925" y="2621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9" name="pt16189"/>
            <p:cNvSpPr/>
            <p:nvPr/>
          </p:nvSpPr>
          <p:spPr>
            <a:xfrm>
              <a:off x="5348050" y="2332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0" name="pt16190"/>
            <p:cNvSpPr/>
            <p:nvPr/>
          </p:nvSpPr>
          <p:spPr>
            <a:xfrm>
              <a:off x="5504026" y="2101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1" name="pt16191"/>
            <p:cNvSpPr/>
            <p:nvPr/>
          </p:nvSpPr>
          <p:spPr>
            <a:xfrm>
              <a:off x="5526630" y="2123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2" name="pt16192"/>
            <p:cNvSpPr/>
            <p:nvPr/>
          </p:nvSpPr>
          <p:spPr>
            <a:xfrm>
              <a:off x="5531702" y="2191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3" name="pt16193"/>
            <p:cNvSpPr/>
            <p:nvPr/>
          </p:nvSpPr>
          <p:spPr>
            <a:xfrm>
              <a:off x="4998164" y="2389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4" name="pt16194"/>
            <p:cNvSpPr/>
            <p:nvPr/>
          </p:nvSpPr>
          <p:spPr>
            <a:xfrm>
              <a:off x="5243396" y="2116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5" name="pt16195"/>
            <p:cNvSpPr/>
            <p:nvPr/>
          </p:nvSpPr>
          <p:spPr>
            <a:xfrm>
              <a:off x="5429498" y="2089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6" name="pt16196"/>
            <p:cNvSpPr/>
            <p:nvPr/>
          </p:nvSpPr>
          <p:spPr>
            <a:xfrm>
              <a:off x="5559721" y="2305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7" name="pt16197"/>
            <p:cNvSpPr/>
            <p:nvPr/>
          </p:nvSpPr>
          <p:spPr>
            <a:xfrm>
              <a:off x="5458164" y="2014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8" name="pt16198"/>
            <p:cNvSpPr/>
            <p:nvPr/>
          </p:nvSpPr>
          <p:spPr>
            <a:xfrm>
              <a:off x="5156135" y="2574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9" name="pt16199"/>
            <p:cNvSpPr/>
            <p:nvPr/>
          </p:nvSpPr>
          <p:spPr>
            <a:xfrm>
              <a:off x="4833845" y="2364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0" name="pt16200"/>
            <p:cNvSpPr/>
            <p:nvPr/>
          </p:nvSpPr>
          <p:spPr>
            <a:xfrm>
              <a:off x="5673142" y="1945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1" name="pt16201"/>
            <p:cNvSpPr/>
            <p:nvPr/>
          </p:nvSpPr>
          <p:spPr>
            <a:xfrm>
              <a:off x="5652547" y="1915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2" name="pt16202"/>
            <p:cNvSpPr/>
            <p:nvPr/>
          </p:nvSpPr>
          <p:spPr>
            <a:xfrm>
              <a:off x="5789059" y="1970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3" name="pt16203"/>
            <p:cNvSpPr/>
            <p:nvPr/>
          </p:nvSpPr>
          <p:spPr>
            <a:xfrm>
              <a:off x="5276910" y="2278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4" name="pt16204"/>
            <p:cNvSpPr/>
            <p:nvPr/>
          </p:nvSpPr>
          <p:spPr>
            <a:xfrm>
              <a:off x="5631616" y="1965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5" name="pt16205"/>
            <p:cNvSpPr/>
            <p:nvPr/>
          </p:nvSpPr>
          <p:spPr>
            <a:xfrm>
              <a:off x="5711132" y="1861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6" name="pt16206"/>
            <p:cNvSpPr/>
            <p:nvPr/>
          </p:nvSpPr>
          <p:spPr>
            <a:xfrm>
              <a:off x="5337702" y="2253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7" name="pt16207"/>
            <p:cNvSpPr/>
            <p:nvPr/>
          </p:nvSpPr>
          <p:spPr>
            <a:xfrm>
              <a:off x="5125582" y="271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8" name="pt16208"/>
            <p:cNvSpPr/>
            <p:nvPr/>
          </p:nvSpPr>
          <p:spPr>
            <a:xfrm>
              <a:off x="5192598" y="2043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9" name="pt16209"/>
            <p:cNvSpPr/>
            <p:nvPr/>
          </p:nvSpPr>
          <p:spPr>
            <a:xfrm>
              <a:off x="5590433" y="2178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0" name="pt16210"/>
            <p:cNvSpPr/>
            <p:nvPr/>
          </p:nvSpPr>
          <p:spPr>
            <a:xfrm>
              <a:off x="5496795" y="2152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1" name="pt16211"/>
            <p:cNvSpPr/>
            <p:nvPr/>
          </p:nvSpPr>
          <p:spPr>
            <a:xfrm>
              <a:off x="5396490" y="2130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2" name="pt16212"/>
            <p:cNvSpPr/>
            <p:nvPr/>
          </p:nvSpPr>
          <p:spPr>
            <a:xfrm>
              <a:off x="5495734" y="2188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3" name="pt16213"/>
            <p:cNvSpPr/>
            <p:nvPr/>
          </p:nvSpPr>
          <p:spPr>
            <a:xfrm>
              <a:off x="4916070" y="1772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4" name="pt16214"/>
            <p:cNvSpPr/>
            <p:nvPr/>
          </p:nvSpPr>
          <p:spPr>
            <a:xfrm>
              <a:off x="5806237" y="1850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5" name="pt16215"/>
            <p:cNvSpPr/>
            <p:nvPr/>
          </p:nvSpPr>
          <p:spPr>
            <a:xfrm>
              <a:off x="5343612" y="2059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6" name="pt16216"/>
            <p:cNvSpPr/>
            <p:nvPr/>
          </p:nvSpPr>
          <p:spPr>
            <a:xfrm>
              <a:off x="5331170" y="2211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7" name="pt16217"/>
            <p:cNvSpPr/>
            <p:nvPr/>
          </p:nvSpPr>
          <p:spPr>
            <a:xfrm>
              <a:off x="5422521" y="2160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8" name="pt16218"/>
            <p:cNvSpPr/>
            <p:nvPr/>
          </p:nvSpPr>
          <p:spPr>
            <a:xfrm>
              <a:off x="5494487" y="2178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9" name="pt16219"/>
            <p:cNvSpPr/>
            <p:nvPr/>
          </p:nvSpPr>
          <p:spPr>
            <a:xfrm>
              <a:off x="5326439" y="2177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0" name="pt16220"/>
            <p:cNvSpPr/>
            <p:nvPr/>
          </p:nvSpPr>
          <p:spPr>
            <a:xfrm>
              <a:off x="5380858" y="2117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1" name="pt16221"/>
            <p:cNvSpPr/>
            <p:nvPr/>
          </p:nvSpPr>
          <p:spPr>
            <a:xfrm>
              <a:off x="5472066" y="2051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2" name="pt16222"/>
            <p:cNvSpPr/>
            <p:nvPr/>
          </p:nvSpPr>
          <p:spPr>
            <a:xfrm>
              <a:off x="5046354" y="2522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3" name="pt16223"/>
            <p:cNvSpPr/>
            <p:nvPr/>
          </p:nvSpPr>
          <p:spPr>
            <a:xfrm>
              <a:off x="5515018" y="2097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4" name="pt16224"/>
            <p:cNvSpPr/>
            <p:nvPr/>
          </p:nvSpPr>
          <p:spPr>
            <a:xfrm>
              <a:off x="5523621" y="2027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5" name="pt16225"/>
            <p:cNvSpPr/>
            <p:nvPr/>
          </p:nvSpPr>
          <p:spPr>
            <a:xfrm>
              <a:off x="5560092" y="2235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6" name="pt16226"/>
            <p:cNvSpPr/>
            <p:nvPr/>
          </p:nvSpPr>
          <p:spPr>
            <a:xfrm>
              <a:off x="5762123" y="2079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7" name="pt16227"/>
            <p:cNvSpPr/>
            <p:nvPr/>
          </p:nvSpPr>
          <p:spPr>
            <a:xfrm>
              <a:off x="5800761" y="1946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8" name="pt16228"/>
            <p:cNvSpPr/>
            <p:nvPr/>
          </p:nvSpPr>
          <p:spPr>
            <a:xfrm>
              <a:off x="4826872" y="2750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9" name="pt16229"/>
            <p:cNvSpPr/>
            <p:nvPr/>
          </p:nvSpPr>
          <p:spPr>
            <a:xfrm>
              <a:off x="5485954" y="2237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0" name="pt16230"/>
            <p:cNvSpPr/>
            <p:nvPr/>
          </p:nvSpPr>
          <p:spPr>
            <a:xfrm>
              <a:off x="5858883" y="2009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1" name="pt16231"/>
            <p:cNvSpPr/>
            <p:nvPr/>
          </p:nvSpPr>
          <p:spPr>
            <a:xfrm>
              <a:off x="5487194" y="2260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2" name="pt16232"/>
            <p:cNvSpPr/>
            <p:nvPr/>
          </p:nvSpPr>
          <p:spPr>
            <a:xfrm>
              <a:off x="5572905" y="2191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3" name="pt16233"/>
            <p:cNvSpPr/>
            <p:nvPr/>
          </p:nvSpPr>
          <p:spPr>
            <a:xfrm>
              <a:off x="5495373" y="2347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4" name="pt16234"/>
            <p:cNvSpPr/>
            <p:nvPr/>
          </p:nvSpPr>
          <p:spPr>
            <a:xfrm>
              <a:off x="5514122" y="2184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5" name="pt16235"/>
            <p:cNvSpPr/>
            <p:nvPr/>
          </p:nvSpPr>
          <p:spPr>
            <a:xfrm>
              <a:off x="5400119" y="21304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6" name="pt16236"/>
            <p:cNvSpPr/>
            <p:nvPr/>
          </p:nvSpPr>
          <p:spPr>
            <a:xfrm>
              <a:off x="5213333" y="2123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7" name="pt16237"/>
            <p:cNvSpPr/>
            <p:nvPr/>
          </p:nvSpPr>
          <p:spPr>
            <a:xfrm>
              <a:off x="5634134" y="2142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8" name="pt16238"/>
            <p:cNvSpPr/>
            <p:nvPr/>
          </p:nvSpPr>
          <p:spPr>
            <a:xfrm>
              <a:off x="5299430" y="2196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9" name="pt16239"/>
            <p:cNvSpPr/>
            <p:nvPr/>
          </p:nvSpPr>
          <p:spPr>
            <a:xfrm>
              <a:off x="5588953" y="2085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0" name="pt16240"/>
            <p:cNvSpPr/>
            <p:nvPr/>
          </p:nvSpPr>
          <p:spPr>
            <a:xfrm>
              <a:off x="5943356" y="1687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1" name="pt16241"/>
            <p:cNvSpPr/>
            <p:nvPr/>
          </p:nvSpPr>
          <p:spPr>
            <a:xfrm>
              <a:off x="5328849" y="2111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2" name="pt16242"/>
            <p:cNvSpPr/>
            <p:nvPr/>
          </p:nvSpPr>
          <p:spPr>
            <a:xfrm>
              <a:off x="5744860" y="2108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3" name="pt16243"/>
            <p:cNvSpPr/>
            <p:nvPr/>
          </p:nvSpPr>
          <p:spPr>
            <a:xfrm>
              <a:off x="5529096" y="2162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4" name="pt16244"/>
            <p:cNvSpPr/>
            <p:nvPr/>
          </p:nvSpPr>
          <p:spPr>
            <a:xfrm>
              <a:off x="5413446" y="2215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5" name="pt16245"/>
            <p:cNvSpPr/>
            <p:nvPr/>
          </p:nvSpPr>
          <p:spPr>
            <a:xfrm>
              <a:off x="5381813" y="2197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6" name="pt16246"/>
            <p:cNvSpPr/>
            <p:nvPr/>
          </p:nvSpPr>
          <p:spPr>
            <a:xfrm>
              <a:off x="5557536" y="2201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7" name="pt16247"/>
            <p:cNvSpPr/>
            <p:nvPr/>
          </p:nvSpPr>
          <p:spPr>
            <a:xfrm>
              <a:off x="5493369" y="2252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8" name="pt16248"/>
            <p:cNvSpPr/>
            <p:nvPr/>
          </p:nvSpPr>
          <p:spPr>
            <a:xfrm>
              <a:off x="5237961" y="21466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9" name="pt16249"/>
            <p:cNvSpPr/>
            <p:nvPr/>
          </p:nvSpPr>
          <p:spPr>
            <a:xfrm>
              <a:off x="5287178" y="2089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0" name="pt16250"/>
            <p:cNvSpPr/>
            <p:nvPr/>
          </p:nvSpPr>
          <p:spPr>
            <a:xfrm>
              <a:off x="5422392" y="2245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1" name="pt16251"/>
            <p:cNvSpPr/>
            <p:nvPr/>
          </p:nvSpPr>
          <p:spPr>
            <a:xfrm>
              <a:off x="5840328" y="2025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2" name="pt16252"/>
            <p:cNvSpPr/>
            <p:nvPr/>
          </p:nvSpPr>
          <p:spPr>
            <a:xfrm>
              <a:off x="5567899" y="209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3" name="pt16253"/>
            <p:cNvSpPr/>
            <p:nvPr/>
          </p:nvSpPr>
          <p:spPr>
            <a:xfrm>
              <a:off x="5617629" y="1954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4" name="pt16254"/>
            <p:cNvSpPr/>
            <p:nvPr/>
          </p:nvSpPr>
          <p:spPr>
            <a:xfrm>
              <a:off x="5129093" y="2591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5" name="pt16255"/>
            <p:cNvSpPr/>
            <p:nvPr/>
          </p:nvSpPr>
          <p:spPr>
            <a:xfrm>
              <a:off x="5605819" y="1954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6" name="pt16256"/>
            <p:cNvSpPr/>
            <p:nvPr/>
          </p:nvSpPr>
          <p:spPr>
            <a:xfrm>
              <a:off x="4724075" y="2482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7" name="pt16257"/>
            <p:cNvSpPr/>
            <p:nvPr/>
          </p:nvSpPr>
          <p:spPr>
            <a:xfrm>
              <a:off x="4752544" y="2803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8" name="pt16258"/>
            <p:cNvSpPr/>
            <p:nvPr/>
          </p:nvSpPr>
          <p:spPr>
            <a:xfrm>
              <a:off x="5651251" y="1789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9" name="pt16259"/>
            <p:cNvSpPr/>
            <p:nvPr/>
          </p:nvSpPr>
          <p:spPr>
            <a:xfrm>
              <a:off x="5895202" y="1881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0" name="pt16260"/>
            <p:cNvSpPr/>
            <p:nvPr/>
          </p:nvSpPr>
          <p:spPr>
            <a:xfrm>
              <a:off x="5423769" y="2148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1" name="pt16261"/>
            <p:cNvSpPr/>
            <p:nvPr/>
          </p:nvSpPr>
          <p:spPr>
            <a:xfrm>
              <a:off x="5389219" y="2162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2" name="pt16262"/>
            <p:cNvSpPr/>
            <p:nvPr/>
          </p:nvSpPr>
          <p:spPr>
            <a:xfrm>
              <a:off x="5022029" y="2033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3" name="pt16263"/>
            <p:cNvSpPr/>
            <p:nvPr/>
          </p:nvSpPr>
          <p:spPr>
            <a:xfrm>
              <a:off x="5590086" y="2048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4" name="pt16264"/>
            <p:cNvSpPr/>
            <p:nvPr/>
          </p:nvSpPr>
          <p:spPr>
            <a:xfrm>
              <a:off x="5481907" y="2163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5" name="pt16265"/>
            <p:cNvSpPr/>
            <p:nvPr/>
          </p:nvSpPr>
          <p:spPr>
            <a:xfrm>
              <a:off x="5484285" y="2246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6" name="pt16266"/>
            <p:cNvSpPr/>
            <p:nvPr/>
          </p:nvSpPr>
          <p:spPr>
            <a:xfrm>
              <a:off x="5448817" y="2034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7" name="pt16267"/>
            <p:cNvSpPr/>
            <p:nvPr/>
          </p:nvSpPr>
          <p:spPr>
            <a:xfrm>
              <a:off x="5248106" y="2154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8" name="pt16268"/>
            <p:cNvSpPr/>
            <p:nvPr/>
          </p:nvSpPr>
          <p:spPr>
            <a:xfrm>
              <a:off x="5051589" y="2550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9" name="pt16269"/>
            <p:cNvSpPr/>
            <p:nvPr/>
          </p:nvSpPr>
          <p:spPr>
            <a:xfrm>
              <a:off x="5237151" y="2131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0" name="pt16270"/>
            <p:cNvSpPr/>
            <p:nvPr/>
          </p:nvSpPr>
          <p:spPr>
            <a:xfrm>
              <a:off x="5294671" y="2131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1" name="pt16271"/>
            <p:cNvSpPr/>
            <p:nvPr/>
          </p:nvSpPr>
          <p:spPr>
            <a:xfrm>
              <a:off x="5271126" y="2102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2" name="pt16272"/>
            <p:cNvSpPr/>
            <p:nvPr/>
          </p:nvSpPr>
          <p:spPr>
            <a:xfrm>
              <a:off x="4765572" y="2553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3" name="pt16273"/>
            <p:cNvSpPr/>
            <p:nvPr/>
          </p:nvSpPr>
          <p:spPr>
            <a:xfrm>
              <a:off x="5651865" y="1897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4" name="pt16274"/>
            <p:cNvSpPr/>
            <p:nvPr/>
          </p:nvSpPr>
          <p:spPr>
            <a:xfrm>
              <a:off x="5592247" y="1930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5" name="pt16275"/>
            <p:cNvSpPr/>
            <p:nvPr/>
          </p:nvSpPr>
          <p:spPr>
            <a:xfrm>
              <a:off x="5391781" y="2210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6" name="pt16276"/>
            <p:cNvSpPr/>
            <p:nvPr/>
          </p:nvSpPr>
          <p:spPr>
            <a:xfrm>
              <a:off x="5527348" y="2069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7" name="pt16277"/>
            <p:cNvSpPr/>
            <p:nvPr/>
          </p:nvSpPr>
          <p:spPr>
            <a:xfrm>
              <a:off x="5379924" y="2195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8" name="pt16278"/>
            <p:cNvSpPr/>
            <p:nvPr/>
          </p:nvSpPr>
          <p:spPr>
            <a:xfrm>
              <a:off x="5016686" y="2316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9" name="pt16279"/>
            <p:cNvSpPr/>
            <p:nvPr/>
          </p:nvSpPr>
          <p:spPr>
            <a:xfrm>
              <a:off x="5763015" y="1911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0" name="pt16280"/>
            <p:cNvSpPr/>
            <p:nvPr/>
          </p:nvSpPr>
          <p:spPr>
            <a:xfrm>
              <a:off x="5364274" y="2126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1" name="pt16281"/>
            <p:cNvSpPr/>
            <p:nvPr/>
          </p:nvSpPr>
          <p:spPr>
            <a:xfrm>
              <a:off x="5245807" y="2177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2" name="pt16282"/>
            <p:cNvSpPr/>
            <p:nvPr/>
          </p:nvSpPr>
          <p:spPr>
            <a:xfrm>
              <a:off x="5180088" y="2252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3" name="pt16283"/>
            <p:cNvSpPr/>
            <p:nvPr/>
          </p:nvSpPr>
          <p:spPr>
            <a:xfrm>
              <a:off x="6023520" y="2176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4" name="pt16284"/>
            <p:cNvSpPr/>
            <p:nvPr/>
          </p:nvSpPr>
          <p:spPr>
            <a:xfrm>
              <a:off x="5631594" y="1965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5" name="pt16285"/>
            <p:cNvSpPr/>
            <p:nvPr/>
          </p:nvSpPr>
          <p:spPr>
            <a:xfrm>
              <a:off x="5856166" y="1924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6" name="pt16286"/>
            <p:cNvSpPr/>
            <p:nvPr/>
          </p:nvSpPr>
          <p:spPr>
            <a:xfrm>
              <a:off x="5251898" y="2153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7" name="pt16287"/>
            <p:cNvSpPr/>
            <p:nvPr/>
          </p:nvSpPr>
          <p:spPr>
            <a:xfrm>
              <a:off x="5508957" y="2049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8" name="pt16288"/>
            <p:cNvSpPr/>
            <p:nvPr/>
          </p:nvSpPr>
          <p:spPr>
            <a:xfrm>
              <a:off x="5272172" y="2121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9" name="pt16289"/>
            <p:cNvSpPr/>
            <p:nvPr/>
          </p:nvSpPr>
          <p:spPr>
            <a:xfrm>
              <a:off x="5666073" y="1758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0" name="pt16290"/>
            <p:cNvSpPr/>
            <p:nvPr/>
          </p:nvSpPr>
          <p:spPr>
            <a:xfrm>
              <a:off x="5225990" y="2045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1" name="pt16291"/>
            <p:cNvSpPr/>
            <p:nvPr/>
          </p:nvSpPr>
          <p:spPr>
            <a:xfrm>
              <a:off x="5311300" y="2220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2" name="pt16292"/>
            <p:cNvSpPr/>
            <p:nvPr/>
          </p:nvSpPr>
          <p:spPr>
            <a:xfrm>
              <a:off x="5301850" y="2234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3" name="pt16293"/>
            <p:cNvSpPr/>
            <p:nvPr/>
          </p:nvSpPr>
          <p:spPr>
            <a:xfrm>
              <a:off x="5525563" y="2203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4" name="pt16294"/>
            <p:cNvSpPr/>
            <p:nvPr/>
          </p:nvSpPr>
          <p:spPr>
            <a:xfrm>
              <a:off x="5673217" y="1896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5" name="pt16295"/>
            <p:cNvSpPr/>
            <p:nvPr/>
          </p:nvSpPr>
          <p:spPr>
            <a:xfrm>
              <a:off x="5347708" y="2258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6" name="pt16296"/>
            <p:cNvSpPr/>
            <p:nvPr/>
          </p:nvSpPr>
          <p:spPr>
            <a:xfrm>
              <a:off x="5251624" y="2203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7" name="pt16297"/>
            <p:cNvSpPr/>
            <p:nvPr/>
          </p:nvSpPr>
          <p:spPr>
            <a:xfrm>
              <a:off x="5583030" y="2116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8" name="pt16298"/>
            <p:cNvSpPr/>
            <p:nvPr/>
          </p:nvSpPr>
          <p:spPr>
            <a:xfrm>
              <a:off x="5171945" y="2317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9" name="pt16299"/>
            <p:cNvSpPr/>
            <p:nvPr/>
          </p:nvSpPr>
          <p:spPr>
            <a:xfrm>
              <a:off x="5809881" y="1957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0" name="pt16300"/>
            <p:cNvSpPr/>
            <p:nvPr/>
          </p:nvSpPr>
          <p:spPr>
            <a:xfrm>
              <a:off x="5269353" y="2112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1" name="pt16301"/>
            <p:cNvSpPr/>
            <p:nvPr/>
          </p:nvSpPr>
          <p:spPr>
            <a:xfrm>
              <a:off x="5363688" y="2083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2" name="pt16302"/>
            <p:cNvSpPr/>
            <p:nvPr/>
          </p:nvSpPr>
          <p:spPr>
            <a:xfrm>
              <a:off x="5093686" y="2443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3" name="pt16303"/>
            <p:cNvSpPr/>
            <p:nvPr/>
          </p:nvSpPr>
          <p:spPr>
            <a:xfrm>
              <a:off x="5429859" y="2081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4" name="pt16304"/>
            <p:cNvSpPr/>
            <p:nvPr/>
          </p:nvSpPr>
          <p:spPr>
            <a:xfrm>
              <a:off x="5094003" y="2500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5" name="pt16305"/>
            <p:cNvSpPr/>
            <p:nvPr/>
          </p:nvSpPr>
          <p:spPr>
            <a:xfrm>
              <a:off x="5019853" y="2353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6" name="pt16306"/>
            <p:cNvSpPr/>
            <p:nvPr/>
          </p:nvSpPr>
          <p:spPr>
            <a:xfrm>
              <a:off x="4793781" y="2153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7" name="pt16307"/>
            <p:cNvSpPr/>
            <p:nvPr/>
          </p:nvSpPr>
          <p:spPr>
            <a:xfrm>
              <a:off x="5676323" y="2186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8" name="pt16308"/>
            <p:cNvSpPr/>
            <p:nvPr/>
          </p:nvSpPr>
          <p:spPr>
            <a:xfrm>
              <a:off x="5624014" y="1944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9" name="pt16309"/>
            <p:cNvSpPr/>
            <p:nvPr/>
          </p:nvSpPr>
          <p:spPr>
            <a:xfrm>
              <a:off x="5318643" y="2177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0" name="pt16310"/>
            <p:cNvSpPr/>
            <p:nvPr/>
          </p:nvSpPr>
          <p:spPr>
            <a:xfrm>
              <a:off x="5307557" y="2149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1" name="pt16311"/>
            <p:cNvSpPr/>
            <p:nvPr/>
          </p:nvSpPr>
          <p:spPr>
            <a:xfrm>
              <a:off x="5353979" y="2281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2" name="pt16312"/>
            <p:cNvSpPr/>
            <p:nvPr/>
          </p:nvSpPr>
          <p:spPr>
            <a:xfrm>
              <a:off x="5524008" y="2102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3" name="pt16313"/>
            <p:cNvSpPr/>
            <p:nvPr/>
          </p:nvSpPr>
          <p:spPr>
            <a:xfrm>
              <a:off x="5233706" y="2203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4" name="pt16314"/>
            <p:cNvSpPr/>
            <p:nvPr/>
          </p:nvSpPr>
          <p:spPr>
            <a:xfrm>
              <a:off x="5181063" y="2185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5" name="pt16315"/>
            <p:cNvSpPr/>
            <p:nvPr/>
          </p:nvSpPr>
          <p:spPr>
            <a:xfrm>
              <a:off x="5297364" y="2109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6" name="pt16316"/>
            <p:cNvSpPr/>
            <p:nvPr/>
          </p:nvSpPr>
          <p:spPr>
            <a:xfrm>
              <a:off x="5395503" y="2259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7" name="pt16317"/>
            <p:cNvSpPr/>
            <p:nvPr/>
          </p:nvSpPr>
          <p:spPr>
            <a:xfrm>
              <a:off x="5643834" y="1893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8" name="pt16318"/>
            <p:cNvSpPr/>
            <p:nvPr/>
          </p:nvSpPr>
          <p:spPr>
            <a:xfrm>
              <a:off x="5076171" y="2103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9" name="pt16319"/>
            <p:cNvSpPr/>
            <p:nvPr/>
          </p:nvSpPr>
          <p:spPr>
            <a:xfrm>
              <a:off x="5584541" y="1867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0" name="pt16320"/>
            <p:cNvSpPr/>
            <p:nvPr/>
          </p:nvSpPr>
          <p:spPr>
            <a:xfrm>
              <a:off x="5168466" y="2199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1" name="pt16321"/>
            <p:cNvSpPr/>
            <p:nvPr/>
          </p:nvSpPr>
          <p:spPr>
            <a:xfrm>
              <a:off x="5040871" y="23706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2" name="pt16322"/>
            <p:cNvSpPr/>
            <p:nvPr/>
          </p:nvSpPr>
          <p:spPr>
            <a:xfrm>
              <a:off x="5334749" y="2208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3" name="pt16323"/>
            <p:cNvSpPr/>
            <p:nvPr/>
          </p:nvSpPr>
          <p:spPr>
            <a:xfrm>
              <a:off x="5374543" y="2078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4" name="pt16324"/>
            <p:cNvSpPr/>
            <p:nvPr/>
          </p:nvSpPr>
          <p:spPr>
            <a:xfrm>
              <a:off x="5525672" y="2089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5" name="pt16325"/>
            <p:cNvSpPr/>
            <p:nvPr/>
          </p:nvSpPr>
          <p:spPr>
            <a:xfrm>
              <a:off x="4910846" y="2057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6" name="pt16326"/>
            <p:cNvSpPr/>
            <p:nvPr/>
          </p:nvSpPr>
          <p:spPr>
            <a:xfrm>
              <a:off x="5722101" y="1891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7" name="pt16327"/>
            <p:cNvSpPr/>
            <p:nvPr/>
          </p:nvSpPr>
          <p:spPr>
            <a:xfrm>
              <a:off x="5246083" y="2150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8" name="pt16328"/>
            <p:cNvSpPr/>
            <p:nvPr/>
          </p:nvSpPr>
          <p:spPr>
            <a:xfrm>
              <a:off x="5114455" y="2560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9" name="pt16329"/>
            <p:cNvSpPr/>
            <p:nvPr/>
          </p:nvSpPr>
          <p:spPr>
            <a:xfrm>
              <a:off x="5387690" y="2126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0" name="pt16330"/>
            <p:cNvSpPr/>
            <p:nvPr/>
          </p:nvSpPr>
          <p:spPr>
            <a:xfrm>
              <a:off x="5844856" y="1864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1" name="pt16331"/>
            <p:cNvSpPr/>
            <p:nvPr/>
          </p:nvSpPr>
          <p:spPr>
            <a:xfrm>
              <a:off x="5563826" y="2198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2" name="pt16332"/>
            <p:cNvSpPr/>
            <p:nvPr/>
          </p:nvSpPr>
          <p:spPr>
            <a:xfrm>
              <a:off x="5814903" y="1859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3" name="pt16333"/>
            <p:cNvSpPr/>
            <p:nvPr/>
          </p:nvSpPr>
          <p:spPr>
            <a:xfrm>
              <a:off x="5502077" y="2294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4" name="pt16334"/>
            <p:cNvSpPr/>
            <p:nvPr/>
          </p:nvSpPr>
          <p:spPr>
            <a:xfrm>
              <a:off x="5260596" y="2169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5" name="pt16335"/>
            <p:cNvSpPr/>
            <p:nvPr/>
          </p:nvSpPr>
          <p:spPr>
            <a:xfrm>
              <a:off x="5996559" y="2064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6" name="pt16336"/>
            <p:cNvSpPr/>
            <p:nvPr/>
          </p:nvSpPr>
          <p:spPr>
            <a:xfrm>
              <a:off x="5074856" y="1878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7" name="pt16337"/>
            <p:cNvSpPr/>
            <p:nvPr/>
          </p:nvSpPr>
          <p:spPr>
            <a:xfrm>
              <a:off x="5130935" y="26449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8" name="pt16338"/>
            <p:cNvSpPr/>
            <p:nvPr/>
          </p:nvSpPr>
          <p:spPr>
            <a:xfrm>
              <a:off x="5301893" y="2167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9" name="pt16339"/>
            <p:cNvSpPr/>
            <p:nvPr/>
          </p:nvSpPr>
          <p:spPr>
            <a:xfrm>
              <a:off x="5376276" y="2254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0" name="pt16340"/>
            <p:cNvSpPr/>
            <p:nvPr/>
          </p:nvSpPr>
          <p:spPr>
            <a:xfrm>
              <a:off x="5185340" y="2342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1" name="pt16341"/>
            <p:cNvSpPr/>
            <p:nvPr/>
          </p:nvSpPr>
          <p:spPr>
            <a:xfrm>
              <a:off x="5497881" y="2241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2" name="pt16342"/>
            <p:cNvSpPr/>
            <p:nvPr/>
          </p:nvSpPr>
          <p:spPr>
            <a:xfrm>
              <a:off x="5391706" y="220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3" name="pt16343"/>
            <p:cNvSpPr/>
            <p:nvPr/>
          </p:nvSpPr>
          <p:spPr>
            <a:xfrm>
              <a:off x="5200854" y="2165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4" name="pt16344"/>
            <p:cNvSpPr/>
            <p:nvPr/>
          </p:nvSpPr>
          <p:spPr>
            <a:xfrm>
              <a:off x="5745603" y="2000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5" name="pt16345"/>
            <p:cNvSpPr/>
            <p:nvPr/>
          </p:nvSpPr>
          <p:spPr>
            <a:xfrm>
              <a:off x="5587787" y="1908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6" name="pt16346"/>
            <p:cNvSpPr/>
            <p:nvPr/>
          </p:nvSpPr>
          <p:spPr>
            <a:xfrm>
              <a:off x="5058584" y="2478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7" name="pt16347"/>
            <p:cNvSpPr/>
            <p:nvPr/>
          </p:nvSpPr>
          <p:spPr>
            <a:xfrm>
              <a:off x="5091036" y="2561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8" name="pt16348"/>
            <p:cNvSpPr/>
            <p:nvPr/>
          </p:nvSpPr>
          <p:spPr>
            <a:xfrm>
              <a:off x="5134587" y="2439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9" name="pt16349"/>
            <p:cNvSpPr/>
            <p:nvPr/>
          </p:nvSpPr>
          <p:spPr>
            <a:xfrm>
              <a:off x="5083314" y="1698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0" name="pt16350"/>
            <p:cNvSpPr/>
            <p:nvPr/>
          </p:nvSpPr>
          <p:spPr>
            <a:xfrm>
              <a:off x="4887972" y="2588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1" name="pt16351"/>
            <p:cNvSpPr/>
            <p:nvPr/>
          </p:nvSpPr>
          <p:spPr>
            <a:xfrm>
              <a:off x="5533061" y="2200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2" name="pt16352"/>
            <p:cNvSpPr/>
            <p:nvPr/>
          </p:nvSpPr>
          <p:spPr>
            <a:xfrm>
              <a:off x="5454891" y="1936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3" name="pt16353"/>
            <p:cNvSpPr/>
            <p:nvPr/>
          </p:nvSpPr>
          <p:spPr>
            <a:xfrm>
              <a:off x="5279764" y="2223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4" name="pt16354"/>
            <p:cNvSpPr/>
            <p:nvPr/>
          </p:nvSpPr>
          <p:spPr>
            <a:xfrm>
              <a:off x="4657676" y="2806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5" name="pt16355"/>
            <p:cNvSpPr/>
            <p:nvPr/>
          </p:nvSpPr>
          <p:spPr>
            <a:xfrm>
              <a:off x="5389821" y="2172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6" name="pt16356"/>
            <p:cNvSpPr/>
            <p:nvPr/>
          </p:nvSpPr>
          <p:spPr>
            <a:xfrm>
              <a:off x="4964160" y="2385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7" name="pt16357"/>
            <p:cNvSpPr/>
            <p:nvPr/>
          </p:nvSpPr>
          <p:spPr>
            <a:xfrm>
              <a:off x="5730678" y="1949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8" name="pt16358"/>
            <p:cNvSpPr/>
            <p:nvPr/>
          </p:nvSpPr>
          <p:spPr>
            <a:xfrm>
              <a:off x="5454673" y="18197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9" name="pt16359"/>
            <p:cNvSpPr/>
            <p:nvPr/>
          </p:nvSpPr>
          <p:spPr>
            <a:xfrm>
              <a:off x="5406958" y="227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0" name="pt16360"/>
            <p:cNvSpPr/>
            <p:nvPr/>
          </p:nvSpPr>
          <p:spPr>
            <a:xfrm>
              <a:off x="5629581" y="1995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1" name="pt16361"/>
            <p:cNvSpPr/>
            <p:nvPr/>
          </p:nvSpPr>
          <p:spPr>
            <a:xfrm>
              <a:off x="5512957" y="2296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2" name="pt16362"/>
            <p:cNvSpPr/>
            <p:nvPr/>
          </p:nvSpPr>
          <p:spPr>
            <a:xfrm>
              <a:off x="5516777" y="2126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3" name="pt16363"/>
            <p:cNvSpPr/>
            <p:nvPr/>
          </p:nvSpPr>
          <p:spPr>
            <a:xfrm>
              <a:off x="5349754" y="2272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4" name="pt16364"/>
            <p:cNvSpPr/>
            <p:nvPr/>
          </p:nvSpPr>
          <p:spPr>
            <a:xfrm>
              <a:off x="5722598" y="2026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5" name="pt16365"/>
            <p:cNvSpPr/>
            <p:nvPr/>
          </p:nvSpPr>
          <p:spPr>
            <a:xfrm>
              <a:off x="5429047" y="2134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6" name="pt16366"/>
            <p:cNvSpPr/>
            <p:nvPr/>
          </p:nvSpPr>
          <p:spPr>
            <a:xfrm>
              <a:off x="5279262" y="2157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7" name="pt16367"/>
            <p:cNvSpPr/>
            <p:nvPr/>
          </p:nvSpPr>
          <p:spPr>
            <a:xfrm>
              <a:off x="5487010" y="2293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8" name="pt16368"/>
            <p:cNvSpPr/>
            <p:nvPr/>
          </p:nvSpPr>
          <p:spPr>
            <a:xfrm>
              <a:off x="5250021" y="2179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9" name="pt16369"/>
            <p:cNvSpPr/>
            <p:nvPr/>
          </p:nvSpPr>
          <p:spPr>
            <a:xfrm>
              <a:off x="5332452" y="2180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0" name="pt16370"/>
            <p:cNvSpPr/>
            <p:nvPr/>
          </p:nvSpPr>
          <p:spPr>
            <a:xfrm>
              <a:off x="5511644" y="2128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1" name="pt16371"/>
            <p:cNvSpPr/>
            <p:nvPr/>
          </p:nvSpPr>
          <p:spPr>
            <a:xfrm>
              <a:off x="5168824" y="2337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2" name="pt16372"/>
            <p:cNvSpPr/>
            <p:nvPr/>
          </p:nvSpPr>
          <p:spPr>
            <a:xfrm>
              <a:off x="5057566" y="2519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3" name="pt16373"/>
            <p:cNvSpPr/>
            <p:nvPr/>
          </p:nvSpPr>
          <p:spPr>
            <a:xfrm>
              <a:off x="4992333" y="2453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4" name="pt16374"/>
            <p:cNvSpPr/>
            <p:nvPr/>
          </p:nvSpPr>
          <p:spPr>
            <a:xfrm>
              <a:off x="5498695" y="2125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5" name="pt16375"/>
            <p:cNvSpPr/>
            <p:nvPr/>
          </p:nvSpPr>
          <p:spPr>
            <a:xfrm>
              <a:off x="4794204" y="2318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6" name="pt16376"/>
            <p:cNvSpPr/>
            <p:nvPr/>
          </p:nvSpPr>
          <p:spPr>
            <a:xfrm>
              <a:off x="5333350" y="21815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7" name="pt16377"/>
            <p:cNvSpPr/>
            <p:nvPr/>
          </p:nvSpPr>
          <p:spPr>
            <a:xfrm>
              <a:off x="4872449" y="2686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8" name="pt16378"/>
            <p:cNvSpPr/>
            <p:nvPr/>
          </p:nvSpPr>
          <p:spPr>
            <a:xfrm>
              <a:off x="5442111" y="2078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9" name="pt16379"/>
            <p:cNvSpPr/>
            <p:nvPr/>
          </p:nvSpPr>
          <p:spPr>
            <a:xfrm>
              <a:off x="5033462" y="2225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0" name="pt16380"/>
            <p:cNvSpPr/>
            <p:nvPr/>
          </p:nvSpPr>
          <p:spPr>
            <a:xfrm>
              <a:off x="5281893" y="2252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1" name="pt16381"/>
            <p:cNvSpPr/>
            <p:nvPr/>
          </p:nvSpPr>
          <p:spPr>
            <a:xfrm>
              <a:off x="4905719" y="2218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2" name="pt16382"/>
            <p:cNvSpPr/>
            <p:nvPr/>
          </p:nvSpPr>
          <p:spPr>
            <a:xfrm>
              <a:off x="5248606" y="2181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3" name="pt16383"/>
            <p:cNvSpPr/>
            <p:nvPr/>
          </p:nvSpPr>
          <p:spPr>
            <a:xfrm>
              <a:off x="5430255" y="2097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4" name="pt16384"/>
            <p:cNvSpPr/>
            <p:nvPr/>
          </p:nvSpPr>
          <p:spPr>
            <a:xfrm>
              <a:off x="5449428" y="1890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5" name="pt16385"/>
            <p:cNvSpPr/>
            <p:nvPr/>
          </p:nvSpPr>
          <p:spPr>
            <a:xfrm>
              <a:off x="5642580" y="190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6" name="pt16386"/>
            <p:cNvSpPr/>
            <p:nvPr/>
          </p:nvSpPr>
          <p:spPr>
            <a:xfrm>
              <a:off x="5431202" y="221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7" name="pt16387"/>
            <p:cNvSpPr/>
            <p:nvPr/>
          </p:nvSpPr>
          <p:spPr>
            <a:xfrm>
              <a:off x="5649430" y="197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8" name="pt16388"/>
            <p:cNvSpPr/>
            <p:nvPr/>
          </p:nvSpPr>
          <p:spPr>
            <a:xfrm>
              <a:off x="5565039" y="2241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9" name="pt16389"/>
            <p:cNvSpPr/>
            <p:nvPr/>
          </p:nvSpPr>
          <p:spPr>
            <a:xfrm>
              <a:off x="5278306" y="220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0" name="pt16390"/>
            <p:cNvSpPr/>
            <p:nvPr/>
          </p:nvSpPr>
          <p:spPr>
            <a:xfrm>
              <a:off x="5598709" y="2080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1" name="pt16391"/>
            <p:cNvSpPr/>
            <p:nvPr/>
          </p:nvSpPr>
          <p:spPr>
            <a:xfrm>
              <a:off x="4986765" y="2509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2" name="pt16392"/>
            <p:cNvSpPr/>
            <p:nvPr/>
          </p:nvSpPr>
          <p:spPr>
            <a:xfrm>
              <a:off x="5200735" y="2126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3" name="pt16393"/>
            <p:cNvSpPr/>
            <p:nvPr/>
          </p:nvSpPr>
          <p:spPr>
            <a:xfrm>
              <a:off x="5530311" y="2263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4" name="pt16394"/>
            <p:cNvSpPr/>
            <p:nvPr/>
          </p:nvSpPr>
          <p:spPr>
            <a:xfrm>
              <a:off x="5370872" y="1925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5" name="pt16395"/>
            <p:cNvSpPr/>
            <p:nvPr/>
          </p:nvSpPr>
          <p:spPr>
            <a:xfrm>
              <a:off x="5372048" y="2088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6" name="pt16396"/>
            <p:cNvSpPr/>
            <p:nvPr/>
          </p:nvSpPr>
          <p:spPr>
            <a:xfrm>
              <a:off x="5393962" y="2224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7" name="pt16397"/>
            <p:cNvSpPr/>
            <p:nvPr/>
          </p:nvSpPr>
          <p:spPr>
            <a:xfrm>
              <a:off x="5455040" y="1890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8" name="pt16398"/>
            <p:cNvSpPr/>
            <p:nvPr/>
          </p:nvSpPr>
          <p:spPr>
            <a:xfrm>
              <a:off x="5603721" y="1901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9" name="pt16399"/>
            <p:cNvSpPr/>
            <p:nvPr/>
          </p:nvSpPr>
          <p:spPr>
            <a:xfrm>
              <a:off x="5054786" y="2646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0" name="pt16400"/>
            <p:cNvSpPr/>
            <p:nvPr/>
          </p:nvSpPr>
          <p:spPr>
            <a:xfrm>
              <a:off x="4932306" y="2165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1" name="pt16401"/>
            <p:cNvSpPr/>
            <p:nvPr/>
          </p:nvSpPr>
          <p:spPr>
            <a:xfrm>
              <a:off x="5091473" y="2414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2" name="pt16402"/>
            <p:cNvSpPr/>
            <p:nvPr/>
          </p:nvSpPr>
          <p:spPr>
            <a:xfrm>
              <a:off x="5594727" y="2050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3" name="pt16403"/>
            <p:cNvSpPr/>
            <p:nvPr/>
          </p:nvSpPr>
          <p:spPr>
            <a:xfrm>
              <a:off x="5522238" y="2068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4" name="pt16404"/>
            <p:cNvSpPr/>
            <p:nvPr/>
          </p:nvSpPr>
          <p:spPr>
            <a:xfrm>
              <a:off x="5457081" y="1975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5" name="pt16405"/>
            <p:cNvSpPr/>
            <p:nvPr/>
          </p:nvSpPr>
          <p:spPr>
            <a:xfrm>
              <a:off x="5363427" y="1916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6" name="pt16406"/>
            <p:cNvSpPr/>
            <p:nvPr/>
          </p:nvSpPr>
          <p:spPr>
            <a:xfrm>
              <a:off x="5636628" y="2141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7" name="pt16407"/>
            <p:cNvSpPr/>
            <p:nvPr/>
          </p:nvSpPr>
          <p:spPr>
            <a:xfrm>
              <a:off x="5515095" y="2142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8" name="pt16408"/>
            <p:cNvSpPr/>
            <p:nvPr/>
          </p:nvSpPr>
          <p:spPr>
            <a:xfrm>
              <a:off x="5585689" y="1950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9" name="pt16409"/>
            <p:cNvSpPr/>
            <p:nvPr/>
          </p:nvSpPr>
          <p:spPr>
            <a:xfrm>
              <a:off x="4973862" y="2821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0" name="pt16410"/>
            <p:cNvSpPr/>
            <p:nvPr/>
          </p:nvSpPr>
          <p:spPr>
            <a:xfrm>
              <a:off x="5535264" y="2229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1" name="pt16411"/>
            <p:cNvSpPr/>
            <p:nvPr/>
          </p:nvSpPr>
          <p:spPr>
            <a:xfrm>
              <a:off x="5373949" y="2197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2" name="pt16412"/>
            <p:cNvSpPr/>
            <p:nvPr/>
          </p:nvSpPr>
          <p:spPr>
            <a:xfrm>
              <a:off x="5430934" y="2176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3" name="pt16413"/>
            <p:cNvSpPr/>
            <p:nvPr/>
          </p:nvSpPr>
          <p:spPr>
            <a:xfrm>
              <a:off x="5545542" y="2134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4" name="pt16414"/>
            <p:cNvSpPr/>
            <p:nvPr/>
          </p:nvSpPr>
          <p:spPr>
            <a:xfrm>
              <a:off x="5550445" y="2252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5" name="pt16415"/>
            <p:cNvSpPr/>
            <p:nvPr/>
          </p:nvSpPr>
          <p:spPr>
            <a:xfrm>
              <a:off x="5536529" y="2139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6" name="pt16416"/>
            <p:cNvSpPr/>
            <p:nvPr/>
          </p:nvSpPr>
          <p:spPr>
            <a:xfrm>
              <a:off x="5571583" y="2137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7" name="pt16417"/>
            <p:cNvSpPr/>
            <p:nvPr/>
          </p:nvSpPr>
          <p:spPr>
            <a:xfrm>
              <a:off x="5608117" y="2023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8" name="pt16418"/>
            <p:cNvSpPr/>
            <p:nvPr/>
          </p:nvSpPr>
          <p:spPr>
            <a:xfrm>
              <a:off x="5573815" y="2073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9" name="pt16419"/>
            <p:cNvSpPr/>
            <p:nvPr/>
          </p:nvSpPr>
          <p:spPr>
            <a:xfrm>
              <a:off x="5281232" y="1934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0" name="pt16420"/>
            <p:cNvSpPr/>
            <p:nvPr/>
          </p:nvSpPr>
          <p:spPr>
            <a:xfrm>
              <a:off x="5560781" y="2330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1" name="pt16421"/>
            <p:cNvSpPr/>
            <p:nvPr/>
          </p:nvSpPr>
          <p:spPr>
            <a:xfrm>
              <a:off x="5484144" y="2303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2" name="pt16422"/>
            <p:cNvSpPr/>
            <p:nvPr/>
          </p:nvSpPr>
          <p:spPr>
            <a:xfrm>
              <a:off x="5212436" y="2149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3" name="pt16423"/>
            <p:cNvSpPr/>
            <p:nvPr/>
          </p:nvSpPr>
          <p:spPr>
            <a:xfrm>
              <a:off x="5685470" y="198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4" name="pt16424"/>
            <p:cNvSpPr/>
            <p:nvPr/>
          </p:nvSpPr>
          <p:spPr>
            <a:xfrm>
              <a:off x="5296328" y="2212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5" name="pt16425"/>
            <p:cNvSpPr/>
            <p:nvPr/>
          </p:nvSpPr>
          <p:spPr>
            <a:xfrm>
              <a:off x="5520976" y="2047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6" name="pt16426"/>
            <p:cNvSpPr/>
            <p:nvPr/>
          </p:nvSpPr>
          <p:spPr>
            <a:xfrm>
              <a:off x="5447012" y="1947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7" name="pt16427"/>
            <p:cNvSpPr/>
            <p:nvPr/>
          </p:nvSpPr>
          <p:spPr>
            <a:xfrm>
              <a:off x="5117527" y="2640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8" name="pt16428"/>
            <p:cNvSpPr/>
            <p:nvPr/>
          </p:nvSpPr>
          <p:spPr>
            <a:xfrm>
              <a:off x="5143605" y="2602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9" name="pt16429"/>
            <p:cNvSpPr/>
            <p:nvPr/>
          </p:nvSpPr>
          <p:spPr>
            <a:xfrm>
              <a:off x="5469553" y="2068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0" name="pt16430"/>
            <p:cNvSpPr/>
            <p:nvPr/>
          </p:nvSpPr>
          <p:spPr>
            <a:xfrm>
              <a:off x="5421684" y="2188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1" name="pt16431"/>
            <p:cNvSpPr/>
            <p:nvPr/>
          </p:nvSpPr>
          <p:spPr>
            <a:xfrm>
              <a:off x="5287300" y="2140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2" name="pt16432"/>
            <p:cNvSpPr/>
            <p:nvPr/>
          </p:nvSpPr>
          <p:spPr>
            <a:xfrm>
              <a:off x="5168559" y="2277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3" name="pt16433"/>
            <p:cNvSpPr/>
            <p:nvPr/>
          </p:nvSpPr>
          <p:spPr>
            <a:xfrm>
              <a:off x="5382723" y="2209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4" name="pt16434"/>
            <p:cNvSpPr/>
            <p:nvPr/>
          </p:nvSpPr>
          <p:spPr>
            <a:xfrm>
              <a:off x="5267631" y="2073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5" name="pt16435"/>
            <p:cNvSpPr/>
            <p:nvPr/>
          </p:nvSpPr>
          <p:spPr>
            <a:xfrm>
              <a:off x="4898199" y="2261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6" name="pt16436"/>
            <p:cNvSpPr/>
            <p:nvPr/>
          </p:nvSpPr>
          <p:spPr>
            <a:xfrm>
              <a:off x="5791496" y="1906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7" name="pt16437"/>
            <p:cNvSpPr/>
            <p:nvPr/>
          </p:nvSpPr>
          <p:spPr>
            <a:xfrm>
              <a:off x="4992191" y="2820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8" name="pt16438"/>
            <p:cNvSpPr/>
            <p:nvPr/>
          </p:nvSpPr>
          <p:spPr>
            <a:xfrm>
              <a:off x="5352745" y="2059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9" name="pt16439"/>
            <p:cNvSpPr/>
            <p:nvPr/>
          </p:nvSpPr>
          <p:spPr>
            <a:xfrm>
              <a:off x="5043049" y="2565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0" name="pt16440"/>
            <p:cNvSpPr/>
            <p:nvPr/>
          </p:nvSpPr>
          <p:spPr>
            <a:xfrm>
              <a:off x="5010561" y="2122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1" name="pt16441"/>
            <p:cNvSpPr/>
            <p:nvPr/>
          </p:nvSpPr>
          <p:spPr>
            <a:xfrm>
              <a:off x="5655055" y="1701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2" name="pt16442"/>
            <p:cNvSpPr/>
            <p:nvPr/>
          </p:nvSpPr>
          <p:spPr>
            <a:xfrm>
              <a:off x="5364274" y="2110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3" name="pt16443"/>
            <p:cNvSpPr/>
            <p:nvPr/>
          </p:nvSpPr>
          <p:spPr>
            <a:xfrm>
              <a:off x="5643912" y="1863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4" name="pt16444"/>
            <p:cNvSpPr/>
            <p:nvPr/>
          </p:nvSpPr>
          <p:spPr>
            <a:xfrm>
              <a:off x="5429586" y="2106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5" name="pt16445"/>
            <p:cNvSpPr/>
            <p:nvPr/>
          </p:nvSpPr>
          <p:spPr>
            <a:xfrm>
              <a:off x="5373990" y="1966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6" name="pt16446"/>
            <p:cNvSpPr/>
            <p:nvPr/>
          </p:nvSpPr>
          <p:spPr>
            <a:xfrm>
              <a:off x="5254236" y="2149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7" name="pt16447"/>
            <p:cNvSpPr/>
            <p:nvPr/>
          </p:nvSpPr>
          <p:spPr>
            <a:xfrm>
              <a:off x="4968919" y="2913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8" name="pt16448"/>
            <p:cNvSpPr/>
            <p:nvPr/>
          </p:nvSpPr>
          <p:spPr>
            <a:xfrm>
              <a:off x="5237860" y="2224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9" name="pt16449"/>
            <p:cNvSpPr/>
            <p:nvPr/>
          </p:nvSpPr>
          <p:spPr>
            <a:xfrm>
              <a:off x="5304308" y="212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0" name="pt16450"/>
            <p:cNvSpPr/>
            <p:nvPr/>
          </p:nvSpPr>
          <p:spPr>
            <a:xfrm>
              <a:off x="5476977" y="2138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1" name="pt16451"/>
            <p:cNvSpPr/>
            <p:nvPr/>
          </p:nvSpPr>
          <p:spPr>
            <a:xfrm>
              <a:off x="5379984" y="2227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2" name="pt16452"/>
            <p:cNvSpPr/>
            <p:nvPr/>
          </p:nvSpPr>
          <p:spPr>
            <a:xfrm>
              <a:off x="5173135" y="2274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3" name="pt16453"/>
            <p:cNvSpPr/>
            <p:nvPr/>
          </p:nvSpPr>
          <p:spPr>
            <a:xfrm>
              <a:off x="5257069" y="2227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4" name="pt16454"/>
            <p:cNvSpPr/>
            <p:nvPr/>
          </p:nvSpPr>
          <p:spPr>
            <a:xfrm>
              <a:off x="5004155" y="2208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5" name="pt16455"/>
            <p:cNvSpPr/>
            <p:nvPr/>
          </p:nvSpPr>
          <p:spPr>
            <a:xfrm>
              <a:off x="5966795" y="2021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6" name="pt16456"/>
            <p:cNvSpPr/>
            <p:nvPr/>
          </p:nvSpPr>
          <p:spPr>
            <a:xfrm>
              <a:off x="5175455" y="2414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7" name="pt16457"/>
            <p:cNvSpPr/>
            <p:nvPr/>
          </p:nvSpPr>
          <p:spPr>
            <a:xfrm>
              <a:off x="5311533" y="2082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8" name="pt16458"/>
            <p:cNvSpPr/>
            <p:nvPr/>
          </p:nvSpPr>
          <p:spPr>
            <a:xfrm>
              <a:off x="4881968" y="2725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9" name="pt16459"/>
            <p:cNvSpPr/>
            <p:nvPr/>
          </p:nvSpPr>
          <p:spPr>
            <a:xfrm>
              <a:off x="5691705" y="2070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0" name="pt16460"/>
            <p:cNvSpPr/>
            <p:nvPr/>
          </p:nvSpPr>
          <p:spPr>
            <a:xfrm>
              <a:off x="5678403" y="1987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1" name="pt16461"/>
            <p:cNvSpPr/>
            <p:nvPr/>
          </p:nvSpPr>
          <p:spPr>
            <a:xfrm>
              <a:off x="5242963" y="2184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2" name="pt16462"/>
            <p:cNvSpPr/>
            <p:nvPr/>
          </p:nvSpPr>
          <p:spPr>
            <a:xfrm>
              <a:off x="4932991" y="2380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3" name="pt16463"/>
            <p:cNvSpPr/>
            <p:nvPr/>
          </p:nvSpPr>
          <p:spPr>
            <a:xfrm>
              <a:off x="5458835" y="1990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4" name="pt16464"/>
            <p:cNvSpPr/>
            <p:nvPr/>
          </p:nvSpPr>
          <p:spPr>
            <a:xfrm>
              <a:off x="5401043" y="2202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5" name="pt16465"/>
            <p:cNvSpPr/>
            <p:nvPr/>
          </p:nvSpPr>
          <p:spPr>
            <a:xfrm>
              <a:off x="5422787" y="219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6" name="pt16466"/>
            <p:cNvSpPr/>
            <p:nvPr/>
          </p:nvSpPr>
          <p:spPr>
            <a:xfrm>
              <a:off x="5443844" y="1951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7" name="pt16467"/>
            <p:cNvSpPr/>
            <p:nvPr/>
          </p:nvSpPr>
          <p:spPr>
            <a:xfrm>
              <a:off x="5718715" y="1904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8" name="pt16468"/>
            <p:cNvSpPr/>
            <p:nvPr/>
          </p:nvSpPr>
          <p:spPr>
            <a:xfrm>
              <a:off x="5357950" y="2247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9" name="pt16469"/>
            <p:cNvSpPr/>
            <p:nvPr/>
          </p:nvSpPr>
          <p:spPr>
            <a:xfrm>
              <a:off x="5788399" y="1921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0" name="pt16470"/>
            <p:cNvSpPr/>
            <p:nvPr/>
          </p:nvSpPr>
          <p:spPr>
            <a:xfrm>
              <a:off x="5637250" y="2137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1" name="pt16471"/>
            <p:cNvSpPr/>
            <p:nvPr/>
          </p:nvSpPr>
          <p:spPr>
            <a:xfrm>
              <a:off x="5147132" y="2705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2" name="pt16472"/>
            <p:cNvSpPr/>
            <p:nvPr/>
          </p:nvSpPr>
          <p:spPr>
            <a:xfrm>
              <a:off x="5732303" y="1944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3" name="pt16473"/>
            <p:cNvSpPr/>
            <p:nvPr/>
          </p:nvSpPr>
          <p:spPr>
            <a:xfrm>
              <a:off x="5508188" y="2171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4" name="pt16474"/>
            <p:cNvSpPr/>
            <p:nvPr/>
          </p:nvSpPr>
          <p:spPr>
            <a:xfrm>
              <a:off x="5441961" y="2064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5" name="pt16475"/>
            <p:cNvSpPr/>
            <p:nvPr/>
          </p:nvSpPr>
          <p:spPr>
            <a:xfrm>
              <a:off x="5585082" y="1851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6" name="pt16476"/>
            <p:cNvSpPr/>
            <p:nvPr/>
          </p:nvSpPr>
          <p:spPr>
            <a:xfrm>
              <a:off x="5363849" y="2077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7" name="pt16477"/>
            <p:cNvSpPr/>
            <p:nvPr/>
          </p:nvSpPr>
          <p:spPr>
            <a:xfrm>
              <a:off x="5891354" y="1640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8" name="pt16478"/>
            <p:cNvSpPr/>
            <p:nvPr/>
          </p:nvSpPr>
          <p:spPr>
            <a:xfrm>
              <a:off x="5311040" y="2128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9" name="pt16479"/>
            <p:cNvSpPr/>
            <p:nvPr/>
          </p:nvSpPr>
          <p:spPr>
            <a:xfrm>
              <a:off x="5055463" y="2665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0" name="pt16480"/>
            <p:cNvSpPr/>
            <p:nvPr/>
          </p:nvSpPr>
          <p:spPr>
            <a:xfrm>
              <a:off x="5397098" y="2174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1" name="pt16481"/>
            <p:cNvSpPr/>
            <p:nvPr/>
          </p:nvSpPr>
          <p:spPr>
            <a:xfrm>
              <a:off x="5514805" y="2121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2" name="pt16482"/>
            <p:cNvSpPr/>
            <p:nvPr/>
          </p:nvSpPr>
          <p:spPr>
            <a:xfrm>
              <a:off x="5434478" y="2122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3" name="pt16483"/>
            <p:cNvSpPr/>
            <p:nvPr/>
          </p:nvSpPr>
          <p:spPr>
            <a:xfrm>
              <a:off x="5017429" y="2135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4" name="pt16484"/>
            <p:cNvSpPr/>
            <p:nvPr/>
          </p:nvSpPr>
          <p:spPr>
            <a:xfrm>
              <a:off x="5443920" y="2096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5" name="pt16485"/>
            <p:cNvSpPr/>
            <p:nvPr/>
          </p:nvSpPr>
          <p:spPr>
            <a:xfrm>
              <a:off x="5685902" y="1974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6" name="pt16486"/>
            <p:cNvSpPr/>
            <p:nvPr/>
          </p:nvSpPr>
          <p:spPr>
            <a:xfrm>
              <a:off x="4985220" y="2534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7" name="pt16487"/>
            <p:cNvSpPr/>
            <p:nvPr/>
          </p:nvSpPr>
          <p:spPr>
            <a:xfrm>
              <a:off x="4858312" y="2775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8" name="pt16488"/>
            <p:cNvSpPr/>
            <p:nvPr/>
          </p:nvSpPr>
          <p:spPr>
            <a:xfrm>
              <a:off x="5620339" y="2011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9" name="pt16489"/>
            <p:cNvSpPr/>
            <p:nvPr/>
          </p:nvSpPr>
          <p:spPr>
            <a:xfrm>
              <a:off x="5240957" y="2162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0" name="pt16490"/>
            <p:cNvSpPr/>
            <p:nvPr/>
          </p:nvSpPr>
          <p:spPr>
            <a:xfrm>
              <a:off x="5488685" y="2236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1" name="pt16491"/>
            <p:cNvSpPr/>
            <p:nvPr/>
          </p:nvSpPr>
          <p:spPr>
            <a:xfrm>
              <a:off x="5793867" y="1801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2" name="pt16492"/>
            <p:cNvSpPr/>
            <p:nvPr/>
          </p:nvSpPr>
          <p:spPr>
            <a:xfrm>
              <a:off x="5308707" y="2140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3" name="pt16493"/>
            <p:cNvSpPr/>
            <p:nvPr/>
          </p:nvSpPr>
          <p:spPr>
            <a:xfrm>
              <a:off x="5530510" y="224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4" name="pt16494"/>
            <p:cNvSpPr/>
            <p:nvPr/>
          </p:nvSpPr>
          <p:spPr>
            <a:xfrm>
              <a:off x="4920334" y="1848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5" name="pt16495"/>
            <p:cNvSpPr/>
            <p:nvPr/>
          </p:nvSpPr>
          <p:spPr>
            <a:xfrm>
              <a:off x="5536185" y="2211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6" name="pt16496"/>
            <p:cNvSpPr/>
            <p:nvPr/>
          </p:nvSpPr>
          <p:spPr>
            <a:xfrm>
              <a:off x="5187885" y="2236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7" name="pt16497"/>
            <p:cNvSpPr/>
            <p:nvPr/>
          </p:nvSpPr>
          <p:spPr>
            <a:xfrm>
              <a:off x="5355136" y="2233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8" name="pt16498"/>
            <p:cNvSpPr/>
            <p:nvPr/>
          </p:nvSpPr>
          <p:spPr>
            <a:xfrm>
              <a:off x="5111094" y="2556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9" name="pt16499"/>
            <p:cNvSpPr/>
            <p:nvPr/>
          </p:nvSpPr>
          <p:spPr>
            <a:xfrm>
              <a:off x="5542350" y="228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0" name="pt16500"/>
            <p:cNvSpPr/>
            <p:nvPr/>
          </p:nvSpPr>
          <p:spPr>
            <a:xfrm>
              <a:off x="5445013" y="19891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1" name="pt16501"/>
            <p:cNvSpPr/>
            <p:nvPr/>
          </p:nvSpPr>
          <p:spPr>
            <a:xfrm>
              <a:off x="5128071" y="2707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2" name="pt16502"/>
            <p:cNvSpPr/>
            <p:nvPr/>
          </p:nvSpPr>
          <p:spPr>
            <a:xfrm>
              <a:off x="5062099" y="2390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3" name="pt16503"/>
            <p:cNvSpPr/>
            <p:nvPr/>
          </p:nvSpPr>
          <p:spPr>
            <a:xfrm>
              <a:off x="5719448" y="1987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4" name="pt16504"/>
            <p:cNvSpPr/>
            <p:nvPr/>
          </p:nvSpPr>
          <p:spPr>
            <a:xfrm>
              <a:off x="5797120" y="2002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5" name="pt16505"/>
            <p:cNvSpPr/>
            <p:nvPr/>
          </p:nvSpPr>
          <p:spPr>
            <a:xfrm>
              <a:off x="5409574" y="2290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6" name="pt16506"/>
            <p:cNvSpPr/>
            <p:nvPr/>
          </p:nvSpPr>
          <p:spPr>
            <a:xfrm>
              <a:off x="5848603" y="1621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7" name="pt16507"/>
            <p:cNvSpPr/>
            <p:nvPr/>
          </p:nvSpPr>
          <p:spPr>
            <a:xfrm>
              <a:off x="5254906" y="2182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8" name="pt16508"/>
            <p:cNvSpPr/>
            <p:nvPr/>
          </p:nvSpPr>
          <p:spPr>
            <a:xfrm>
              <a:off x="5485551" y="2107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9" name="pt16509"/>
            <p:cNvSpPr/>
            <p:nvPr/>
          </p:nvSpPr>
          <p:spPr>
            <a:xfrm>
              <a:off x="5568706" y="1979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0" name="pt16510"/>
            <p:cNvSpPr/>
            <p:nvPr/>
          </p:nvSpPr>
          <p:spPr>
            <a:xfrm>
              <a:off x="5738862" y="1873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1" name="pt16511"/>
            <p:cNvSpPr/>
            <p:nvPr/>
          </p:nvSpPr>
          <p:spPr>
            <a:xfrm>
              <a:off x="5422343" y="2271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2" name="pt16512"/>
            <p:cNvSpPr/>
            <p:nvPr/>
          </p:nvSpPr>
          <p:spPr>
            <a:xfrm>
              <a:off x="5323052" y="2177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3" name="pt16513"/>
            <p:cNvSpPr/>
            <p:nvPr/>
          </p:nvSpPr>
          <p:spPr>
            <a:xfrm>
              <a:off x="5288670" y="2173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4" name="pt16514"/>
            <p:cNvSpPr/>
            <p:nvPr/>
          </p:nvSpPr>
          <p:spPr>
            <a:xfrm>
              <a:off x="4953843" y="2397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5" name="pt16515"/>
            <p:cNvSpPr/>
            <p:nvPr/>
          </p:nvSpPr>
          <p:spPr>
            <a:xfrm>
              <a:off x="5367565" y="2074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6" name="pt16516"/>
            <p:cNvSpPr/>
            <p:nvPr/>
          </p:nvSpPr>
          <p:spPr>
            <a:xfrm>
              <a:off x="5630341" y="2002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7" name="pt16517"/>
            <p:cNvSpPr/>
            <p:nvPr/>
          </p:nvSpPr>
          <p:spPr>
            <a:xfrm>
              <a:off x="4987846" y="2740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8" name="pt16518"/>
            <p:cNvSpPr/>
            <p:nvPr/>
          </p:nvSpPr>
          <p:spPr>
            <a:xfrm>
              <a:off x="5334791" y="2272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9" name="pt16519"/>
            <p:cNvSpPr/>
            <p:nvPr/>
          </p:nvSpPr>
          <p:spPr>
            <a:xfrm>
              <a:off x="5122913" y="2632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0" name="pt16520"/>
            <p:cNvSpPr/>
            <p:nvPr/>
          </p:nvSpPr>
          <p:spPr>
            <a:xfrm>
              <a:off x="5687550" y="2029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1" name="pt16521"/>
            <p:cNvSpPr/>
            <p:nvPr/>
          </p:nvSpPr>
          <p:spPr>
            <a:xfrm>
              <a:off x="5564877" y="2219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2" name="pt16522"/>
            <p:cNvSpPr/>
            <p:nvPr/>
          </p:nvSpPr>
          <p:spPr>
            <a:xfrm>
              <a:off x="5600367" y="18382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3" name="pt16523"/>
            <p:cNvSpPr/>
            <p:nvPr/>
          </p:nvSpPr>
          <p:spPr>
            <a:xfrm>
              <a:off x="5400793" y="2221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4" name="pt16524"/>
            <p:cNvSpPr/>
            <p:nvPr/>
          </p:nvSpPr>
          <p:spPr>
            <a:xfrm>
              <a:off x="5517448" y="2054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5" name="pt16525"/>
            <p:cNvSpPr/>
            <p:nvPr/>
          </p:nvSpPr>
          <p:spPr>
            <a:xfrm>
              <a:off x="5834533" y="1742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6" name="pt16526"/>
            <p:cNvSpPr/>
            <p:nvPr/>
          </p:nvSpPr>
          <p:spPr>
            <a:xfrm>
              <a:off x="5642977" y="1847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7" name="pt16527"/>
            <p:cNvSpPr/>
            <p:nvPr/>
          </p:nvSpPr>
          <p:spPr>
            <a:xfrm>
              <a:off x="5535149" y="222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8" name="pt16528"/>
            <p:cNvSpPr/>
            <p:nvPr/>
          </p:nvSpPr>
          <p:spPr>
            <a:xfrm>
              <a:off x="5606823" y="2011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9" name="pt16529"/>
            <p:cNvSpPr/>
            <p:nvPr/>
          </p:nvSpPr>
          <p:spPr>
            <a:xfrm>
              <a:off x="5169951" y="2203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0" name="pt16530"/>
            <p:cNvSpPr/>
            <p:nvPr/>
          </p:nvSpPr>
          <p:spPr>
            <a:xfrm>
              <a:off x="5306270" y="2266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1" name="pt16531"/>
            <p:cNvSpPr/>
            <p:nvPr/>
          </p:nvSpPr>
          <p:spPr>
            <a:xfrm>
              <a:off x="4951823" y="2620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2" name="pt16532"/>
            <p:cNvSpPr/>
            <p:nvPr/>
          </p:nvSpPr>
          <p:spPr>
            <a:xfrm>
              <a:off x="5224371" y="1904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3" name="pt16533"/>
            <p:cNvSpPr/>
            <p:nvPr/>
          </p:nvSpPr>
          <p:spPr>
            <a:xfrm>
              <a:off x="5546771" y="2206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4" name="pt16534"/>
            <p:cNvSpPr/>
            <p:nvPr/>
          </p:nvSpPr>
          <p:spPr>
            <a:xfrm>
              <a:off x="5261877" y="2170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5" name="pt16535"/>
            <p:cNvSpPr/>
            <p:nvPr/>
          </p:nvSpPr>
          <p:spPr>
            <a:xfrm>
              <a:off x="5405354" y="22485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6" name="pt16536"/>
            <p:cNvSpPr/>
            <p:nvPr/>
          </p:nvSpPr>
          <p:spPr>
            <a:xfrm>
              <a:off x="5446883" y="2105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7" name="pt16537"/>
            <p:cNvSpPr/>
            <p:nvPr/>
          </p:nvSpPr>
          <p:spPr>
            <a:xfrm>
              <a:off x="5384024" y="2123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8" name="pt16538"/>
            <p:cNvSpPr/>
            <p:nvPr/>
          </p:nvSpPr>
          <p:spPr>
            <a:xfrm>
              <a:off x="5021404" y="2128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9" name="pt16539"/>
            <p:cNvSpPr/>
            <p:nvPr/>
          </p:nvSpPr>
          <p:spPr>
            <a:xfrm>
              <a:off x="5541747" y="2177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0" name="pt16540"/>
            <p:cNvSpPr/>
            <p:nvPr/>
          </p:nvSpPr>
          <p:spPr>
            <a:xfrm>
              <a:off x="4939100" y="2198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1" name="pt16541"/>
            <p:cNvSpPr/>
            <p:nvPr/>
          </p:nvSpPr>
          <p:spPr>
            <a:xfrm>
              <a:off x="5651022" y="1907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2" name="pt16542"/>
            <p:cNvSpPr/>
            <p:nvPr/>
          </p:nvSpPr>
          <p:spPr>
            <a:xfrm>
              <a:off x="4978676" y="2753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3" name="pt16543"/>
            <p:cNvSpPr/>
            <p:nvPr/>
          </p:nvSpPr>
          <p:spPr>
            <a:xfrm>
              <a:off x="5356778" y="2289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4" name="pt16544"/>
            <p:cNvSpPr/>
            <p:nvPr/>
          </p:nvSpPr>
          <p:spPr>
            <a:xfrm>
              <a:off x="5201653" y="2174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5" name="pt16545"/>
            <p:cNvSpPr/>
            <p:nvPr/>
          </p:nvSpPr>
          <p:spPr>
            <a:xfrm>
              <a:off x="5641971" y="2094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6" name="pt16546"/>
            <p:cNvSpPr/>
            <p:nvPr/>
          </p:nvSpPr>
          <p:spPr>
            <a:xfrm>
              <a:off x="5166004" y="2251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7" name="pt16547"/>
            <p:cNvSpPr/>
            <p:nvPr/>
          </p:nvSpPr>
          <p:spPr>
            <a:xfrm>
              <a:off x="5295020" y="2228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8" name="pt16548"/>
            <p:cNvSpPr/>
            <p:nvPr/>
          </p:nvSpPr>
          <p:spPr>
            <a:xfrm>
              <a:off x="5644671" y="1938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9" name="pt16549"/>
            <p:cNvSpPr/>
            <p:nvPr/>
          </p:nvSpPr>
          <p:spPr>
            <a:xfrm>
              <a:off x="5484790" y="2186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0" name="pt16550"/>
            <p:cNvSpPr/>
            <p:nvPr/>
          </p:nvSpPr>
          <p:spPr>
            <a:xfrm>
              <a:off x="5330532" y="213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1" name="pt16551"/>
            <p:cNvSpPr/>
            <p:nvPr/>
          </p:nvSpPr>
          <p:spPr>
            <a:xfrm>
              <a:off x="5135407" y="271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2" name="pt16552"/>
            <p:cNvSpPr/>
            <p:nvPr/>
          </p:nvSpPr>
          <p:spPr>
            <a:xfrm>
              <a:off x="5434649" y="2094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3" name="pt16553"/>
            <p:cNvSpPr/>
            <p:nvPr/>
          </p:nvSpPr>
          <p:spPr>
            <a:xfrm>
              <a:off x="5394022" y="2144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4" name="pt16554"/>
            <p:cNvSpPr/>
            <p:nvPr/>
          </p:nvSpPr>
          <p:spPr>
            <a:xfrm>
              <a:off x="5558749" y="22417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5" name="pt16555"/>
            <p:cNvSpPr/>
            <p:nvPr/>
          </p:nvSpPr>
          <p:spPr>
            <a:xfrm>
              <a:off x="5178193" y="2203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6" name="pt16556"/>
            <p:cNvSpPr/>
            <p:nvPr/>
          </p:nvSpPr>
          <p:spPr>
            <a:xfrm>
              <a:off x="5491063" y="2240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7" name="pt16557"/>
            <p:cNvSpPr/>
            <p:nvPr/>
          </p:nvSpPr>
          <p:spPr>
            <a:xfrm>
              <a:off x="5464383" y="1996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8" name="pt16558"/>
            <p:cNvSpPr/>
            <p:nvPr/>
          </p:nvSpPr>
          <p:spPr>
            <a:xfrm>
              <a:off x="5609721" y="2014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9" name="pt16559"/>
            <p:cNvSpPr/>
            <p:nvPr/>
          </p:nvSpPr>
          <p:spPr>
            <a:xfrm>
              <a:off x="5395332" y="224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0" name="pt16560"/>
            <p:cNvSpPr/>
            <p:nvPr/>
          </p:nvSpPr>
          <p:spPr>
            <a:xfrm>
              <a:off x="5771074" y="1981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1" name="pt16561"/>
            <p:cNvSpPr/>
            <p:nvPr/>
          </p:nvSpPr>
          <p:spPr>
            <a:xfrm>
              <a:off x="5331213" y="214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2" name="pt16562"/>
            <p:cNvSpPr/>
            <p:nvPr/>
          </p:nvSpPr>
          <p:spPr>
            <a:xfrm>
              <a:off x="5063838" y="2568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3" name="pt16563"/>
            <p:cNvSpPr/>
            <p:nvPr/>
          </p:nvSpPr>
          <p:spPr>
            <a:xfrm>
              <a:off x="5135972" y="2662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4" name="pt16564"/>
            <p:cNvSpPr/>
            <p:nvPr/>
          </p:nvSpPr>
          <p:spPr>
            <a:xfrm>
              <a:off x="5501820" y="2064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5" name="pt16565"/>
            <p:cNvSpPr/>
            <p:nvPr/>
          </p:nvSpPr>
          <p:spPr>
            <a:xfrm>
              <a:off x="5419381" y="2228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6" name="pt16566"/>
            <p:cNvSpPr/>
            <p:nvPr/>
          </p:nvSpPr>
          <p:spPr>
            <a:xfrm>
              <a:off x="5668820" y="1647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7" name="pt16567"/>
            <p:cNvSpPr/>
            <p:nvPr/>
          </p:nvSpPr>
          <p:spPr>
            <a:xfrm>
              <a:off x="5175396" y="2363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8" name="pt16568"/>
            <p:cNvSpPr/>
            <p:nvPr/>
          </p:nvSpPr>
          <p:spPr>
            <a:xfrm>
              <a:off x="5079295" y="1581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9" name="pt16569"/>
            <p:cNvSpPr/>
            <p:nvPr/>
          </p:nvSpPr>
          <p:spPr>
            <a:xfrm>
              <a:off x="5479419" y="2152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0" name="pt16570"/>
            <p:cNvSpPr/>
            <p:nvPr/>
          </p:nvSpPr>
          <p:spPr>
            <a:xfrm>
              <a:off x="5628491" y="2168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1" name="pt16571"/>
            <p:cNvSpPr/>
            <p:nvPr/>
          </p:nvSpPr>
          <p:spPr>
            <a:xfrm>
              <a:off x="5478391" y="2282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2" name="pt16572"/>
            <p:cNvSpPr/>
            <p:nvPr/>
          </p:nvSpPr>
          <p:spPr>
            <a:xfrm>
              <a:off x="5347448" y="2250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3" name="pt16573"/>
            <p:cNvSpPr/>
            <p:nvPr/>
          </p:nvSpPr>
          <p:spPr>
            <a:xfrm>
              <a:off x="5434682" y="2147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4" name="pt16574"/>
            <p:cNvSpPr/>
            <p:nvPr/>
          </p:nvSpPr>
          <p:spPr>
            <a:xfrm>
              <a:off x="5147585" y="2630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5" name="pt16575"/>
            <p:cNvSpPr/>
            <p:nvPr/>
          </p:nvSpPr>
          <p:spPr>
            <a:xfrm>
              <a:off x="5410024" y="2184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6" name="pt16576"/>
            <p:cNvSpPr/>
            <p:nvPr/>
          </p:nvSpPr>
          <p:spPr>
            <a:xfrm>
              <a:off x="5797172" y="2068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7" name="pt16577"/>
            <p:cNvSpPr/>
            <p:nvPr/>
          </p:nvSpPr>
          <p:spPr>
            <a:xfrm>
              <a:off x="5645807" y="2046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8" name="pt16578"/>
            <p:cNvSpPr/>
            <p:nvPr/>
          </p:nvSpPr>
          <p:spPr>
            <a:xfrm>
              <a:off x="5622551" y="2009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9" name="pt16579"/>
            <p:cNvSpPr/>
            <p:nvPr/>
          </p:nvSpPr>
          <p:spPr>
            <a:xfrm>
              <a:off x="5145606" y="2691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0" name="pt16580"/>
            <p:cNvSpPr/>
            <p:nvPr/>
          </p:nvSpPr>
          <p:spPr>
            <a:xfrm>
              <a:off x="5216140" y="2185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1" name="pt16581"/>
            <p:cNvSpPr/>
            <p:nvPr/>
          </p:nvSpPr>
          <p:spPr>
            <a:xfrm>
              <a:off x="5673868" y="20248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2" name="pt16582"/>
            <p:cNvSpPr/>
            <p:nvPr/>
          </p:nvSpPr>
          <p:spPr>
            <a:xfrm>
              <a:off x="5896429" y="1420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3" name="pt16583"/>
            <p:cNvSpPr/>
            <p:nvPr/>
          </p:nvSpPr>
          <p:spPr>
            <a:xfrm>
              <a:off x="5748476" y="2130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4" name="pt16584"/>
            <p:cNvSpPr/>
            <p:nvPr/>
          </p:nvSpPr>
          <p:spPr>
            <a:xfrm>
              <a:off x="5252402" y="2197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5" name="pt16585"/>
            <p:cNvSpPr/>
            <p:nvPr/>
          </p:nvSpPr>
          <p:spPr>
            <a:xfrm>
              <a:off x="5149449" y="2486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6" name="pt16586"/>
            <p:cNvSpPr/>
            <p:nvPr/>
          </p:nvSpPr>
          <p:spPr>
            <a:xfrm>
              <a:off x="5170844" y="2533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7" name="pt16587"/>
            <p:cNvSpPr/>
            <p:nvPr/>
          </p:nvSpPr>
          <p:spPr>
            <a:xfrm>
              <a:off x="5255847" y="2247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8" name="pt16588"/>
            <p:cNvSpPr/>
            <p:nvPr/>
          </p:nvSpPr>
          <p:spPr>
            <a:xfrm>
              <a:off x="5517090" y="2239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9" name="pt16589"/>
            <p:cNvSpPr/>
            <p:nvPr/>
          </p:nvSpPr>
          <p:spPr>
            <a:xfrm>
              <a:off x="5419830" y="2162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0" name="pt16590"/>
            <p:cNvSpPr/>
            <p:nvPr/>
          </p:nvSpPr>
          <p:spPr>
            <a:xfrm>
              <a:off x="5542256" y="2141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1" name="pt16591"/>
            <p:cNvSpPr/>
            <p:nvPr/>
          </p:nvSpPr>
          <p:spPr>
            <a:xfrm>
              <a:off x="5429642" y="2160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2" name="pt16592"/>
            <p:cNvSpPr/>
            <p:nvPr/>
          </p:nvSpPr>
          <p:spPr>
            <a:xfrm>
              <a:off x="5860906" y="1780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3" name="pt16593"/>
            <p:cNvSpPr/>
            <p:nvPr/>
          </p:nvSpPr>
          <p:spPr>
            <a:xfrm>
              <a:off x="5527179" y="2104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4" name="pt16594"/>
            <p:cNvSpPr/>
            <p:nvPr/>
          </p:nvSpPr>
          <p:spPr>
            <a:xfrm>
              <a:off x="5370102" y="20798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5" name="pt16595"/>
            <p:cNvSpPr/>
            <p:nvPr/>
          </p:nvSpPr>
          <p:spPr>
            <a:xfrm>
              <a:off x="5115127" y="2560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6" name="pt16596"/>
            <p:cNvSpPr/>
            <p:nvPr/>
          </p:nvSpPr>
          <p:spPr>
            <a:xfrm>
              <a:off x="5539538" y="2170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7" name="pt16597"/>
            <p:cNvSpPr/>
            <p:nvPr/>
          </p:nvSpPr>
          <p:spPr>
            <a:xfrm>
              <a:off x="5626630" y="1895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8" name="pt16598"/>
            <p:cNvSpPr/>
            <p:nvPr/>
          </p:nvSpPr>
          <p:spPr>
            <a:xfrm>
              <a:off x="5497986" y="2323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9" name="pt16599"/>
            <p:cNvSpPr/>
            <p:nvPr/>
          </p:nvSpPr>
          <p:spPr>
            <a:xfrm>
              <a:off x="5451335" y="2049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0" name="pt16600"/>
            <p:cNvSpPr/>
            <p:nvPr/>
          </p:nvSpPr>
          <p:spPr>
            <a:xfrm>
              <a:off x="5211433" y="2104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1" name="pt16601"/>
            <p:cNvSpPr/>
            <p:nvPr/>
          </p:nvSpPr>
          <p:spPr>
            <a:xfrm>
              <a:off x="4716256" y="2423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2" name="pt16602"/>
            <p:cNvSpPr/>
            <p:nvPr/>
          </p:nvSpPr>
          <p:spPr>
            <a:xfrm>
              <a:off x="5204810" y="2151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3" name="pt16603"/>
            <p:cNvSpPr/>
            <p:nvPr/>
          </p:nvSpPr>
          <p:spPr>
            <a:xfrm>
              <a:off x="5124980" y="2531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4" name="pt16604"/>
            <p:cNvSpPr/>
            <p:nvPr/>
          </p:nvSpPr>
          <p:spPr>
            <a:xfrm>
              <a:off x="5493207" y="2303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5" name="pt16605"/>
            <p:cNvSpPr/>
            <p:nvPr/>
          </p:nvSpPr>
          <p:spPr>
            <a:xfrm>
              <a:off x="5324326" y="2163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6" name="pt16606"/>
            <p:cNvSpPr/>
            <p:nvPr/>
          </p:nvSpPr>
          <p:spPr>
            <a:xfrm>
              <a:off x="5274444" y="2148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7" name="pt16607"/>
            <p:cNvSpPr/>
            <p:nvPr/>
          </p:nvSpPr>
          <p:spPr>
            <a:xfrm>
              <a:off x="5650773" y="1918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8" name="pt16608"/>
            <p:cNvSpPr/>
            <p:nvPr/>
          </p:nvSpPr>
          <p:spPr>
            <a:xfrm>
              <a:off x="5718865" y="196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9" name="pt16609"/>
            <p:cNvSpPr/>
            <p:nvPr/>
          </p:nvSpPr>
          <p:spPr>
            <a:xfrm>
              <a:off x="4998288" y="2379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0" name="pt16610"/>
            <p:cNvSpPr/>
            <p:nvPr/>
          </p:nvSpPr>
          <p:spPr>
            <a:xfrm>
              <a:off x="5780856" y="2035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1" name="pt16611"/>
            <p:cNvSpPr/>
            <p:nvPr/>
          </p:nvSpPr>
          <p:spPr>
            <a:xfrm>
              <a:off x="5005359" y="2169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2" name="pt16612"/>
            <p:cNvSpPr/>
            <p:nvPr/>
          </p:nvSpPr>
          <p:spPr>
            <a:xfrm>
              <a:off x="5064726" y="2360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3" name="pt16613"/>
            <p:cNvSpPr/>
            <p:nvPr/>
          </p:nvSpPr>
          <p:spPr>
            <a:xfrm>
              <a:off x="4998006" y="2264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4" name="pt16614"/>
            <p:cNvSpPr/>
            <p:nvPr/>
          </p:nvSpPr>
          <p:spPr>
            <a:xfrm>
              <a:off x="5602535" y="19708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5" name="pt16615"/>
            <p:cNvSpPr/>
            <p:nvPr/>
          </p:nvSpPr>
          <p:spPr>
            <a:xfrm>
              <a:off x="5604476" y="19985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6" name="pt16616"/>
            <p:cNvSpPr/>
            <p:nvPr/>
          </p:nvSpPr>
          <p:spPr>
            <a:xfrm>
              <a:off x="5339266" y="2245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7" name="pt16617"/>
            <p:cNvSpPr/>
            <p:nvPr/>
          </p:nvSpPr>
          <p:spPr>
            <a:xfrm>
              <a:off x="5179137" y="2076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8" name="pt16618"/>
            <p:cNvSpPr/>
            <p:nvPr/>
          </p:nvSpPr>
          <p:spPr>
            <a:xfrm>
              <a:off x="5620889" y="2081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9" name="pt16619"/>
            <p:cNvSpPr/>
            <p:nvPr/>
          </p:nvSpPr>
          <p:spPr>
            <a:xfrm>
              <a:off x="5137623" y="2750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0" name="pt16620"/>
            <p:cNvSpPr/>
            <p:nvPr/>
          </p:nvSpPr>
          <p:spPr>
            <a:xfrm>
              <a:off x="5674148" y="1852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1" name="pt16621"/>
            <p:cNvSpPr/>
            <p:nvPr/>
          </p:nvSpPr>
          <p:spPr>
            <a:xfrm>
              <a:off x="4922167" y="20826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2" name="pt16622"/>
            <p:cNvSpPr/>
            <p:nvPr/>
          </p:nvSpPr>
          <p:spPr>
            <a:xfrm>
              <a:off x="5385833" y="2210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3" name="pt16623"/>
            <p:cNvSpPr/>
            <p:nvPr/>
          </p:nvSpPr>
          <p:spPr>
            <a:xfrm>
              <a:off x="5470049" y="1991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4" name="pt16624"/>
            <p:cNvSpPr/>
            <p:nvPr/>
          </p:nvSpPr>
          <p:spPr>
            <a:xfrm>
              <a:off x="5610228" y="2025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5" name="pt16625"/>
            <p:cNvSpPr/>
            <p:nvPr/>
          </p:nvSpPr>
          <p:spPr>
            <a:xfrm>
              <a:off x="5612182" y="2111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6" name="pt16626"/>
            <p:cNvSpPr/>
            <p:nvPr/>
          </p:nvSpPr>
          <p:spPr>
            <a:xfrm>
              <a:off x="5149432" y="2662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7" name="pt16627"/>
            <p:cNvSpPr/>
            <p:nvPr/>
          </p:nvSpPr>
          <p:spPr>
            <a:xfrm>
              <a:off x="5438580" y="2188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8" name="pt16628"/>
            <p:cNvSpPr/>
            <p:nvPr/>
          </p:nvSpPr>
          <p:spPr>
            <a:xfrm>
              <a:off x="5633355" y="2098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9" name="pt16629"/>
            <p:cNvSpPr/>
            <p:nvPr/>
          </p:nvSpPr>
          <p:spPr>
            <a:xfrm>
              <a:off x="5578133" y="1987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0" name="pt16630"/>
            <p:cNvSpPr/>
            <p:nvPr/>
          </p:nvSpPr>
          <p:spPr>
            <a:xfrm>
              <a:off x="5775202" y="1940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1" name="pt16631"/>
            <p:cNvSpPr/>
            <p:nvPr/>
          </p:nvSpPr>
          <p:spPr>
            <a:xfrm>
              <a:off x="5701195" y="1780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2" name="pt16632"/>
            <p:cNvSpPr/>
            <p:nvPr/>
          </p:nvSpPr>
          <p:spPr>
            <a:xfrm>
              <a:off x="4922869" y="2034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3" name="pt16633"/>
            <p:cNvSpPr/>
            <p:nvPr/>
          </p:nvSpPr>
          <p:spPr>
            <a:xfrm>
              <a:off x="5994931" y="2379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4" name="pt16634"/>
            <p:cNvSpPr/>
            <p:nvPr/>
          </p:nvSpPr>
          <p:spPr>
            <a:xfrm>
              <a:off x="5617191" y="1945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5" name="pt16635"/>
            <p:cNvSpPr/>
            <p:nvPr/>
          </p:nvSpPr>
          <p:spPr>
            <a:xfrm>
              <a:off x="5145723" y="2695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6" name="pt16636"/>
            <p:cNvSpPr/>
            <p:nvPr/>
          </p:nvSpPr>
          <p:spPr>
            <a:xfrm>
              <a:off x="5179272" y="2074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7" name="pt16637"/>
            <p:cNvSpPr/>
            <p:nvPr/>
          </p:nvSpPr>
          <p:spPr>
            <a:xfrm>
              <a:off x="5431867" y="2097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8" name="pt16638"/>
            <p:cNvSpPr/>
            <p:nvPr/>
          </p:nvSpPr>
          <p:spPr>
            <a:xfrm>
              <a:off x="5141707" y="2859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9" name="pt16639"/>
            <p:cNvSpPr/>
            <p:nvPr/>
          </p:nvSpPr>
          <p:spPr>
            <a:xfrm>
              <a:off x="5233533" y="2109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0" name="pt16640"/>
            <p:cNvSpPr/>
            <p:nvPr/>
          </p:nvSpPr>
          <p:spPr>
            <a:xfrm>
              <a:off x="5385813" y="2188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1" name="pt16641"/>
            <p:cNvSpPr/>
            <p:nvPr/>
          </p:nvSpPr>
          <p:spPr>
            <a:xfrm>
              <a:off x="5142659" y="2811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2" name="pt16642"/>
            <p:cNvSpPr/>
            <p:nvPr/>
          </p:nvSpPr>
          <p:spPr>
            <a:xfrm>
              <a:off x="5229442" y="2017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3" name="pt16643"/>
            <p:cNvSpPr/>
            <p:nvPr/>
          </p:nvSpPr>
          <p:spPr>
            <a:xfrm>
              <a:off x="5426561" y="2134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4" name="pt16644"/>
            <p:cNvSpPr/>
            <p:nvPr/>
          </p:nvSpPr>
          <p:spPr>
            <a:xfrm>
              <a:off x="5506569" y="2099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5" name="pt16645"/>
            <p:cNvSpPr/>
            <p:nvPr/>
          </p:nvSpPr>
          <p:spPr>
            <a:xfrm>
              <a:off x="5113161" y="2546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6" name="pt16646"/>
            <p:cNvSpPr/>
            <p:nvPr/>
          </p:nvSpPr>
          <p:spPr>
            <a:xfrm>
              <a:off x="5037584" y="2681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7" name="pt16647"/>
            <p:cNvSpPr/>
            <p:nvPr/>
          </p:nvSpPr>
          <p:spPr>
            <a:xfrm>
              <a:off x="5333300" y="2128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8" name="pt16648"/>
            <p:cNvSpPr/>
            <p:nvPr/>
          </p:nvSpPr>
          <p:spPr>
            <a:xfrm>
              <a:off x="5378888" y="2172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9" name="pt16649"/>
            <p:cNvSpPr/>
            <p:nvPr/>
          </p:nvSpPr>
          <p:spPr>
            <a:xfrm>
              <a:off x="5567447" y="227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0" name="pt16650"/>
            <p:cNvSpPr/>
            <p:nvPr/>
          </p:nvSpPr>
          <p:spPr>
            <a:xfrm>
              <a:off x="5724801" y="1945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1" name="pt16651"/>
            <p:cNvSpPr/>
            <p:nvPr/>
          </p:nvSpPr>
          <p:spPr>
            <a:xfrm>
              <a:off x="5768312" y="1993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2" name="pt16652"/>
            <p:cNvSpPr/>
            <p:nvPr/>
          </p:nvSpPr>
          <p:spPr>
            <a:xfrm>
              <a:off x="5435349" y="2041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3" name="pt16653"/>
            <p:cNvSpPr/>
            <p:nvPr/>
          </p:nvSpPr>
          <p:spPr>
            <a:xfrm>
              <a:off x="5193764" y="2219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4" name="pt16654"/>
            <p:cNvSpPr/>
            <p:nvPr/>
          </p:nvSpPr>
          <p:spPr>
            <a:xfrm>
              <a:off x="5693871" y="2047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5" name="pt16655"/>
            <p:cNvSpPr/>
            <p:nvPr/>
          </p:nvSpPr>
          <p:spPr>
            <a:xfrm>
              <a:off x="5417502" y="2219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6" name="pt16656"/>
            <p:cNvSpPr/>
            <p:nvPr/>
          </p:nvSpPr>
          <p:spPr>
            <a:xfrm>
              <a:off x="5344495" y="2303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7" name="pt16657"/>
            <p:cNvSpPr/>
            <p:nvPr/>
          </p:nvSpPr>
          <p:spPr>
            <a:xfrm>
              <a:off x="5518762" y="2043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8" name="pt16658"/>
            <p:cNvSpPr/>
            <p:nvPr/>
          </p:nvSpPr>
          <p:spPr>
            <a:xfrm>
              <a:off x="5467353" y="2080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9" name="pt16659"/>
            <p:cNvSpPr/>
            <p:nvPr/>
          </p:nvSpPr>
          <p:spPr>
            <a:xfrm>
              <a:off x="5413658" y="2202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0" name="pt16660"/>
            <p:cNvSpPr/>
            <p:nvPr/>
          </p:nvSpPr>
          <p:spPr>
            <a:xfrm>
              <a:off x="5178597" y="2256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1" name="pt16661"/>
            <p:cNvSpPr/>
            <p:nvPr/>
          </p:nvSpPr>
          <p:spPr>
            <a:xfrm>
              <a:off x="5393629" y="2229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2" name="pt16662"/>
            <p:cNvSpPr/>
            <p:nvPr/>
          </p:nvSpPr>
          <p:spPr>
            <a:xfrm>
              <a:off x="5159640" y="2421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3" name="pt16663"/>
            <p:cNvSpPr/>
            <p:nvPr/>
          </p:nvSpPr>
          <p:spPr>
            <a:xfrm>
              <a:off x="5496659" y="2212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4" name="pt16664"/>
            <p:cNvSpPr/>
            <p:nvPr/>
          </p:nvSpPr>
          <p:spPr>
            <a:xfrm>
              <a:off x="5327886" y="2178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5" name="pt16665"/>
            <p:cNvSpPr/>
            <p:nvPr/>
          </p:nvSpPr>
          <p:spPr>
            <a:xfrm>
              <a:off x="5495719" y="2153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6" name="pt16666"/>
            <p:cNvSpPr/>
            <p:nvPr/>
          </p:nvSpPr>
          <p:spPr>
            <a:xfrm>
              <a:off x="5576594" y="2000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7" name="pt16667"/>
            <p:cNvSpPr/>
            <p:nvPr/>
          </p:nvSpPr>
          <p:spPr>
            <a:xfrm>
              <a:off x="5557651" y="2203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8" name="pt16668"/>
            <p:cNvSpPr/>
            <p:nvPr/>
          </p:nvSpPr>
          <p:spPr>
            <a:xfrm>
              <a:off x="4532932" y="2815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9" name="pt16669"/>
            <p:cNvSpPr/>
            <p:nvPr/>
          </p:nvSpPr>
          <p:spPr>
            <a:xfrm>
              <a:off x="5127579" y="2619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0" name="pt16670"/>
            <p:cNvSpPr/>
            <p:nvPr/>
          </p:nvSpPr>
          <p:spPr>
            <a:xfrm>
              <a:off x="5007922" y="2223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1" name="pt16671"/>
            <p:cNvSpPr/>
            <p:nvPr/>
          </p:nvSpPr>
          <p:spPr>
            <a:xfrm>
              <a:off x="5329180" y="2178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2" name="pt16672"/>
            <p:cNvSpPr/>
            <p:nvPr/>
          </p:nvSpPr>
          <p:spPr>
            <a:xfrm>
              <a:off x="5258293" y="2145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3" name="pt16673"/>
            <p:cNvSpPr/>
            <p:nvPr/>
          </p:nvSpPr>
          <p:spPr>
            <a:xfrm>
              <a:off x="5584753" y="1984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4" name="pt16674"/>
            <p:cNvSpPr/>
            <p:nvPr/>
          </p:nvSpPr>
          <p:spPr>
            <a:xfrm>
              <a:off x="5412059" y="214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5" name="pt16675"/>
            <p:cNvSpPr/>
            <p:nvPr/>
          </p:nvSpPr>
          <p:spPr>
            <a:xfrm>
              <a:off x="5149381" y="2455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6" name="pt16676"/>
            <p:cNvSpPr/>
            <p:nvPr/>
          </p:nvSpPr>
          <p:spPr>
            <a:xfrm>
              <a:off x="5467792" y="2000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7" name="pt16677"/>
            <p:cNvSpPr/>
            <p:nvPr/>
          </p:nvSpPr>
          <p:spPr>
            <a:xfrm>
              <a:off x="5367847" y="2100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8" name="pt16678"/>
            <p:cNvSpPr/>
            <p:nvPr/>
          </p:nvSpPr>
          <p:spPr>
            <a:xfrm>
              <a:off x="5052704" y="2639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9" name="pt16679"/>
            <p:cNvSpPr/>
            <p:nvPr/>
          </p:nvSpPr>
          <p:spPr>
            <a:xfrm>
              <a:off x="5358189" y="231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0" name="pt16680"/>
            <p:cNvSpPr/>
            <p:nvPr/>
          </p:nvSpPr>
          <p:spPr>
            <a:xfrm>
              <a:off x="5964073" y="2145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1" name="pt16681"/>
            <p:cNvSpPr/>
            <p:nvPr/>
          </p:nvSpPr>
          <p:spPr>
            <a:xfrm>
              <a:off x="5633803" y="21059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2" name="pt16682"/>
            <p:cNvSpPr/>
            <p:nvPr/>
          </p:nvSpPr>
          <p:spPr>
            <a:xfrm>
              <a:off x="5510135" y="2199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3" name="pt16683"/>
            <p:cNvSpPr/>
            <p:nvPr/>
          </p:nvSpPr>
          <p:spPr>
            <a:xfrm>
              <a:off x="5063819" y="2661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4" name="pt16684"/>
            <p:cNvSpPr/>
            <p:nvPr/>
          </p:nvSpPr>
          <p:spPr>
            <a:xfrm>
              <a:off x="4940454" y="2102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5" name="pt16685"/>
            <p:cNvSpPr/>
            <p:nvPr/>
          </p:nvSpPr>
          <p:spPr>
            <a:xfrm>
              <a:off x="5434385" y="1929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6" name="pt16686"/>
            <p:cNvSpPr/>
            <p:nvPr/>
          </p:nvSpPr>
          <p:spPr>
            <a:xfrm>
              <a:off x="5120750" y="2695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7" name="pt16687"/>
            <p:cNvSpPr/>
            <p:nvPr/>
          </p:nvSpPr>
          <p:spPr>
            <a:xfrm>
              <a:off x="5426639" y="2220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8" name="pt16688"/>
            <p:cNvSpPr/>
            <p:nvPr/>
          </p:nvSpPr>
          <p:spPr>
            <a:xfrm>
              <a:off x="5625301" y="1985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9" name="pt16689"/>
            <p:cNvSpPr/>
            <p:nvPr/>
          </p:nvSpPr>
          <p:spPr>
            <a:xfrm>
              <a:off x="5163401" y="2113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0" name="pt16690"/>
            <p:cNvSpPr/>
            <p:nvPr/>
          </p:nvSpPr>
          <p:spPr>
            <a:xfrm>
              <a:off x="5549765" y="2229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1" name="pt16691"/>
            <p:cNvSpPr/>
            <p:nvPr/>
          </p:nvSpPr>
          <p:spPr>
            <a:xfrm>
              <a:off x="5231985" y="2099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2" name="pt16692"/>
            <p:cNvSpPr/>
            <p:nvPr/>
          </p:nvSpPr>
          <p:spPr>
            <a:xfrm>
              <a:off x="5318993" y="2006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3" name="pt16693"/>
            <p:cNvSpPr/>
            <p:nvPr/>
          </p:nvSpPr>
          <p:spPr>
            <a:xfrm>
              <a:off x="5353130" y="2243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4" name="pt16694"/>
            <p:cNvSpPr/>
            <p:nvPr/>
          </p:nvSpPr>
          <p:spPr>
            <a:xfrm>
              <a:off x="5614463" y="2113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5" name="pt16695"/>
            <p:cNvSpPr/>
            <p:nvPr/>
          </p:nvSpPr>
          <p:spPr>
            <a:xfrm>
              <a:off x="5177417" y="2258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6" name="pt16696"/>
            <p:cNvSpPr/>
            <p:nvPr/>
          </p:nvSpPr>
          <p:spPr>
            <a:xfrm>
              <a:off x="5452034" y="2038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7" name="pt16697"/>
            <p:cNvSpPr/>
            <p:nvPr/>
          </p:nvSpPr>
          <p:spPr>
            <a:xfrm>
              <a:off x="5760304" y="1879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8" name="pt16698"/>
            <p:cNvSpPr/>
            <p:nvPr/>
          </p:nvSpPr>
          <p:spPr>
            <a:xfrm>
              <a:off x="4983379" y="2365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9" name="pt16699"/>
            <p:cNvSpPr/>
            <p:nvPr/>
          </p:nvSpPr>
          <p:spPr>
            <a:xfrm>
              <a:off x="5481159" y="2050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0" name="pt16700"/>
            <p:cNvSpPr/>
            <p:nvPr/>
          </p:nvSpPr>
          <p:spPr>
            <a:xfrm>
              <a:off x="5716820" y="1959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1" name="pt16701"/>
            <p:cNvSpPr/>
            <p:nvPr/>
          </p:nvSpPr>
          <p:spPr>
            <a:xfrm>
              <a:off x="5527987" y="2128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2" name="pt16702"/>
            <p:cNvSpPr/>
            <p:nvPr/>
          </p:nvSpPr>
          <p:spPr>
            <a:xfrm>
              <a:off x="5495315" y="2250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3" name="pt16703"/>
            <p:cNvSpPr/>
            <p:nvPr/>
          </p:nvSpPr>
          <p:spPr>
            <a:xfrm>
              <a:off x="5419552" y="2220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4" name="pt16704"/>
            <p:cNvSpPr/>
            <p:nvPr/>
          </p:nvSpPr>
          <p:spPr>
            <a:xfrm>
              <a:off x="5447314" y="1991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5" name="pt16705"/>
            <p:cNvSpPr/>
            <p:nvPr/>
          </p:nvSpPr>
          <p:spPr>
            <a:xfrm>
              <a:off x="5603985" y="1873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6" name="pt16706"/>
            <p:cNvSpPr/>
            <p:nvPr/>
          </p:nvSpPr>
          <p:spPr>
            <a:xfrm>
              <a:off x="5259955" y="2198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7" name="pt16707"/>
            <p:cNvSpPr/>
            <p:nvPr/>
          </p:nvSpPr>
          <p:spPr>
            <a:xfrm>
              <a:off x="5734820" y="1928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8" name="pt16708"/>
            <p:cNvSpPr/>
            <p:nvPr/>
          </p:nvSpPr>
          <p:spPr>
            <a:xfrm>
              <a:off x="5512293" y="2108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9" name="pt16709"/>
            <p:cNvSpPr/>
            <p:nvPr/>
          </p:nvSpPr>
          <p:spPr>
            <a:xfrm>
              <a:off x="5603969" y="1958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0" name="pt16710"/>
            <p:cNvSpPr/>
            <p:nvPr/>
          </p:nvSpPr>
          <p:spPr>
            <a:xfrm>
              <a:off x="4984651" y="2806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1" name="pt16711"/>
            <p:cNvSpPr/>
            <p:nvPr/>
          </p:nvSpPr>
          <p:spPr>
            <a:xfrm>
              <a:off x="5665138" y="1772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2" name="pt16712"/>
            <p:cNvSpPr/>
            <p:nvPr/>
          </p:nvSpPr>
          <p:spPr>
            <a:xfrm>
              <a:off x="5831878" y="18129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3" name="pt16713"/>
            <p:cNvSpPr/>
            <p:nvPr/>
          </p:nvSpPr>
          <p:spPr>
            <a:xfrm>
              <a:off x="4680731" y="2905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4" name="pt16714"/>
            <p:cNvSpPr/>
            <p:nvPr/>
          </p:nvSpPr>
          <p:spPr>
            <a:xfrm>
              <a:off x="5029486" y="2415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5" name="pt16715"/>
            <p:cNvSpPr/>
            <p:nvPr/>
          </p:nvSpPr>
          <p:spPr>
            <a:xfrm>
              <a:off x="5101677" y="2662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6" name="pt16716"/>
            <p:cNvSpPr/>
            <p:nvPr/>
          </p:nvSpPr>
          <p:spPr>
            <a:xfrm>
              <a:off x="5197280" y="1968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7" name="pt16717"/>
            <p:cNvSpPr/>
            <p:nvPr/>
          </p:nvSpPr>
          <p:spPr>
            <a:xfrm>
              <a:off x="5510423" y="2129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8" name="pt16718"/>
            <p:cNvSpPr/>
            <p:nvPr/>
          </p:nvSpPr>
          <p:spPr>
            <a:xfrm>
              <a:off x="5611093" y="2057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9" name="pt16719"/>
            <p:cNvSpPr/>
            <p:nvPr/>
          </p:nvSpPr>
          <p:spPr>
            <a:xfrm>
              <a:off x="5278832" y="2124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0" name="pt16720"/>
            <p:cNvSpPr/>
            <p:nvPr/>
          </p:nvSpPr>
          <p:spPr>
            <a:xfrm>
              <a:off x="5251803" y="2159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1" name="pt16721"/>
            <p:cNvSpPr/>
            <p:nvPr/>
          </p:nvSpPr>
          <p:spPr>
            <a:xfrm>
              <a:off x="5882431" y="1804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2" name="pt16722"/>
            <p:cNvSpPr/>
            <p:nvPr/>
          </p:nvSpPr>
          <p:spPr>
            <a:xfrm>
              <a:off x="4834016" y="2330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3" name="pt16723"/>
            <p:cNvSpPr/>
            <p:nvPr/>
          </p:nvSpPr>
          <p:spPr>
            <a:xfrm>
              <a:off x="5387787" y="2190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4" name="pt16724"/>
            <p:cNvSpPr/>
            <p:nvPr/>
          </p:nvSpPr>
          <p:spPr>
            <a:xfrm>
              <a:off x="5583367" y="214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5" name="pt16725"/>
            <p:cNvSpPr/>
            <p:nvPr/>
          </p:nvSpPr>
          <p:spPr>
            <a:xfrm>
              <a:off x="5372736" y="20770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6" name="pt16726"/>
            <p:cNvSpPr/>
            <p:nvPr/>
          </p:nvSpPr>
          <p:spPr>
            <a:xfrm>
              <a:off x="4932247" y="1995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7" name="pt16727"/>
            <p:cNvSpPr/>
            <p:nvPr/>
          </p:nvSpPr>
          <p:spPr>
            <a:xfrm>
              <a:off x="5388589" y="2179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8" name="pt16728"/>
            <p:cNvSpPr/>
            <p:nvPr/>
          </p:nvSpPr>
          <p:spPr>
            <a:xfrm>
              <a:off x="5940810" y="1737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9" name="pt16729"/>
            <p:cNvSpPr/>
            <p:nvPr/>
          </p:nvSpPr>
          <p:spPr>
            <a:xfrm>
              <a:off x="5567328" y="2030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0" name="pt16730"/>
            <p:cNvSpPr/>
            <p:nvPr/>
          </p:nvSpPr>
          <p:spPr>
            <a:xfrm>
              <a:off x="5538537" y="2257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1" name="pt16731"/>
            <p:cNvSpPr/>
            <p:nvPr/>
          </p:nvSpPr>
          <p:spPr>
            <a:xfrm>
              <a:off x="5446766" y="2032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2" name="pt16732"/>
            <p:cNvSpPr/>
            <p:nvPr/>
          </p:nvSpPr>
          <p:spPr>
            <a:xfrm>
              <a:off x="5021180" y="2264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3" name="pt16733"/>
            <p:cNvSpPr/>
            <p:nvPr/>
          </p:nvSpPr>
          <p:spPr>
            <a:xfrm>
              <a:off x="5794046" y="1916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4" name="pt16734"/>
            <p:cNvSpPr/>
            <p:nvPr/>
          </p:nvSpPr>
          <p:spPr>
            <a:xfrm>
              <a:off x="5796838" y="19350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5" name="pt16735"/>
            <p:cNvSpPr/>
            <p:nvPr/>
          </p:nvSpPr>
          <p:spPr>
            <a:xfrm>
              <a:off x="5551829" y="2259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6" name="pt16736"/>
            <p:cNvSpPr/>
            <p:nvPr/>
          </p:nvSpPr>
          <p:spPr>
            <a:xfrm>
              <a:off x="4834401" y="2355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7" name="pt16737"/>
            <p:cNvSpPr/>
            <p:nvPr/>
          </p:nvSpPr>
          <p:spPr>
            <a:xfrm>
              <a:off x="5180198" y="2274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8" name="pt16738"/>
            <p:cNvSpPr/>
            <p:nvPr/>
          </p:nvSpPr>
          <p:spPr>
            <a:xfrm>
              <a:off x="5552164" y="2170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9" name="pt16739"/>
            <p:cNvSpPr/>
            <p:nvPr/>
          </p:nvSpPr>
          <p:spPr>
            <a:xfrm>
              <a:off x="5330359" y="2145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0" name="pt16740"/>
            <p:cNvSpPr/>
            <p:nvPr/>
          </p:nvSpPr>
          <p:spPr>
            <a:xfrm>
              <a:off x="5970088" y="1978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1" name="pt16741"/>
            <p:cNvSpPr/>
            <p:nvPr/>
          </p:nvSpPr>
          <p:spPr>
            <a:xfrm>
              <a:off x="5062378" y="2471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2" name="pt16742"/>
            <p:cNvSpPr/>
            <p:nvPr/>
          </p:nvSpPr>
          <p:spPr>
            <a:xfrm>
              <a:off x="5588729" y="1966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3" name="pt16743"/>
            <p:cNvSpPr/>
            <p:nvPr/>
          </p:nvSpPr>
          <p:spPr>
            <a:xfrm>
              <a:off x="5365513" y="2144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4" name="pt16744"/>
            <p:cNvSpPr/>
            <p:nvPr/>
          </p:nvSpPr>
          <p:spPr>
            <a:xfrm>
              <a:off x="5575625" y="1970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5" name="pt16745"/>
            <p:cNvSpPr/>
            <p:nvPr/>
          </p:nvSpPr>
          <p:spPr>
            <a:xfrm>
              <a:off x="5075973" y="2203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6" name="pt16746"/>
            <p:cNvSpPr/>
            <p:nvPr/>
          </p:nvSpPr>
          <p:spPr>
            <a:xfrm>
              <a:off x="5604745" y="1928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7" name="pt16747"/>
            <p:cNvSpPr/>
            <p:nvPr/>
          </p:nvSpPr>
          <p:spPr>
            <a:xfrm>
              <a:off x="5484225" y="2136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8" name="pt16748"/>
            <p:cNvSpPr/>
            <p:nvPr/>
          </p:nvSpPr>
          <p:spPr>
            <a:xfrm>
              <a:off x="5617595" y="2054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9" name="pt16749"/>
            <p:cNvSpPr/>
            <p:nvPr/>
          </p:nvSpPr>
          <p:spPr>
            <a:xfrm>
              <a:off x="5188895" y="2230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0" name="pt16750"/>
            <p:cNvSpPr/>
            <p:nvPr/>
          </p:nvSpPr>
          <p:spPr>
            <a:xfrm>
              <a:off x="5166989" y="2329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1" name="pt16751"/>
            <p:cNvSpPr/>
            <p:nvPr/>
          </p:nvSpPr>
          <p:spPr>
            <a:xfrm>
              <a:off x="5404027" y="2308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2" name="pt16752"/>
            <p:cNvSpPr/>
            <p:nvPr/>
          </p:nvSpPr>
          <p:spPr>
            <a:xfrm>
              <a:off x="5109813" y="2655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3" name="pt16753"/>
            <p:cNvSpPr/>
            <p:nvPr/>
          </p:nvSpPr>
          <p:spPr>
            <a:xfrm>
              <a:off x="5704984" y="1812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4" name="pt16754"/>
            <p:cNvSpPr/>
            <p:nvPr/>
          </p:nvSpPr>
          <p:spPr>
            <a:xfrm>
              <a:off x="5476377" y="2291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5" name="pt16755"/>
            <p:cNvSpPr/>
            <p:nvPr/>
          </p:nvSpPr>
          <p:spPr>
            <a:xfrm>
              <a:off x="5331060" y="2182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6" name="pt16756"/>
            <p:cNvSpPr/>
            <p:nvPr/>
          </p:nvSpPr>
          <p:spPr>
            <a:xfrm>
              <a:off x="4939476" y="2125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7" name="pt16757"/>
            <p:cNvSpPr/>
            <p:nvPr/>
          </p:nvSpPr>
          <p:spPr>
            <a:xfrm>
              <a:off x="5457532" y="1960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8" name="pt16758"/>
            <p:cNvSpPr/>
            <p:nvPr/>
          </p:nvSpPr>
          <p:spPr>
            <a:xfrm>
              <a:off x="5670114" y="1698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9" name="pt16759"/>
            <p:cNvSpPr/>
            <p:nvPr/>
          </p:nvSpPr>
          <p:spPr>
            <a:xfrm>
              <a:off x="5286269" y="2105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0" name="pt16760"/>
            <p:cNvSpPr/>
            <p:nvPr/>
          </p:nvSpPr>
          <p:spPr>
            <a:xfrm>
              <a:off x="5279072" y="2112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1" name="pt16761"/>
            <p:cNvSpPr/>
            <p:nvPr/>
          </p:nvSpPr>
          <p:spPr>
            <a:xfrm>
              <a:off x="5126226" y="2650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2" name="pt16762"/>
            <p:cNvSpPr/>
            <p:nvPr/>
          </p:nvSpPr>
          <p:spPr>
            <a:xfrm>
              <a:off x="5199246" y="2221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3" name="pt16763"/>
            <p:cNvSpPr/>
            <p:nvPr/>
          </p:nvSpPr>
          <p:spPr>
            <a:xfrm>
              <a:off x="5264405" y="2146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4" name="pt16764"/>
            <p:cNvSpPr/>
            <p:nvPr/>
          </p:nvSpPr>
          <p:spPr>
            <a:xfrm>
              <a:off x="5600782" y="2004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5" name="pt16765"/>
            <p:cNvSpPr/>
            <p:nvPr/>
          </p:nvSpPr>
          <p:spPr>
            <a:xfrm>
              <a:off x="5647869" y="1883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6" name="pt16766"/>
            <p:cNvSpPr/>
            <p:nvPr/>
          </p:nvSpPr>
          <p:spPr>
            <a:xfrm>
              <a:off x="5087899" y="1910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7" name="pt16767"/>
            <p:cNvSpPr/>
            <p:nvPr/>
          </p:nvSpPr>
          <p:spPr>
            <a:xfrm>
              <a:off x="5506481" y="2109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8" name="pt16768"/>
            <p:cNvSpPr/>
            <p:nvPr/>
          </p:nvSpPr>
          <p:spPr>
            <a:xfrm>
              <a:off x="5398961" y="2238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9" name="pt16769"/>
            <p:cNvSpPr/>
            <p:nvPr/>
          </p:nvSpPr>
          <p:spPr>
            <a:xfrm>
              <a:off x="5681553" y="1905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0" name="pt16770"/>
            <p:cNvSpPr/>
            <p:nvPr/>
          </p:nvSpPr>
          <p:spPr>
            <a:xfrm>
              <a:off x="5134476" y="2734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1" name="pt16771"/>
            <p:cNvSpPr/>
            <p:nvPr/>
          </p:nvSpPr>
          <p:spPr>
            <a:xfrm>
              <a:off x="4798875" y="2270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2" name="pt16772"/>
            <p:cNvSpPr/>
            <p:nvPr/>
          </p:nvSpPr>
          <p:spPr>
            <a:xfrm>
              <a:off x="5224981" y="1849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3" name="pt16773"/>
            <p:cNvSpPr/>
            <p:nvPr/>
          </p:nvSpPr>
          <p:spPr>
            <a:xfrm>
              <a:off x="5209173" y="217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4" name="pt16774"/>
            <p:cNvSpPr/>
            <p:nvPr/>
          </p:nvSpPr>
          <p:spPr>
            <a:xfrm>
              <a:off x="5325125" y="2267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5" name="pt16775"/>
            <p:cNvSpPr/>
            <p:nvPr/>
          </p:nvSpPr>
          <p:spPr>
            <a:xfrm>
              <a:off x="5011277" y="1875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6" name="pt16776"/>
            <p:cNvSpPr/>
            <p:nvPr/>
          </p:nvSpPr>
          <p:spPr>
            <a:xfrm>
              <a:off x="5337516" y="2223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7" name="pt16777"/>
            <p:cNvSpPr/>
            <p:nvPr/>
          </p:nvSpPr>
          <p:spPr>
            <a:xfrm>
              <a:off x="5440037" y="200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8" name="pt16778"/>
            <p:cNvSpPr/>
            <p:nvPr/>
          </p:nvSpPr>
          <p:spPr>
            <a:xfrm>
              <a:off x="5613264" y="2009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9" name="pt16779"/>
            <p:cNvSpPr/>
            <p:nvPr/>
          </p:nvSpPr>
          <p:spPr>
            <a:xfrm>
              <a:off x="5884090" y="1809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0" name="pt16780"/>
            <p:cNvSpPr/>
            <p:nvPr/>
          </p:nvSpPr>
          <p:spPr>
            <a:xfrm>
              <a:off x="5340437" y="2138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1" name="pt16781"/>
            <p:cNvSpPr/>
            <p:nvPr/>
          </p:nvSpPr>
          <p:spPr>
            <a:xfrm>
              <a:off x="5444964" y="1964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2" name="pt16782"/>
            <p:cNvSpPr/>
            <p:nvPr/>
          </p:nvSpPr>
          <p:spPr>
            <a:xfrm>
              <a:off x="5061926" y="2332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3" name="pt16783"/>
            <p:cNvSpPr/>
            <p:nvPr/>
          </p:nvSpPr>
          <p:spPr>
            <a:xfrm>
              <a:off x="5248411" y="2049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4" name="pt16784"/>
            <p:cNvSpPr/>
            <p:nvPr/>
          </p:nvSpPr>
          <p:spPr>
            <a:xfrm>
              <a:off x="5702729" y="1997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5" name="pt16785"/>
            <p:cNvSpPr/>
            <p:nvPr/>
          </p:nvSpPr>
          <p:spPr>
            <a:xfrm>
              <a:off x="5130984" y="2812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6" name="pt16786"/>
            <p:cNvSpPr/>
            <p:nvPr/>
          </p:nvSpPr>
          <p:spPr>
            <a:xfrm>
              <a:off x="5180183" y="2226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7" name="pt16787"/>
            <p:cNvSpPr/>
            <p:nvPr/>
          </p:nvSpPr>
          <p:spPr>
            <a:xfrm>
              <a:off x="5398998" y="2252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8" name="pt16788"/>
            <p:cNvSpPr/>
            <p:nvPr/>
          </p:nvSpPr>
          <p:spPr>
            <a:xfrm>
              <a:off x="5304578" y="2231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9" name="pt16789"/>
            <p:cNvSpPr/>
            <p:nvPr/>
          </p:nvSpPr>
          <p:spPr>
            <a:xfrm>
              <a:off x="5047168" y="2408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0" name="pt16790"/>
            <p:cNvSpPr/>
            <p:nvPr/>
          </p:nvSpPr>
          <p:spPr>
            <a:xfrm>
              <a:off x="5390248" y="2178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1" name="pt16791"/>
            <p:cNvSpPr/>
            <p:nvPr/>
          </p:nvSpPr>
          <p:spPr>
            <a:xfrm>
              <a:off x="5287546" y="2027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2" name="pt16792"/>
            <p:cNvSpPr/>
            <p:nvPr/>
          </p:nvSpPr>
          <p:spPr>
            <a:xfrm>
              <a:off x="5098809" y="2653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3" name="pt16793"/>
            <p:cNvSpPr/>
            <p:nvPr/>
          </p:nvSpPr>
          <p:spPr>
            <a:xfrm>
              <a:off x="4929526" y="2076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4" name="pt16794"/>
            <p:cNvSpPr/>
            <p:nvPr/>
          </p:nvSpPr>
          <p:spPr>
            <a:xfrm>
              <a:off x="5036070" y="2466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5" name="pt16795"/>
            <p:cNvSpPr/>
            <p:nvPr/>
          </p:nvSpPr>
          <p:spPr>
            <a:xfrm>
              <a:off x="5631957" y="2067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6" name="pt16796"/>
            <p:cNvSpPr/>
            <p:nvPr/>
          </p:nvSpPr>
          <p:spPr>
            <a:xfrm>
              <a:off x="5213648" y="2181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7" name="pt16797"/>
            <p:cNvSpPr/>
            <p:nvPr/>
          </p:nvSpPr>
          <p:spPr>
            <a:xfrm>
              <a:off x="4986320" y="2690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8" name="pt16798"/>
            <p:cNvSpPr/>
            <p:nvPr/>
          </p:nvSpPr>
          <p:spPr>
            <a:xfrm>
              <a:off x="5395935" y="2254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9" name="pt16799"/>
            <p:cNvSpPr/>
            <p:nvPr/>
          </p:nvSpPr>
          <p:spPr>
            <a:xfrm>
              <a:off x="5446728" y="1827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0" name="pt16800"/>
            <p:cNvSpPr/>
            <p:nvPr/>
          </p:nvSpPr>
          <p:spPr>
            <a:xfrm>
              <a:off x="5540766" y="2231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1" name="pt16801"/>
            <p:cNvSpPr/>
            <p:nvPr/>
          </p:nvSpPr>
          <p:spPr>
            <a:xfrm>
              <a:off x="5842634" y="1766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2" name="pt16802"/>
            <p:cNvSpPr/>
            <p:nvPr/>
          </p:nvSpPr>
          <p:spPr>
            <a:xfrm>
              <a:off x="4999568" y="2123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3" name="pt16803"/>
            <p:cNvSpPr/>
            <p:nvPr/>
          </p:nvSpPr>
          <p:spPr>
            <a:xfrm>
              <a:off x="5839838" y="1700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4" name="pt16804"/>
            <p:cNvSpPr/>
            <p:nvPr/>
          </p:nvSpPr>
          <p:spPr>
            <a:xfrm>
              <a:off x="4852810" y="2771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5" name="pt16805"/>
            <p:cNvSpPr/>
            <p:nvPr/>
          </p:nvSpPr>
          <p:spPr>
            <a:xfrm>
              <a:off x="5259710" y="2271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6" name="pt16806"/>
            <p:cNvSpPr/>
            <p:nvPr/>
          </p:nvSpPr>
          <p:spPr>
            <a:xfrm>
              <a:off x="5448855" y="2019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7" name="pt16807"/>
            <p:cNvSpPr/>
            <p:nvPr/>
          </p:nvSpPr>
          <p:spPr>
            <a:xfrm>
              <a:off x="5603281" y="1969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8" name="pt16808"/>
            <p:cNvSpPr/>
            <p:nvPr/>
          </p:nvSpPr>
          <p:spPr>
            <a:xfrm>
              <a:off x="5021609" y="2322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9" name="pt16809"/>
            <p:cNvSpPr/>
            <p:nvPr/>
          </p:nvSpPr>
          <p:spPr>
            <a:xfrm>
              <a:off x="5063727" y="2752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0" name="pt16810"/>
            <p:cNvSpPr/>
            <p:nvPr/>
          </p:nvSpPr>
          <p:spPr>
            <a:xfrm>
              <a:off x="5579053" y="2133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1" name="pt16811"/>
            <p:cNvSpPr/>
            <p:nvPr/>
          </p:nvSpPr>
          <p:spPr>
            <a:xfrm>
              <a:off x="5398602" y="2212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2" name="pt16812"/>
            <p:cNvSpPr/>
            <p:nvPr/>
          </p:nvSpPr>
          <p:spPr>
            <a:xfrm>
              <a:off x="5301280" y="21780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3" name="pt16813"/>
            <p:cNvSpPr/>
            <p:nvPr/>
          </p:nvSpPr>
          <p:spPr>
            <a:xfrm>
              <a:off x="5602422" y="1866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4" name="pt16814"/>
            <p:cNvSpPr/>
            <p:nvPr/>
          </p:nvSpPr>
          <p:spPr>
            <a:xfrm>
              <a:off x="5169312" y="221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5" name="pt16815"/>
            <p:cNvSpPr/>
            <p:nvPr/>
          </p:nvSpPr>
          <p:spPr>
            <a:xfrm>
              <a:off x="5160985" y="2384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6" name="pt16816"/>
            <p:cNvSpPr/>
            <p:nvPr/>
          </p:nvSpPr>
          <p:spPr>
            <a:xfrm>
              <a:off x="5171435" y="2394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7" name="pt16817"/>
            <p:cNvSpPr/>
            <p:nvPr/>
          </p:nvSpPr>
          <p:spPr>
            <a:xfrm>
              <a:off x="5463077" y="2090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8" name="pt16818"/>
            <p:cNvSpPr/>
            <p:nvPr/>
          </p:nvSpPr>
          <p:spPr>
            <a:xfrm>
              <a:off x="5199889" y="2230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9" name="pt16819"/>
            <p:cNvSpPr/>
            <p:nvPr/>
          </p:nvSpPr>
          <p:spPr>
            <a:xfrm>
              <a:off x="5249356" y="2196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0" name="pt16820"/>
            <p:cNvSpPr/>
            <p:nvPr/>
          </p:nvSpPr>
          <p:spPr>
            <a:xfrm>
              <a:off x="5150965" y="2682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1" name="pt16821"/>
            <p:cNvSpPr/>
            <p:nvPr/>
          </p:nvSpPr>
          <p:spPr>
            <a:xfrm>
              <a:off x="5617418" y="20435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2" name="pt16822"/>
            <p:cNvSpPr/>
            <p:nvPr/>
          </p:nvSpPr>
          <p:spPr>
            <a:xfrm>
              <a:off x="5205735" y="2147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3" name="pt16823"/>
            <p:cNvSpPr/>
            <p:nvPr/>
          </p:nvSpPr>
          <p:spPr>
            <a:xfrm>
              <a:off x="5436267" y="1889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4" name="pt16824"/>
            <p:cNvSpPr/>
            <p:nvPr/>
          </p:nvSpPr>
          <p:spPr>
            <a:xfrm>
              <a:off x="5039146" y="2272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5" name="pt16825"/>
            <p:cNvSpPr/>
            <p:nvPr/>
          </p:nvSpPr>
          <p:spPr>
            <a:xfrm>
              <a:off x="5661794" y="1673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6" name="pt16826"/>
            <p:cNvSpPr/>
            <p:nvPr/>
          </p:nvSpPr>
          <p:spPr>
            <a:xfrm>
              <a:off x="5423396" y="21989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7" name="pt16827"/>
            <p:cNvSpPr/>
            <p:nvPr/>
          </p:nvSpPr>
          <p:spPr>
            <a:xfrm>
              <a:off x="5309058" y="2039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8" name="pt16828"/>
            <p:cNvSpPr/>
            <p:nvPr/>
          </p:nvSpPr>
          <p:spPr>
            <a:xfrm>
              <a:off x="5455875" y="1944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9" name="pt16829"/>
            <p:cNvSpPr/>
            <p:nvPr/>
          </p:nvSpPr>
          <p:spPr>
            <a:xfrm>
              <a:off x="5586971" y="2201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0" name="pt16830"/>
            <p:cNvSpPr/>
            <p:nvPr/>
          </p:nvSpPr>
          <p:spPr>
            <a:xfrm>
              <a:off x="5297276" y="232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1" name="pt16831"/>
            <p:cNvSpPr/>
            <p:nvPr/>
          </p:nvSpPr>
          <p:spPr>
            <a:xfrm>
              <a:off x="5279064" y="2205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2" name="pt16832"/>
            <p:cNvSpPr/>
            <p:nvPr/>
          </p:nvSpPr>
          <p:spPr>
            <a:xfrm>
              <a:off x="5331808" y="2140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3" name="pt16833"/>
            <p:cNvSpPr/>
            <p:nvPr/>
          </p:nvSpPr>
          <p:spPr>
            <a:xfrm>
              <a:off x="5569391" y="1965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4" name="pt16834"/>
            <p:cNvSpPr/>
            <p:nvPr/>
          </p:nvSpPr>
          <p:spPr>
            <a:xfrm>
              <a:off x="5166630" y="24463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5" name="pt16835"/>
            <p:cNvSpPr/>
            <p:nvPr/>
          </p:nvSpPr>
          <p:spPr>
            <a:xfrm>
              <a:off x="5222874" y="1920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6" name="pt16836"/>
            <p:cNvSpPr/>
            <p:nvPr/>
          </p:nvSpPr>
          <p:spPr>
            <a:xfrm>
              <a:off x="5245736" y="2128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7" name="pt16837"/>
            <p:cNvSpPr/>
            <p:nvPr/>
          </p:nvSpPr>
          <p:spPr>
            <a:xfrm>
              <a:off x="5203592" y="2189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8" name="pt16838"/>
            <p:cNvSpPr/>
            <p:nvPr/>
          </p:nvSpPr>
          <p:spPr>
            <a:xfrm>
              <a:off x="5432137" y="2046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9" name="pt16839"/>
            <p:cNvSpPr/>
            <p:nvPr/>
          </p:nvSpPr>
          <p:spPr>
            <a:xfrm>
              <a:off x="5241705" y="2134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0" name="pt16840"/>
            <p:cNvSpPr/>
            <p:nvPr/>
          </p:nvSpPr>
          <p:spPr>
            <a:xfrm>
              <a:off x="5284216" y="2142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1" name="pt16841"/>
            <p:cNvSpPr/>
            <p:nvPr/>
          </p:nvSpPr>
          <p:spPr>
            <a:xfrm>
              <a:off x="5500240" y="2150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2" name="pt16842"/>
            <p:cNvSpPr/>
            <p:nvPr/>
          </p:nvSpPr>
          <p:spPr>
            <a:xfrm>
              <a:off x="5151482" y="2456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3" name="pt16843"/>
            <p:cNvSpPr/>
            <p:nvPr/>
          </p:nvSpPr>
          <p:spPr>
            <a:xfrm>
              <a:off x="5166019" y="2417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4" name="pt16844"/>
            <p:cNvSpPr/>
            <p:nvPr/>
          </p:nvSpPr>
          <p:spPr>
            <a:xfrm>
              <a:off x="5581418" y="1924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5" name="pt16845"/>
            <p:cNvSpPr/>
            <p:nvPr/>
          </p:nvSpPr>
          <p:spPr>
            <a:xfrm>
              <a:off x="5722807" y="190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6" name="pt16846"/>
            <p:cNvSpPr/>
            <p:nvPr/>
          </p:nvSpPr>
          <p:spPr>
            <a:xfrm>
              <a:off x="5656230" y="1761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7" name="pt16847"/>
            <p:cNvSpPr/>
            <p:nvPr/>
          </p:nvSpPr>
          <p:spPr>
            <a:xfrm>
              <a:off x="5114391" y="2636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8" name="pt16848"/>
            <p:cNvSpPr/>
            <p:nvPr/>
          </p:nvSpPr>
          <p:spPr>
            <a:xfrm>
              <a:off x="5440758" y="2094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9" name="pt16849"/>
            <p:cNvSpPr/>
            <p:nvPr/>
          </p:nvSpPr>
          <p:spPr>
            <a:xfrm>
              <a:off x="5333018" y="2229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0" name="pt16850"/>
            <p:cNvSpPr/>
            <p:nvPr/>
          </p:nvSpPr>
          <p:spPr>
            <a:xfrm>
              <a:off x="5587434" y="20581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1" name="pt16851"/>
            <p:cNvSpPr/>
            <p:nvPr/>
          </p:nvSpPr>
          <p:spPr>
            <a:xfrm>
              <a:off x="5217778" y="2034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2" name="pt16852"/>
            <p:cNvSpPr/>
            <p:nvPr/>
          </p:nvSpPr>
          <p:spPr>
            <a:xfrm>
              <a:off x="5270502" y="2089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3" name="pt16853"/>
            <p:cNvSpPr/>
            <p:nvPr/>
          </p:nvSpPr>
          <p:spPr>
            <a:xfrm>
              <a:off x="5362344" y="2106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4" name="pt16854"/>
            <p:cNvSpPr/>
            <p:nvPr/>
          </p:nvSpPr>
          <p:spPr>
            <a:xfrm>
              <a:off x="5276585" y="2146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5" name="pt16855"/>
            <p:cNvSpPr/>
            <p:nvPr/>
          </p:nvSpPr>
          <p:spPr>
            <a:xfrm>
              <a:off x="5135291" y="2443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6" name="pt16856"/>
            <p:cNvSpPr/>
            <p:nvPr/>
          </p:nvSpPr>
          <p:spPr>
            <a:xfrm>
              <a:off x="5552987" y="2178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7" name="pt16857"/>
            <p:cNvSpPr/>
            <p:nvPr/>
          </p:nvSpPr>
          <p:spPr>
            <a:xfrm>
              <a:off x="5499573" y="2257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8" name="pt16858"/>
            <p:cNvSpPr/>
            <p:nvPr/>
          </p:nvSpPr>
          <p:spPr>
            <a:xfrm>
              <a:off x="5149237" y="2582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9" name="pt16859"/>
            <p:cNvSpPr/>
            <p:nvPr/>
          </p:nvSpPr>
          <p:spPr>
            <a:xfrm>
              <a:off x="5164528" y="2111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0" name="pt16860"/>
            <p:cNvSpPr/>
            <p:nvPr/>
          </p:nvSpPr>
          <p:spPr>
            <a:xfrm>
              <a:off x="5369511" y="2086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1" name="pt16861"/>
            <p:cNvSpPr/>
            <p:nvPr/>
          </p:nvSpPr>
          <p:spPr>
            <a:xfrm>
              <a:off x="5246413" y="2142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2" name="pt16862"/>
            <p:cNvSpPr/>
            <p:nvPr/>
          </p:nvSpPr>
          <p:spPr>
            <a:xfrm>
              <a:off x="5550517" y="2205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3" name="pt16863"/>
            <p:cNvSpPr/>
            <p:nvPr/>
          </p:nvSpPr>
          <p:spPr>
            <a:xfrm>
              <a:off x="5822778" y="1693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4" name="pt16864"/>
            <p:cNvSpPr/>
            <p:nvPr/>
          </p:nvSpPr>
          <p:spPr>
            <a:xfrm>
              <a:off x="5431305" y="2125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5" name="pt16865"/>
            <p:cNvSpPr/>
            <p:nvPr/>
          </p:nvSpPr>
          <p:spPr>
            <a:xfrm>
              <a:off x="5598525" y="19298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6" name="pt16866"/>
            <p:cNvSpPr/>
            <p:nvPr/>
          </p:nvSpPr>
          <p:spPr>
            <a:xfrm>
              <a:off x="5308633" y="2209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7" name="pt16867"/>
            <p:cNvSpPr/>
            <p:nvPr/>
          </p:nvSpPr>
          <p:spPr>
            <a:xfrm>
              <a:off x="5037846" y="2441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8" name="pt16868"/>
            <p:cNvSpPr/>
            <p:nvPr/>
          </p:nvSpPr>
          <p:spPr>
            <a:xfrm>
              <a:off x="5680343" y="1876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9" name="pt16869"/>
            <p:cNvSpPr/>
            <p:nvPr/>
          </p:nvSpPr>
          <p:spPr>
            <a:xfrm>
              <a:off x="5226679" y="203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0" name="pt16870"/>
            <p:cNvSpPr/>
            <p:nvPr/>
          </p:nvSpPr>
          <p:spPr>
            <a:xfrm>
              <a:off x="5335719" y="2236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1" name="pt16871"/>
            <p:cNvSpPr/>
            <p:nvPr/>
          </p:nvSpPr>
          <p:spPr>
            <a:xfrm>
              <a:off x="5266854" y="21783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2" name="pt16872"/>
            <p:cNvSpPr/>
            <p:nvPr/>
          </p:nvSpPr>
          <p:spPr>
            <a:xfrm>
              <a:off x="5541588" y="2184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3" name="pt16873"/>
            <p:cNvSpPr/>
            <p:nvPr/>
          </p:nvSpPr>
          <p:spPr>
            <a:xfrm>
              <a:off x="5401927" y="231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4" name="pt16874"/>
            <p:cNvSpPr/>
            <p:nvPr/>
          </p:nvSpPr>
          <p:spPr>
            <a:xfrm>
              <a:off x="5485002" y="2272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5" name="pt16875"/>
            <p:cNvSpPr/>
            <p:nvPr/>
          </p:nvSpPr>
          <p:spPr>
            <a:xfrm>
              <a:off x="5673769" y="1914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6" name="pt16876"/>
            <p:cNvSpPr/>
            <p:nvPr/>
          </p:nvSpPr>
          <p:spPr>
            <a:xfrm>
              <a:off x="4888445" y="2559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7" name="pt16877"/>
            <p:cNvSpPr/>
            <p:nvPr/>
          </p:nvSpPr>
          <p:spPr>
            <a:xfrm>
              <a:off x="5437412" y="1935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8" name="pt16878"/>
            <p:cNvSpPr/>
            <p:nvPr/>
          </p:nvSpPr>
          <p:spPr>
            <a:xfrm>
              <a:off x="5319669" y="2238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9" name="pt16879"/>
            <p:cNvSpPr/>
            <p:nvPr/>
          </p:nvSpPr>
          <p:spPr>
            <a:xfrm>
              <a:off x="5654373" y="1747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0" name="pt16880"/>
            <p:cNvSpPr/>
            <p:nvPr/>
          </p:nvSpPr>
          <p:spPr>
            <a:xfrm>
              <a:off x="5688232" y="2025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1" name="pt16881"/>
            <p:cNvSpPr/>
            <p:nvPr/>
          </p:nvSpPr>
          <p:spPr>
            <a:xfrm>
              <a:off x="5452827" y="2091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2" name="pt16882"/>
            <p:cNvSpPr/>
            <p:nvPr/>
          </p:nvSpPr>
          <p:spPr>
            <a:xfrm>
              <a:off x="5467054" y="2131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3" name="pt16883"/>
            <p:cNvSpPr/>
            <p:nvPr/>
          </p:nvSpPr>
          <p:spPr>
            <a:xfrm>
              <a:off x="5570333" y="1930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4" name="pt16884"/>
            <p:cNvSpPr/>
            <p:nvPr/>
          </p:nvSpPr>
          <p:spPr>
            <a:xfrm>
              <a:off x="5185390" y="2116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5" name="pt16885"/>
            <p:cNvSpPr/>
            <p:nvPr/>
          </p:nvSpPr>
          <p:spPr>
            <a:xfrm>
              <a:off x="5591403" y="2020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6" name="pt16886"/>
            <p:cNvSpPr/>
            <p:nvPr/>
          </p:nvSpPr>
          <p:spPr>
            <a:xfrm>
              <a:off x="5210725" y="2193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7" name="pt16887"/>
            <p:cNvSpPr/>
            <p:nvPr/>
          </p:nvSpPr>
          <p:spPr>
            <a:xfrm>
              <a:off x="5178035" y="2230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8" name="pt16888"/>
            <p:cNvSpPr/>
            <p:nvPr/>
          </p:nvSpPr>
          <p:spPr>
            <a:xfrm>
              <a:off x="5353060" y="2254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9" name="pt16889"/>
            <p:cNvSpPr/>
            <p:nvPr/>
          </p:nvSpPr>
          <p:spPr>
            <a:xfrm>
              <a:off x="5448308" y="1936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0" name="pt16890"/>
            <p:cNvSpPr/>
            <p:nvPr/>
          </p:nvSpPr>
          <p:spPr>
            <a:xfrm>
              <a:off x="5220198" y="2021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1" name="pt16891"/>
            <p:cNvSpPr/>
            <p:nvPr/>
          </p:nvSpPr>
          <p:spPr>
            <a:xfrm>
              <a:off x="5609076" y="2054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2" name="pt16892"/>
            <p:cNvSpPr/>
            <p:nvPr/>
          </p:nvSpPr>
          <p:spPr>
            <a:xfrm>
              <a:off x="5689865" y="2229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3" name="pt16893"/>
            <p:cNvSpPr/>
            <p:nvPr/>
          </p:nvSpPr>
          <p:spPr>
            <a:xfrm>
              <a:off x="5608451" y="2123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4" name="pt16894"/>
            <p:cNvSpPr/>
            <p:nvPr/>
          </p:nvSpPr>
          <p:spPr>
            <a:xfrm>
              <a:off x="4950380" y="2463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5" name="pt16895"/>
            <p:cNvSpPr/>
            <p:nvPr/>
          </p:nvSpPr>
          <p:spPr>
            <a:xfrm>
              <a:off x="5266768" y="2138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6" name="pt16896"/>
            <p:cNvSpPr/>
            <p:nvPr/>
          </p:nvSpPr>
          <p:spPr>
            <a:xfrm>
              <a:off x="5524963" y="2043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7" name="pt16897"/>
            <p:cNvSpPr/>
            <p:nvPr/>
          </p:nvSpPr>
          <p:spPr>
            <a:xfrm>
              <a:off x="5216773" y="2128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8" name="pt16898"/>
            <p:cNvSpPr/>
            <p:nvPr/>
          </p:nvSpPr>
          <p:spPr>
            <a:xfrm>
              <a:off x="5382929" y="21698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9" name="pt16899"/>
            <p:cNvSpPr/>
            <p:nvPr/>
          </p:nvSpPr>
          <p:spPr>
            <a:xfrm>
              <a:off x="5674987" y="2152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0" name="pt16900"/>
            <p:cNvSpPr/>
            <p:nvPr/>
          </p:nvSpPr>
          <p:spPr>
            <a:xfrm>
              <a:off x="5408925" y="2074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1" name="pt16901"/>
            <p:cNvSpPr/>
            <p:nvPr/>
          </p:nvSpPr>
          <p:spPr>
            <a:xfrm>
              <a:off x="5301907" y="2225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2" name="pt16902"/>
            <p:cNvSpPr/>
            <p:nvPr/>
          </p:nvSpPr>
          <p:spPr>
            <a:xfrm>
              <a:off x="4927848" y="1743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3" name="pt16903"/>
            <p:cNvSpPr/>
            <p:nvPr/>
          </p:nvSpPr>
          <p:spPr>
            <a:xfrm>
              <a:off x="5581244" y="2060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4" name="pt16904"/>
            <p:cNvSpPr/>
            <p:nvPr/>
          </p:nvSpPr>
          <p:spPr>
            <a:xfrm>
              <a:off x="5383636" y="1981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5" name="pt16905"/>
            <p:cNvSpPr/>
            <p:nvPr/>
          </p:nvSpPr>
          <p:spPr>
            <a:xfrm>
              <a:off x="5454620" y="1934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6" name="pt16906"/>
            <p:cNvSpPr/>
            <p:nvPr/>
          </p:nvSpPr>
          <p:spPr>
            <a:xfrm>
              <a:off x="5495868" y="2167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7" name="pt16907"/>
            <p:cNvSpPr/>
            <p:nvPr/>
          </p:nvSpPr>
          <p:spPr>
            <a:xfrm>
              <a:off x="5281814" y="1932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8" name="pt16908"/>
            <p:cNvSpPr/>
            <p:nvPr/>
          </p:nvSpPr>
          <p:spPr>
            <a:xfrm>
              <a:off x="4978295" y="2542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9" name="pt16909"/>
            <p:cNvSpPr/>
            <p:nvPr/>
          </p:nvSpPr>
          <p:spPr>
            <a:xfrm>
              <a:off x="4991867" y="2409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0" name="pt16910"/>
            <p:cNvSpPr/>
            <p:nvPr/>
          </p:nvSpPr>
          <p:spPr>
            <a:xfrm>
              <a:off x="5196440" y="2157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1" name="pt16911"/>
            <p:cNvSpPr/>
            <p:nvPr/>
          </p:nvSpPr>
          <p:spPr>
            <a:xfrm>
              <a:off x="5202078" y="2079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2" name="pt16912"/>
            <p:cNvSpPr/>
            <p:nvPr/>
          </p:nvSpPr>
          <p:spPr>
            <a:xfrm>
              <a:off x="5559277" y="2301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3" name="pt16913"/>
            <p:cNvSpPr/>
            <p:nvPr/>
          </p:nvSpPr>
          <p:spPr>
            <a:xfrm>
              <a:off x="5777702" y="1878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4" name="pt16914"/>
            <p:cNvSpPr/>
            <p:nvPr/>
          </p:nvSpPr>
          <p:spPr>
            <a:xfrm>
              <a:off x="4867546" y="3035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5" name="pt16915"/>
            <p:cNvSpPr/>
            <p:nvPr/>
          </p:nvSpPr>
          <p:spPr>
            <a:xfrm>
              <a:off x="5166369" y="2257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6" name="pt16916"/>
            <p:cNvSpPr/>
            <p:nvPr/>
          </p:nvSpPr>
          <p:spPr>
            <a:xfrm>
              <a:off x="5309892" y="2140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7" name="pt16917"/>
            <p:cNvSpPr/>
            <p:nvPr/>
          </p:nvSpPr>
          <p:spPr>
            <a:xfrm>
              <a:off x="5614534" y="1999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8" name="pt16918"/>
            <p:cNvSpPr/>
            <p:nvPr/>
          </p:nvSpPr>
          <p:spPr>
            <a:xfrm>
              <a:off x="5442118" y="2010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9" name="pt16919"/>
            <p:cNvSpPr/>
            <p:nvPr/>
          </p:nvSpPr>
          <p:spPr>
            <a:xfrm>
              <a:off x="5393768" y="221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0" name="pt16920"/>
            <p:cNvSpPr/>
            <p:nvPr/>
          </p:nvSpPr>
          <p:spPr>
            <a:xfrm>
              <a:off x="5502431" y="2142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1" name="pt16921"/>
            <p:cNvSpPr/>
            <p:nvPr/>
          </p:nvSpPr>
          <p:spPr>
            <a:xfrm>
              <a:off x="5136022" y="2503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2" name="pt16922"/>
            <p:cNvSpPr/>
            <p:nvPr/>
          </p:nvSpPr>
          <p:spPr>
            <a:xfrm>
              <a:off x="5442606" y="1974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3" name="pt16923"/>
            <p:cNvSpPr/>
            <p:nvPr/>
          </p:nvSpPr>
          <p:spPr>
            <a:xfrm>
              <a:off x="5075643" y="2218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4" name="pt16924"/>
            <p:cNvSpPr/>
            <p:nvPr/>
          </p:nvSpPr>
          <p:spPr>
            <a:xfrm>
              <a:off x="4978335" y="2579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5" name="pt16925"/>
            <p:cNvSpPr/>
            <p:nvPr/>
          </p:nvSpPr>
          <p:spPr>
            <a:xfrm>
              <a:off x="5148822" y="2532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6" name="pt16926"/>
            <p:cNvSpPr/>
            <p:nvPr/>
          </p:nvSpPr>
          <p:spPr>
            <a:xfrm>
              <a:off x="5479895" y="2223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7" name="pt16927"/>
            <p:cNvSpPr/>
            <p:nvPr/>
          </p:nvSpPr>
          <p:spPr>
            <a:xfrm>
              <a:off x="5439268" y="2085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8" name="pt16928"/>
            <p:cNvSpPr/>
            <p:nvPr/>
          </p:nvSpPr>
          <p:spPr>
            <a:xfrm>
              <a:off x="5454543" y="2062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9" name="pt16929"/>
            <p:cNvSpPr/>
            <p:nvPr/>
          </p:nvSpPr>
          <p:spPr>
            <a:xfrm>
              <a:off x="5955599" y="1643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0" name="pt16930"/>
            <p:cNvSpPr/>
            <p:nvPr/>
          </p:nvSpPr>
          <p:spPr>
            <a:xfrm>
              <a:off x="5739611" y="19936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1" name="pt16931"/>
            <p:cNvSpPr/>
            <p:nvPr/>
          </p:nvSpPr>
          <p:spPr>
            <a:xfrm>
              <a:off x="5515285" y="2259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2" name="pt16932"/>
            <p:cNvSpPr/>
            <p:nvPr/>
          </p:nvSpPr>
          <p:spPr>
            <a:xfrm>
              <a:off x="5664313" y="1803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3" name="pt16933"/>
            <p:cNvSpPr/>
            <p:nvPr/>
          </p:nvSpPr>
          <p:spPr>
            <a:xfrm>
              <a:off x="5698745" y="1913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4" name="pt16934"/>
            <p:cNvSpPr/>
            <p:nvPr/>
          </p:nvSpPr>
          <p:spPr>
            <a:xfrm>
              <a:off x="5054221" y="2568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5" name="pt16935"/>
            <p:cNvSpPr/>
            <p:nvPr/>
          </p:nvSpPr>
          <p:spPr>
            <a:xfrm>
              <a:off x="5260238" y="2225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6" name="pt16936"/>
            <p:cNvSpPr/>
            <p:nvPr/>
          </p:nvSpPr>
          <p:spPr>
            <a:xfrm>
              <a:off x="5289305" y="2111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7" name="pt16937"/>
            <p:cNvSpPr/>
            <p:nvPr/>
          </p:nvSpPr>
          <p:spPr>
            <a:xfrm>
              <a:off x="5587856" y="2031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8" name="pt16938"/>
            <p:cNvSpPr/>
            <p:nvPr/>
          </p:nvSpPr>
          <p:spPr>
            <a:xfrm>
              <a:off x="5550040" y="2159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9" name="pt16939"/>
            <p:cNvSpPr/>
            <p:nvPr/>
          </p:nvSpPr>
          <p:spPr>
            <a:xfrm>
              <a:off x="5611446" y="2086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0" name="pt16940"/>
            <p:cNvSpPr/>
            <p:nvPr/>
          </p:nvSpPr>
          <p:spPr>
            <a:xfrm>
              <a:off x="5204565" y="2248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1" name="pt16941"/>
            <p:cNvSpPr/>
            <p:nvPr/>
          </p:nvSpPr>
          <p:spPr>
            <a:xfrm>
              <a:off x="5810906" y="2048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2" name="pt16942"/>
            <p:cNvSpPr/>
            <p:nvPr/>
          </p:nvSpPr>
          <p:spPr>
            <a:xfrm>
              <a:off x="5610776" y="21491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3" name="pt16943"/>
            <p:cNvSpPr/>
            <p:nvPr/>
          </p:nvSpPr>
          <p:spPr>
            <a:xfrm>
              <a:off x="5262043" y="212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4" name="pt16944"/>
            <p:cNvSpPr/>
            <p:nvPr/>
          </p:nvSpPr>
          <p:spPr>
            <a:xfrm>
              <a:off x="5362346" y="1925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5" name="pt16945"/>
            <p:cNvSpPr/>
            <p:nvPr/>
          </p:nvSpPr>
          <p:spPr>
            <a:xfrm>
              <a:off x="5260896" y="2182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6" name="pt16946"/>
            <p:cNvSpPr/>
            <p:nvPr/>
          </p:nvSpPr>
          <p:spPr>
            <a:xfrm>
              <a:off x="5592842" y="1926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7" name="pt16947"/>
            <p:cNvSpPr/>
            <p:nvPr/>
          </p:nvSpPr>
          <p:spPr>
            <a:xfrm>
              <a:off x="5526661" y="2077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8" name="pt16948"/>
            <p:cNvSpPr/>
            <p:nvPr/>
          </p:nvSpPr>
          <p:spPr>
            <a:xfrm>
              <a:off x="5311812" y="2104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9" name="pt16949"/>
            <p:cNvSpPr/>
            <p:nvPr/>
          </p:nvSpPr>
          <p:spPr>
            <a:xfrm>
              <a:off x="5486550" y="2238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0" name="pt16950"/>
            <p:cNvSpPr/>
            <p:nvPr/>
          </p:nvSpPr>
          <p:spPr>
            <a:xfrm>
              <a:off x="5682767" y="2038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1" name="pt16951"/>
            <p:cNvSpPr/>
            <p:nvPr/>
          </p:nvSpPr>
          <p:spPr>
            <a:xfrm>
              <a:off x="5166120" y="2306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2" name="pt16952"/>
            <p:cNvSpPr/>
            <p:nvPr/>
          </p:nvSpPr>
          <p:spPr>
            <a:xfrm>
              <a:off x="5673887" y="2010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3" name="pt16953"/>
            <p:cNvSpPr/>
            <p:nvPr/>
          </p:nvSpPr>
          <p:spPr>
            <a:xfrm>
              <a:off x="5015612" y="2240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4" name="pt16954"/>
            <p:cNvSpPr/>
            <p:nvPr/>
          </p:nvSpPr>
          <p:spPr>
            <a:xfrm>
              <a:off x="5822206" y="1787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5" name="pt16955"/>
            <p:cNvSpPr/>
            <p:nvPr/>
          </p:nvSpPr>
          <p:spPr>
            <a:xfrm>
              <a:off x="5340820" y="2250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6" name="pt16956"/>
            <p:cNvSpPr/>
            <p:nvPr/>
          </p:nvSpPr>
          <p:spPr>
            <a:xfrm>
              <a:off x="5267494" y="2126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7" name="pt16957"/>
            <p:cNvSpPr/>
            <p:nvPr/>
          </p:nvSpPr>
          <p:spPr>
            <a:xfrm>
              <a:off x="5474690" y="2113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8" name="pt16958"/>
            <p:cNvSpPr/>
            <p:nvPr/>
          </p:nvSpPr>
          <p:spPr>
            <a:xfrm>
              <a:off x="5308224" y="2205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9" name="pt16959"/>
            <p:cNvSpPr/>
            <p:nvPr/>
          </p:nvSpPr>
          <p:spPr>
            <a:xfrm>
              <a:off x="5348257" y="2262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0" name="pt16960"/>
            <p:cNvSpPr/>
            <p:nvPr/>
          </p:nvSpPr>
          <p:spPr>
            <a:xfrm>
              <a:off x="5122020" y="2756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1" name="pt16961"/>
            <p:cNvSpPr/>
            <p:nvPr/>
          </p:nvSpPr>
          <p:spPr>
            <a:xfrm>
              <a:off x="5049885" y="2594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2" name="pt16962"/>
            <p:cNvSpPr/>
            <p:nvPr/>
          </p:nvSpPr>
          <p:spPr>
            <a:xfrm>
              <a:off x="5426780" y="2100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3" name="pt16963"/>
            <p:cNvSpPr/>
            <p:nvPr/>
          </p:nvSpPr>
          <p:spPr>
            <a:xfrm>
              <a:off x="5429261" y="2169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4" name="pt16964"/>
            <p:cNvSpPr/>
            <p:nvPr/>
          </p:nvSpPr>
          <p:spPr>
            <a:xfrm>
              <a:off x="5210683" y="2202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5" name="pt16965"/>
            <p:cNvSpPr/>
            <p:nvPr/>
          </p:nvSpPr>
          <p:spPr>
            <a:xfrm>
              <a:off x="5420205" y="2240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6" name="pt16966"/>
            <p:cNvSpPr/>
            <p:nvPr/>
          </p:nvSpPr>
          <p:spPr>
            <a:xfrm>
              <a:off x="5498056" y="2340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7" name="pt16967"/>
            <p:cNvSpPr/>
            <p:nvPr/>
          </p:nvSpPr>
          <p:spPr>
            <a:xfrm>
              <a:off x="5464427" y="2000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8" name="pt16968"/>
            <p:cNvSpPr/>
            <p:nvPr/>
          </p:nvSpPr>
          <p:spPr>
            <a:xfrm>
              <a:off x="5255973" y="2166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9" name="pt16969"/>
            <p:cNvSpPr/>
            <p:nvPr/>
          </p:nvSpPr>
          <p:spPr>
            <a:xfrm>
              <a:off x="5219716" y="2129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0" name="pt16970"/>
            <p:cNvSpPr/>
            <p:nvPr/>
          </p:nvSpPr>
          <p:spPr>
            <a:xfrm>
              <a:off x="5394885" y="214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1" name="pt16971"/>
            <p:cNvSpPr/>
            <p:nvPr/>
          </p:nvSpPr>
          <p:spPr>
            <a:xfrm>
              <a:off x="5391224" y="2220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2" name="pt16972"/>
            <p:cNvSpPr/>
            <p:nvPr/>
          </p:nvSpPr>
          <p:spPr>
            <a:xfrm>
              <a:off x="5029775" y="2519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3" name="pt16973"/>
            <p:cNvSpPr/>
            <p:nvPr/>
          </p:nvSpPr>
          <p:spPr>
            <a:xfrm>
              <a:off x="5484456" y="22762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4" name="pt16974"/>
            <p:cNvSpPr/>
            <p:nvPr/>
          </p:nvSpPr>
          <p:spPr>
            <a:xfrm>
              <a:off x="5394862" y="2174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5" name="pt16975"/>
            <p:cNvSpPr/>
            <p:nvPr/>
          </p:nvSpPr>
          <p:spPr>
            <a:xfrm>
              <a:off x="5282018" y="1946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6" name="pt16976"/>
            <p:cNvSpPr/>
            <p:nvPr/>
          </p:nvSpPr>
          <p:spPr>
            <a:xfrm>
              <a:off x="5336910" y="2241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7" name="pt16977"/>
            <p:cNvSpPr/>
            <p:nvPr/>
          </p:nvSpPr>
          <p:spPr>
            <a:xfrm>
              <a:off x="5654076" y="1662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8" name="pt16978"/>
            <p:cNvSpPr/>
            <p:nvPr/>
          </p:nvSpPr>
          <p:spPr>
            <a:xfrm>
              <a:off x="5667634" y="1585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9" name="pt16979"/>
            <p:cNvSpPr/>
            <p:nvPr/>
          </p:nvSpPr>
          <p:spPr>
            <a:xfrm>
              <a:off x="5275895" y="2183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0" name="pt16980"/>
            <p:cNvSpPr/>
            <p:nvPr/>
          </p:nvSpPr>
          <p:spPr>
            <a:xfrm>
              <a:off x="5729883" y="1835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1" name="pt16981"/>
            <p:cNvSpPr/>
            <p:nvPr/>
          </p:nvSpPr>
          <p:spPr>
            <a:xfrm>
              <a:off x="4993019" y="2744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2" name="pt16982"/>
            <p:cNvSpPr/>
            <p:nvPr/>
          </p:nvSpPr>
          <p:spPr>
            <a:xfrm>
              <a:off x="5818504" y="1892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3" name="pt16983"/>
            <p:cNvSpPr/>
            <p:nvPr/>
          </p:nvSpPr>
          <p:spPr>
            <a:xfrm>
              <a:off x="5125748" y="2665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4" name="pt16984"/>
            <p:cNvSpPr/>
            <p:nvPr/>
          </p:nvSpPr>
          <p:spPr>
            <a:xfrm>
              <a:off x="5403109" y="2311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5" name="pt16985"/>
            <p:cNvSpPr/>
            <p:nvPr/>
          </p:nvSpPr>
          <p:spPr>
            <a:xfrm>
              <a:off x="5472617" y="2092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6" name="pt16986"/>
            <p:cNvSpPr/>
            <p:nvPr/>
          </p:nvSpPr>
          <p:spPr>
            <a:xfrm>
              <a:off x="5687012" y="2004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7" name="pt16987"/>
            <p:cNvSpPr/>
            <p:nvPr/>
          </p:nvSpPr>
          <p:spPr>
            <a:xfrm>
              <a:off x="4647692" y="2769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8" name="pt16988"/>
            <p:cNvSpPr/>
            <p:nvPr/>
          </p:nvSpPr>
          <p:spPr>
            <a:xfrm>
              <a:off x="5346982" y="2282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9" name="pt16989"/>
            <p:cNvSpPr/>
            <p:nvPr/>
          </p:nvSpPr>
          <p:spPr>
            <a:xfrm>
              <a:off x="5585256" y="1953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0" name="pt16990"/>
            <p:cNvSpPr/>
            <p:nvPr/>
          </p:nvSpPr>
          <p:spPr>
            <a:xfrm>
              <a:off x="5311625" y="22091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1" name="pt16991"/>
            <p:cNvSpPr/>
            <p:nvPr/>
          </p:nvSpPr>
          <p:spPr>
            <a:xfrm>
              <a:off x="5284608" y="1929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2" name="pt16992"/>
            <p:cNvSpPr/>
            <p:nvPr/>
          </p:nvSpPr>
          <p:spPr>
            <a:xfrm>
              <a:off x="5407153" y="21196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3" name="pt16993"/>
            <p:cNvSpPr/>
            <p:nvPr/>
          </p:nvSpPr>
          <p:spPr>
            <a:xfrm>
              <a:off x="5238433" y="2154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4" name="pt16994"/>
            <p:cNvSpPr/>
            <p:nvPr/>
          </p:nvSpPr>
          <p:spPr>
            <a:xfrm>
              <a:off x="5953781" y="1552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5" name="pt16995"/>
            <p:cNvSpPr/>
            <p:nvPr/>
          </p:nvSpPr>
          <p:spPr>
            <a:xfrm>
              <a:off x="5650192" y="1844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6" name="pt16996"/>
            <p:cNvSpPr/>
            <p:nvPr/>
          </p:nvSpPr>
          <p:spPr>
            <a:xfrm>
              <a:off x="5110406" y="2733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7" name="pt16997"/>
            <p:cNvSpPr/>
            <p:nvPr/>
          </p:nvSpPr>
          <p:spPr>
            <a:xfrm>
              <a:off x="5536737" y="2206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8" name="pt16998"/>
            <p:cNvSpPr/>
            <p:nvPr/>
          </p:nvSpPr>
          <p:spPr>
            <a:xfrm>
              <a:off x="5898302" y="1617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9" name="pt16999"/>
            <p:cNvSpPr/>
            <p:nvPr/>
          </p:nvSpPr>
          <p:spPr>
            <a:xfrm>
              <a:off x="5096174" y="2326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0" name="pt17000"/>
            <p:cNvSpPr/>
            <p:nvPr/>
          </p:nvSpPr>
          <p:spPr>
            <a:xfrm>
              <a:off x="5288872" y="2133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1" name="pt17001"/>
            <p:cNvSpPr/>
            <p:nvPr/>
          </p:nvSpPr>
          <p:spPr>
            <a:xfrm>
              <a:off x="5413391" y="2132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2" name="pt17002"/>
            <p:cNvSpPr/>
            <p:nvPr/>
          </p:nvSpPr>
          <p:spPr>
            <a:xfrm>
              <a:off x="5435059" y="2072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3" name="pt17003"/>
            <p:cNvSpPr/>
            <p:nvPr/>
          </p:nvSpPr>
          <p:spPr>
            <a:xfrm>
              <a:off x="5736322" y="20518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4" name="pt17004"/>
            <p:cNvSpPr/>
            <p:nvPr/>
          </p:nvSpPr>
          <p:spPr>
            <a:xfrm>
              <a:off x="5409335" y="2194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5" name="pt17005"/>
            <p:cNvSpPr/>
            <p:nvPr/>
          </p:nvSpPr>
          <p:spPr>
            <a:xfrm>
              <a:off x="5741105" y="1989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6" name="pt17006"/>
            <p:cNvSpPr/>
            <p:nvPr/>
          </p:nvSpPr>
          <p:spPr>
            <a:xfrm>
              <a:off x="5250355" y="216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7" name="pt17007"/>
            <p:cNvSpPr/>
            <p:nvPr/>
          </p:nvSpPr>
          <p:spPr>
            <a:xfrm>
              <a:off x="5318414" y="2213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8" name="pt17008"/>
            <p:cNvSpPr/>
            <p:nvPr/>
          </p:nvSpPr>
          <p:spPr>
            <a:xfrm>
              <a:off x="5449239" y="1886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9" name="pt17009"/>
            <p:cNvSpPr/>
            <p:nvPr/>
          </p:nvSpPr>
          <p:spPr>
            <a:xfrm>
              <a:off x="5164692" y="2262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0" name="pt17010"/>
            <p:cNvSpPr/>
            <p:nvPr/>
          </p:nvSpPr>
          <p:spPr>
            <a:xfrm>
              <a:off x="5395379" y="2193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1" name="pt17011"/>
            <p:cNvSpPr/>
            <p:nvPr/>
          </p:nvSpPr>
          <p:spPr>
            <a:xfrm>
              <a:off x="5466558" y="2065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2" name="pt17012"/>
            <p:cNvSpPr/>
            <p:nvPr/>
          </p:nvSpPr>
          <p:spPr>
            <a:xfrm>
              <a:off x="5037014" y="2532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3" name="pt17013"/>
            <p:cNvSpPr/>
            <p:nvPr/>
          </p:nvSpPr>
          <p:spPr>
            <a:xfrm>
              <a:off x="5326468" y="2108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4" name="pt17014"/>
            <p:cNvSpPr/>
            <p:nvPr/>
          </p:nvSpPr>
          <p:spPr>
            <a:xfrm>
              <a:off x="5417786" y="2228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5" name="pt17015"/>
            <p:cNvSpPr/>
            <p:nvPr/>
          </p:nvSpPr>
          <p:spPr>
            <a:xfrm>
              <a:off x="5765107" y="1982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6" name="pt17016"/>
            <p:cNvSpPr/>
            <p:nvPr/>
          </p:nvSpPr>
          <p:spPr>
            <a:xfrm>
              <a:off x="6078660" y="1763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7" name="pt17017"/>
            <p:cNvSpPr/>
            <p:nvPr/>
          </p:nvSpPr>
          <p:spPr>
            <a:xfrm>
              <a:off x="5546300" y="2126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8" name="pt17018"/>
            <p:cNvSpPr/>
            <p:nvPr/>
          </p:nvSpPr>
          <p:spPr>
            <a:xfrm>
              <a:off x="5646046" y="1985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9" name="pt17019"/>
            <p:cNvSpPr/>
            <p:nvPr/>
          </p:nvSpPr>
          <p:spPr>
            <a:xfrm>
              <a:off x="5394514" y="2240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0" name="pt17020"/>
            <p:cNvSpPr/>
            <p:nvPr/>
          </p:nvSpPr>
          <p:spPr>
            <a:xfrm>
              <a:off x="5477990" y="2216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1" name="pt17021"/>
            <p:cNvSpPr/>
            <p:nvPr/>
          </p:nvSpPr>
          <p:spPr>
            <a:xfrm>
              <a:off x="5570626" y="2194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2" name="pt17022"/>
            <p:cNvSpPr/>
            <p:nvPr/>
          </p:nvSpPr>
          <p:spPr>
            <a:xfrm>
              <a:off x="5212909" y="2076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3" name="pt17023"/>
            <p:cNvSpPr/>
            <p:nvPr/>
          </p:nvSpPr>
          <p:spPr>
            <a:xfrm>
              <a:off x="5387038" y="2243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4" name="pt17024"/>
            <p:cNvSpPr/>
            <p:nvPr/>
          </p:nvSpPr>
          <p:spPr>
            <a:xfrm>
              <a:off x="5716838" y="1983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5" name="pt17025"/>
            <p:cNvSpPr/>
            <p:nvPr/>
          </p:nvSpPr>
          <p:spPr>
            <a:xfrm>
              <a:off x="5586289" y="1874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6" name="pt17026"/>
            <p:cNvSpPr/>
            <p:nvPr/>
          </p:nvSpPr>
          <p:spPr>
            <a:xfrm>
              <a:off x="5469165" y="2076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7" name="pt17027"/>
            <p:cNvSpPr/>
            <p:nvPr/>
          </p:nvSpPr>
          <p:spPr>
            <a:xfrm>
              <a:off x="5630723" y="1989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8" name="pt17028"/>
            <p:cNvSpPr/>
            <p:nvPr/>
          </p:nvSpPr>
          <p:spPr>
            <a:xfrm>
              <a:off x="5460188" y="2134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9" name="pt17029"/>
            <p:cNvSpPr/>
            <p:nvPr/>
          </p:nvSpPr>
          <p:spPr>
            <a:xfrm>
              <a:off x="4803623" y="2509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0" name="pt17030"/>
            <p:cNvSpPr/>
            <p:nvPr/>
          </p:nvSpPr>
          <p:spPr>
            <a:xfrm>
              <a:off x="5389788" y="2224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1" name="pt17031"/>
            <p:cNvSpPr/>
            <p:nvPr/>
          </p:nvSpPr>
          <p:spPr>
            <a:xfrm>
              <a:off x="5611946" y="2029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2" name="pt17032"/>
            <p:cNvSpPr/>
            <p:nvPr/>
          </p:nvSpPr>
          <p:spPr>
            <a:xfrm>
              <a:off x="5337756" y="2298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3" name="pt17033"/>
            <p:cNvSpPr/>
            <p:nvPr/>
          </p:nvSpPr>
          <p:spPr>
            <a:xfrm>
              <a:off x="5384215" y="2153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4" name="pt17034"/>
            <p:cNvSpPr/>
            <p:nvPr/>
          </p:nvSpPr>
          <p:spPr>
            <a:xfrm>
              <a:off x="5635408" y="2123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5" name="pt17035"/>
            <p:cNvSpPr/>
            <p:nvPr/>
          </p:nvSpPr>
          <p:spPr>
            <a:xfrm>
              <a:off x="5667760" y="1659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6" name="pt17036"/>
            <p:cNvSpPr/>
            <p:nvPr/>
          </p:nvSpPr>
          <p:spPr>
            <a:xfrm>
              <a:off x="5595003" y="2011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7" name="pt17037"/>
            <p:cNvSpPr/>
            <p:nvPr/>
          </p:nvSpPr>
          <p:spPr>
            <a:xfrm>
              <a:off x="5407070" y="2225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8" name="pt17038"/>
            <p:cNvSpPr/>
            <p:nvPr/>
          </p:nvSpPr>
          <p:spPr>
            <a:xfrm>
              <a:off x="5436737" y="2120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9" name="pt17039"/>
            <p:cNvSpPr/>
            <p:nvPr/>
          </p:nvSpPr>
          <p:spPr>
            <a:xfrm>
              <a:off x="5109317" y="2632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0" name="pt17040"/>
            <p:cNvSpPr/>
            <p:nvPr/>
          </p:nvSpPr>
          <p:spPr>
            <a:xfrm>
              <a:off x="5384019" y="2160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1" name="pt17041"/>
            <p:cNvSpPr/>
            <p:nvPr/>
          </p:nvSpPr>
          <p:spPr>
            <a:xfrm>
              <a:off x="5574950" y="2219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2" name="pt17042"/>
            <p:cNvSpPr/>
            <p:nvPr/>
          </p:nvSpPr>
          <p:spPr>
            <a:xfrm>
              <a:off x="5348002" y="2257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3" name="pt17043"/>
            <p:cNvSpPr/>
            <p:nvPr/>
          </p:nvSpPr>
          <p:spPr>
            <a:xfrm>
              <a:off x="4893939" y="1951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4" name="pt17044"/>
            <p:cNvSpPr/>
            <p:nvPr/>
          </p:nvSpPr>
          <p:spPr>
            <a:xfrm>
              <a:off x="5341202" y="2261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5" name="pt17045"/>
            <p:cNvSpPr/>
            <p:nvPr/>
          </p:nvSpPr>
          <p:spPr>
            <a:xfrm>
              <a:off x="5054870" y="261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6" name="pt17046"/>
            <p:cNvSpPr/>
            <p:nvPr/>
          </p:nvSpPr>
          <p:spPr>
            <a:xfrm>
              <a:off x="5226017" y="1892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7" name="pt17047"/>
            <p:cNvSpPr/>
            <p:nvPr/>
          </p:nvSpPr>
          <p:spPr>
            <a:xfrm>
              <a:off x="4862092" y="2745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8" name="pt17048"/>
            <p:cNvSpPr/>
            <p:nvPr/>
          </p:nvSpPr>
          <p:spPr>
            <a:xfrm>
              <a:off x="5283618" y="2120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9" name="pt17049"/>
            <p:cNvSpPr/>
            <p:nvPr/>
          </p:nvSpPr>
          <p:spPr>
            <a:xfrm>
              <a:off x="5023474" y="2193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0" name="pt17050"/>
            <p:cNvSpPr/>
            <p:nvPr/>
          </p:nvSpPr>
          <p:spPr>
            <a:xfrm>
              <a:off x="5343296" y="2230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1" name="pt17051"/>
            <p:cNvSpPr/>
            <p:nvPr/>
          </p:nvSpPr>
          <p:spPr>
            <a:xfrm>
              <a:off x="5645343" y="1989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2" name="pt17052"/>
            <p:cNvSpPr/>
            <p:nvPr/>
          </p:nvSpPr>
          <p:spPr>
            <a:xfrm>
              <a:off x="5314214" y="2107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3" name="pt17053"/>
            <p:cNvSpPr/>
            <p:nvPr/>
          </p:nvSpPr>
          <p:spPr>
            <a:xfrm>
              <a:off x="5312140" y="2152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4" name="pt17054"/>
            <p:cNvSpPr/>
            <p:nvPr/>
          </p:nvSpPr>
          <p:spPr>
            <a:xfrm>
              <a:off x="5637136" y="2125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5" name="pt17055"/>
            <p:cNvSpPr/>
            <p:nvPr/>
          </p:nvSpPr>
          <p:spPr>
            <a:xfrm>
              <a:off x="5453351" y="1887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6" name="pt17056"/>
            <p:cNvSpPr/>
            <p:nvPr/>
          </p:nvSpPr>
          <p:spPr>
            <a:xfrm>
              <a:off x="5109299" y="2530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7" name="pt17057"/>
            <p:cNvSpPr/>
            <p:nvPr/>
          </p:nvSpPr>
          <p:spPr>
            <a:xfrm>
              <a:off x="5656239" y="1716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8" name="pt17058"/>
            <p:cNvSpPr/>
            <p:nvPr/>
          </p:nvSpPr>
          <p:spPr>
            <a:xfrm>
              <a:off x="5533335" y="2353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9" name="pt17059"/>
            <p:cNvSpPr/>
            <p:nvPr/>
          </p:nvSpPr>
          <p:spPr>
            <a:xfrm>
              <a:off x="4708333" y="2748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0" name="pt17060"/>
            <p:cNvSpPr/>
            <p:nvPr/>
          </p:nvSpPr>
          <p:spPr>
            <a:xfrm>
              <a:off x="5154994" y="2555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1" name="pt17061"/>
            <p:cNvSpPr/>
            <p:nvPr/>
          </p:nvSpPr>
          <p:spPr>
            <a:xfrm>
              <a:off x="5140570" y="2675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2" name="pt17062"/>
            <p:cNvSpPr/>
            <p:nvPr/>
          </p:nvSpPr>
          <p:spPr>
            <a:xfrm>
              <a:off x="5445313" y="2136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3" name="pt17063"/>
            <p:cNvSpPr/>
            <p:nvPr/>
          </p:nvSpPr>
          <p:spPr>
            <a:xfrm>
              <a:off x="5796283" y="1859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4" name="pt17064"/>
            <p:cNvSpPr/>
            <p:nvPr/>
          </p:nvSpPr>
          <p:spPr>
            <a:xfrm>
              <a:off x="5651006" y="1918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5" name="pt17065"/>
            <p:cNvSpPr/>
            <p:nvPr/>
          </p:nvSpPr>
          <p:spPr>
            <a:xfrm>
              <a:off x="5831984" y="1633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6" name="pt17066"/>
            <p:cNvSpPr/>
            <p:nvPr/>
          </p:nvSpPr>
          <p:spPr>
            <a:xfrm>
              <a:off x="5440753" y="1964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7" name="pt17067"/>
            <p:cNvSpPr/>
            <p:nvPr/>
          </p:nvSpPr>
          <p:spPr>
            <a:xfrm>
              <a:off x="5534350" y="2190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8" name="pt17068"/>
            <p:cNvSpPr/>
            <p:nvPr/>
          </p:nvSpPr>
          <p:spPr>
            <a:xfrm>
              <a:off x="5633318" y="2075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9" name="pt17069"/>
            <p:cNvSpPr/>
            <p:nvPr/>
          </p:nvSpPr>
          <p:spPr>
            <a:xfrm>
              <a:off x="5571590" y="2048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0" name="pt17070"/>
            <p:cNvSpPr/>
            <p:nvPr/>
          </p:nvSpPr>
          <p:spPr>
            <a:xfrm>
              <a:off x="5320555" y="2158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1" name="pt17071"/>
            <p:cNvSpPr/>
            <p:nvPr/>
          </p:nvSpPr>
          <p:spPr>
            <a:xfrm>
              <a:off x="5297433" y="2223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2" name="pt17072"/>
            <p:cNvSpPr/>
            <p:nvPr/>
          </p:nvSpPr>
          <p:spPr>
            <a:xfrm>
              <a:off x="5398690" y="2259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3" name="pt17073"/>
            <p:cNvSpPr/>
            <p:nvPr/>
          </p:nvSpPr>
          <p:spPr>
            <a:xfrm>
              <a:off x="5356826" y="2337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4" name="pt17074"/>
            <p:cNvSpPr/>
            <p:nvPr/>
          </p:nvSpPr>
          <p:spPr>
            <a:xfrm>
              <a:off x="5447381" y="1934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5" name="pt17075"/>
            <p:cNvSpPr/>
            <p:nvPr/>
          </p:nvSpPr>
          <p:spPr>
            <a:xfrm>
              <a:off x="5380449" y="2173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6" name="pt17076"/>
            <p:cNvSpPr/>
            <p:nvPr/>
          </p:nvSpPr>
          <p:spPr>
            <a:xfrm>
              <a:off x="5537401" y="2314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7" name="pt17077"/>
            <p:cNvSpPr/>
            <p:nvPr/>
          </p:nvSpPr>
          <p:spPr>
            <a:xfrm>
              <a:off x="5565568" y="2242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8" name="pt17078"/>
            <p:cNvSpPr/>
            <p:nvPr/>
          </p:nvSpPr>
          <p:spPr>
            <a:xfrm>
              <a:off x="4945397" y="2644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9" name="pt17079"/>
            <p:cNvSpPr/>
            <p:nvPr/>
          </p:nvSpPr>
          <p:spPr>
            <a:xfrm>
              <a:off x="5543665" y="2143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0" name="pt17080"/>
            <p:cNvSpPr/>
            <p:nvPr/>
          </p:nvSpPr>
          <p:spPr>
            <a:xfrm>
              <a:off x="5452431" y="2007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1" name="pt17081"/>
            <p:cNvSpPr/>
            <p:nvPr/>
          </p:nvSpPr>
          <p:spPr>
            <a:xfrm>
              <a:off x="5452193" y="2050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2" name="pt17082"/>
            <p:cNvSpPr/>
            <p:nvPr/>
          </p:nvSpPr>
          <p:spPr>
            <a:xfrm>
              <a:off x="5545363" y="2206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3" name="pt17083"/>
            <p:cNvSpPr/>
            <p:nvPr/>
          </p:nvSpPr>
          <p:spPr>
            <a:xfrm>
              <a:off x="5230368" y="1970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4" name="pt17084"/>
            <p:cNvSpPr/>
            <p:nvPr/>
          </p:nvSpPr>
          <p:spPr>
            <a:xfrm>
              <a:off x="5358371" y="226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5" name="pt17085"/>
            <p:cNvSpPr/>
            <p:nvPr/>
          </p:nvSpPr>
          <p:spPr>
            <a:xfrm>
              <a:off x="5096006" y="2543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6" name="pt17086"/>
            <p:cNvSpPr/>
            <p:nvPr/>
          </p:nvSpPr>
          <p:spPr>
            <a:xfrm>
              <a:off x="4799759" y="2579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7" name="pt17087"/>
            <p:cNvSpPr/>
            <p:nvPr/>
          </p:nvSpPr>
          <p:spPr>
            <a:xfrm>
              <a:off x="5624487" y="2061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8" name="pt17088"/>
            <p:cNvSpPr/>
            <p:nvPr/>
          </p:nvSpPr>
          <p:spPr>
            <a:xfrm>
              <a:off x="5748870" y="1934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9" name="pt17089"/>
            <p:cNvSpPr/>
            <p:nvPr/>
          </p:nvSpPr>
          <p:spPr>
            <a:xfrm>
              <a:off x="5452430" y="2021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0" name="pt17090"/>
            <p:cNvSpPr/>
            <p:nvPr/>
          </p:nvSpPr>
          <p:spPr>
            <a:xfrm>
              <a:off x="5539175" y="2288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1" name="pt17091"/>
            <p:cNvSpPr/>
            <p:nvPr/>
          </p:nvSpPr>
          <p:spPr>
            <a:xfrm>
              <a:off x="5435479" y="2088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2" name="pt17092"/>
            <p:cNvSpPr/>
            <p:nvPr/>
          </p:nvSpPr>
          <p:spPr>
            <a:xfrm>
              <a:off x="5502178" y="2099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3" name="pt17093"/>
            <p:cNvSpPr/>
            <p:nvPr/>
          </p:nvSpPr>
          <p:spPr>
            <a:xfrm>
              <a:off x="5263038" y="2086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4" name="pt17094"/>
            <p:cNvSpPr/>
            <p:nvPr/>
          </p:nvSpPr>
          <p:spPr>
            <a:xfrm>
              <a:off x="5777030" y="1914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5" name="pt17095"/>
            <p:cNvSpPr/>
            <p:nvPr/>
          </p:nvSpPr>
          <p:spPr>
            <a:xfrm>
              <a:off x="5485062" y="2241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6" name="pt17096"/>
            <p:cNvSpPr/>
            <p:nvPr/>
          </p:nvSpPr>
          <p:spPr>
            <a:xfrm>
              <a:off x="5695188" y="2001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7" name="pt17097"/>
            <p:cNvSpPr/>
            <p:nvPr/>
          </p:nvSpPr>
          <p:spPr>
            <a:xfrm>
              <a:off x="5540070" y="2148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8" name="pt17098"/>
            <p:cNvSpPr/>
            <p:nvPr/>
          </p:nvSpPr>
          <p:spPr>
            <a:xfrm>
              <a:off x="5343345" y="2301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9" name="pt17099"/>
            <p:cNvSpPr/>
            <p:nvPr/>
          </p:nvSpPr>
          <p:spPr>
            <a:xfrm>
              <a:off x="5414430" y="2097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0" name="pt17100"/>
            <p:cNvSpPr/>
            <p:nvPr/>
          </p:nvSpPr>
          <p:spPr>
            <a:xfrm>
              <a:off x="5299767" y="2104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1" name="pt17101"/>
            <p:cNvSpPr/>
            <p:nvPr/>
          </p:nvSpPr>
          <p:spPr>
            <a:xfrm>
              <a:off x="5059647" y="2580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2" name="pt17102"/>
            <p:cNvSpPr/>
            <p:nvPr/>
          </p:nvSpPr>
          <p:spPr>
            <a:xfrm>
              <a:off x="4771502" y="2750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3" name="pt17103"/>
            <p:cNvSpPr/>
            <p:nvPr/>
          </p:nvSpPr>
          <p:spPr>
            <a:xfrm>
              <a:off x="5502415" y="2024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4" name="pt17104"/>
            <p:cNvSpPr/>
            <p:nvPr/>
          </p:nvSpPr>
          <p:spPr>
            <a:xfrm>
              <a:off x="5673231" y="2063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5" name="pt17105"/>
            <p:cNvSpPr/>
            <p:nvPr/>
          </p:nvSpPr>
          <p:spPr>
            <a:xfrm>
              <a:off x="5266997" y="2029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6" name="pt17106"/>
            <p:cNvSpPr/>
            <p:nvPr/>
          </p:nvSpPr>
          <p:spPr>
            <a:xfrm>
              <a:off x="5293987" y="2120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7" name="pt17107"/>
            <p:cNvSpPr/>
            <p:nvPr/>
          </p:nvSpPr>
          <p:spPr>
            <a:xfrm>
              <a:off x="5165903" y="2401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8" name="pt17108"/>
            <p:cNvSpPr/>
            <p:nvPr/>
          </p:nvSpPr>
          <p:spPr>
            <a:xfrm>
              <a:off x="5148092" y="2457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9" name="pt17109"/>
            <p:cNvSpPr/>
            <p:nvPr/>
          </p:nvSpPr>
          <p:spPr>
            <a:xfrm>
              <a:off x="5531003" y="2213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0" name="pt17110"/>
            <p:cNvSpPr/>
            <p:nvPr/>
          </p:nvSpPr>
          <p:spPr>
            <a:xfrm>
              <a:off x="5216585" y="2120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1" name="pt17111"/>
            <p:cNvSpPr/>
            <p:nvPr/>
          </p:nvSpPr>
          <p:spPr>
            <a:xfrm>
              <a:off x="5816722" y="20358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2" name="pt17112"/>
            <p:cNvSpPr/>
            <p:nvPr/>
          </p:nvSpPr>
          <p:spPr>
            <a:xfrm>
              <a:off x="5330442" y="2001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3" name="pt17113"/>
            <p:cNvSpPr/>
            <p:nvPr/>
          </p:nvSpPr>
          <p:spPr>
            <a:xfrm>
              <a:off x="5501799" y="2147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4" name="pt17114"/>
            <p:cNvSpPr/>
            <p:nvPr/>
          </p:nvSpPr>
          <p:spPr>
            <a:xfrm>
              <a:off x="5605583" y="1898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5" name="pt17115"/>
            <p:cNvSpPr/>
            <p:nvPr/>
          </p:nvSpPr>
          <p:spPr>
            <a:xfrm>
              <a:off x="5782933" y="2052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6" name="pt17116"/>
            <p:cNvSpPr/>
            <p:nvPr/>
          </p:nvSpPr>
          <p:spPr>
            <a:xfrm>
              <a:off x="5621074" y="1972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7" name="pt17117"/>
            <p:cNvSpPr/>
            <p:nvPr/>
          </p:nvSpPr>
          <p:spPr>
            <a:xfrm>
              <a:off x="5407440" y="2269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8" name="pt17118"/>
            <p:cNvSpPr/>
            <p:nvPr/>
          </p:nvSpPr>
          <p:spPr>
            <a:xfrm>
              <a:off x="5324983" y="2159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9" name="pt17119"/>
            <p:cNvSpPr/>
            <p:nvPr/>
          </p:nvSpPr>
          <p:spPr>
            <a:xfrm>
              <a:off x="5487787" y="2230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0" name="pt17120"/>
            <p:cNvSpPr/>
            <p:nvPr/>
          </p:nvSpPr>
          <p:spPr>
            <a:xfrm>
              <a:off x="5173393" y="2429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1" name="pt17121"/>
            <p:cNvSpPr/>
            <p:nvPr/>
          </p:nvSpPr>
          <p:spPr>
            <a:xfrm>
              <a:off x="5247708" y="2128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2" name="pt17122"/>
            <p:cNvSpPr/>
            <p:nvPr/>
          </p:nvSpPr>
          <p:spPr>
            <a:xfrm>
              <a:off x="5395982" y="2211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3" name="pt17123"/>
            <p:cNvSpPr/>
            <p:nvPr/>
          </p:nvSpPr>
          <p:spPr>
            <a:xfrm>
              <a:off x="5458154" y="2029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4" name="pt17124"/>
            <p:cNvSpPr/>
            <p:nvPr/>
          </p:nvSpPr>
          <p:spPr>
            <a:xfrm>
              <a:off x="5727191" y="1786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5" name="pt17125"/>
            <p:cNvSpPr/>
            <p:nvPr/>
          </p:nvSpPr>
          <p:spPr>
            <a:xfrm>
              <a:off x="5046529" y="2573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6" name="pt17126"/>
            <p:cNvSpPr/>
            <p:nvPr/>
          </p:nvSpPr>
          <p:spPr>
            <a:xfrm>
              <a:off x="5656019" y="1702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7" name="pt17127"/>
            <p:cNvSpPr/>
            <p:nvPr/>
          </p:nvSpPr>
          <p:spPr>
            <a:xfrm>
              <a:off x="5599432" y="2022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8" name="pt17128"/>
            <p:cNvSpPr/>
            <p:nvPr/>
          </p:nvSpPr>
          <p:spPr>
            <a:xfrm>
              <a:off x="5604744" y="1860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9" name="pt17129"/>
            <p:cNvSpPr/>
            <p:nvPr/>
          </p:nvSpPr>
          <p:spPr>
            <a:xfrm>
              <a:off x="5523435" y="2094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0" name="pt17130"/>
            <p:cNvSpPr/>
            <p:nvPr/>
          </p:nvSpPr>
          <p:spPr>
            <a:xfrm>
              <a:off x="5577504" y="1900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1" name="pt17131"/>
            <p:cNvSpPr/>
            <p:nvPr/>
          </p:nvSpPr>
          <p:spPr>
            <a:xfrm>
              <a:off x="5342705" y="2059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2" name="pt17132"/>
            <p:cNvSpPr/>
            <p:nvPr/>
          </p:nvSpPr>
          <p:spPr>
            <a:xfrm>
              <a:off x="5602869" y="1903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3" name="pt17133"/>
            <p:cNvSpPr/>
            <p:nvPr/>
          </p:nvSpPr>
          <p:spPr>
            <a:xfrm>
              <a:off x="5107862" y="2710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4" name="pt17134"/>
            <p:cNvSpPr/>
            <p:nvPr/>
          </p:nvSpPr>
          <p:spPr>
            <a:xfrm>
              <a:off x="5438811" y="2103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5" name="pt17135"/>
            <p:cNvSpPr/>
            <p:nvPr/>
          </p:nvSpPr>
          <p:spPr>
            <a:xfrm>
              <a:off x="5956686" y="1455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6" name="pt17136"/>
            <p:cNvSpPr/>
            <p:nvPr/>
          </p:nvSpPr>
          <p:spPr>
            <a:xfrm>
              <a:off x="5625721" y="1925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7" name="pt17137"/>
            <p:cNvSpPr/>
            <p:nvPr/>
          </p:nvSpPr>
          <p:spPr>
            <a:xfrm>
              <a:off x="5823922" y="1622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8" name="pt17138"/>
            <p:cNvSpPr/>
            <p:nvPr/>
          </p:nvSpPr>
          <p:spPr>
            <a:xfrm>
              <a:off x="5376666" y="2176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9" name="pt17139"/>
            <p:cNvSpPr/>
            <p:nvPr/>
          </p:nvSpPr>
          <p:spPr>
            <a:xfrm>
              <a:off x="5719285" y="1875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0" name="pt17140"/>
            <p:cNvSpPr/>
            <p:nvPr/>
          </p:nvSpPr>
          <p:spPr>
            <a:xfrm>
              <a:off x="5388926" y="2233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1" name="pt17141"/>
            <p:cNvSpPr/>
            <p:nvPr/>
          </p:nvSpPr>
          <p:spPr>
            <a:xfrm>
              <a:off x="5494986" y="2196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2" name="pt17142"/>
            <p:cNvSpPr/>
            <p:nvPr/>
          </p:nvSpPr>
          <p:spPr>
            <a:xfrm>
              <a:off x="5555658" y="2186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3" name="pt17143"/>
            <p:cNvSpPr/>
            <p:nvPr/>
          </p:nvSpPr>
          <p:spPr>
            <a:xfrm>
              <a:off x="5228561" y="1979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4" name="pt17144"/>
            <p:cNvSpPr/>
            <p:nvPr/>
          </p:nvSpPr>
          <p:spPr>
            <a:xfrm>
              <a:off x="5128788" y="2573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5" name="pt17145"/>
            <p:cNvSpPr/>
            <p:nvPr/>
          </p:nvSpPr>
          <p:spPr>
            <a:xfrm>
              <a:off x="5035765" y="232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6" name="pt17146"/>
            <p:cNvSpPr/>
            <p:nvPr/>
          </p:nvSpPr>
          <p:spPr>
            <a:xfrm>
              <a:off x="5426126" y="2147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7" name="pt17147"/>
            <p:cNvSpPr/>
            <p:nvPr/>
          </p:nvSpPr>
          <p:spPr>
            <a:xfrm>
              <a:off x="5557733" y="2268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8" name="pt17148"/>
            <p:cNvSpPr/>
            <p:nvPr/>
          </p:nvSpPr>
          <p:spPr>
            <a:xfrm>
              <a:off x="5176728" y="2222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9" name="pt17149"/>
            <p:cNvSpPr/>
            <p:nvPr/>
          </p:nvSpPr>
          <p:spPr>
            <a:xfrm>
              <a:off x="5656621" y="1640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0" name="pt17150"/>
            <p:cNvSpPr/>
            <p:nvPr/>
          </p:nvSpPr>
          <p:spPr>
            <a:xfrm>
              <a:off x="5372670" y="2062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1" name="pt17151"/>
            <p:cNvSpPr/>
            <p:nvPr/>
          </p:nvSpPr>
          <p:spPr>
            <a:xfrm>
              <a:off x="5286960" y="2137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2" name="pt17152"/>
            <p:cNvSpPr/>
            <p:nvPr/>
          </p:nvSpPr>
          <p:spPr>
            <a:xfrm>
              <a:off x="5834757" y="1430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3" name="pt17153"/>
            <p:cNvSpPr/>
            <p:nvPr/>
          </p:nvSpPr>
          <p:spPr>
            <a:xfrm>
              <a:off x="5455574" y="1976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4" name="pt17154"/>
            <p:cNvSpPr/>
            <p:nvPr/>
          </p:nvSpPr>
          <p:spPr>
            <a:xfrm>
              <a:off x="5771098" y="1993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5" name="pt17155"/>
            <p:cNvSpPr/>
            <p:nvPr/>
          </p:nvSpPr>
          <p:spPr>
            <a:xfrm>
              <a:off x="5402072" y="2195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6" name="pt17156"/>
            <p:cNvSpPr/>
            <p:nvPr/>
          </p:nvSpPr>
          <p:spPr>
            <a:xfrm>
              <a:off x="5489500" y="2285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7" name="pt17157"/>
            <p:cNvSpPr/>
            <p:nvPr/>
          </p:nvSpPr>
          <p:spPr>
            <a:xfrm>
              <a:off x="5517781" y="2214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8" name="pt17158"/>
            <p:cNvSpPr/>
            <p:nvPr/>
          </p:nvSpPr>
          <p:spPr>
            <a:xfrm>
              <a:off x="5520874" y="1963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9" name="pt17159"/>
            <p:cNvSpPr/>
            <p:nvPr/>
          </p:nvSpPr>
          <p:spPr>
            <a:xfrm>
              <a:off x="5878903" y="2042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0" name="pt17160"/>
            <p:cNvSpPr/>
            <p:nvPr/>
          </p:nvSpPr>
          <p:spPr>
            <a:xfrm>
              <a:off x="5150658" y="2383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1" name="pt17161"/>
            <p:cNvSpPr/>
            <p:nvPr/>
          </p:nvSpPr>
          <p:spPr>
            <a:xfrm>
              <a:off x="5327874" y="2146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2" name="pt17162"/>
            <p:cNvSpPr/>
            <p:nvPr/>
          </p:nvSpPr>
          <p:spPr>
            <a:xfrm>
              <a:off x="5653535" y="1967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3" name="pt17163"/>
            <p:cNvSpPr/>
            <p:nvPr/>
          </p:nvSpPr>
          <p:spPr>
            <a:xfrm>
              <a:off x="5389688" y="2170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4" name="pt17164"/>
            <p:cNvSpPr/>
            <p:nvPr/>
          </p:nvSpPr>
          <p:spPr>
            <a:xfrm>
              <a:off x="5579498" y="2139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5" name="pt17165"/>
            <p:cNvSpPr/>
            <p:nvPr/>
          </p:nvSpPr>
          <p:spPr>
            <a:xfrm>
              <a:off x="5098519" y="2674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6" name="pt17166"/>
            <p:cNvSpPr/>
            <p:nvPr/>
          </p:nvSpPr>
          <p:spPr>
            <a:xfrm>
              <a:off x="4660543" y="2735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7" name="pt17167"/>
            <p:cNvSpPr/>
            <p:nvPr/>
          </p:nvSpPr>
          <p:spPr>
            <a:xfrm>
              <a:off x="5688415" y="2013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8" name="pt17168"/>
            <p:cNvSpPr/>
            <p:nvPr/>
          </p:nvSpPr>
          <p:spPr>
            <a:xfrm>
              <a:off x="5423636" y="2274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9" name="pt17169"/>
            <p:cNvSpPr/>
            <p:nvPr/>
          </p:nvSpPr>
          <p:spPr>
            <a:xfrm>
              <a:off x="5574529" y="2096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0" name="pt17170"/>
            <p:cNvSpPr/>
            <p:nvPr/>
          </p:nvSpPr>
          <p:spPr>
            <a:xfrm>
              <a:off x="5189522" y="2198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1" name="pt17171"/>
            <p:cNvSpPr/>
            <p:nvPr/>
          </p:nvSpPr>
          <p:spPr>
            <a:xfrm>
              <a:off x="5195558" y="2068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2" name="pt17172"/>
            <p:cNvSpPr/>
            <p:nvPr/>
          </p:nvSpPr>
          <p:spPr>
            <a:xfrm>
              <a:off x="5610687" y="2039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3" name="pt17173"/>
            <p:cNvSpPr/>
            <p:nvPr/>
          </p:nvSpPr>
          <p:spPr>
            <a:xfrm>
              <a:off x="5470530" y="2064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4" name="pt17174"/>
            <p:cNvSpPr/>
            <p:nvPr/>
          </p:nvSpPr>
          <p:spPr>
            <a:xfrm>
              <a:off x="5554381" y="2210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5" name="pt17175"/>
            <p:cNvSpPr/>
            <p:nvPr/>
          </p:nvSpPr>
          <p:spPr>
            <a:xfrm>
              <a:off x="4980691" y="2593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6" name="pt17176"/>
            <p:cNvSpPr/>
            <p:nvPr/>
          </p:nvSpPr>
          <p:spPr>
            <a:xfrm>
              <a:off x="5536420" y="2223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7" name="pt17177"/>
            <p:cNvSpPr/>
            <p:nvPr/>
          </p:nvSpPr>
          <p:spPr>
            <a:xfrm>
              <a:off x="5359439" y="2225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8" name="pt17178"/>
            <p:cNvSpPr/>
            <p:nvPr/>
          </p:nvSpPr>
          <p:spPr>
            <a:xfrm>
              <a:off x="5592239" y="2144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9" name="pt17179"/>
            <p:cNvSpPr/>
            <p:nvPr/>
          </p:nvSpPr>
          <p:spPr>
            <a:xfrm>
              <a:off x="5732021" y="1884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0" name="pt17180"/>
            <p:cNvSpPr/>
            <p:nvPr/>
          </p:nvSpPr>
          <p:spPr>
            <a:xfrm>
              <a:off x="5539345" y="2206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1" name="pt17181"/>
            <p:cNvSpPr/>
            <p:nvPr/>
          </p:nvSpPr>
          <p:spPr>
            <a:xfrm>
              <a:off x="5117220" y="2474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2" name="pt17182"/>
            <p:cNvSpPr/>
            <p:nvPr/>
          </p:nvSpPr>
          <p:spPr>
            <a:xfrm>
              <a:off x="5021615" y="2022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3" name="pt17183"/>
            <p:cNvSpPr/>
            <p:nvPr/>
          </p:nvSpPr>
          <p:spPr>
            <a:xfrm>
              <a:off x="5314910" y="2272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4" name="pt17184"/>
            <p:cNvSpPr/>
            <p:nvPr/>
          </p:nvSpPr>
          <p:spPr>
            <a:xfrm>
              <a:off x="5342338" y="2326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5" name="pt17185"/>
            <p:cNvSpPr/>
            <p:nvPr/>
          </p:nvSpPr>
          <p:spPr>
            <a:xfrm>
              <a:off x="5295391" y="2065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6" name="pt17186"/>
            <p:cNvSpPr/>
            <p:nvPr/>
          </p:nvSpPr>
          <p:spPr>
            <a:xfrm>
              <a:off x="5255981" y="2212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7" name="pt17187"/>
            <p:cNvSpPr/>
            <p:nvPr/>
          </p:nvSpPr>
          <p:spPr>
            <a:xfrm>
              <a:off x="5349670" y="2303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8" name="pt17188"/>
            <p:cNvSpPr/>
            <p:nvPr/>
          </p:nvSpPr>
          <p:spPr>
            <a:xfrm>
              <a:off x="4980617" y="2763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9" name="pt17189"/>
            <p:cNvSpPr/>
            <p:nvPr/>
          </p:nvSpPr>
          <p:spPr>
            <a:xfrm>
              <a:off x="5127768" y="2549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0" name="pt17190"/>
            <p:cNvSpPr/>
            <p:nvPr/>
          </p:nvSpPr>
          <p:spPr>
            <a:xfrm>
              <a:off x="5282814" y="2185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1" name="pt17191"/>
            <p:cNvSpPr/>
            <p:nvPr/>
          </p:nvSpPr>
          <p:spPr>
            <a:xfrm>
              <a:off x="5172870" y="2282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2" name="pt17192"/>
            <p:cNvSpPr/>
            <p:nvPr/>
          </p:nvSpPr>
          <p:spPr>
            <a:xfrm>
              <a:off x="5229615" y="2027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3" name="pt17193"/>
            <p:cNvSpPr/>
            <p:nvPr/>
          </p:nvSpPr>
          <p:spPr>
            <a:xfrm>
              <a:off x="5352406" y="2287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4" name="pt17194"/>
            <p:cNvSpPr/>
            <p:nvPr/>
          </p:nvSpPr>
          <p:spPr>
            <a:xfrm>
              <a:off x="5321121" y="2159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5" name="pt17195"/>
            <p:cNvSpPr/>
            <p:nvPr/>
          </p:nvSpPr>
          <p:spPr>
            <a:xfrm>
              <a:off x="5354446" y="2294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6" name="pt17196"/>
            <p:cNvSpPr/>
            <p:nvPr/>
          </p:nvSpPr>
          <p:spPr>
            <a:xfrm>
              <a:off x="5397609" y="2239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7" name="pt17197"/>
            <p:cNvSpPr/>
            <p:nvPr/>
          </p:nvSpPr>
          <p:spPr>
            <a:xfrm>
              <a:off x="5836431" y="1907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8" name="pt17198"/>
            <p:cNvSpPr/>
            <p:nvPr/>
          </p:nvSpPr>
          <p:spPr>
            <a:xfrm>
              <a:off x="5379564" y="22278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9" name="pt17199"/>
            <p:cNvSpPr/>
            <p:nvPr/>
          </p:nvSpPr>
          <p:spPr>
            <a:xfrm>
              <a:off x="4955516" y="2728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0" name="pt17200"/>
            <p:cNvSpPr/>
            <p:nvPr/>
          </p:nvSpPr>
          <p:spPr>
            <a:xfrm>
              <a:off x="5516084" y="2085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1" name="pt17201"/>
            <p:cNvSpPr/>
            <p:nvPr/>
          </p:nvSpPr>
          <p:spPr>
            <a:xfrm>
              <a:off x="5909261" y="1929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2" name="pt17202"/>
            <p:cNvSpPr/>
            <p:nvPr/>
          </p:nvSpPr>
          <p:spPr>
            <a:xfrm>
              <a:off x="5646776" y="1918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3" name="pt17203"/>
            <p:cNvSpPr/>
            <p:nvPr/>
          </p:nvSpPr>
          <p:spPr>
            <a:xfrm>
              <a:off x="5210115" y="2178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4" name="pt17204"/>
            <p:cNvSpPr/>
            <p:nvPr/>
          </p:nvSpPr>
          <p:spPr>
            <a:xfrm>
              <a:off x="5664831" y="1729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5" name="pt17205"/>
            <p:cNvSpPr/>
            <p:nvPr/>
          </p:nvSpPr>
          <p:spPr>
            <a:xfrm>
              <a:off x="4788738" y="23746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6" name="pt17206"/>
            <p:cNvSpPr/>
            <p:nvPr/>
          </p:nvSpPr>
          <p:spPr>
            <a:xfrm>
              <a:off x="5434130" y="20765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7" name="pt17207"/>
            <p:cNvSpPr/>
            <p:nvPr/>
          </p:nvSpPr>
          <p:spPr>
            <a:xfrm>
              <a:off x="5278362" y="2179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8" name="pt17208"/>
            <p:cNvSpPr/>
            <p:nvPr/>
          </p:nvSpPr>
          <p:spPr>
            <a:xfrm>
              <a:off x="5658994" y="1723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9" name="pt17209"/>
            <p:cNvSpPr/>
            <p:nvPr/>
          </p:nvSpPr>
          <p:spPr>
            <a:xfrm>
              <a:off x="4984949" y="2740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0" name="pt17210"/>
            <p:cNvSpPr/>
            <p:nvPr/>
          </p:nvSpPr>
          <p:spPr>
            <a:xfrm>
              <a:off x="5226589" y="2075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1" name="pt17211"/>
            <p:cNvSpPr/>
            <p:nvPr/>
          </p:nvSpPr>
          <p:spPr>
            <a:xfrm>
              <a:off x="5495211" y="2353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2" name="pt17212"/>
            <p:cNvSpPr/>
            <p:nvPr/>
          </p:nvSpPr>
          <p:spPr>
            <a:xfrm>
              <a:off x="5212831" y="2093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3" name="pt17213"/>
            <p:cNvSpPr/>
            <p:nvPr/>
          </p:nvSpPr>
          <p:spPr>
            <a:xfrm>
              <a:off x="5382298" y="2229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4" name="pt17214"/>
            <p:cNvSpPr/>
            <p:nvPr/>
          </p:nvSpPr>
          <p:spPr>
            <a:xfrm>
              <a:off x="5198938" y="2132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5" name="pt17215"/>
            <p:cNvSpPr/>
            <p:nvPr/>
          </p:nvSpPr>
          <p:spPr>
            <a:xfrm>
              <a:off x="5516043" y="2025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6" name="pt17216"/>
            <p:cNvSpPr/>
            <p:nvPr/>
          </p:nvSpPr>
          <p:spPr>
            <a:xfrm>
              <a:off x="4870081" y="2785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7" name="pt17217"/>
            <p:cNvSpPr/>
            <p:nvPr/>
          </p:nvSpPr>
          <p:spPr>
            <a:xfrm>
              <a:off x="5562816" y="2233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8" name="pt17218"/>
            <p:cNvSpPr/>
            <p:nvPr/>
          </p:nvSpPr>
          <p:spPr>
            <a:xfrm>
              <a:off x="5620675" y="2060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9" name="pt17219"/>
            <p:cNvSpPr/>
            <p:nvPr/>
          </p:nvSpPr>
          <p:spPr>
            <a:xfrm>
              <a:off x="5744252" y="2049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0" name="pt17220"/>
            <p:cNvSpPr/>
            <p:nvPr/>
          </p:nvSpPr>
          <p:spPr>
            <a:xfrm>
              <a:off x="5307032" y="2084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1" name="pt17221"/>
            <p:cNvSpPr/>
            <p:nvPr/>
          </p:nvSpPr>
          <p:spPr>
            <a:xfrm>
              <a:off x="5176026" y="2386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2" name="pt17222"/>
            <p:cNvSpPr/>
            <p:nvPr/>
          </p:nvSpPr>
          <p:spPr>
            <a:xfrm>
              <a:off x="5468015" y="1989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3" name="pt17223"/>
            <p:cNvSpPr/>
            <p:nvPr/>
          </p:nvSpPr>
          <p:spPr>
            <a:xfrm>
              <a:off x="5051316" y="2576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4" name="pt17224"/>
            <p:cNvSpPr/>
            <p:nvPr/>
          </p:nvSpPr>
          <p:spPr>
            <a:xfrm>
              <a:off x="5341349" y="2273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5" name="pt17225"/>
            <p:cNvSpPr/>
            <p:nvPr/>
          </p:nvSpPr>
          <p:spPr>
            <a:xfrm>
              <a:off x="5438706" y="2049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6" name="pt17226"/>
            <p:cNvSpPr/>
            <p:nvPr/>
          </p:nvSpPr>
          <p:spPr>
            <a:xfrm>
              <a:off x="5495410" y="2138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7" name="pt17227"/>
            <p:cNvSpPr/>
            <p:nvPr/>
          </p:nvSpPr>
          <p:spPr>
            <a:xfrm>
              <a:off x="4844223" y="1989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8" name="pt17228"/>
            <p:cNvSpPr/>
            <p:nvPr/>
          </p:nvSpPr>
          <p:spPr>
            <a:xfrm>
              <a:off x="5520436" y="2069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9" name="pt17229"/>
            <p:cNvSpPr/>
            <p:nvPr/>
          </p:nvSpPr>
          <p:spPr>
            <a:xfrm>
              <a:off x="5382389" y="2204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0" name="pt17230"/>
            <p:cNvSpPr/>
            <p:nvPr/>
          </p:nvSpPr>
          <p:spPr>
            <a:xfrm>
              <a:off x="5245826" y="2139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1" name="pt17231"/>
            <p:cNvSpPr/>
            <p:nvPr/>
          </p:nvSpPr>
          <p:spPr>
            <a:xfrm>
              <a:off x="5418608" y="2171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2" name="pt17232"/>
            <p:cNvSpPr/>
            <p:nvPr/>
          </p:nvSpPr>
          <p:spPr>
            <a:xfrm>
              <a:off x="5522192" y="2257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3" name="pt17233"/>
            <p:cNvSpPr/>
            <p:nvPr/>
          </p:nvSpPr>
          <p:spPr>
            <a:xfrm>
              <a:off x="5292660" y="2101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4" name="pt17234"/>
            <p:cNvSpPr/>
            <p:nvPr/>
          </p:nvSpPr>
          <p:spPr>
            <a:xfrm>
              <a:off x="5554423" y="23046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5" name="pt17235"/>
            <p:cNvSpPr/>
            <p:nvPr/>
          </p:nvSpPr>
          <p:spPr>
            <a:xfrm>
              <a:off x="5510596" y="2095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6" name="pt17236"/>
            <p:cNvSpPr/>
            <p:nvPr/>
          </p:nvSpPr>
          <p:spPr>
            <a:xfrm>
              <a:off x="4900135" y="2021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7" name="pt17237"/>
            <p:cNvSpPr/>
            <p:nvPr/>
          </p:nvSpPr>
          <p:spPr>
            <a:xfrm>
              <a:off x="5540671" y="2290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8" name="pt17238"/>
            <p:cNvSpPr/>
            <p:nvPr/>
          </p:nvSpPr>
          <p:spPr>
            <a:xfrm>
              <a:off x="5282471" y="1908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9" name="pt17239"/>
            <p:cNvSpPr/>
            <p:nvPr/>
          </p:nvSpPr>
          <p:spPr>
            <a:xfrm>
              <a:off x="5251053" y="2141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0" name="pt17240"/>
            <p:cNvSpPr/>
            <p:nvPr/>
          </p:nvSpPr>
          <p:spPr>
            <a:xfrm>
              <a:off x="4864337" y="2609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1" name="pt17241"/>
            <p:cNvSpPr/>
            <p:nvPr/>
          </p:nvSpPr>
          <p:spPr>
            <a:xfrm>
              <a:off x="5298425" y="2142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2" name="pt17242"/>
            <p:cNvSpPr/>
            <p:nvPr/>
          </p:nvSpPr>
          <p:spPr>
            <a:xfrm>
              <a:off x="5451029" y="1991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3" name="pt17243"/>
            <p:cNvSpPr/>
            <p:nvPr/>
          </p:nvSpPr>
          <p:spPr>
            <a:xfrm>
              <a:off x="5375819" y="2188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4" name="pt17244"/>
            <p:cNvSpPr/>
            <p:nvPr/>
          </p:nvSpPr>
          <p:spPr>
            <a:xfrm>
              <a:off x="5012337" y="1909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5" name="pt17245"/>
            <p:cNvSpPr/>
            <p:nvPr/>
          </p:nvSpPr>
          <p:spPr>
            <a:xfrm>
              <a:off x="5612849" y="2072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6" name="pt17246"/>
            <p:cNvSpPr/>
            <p:nvPr/>
          </p:nvSpPr>
          <p:spPr>
            <a:xfrm>
              <a:off x="5818209" y="1845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7" name="pt17247"/>
            <p:cNvSpPr/>
            <p:nvPr/>
          </p:nvSpPr>
          <p:spPr>
            <a:xfrm>
              <a:off x="5287088" y="2150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8" name="pt17248"/>
            <p:cNvSpPr/>
            <p:nvPr/>
          </p:nvSpPr>
          <p:spPr>
            <a:xfrm>
              <a:off x="5561878" y="2256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9" name="pt17249"/>
            <p:cNvSpPr/>
            <p:nvPr/>
          </p:nvSpPr>
          <p:spPr>
            <a:xfrm>
              <a:off x="5677704" y="1925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0" name="pt17250"/>
            <p:cNvSpPr/>
            <p:nvPr/>
          </p:nvSpPr>
          <p:spPr>
            <a:xfrm>
              <a:off x="5452646" y="1965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1" name="pt17251"/>
            <p:cNvSpPr/>
            <p:nvPr/>
          </p:nvSpPr>
          <p:spPr>
            <a:xfrm>
              <a:off x="5637413" y="2151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2" name="pt17252"/>
            <p:cNvSpPr/>
            <p:nvPr/>
          </p:nvSpPr>
          <p:spPr>
            <a:xfrm>
              <a:off x="5375810" y="2221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3" name="pt17253"/>
            <p:cNvSpPr/>
            <p:nvPr/>
          </p:nvSpPr>
          <p:spPr>
            <a:xfrm>
              <a:off x="5351935" y="2251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4" name="pt17254"/>
            <p:cNvSpPr/>
            <p:nvPr/>
          </p:nvSpPr>
          <p:spPr>
            <a:xfrm>
              <a:off x="5553329" y="2181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5" name="pt17255"/>
            <p:cNvSpPr/>
            <p:nvPr/>
          </p:nvSpPr>
          <p:spPr>
            <a:xfrm>
              <a:off x="5320360" y="2193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6" name="pt17256"/>
            <p:cNvSpPr/>
            <p:nvPr/>
          </p:nvSpPr>
          <p:spPr>
            <a:xfrm>
              <a:off x="5458722" y="1972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7" name="pt17257"/>
            <p:cNvSpPr/>
            <p:nvPr/>
          </p:nvSpPr>
          <p:spPr>
            <a:xfrm>
              <a:off x="5240419" y="2058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8" name="pt17258"/>
            <p:cNvSpPr/>
            <p:nvPr/>
          </p:nvSpPr>
          <p:spPr>
            <a:xfrm>
              <a:off x="6045732" y="2248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9" name="pt17259"/>
            <p:cNvSpPr/>
            <p:nvPr/>
          </p:nvSpPr>
          <p:spPr>
            <a:xfrm>
              <a:off x="5403503" y="2203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0" name="pt17260"/>
            <p:cNvSpPr/>
            <p:nvPr/>
          </p:nvSpPr>
          <p:spPr>
            <a:xfrm>
              <a:off x="5529544" y="2234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1" name="pt17261"/>
            <p:cNvSpPr/>
            <p:nvPr/>
          </p:nvSpPr>
          <p:spPr>
            <a:xfrm>
              <a:off x="5563004" y="22090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2" name="pt17262"/>
            <p:cNvSpPr/>
            <p:nvPr/>
          </p:nvSpPr>
          <p:spPr>
            <a:xfrm>
              <a:off x="5315486" y="2095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3" name="pt17263"/>
            <p:cNvSpPr/>
            <p:nvPr/>
          </p:nvSpPr>
          <p:spPr>
            <a:xfrm>
              <a:off x="5351838" y="2266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4" name="pt17264"/>
            <p:cNvSpPr/>
            <p:nvPr/>
          </p:nvSpPr>
          <p:spPr>
            <a:xfrm>
              <a:off x="5213761" y="2156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5" name="pt17265"/>
            <p:cNvSpPr/>
            <p:nvPr/>
          </p:nvSpPr>
          <p:spPr>
            <a:xfrm>
              <a:off x="5144282" y="2632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6" name="pt17266"/>
            <p:cNvSpPr/>
            <p:nvPr/>
          </p:nvSpPr>
          <p:spPr>
            <a:xfrm>
              <a:off x="5085375" y="2032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7" name="pt17267"/>
            <p:cNvSpPr/>
            <p:nvPr/>
          </p:nvSpPr>
          <p:spPr>
            <a:xfrm>
              <a:off x="5267149" y="204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8" name="pt17268"/>
            <p:cNvSpPr/>
            <p:nvPr/>
          </p:nvSpPr>
          <p:spPr>
            <a:xfrm>
              <a:off x="5138750" y="2577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9" name="pt17269"/>
            <p:cNvSpPr/>
            <p:nvPr/>
          </p:nvSpPr>
          <p:spPr>
            <a:xfrm>
              <a:off x="5034564" y="2551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0" name="pt17270"/>
            <p:cNvSpPr/>
            <p:nvPr/>
          </p:nvSpPr>
          <p:spPr>
            <a:xfrm>
              <a:off x="5193160" y="2213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1" name="pt17271"/>
            <p:cNvSpPr/>
            <p:nvPr/>
          </p:nvSpPr>
          <p:spPr>
            <a:xfrm>
              <a:off x="5156613" y="262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2" name="pt17272"/>
            <p:cNvSpPr/>
            <p:nvPr/>
          </p:nvSpPr>
          <p:spPr>
            <a:xfrm>
              <a:off x="4882377" y="2857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3" name="pt17273"/>
            <p:cNvSpPr/>
            <p:nvPr/>
          </p:nvSpPr>
          <p:spPr>
            <a:xfrm>
              <a:off x="5626735" y="1923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4" name="pt17274"/>
            <p:cNvSpPr/>
            <p:nvPr/>
          </p:nvSpPr>
          <p:spPr>
            <a:xfrm>
              <a:off x="5386336" y="22094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5" name="pt17275"/>
            <p:cNvSpPr/>
            <p:nvPr/>
          </p:nvSpPr>
          <p:spPr>
            <a:xfrm>
              <a:off x="4674511" y="276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6" name="pt17276"/>
            <p:cNvSpPr/>
            <p:nvPr/>
          </p:nvSpPr>
          <p:spPr>
            <a:xfrm>
              <a:off x="5096811" y="2699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7" name="pt17277"/>
            <p:cNvSpPr/>
            <p:nvPr/>
          </p:nvSpPr>
          <p:spPr>
            <a:xfrm>
              <a:off x="5290051" y="2110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8" name="pt17278"/>
            <p:cNvSpPr/>
            <p:nvPr/>
          </p:nvSpPr>
          <p:spPr>
            <a:xfrm>
              <a:off x="5616972" y="1992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9" name="pt17279"/>
            <p:cNvSpPr/>
            <p:nvPr/>
          </p:nvSpPr>
          <p:spPr>
            <a:xfrm>
              <a:off x="5680088" y="1865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0" name="pt17280"/>
            <p:cNvSpPr/>
            <p:nvPr/>
          </p:nvSpPr>
          <p:spPr>
            <a:xfrm>
              <a:off x="5673247" y="1985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1" name="pt17281"/>
            <p:cNvSpPr/>
            <p:nvPr/>
          </p:nvSpPr>
          <p:spPr>
            <a:xfrm>
              <a:off x="4965504" y="2787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2" name="pt17282"/>
            <p:cNvSpPr/>
            <p:nvPr/>
          </p:nvSpPr>
          <p:spPr>
            <a:xfrm>
              <a:off x="4895200" y="183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3" name="pt17283"/>
            <p:cNvSpPr/>
            <p:nvPr/>
          </p:nvSpPr>
          <p:spPr>
            <a:xfrm>
              <a:off x="5456747" y="20366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4" name="pt17284"/>
            <p:cNvSpPr/>
            <p:nvPr/>
          </p:nvSpPr>
          <p:spPr>
            <a:xfrm>
              <a:off x="5487462" y="21372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5" name="pt17285"/>
            <p:cNvSpPr/>
            <p:nvPr/>
          </p:nvSpPr>
          <p:spPr>
            <a:xfrm>
              <a:off x="5476908" y="2184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6" name="pt17286"/>
            <p:cNvSpPr/>
            <p:nvPr/>
          </p:nvSpPr>
          <p:spPr>
            <a:xfrm>
              <a:off x="5643031" y="1846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7" name="pt17287"/>
            <p:cNvSpPr/>
            <p:nvPr/>
          </p:nvSpPr>
          <p:spPr>
            <a:xfrm>
              <a:off x="4860267" y="2602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8" name="pt17288"/>
            <p:cNvSpPr/>
            <p:nvPr/>
          </p:nvSpPr>
          <p:spPr>
            <a:xfrm>
              <a:off x="5909144" y="1570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9" name="pt17289"/>
            <p:cNvSpPr/>
            <p:nvPr/>
          </p:nvSpPr>
          <p:spPr>
            <a:xfrm>
              <a:off x="5433331" y="2131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0" name="pt17290"/>
            <p:cNvSpPr/>
            <p:nvPr/>
          </p:nvSpPr>
          <p:spPr>
            <a:xfrm>
              <a:off x="5394440" y="218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1" name="pt17291"/>
            <p:cNvSpPr/>
            <p:nvPr/>
          </p:nvSpPr>
          <p:spPr>
            <a:xfrm>
              <a:off x="4736067" y="2460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2" name="pt17292"/>
            <p:cNvSpPr/>
            <p:nvPr/>
          </p:nvSpPr>
          <p:spPr>
            <a:xfrm>
              <a:off x="5294693" y="19420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3" name="pt17293"/>
            <p:cNvSpPr/>
            <p:nvPr/>
          </p:nvSpPr>
          <p:spPr>
            <a:xfrm>
              <a:off x="5149920" y="2582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4" name="pt17294"/>
            <p:cNvSpPr/>
            <p:nvPr/>
          </p:nvSpPr>
          <p:spPr>
            <a:xfrm>
              <a:off x="5162112" y="2433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5" name="pt17295"/>
            <p:cNvSpPr/>
            <p:nvPr/>
          </p:nvSpPr>
          <p:spPr>
            <a:xfrm>
              <a:off x="5135091" y="2574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6" name="pt17296"/>
            <p:cNvSpPr/>
            <p:nvPr/>
          </p:nvSpPr>
          <p:spPr>
            <a:xfrm>
              <a:off x="5090122" y="2646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7" name="pt17297"/>
            <p:cNvSpPr/>
            <p:nvPr/>
          </p:nvSpPr>
          <p:spPr>
            <a:xfrm>
              <a:off x="5301381" y="2140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8" name="pt17298"/>
            <p:cNvSpPr/>
            <p:nvPr/>
          </p:nvSpPr>
          <p:spPr>
            <a:xfrm>
              <a:off x="5289914" y="2016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9" name="pt17299"/>
            <p:cNvSpPr/>
            <p:nvPr/>
          </p:nvSpPr>
          <p:spPr>
            <a:xfrm>
              <a:off x="5530458" y="2242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0" name="pt17300"/>
            <p:cNvSpPr/>
            <p:nvPr/>
          </p:nvSpPr>
          <p:spPr>
            <a:xfrm>
              <a:off x="5541432" y="21592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1" name="pt17301"/>
            <p:cNvSpPr/>
            <p:nvPr/>
          </p:nvSpPr>
          <p:spPr>
            <a:xfrm>
              <a:off x="5535958" y="231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2" name="pt17302"/>
            <p:cNvSpPr/>
            <p:nvPr/>
          </p:nvSpPr>
          <p:spPr>
            <a:xfrm>
              <a:off x="5328527" y="2168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3" name="pt17303"/>
            <p:cNvSpPr/>
            <p:nvPr/>
          </p:nvSpPr>
          <p:spPr>
            <a:xfrm>
              <a:off x="5431769" y="2158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4" name="pt17304"/>
            <p:cNvSpPr/>
            <p:nvPr/>
          </p:nvSpPr>
          <p:spPr>
            <a:xfrm>
              <a:off x="5147725" y="2607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5" name="pt17305"/>
            <p:cNvSpPr/>
            <p:nvPr/>
          </p:nvSpPr>
          <p:spPr>
            <a:xfrm>
              <a:off x="5428359" y="2009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6" name="pt17306"/>
            <p:cNvSpPr/>
            <p:nvPr/>
          </p:nvSpPr>
          <p:spPr>
            <a:xfrm>
              <a:off x="6010393" y="20391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7" name="pt17307"/>
            <p:cNvSpPr/>
            <p:nvPr/>
          </p:nvSpPr>
          <p:spPr>
            <a:xfrm>
              <a:off x="5629871" y="1984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8" name="pt17308"/>
            <p:cNvSpPr/>
            <p:nvPr/>
          </p:nvSpPr>
          <p:spPr>
            <a:xfrm>
              <a:off x="5031566" y="2414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9" name="pt17309"/>
            <p:cNvSpPr/>
            <p:nvPr/>
          </p:nvSpPr>
          <p:spPr>
            <a:xfrm>
              <a:off x="5445642" y="1919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0" name="pt17310"/>
            <p:cNvSpPr/>
            <p:nvPr/>
          </p:nvSpPr>
          <p:spPr>
            <a:xfrm>
              <a:off x="5109434" y="2542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1" name="pt17311"/>
            <p:cNvSpPr/>
            <p:nvPr/>
          </p:nvSpPr>
          <p:spPr>
            <a:xfrm>
              <a:off x="5724451" y="1921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2" name="pt17312"/>
            <p:cNvSpPr/>
            <p:nvPr/>
          </p:nvSpPr>
          <p:spPr>
            <a:xfrm>
              <a:off x="5353575" y="2217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3" name="pt17313"/>
            <p:cNvSpPr/>
            <p:nvPr/>
          </p:nvSpPr>
          <p:spPr>
            <a:xfrm>
              <a:off x="5265735" y="2131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4" name="pt17314"/>
            <p:cNvSpPr/>
            <p:nvPr/>
          </p:nvSpPr>
          <p:spPr>
            <a:xfrm>
              <a:off x="5835557" y="2079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5" name="pt17315"/>
            <p:cNvSpPr/>
            <p:nvPr/>
          </p:nvSpPr>
          <p:spPr>
            <a:xfrm>
              <a:off x="5740636" y="2009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6" name="pt17316"/>
            <p:cNvSpPr/>
            <p:nvPr/>
          </p:nvSpPr>
          <p:spPr>
            <a:xfrm>
              <a:off x="5546670" y="2137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7" name="pt17317"/>
            <p:cNvSpPr/>
            <p:nvPr/>
          </p:nvSpPr>
          <p:spPr>
            <a:xfrm>
              <a:off x="5654604" y="1565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8" name="pt17318"/>
            <p:cNvSpPr/>
            <p:nvPr/>
          </p:nvSpPr>
          <p:spPr>
            <a:xfrm>
              <a:off x="5633040" y="2134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9" name="pt17319"/>
            <p:cNvSpPr/>
            <p:nvPr/>
          </p:nvSpPr>
          <p:spPr>
            <a:xfrm>
              <a:off x="4689613" y="2439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0" name="pt17320"/>
            <p:cNvSpPr/>
            <p:nvPr/>
          </p:nvSpPr>
          <p:spPr>
            <a:xfrm>
              <a:off x="5202488" y="2210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1" name="pt17321"/>
            <p:cNvSpPr/>
            <p:nvPr/>
          </p:nvSpPr>
          <p:spPr>
            <a:xfrm>
              <a:off x="5085052" y="2108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2" name="pt17322"/>
            <p:cNvSpPr/>
            <p:nvPr/>
          </p:nvSpPr>
          <p:spPr>
            <a:xfrm>
              <a:off x="5576681" y="1960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3" name="pt17323"/>
            <p:cNvSpPr/>
            <p:nvPr/>
          </p:nvSpPr>
          <p:spPr>
            <a:xfrm>
              <a:off x="5515849" y="2219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4" name="pt17324"/>
            <p:cNvSpPr/>
            <p:nvPr/>
          </p:nvSpPr>
          <p:spPr>
            <a:xfrm>
              <a:off x="5174721" y="2313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5" name="pt17325"/>
            <p:cNvSpPr/>
            <p:nvPr/>
          </p:nvSpPr>
          <p:spPr>
            <a:xfrm>
              <a:off x="5207744" y="2269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6" name="pt17326"/>
            <p:cNvSpPr/>
            <p:nvPr/>
          </p:nvSpPr>
          <p:spPr>
            <a:xfrm>
              <a:off x="5245876" y="2195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7" name="pt17327"/>
            <p:cNvSpPr/>
            <p:nvPr/>
          </p:nvSpPr>
          <p:spPr>
            <a:xfrm>
              <a:off x="5156727" y="2365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8" name="pt17328"/>
            <p:cNvSpPr/>
            <p:nvPr/>
          </p:nvSpPr>
          <p:spPr>
            <a:xfrm>
              <a:off x="4949784" y="2685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9" name="pt17329"/>
            <p:cNvSpPr/>
            <p:nvPr/>
          </p:nvSpPr>
          <p:spPr>
            <a:xfrm>
              <a:off x="5278568" y="2143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0" name="pt17330"/>
            <p:cNvSpPr/>
            <p:nvPr/>
          </p:nvSpPr>
          <p:spPr>
            <a:xfrm>
              <a:off x="5545221" y="2091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1" name="pt17331"/>
            <p:cNvSpPr/>
            <p:nvPr/>
          </p:nvSpPr>
          <p:spPr>
            <a:xfrm>
              <a:off x="5153365" y="2415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2" name="pt17332"/>
            <p:cNvSpPr/>
            <p:nvPr/>
          </p:nvSpPr>
          <p:spPr>
            <a:xfrm>
              <a:off x="5355333" y="2306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3" name="pt17333"/>
            <p:cNvSpPr/>
            <p:nvPr/>
          </p:nvSpPr>
          <p:spPr>
            <a:xfrm>
              <a:off x="5407769" y="2149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4" name="pt17334"/>
            <p:cNvSpPr/>
            <p:nvPr/>
          </p:nvSpPr>
          <p:spPr>
            <a:xfrm>
              <a:off x="5506711" y="2295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5" name="pt17335"/>
            <p:cNvSpPr/>
            <p:nvPr/>
          </p:nvSpPr>
          <p:spPr>
            <a:xfrm>
              <a:off x="5401951" y="2211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6" name="pt17336"/>
            <p:cNvSpPr/>
            <p:nvPr/>
          </p:nvSpPr>
          <p:spPr>
            <a:xfrm>
              <a:off x="5557526" y="2176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7" name="pt17337"/>
            <p:cNvSpPr/>
            <p:nvPr/>
          </p:nvSpPr>
          <p:spPr>
            <a:xfrm>
              <a:off x="5202705" y="2045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8" name="pt17338"/>
            <p:cNvSpPr/>
            <p:nvPr/>
          </p:nvSpPr>
          <p:spPr>
            <a:xfrm>
              <a:off x="5052302" y="2372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9" name="pt17339"/>
            <p:cNvSpPr/>
            <p:nvPr/>
          </p:nvSpPr>
          <p:spPr>
            <a:xfrm>
              <a:off x="5694451" y="1964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0" name="pt17340"/>
            <p:cNvSpPr/>
            <p:nvPr/>
          </p:nvSpPr>
          <p:spPr>
            <a:xfrm>
              <a:off x="5428475" y="2224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1" name="pt17341"/>
            <p:cNvSpPr/>
            <p:nvPr/>
          </p:nvSpPr>
          <p:spPr>
            <a:xfrm>
              <a:off x="5339944" y="2275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2" name="pt17342"/>
            <p:cNvSpPr/>
            <p:nvPr/>
          </p:nvSpPr>
          <p:spPr>
            <a:xfrm>
              <a:off x="5471261" y="2064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3" name="pt17343"/>
            <p:cNvSpPr/>
            <p:nvPr/>
          </p:nvSpPr>
          <p:spPr>
            <a:xfrm>
              <a:off x="5413069" y="2133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4" name="pt17344"/>
            <p:cNvSpPr/>
            <p:nvPr/>
          </p:nvSpPr>
          <p:spPr>
            <a:xfrm>
              <a:off x="5514099" y="2113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5" name="pt17345"/>
            <p:cNvSpPr/>
            <p:nvPr/>
          </p:nvSpPr>
          <p:spPr>
            <a:xfrm>
              <a:off x="5467767" y="2088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6" name="pt17346"/>
            <p:cNvSpPr/>
            <p:nvPr/>
          </p:nvSpPr>
          <p:spPr>
            <a:xfrm>
              <a:off x="5414976" y="2282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7" name="pt17347"/>
            <p:cNvSpPr/>
            <p:nvPr/>
          </p:nvSpPr>
          <p:spPr>
            <a:xfrm>
              <a:off x="5545335" y="2053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8" name="pt17348"/>
            <p:cNvSpPr/>
            <p:nvPr/>
          </p:nvSpPr>
          <p:spPr>
            <a:xfrm>
              <a:off x="5695966" y="1925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9" name="pt17349"/>
            <p:cNvSpPr/>
            <p:nvPr/>
          </p:nvSpPr>
          <p:spPr>
            <a:xfrm>
              <a:off x="5803702" y="1937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0" name="pt17350"/>
            <p:cNvSpPr/>
            <p:nvPr/>
          </p:nvSpPr>
          <p:spPr>
            <a:xfrm>
              <a:off x="5559678" y="2275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1" name="pt17351"/>
            <p:cNvSpPr/>
            <p:nvPr/>
          </p:nvSpPr>
          <p:spPr>
            <a:xfrm>
              <a:off x="5305843" y="2233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2" name="pt17352"/>
            <p:cNvSpPr/>
            <p:nvPr/>
          </p:nvSpPr>
          <p:spPr>
            <a:xfrm>
              <a:off x="5457806" y="2055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3" name="pt17353"/>
            <p:cNvSpPr/>
            <p:nvPr/>
          </p:nvSpPr>
          <p:spPr>
            <a:xfrm>
              <a:off x="5277235" y="2125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4" name="pt17354"/>
            <p:cNvSpPr/>
            <p:nvPr/>
          </p:nvSpPr>
          <p:spPr>
            <a:xfrm>
              <a:off x="5507917" y="2064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5" name="pt17355"/>
            <p:cNvSpPr/>
            <p:nvPr/>
          </p:nvSpPr>
          <p:spPr>
            <a:xfrm>
              <a:off x="5317926" y="2190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6" name="pt17356"/>
            <p:cNvSpPr/>
            <p:nvPr/>
          </p:nvSpPr>
          <p:spPr>
            <a:xfrm>
              <a:off x="5198990" y="2294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7" name="pt17357"/>
            <p:cNvSpPr/>
            <p:nvPr/>
          </p:nvSpPr>
          <p:spPr>
            <a:xfrm>
              <a:off x="5614500" y="1960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8" name="pt17358"/>
            <p:cNvSpPr/>
            <p:nvPr/>
          </p:nvSpPr>
          <p:spPr>
            <a:xfrm>
              <a:off x="5408650" y="2320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9" name="pt17359"/>
            <p:cNvSpPr/>
            <p:nvPr/>
          </p:nvSpPr>
          <p:spPr>
            <a:xfrm>
              <a:off x="5289534" y="2130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0" name="pt17360"/>
            <p:cNvSpPr/>
            <p:nvPr/>
          </p:nvSpPr>
          <p:spPr>
            <a:xfrm>
              <a:off x="5430782" y="2120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1" name="pt17361"/>
            <p:cNvSpPr/>
            <p:nvPr/>
          </p:nvSpPr>
          <p:spPr>
            <a:xfrm>
              <a:off x="5366505" y="2153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2" name="pt17362"/>
            <p:cNvSpPr/>
            <p:nvPr/>
          </p:nvSpPr>
          <p:spPr>
            <a:xfrm>
              <a:off x="5261108" y="220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3" name="pt17363"/>
            <p:cNvSpPr/>
            <p:nvPr/>
          </p:nvSpPr>
          <p:spPr>
            <a:xfrm>
              <a:off x="5925317" y="1510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4" name="pt17364"/>
            <p:cNvSpPr/>
            <p:nvPr/>
          </p:nvSpPr>
          <p:spPr>
            <a:xfrm>
              <a:off x="4902505" y="2321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5" name="pt17365"/>
            <p:cNvSpPr/>
            <p:nvPr/>
          </p:nvSpPr>
          <p:spPr>
            <a:xfrm>
              <a:off x="5112336" y="2700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6" name="pt17366"/>
            <p:cNvSpPr/>
            <p:nvPr/>
          </p:nvSpPr>
          <p:spPr>
            <a:xfrm>
              <a:off x="5818472" y="1846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7" name="pt17367"/>
            <p:cNvSpPr/>
            <p:nvPr/>
          </p:nvSpPr>
          <p:spPr>
            <a:xfrm>
              <a:off x="4921040" y="1692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8" name="pt17368"/>
            <p:cNvSpPr/>
            <p:nvPr/>
          </p:nvSpPr>
          <p:spPr>
            <a:xfrm>
              <a:off x="5027080" y="2097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9" name="pt17369"/>
            <p:cNvSpPr/>
            <p:nvPr/>
          </p:nvSpPr>
          <p:spPr>
            <a:xfrm>
              <a:off x="5503738" y="2091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0" name="pt17370"/>
            <p:cNvSpPr/>
            <p:nvPr/>
          </p:nvSpPr>
          <p:spPr>
            <a:xfrm>
              <a:off x="5490730" y="215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1" name="pt17371"/>
            <p:cNvSpPr/>
            <p:nvPr/>
          </p:nvSpPr>
          <p:spPr>
            <a:xfrm>
              <a:off x="5447390" y="1999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2" name="pt17372"/>
            <p:cNvSpPr/>
            <p:nvPr/>
          </p:nvSpPr>
          <p:spPr>
            <a:xfrm>
              <a:off x="5740212" y="1965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3" name="pt17373"/>
            <p:cNvSpPr/>
            <p:nvPr/>
          </p:nvSpPr>
          <p:spPr>
            <a:xfrm>
              <a:off x="5785464" y="2004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4" name="pt17374"/>
            <p:cNvSpPr/>
            <p:nvPr/>
          </p:nvSpPr>
          <p:spPr>
            <a:xfrm>
              <a:off x="5067346" y="2613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5" name="pt17375"/>
            <p:cNvSpPr/>
            <p:nvPr/>
          </p:nvSpPr>
          <p:spPr>
            <a:xfrm>
              <a:off x="5326886" y="2039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6" name="pt17376"/>
            <p:cNvSpPr/>
            <p:nvPr/>
          </p:nvSpPr>
          <p:spPr>
            <a:xfrm>
              <a:off x="5028981" y="2250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7" name="pt17377"/>
            <p:cNvSpPr/>
            <p:nvPr/>
          </p:nvSpPr>
          <p:spPr>
            <a:xfrm>
              <a:off x="5530618" y="2258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8" name="pt17378"/>
            <p:cNvSpPr/>
            <p:nvPr/>
          </p:nvSpPr>
          <p:spPr>
            <a:xfrm>
              <a:off x="5272099" y="2162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9" name="pt17379"/>
            <p:cNvSpPr/>
            <p:nvPr/>
          </p:nvSpPr>
          <p:spPr>
            <a:xfrm>
              <a:off x="5386048" y="22185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0" name="pt17380"/>
            <p:cNvSpPr/>
            <p:nvPr/>
          </p:nvSpPr>
          <p:spPr>
            <a:xfrm>
              <a:off x="5703464" y="1773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1" name="pt17381"/>
            <p:cNvSpPr/>
            <p:nvPr/>
          </p:nvSpPr>
          <p:spPr>
            <a:xfrm>
              <a:off x="5568584" y="2092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2" name="pt17382"/>
            <p:cNvSpPr/>
            <p:nvPr/>
          </p:nvSpPr>
          <p:spPr>
            <a:xfrm>
              <a:off x="5085964" y="2119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3" name="pt17383"/>
            <p:cNvSpPr/>
            <p:nvPr/>
          </p:nvSpPr>
          <p:spPr>
            <a:xfrm>
              <a:off x="5467699" y="2011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4" name="pt17384"/>
            <p:cNvSpPr/>
            <p:nvPr/>
          </p:nvSpPr>
          <p:spPr>
            <a:xfrm>
              <a:off x="4835506" y="2694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5" name="pt17385"/>
            <p:cNvSpPr/>
            <p:nvPr/>
          </p:nvSpPr>
          <p:spPr>
            <a:xfrm>
              <a:off x="5332203" y="2008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6" name="pt17386"/>
            <p:cNvSpPr/>
            <p:nvPr/>
          </p:nvSpPr>
          <p:spPr>
            <a:xfrm>
              <a:off x="5640035" y="2098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7" name="pt17387"/>
            <p:cNvSpPr/>
            <p:nvPr/>
          </p:nvSpPr>
          <p:spPr>
            <a:xfrm>
              <a:off x="5686429" y="1999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8" name="pt17388"/>
            <p:cNvSpPr/>
            <p:nvPr/>
          </p:nvSpPr>
          <p:spPr>
            <a:xfrm>
              <a:off x="5786558" y="2076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9" name="pt17389"/>
            <p:cNvSpPr/>
            <p:nvPr/>
          </p:nvSpPr>
          <p:spPr>
            <a:xfrm>
              <a:off x="5580210" y="2148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0" name="pt17390"/>
            <p:cNvSpPr/>
            <p:nvPr/>
          </p:nvSpPr>
          <p:spPr>
            <a:xfrm>
              <a:off x="5471277" y="201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1" name="pt17391"/>
            <p:cNvSpPr/>
            <p:nvPr/>
          </p:nvSpPr>
          <p:spPr>
            <a:xfrm>
              <a:off x="5382530" y="2231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2" name="pt17392"/>
            <p:cNvSpPr/>
            <p:nvPr/>
          </p:nvSpPr>
          <p:spPr>
            <a:xfrm>
              <a:off x="5588937" y="2008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3" name="pt17393"/>
            <p:cNvSpPr/>
            <p:nvPr/>
          </p:nvSpPr>
          <p:spPr>
            <a:xfrm>
              <a:off x="5325807" y="2101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4" name="pt17394"/>
            <p:cNvSpPr/>
            <p:nvPr/>
          </p:nvSpPr>
          <p:spPr>
            <a:xfrm>
              <a:off x="5429369" y="2034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5" name="pt17395"/>
            <p:cNvSpPr/>
            <p:nvPr/>
          </p:nvSpPr>
          <p:spPr>
            <a:xfrm>
              <a:off x="5610961" y="2082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6" name="pt17396"/>
            <p:cNvSpPr/>
            <p:nvPr/>
          </p:nvSpPr>
          <p:spPr>
            <a:xfrm>
              <a:off x="5380250" y="2236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7" name="pt17397"/>
            <p:cNvSpPr/>
            <p:nvPr/>
          </p:nvSpPr>
          <p:spPr>
            <a:xfrm>
              <a:off x="5359564" y="2068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8" name="pt17398"/>
            <p:cNvSpPr/>
            <p:nvPr/>
          </p:nvSpPr>
          <p:spPr>
            <a:xfrm>
              <a:off x="5304190" y="2099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9" name="pt17399"/>
            <p:cNvSpPr/>
            <p:nvPr/>
          </p:nvSpPr>
          <p:spPr>
            <a:xfrm>
              <a:off x="5287739" y="1947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0" name="pt17400"/>
            <p:cNvSpPr/>
            <p:nvPr/>
          </p:nvSpPr>
          <p:spPr>
            <a:xfrm>
              <a:off x="5139953" y="2691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1" name="pt17401"/>
            <p:cNvSpPr/>
            <p:nvPr/>
          </p:nvSpPr>
          <p:spPr>
            <a:xfrm>
              <a:off x="5145292" y="268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2" name="pt17402"/>
            <p:cNvSpPr/>
            <p:nvPr/>
          </p:nvSpPr>
          <p:spPr>
            <a:xfrm>
              <a:off x="5657440" y="1874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3" name="pt17403"/>
            <p:cNvSpPr/>
            <p:nvPr/>
          </p:nvSpPr>
          <p:spPr>
            <a:xfrm>
              <a:off x="5383364" y="2201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4" name="pt17404"/>
            <p:cNvSpPr/>
            <p:nvPr/>
          </p:nvSpPr>
          <p:spPr>
            <a:xfrm>
              <a:off x="5059344" y="22770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5" name="pt17405"/>
            <p:cNvSpPr/>
            <p:nvPr/>
          </p:nvSpPr>
          <p:spPr>
            <a:xfrm>
              <a:off x="5454006" y="2098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6" name="pt17406"/>
            <p:cNvSpPr/>
            <p:nvPr/>
          </p:nvSpPr>
          <p:spPr>
            <a:xfrm>
              <a:off x="5081838" y="1657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7" name="pt17407"/>
            <p:cNvSpPr/>
            <p:nvPr/>
          </p:nvSpPr>
          <p:spPr>
            <a:xfrm>
              <a:off x="5607464" y="2135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8" name="pt17408"/>
            <p:cNvSpPr/>
            <p:nvPr/>
          </p:nvSpPr>
          <p:spPr>
            <a:xfrm>
              <a:off x="5403225" y="2214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9" name="pt17409"/>
            <p:cNvSpPr/>
            <p:nvPr/>
          </p:nvSpPr>
          <p:spPr>
            <a:xfrm>
              <a:off x="5723847" y="2052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0" name="pt17410"/>
            <p:cNvSpPr/>
            <p:nvPr/>
          </p:nvSpPr>
          <p:spPr>
            <a:xfrm>
              <a:off x="5654757" y="1633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1" name="pt17411"/>
            <p:cNvSpPr/>
            <p:nvPr/>
          </p:nvSpPr>
          <p:spPr>
            <a:xfrm>
              <a:off x="5138606" y="2664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2" name="pt17412"/>
            <p:cNvSpPr/>
            <p:nvPr/>
          </p:nvSpPr>
          <p:spPr>
            <a:xfrm>
              <a:off x="5490045" y="2248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3" name="pt17413"/>
            <p:cNvSpPr/>
            <p:nvPr/>
          </p:nvSpPr>
          <p:spPr>
            <a:xfrm>
              <a:off x="5959322" y="1730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4" name="pt17414"/>
            <p:cNvSpPr/>
            <p:nvPr/>
          </p:nvSpPr>
          <p:spPr>
            <a:xfrm>
              <a:off x="5245841" y="21491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5" name="pt17415"/>
            <p:cNvSpPr/>
            <p:nvPr/>
          </p:nvSpPr>
          <p:spPr>
            <a:xfrm>
              <a:off x="5490922" y="2300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6" name="pt17416"/>
            <p:cNvSpPr/>
            <p:nvPr/>
          </p:nvSpPr>
          <p:spPr>
            <a:xfrm>
              <a:off x="5150764" y="2683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7" name="pt17417"/>
            <p:cNvSpPr/>
            <p:nvPr/>
          </p:nvSpPr>
          <p:spPr>
            <a:xfrm>
              <a:off x="5266335" y="2196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8" name="pt17418"/>
            <p:cNvSpPr/>
            <p:nvPr/>
          </p:nvSpPr>
          <p:spPr>
            <a:xfrm>
              <a:off x="5269496" y="2192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9" name="pt17419"/>
            <p:cNvSpPr/>
            <p:nvPr/>
          </p:nvSpPr>
          <p:spPr>
            <a:xfrm>
              <a:off x="5322672" y="2168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0" name="pt17420"/>
            <p:cNvSpPr/>
            <p:nvPr/>
          </p:nvSpPr>
          <p:spPr>
            <a:xfrm>
              <a:off x="5148674" y="2514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1" name="pt17421"/>
            <p:cNvSpPr/>
            <p:nvPr/>
          </p:nvSpPr>
          <p:spPr>
            <a:xfrm>
              <a:off x="5139260" y="2681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2" name="pt17422"/>
            <p:cNvSpPr/>
            <p:nvPr/>
          </p:nvSpPr>
          <p:spPr>
            <a:xfrm>
              <a:off x="4903030" y="2130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3" name="pt17423"/>
            <p:cNvSpPr/>
            <p:nvPr/>
          </p:nvSpPr>
          <p:spPr>
            <a:xfrm>
              <a:off x="5618205" y="2116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4" name="pt17424"/>
            <p:cNvSpPr/>
            <p:nvPr/>
          </p:nvSpPr>
          <p:spPr>
            <a:xfrm>
              <a:off x="5345089" y="2231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5" name="pt17425"/>
            <p:cNvSpPr/>
            <p:nvPr/>
          </p:nvSpPr>
          <p:spPr>
            <a:xfrm>
              <a:off x="5525234" y="2172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6" name="pt17426"/>
            <p:cNvSpPr/>
            <p:nvPr/>
          </p:nvSpPr>
          <p:spPr>
            <a:xfrm>
              <a:off x="5643064" y="1850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7" name="pt17427"/>
            <p:cNvSpPr/>
            <p:nvPr/>
          </p:nvSpPr>
          <p:spPr>
            <a:xfrm>
              <a:off x="5757619" y="2076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8" name="pt17428"/>
            <p:cNvSpPr/>
            <p:nvPr/>
          </p:nvSpPr>
          <p:spPr>
            <a:xfrm>
              <a:off x="5090048" y="2392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9" name="pt17429"/>
            <p:cNvSpPr/>
            <p:nvPr/>
          </p:nvSpPr>
          <p:spPr>
            <a:xfrm>
              <a:off x="5477745" y="2181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0" name="pt17430"/>
            <p:cNvSpPr/>
            <p:nvPr/>
          </p:nvSpPr>
          <p:spPr>
            <a:xfrm>
              <a:off x="5753122" y="1914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1" name="pt17431"/>
            <p:cNvSpPr/>
            <p:nvPr/>
          </p:nvSpPr>
          <p:spPr>
            <a:xfrm>
              <a:off x="5392555" y="2174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2" name="pt17432"/>
            <p:cNvSpPr/>
            <p:nvPr/>
          </p:nvSpPr>
          <p:spPr>
            <a:xfrm>
              <a:off x="5463227" y="2099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3" name="pt17433"/>
            <p:cNvSpPr/>
            <p:nvPr/>
          </p:nvSpPr>
          <p:spPr>
            <a:xfrm>
              <a:off x="5156693" y="25287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4" name="pt17434"/>
            <p:cNvSpPr/>
            <p:nvPr/>
          </p:nvSpPr>
          <p:spPr>
            <a:xfrm>
              <a:off x="5632579" y="2051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5" name="pt17435"/>
            <p:cNvSpPr/>
            <p:nvPr/>
          </p:nvSpPr>
          <p:spPr>
            <a:xfrm>
              <a:off x="5719711" y="1973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6" name="pt17436"/>
            <p:cNvSpPr/>
            <p:nvPr/>
          </p:nvSpPr>
          <p:spPr>
            <a:xfrm>
              <a:off x="5654495" y="1729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7" name="pt17437"/>
            <p:cNvSpPr/>
            <p:nvPr/>
          </p:nvSpPr>
          <p:spPr>
            <a:xfrm>
              <a:off x="5560738" y="2166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8" name="pt17438"/>
            <p:cNvSpPr/>
            <p:nvPr/>
          </p:nvSpPr>
          <p:spPr>
            <a:xfrm>
              <a:off x="5256758" y="2104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9" name="pt17439"/>
            <p:cNvSpPr/>
            <p:nvPr/>
          </p:nvSpPr>
          <p:spPr>
            <a:xfrm>
              <a:off x="5703327" y="1908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0" name="pt17440"/>
            <p:cNvSpPr/>
            <p:nvPr/>
          </p:nvSpPr>
          <p:spPr>
            <a:xfrm>
              <a:off x="5350052" y="2264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1" name="pt17441"/>
            <p:cNvSpPr/>
            <p:nvPr/>
          </p:nvSpPr>
          <p:spPr>
            <a:xfrm>
              <a:off x="5441629" y="2170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2" name="pt17442"/>
            <p:cNvSpPr/>
            <p:nvPr/>
          </p:nvSpPr>
          <p:spPr>
            <a:xfrm>
              <a:off x="5262434" y="2134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3" name="pt17443"/>
            <p:cNvSpPr/>
            <p:nvPr/>
          </p:nvSpPr>
          <p:spPr>
            <a:xfrm>
              <a:off x="5548676" y="2126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4" name="pt17444"/>
            <p:cNvSpPr/>
            <p:nvPr/>
          </p:nvSpPr>
          <p:spPr>
            <a:xfrm>
              <a:off x="5280788" y="1997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5" name="pt17445"/>
            <p:cNvSpPr/>
            <p:nvPr/>
          </p:nvSpPr>
          <p:spPr>
            <a:xfrm>
              <a:off x="5597746" y="1935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6" name="pt17446"/>
            <p:cNvSpPr/>
            <p:nvPr/>
          </p:nvSpPr>
          <p:spPr>
            <a:xfrm>
              <a:off x="4998580" y="1985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7" name="pt17447"/>
            <p:cNvSpPr/>
            <p:nvPr/>
          </p:nvSpPr>
          <p:spPr>
            <a:xfrm>
              <a:off x="5468042" y="2188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8" name="pt17448"/>
            <p:cNvSpPr/>
            <p:nvPr/>
          </p:nvSpPr>
          <p:spPr>
            <a:xfrm>
              <a:off x="5675225" y="1899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9" name="pt17449"/>
            <p:cNvSpPr/>
            <p:nvPr/>
          </p:nvSpPr>
          <p:spPr>
            <a:xfrm>
              <a:off x="5526654" y="2127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0" name="pt17450"/>
            <p:cNvSpPr/>
            <p:nvPr/>
          </p:nvSpPr>
          <p:spPr>
            <a:xfrm>
              <a:off x="5523514" y="2038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1" name="pt17451"/>
            <p:cNvSpPr/>
            <p:nvPr/>
          </p:nvSpPr>
          <p:spPr>
            <a:xfrm>
              <a:off x="5491612" y="2245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2" name="pt17452"/>
            <p:cNvSpPr/>
            <p:nvPr/>
          </p:nvSpPr>
          <p:spPr>
            <a:xfrm>
              <a:off x="5753410" y="1965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3" name="pt17453"/>
            <p:cNvSpPr/>
            <p:nvPr/>
          </p:nvSpPr>
          <p:spPr>
            <a:xfrm>
              <a:off x="5597268" y="183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4" name="pt17454"/>
            <p:cNvSpPr/>
            <p:nvPr/>
          </p:nvSpPr>
          <p:spPr>
            <a:xfrm>
              <a:off x="5375532" y="2009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5" name="pt17455"/>
            <p:cNvSpPr/>
            <p:nvPr/>
          </p:nvSpPr>
          <p:spPr>
            <a:xfrm>
              <a:off x="5180098" y="2182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6" name="pt17456"/>
            <p:cNvSpPr/>
            <p:nvPr/>
          </p:nvSpPr>
          <p:spPr>
            <a:xfrm>
              <a:off x="5082203" y="1691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7" name="pt17457"/>
            <p:cNvSpPr/>
            <p:nvPr/>
          </p:nvSpPr>
          <p:spPr>
            <a:xfrm>
              <a:off x="5433301" y="2119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8" name="pt17458"/>
            <p:cNvSpPr/>
            <p:nvPr/>
          </p:nvSpPr>
          <p:spPr>
            <a:xfrm>
              <a:off x="4703182" y="2500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9" name="pt17459"/>
            <p:cNvSpPr/>
            <p:nvPr/>
          </p:nvSpPr>
          <p:spPr>
            <a:xfrm>
              <a:off x="5310832" y="2227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0" name="pt17460"/>
            <p:cNvSpPr/>
            <p:nvPr/>
          </p:nvSpPr>
          <p:spPr>
            <a:xfrm>
              <a:off x="5096351" y="2639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1" name="pt17461"/>
            <p:cNvSpPr/>
            <p:nvPr/>
          </p:nvSpPr>
          <p:spPr>
            <a:xfrm>
              <a:off x="5412554" y="2208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2" name="pt17462"/>
            <p:cNvSpPr/>
            <p:nvPr/>
          </p:nvSpPr>
          <p:spPr>
            <a:xfrm>
              <a:off x="5399397" y="2008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3" name="pt17463"/>
            <p:cNvSpPr/>
            <p:nvPr/>
          </p:nvSpPr>
          <p:spPr>
            <a:xfrm>
              <a:off x="5206982" y="2093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4" name="pt17464"/>
            <p:cNvSpPr/>
            <p:nvPr/>
          </p:nvSpPr>
          <p:spPr>
            <a:xfrm>
              <a:off x="5728153" y="1974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5" name="pt17465"/>
            <p:cNvSpPr/>
            <p:nvPr/>
          </p:nvSpPr>
          <p:spPr>
            <a:xfrm>
              <a:off x="5684766" y="19112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6" name="pt17466"/>
            <p:cNvSpPr/>
            <p:nvPr/>
          </p:nvSpPr>
          <p:spPr>
            <a:xfrm>
              <a:off x="4983896" y="26869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7" name="pt17467"/>
            <p:cNvSpPr/>
            <p:nvPr/>
          </p:nvSpPr>
          <p:spPr>
            <a:xfrm>
              <a:off x="5310367" y="2114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8" name="pt17468"/>
            <p:cNvSpPr/>
            <p:nvPr/>
          </p:nvSpPr>
          <p:spPr>
            <a:xfrm>
              <a:off x="5413380" y="21022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9" name="pt17469"/>
            <p:cNvSpPr/>
            <p:nvPr/>
          </p:nvSpPr>
          <p:spPr>
            <a:xfrm>
              <a:off x="5629111" y="1962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0" name="pt17470"/>
            <p:cNvSpPr/>
            <p:nvPr/>
          </p:nvSpPr>
          <p:spPr>
            <a:xfrm>
              <a:off x="5469814" y="1970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1" name="pt17471"/>
            <p:cNvSpPr/>
            <p:nvPr/>
          </p:nvSpPr>
          <p:spPr>
            <a:xfrm>
              <a:off x="5740897" y="1980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2" name="pt17472"/>
            <p:cNvSpPr/>
            <p:nvPr/>
          </p:nvSpPr>
          <p:spPr>
            <a:xfrm>
              <a:off x="5787765" y="1836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3" name="pt17473"/>
            <p:cNvSpPr/>
            <p:nvPr/>
          </p:nvSpPr>
          <p:spPr>
            <a:xfrm>
              <a:off x="5313146" y="2229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4" name="pt17474"/>
            <p:cNvSpPr/>
            <p:nvPr/>
          </p:nvSpPr>
          <p:spPr>
            <a:xfrm>
              <a:off x="5398126" y="2151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5" name="pt17475"/>
            <p:cNvSpPr/>
            <p:nvPr/>
          </p:nvSpPr>
          <p:spPr>
            <a:xfrm>
              <a:off x="5258627" y="2223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6" name="pt17476"/>
            <p:cNvSpPr/>
            <p:nvPr/>
          </p:nvSpPr>
          <p:spPr>
            <a:xfrm>
              <a:off x="5352241" y="2276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7" name="pt17477"/>
            <p:cNvSpPr/>
            <p:nvPr/>
          </p:nvSpPr>
          <p:spPr>
            <a:xfrm>
              <a:off x="5376786" y="2197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8" name="pt17478"/>
            <p:cNvSpPr/>
            <p:nvPr/>
          </p:nvSpPr>
          <p:spPr>
            <a:xfrm>
              <a:off x="5599228" y="1882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9" name="pt17479"/>
            <p:cNvSpPr/>
            <p:nvPr/>
          </p:nvSpPr>
          <p:spPr>
            <a:xfrm>
              <a:off x="5114728" y="2583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0" name="pt17480"/>
            <p:cNvSpPr/>
            <p:nvPr/>
          </p:nvSpPr>
          <p:spPr>
            <a:xfrm>
              <a:off x="5237515" y="2131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1" name="pt17481"/>
            <p:cNvSpPr/>
            <p:nvPr/>
          </p:nvSpPr>
          <p:spPr>
            <a:xfrm>
              <a:off x="5557839" y="2197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2" name="pt17482"/>
            <p:cNvSpPr/>
            <p:nvPr/>
          </p:nvSpPr>
          <p:spPr>
            <a:xfrm>
              <a:off x="5721668" y="1987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3" name="pt17483"/>
            <p:cNvSpPr/>
            <p:nvPr/>
          </p:nvSpPr>
          <p:spPr>
            <a:xfrm>
              <a:off x="5640380" y="2103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4" name="pt17484"/>
            <p:cNvSpPr/>
            <p:nvPr/>
          </p:nvSpPr>
          <p:spPr>
            <a:xfrm>
              <a:off x="5165683" y="2296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5" name="pt17485"/>
            <p:cNvSpPr/>
            <p:nvPr/>
          </p:nvSpPr>
          <p:spPr>
            <a:xfrm>
              <a:off x="5793424" y="1939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6" name="pt17486"/>
            <p:cNvSpPr/>
            <p:nvPr/>
          </p:nvSpPr>
          <p:spPr>
            <a:xfrm>
              <a:off x="5576680" y="1939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7" name="pt17487"/>
            <p:cNvSpPr/>
            <p:nvPr/>
          </p:nvSpPr>
          <p:spPr>
            <a:xfrm>
              <a:off x="5408101" y="23847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8" name="pt17488"/>
            <p:cNvSpPr/>
            <p:nvPr/>
          </p:nvSpPr>
          <p:spPr>
            <a:xfrm>
              <a:off x="5038361" y="2467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9" name="pt17489"/>
            <p:cNvSpPr/>
            <p:nvPr/>
          </p:nvSpPr>
          <p:spPr>
            <a:xfrm>
              <a:off x="5472829" y="2172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0" name="pt17490"/>
            <p:cNvSpPr/>
            <p:nvPr/>
          </p:nvSpPr>
          <p:spPr>
            <a:xfrm>
              <a:off x="5410294" y="2185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1" name="pt17491"/>
            <p:cNvSpPr/>
            <p:nvPr/>
          </p:nvSpPr>
          <p:spPr>
            <a:xfrm>
              <a:off x="5117142" y="25336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2" name="pt17492"/>
            <p:cNvSpPr/>
            <p:nvPr/>
          </p:nvSpPr>
          <p:spPr>
            <a:xfrm>
              <a:off x="5616524" y="1953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3" name="pt17493"/>
            <p:cNvSpPr/>
            <p:nvPr/>
          </p:nvSpPr>
          <p:spPr>
            <a:xfrm>
              <a:off x="5273293" y="21308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4" name="pt17494"/>
            <p:cNvSpPr/>
            <p:nvPr/>
          </p:nvSpPr>
          <p:spPr>
            <a:xfrm>
              <a:off x="5614458" y="1959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5" name="pt17495"/>
            <p:cNvSpPr/>
            <p:nvPr/>
          </p:nvSpPr>
          <p:spPr>
            <a:xfrm>
              <a:off x="5711361" y="1871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6" name="pt17496"/>
            <p:cNvSpPr/>
            <p:nvPr/>
          </p:nvSpPr>
          <p:spPr>
            <a:xfrm>
              <a:off x="5217550" y="2086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7" name="pt17497"/>
            <p:cNvSpPr/>
            <p:nvPr/>
          </p:nvSpPr>
          <p:spPr>
            <a:xfrm>
              <a:off x="5541165" y="2268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8" name="pt17498"/>
            <p:cNvSpPr/>
            <p:nvPr/>
          </p:nvSpPr>
          <p:spPr>
            <a:xfrm>
              <a:off x="5487261" y="2176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9" name="pt17499"/>
            <p:cNvSpPr/>
            <p:nvPr/>
          </p:nvSpPr>
          <p:spPr>
            <a:xfrm>
              <a:off x="5574692" y="2131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0" name="pt17500"/>
            <p:cNvSpPr/>
            <p:nvPr/>
          </p:nvSpPr>
          <p:spPr>
            <a:xfrm>
              <a:off x="5533475" y="2250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1" name="pt17501"/>
            <p:cNvSpPr/>
            <p:nvPr/>
          </p:nvSpPr>
          <p:spPr>
            <a:xfrm>
              <a:off x="5163002" y="2220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2" name="pt17502"/>
            <p:cNvSpPr/>
            <p:nvPr/>
          </p:nvSpPr>
          <p:spPr>
            <a:xfrm>
              <a:off x="4979626" y="2575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3" name="pt17503"/>
            <p:cNvSpPr/>
            <p:nvPr/>
          </p:nvSpPr>
          <p:spPr>
            <a:xfrm>
              <a:off x="5604196" y="2028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4" name="pt17504"/>
            <p:cNvSpPr/>
            <p:nvPr/>
          </p:nvSpPr>
          <p:spPr>
            <a:xfrm>
              <a:off x="5520579" y="2007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5" name="pt17505"/>
            <p:cNvSpPr/>
            <p:nvPr/>
          </p:nvSpPr>
          <p:spPr>
            <a:xfrm>
              <a:off x="5186616" y="2178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6" name="pt17506"/>
            <p:cNvSpPr/>
            <p:nvPr/>
          </p:nvSpPr>
          <p:spPr>
            <a:xfrm>
              <a:off x="5789383" y="19165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7" name="pt17507"/>
            <p:cNvSpPr/>
            <p:nvPr/>
          </p:nvSpPr>
          <p:spPr>
            <a:xfrm>
              <a:off x="5346351" y="22236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8" name="pt17508"/>
            <p:cNvSpPr/>
            <p:nvPr/>
          </p:nvSpPr>
          <p:spPr>
            <a:xfrm>
              <a:off x="5106169" y="25362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9" name="pt17509"/>
            <p:cNvSpPr/>
            <p:nvPr/>
          </p:nvSpPr>
          <p:spPr>
            <a:xfrm>
              <a:off x="5658163" y="1665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0" name="pt17510"/>
            <p:cNvSpPr/>
            <p:nvPr/>
          </p:nvSpPr>
          <p:spPr>
            <a:xfrm>
              <a:off x="5104514" y="2845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1" name="pt17511"/>
            <p:cNvSpPr/>
            <p:nvPr/>
          </p:nvSpPr>
          <p:spPr>
            <a:xfrm>
              <a:off x="5743406" y="2055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2" name="pt17512"/>
            <p:cNvSpPr/>
            <p:nvPr/>
          </p:nvSpPr>
          <p:spPr>
            <a:xfrm>
              <a:off x="5428790" y="2095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3" name="pt17513"/>
            <p:cNvSpPr/>
            <p:nvPr/>
          </p:nvSpPr>
          <p:spPr>
            <a:xfrm>
              <a:off x="5773313" y="2174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4" name="pt17514"/>
            <p:cNvSpPr/>
            <p:nvPr/>
          </p:nvSpPr>
          <p:spPr>
            <a:xfrm>
              <a:off x="5176724" y="2304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5" name="pt17515"/>
            <p:cNvSpPr/>
            <p:nvPr/>
          </p:nvSpPr>
          <p:spPr>
            <a:xfrm>
              <a:off x="5145303" y="26963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6" name="pt17516"/>
            <p:cNvSpPr/>
            <p:nvPr/>
          </p:nvSpPr>
          <p:spPr>
            <a:xfrm>
              <a:off x="5792258" y="1768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7" name="pt17517"/>
            <p:cNvSpPr/>
            <p:nvPr/>
          </p:nvSpPr>
          <p:spPr>
            <a:xfrm>
              <a:off x="5896204" y="19160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8" name="pt17518"/>
            <p:cNvSpPr/>
            <p:nvPr/>
          </p:nvSpPr>
          <p:spPr>
            <a:xfrm>
              <a:off x="5055915" y="2415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9" name="pt17519"/>
            <p:cNvSpPr/>
            <p:nvPr/>
          </p:nvSpPr>
          <p:spPr>
            <a:xfrm>
              <a:off x="5273804" y="2174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0" name="pt17520"/>
            <p:cNvSpPr/>
            <p:nvPr/>
          </p:nvSpPr>
          <p:spPr>
            <a:xfrm>
              <a:off x="5430232" y="2114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1" name="pt17521"/>
            <p:cNvSpPr/>
            <p:nvPr/>
          </p:nvSpPr>
          <p:spPr>
            <a:xfrm>
              <a:off x="5280035" y="2061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2" name="pt17522"/>
            <p:cNvSpPr/>
            <p:nvPr/>
          </p:nvSpPr>
          <p:spPr>
            <a:xfrm>
              <a:off x="4904873" y="2067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3" name="pt17523"/>
            <p:cNvSpPr/>
            <p:nvPr/>
          </p:nvSpPr>
          <p:spPr>
            <a:xfrm>
              <a:off x="5376839" y="2193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4" name="pt17524"/>
            <p:cNvSpPr/>
            <p:nvPr/>
          </p:nvSpPr>
          <p:spPr>
            <a:xfrm>
              <a:off x="4971722" y="2503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5" name="pt17525"/>
            <p:cNvSpPr/>
            <p:nvPr/>
          </p:nvSpPr>
          <p:spPr>
            <a:xfrm>
              <a:off x="4932824" y="2170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6" name="pt17526"/>
            <p:cNvSpPr/>
            <p:nvPr/>
          </p:nvSpPr>
          <p:spPr>
            <a:xfrm>
              <a:off x="5095381" y="2466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7" name="pt17527"/>
            <p:cNvSpPr/>
            <p:nvPr/>
          </p:nvSpPr>
          <p:spPr>
            <a:xfrm>
              <a:off x="5494499" y="21298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8" name="pt17528"/>
            <p:cNvSpPr/>
            <p:nvPr/>
          </p:nvSpPr>
          <p:spPr>
            <a:xfrm>
              <a:off x="5328044" y="2213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9" name="pt17529"/>
            <p:cNvSpPr/>
            <p:nvPr/>
          </p:nvSpPr>
          <p:spPr>
            <a:xfrm>
              <a:off x="5624976" y="2071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0" name="pt17530"/>
            <p:cNvSpPr/>
            <p:nvPr/>
          </p:nvSpPr>
          <p:spPr>
            <a:xfrm>
              <a:off x="5325317" y="2078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1" name="pt17531"/>
            <p:cNvSpPr/>
            <p:nvPr/>
          </p:nvSpPr>
          <p:spPr>
            <a:xfrm>
              <a:off x="5480752" y="2166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2" name="pt17532"/>
            <p:cNvSpPr/>
            <p:nvPr/>
          </p:nvSpPr>
          <p:spPr>
            <a:xfrm>
              <a:off x="5398593" y="2171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3" name="pt17533"/>
            <p:cNvSpPr/>
            <p:nvPr/>
          </p:nvSpPr>
          <p:spPr>
            <a:xfrm>
              <a:off x="5012430" y="2049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4" name="pt17534"/>
            <p:cNvSpPr/>
            <p:nvPr/>
          </p:nvSpPr>
          <p:spPr>
            <a:xfrm>
              <a:off x="5318882" y="2167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5" name="pt17535"/>
            <p:cNvSpPr/>
            <p:nvPr/>
          </p:nvSpPr>
          <p:spPr>
            <a:xfrm>
              <a:off x="5671600" y="1775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6" name="pt17536"/>
            <p:cNvSpPr/>
            <p:nvPr/>
          </p:nvSpPr>
          <p:spPr>
            <a:xfrm>
              <a:off x="5513283" y="2164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7" name="pt17537"/>
            <p:cNvSpPr/>
            <p:nvPr/>
          </p:nvSpPr>
          <p:spPr>
            <a:xfrm>
              <a:off x="5005404" y="2234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8" name="pt17538"/>
            <p:cNvSpPr/>
            <p:nvPr/>
          </p:nvSpPr>
          <p:spPr>
            <a:xfrm>
              <a:off x="5432739" y="2054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9" name="pt17539"/>
            <p:cNvSpPr/>
            <p:nvPr/>
          </p:nvSpPr>
          <p:spPr>
            <a:xfrm>
              <a:off x="5029490" y="2243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0" name="pt17540"/>
            <p:cNvSpPr/>
            <p:nvPr/>
          </p:nvSpPr>
          <p:spPr>
            <a:xfrm>
              <a:off x="5531134" y="2344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1" name="pt17541"/>
            <p:cNvSpPr/>
            <p:nvPr/>
          </p:nvSpPr>
          <p:spPr>
            <a:xfrm>
              <a:off x="5978423" y="2052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2" name="pt17542"/>
            <p:cNvSpPr/>
            <p:nvPr/>
          </p:nvSpPr>
          <p:spPr>
            <a:xfrm>
              <a:off x="5209978" y="2083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3" name="pt17543"/>
            <p:cNvSpPr/>
            <p:nvPr/>
          </p:nvSpPr>
          <p:spPr>
            <a:xfrm>
              <a:off x="5457992" y="2023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4" name="pt17544"/>
            <p:cNvSpPr/>
            <p:nvPr/>
          </p:nvSpPr>
          <p:spPr>
            <a:xfrm>
              <a:off x="5767034" y="19841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5" name="pt17545"/>
            <p:cNvSpPr/>
            <p:nvPr/>
          </p:nvSpPr>
          <p:spPr>
            <a:xfrm>
              <a:off x="5778456" y="1834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6" name="pt17546"/>
            <p:cNvSpPr/>
            <p:nvPr/>
          </p:nvSpPr>
          <p:spPr>
            <a:xfrm>
              <a:off x="5324760" y="2221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7" name="pt17547"/>
            <p:cNvSpPr/>
            <p:nvPr/>
          </p:nvSpPr>
          <p:spPr>
            <a:xfrm>
              <a:off x="5292606" y="2131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8" name="pt17548"/>
            <p:cNvSpPr/>
            <p:nvPr/>
          </p:nvSpPr>
          <p:spPr>
            <a:xfrm>
              <a:off x="5701981" y="1817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9" name="pt17549"/>
            <p:cNvSpPr/>
            <p:nvPr/>
          </p:nvSpPr>
          <p:spPr>
            <a:xfrm>
              <a:off x="5191031" y="2109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0" name="pt17550"/>
            <p:cNvSpPr/>
            <p:nvPr/>
          </p:nvSpPr>
          <p:spPr>
            <a:xfrm>
              <a:off x="5131689" y="2583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1" name="pt17551"/>
            <p:cNvSpPr/>
            <p:nvPr/>
          </p:nvSpPr>
          <p:spPr>
            <a:xfrm>
              <a:off x="5409212" y="2303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2" name="pt17552"/>
            <p:cNvSpPr/>
            <p:nvPr/>
          </p:nvSpPr>
          <p:spPr>
            <a:xfrm>
              <a:off x="5457246" y="2033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3" name="pt17553"/>
            <p:cNvSpPr/>
            <p:nvPr/>
          </p:nvSpPr>
          <p:spPr>
            <a:xfrm>
              <a:off x="5741463" y="197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4" name="pt17554"/>
            <p:cNvSpPr/>
            <p:nvPr/>
          </p:nvSpPr>
          <p:spPr>
            <a:xfrm>
              <a:off x="5264686" y="2074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5" name="pt17555"/>
            <p:cNvSpPr/>
            <p:nvPr/>
          </p:nvSpPr>
          <p:spPr>
            <a:xfrm>
              <a:off x="5412270" y="2172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6" name="pt17556"/>
            <p:cNvSpPr/>
            <p:nvPr/>
          </p:nvSpPr>
          <p:spPr>
            <a:xfrm>
              <a:off x="5532824" y="2261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7" name="pt17557"/>
            <p:cNvSpPr/>
            <p:nvPr/>
          </p:nvSpPr>
          <p:spPr>
            <a:xfrm>
              <a:off x="5816976" y="1904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8" name="pt17558"/>
            <p:cNvSpPr/>
            <p:nvPr/>
          </p:nvSpPr>
          <p:spPr>
            <a:xfrm>
              <a:off x="5153473" y="2400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9" name="pt17559"/>
            <p:cNvSpPr/>
            <p:nvPr/>
          </p:nvSpPr>
          <p:spPr>
            <a:xfrm>
              <a:off x="5646663" y="1912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0" name="pt17560"/>
            <p:cNvSpPr/>
            <p:nvPr/>
          </p:nvSpPr>
          <p:spPr>
            <a:xfrm>
              <a:off x="5256347" y="2204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1" name="pt17561"/>
            <p:cNvSpPr/>
            <p:nvPr/>
          </p:nvSpPr>
          <p:spPr>
            <a:xfrm>
              <a:off x="5618354" y="2144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2" name="pt17562"/>
            <p:cNvSpPr/>
            <p:nvPr/>
          </p:nvSpPr>
          <p:spPr>
            <a:xfrm>
              <a:off x="5301067" y="2265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3" name="pt17563"/>
            <p:cNvSpPr/>
            <p:nvPr/>
          </p:nvSpPr>
          <p:spPr>
            <a:xfrm>
              <a:off x="5070438" y="2643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4" name="pt17564"/>
            <p:cNvSpPr/>
            <p:nvPr/>
          </p:nvSpPr>
          <p:spPr>
            <a:xfrm>
              <a:off x="5055192" y="2374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5" name="pt17565"/>
            <p:cNvSpPr/>
            <p:nvPr/>
          </p:nvSpPr>
          <p:spPr>
            <a:xfrm>
              <a:off x="5556671" y="2210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6" name="pt17566"/>
            <p:cNvSpPr/>
            <p:nvPr/>
          </p:nvSpPr>
          <p:spPr>
            <a:xfrm>
              <a:off x="5736387" y="1924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7" name="pt17567"/>
            <p:cNvSpPr/>
            <p:nvPr/>
          </p:nvSpPr>
          <p:spPr>
            <a:xfrm>
              <a:off x="5043700" y="2371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8" name="pt17568"/>
            <p:cNvSpPr/>
            <p:nvPr/>
          </p:nvSpPr>
          <p:spPr>
            <a:xfrm>
              <a:off x="5462764" y="2071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9" name="pt17569"/>
            <p:cNvSpPr/>
            <p:nvPr/>
          </p:nvSpPr>
          <p:spPr>
            <a:xfrm>
              <a:off x="5864469" y="1603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0" name="pt17570"/>
            <p:cNvSpPr/>
            <p:nvPr/>
          </p:nvSpPr>
          <p:spPr>
            <a:xfrm>
              <a:off x="4970291" y="2703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1" name="pt17571"/>
            <p:cNvSpPr/>
            <p:nvPr/>
          </p:nvSpPr>
          <p:spPr>
            <a:xfrm>
              <a:off x="5482107" y="22630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2" name="pt17572"/>
            <p:cNvSpPr/>
            <p:nvPr/>
          </p:nvSpPr>
          <p:spPr>
            <a:xfrm>
              <a:off x="5035439" y="2226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3" name="pt17573"/>
            <p:cNvSpPr/>
            <p:nvPr/>
          </p:nvSpPr>
          <p:spPr>
            <a:xfrm>
              <a:off x="5589375" y="1988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4" name="pt17574"/>
            <p:cNvSpPr/>
            <p:nvPr/>
          </p:nvSpPr>
          <p:spPr>
            <a:xfrm>
              <a:off x="5679287" y="18954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5" name="pt17575"/>
            <p:cNvSpPr/>
            <p:nvPr/>
          </p:nvSpPr>
          <p:spPr>
            <a:xfrm>
              <a:off x="5066414" y="2387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6" name="pt17576"/>
            <p:cNvSpPr/>
            <p:nvPr/>
          </p:nvSpPr>
          <p:spPr>
            <a:xfrm>
              <a:off x="5486098" y="2179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7" name="pt17577"/>
            <p:cNvSpPr/>
            <p:nvPr/>
          </p:nvSpPr>
          <p:spPr>
            <a:xfrm>
              <a:off x="5697666" y="2154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8" name="pt17578"/>
            <p:cNvSpPr/>
            <p:nvPr/>
          </p:nvSpPr>
          <p:spPr>
            <a:xfrm>
              <a:off x="5372637" y="2089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9" name="pt17579"/>
            <p:cNvSpPr/>
            <p:nvPr/>
          </p:nvSpPr>
          <p:spPr>
            <a:xfrm>
              <a:off x="5139419" y="2762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0" name="pt17580"/>
            <p:cNvSpPr/>
            <p:nvPr/>
          </p:nvSpPr>
          <p:spPr>
            <a:xfrm>
              <a:off x="5259486" y="2190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1" name="pt17581"/>
            <p:cNvSpPr/>
            <p:nvPr/>
          </p:nvSpPr>
          <p:spPr>
            <a:xfrm>
              <a:off x="5426543" y="2227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2" name="pt17582"/>
            <p:cNvSpPr/>
            <p:nvPr/>
          </p:nvSpPr>
          <p:spPr>
            <a:xfrm>
              <a:off x="5105322" y="2614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3" name="pt17583"/>
            <p:cNvSpPr/>
            <p:nvPr/>
          </p:nvSpPr>
          <p:spPr>
            <a:xfrm>
              <a:off x="5152138" y="2587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4" name="pt17584"/>
            <p:cNvSpPr/>
            <p:nvPr/>
          </p:nvSpPr>
          <p:spPr>
            <a:xfrm>
              <a:off x="5422113" y="2184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5" name="pt17585"/>
            <p:cNvSpPr/>
            <p:nvPr/>
          </p:nvSpPr>
          <p:spPr>
            <a:xfrm>
              <a:off x="5462765" y="2028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6" name="pt17586"/>
            <p:cNvSpPr/>
            <p:nvPr/>
          </p:nvSpPr>
          <p:spPr>
            <a:xfrm>
              <a:off x="5087928" y="1924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7" name="pt17587"/>
            <p:cNvSpPr/>
            <p:nvPr/>
          </p:nvSpPr>
          <p:spPr>
            <a:xfrm>
              <a:off x="5713455" y="1910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8" name="pt17588"/>
            <p:cNvSpPr/>
            <p:nvPr/>
          </p:nvSpPr>
          <p:spPr>
            <a:xfrm>
              <a:off x="5380215" y="2235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9" name="pt17589"/>
            <p:cNvSpPr/>
            <p:nvPr/>
          </p:nvSpPr>
          <p:spPr>
            <a:xfrm>
              <a:off x="5411574" y="21265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0" name="pt17590"/>
            <p:cNvSpPr/>
            <p:nvPr/>
          </p:nvSpPr>
          <p:spPr>
            <a:xfrm>
              <a:off x="5674886" y="1878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1" name="pt17591"/>
            <p:cNvSpPr/>
            <p:nvPr/>
          </p:nvSpPr>
          <p:spPr>
            <a:xfrm>
              <a:off x="5787300" y="1836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2" name="pt17592"/>
            <p:cNvSpPr/>
            <p:nvPr/>
          </p:nvSpPr>
          <p:spPr>
            <a:xfrm>
              <a:off x="5529590" y="2176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3" name="pt17593"/>
            <p:cNvSpPr/>
            <p:nvPr/>
          </p:nvSpPr>
          <p:spPr>
            <a:xfrm>
              <a:off x="5270960" y="21105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4" name="pt17594"/>
            <p:cNvSpPr/>
            <p:nvPr/>
          </p:nvSpPr>
          <p:spPr>
            <a:xfrm>
              <a:off x="5173796" y="23829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5" name="pt17595"/>
            <p:cNvSpPr/>
            <p:nvPr/>
          </p:nvSpPr>
          <p:spPr>
            <a:xfrm>
              <a:off x="4838649" y="2270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6" name="pt17596"/>
            <p:cNvSpPr/>
            <p:nvPr/>
          </p:nvSpPr>
          <p:spPr>
            <a:xfrm>
              <a:off x="5608901" y="2008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7" name="pt17597"/>
            <p:cNvSpPr/>
            <p:nvPr/>
          </p:nvSpPr>
          <p:spPr>
            <a:xfrm>
              <a:off x="5524928" y="21821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8" name="pt17598"/>
            <p:cNvSpPr/>
            <p:nvPr/>
          </p:nvSpPr>
          <p:spPr>
            <a:xfrm>
              <a:off x="5369389" y="1993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9" name="pt17599"/>
            <p:cNvSpPr/>
            <p:nvPr/>
          </p:nvSpPr>
          <p:spPr>
            <a:xfrm>
              <a:off x="5543882" y="22475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0" name="pt17600"/>
            <p:cNvSpPr/>
            <p:nvPr/>
          </p:nvSpPr>
          <p:spPr>
            <a:xfrm>
              <a:off x="5344465" y="2298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1" name="pt17601"/>
            <p:cNvSpPr/>
            <p:nvPr/>
          </p:nvSpPr>
          <p:spPr>
            <a:xfrm>
              <a:off x="5270515" y="2129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2" name="pt17602"/>
            <p:cNvSpPr/>
            <p:nvPr/>
          </p:nvSpPr>
          <p:spPr>
            <a:xfrm>
              <a:off x="5060526" y="250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3" name="pt17603"/>
            <p:cNvSpPr/>
            <p:nvPr/>
          </p:nvSpPr>
          <p:spPr>
            <a:xfrm>
              <a:off x="5423796" y="20675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4" name="pt17604"/>
            <p:cNvSpPr/>
            <p:nvPr/>
          </p:nvSpPr>
          <p:spPr>
            <a:xfrm>
              <a:off x="5786428" y="1933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5" name="pt17605"/>
            <p:cNvSpPr/>
            <p:nvPr/>
          </p:nvSpPr>
          <p:spPr>
            <a:xfrm>
              <a:off x="5357741" y="2242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6" name="pt17606"/>
            <p:cNvSpPr/>
            <p:nvPr/>
          </p:nvSpPr>
          <p:spPr>
            <a:xfrm>
              <a:off x="4942936" y="2742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7" name="pt17607"/>
            <p:cNvSpPr/>
            <p:nvPr/>
          </p:nvSpPr>
          <p:spPr>
            <a:xfrm>
              <a:off x="5270154" y="2143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8" name="pt17608"/>
            <p:cNvSpPr/>
            <p:nvPr/>
          </p:nvSpPr>
          <p:spPr>
            <a:xfrm>
              <a:off x="5353274" y="2295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9" name="pt17609"/>
            <p:cNvSpPr/>
            <p:nvPr/>
          </p:nvSpPr>
          <p:spPr>
            <a:xfrm>
              <a:off x="5154864" y="2521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0" name="pt17610"/>
            <p:cNvSpPr/>
            <p:nvPr/>
          </p:nvSpPr>
          <p:spPr>
            <a:xfrm>
              <a:off x="4796743" y="2460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1" name="pt17611"/>
            <p:cNvSpPr/>
            <p:nvPr/>
          </p:nvSpPr>
          <p:spPr>
            <a:xfrm>
              <a:off x="5657668" y="1713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2" name="pt17612"/>
            <p:cNvSpPr/>
            <p:nvPr/>
          </p:nvSpPr>
          <p:spPr>
            <a:xfrm>
              <a:off x="5377355" y="21626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3" name="pt17613"/>
            <p:cNvSpPr/>
            <p:nvPr/>
          </p:nvSpPr>
          <p:spPr>
            <a:xfrm>
              <a:off x="5366826" y="21399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4" name="pt17614"/>
            <p:cNvSpPr/>
            <p:nvPr/>
          </p:nvSpPr>
          <p:spPr>
            <a:xfrm>
              <a:off x="5434038" y="2167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5" name="pt17615"/>
            <p:cNvSpPr/>
            <p:nvPr/>
          </p:nvSpPr>
          <p:spPr>
            <a:xfrm>
              <a:off x="5562500" y="22809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6" name="pt17616"/>
            <p:cNvSpPr/>
            <p:nvPr/>
          </p:nvSpPr>
          <p:spPr>
            <a:xfrm>
              <a:off x="5555192" y="2211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7" name="pt17617"/>
            <p:cNvSpPr/>
            <p:nvPr/>
          </p:nvSpPr>
          <p:spPr>
            <a:xfrm>
              <a:off x="5725883" y="1869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8" name="pt17618"/>
            <p:cNvSpPr/>
            <p:nvPr/>
          </p:nvSpPr>
          <p:spPr>
            <a:xfrm>
              <a:off x="5305870" y="2131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9" name="pt17619"/>
            <p:cNvSpPr/>
            <p:nvPr/>
          </p:nvSpPr>
          <p:spPr>
            <a:xfrm>
              <a:off x="5889135" y="19180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0" name="pt17620"/>
            <p:cNvSpPr/>
            <p:nvPr/>
          </p:nvSpPr>
          <p:spPr>
            <a:xfrm>
              <a:off x="4947126" y="2585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1" name="pt17621"/>
            <p:cNvSpPr/>
            <p:nvPr/>
          </p:nvSpPr>
          <p:spPr>
            <a:xfrm>
              <a:off x="5782873" y="1818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2" name="pt17622"/>
            <p:cNvSpPr/>
            <p:nvPr/>
          </p:nvSpPr>
          <p:spPr>
            <a:xfrm>
              <a:off x="5380385" y="2193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3" name="pt17623"/>
            <p:cNvSpPr/>
            <p:nvPr/>
          </p:nvSpPr>
          <p:spPr>
            <a:xfrm>
              <a:off x="5663413" y="1688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4" name="pt17624"/>
            <p:cNvSpPr/>
            <p:nvPr/>
          </p:nvSpPr>
          <p:spPr>
            <a:xfrm>
              <a:off x="5753916" y="2028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5" name="pt17625"/>
            <p:cNvSpPr/>
            <p:nvPr/>
          </p:nvSpPr>
          <p:spPr>
            <a:xfrm>
              <a:off x="5351237" y="2246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6" name="pt17626"/>
            <p:cNvSpPr/>
            <p:nvPr/>
          </p:nvSpPr>
          <p:spPr>
            <a:xfrm>
              <a:off x="5396126" y="2118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7" name="pt17627"/>
            <p:cNvSpPr/>
            <p:nvPr/>
          </p:nvSpPr>
          <p:spPr>
            <a:xfrm>
              <a:off x="5288110" y="2172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8" name="pt17628"/>
            <p:cNvSpPr/>
            <p:nvPr/>
          </p:nvSpPr>
          <p:spPr>
            <a:xfrm>
              <a:off x="5301186" y="2062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9" name="pt17629"/>
            <p:cNvSpPr/>
            <p:nvPr/>
          </p:nvSpPr>
          <p:spPr>
            <a:xfrm>
              <a:off x="5239567" y="2109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0" name="pt17630"/>
            <p:cNvSpPr/>
            <p:nvPr/>
          </p:nvSpPr>
          <p:spPr>
            <a:xfrm>
              <a:off x="5522116" y="2264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1" name="pt17631"/>
            <p:cNvSpPr/>
            <p:nvPr/>
          </p:nvSpPr>
          <p:spPr>
            <a:xfrm>
              <a:off x="5354165" y="2281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2" name="pt17632"/>
            <p:cNvSpPr/>
            <p:nvPr/>
          </p:nvSpPr>
          <p:spPr>
            <a:xfrm>
              <a:off x="5498972" y="22778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3" name="pt17633"/>
            <p:cNvSpPr/>
            <p:nvPr/>
          </p:nvSpPr>
          <p:spPr>
            <a:xfrm>
              <a:off x="5413077" y="2058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4" name="pt17634"/>
            <p:cNvSpPr/>
            <p:nvPr/>
          </p:nvSpPr>
          <p:spPr>
            <a:xfrm>
              <a:off x="5385783" y="2168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5" name="pt17635"/>
            <p:cNvSpPr/>
            <p:nvPr/>
          </p:nvSpPr>
          <p:spPr>
            <a:xfrm>
              <a:off x="5896057" y="1732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6" name="pt17636"/>
            <p:cNvSpPr/>
            <p:nvPr/>
          </p:nvSpPr>
          <p:spPr>
            <a:xfrm>
              <a:off x="5286214" y="2121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7" name="pt17637"/>
            <p:cNvSpPr/>
            <p:nvPr/>
          </p:nvSpPr>
          <p:spPr>
            <a:xfrm>
              <a:off x="5750949" y="1923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8" name="pt17638"/>
            <p:cNvSpPr/>
            <p:nvPr/>
          </p:nvSpPr>
          <p:spPr>
            <a:xfrm>
              <a:off x="5315543" y="2224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9" name="pt17639"/>
            <p:cNvSpPr/>
            <p:nvPr/>
          </p:nvSpPr>
          <p:spPr>
            <a:xfrm>
              <a:off x="5221290" y="2132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0" name="pt17640"/>
            <p:cNvSpPr/>
            <p:nvPr/>
          </p:nvSpPr>
          <p:spPr>
            <a:xfrm>
              <a:off x="5515490" y="20278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1" name="pt17641"/>
            <p:cNvSpPr/>
            <p:nvPr/>
          </p:nvSpPr>
          <p:spPr>
            <a:xfrm>
              <a:off x="5347428" y="2215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2" name="pt17642"/>
            <p:cNvSpPr/>
            <p:nvPr/>
          </p:nvSpPr>
          <p:spPr>
            <a:xfrm>
              <a:off x="5346134" y="2240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3" name="pt17643"/>
            <p:cNvSpPr/>
            <p:nvPr/>
          </p:nvSpPr>
          <p:spPr>
            <a:xfrm>
              <a:off x="5928164" y="1477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4" name="pt17644"/>
            <p:cNvSpPr/>
            <p:nvPr/>
          </p:nvSpPr>
          <p:spPr>
            <a:xfrm>
              <a:off x="5213021" y="2270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5" name="pt17645"/>
            <p:cNvSpPr/>
            <p:nvPr/>
          </p:nvSpPr>
          <p:spPr>
            <a:xfrm>
              <a:off x="5190319" y="20991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6" name="pt17646"/>
            <p:cNvSpPr/>
            <p:nvPr/>
          </p:nvSpPr>
          <p:spPr>
            <a:xfrm>
              <a:off x="5190489" y="2190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7" name="pt17647"/>
            <p:cNvSpPr/>
            <p:nvPr/>
          </p:nvSpPr>
          <p:spPr>
            <a:xfrm>
              <a:off x="5600832" y="19681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8" name="pt17648"/>
            <p:cNvSpPr/>
            <p:nvPr/>
          </p:nvSpPr>
          <p:spPr>
            <a:xfrm>
              <a:off x="4907784" y="17914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9" name="pt17649"/>
            <p:cNvSpPr/>
            <p:nvPr/>
          </p:nvSpPr>
          <p:spPr>
            <a:xfrm>
              <a:off x="4866952" y="2762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0" name="pt17650"/>
            <p:cNvSpPr/>
            <p:nvPr/>
          </p:nvSpPr>
          <p:spPr>
            <a:xfrm>
              <a:off x="5885226" y="2049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1" name="pt17651"/>
            <p:cNvSpPr/>
            <p:nvPr/>
          </p:nvSpPr>
          <p:spPr>
            <a:xfrm>
              <a:off x="5798907" y="2074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2" name="pt17652"/>
            <p:cNvSpPr/>
            <p:nvPr/>
          </p:nvSpPr>
          <p:spPr>
            <a:xfrm>
              <a:off x="5026411" y="217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3" name="pt17653"/>
            <p:cNvSpPr/>
            <p:nvPr/>
          </p:nvSpPr>
          <p:spPr>
            <a:xfrm>
              <a:off x="5775728" y="1851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4" name="pt17654"/>
            <p:cNvSpPr/>
            <p:nvPr/>
          </p:nvSpPr>
          <p:spPr>
            <a:xfrm>
              <a:off x="5299486" y="22870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5" name="pt17655"/>
            <p:cNvSpPr/>
            <p:nvPr/>
          </p:nvSpPr>
          <p:spPr>
            <a:xfrm>
              <a:off x="5511242" y="2290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6" name="pt17656"/>
            <p:cNvSpPr/>
            <p:nvPr/>
          </p:nvSpPr>
          <p:spPr>
            <a:xfrm>
              <a:off x="5693657" y="2104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7" name="pt17657"/>
            <p:cNvSpPr/>
            <p:nvPr/>
          </p:nvSpPr>
          <p:spPr>
            <a:xfrm>
              <a:off x="5538659" y="2205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8" name="pt17658"/>
            <p:cNvSpPr/>
            <p:nvPr/>
          </p:nvSpPr>
          <p:spPr>
            <a:xfrm>
              <a:off x="5269897" y="2156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9" name="pt17659"/>
            <p:cNvSpPr/>
            <p:nvPr/>
          </p:nvSpPr>
          <p:spPr>
            <a:xfrm>
              <a:off x="5196815" y="2055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0" name="pt17660"/>
            <p:cNvSpPr/>
            <p:nvPr/>
          </p:nvSpPr>
          <p:spPr>
            <a:xfrm>
              <a:off x="5623862" y="20289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1" name="pt17661"/>
            <p:cNvSpPr/>
            <p:nvPr/>
          </p:nvSpPr>
          <p:spPr>
            <a:xfrm>
              <a:off x="5621986" y="2007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2" name="pt17662"/>
            <p:cNvSpPr/>
            <p:nvPr/>
          </p:nvSpPr>
          <p:spPr>
            <a:xfrm>
              <a:off x="5393880" y="2196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3" name="pt17663"/>
            <p:cNvSpPr/>
            <p:nvPr/>
          </p:nvSpPr>
          <p:spPr>
            <a:xfrm>
              <a:off x="5588259" y="2067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4" name="pt17664"/>
            <p:cNvSpPr/>
            <p:nvPr/>
          </p:nvSpPr>
          <p:spPr>
            <a:xfrm>
              <a:off x="5613725" y="20105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5" name="pt17665"/>
            <p:cNvSpPr/>
            <p:nvPr/>
          </p:nvSpPr>
          <p:spPr>
            <a:xfrm>
              <a:off x="5446627" y="2033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6" name="pt17666"/>
            <p:cNvSpPr/>
            <p:nvPr/>
          </p:nvSpPr>
          <p:spPr>
            <a:xfrm>
              <a:off x="5304877" y="2292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7" name="pt17667"/>
            <p:cNvSpPr/>
            <p:nvPr/>
          </p:nvSpPr>
          <p:spPr>
            <a:xfrm>
              <a:off x="5232781" y="21812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8" name="pt17668"/>
            <p:cNvSpPr/>
            <p:nvPr/>
          </p:nvSpPr>
          <p:spPr>
            <a:xfrm>
              <a:off x="5267439" y="2128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9" name="pt17669"/>
            <p:cNvSpPr/>
            <p:nvPr/>
          </p:nvSpPr>
          <p:spPr>
            <a:xfrm>
              <a:off x="5642152" y="2158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0" name="pt17670"/>
            <p:cNvSpPr/>
            <p:nvPr/>
          </p:nvSpPr>
          <p:spPr>
            <a:xfrm>
              <a:off x="5321339" y="2193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1" name="pt17671"/>
            <p:cNvSpPr/>
            <p:nvPr/>
          </p:nvSpPr>
          <p:spPr>
            <a:xfrm>
              <a:off x="5575934" y="2025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2" name="pt17672"/>
            <p:cNvSpPr/>
            <p:nvPr/>
          </p:nvSpPr>
          <p:spPr>
            <a:xfrm>
              <a:off x="5473003" y="2191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3" name="pt17673"/>
            <p:cNvSpPr/>
            <p:nvPr/>
          </p:nvSpPr>
          <p:spPr>
            <a:xfrm>
              <a:off x="4995982" y="2654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4" name="pt17674"/>
            <p:cNvSpPr/>
            <p:nvPr/>
          </p:nvSpPr>
          <p:spPr>
            <a:xfrm>
              <a:off x="5509069" y="2076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5" name="pt17675"/>
            <p:cNvSpPr/>
            <p:nvPr/>
          </p:nvSpPr>
          <p:spPr>
            <a:xfrm>
              <a:off x="5430628" y="2161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6" name="pt17676"/>
            <p:cNvSpPr/>
            <p:nvPr/>
          </p:nvSpPr>
          <p:spPr>
            <a:xfrm>
              <a:off x="5283490" y="2079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7" name="pt17677"/>
            <p:cNvSpPr/>
            <p:nvPr/>
          </p:nvSpPr>
          <p:spPr>
            <a:xfrm>
              <a:off x="5955036" y="1721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8" name="pt17678"/>
            <p:cNvSpPr/>
            <p:nvPr/>
          </p:nvSpPr>
          <p:spPr>
            <a:xfrm>
              <a:off x="4978147" y="2694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9" name="pt17679"/>
            <p:cNvSpPr/>
            <p:nvPr/>
          </p:nvSpPr>
          <p:spPr>
            <a:xfrm>
              <a:off x="5179611" y="2131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0" name="pt17680"/>
            <p:cNvSpPr/>
            <p:nvPr/>
          </p:nvSpPr>
          <p:spPr>
            <a:xfrm>
              <a:off x="5929815" y="1457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1" name="pt17681"/>
            <p:cNvSpPr/>
            <p:nvPr/>
          </p:nvSpPr>
          <p:spPr>
            <a:xfrm>
              <a:off x="5088297" y="2037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2" name="pt17682"/>
            <p:cNvSpPr/>
            <p:nvPr/>
          </p:nvSpPr>
          <p:spPr>
            <a:xfrm>
              <a:off x="5661755" y="17945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3" name="pt17683"/>
            <p:cNvSpPr/>
            <p:nvPr/>
          </p:nvSpPr>
          <p:spPr>
            <a:xfrm>
              <a:off x="5243232" y="2191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4" name="pt17684"/>
            <p:cNvSpPr/>
            <p:nvPr/>
          </p:nvSpPr>
          <p:spPr>
            <a:xfrm>
              <a:off x="5488788" y="2149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5" name="pt17685"/>
            <p:cNvSpPr/>
            <p:nvPr/>
          </p:nvSpPr>
          <p:spPr>
            <a:xfrm>
              <a:off x="5215749" y="2053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6" name="pt17686"/>
            <p:cNvSpPr/>
            <p:nvPr/>
          </p:nvSpPr>
          <p:spPr>
            <a:xfrm>
              <a:off x="5157949" y="2538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7" name="pt17687"/>
            <p:cNvSpPr/>
            <p:nvPr/>
          </p:nvSpPr>
          <p:spPr>
            <a:xfrm>
              <a:off x="5422882" y="2125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8" name="pt17688"/>
            <p:cNvSpPr/>
            <p:nvPr/>
          </p:nvSpPr>
          <p:spPr>
            <a:xfrm>
              <a:off x="5697951" y="1995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9" name="pt17689"/>
            <p:cNvSpPr/>
            <p:nvPr/>
          </p:nvSpPr>
          <p:spPr>
            <a:xfrm>
              <a:off x="5457272" y="2073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0" name="pt17690"/>
            <p:cNvSpPr/>
            <p:nvPr/>
          </p:nvSpPr>
          <p:spPr>
            <a:xfrm>
              <a:off x="5169589" y="2398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1" name="pt17691"/>
            <p:cNvSpPr/>
            <p:nvPr/>
          </p:nvSpPr>
          <p:spPr>
            <a:xfrm>
              <a:off x="5635721" y="2025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2" name="pt17692"/>
            <p:cNvSpPr/>
            <p:nvPr/>
          </p:nvSpPr>
          <p:spPr>
            <a:xfrm>
              <a:off x="5643220" y="2070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3" name="pt17693"/>
            <p:cNvSpPr/>
            <p:nvPr/>
          </p:nvSpPr>
          <p:spPr>
            <a:xfrm>
              <a:off x="5426849" y="2108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4" name="pt17694"/>
            <p:cNvSpPr/>
            <p:nvPr/>
          </p:nvSpPr>
          <p:spPr>
            <a:xfrm>
              <a:off x="5644535" y="1825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5" name="pt17695"/>
            <p:cNvSpPr/>
            <p:nvPr/>
          </p:nvSpPr>
          <p:spPr>
            <a:xfrm>
              <a:off x="5468074" y="211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6" name="pt17696"/>
            <p:cNvSpPr/>
            <p:nvPr/>
          </p:nvSpPr>
          <p:spPr>
            <a:xfrm>
              <a:off x="5016538" y="2259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7" name="pt17697"/>
            <p:cNvSpPr/>
            <p:nvPr/>
          </p:nvSpPr>
          <p:spPr>
            <a:xfrm>
              <a:off x="5607545" y="1985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8" name="pt17698"/>
            <p:cNvSpPr/>
            <p:nvPr/>
          </p:nvSpPr>
          <p:spPr>
            <a:xfrm>
              <a:off x="5450390" y="2072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9" name="pt17699"/>
            <p:cNvSpPr/>
            <p:nvPr/>
          </p:nvSpPr>
          <p:spPr>
            <a:xfrm>
              <a:off x="5409995" y="2253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0" name="pt17700"/>
            <p:cNvSpPr/>
            <p:nvPr/>
          </p:nvSpPr>
          <p:spPr>
            <a:xfrm>
              <a:off x="5573091" y="1927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1" name="pt17701"/>
            <p:cNvSpPr/>
            <p:nvPr/>
          </p:nvSpPr>
          <p:spPr>
            <a:xfrm>
              <a:off x="5459546" y="2034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2" name="pt17702"/>
            <p:cNvSpPr/>
            <p:nvPr/>
          </p:nvSpPr>
          <p:spPr>
            <a:xfrm>
              <a:off x="5413887" y="2198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3" name="pt17703"/>
            <p:cNvSpPr/>
            <p:nvPr/>
          </p:nvSpPr>
          <p:spPr>
            <a:xfrm>
              <a:off x="5453680" y="2025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4" name="pt17704"/>
            <p:cNvSpPr/>
            <p:nvPr/>
          </p:nvSpPr>
          <p:spPr>
            <a:xfrm>
              <a:off x="5057478" y="2601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5" name="pt17705"/>
            <p:cNvSpPr/>
            <p:nvPr/>
          </p:nvSpPr>
          <p:spPr>
            <a:xfrm>
              <a:off x="5120528" y="2653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6" name="pt17706"/>
            <p:cNvSpPr/>
            <p:nvPr/>
          </p:nvSpPr>
          <p:spPr>
            <a:xfrm>
              <a:off x="5381693" y="22220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7" name="pt17707"/>
            <p:cNvSpPr/>
            <p:nvPr/>
          </p:nvSpPr>
          <p:spPr>
            <a:xfrm>
              <a:off x="5314738" y="20819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8" name="pt17708"/>
            <p:cNvSpPr/>
            <p:nvPr/>
          </p:nvSpPr>
          <p:spPr>
            <a:xfrm>
              <a:off x="5178940" y="2101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9" name="pt17709"/>
            <p:cNvSpPr/>
            <p:nvPr/>
          </p:nvSpPr>
          <p:spPr>
            <a:xfrm>
              <a:off x="5676369" y="1848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0" name="pt17710"/>
            <p:cNvSpPr/>
            <p:nvPr/>
          </p:nvSpPr>
          <p:spPr>
            <a:xfrm>
              <a:off x="5665940" y="1948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1" name="pt17711"/>
            <p:cNvSpPr/>
            <p:nvPr/>
          </p:nvSpPr>
          <p:spPr>
            <a:xfrm>
              <a:off x="5710173" y="177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2" name="pt17712"/>
            <p:cNvSpPr/>
            <p:nvPr/>
          </p:nvSpPr>
          <p:spPr>
            <a:xfrm>
              <a:off x="5029187" y="2369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3" name="pt17713"/>
            <p:cNvSpPr/>
            <p:nvPr/>
          </p:nvSpPr>
          <p:spPr>
            <a:xfrm>
              <a:off x="5581359" y="1950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4" name="pt17714"/>
            <p:cNvSpPr/>
            <p:nvPr/>
          </p:nvSpPr>
          <p:spPr>
            <a:xfrm>
              <a:off x="5667309" y="1798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5" name="pt17715"/>
            <p:cNvSpPr/>
            <p:nvPr/>
          </p:nvSpPr>
          <p:spPr>
            <a:xfrm>
              <a:off x="5459682" y="19616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6" name="pt17716"/>
            <p:cNvSpPr/>
            <p:nvPr/>
          </p:nvSpPr>
          <p:spPr>
            <a:xfrm>
              <a:off x="5841293" y="1717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7" name="pt17717"/>
            <p:cNvSpPr/>
            <p:nvPr/>
          </p:nvSpPr>
          <p:spPr>
            <a:xfrm>
              <a:off x="5326608" y="2120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8" name="pt17718"/>
            <p:cNvSpPr/>
            <p:nvPr/>
          </p:nvSpPr>
          <p:spPr>
            <a:xfrm>
              <a:off x="5142534" y="2624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9" name="pt17719"/>
            <p:cNvSpPr/>
            <p:nvPr/>
          </p:nvSpPr>
          <p:spPr>
            <a:xfrm>
              <a:off x="5408969" y="2303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0" name="pt17720"/>
            <p:cNvSpPr/>
            <p:nvPr/>
          </p:nvSpPr>
          <p:spPr>
            <a:xfrm>
              <a:off x="5191705" y="227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1" name="pt17721"/>
            <p:cNvSpPr/>
            <p:nvPr/>
          </p:nvSpPr>
          <p:spPr>
            <a:xfrm>
              <a:off x="5905878" y="1632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2" name="pt17722"/>
            <p:cNvSpPr/>
            <p:nvPr/>
          </p:nvSpPr>
          <p:spPr>
            <a:xfrm>
              <a:off x="5139298" y="27132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3" name="pt17723"/>
            <p:cNvSpPr/>
            <p:nvPr/>
          </p:nvSpPr>
          <p:spPr>
            <a:xfrm>
              <a:off x="5482090" y="2128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4" name="pt17724"/>
            <p:cNvSpPr/>
            <p:nvPr/>
          </p:nvSpPr>
          <p:spPr>
            <a:xfrm>
              <a:off x="5168622" y="2307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5" name="pt17725"/>
            <p:cNvSpPr/>
            <p:nvPr/>
          </p:nvSpPr>
          <p:spPr>
            <a:xfrm>
              <a:off x="5239823" y="2150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6" name="pt17726"/>
            <p:cNvSpPr/>
            <p:nvPr/>
          </p:nvSpPr>
          <p:spPr>
            <a:xfrm>
              <a:off x="5534963" y="2202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7" name="pt17727"/>
            <p:cNvSpPr/>
            <p:nvPr/>
          </p:nvSpPr>
          <p:spPr>
            <a:xfrm>
              <a:off x="5297378" y="2098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8" name="pt17728"/>
            <p:cNvSpPr/>
            <p:nvPr/>
          </p:nvSpPr>
          <p:spPr>
            <a:xfrm>
              <a:off x="5547347" y="2126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9" name="pt17729"/>
            <p:cNvSpPr/>
            <p:nvPr/>
          </p:nvSpPr>
          <p:spPr>
            <a:xfrm>
              <a:off x="5358193" y="2251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0" name="pt17730"/>
            <p:cNvSpPr/>
            <p:nvPr/>
          </p:nvSpPr>
          <p:spPr>
            <a:xfrm>
              <a:off x="5299460" y="2204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1" name="pt17731"/>
            <p:cNvSpPr/>
            <p:nvPr/>
          </p:nvSpPr>
          <p:spPr>
            <a:xfrm>
              <a:off x="5258433" y="21771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2" name="pt17732"/>
            <p:cNvSpPr/>
            <p:nvPr/>
          </p:nvSpPr>
          <p:spPr>
            <a:xfrm>
              <a:off x="5424432" y="1961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3" name="pt17733"/>
            <p:cNvSpPr/>
            <p:nvPr/>
          </p:nvSpPr>
          <p:spPr>
            <a:xfrm>
              <a:off x="5220703" y="2113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4" name="pt17734"/>
            <p:cNvSpPr/>
            <p:nvPr/>
          </p:nvSpPr>
          <p:spPr>
            <a:xfrm>
              <a:off x="5461279" y="2086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5" name="pt17735"/>
            <p:cNvSpPr/>
            <p:nvPr/>
          </p:nvSpPr>
          <p:spPr>
            <a:xfrm>
              <a:off x="5514548" y="2110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6" name="pt17736"/>
            <p:cNvSpPr/>
            <p:nvPr/>
          </p:nvSpPr>
          <p:spPr>
            <a:xfrm>
              <a:off x="5483241" y="2202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7" name="pt17737"/>
            <p:cNvSpPr/>
            <p:nvPr/>
          </p:nvSpPr>
          <p:spPr>
            <a:xfrm>
              <a:off x="5466382" y="2080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8" name="pt17738"/>
            <p:cNvSpPr/>
            <p:nvPr/>
          </p:nvSpPr>
          <p:spPr>
            <a:xfrm>
              <a:off x="5484301" y="2211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9" name="pt17739"/>
            <p:cNvSpPr/>
            <p:nvPr/>
          </p:nvSpPr>
          <p:spPr>
            <a:xfrm>
              <a:off x="5019276" y="2132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0" name="pt17740"/>
            <p:cNvSpPr/>
            <p:nvPr/>
          </p:nvSpPr>
          <p:spPr>
            <a:xfrm>
              <a:off x="4964084" y="2525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1" name="pt17741"/>
            <p:cNvSpPr/>
            <p:nvPr/>
          </p:nvSpPr>
          <p:spPr>
            <a:xfrm>
              <a:off x="4953818" y="2556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2" name="pt17742"/>
            <p:cNvSpPr/>
            <p:nvPr/>
          </p:nvSpPr>
          <p:spPr>
            <a:xfrm>
              <a:off x="5451984" y="2011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3" name="pt17743"/>
            <p:cNvSpPr/>
            <p:nvPr/>
          </p:nvSpPr>
          <p:spPr>
            <a:xfrm>
              <a:off x="5371852" y="2103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4" name="pt17744"/>
            <p:cNvSpPr/>
            <p:nvPr/>
          </p:nvSpPr>
          <p:spPr>
            <a:xfrm>
              <a:off x="5467960" y="200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5" name="pt17745"/>
            <p:cNvSpPr/>
            <p:nvPr/>
          </p:nvSpPr>
          <p:spPr>
            <a:xfrm>
              <a:off x="5094682" y="2660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6" name="pt17746"/>
            <p:cNvSpPr/>
            <p:nvPr/>
          </p:nvSpPr>
          <p:spPr>
            <a:xfrm>
              <a:off x="5620988" y="19455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7" name="pt17747"/>
            <p:cNvSpPr/>
            <p:nvPr/>
          </p:nvSpPr>
          <p:spPr>
            <a:xfrm>
              <a:off x="5075032" y="2182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8" name="pt17748"/>
            <p:cNvSpPr/>
            <p:nvPr/>
          </p:nvSpPr>
          <p:spPr>
            <a:xfrm>
              <a:off x="5167587" y="2151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9" name="pt17749"/>
            <p:cNvSpPr/>
            <p:nvPr/>
          </p:nvSpPr>
          <p:spPr>
            <a:xfrm>
              <a:off x="5658204" y="1747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0" name="pt17750"/>
            <p:cNvSpPr/>
            <p:nvPr/>
          </p:nvSpPr>
          <p:spPr>
            <a:xfrm>
              <a:off x="5169217" y="2328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1" name="pt17751"/>
            <p:cNvSpPr/>
            <p:nvPr/>
          </p:nvSpPr>
          <p:spPr>
            <a:xfrm>
              <a:off x="5501444" y="2047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2" name="pt17752"/>
            <p:cNvSpPr/>
            <p:nvPr/>
          </p:nvSpPr>
          <p:spPr>
            <a:xfrm>
              <a:off x="5086744" y="1970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3" name="pt17753"/>
            <p:cNvSpPr/>
            <p:nvPr/>
          </p:nvSpPr>
          <p:spPr>
            <a:xfrm>
              <a:off x="5083816" y="1939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4" name="pt17754"/>
            <p:cNvSpPr/>
            <p:nvPr/>
          </p:nvSpPr>
          <p:spPr>
            <a:xfrm>
              <a:off x="5592985" y="2143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5" name="pt17755"/>
            <p:cNvSpPr/>
            <p:nvPr/>
          </p:nvSpPr>
          <p:spPr>
            <a:xfrm>
              <a:off x="5282499" y="2143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6" name="pt17756"/>
            <p:cNvSpPr/>
            <p:nvPr/>
          </p:nvSpPr>
          <p:spPr>
            <a:xfrm>
              <a:off x="5020722" y="2251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7" name="pt17757"/>
            <p:cNvSpPr/>
            <p:nvPr/>
          </p:nvSpPr>
          <p:spPr>
            <a:xfrm>
              <a:off x="5378319" y="2248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8" name="pt17758"/>
            <p:cNvSpPr/>
            <p:nvPr/>
          </p:nvSpPr>
          <p:spPr>
            <a:xfrm>
              <a:off x="6027472" y="2114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9" name="pt17759"/>
            <p:cNvSpPr/>
            <p:nvPr/>
          </p:nvSpPr>
          <p:spPr>
            <a:xfrm>
              <a:off x="5479350" y="2268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0" name="pt17760"/>
            <p:cNvSpPr/>
            <p:nvPr/>
          </p:nvSpPr>
          <p:spPr>
            <a:xfrm>
              <a:off x="4765925" y="2537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1" name="pt17761"/>
            <p:cNvSpPr/>
            <p:nvPr/>
          </p:nvSpPr>
          <p:spPr>
            <a:xfrm>
              <a:off x="5715343" y="1925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2" name="pt17762"/>
            <p:cNvSpPr/>
            <p:nvPr/>
          </p:nvSpPr>
          <p:spPr>
            <a:xfrm>
              <a:off x="4934109" y="1943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3" name="pt17763"/>
            <p:cNvSpPr/>
            <p:nvPr/>
          </p:nvSpPr>
          <p:spPr>
            <a:xfrm>
              <a:off x="5640538" y="20391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4" name="pt17764"/>
            <p:cNvSpPr/>
            <p:nvPr/>
          </p:nvSpPr>
          <p:spPr>
            <a:xfrm>
              <a:off x="5656213" y="1665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5" name="pt17765"/>
            <p:cNvSpPr/>
            <p:nvPr/>
          </p:nvSpPr>
          <p:spPr>
            <a:xfrm>
              <a:off x="5344549" y="2296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6" name="pt17766"/>
            <p:cNvSpPr/>
            <p:nvPr/>
          </p:nvSpPr>
          <p:spPr>
            <a:xfrm>
              <a:off x="5198428" y="21624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7" name="pt17767"/>
            <p:cNvSpPr/>
            <p:nvPr/>
          </p:nvSpPr>
          <p:spPr>
            <a:xfrm>
              <a:off x="5532424" y="2219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8" name="pt17768"/>
            <p:cNvSpPr/>
            <p:nvPr/>
          </p:nvSpPr>
          <p:spPr>
            <a:xfrm>
              <a:off x="5344093" y="2085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9" name="pt17769"/>
            <p:cNvSpPr/>
            <p:nvPr/>
          </p:nvSpPr>
          <p:spPr>
            <a:xfrm>
              <a:off x="5337129" y="2216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0" name="pt17770"/>
            <p:cNvSpPr/>
            <p:nvPr/>
          </p:nvSpPr>
          <p:spPr>
            <a:xfrm>
              <a:off x="5466477" y="20899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1" name="pt17771"/>
            <p:cNvSpPr/>
            <p:nvPr/>
          </p:nvSpPr>
          <p:spPr>
            <a:xfrm>
              <a:off x="5581595" y="2052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2" name="pt17772"/>
            <p:cNvSpPr/>
            <p:nvPr/>
          </p:nvSpPr>
          <p:spPr>
            <a:xfrm>
              <a:off x="5269826" y="21719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3" name="pt17773"/>
            <p:cNvSpPr/>
            <p:nvPr/>
          </p:nvSpPr>
          <p:spPr>
            <a:xfrm>
              <a:off x="5200861" y="2143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4" name="pt17774"/>
            <p:cNvSpPr/>
            <p:nvPr/>
          </p:nvSpPr>
          <p:spPr>
            <a:xfrm>
              <a:off x="5734481" y="1909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5" name="pt17775"/>
            <p:cNvSpPr/>
            <p:nvPr/>
          </p:nvSpPr>
          <p:spPr>
            <a:xfrm>
              <a:off x="5700546" y="1823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6" name="pt17776"/>
            <p:cNvSpPr/>
            <p:nvPr/>
          </p:nvSpPr>
          <p:spPr>
            <a:xfrm>
              <a:off x="5337268" y="2194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7" name="pt17777"/>
            <p:cNvSpPr/>
            <p:nvPr/>
          </p:nvSpPr>
          <p:spPr>
            <a:xfrm>
              <a:off x="5641651" y="2111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8" name="pt17778"/>
            <p:cNvSpPr/>
            <p:nvPr/>
          </p:nvSpPr>
          <p:spPr>
            <a:xfrm>
              <a:off x="5113783" y="2408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9" name="pt17779"/>
            <p:cNvSpPr/>
            <p:nvPr/>
          </p:nvSpPr>
          <p:spPr>
            <a:xfrm>
              <a:off x="5650856" y="190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0" name="pt17780"/>
            <p:cNvSpPr/>
            <p:nvPr/>
          </p:nvSpPr>
          <p:spPr>
            <a:xfrm>
              <a:off x="5435563" y="2091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1" name="pt17781"/>
            <p:cNvSpPr/>
            <p:nvPr/>
          </p:nvSpPr>
          <p:spPr>
            <a:xfrm>
              <a:off x="5654030" y="18184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2" name="pt17782"/>
            <p:cNvSpPr/>
            <p:nvPr/>
          </p:nvSpPr>
          <p:spPr>
            <a:xfrm>
              <a:off x="5863841" y="1908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3" name="pt17783"/>
            <p:cNvSpPr/>
            <p:nvPr/>
          </p:nvSpPr>
          <p:spPr>
            <a:xfrm>
              <a:off x="5677004" y="1875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4" name="pt17784"/>
            <p:cNvSpPr/>
            <p:nvPr/>
          </p:nvSpPr>
          <p:spPr>
            <a:xfrm>
              <a:off x="5276891" y="2134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5" name="pt17785"/>
            <p:cNvSpPr/>
            <p:nvPr/>
          </p:nvSpPr>
          <p:spPr>
            <a:xfrm>
              <a:off x="5589615" y="20178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6" name="pt17786"/>
            <p:cNvSpPr/>
            <p:nvPr/>
          </p:nvSpPr>
          <p:spPr>
            <a:xfrm>
              <a:off x="5348449" y="2222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7" name="pt17787"/>
            <p:cNvSpPr/>
            <p:nvPr/>
          </p:nvSpPr>
          <p:spPr>
            <a:xfrm>
              <a:off x="5311823" y="21556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8" name="pt17788"/>
            <p:cNvSpPr/>
            <p:nvPr/>
          </p:nvSpPr>
          <p:spPr>
            <a:xfrm>
              <a:off x="5539629" y="2096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9" name="pt17789"/>
            <p:cNvSpPr/>
            <p:nvPr/>
          </p:nvSpPr>
          <p:spPr>
            <a:xfrm>
              <a:off x="5700567" y="1938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0" name="pt17790"/>
            <p:cNvSpPr/>
            <p:nvPr/>
          </p:nvSpPr>
          <p:spPr>
            <a:xfrm>
              <a:off x="5471398" y="2097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1" name="pt17791"/>
            <p:cNvSpPr/>
            <p:nvPr/>
          </p:nvSpPr>
          <p:spPr>
            <a:xfrm>
              <a:off x="5080940" y="1849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2" name="pt17792"/>
            <p:cNvSpPr/>
            <p:nvPr/>
          </p:nvSpPr>
          <p:spPr>
            <a:xfrm>
              <a:off x="5576820" y="2178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3" name="pt17793"/>
            <p:cNvSpPr/>
            <p:nvPr/>
          </p:nvSpPr>
          <p:spPr>
            <a:xfrm>
              <a:off x="5669769" y="166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4" name="pt17794"/>
            <p:cNvSpPr/>
            <p:nvPr/>
          </p:nvSpPr>
          <p:spPr>
            <a:xfrm>
              <a:off x="5692557" y="1970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5" name="pt17795"/>
            <p:cNvSpPr/>
            <p:nvPr/>
          </p:nvSpPr>
          <p:spPr>
            <a:xfrm>
              <a:off x="5734394" y="19236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6" name="pt17796"/>
            <p:cNvSpPr/>
            <p:nvPr/>
          </p:nvSpPr>
          <p:spPr>
            <a:xfrm>
              <a:off x="5553877" y="2229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7" name="pt17797"/>
            <p:cNvSpPr/>
            <p:nvPr/>
          </p:nvSpPr>
          <p:spPr>
            <a:xfrm>
              <a:off x="5913723" y="1997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8" name="pt17798"/>
            <p:cNvSpPr/>
            <p:nvPr/>
          </p:nvSpPr>
          <p:spPr>
            <a:xfrm>
              <a:off x="5197393" y="1947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9" name="pt17799"/>
            <p:cNvSpPr/>
            <p:nvPr/>
          </p:nvSpPr>
          <p:spPr>
            <a:xfrm>
              <a:off x="4764602" y="2687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0" name="pt17800"/>
            <p:cNvSpPr/>
            <p:nvPr/>
          </p:nvSpPr>
          <p:spPr>
            <a:xfrm>
              <a:off x="5374941" y="2084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1" name="pt17801"/>
            <p:cNvSpPr/>
            <p:nvPr/>
          </p:nvSpPr>
          <p:spPr>
            <a:xfrm>
              <a:off x="5192970" y="2214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2" name="pt17802"/>
            <p:cNvSpPr/>
            <p:nvPr/>
          </p:nvSpPr>
          <p:spPr>
            <a:xfrm>
              <a:off x="5414886" y="2170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3" name="pt17803"/>
            <p:cNvSpPr/>
            <p:nvPr/>
          </p:nvSpPr>
          <p:spPr>
            <a:xfrm>
              <a:off x="5144997" y="2693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4" name="pt17804"/>
            <p:cNvSpPr/>
            <p:nvPr/>
          </p:nvSpPr>
          <p:spPr>
            <a:xfrm>
              <a:off x="5495328" y="2160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5" name="pt17805"/>
            <p:cNvSpPr/>
            <p:nvPr/>
          </p:nvSpPr>
          <p:spPr>
            <a:xfrm>
              <a:off x="5499642" y="2297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6" name="pt17806"/>
            <p:cNvSpPr/>
            <p:nvPr/>
          </p:nvSpPr>
          <p:spPr>
            <a:xfrm>
              <a:off x="4797527" y="2469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7" name="pt17807"/>
            <p:cNvSpPr/>
            <p:nvPr/>
          </p:nvSpPr>
          <p:spPr>
            <a:xfrm>
              <a:off x="5671226" y="1755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8" name="pt17808"/>
            <p:cNvSpPr/>
            <p:nvPr/>
          </p:nvSpPr>
          <p:spPr>
            <a:xfrm>
              <a:off x="5449309" y="2041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9" name="pt17809"/>
            <p:cNvSpPr/>
            <p:nvPr/>
          </p:nvSpPr>
          <p:spPr>
            <a:xfrm>
              <a:off x="5115252" y="2452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0" name="pt17810"/>
            <p:cNvSpPr/>
            <p:nvPr/>
          </p:nvSpPr>
          <p:spPr>
            <a:xfrm>
              <a:off x="5405878" y="2208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1" name="pt17811"/>
            <p:cNvSpPr/>
            <p:nvPr/>
          </p:nvSpPr>
          <p:spPr>
            <a:xfrm>
              <a:off x="5413217" y="2155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2" name="pt17812"/>
            <p:cNvSpPr/>
            <p:nvPr/>
          </p:nvSpPr>
          <p:spPr>
            <a:xfrm>
              <a:off x="5578970" y="197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3" name="pt17813"/>
            <p:cNvSpPr/>
            <p:nvPr/>
          </p:nvSpPr>
          <p:spPr>
            <a:xfrm>
              <a:off x="5213691" y="1962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4" name="pt17814"/>
            <p:cNvSpPr/>
            <p:nvPr/>
          </p:nvSpPr>
          <p:spPr>
            <a:xfrm>
              <a:off x="5818811" y="183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5" name="pt17815"/>
            <p:cNvSpPr/>
            <p:nvPr/>
          </p:nvSpPr>
          <p:spPr>
            <a:xfrm>
              <a:off x="5443050" y="206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6" name="pt17816"/>
            <p:cNvSpPr/>
            <p:nvPr/>
          </p:nvSpPr>
          <p:spPr>
            <a:xfrm>
              <a:off x="5400493" y="2151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7" name="pt17817"/>
            <p:cNvSpPr/>
            <p:nvPr/>
          </p:nvSpPr>
          <p:spPr>
            <a:xfrm>
              <a:off x="5551706" y="2262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8" name="pt17818"/>
            <p:cNvSpPr/>
            <p:nvPr/>
          </p:nvSpPr>
          <p:spPr>
            <a:xfrm>
              <a:off x="5035905" y="2282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9" name="pt17819"/>
            <p:cNvSpPr/>
            <p:nvPr/>
          </p:nvSpPr>
          <p:spPr>
            <a:xfrm>
              <a:off x="5409536" y="2141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0" name="pt17820"/>
            <p:cNvSpPr/>
            <p:nvPr/>
          </p:nvSpPr>
          <p:spPr>
            <a:xfrm>
              <a:off x="5858595" y="1948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1" name="pt17821"/>
            <p:cNvSpPr/>
            <p:nvPr/>
          </p:nvSpPr>
          <p:spPr>
            <a:xfrm>
              <a:off x="5154323" y="2590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2" name="pt17822"/>
            <p:cNvSpPr/>
            <p:nvPr/>
          </p:nvSpPr>
          <p:spPr>
            <a:xfrm>
              <a:off x="5367160" y="2018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3" name="pt17823"/>
            <p:cNvSpPr/>
            <p:nvPr/>
          </p:nvSpPr>
          <p:spPr>
            <a:xfrm>
              <a:off x="5393591" y="2115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4" name="pt17824"/>
            <p:cNvSpPr/>
            <p:nvPr/>
          </p:nvSpPr>
          <p:spPr>
            <a:xfrm>
              <a:off x="5092102" y="2591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5" name="pt17825"/>
            <p:cNvSpPr/>
            <p:nvPr/>
          </p:nvSpPr>
          <p:spPr>
            <a:xfrm>
              <a:off x="5464798" y="2002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6" name="pt17826"/>
            <p:cNvSpPr/>
            <p:nvPr/>
          </p:nvSpPr>
          <p:spPr>
            <a:xfrm>
              <a:off x="5311344" y="2164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7" name="pt17827"/>
            <p:cNvSpPr/>
            <p:nvPr/>
          </p:nvSpPr>
          <p:spPr>
            <a:xfrm>
              <a:off x="5498250" y="2063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8" name="pt17828"/>
            <p:cNvSpPr/>
            <p:nvPr/>
          </p:nvSpPr>
          <p:spPr>
            <a:xfrm>
              <a:off x="5132908" y="2561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9" name="pt17829"/>
            <p:cNvSpPr/>
            <p:nvPr/>
          </p:nvSpPr>
          <p:spPr>
            <a:xfrm>
              <a:off x="5802081" y="2193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0" name="pt17830"/>
            <p:cNvSpPr/>
            <p:nvPr/>
          </p:nvSpPr>
          <p:spPr>
            <a:xfrm>
              <a:off x="5247719" y="21768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1" name="pt17831"/>
            <p:cNvSpPr/>
            <p:nvPr/>
          </p:nvSpPr>
          <p:spPr>
            <a:xfrm>
              <a:off x="5395929" y="2236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2" name="pt17832"/>
            <p:cNvSpPr/>
            <p:nvPr/>
          </p:nvSpPr>
          <p:spPr>
            <a:xfrm>
              <a:off x="5466741" y="2090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3" name="pt17833"/>
            <p:cNvSpPr/>
            <p:nvPr/>
          </p:nvSpPr>
          <p:spPr>
            <a:xfrm>
              <a:off x="5282724" y="2202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4" name="pt17834"/>
            <p:cNvSpPr/>
            <p:nvPr/>
          </p:nvSpPr>
          <p:spPr>
            <a:xfrm>
              <a:off x="5236114" y="2088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5" name="pt17835"/>
            <p:cNvSpPr/>
            <p:nvPr/>
          </p:nvSpPr>
          <p:spPr>
            <a:xfrm>
              <a:off x="5380346" y="2235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6" name="pt17836"/>
            <p:cNvSpPr/>
            <p:nvPr/>
          </p:nvSpPr>
          <p:spPr>
            <a:xfrm>
              <a:off x="5367719" y="2003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7" name="pt17837"/>
            <p:cNvSpPr/>
            <p:nvPr/>
          </p:nvSpPr>
          <p:spPr>
            <a:xfrm>
              <a:off x="5546676" y="2182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8" name="pt17838"/>
            <p:cNvSpPr/>
            <p:nvPr/>
          </p:nvSpPr>
          <p:spPr>
            <a:xfrm>
              <a:off x="5590735" y="2016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9" name="pt17839"/>
            <p:cNvSpPr/>
            <p:nvPr/>
          </p:nvSpPr>
          <p:spPr>
            <a:xfrm>
              <a:off x="5582816" y="2020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0" name="pt17840"/>
            <p:cNvSpPr/>
            <p:nvPr/>
          </p:nvSpPr>
          <p:spPr>
            <a:xfrm>
              <a:off x="5149131" y="2547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1" name="pt17841"/>
            <p:cNvSpPr/>
            <p:nvPr/>
          </p:nvSpPr>
          <p:spPr>
            <a:xfrm>
              <a:off x="5332205" y="1969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2" name="pt17842"/>
            <p:cNvSpPr/>
            <p:nvPr/>
          </p:nvSpPr>
          <p:spPr>
            <a:xfrm>
              <a:off x="5461190" y="2125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3" name="pt17843"/>
            <p:cNvSpPr/>
            <p:nvPr/>
          </p:nvSpPr>
          <p:spPr>
            <a:xfrm>
              <a:off x="5294687" y="20514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4" name="pt17844"/>
            <p:cNvSpPr/>
            <p:nvPr/>
          </p:nvSpPr>
          <p:spPr>
            <a:xfrm>
              <a:off x="5052632" y="24544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5" name="pt17845"/>
            <p:cNvSpPr/>
            <p:nvPr/>
          </p:nvSpPr>
          <p:spPr>
            <a:xfrm>
              <a:off x="5526193" y="2070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6" name="pt17846"/>
            <p:cNvSpPr/>
            <p:nvPr/>
          </p:nvSpPr>
          <p:spPr>
            <a:xfrm>
              <a:off x="5807237" y="1955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7" name="pt17847"/>
            <p:cNvSpPr/>
            <p:nvPr/>
          </p:nvSpPr>
          <p:spPr>
            <a:xfrm>
              <a:off x="4972469" y="2647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8" name="pt17848"/>
            <p:cNvSpPr/>
            <p:nvPr/>
          </p:nvSpPr>
          <p:spPr>
            <a:xfrm>
              <a:off x="5515412" y="2074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9" name="pt17849"/>
            <p:cNvSpPr/>
            <p:nvPr/>
          </p:nvSpPr>
          <p:spPr>
            <a:xfrm>
              <a:off x="5579968" y="2026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0" name="pt17850"/>
            <p:cNvSpPr/>
            <p:nvPr/>
          </p:nvSpPr>
          <p:spPr>
            <a:xfrm>
              <a:off x="5718941" y="1656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1" name="pt17851"/>
            <p:cNvSpPr/>
            <p:nvPr/>
          </p:nvSpPr>
          <p:spPr>
            <a:xfrm>
              <a:off x="5168629" y="2239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2" name="pt17852"/>
            <p:cNvSpPr/>
            <p:nvPr/>
          </p:nvSpPr>
          <p:spPr>
            <a:xfrm>
              <a:off x="5381122" y="2145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3" name="pt17853"/>
            <p:cNvSpPr/>
            <p:nvPr/>
          </p:nvSpPr>
          <p:spPr>
            <a:xfrm>
              <a:off x="5008541" y="2069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4" name="pt17854"/>
            <p:cNvSpPr/>
            <p:nvPr/>
          </p:nvSpPr>
          <p:spPr>
            <a:xfrm>
              <a:off x="5773544" y="1897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5" name="pt17855"/>
            <p:cNvSpPr/>
            <p:nvPr/>
          </p:nvSpPr>
          <p:spPr>
            <a:xfrm>
              <a:off x="5374022" y="2045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6" name="pt17856"/>
            <p:cNvSpPr/>
            <p:nvPr/>
          </p:nvSpPr>
          <p:spPr>
            <a:xfrm>
              <a:off x="5488880" y="2287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7" name="pt17857"/>
            <p:cNvSpPr/>
            <p:nvPr/>
          </p:nvSpPr>
          <p:spPr>
            <a:xfrm>
              <a:off x="5806869" y="2074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8" name="pt17858"/>
            <p:cNvSpPr/>
            <p:nvPr/>
          </p:nvSpPr>
          <p:spPr>
            <a:xfrm>
              <a:off x="5405394" y="2281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9" name="pt17859"/>
            <p:cNvSpPr/>
            <p:nvPr/>
          </p:nvSpPr>
          <p:spPr>
            <a:xfrm>
              <a:off x="5707030" y="17995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0" name="pt17860"/>
            <p:cNvSpPr/>
            <p:nvPr/>
          </p:nvSpPr>
          <p:spPr>
            <a:xfrm>
              <a:off x="5500412" y="2142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1" name="pt17861"/>
            <p:cNvSpPr/>
            <p:nvPr/>
          </p:nvSpPr>
          <p:spPr>
            <a:xfrm>
              <a:off x="5153241" y="23729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2" name="pt17862"/>
            <p:cNvSpPr/>
            <p:nvPr/>
          </p:nvSpPr>
          <p:spPr>
            <a:xfrm>
              <a:off x="5269018" y="2083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3" name="pt17863"/>
            <p:cNvSpPr/>
            <p:nvPr/>
          </p:nvSpPr>
          <p:spPr>
            <a:xfrm>
              <a:off x="5725612" y="18544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4" name="pt17864"/>
            <p:cNvSpPr/>
            <p:nvPr/>
          </p:nvSpPr>
          <p:spPr>
            <a:xfrm>
              <a:off x="5604948" y="1879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5" name="pt17865"/>
            <p:cNvSpPr/>
            <p:nvPr/>
          </p:nvSpPr>
          <p:spPr>
            <a:xfrm>
              <a:off x="5192502" y="2327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6" name="pt17866"/>
            <p:cNvSpPr/>
            <p:nvPr/>
          </p:nvSpPr>
          <p:spPr>
            <a:xfrm>
              <a:off x="5585731" y="2164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7" name="pt17867"/>
            <p:cNvSpPr/>
            <p:nvPr/>
          </p:nvSpPr>
          <p:spPr>
            <a:xfrm>
              <a:off x="4665170" y="2742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8" name="pt17868"/>
            <p:cNvSpPr/>
            <p:nvPr/>
          </p:nvSpPr>
          <p:spPr>
            <a:xfrm>
              <a:off x="5317956" y="2232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9" name="pt17869"/>
            <p:cNvSpPr/>
            <p:nvPr/>
          </p:nvSpPr>
          <p:spPr>
            <a:xfrm>
              <a:off x="5593315" y="2071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0" name="pt17870"/>
            <p:cNvSpPr/>
            <p:nvPr/>
          </p:nvSpPr>
          <p:spPr>
            <a:xfrm>
              <a:off x="5410987" y="21350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1" name="pt17871"/>
            <p:cNvSpPr/>
            <p:nvPr/>
          </p:nvSpPr>
          <p:spPr>
            <a:xfrm>
              <a:off x="5202746" y="2188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2" name="pt17872"/>
            <p:cNvSpPr/>
            <p:nvPr/>
          </p:nvSpPr>
          <p:spPr>
            <a:xfrm>
              <a:off x="5975687" y="2197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3" name="pt17873"/>
            <p:cNvSpPr/>
            <p:nvPr/>
          </p:nvSpPr>
          <p:spPr>
            <a:xfrm>
              <a:off x="5252896" y="22587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4" name="pt17874"/>
            <p:cNvSpPr/>
            <p:nvPr/>
          </p:nvSpPr>
          <p:spPr>
            <a:xfrm>
              <a:off x="5327231" y="2101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5" name="pt17875"/>
            <p:cNvSpPr/>
            <p:nvPr/>
          </p:nvSpPr>
          <p:spPr>
            <a:xfrm>
              <a:off x="5073938" y="2138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6" name="pt17876"/>
            <p:cNvSpPr/>
            <p:nvPr/>
          </p:nvSpPr>
          <p:spPr>
            <a:xfrm>
              <a:off x="5783078" y="1939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7" name="pt17877"/>
            <p:cNvSpPr/>
            <p:nvPr/>
          </p:nvSpPr>
          <p:spPr>
            <a:xfrm>
              <a:off x="5157029" y="2482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8" name="pt17878"/>
            <p:cNvSpPr/>
            <p:nvPr/>
          </p:nvSpPr>
          <p:spPr>
            <a:xfrm>
              <a:off x="5601382" y="2110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9" name="pt17879"/>
            <p:cNvSpPr/>
            <p:nvPr/>
          </p:nvSpPr>
          <p:spPr>
            <a:xfrm>
              <a:off x="5510293" y="2242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0" name="pt17880"/>
            <p:cNvSpPr/>
            <p:nvPr/>
          </p:nvSpPr>
          <p:spPr>
            <a:xfrm>
              <a:off x="5198654" y="2243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1" name="pt17881"/>
            <p:cNvSpPr/>
            <p:nvPr/>
          </p:nvSpPr>
          <p:spPr>
            <a:xfrm>
              <a:off x="5543348" y="2115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2" name="pt17882"/>
            <p:cNvSpPr/>
            <p:nvPr/>
          </p:nvSpPr>
          <p:spPr>
            <a:xfrm>
              <a:off x="5371489" y="2084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3" name="pt17883"/>
            <p:cNvSpPr/>
            <p:nvPr/>
          </p:nvSpPr>
          <p:spPr>
            <a:xfrm>
              <a:off x="5229450" y="2099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4" name="pt17884"/>
            <p:cNvSpPr/>
            <p:nvPr/>
          </p:nvSpPr>
          <p:spPr>
            <a:xfrm>
              <a:off x="5254298" y="2213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5" name="pt17885"/>
            <p:cNvSpPr/>
            <p:nvPr/>
          </p:nvSpPr>
          <p:spPr>
            <a:xfrm>
              <a:off x="5827374" y="1952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6" name="pt17886"/>
            <p:cNvSpPr/>
            <p:nvPr/>
          </p:nvSpPr>
          <p:spPr>
            <a:xfrm>
              <a:off x="5163968" y="2239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7" name="pt17887"/>
            <p:cNvSpPr/>
            <p:nvPr/>
          </p:nvSpPr>
          <p:spPr>
            <a:xfrm>
              <a:off x="5166391" y="2135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8" name="pt17888"/>
            <p:cNvSpPr/>
            <p:nvPr/>
          </p:nvSpPr>
          <p:spPr>
            <a:xfrm>
              <a:off x="5867340" y="1696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9" name="pt17889"/>
            <p:cNvSpPr/>
            <p:nvPr/>
          </p:nvSpPr>
          <p:spPr>
            <a:xfrm>
              <a:off x="5267858" y="2151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0" name="pt17890"/>
            <p:cNvSpPr/>
            <p:nvPr/>
          </p:nvSpPr>
          <p:spPr>
            <a:xfrm>
              <a:off x="5363444" y="2063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1" name="pt17891"/>
            <p:cNvSpPr/>
            <p:nvPr/>
          </p:nvSpPr>
          <p:spPr>
            <a:xfrm>
              <a:off x="5490834" y="2196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2" name="pt17892"/>
            <p:cNvSpPr/>
            <p:nvPr/>
          </p:nvSpPr>
          <p:spPr>
            <a:xfrm>
              <a:off x="5548684" y="2195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3" name="pt17893"/>
            <p:cNvSpPr/>
            <p:nvPr/>
          </p:nvSpPr>
          <p:spPr>
            <a:xfrm>
              <a:off x="5211855" y="2057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4" name="pt17894"/>
            <p:cNvSpPr/>
            <p:nvPr/>
          </p:nvSpPr>
          <p:spPr>
            <a:xfrm>
              <a:off x="5730241" y="1903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5" name="pt17895"/>
            <p:cNvSpPr/>
            <p:nvPr/>
          </p:nvSpPr>
          <p:spPr>
            <a:xfrm>
              <a:off x="5197109" y="2236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6" name="pt17896"/>
            <p:cNvSpPr/>
            <p:nvPr/>
          </p:nvSpPr>
          <p:spPr>
            <a:xfrm>
              <a:off x="5748372" y="21291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7" name="pt17897"/>
            <p:cNvSpPr/>
            <p:nvPr/>
          </p:nvSpPr>
          <p:spPr>
            <a:xfrm>
              <a:off x="5411584" y="2167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8" name="pt17898"/>
            <p:cNvSpPr/>
            <p:nvPr/>
          </p:nvSpPr>
          <p:spPr>
            <a:xfrm>
              <a:off x="5235925" y="2127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9" name="pt17899"/>
            <p:cNvSpPr/>
            <p:nvPr/>
          </p:nvSpPr>
          <p:spPr>
            <a:xfrm>
              <a:off x="5178511" y="22938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0" name="pt17900"/>
            <p:cNvSpPr/>
            <p:nvPr/>
          </p:nvSpPr>
          <p:spPr>
            <a:xfrm>
              <a:off x="5460010" y="1936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1" name="pt17901"/>
            <p:cNvSpPr/>
            <p:nvPr/>
          </p:nvSpPr>
          <p:spPr>
            <a:xfrm>
              <a:off x="5736024" y="2005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2" name="pt17902"/>
            <p:cNvSpPr/>
            <p:nvPr/>
          </p:nvSpPr>
          <p:spPr>
            <a:xfrm>
              <a:off x="5319862" y="2164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3" name="pt17903"/>
            <p:cNvSpPr/>
            <p:nvPr/>
          </p:nvSpPr>
          <p:spPr>
            <a:xfrm>
              <a:off x="5348409" y="2278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4" name="pt17904"/>
            <p:cNvSpPr/>
            <p:nvPr/>
          </p:nvSpPr>
          <p:spPr>
            <a:xfrm>
              <a:off x="4951713" y="2686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5" name="pt17905"/>
            <p:cNvSpPr/>
            <p:nvPr/>
          </p:nvSpPr>
          <p:spPr>
            <a:xfrm>
              <a:off x="4921633" y="1992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6" name="pt17906"/>
            <p:cNvSpPr/>
            <p:nvPr/>
          </p:nvSpPr>
          <p:spPr>
            <a:xfrm>
              <a:off x="5186474" y="2212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7" name="pt17907"/>
            <p:cNvSpPr/>
            <p:nvPr/>
          </p:nvSpPr>
          <p:spPr>
            <a:xfrm>
              <a:off x="5490157" y="2287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8" name="pt17908"/>
            <p:cNvSpPr/>
            <p:nvPr/>
          </p:nvSpPr>
          <p:spPr>
            <a:xfrm>
              <a:off x="5450020" y="1900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9" name="pt17909"/>
            <p:cNvSpPr/>
            <p:nvPr/>
          </p:nvSpPr>
          <p:spPr>
            <a:xfrm>
              <a:off x="5126531" y="2709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0" name="pt17910"/>
            <p:cNvSpPr/>
            <p:nvPr/>
          </p:nvSpPr>
          <p:spPr>
            <a:xfrm>
              <a:off x="5375257" y="2043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1" name="pt17911"/>
            <p:cNvSpPr/>
            <p:nvPr/>
          </p:nvSpPr>
          <p:spPr>
            <a:xfrm>
              <a:off x="5459253" y="2110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2" name="pt17912"/>
            <p:cNvSpPr/>
            <p:nvPr/>
          </p:nvSpPr>
          <p:spPr>
            <a:xfrm>
              <a:off x="5820349" y="1898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3" name="pt17913"/>
            <p:cNvSpPr/>
            <p:nvPr/>
          </p:nvSpPr>
          <p:spPr>
            <a:xfrm>
              <a:off x="5936668" y="16821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4" name="pt17914"/>
            <p:cNvSpPr/>
            <p:nvPr/>
          </p:nvSpPr>
          <p:spPr>
            <a:xfrm>
              <a:off x="5128726" y="2685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5" name="pt17915"/>
            <p:cNvSpPr/>
            <p:nvPr/>
          </p:nvSpPr>
          <p:spPr>
            <a:xfrm>
              <a:off x="5228708" y="20105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6" name="pt17916"/>
            <p:cNvSpPr/>
            <p:nvPr/>
          </p:nvSpPr>
          <p:spPr>
            <a:xfrm>
              <a:off x="5757681" y="1956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7" name="pt17917"/>
            <p:cNvSpPr/>
            <p:nvPr/>
          </p:nvSpPr>
          <p:spPr>
            <a:xfrm>
              <a:off x="5146129" y="2707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8" name="pt17918"/>
            <p:cNvSpPr/>
            <p:nvPr/>
          </p:nvSpPr>
          <p:spPr>
            <a:xfrm>
              <a:off x="5364010" y="2070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9" name="pt17919"/>
            <p:cNvSpPr/>
            <p:nvPr/>
          </p:nvSpPr>
          <p:spPr>
            <a:xfrm>
              <a:off x="5278673" y="2136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0" name="pt17920"/>
            <p:cNvSpPr/>
            <p:nvPr/>
          </p:nvSpPr>
          <p:spPr>
            <a:xfrm>
              <a:off x="5408970" y="2295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1" name="pt17921"/>
            <p:cNvSpPr/>
            <p:nvPr/>
          </p:nvSpPr>
          <p:spPr>
            <a:xfrm>
              <a:off x="5128080" y="26840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2" name="pt17922"/>
            <p:cNvSpPr/>
            <p:nvPr/>
          </p:nvSpPr>
          <p:spPr>
            <a:xfrm>
              <a:off x="5697989" y="19980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3" name="pt17923"/>
            <p:cNvSpPr/>
            <p:nvPr/>
          </p:nvSpPr>
          <p:spPr>
            <a:xfrm>
              <a:off x="5151304" y="2473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4" name="pt17924"/>
            <p:cNvSpPr/>
            <p:nvPr/>
          </p:nvSpPr>
          <p:spPr>
            <a:xfrm>
              <a:off x="5367568" y="2060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5" name="pt17925"/>
            <p:cNvSpPr/>
            <p:nvPr/>
          </p:nvSpPr>
          <p:spPr>
            <a:xfrm>
              <a:off x="5373051" y="2100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6" name="pt17926"/>
            <p:cNvSpPr/>
            <p:nvPr/>
          </p:nvSpPr>
          <p:spPr>
            <a:xfrm>
              <a:off x="5180977" y="2200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7" name="pt17927"/>
            <p:cNvSpPr/>
            <p:nvPr/>
          </p:nvSpPr>
          <p:spPr>
            <a:xfrm>
              <a:off x="5253221" y="2137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8" name="pt17928"/>
            <p:cNvSpPr/>
            <p:nvPr/>
          </p:nvSpPr>
          <p:spPr>
            <a:xfrm>
              <a:off x="5177375" y="2234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9" name="pt17929"/>
            <p:cNvSpPr/>
            <p:nvPr/>
          </p:nvSpPr>
          <p:spPr>
            <a:xfrm>
              <a:off x="5410774" y="2189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0" name="pt17930"/>
            <p:cNvSpPr/>
            <p:nvPr/>
          </p:nvSpPr>
          <p:spPr>
            <a:xfrm>
              <a:off x="5660426" y="1629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1" name="pt17931"/>
            <p:cNvSpPr/>
            <p:nvPr/>
          </p:nvSpPr>
          <p:spPr>
            <a:xfrm>
              <a:off x="5454748" y="2020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2" name="pt17932"/>
            <p:cNvSpPr/>
            <p:nvPr/>
          </p:nvSpPr>
          <p:spPr>
            <a:xfrm>
              <a:off x="5657649" y="16657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3" name="pt17933"/>
            <p:cNvSpPr/>
            <p:nvPr/>
          </p:nvSpPr>
          <p:spPr>
            <a:xfrm>
              <a:off x="5737998" y="1985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4" name="pt17934"/>
            <p:cNvSpPr/>
            <p:nvPr/>
          </p:nvSpPr>
          <p:spPr>
            <a:xfrm>
              <a:off x="4905339" y="1918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5" name="pt17935"/>
            <p:cNvSpPr/>
            <p:nvPr/>
          </p:nvSpPr>
          <p:spPr>
            <a:xfrm>
              <a:off x="5649490" y="1896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6" name="pt17936"/>
            <p:cNvSpPr/>
            <p:nvPr/>
          </p:nvSpPr>
          <p:spPr>
            <a:xfrm>
              <a:off x="5192605" y="2198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7" name="pt17937"/>
            <p:cNvSpPr/>
            <p:nvPr/>
          </p:nvSpPr>
          <p:spPr>
            <a:xfrm>
              <a:off x="5900394" y="17042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8" name="pt17938"/>
            <p:cNvSpPr/>
            <p:nvPr/>
          </p:nvSpPr>
          <p:spPr>
            <a:xfrm>
              <a:off x="5377392" y="2090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9" name="pt17939"/>
            <p:cNvSpPr/>
            <p:nvPr/>
          </p:nvSpPr>
          <p:spPr>
            <a:xfrm>
              <a:off x="5228312" y="2060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0" name="pt17940"/>
            <p:cNvSpPr/>
            <p:nvPr/>
          </p:nvSpPr>
          <p:spPr>
            <a:xfrm>
              <a:off x="5405136" y="2323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1" name="pt17941"/>
            <p:cNvSpPr/>
            <p:nvPr/>
          </p:nvSpPr>
          <p:spPr>
            <a:xfrm>
              <a:off x="5430214" y="2161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2" name="pt17942"/>
            <p:cNvSpPr/>
            <p:nvPr/>
          </p:nvSpPr>
          <p:spPr>
            <a:xfrm>
              <a:off x="5535990" y="22296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3" name="pt17943"/>
            <p:cNvSpPr/>
            <p:nvPr/>
          </p:nvSpPr>
          <p:spPr>
            <a:xfrm>
              <a:off x="5849886" y="1618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4" name="pt17944"/>
            <p:cNvSpPr/>
            <p:nvPr/>
          </p:nvSpPr>
          <p:spPr>
            <a:xfrm>
              <a:off x="5307934" y="2281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5" name="pt17945"/>
            <p:cNvSpPr/>
            <p:nvPr/>
          </p:nvSpPr>
          <p:spPr>
            <a:xfrm>
              <a:off x="5424106" y="2118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6" name="pt17946"/>
            <p:cNvSpPr/>
            <p:nvPr/>
          </p:nvSpPr>
          <p:spPr>
            <a:xfrm>
              <a:off x="5496122" y="2281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7" name="pt17947"/>
            <p:cNvSpPr/>
            <p:nvPr/>
          </p:nvSpPr>
          <p:spPr>
            <a:xfrm>
              <a:off x="5023350" y="221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8" name="pt17948"/>
            <p:cNvSpPr/>
            <p:nvPr/>
          </p:nvSpPr>
          <p:spPr>
            <a:xfrm>
              <a:off x="5166505" y="232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9" name="pt17949"/>
            <p:cNvSpPr/>
            <p:nvPr/>
          </p:nvSpPr>
          <p:spPr>
            <a:xfrm>
              <a:off x="5780161" y="1879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0" name="pt17950"/>
            <p:cNvSpPr/>
            <p:nvPr/>
          </p:nvSpPr>
          <p:spPr>
            <a:xfrm>
              <a:off x="4758339" y="2304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1" name="pt17951"/>
            <p:cNvSpPr/>
            <p:nvPr/>
          </p:nvSpPr>
          <p:spPr>
            <a:xfrm>
              <a:off x="5562156" y="2233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2" name="pt17952"/>
            <p:cNvSpPr/>
            <p:nvPr/>
          </p:nvSpPr>
          <p:spPr>
            <a:xfrm>
              <a:off x="5658932" y="1704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3" name="pt17953"/>
            <p:cNvSpPr/>
            <p:nvPr/>
          </p:nvSpPr>
          <p:spPr>
            <a:xfrm>
              <a:off x="5413440" y="2034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4" name="pt17954"/>
            <p:cNvSpPr/>
            <p:nvPr/>
          </p:nvSpPr>
          <p:spPr>
            <a:xfrm>
              <a:off x="5338433" y="2307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5" name="pt17955"/>
            <p:cNvSpPr/>
            <p:nvPr/>
          </p:nvSpPr>
          <p:spPr>
            <a:xfrm>
              <a:off x="5255478" y="2228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6" name="pt17956"/>
            <p:cNvSpPr/>
            <p:nvPr/>
          </p:nvSpPr>
          <p:spPr>
            <a:xfrm>
              <a:off x="5489740" y="2197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7" name="pt17957"/>
            <p:cNvSpPr/>
            <p:nvPr/>
          </p:nvSpPr>
          <p:spPr>
            <a:xfrm>
              <a:off x="5525753" y="2103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8" name="pt17958"/>
            <p:cNvSpPr/>
            <p:nvPr/>
          </p:nvSpPr>
          <p:spPr>
            <a:xfrm>
              <a:off x="5291722" y="2000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9" name="pt17959"/>
            <p:cNvSpPr/>
            <p:nvPr/>
          </p:nvSpPr>
          <p:spPr>
            <a:xfrm>
              <a:off x="5528104" y="2075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0" name="pt17960"/>
            <p:cNvSpPr/>
            <p:nvPr/>
          </p:nvSpPr>
          <p:spPr>
            <a:xfrm>
              <a:off x="5511405" y="2235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1" name="pt17961"/>
            <p:cNvSpPr/>
            <p:nvPr/>
          </p:nvSpPr>
          <p:spPr>
            <a:xfrm>
              <a:off x="5590463" y="1976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2" name="pt17962"/>
            <p:cNvSpPr/>
            <p:nvPr/>
          </p:nvSpPr>
          <p:spPr>
            <a:xfrm>
              <a:off x="5590732" y="2155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3" name="pt17963"/>
            <p:cNvSpPr/>
            <p:nvPr/>
          </p:nvSpPr>
          <p:spPr>
            <a:xfrm>
              <a:off x="5386488" y="2245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4" name="pt17964"/>
            <p:cNvSpPr/>
            <p:nvPr/>
          </p:nvSpPr>
          <p:spPr>
            <a:xfrm>
              <a:off x="5360858" y="20650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5" name="pt17965"/>
            <p:cNvSpPr/>
            <p:nvPr/>
          </p:nvSpPr>
          <p:spPr>
            <a:xfrm>
              <a:off x="5076386" y="220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6" name="pt17966"/>
            <p:cNvSpPr/>
            <p:nvPr/>
          </p:nvSpPr>
          <p:spPr>
            <a:xfrm>
              <a:off x="5577478" y="1900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7" name="pt17967"/>
            <p:cNvSpPr/>
            <p:nvPr/>
          </p:nvSpPr>
          <p:spPr>
            <a:xfrm>
              <a:off x="4930371" y="2016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8" name="pt17968"/>
            <p:cNvSpPr/>
            <p:nvPr/>
          </p:nvSpPr>
          <p:spPr>
            <a:xfrm>
              <a:off x="5419247" y="2153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9" name="pt17969"/>
            <p:cNvSpPr/>
            <p:nvPr/>
          </p:nvSpPr>
          <p:spPr>
            <a:xfrm>
              <a:off x="6005692" y="17104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0" name="pt17970"/>
            <p:cNvSpPr/>
            <p:nvPr/>
          </p:nvSpPr>
          <p:spPr>
            <a:xfrm>
              <a:off x="5061964" y="2611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1" name="pt17971"/>
            <p:cNvSpPr/>
            <p:nvPr/>
          </p:nvSpPr>
          <p:spPr>
            <a:xfrm>
              <a:off x="5446531" y="2051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2" name="pt17972"/>
            <p:cNvSpPr/>
            <p:nvPr/>
          </p:nvSpPr>
          <p:spPr>
            <a:xfrm>
              <a:off x="5231174" y="2068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3" name="pt17973"/>
            <p:cNvSpPr/>
            <p:nvPr/>
          </p:nvSpPr>
          <p:spPr>
            <a:xfrm>
              <a:off x="5040611" y="2398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4" name="pt17974"/>
            <p:cNvSpPr/>
            <p:nvPr/>
          </p:nvSpPr>
          <p:spPr>
            <a:xfrm>
              <a:off x="5729347" y="1947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5" name="pt17975"/>
            <p:cNvSpPr/>
            <p:nvPr/>
          </p:nvSpPr>
          <p:spPr>
            <a:xfrm>
              <a:off x="5371470" y="2077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6" name="pt17976"/>
            <p:cNvSpPr/>
            <p:nvPr/>
          </p:nvSpPr>
          <p:spPr>
            <a:xfrm>
              <a:off x="5329083" y="1980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7" name="pt17977"/>
            <p:cNvSpPr/>
            <p:nvPr/>
          </p:nvSpPr>
          <p:spPr>
            <a:xfrm>
              <a:off x="5643681" y="1844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8" name="pt17978"/>
            <p:cNvSpPr/>
            <p:nvPr/>
          </p:nvSpPr>
          <p:spPr>
            <a:xfrm>
              <a:off x="5548190" y="214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9" name="pt17979"/>
            <p:cNvSpPr/>
            <p:nvPr/>
          </p:nvSpPr>
          <p:spPr>
            <a:xfrm>
              <a:off x="5956169" y="1619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0" name="pt17980"/>
            <p:cNvSpPr/>
            <p:nvPr/>
          </p:nvSpPr>
          <p:spPr>
            <a:xfrm>
              <a:off x="5635495" y="2029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1" name="pt17981"/>
            <p:cNvSpPr/>
            <p:nvPr/>
          </p:nvSpPr>
          <p:spPr>
            <a:xfrm>
              <a:off x="5751825" y="1954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2" name="pt17982"/>
            <p:cNvSpPr/>
            <p:nvPr/>
          </p:nvSpPr>
          <p:spPr>
            <a:xfrm>
              <a:off x="5380486" y="2207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3" name="pt17983"/>
            <p:cNvSpPr/>
            <p:nvPr/>
          </p:nvSpPr>
          <p:spPr>
            <a:xfrm>
              <a:off x="5035703" y="2455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4" name="pt17984"/>
            <p:cNvSpPr/>
            <p:nvPr/>
          </p:nvSpPr>
          <p:spPr>
            <a:xfrm>
              <a:off x="5128296" y="2555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5" name="pt17985"/>
            <p:cNvSpPr/>
            <p:nvPr/>
          </p:nvSpPr>
          <p:spPr>
            <a:xfrm>
              <a:off x="5742346" y="1959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6" name="pt17986"/>
            <p:cNvSpPr/>
            <p:nvPr/>
          </p:nvSpPr>
          <p:spPr>
            <a:xfrm>
              <a:off x="4922671" y="1746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7" name="pt17987"/>
            <p:cNvSpPr/>
            <p:nvPr/>
          </p:nvSpPr>
          <p:spPr>
            <a:xfrm>
              <a:off x="5828831" y="2063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8" name="pt17988"/>
            <p:cNvSpPr/>
            <p:nvPr/>
          </p:nvSpPr>
          <p:spPr>
            <a:xfrm>
              <a:off x="5507692" y="2141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9" name="pt17989"/>
            <p:cNvSpPr/>
            <p:nvPr/>
          </p:nvSpPr>
          <p:spPr>
            <a:xfrm>
              <a:off x="5131131" y="2733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0" name="pt17990"/>
            <p:cNvSpPr/>
            <p:nvPr/>
          </p:nvSpPr>
          <p:spPr>
            <a:xfrm>
              <a:off x="5303465" y="2077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1" name="pt17991"/>
            <p:cNvSpPr/>
            <p:nvPr/>
          </p:nvSpPr>
          <p:spPr>
            <a:xfrm>
              <a:off x="5598286" y="2029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2" name="pt17992"/>
            <p:cNvSpPr/>
            <p:nvPr/>
          </p:nvSpPr>
          <p:spPr>
            <a:xfrm>
              <a:off x="5458850" y="1979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3" name="pt17993"/>
            <p:cNvSpPr/>
            <p:nvPr/>
          </p:nvSpPr>
          <p:spPr>
            <a:xfrm>
              <a:off x="4919400" y="2307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4" name="pt17994"/>
            <p:cNvSpPr/>
            <p:nvPr/>
          </p:nvSpPr>
          <p:spPr>
            <a:xfrm>
              <a:off x="5650146" y="1873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5" name="pt17995"/>
            <p:cNvSpPr/>
            <p:nvPr/>
          </p:nvSpPr>
          <p:spPr>
            <a:xfrm>
              <a:off x="5252576" y="2181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6" name="pt17996"/>
            <p:cNvSpPr/>
            <p:nvPr/>
          </p:nvSpPr>
          <p:spPr>
            <a:xfrm>
              <a:off x="5541416" y="22172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7" name="pt17997"/>
            <p:cNvSpPr/>
            <p:nvPr/>
          </p:nvSpPr>
          <p:spPr>
            <a:xfrm>
              <a:off x="5606451" y="1939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8" name="pt17998"/>
            <p:cNvSpPr/>
            <p:nvPr/>
          </p:nvSpPr>
          <p:spPr>
            <a:xfrm>
              <a:off x="5171905" y="2282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9" name="pt17999"/>
            <p:cNvSpPr/>
            <p:nvPr/>
          </p:nvSpPr>
          <p:spPr>
            <a:xfrm>
              <a:off x="5214486" y="2114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0" name="pt18000"/>
            <p:cNvSpPr/>
            <p:nvPr/>
          </p:nvSpPr>
          <p:spPr>
            <a:xfrm>
              <a:off x="5124118" y="2716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1" name="pt18001"/>
            <p:cNvSpPr/>
            <p:nvPr/>
          </p:nvSpPr>
          <p:spPr>
            <a:xfrm>
              <a:off x="5639526" y="21205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2" name="pt18002"/>
            <p:cNvSpPr/>
            <p:nvPr/>
          </p:nvSpPr>
          <p:spPr>
            <a:xfrm>
              <a:off x="5484658" y="2153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3" name="pt18003"/>
            <p:cNvSpPr/>
            <p:nvPr/>
          </p:nvSpPr>
          <p:spPr>
            <a:xfrm>
              <a:off x="5440550" y="2023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4" name="pt18004"/>
            <p:cNvSpPr/>
            <p:nvPr/>
          </p:nvSpPr>
          <p:spPr>
            <a:xfrm>
              <a:off x="5915162" y="1536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5" name="pt18005"/>
            <p:cNvSpPr/>
            <p:nvPr/>
          </p:nvSpPr>
          <p:spPr>
            <a:xfrm>
              <a:off x="5042813" y="2381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6" name="pt18006"/>
            <p:cNvSpPr/>
            <p:nvPr/>
          </p:nvSpPr>
          <p:spPr>
            <a:xfrm>
              <a:off x="5504458" y="2236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7" name="pt18007"/>
            <p:cNvSpPr/>
            <p:nvPr/>
          </p:nvSpPr>
          <p:spPr>
            <a:xfrm>
              <a:off x="5437260" y="2041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8" name="pt18008"/>
            <p:cNvSpPr/>
            <p:nvPr/>
          </p:nvSpPr>
          <p:spPr>
            <a:xfrm>
              <a:off x="5659409" y="1838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9" name="pt18009"/>
            <p:cNvSpPr/>
            <p:nvPr/>
          </p:nvSpPr>
          <p:spPr>
            <a:xfrm>
              <a:off x="5217191" y="2027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0" name="pt18010"/>
            <p:cNvSpPr/>
            <p:nvPr/>
          </p:nvSpPr>
          <p:spPr>
            <a:xfrm>
              <a:off x="5446140" y="2103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1" name="pt18011"/>
            <p:cNvSpPr/>
            <p:nvPr/>
          </p:nvSpPr>
          <p:spPr>
            <a:xfrm>
              <a:off x="5231250" y="1971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2" name="pt18012"/>
            <p:cNvSpPr/>
            <p:nvPr/>
          </p:nvSpPr>
          <p:spPr>
            <a:xfrm>
              <a:off x="5377000" y="2237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3" name="pt18013"/>
            <p:cNvSpPr/>
            <p:nvPr/>
          </p:nvSpPr>
          <p:spPr>
            <a:xfrm>
              <a:off x="5351870" y="2194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4" name="pt18014"/>
            <p:cNvSpPr/>
            <p:nvPr/>
          </p:nvSpPr>
          <p:spPr>
            <a:xfrm>
              <a:off x="5008366" y="2097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5" name="pt18015"/>
            <p:cNvSpPr/>
            <p:nvPr/>
          </p:nvSpPr>
          <p:spPr>
            <a:xfrm>
              <a:off x="5737953" y="1929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6" name="pt18016"/>
            <p:cNvSpPr/>
            <p:nvPr/>
          </p:nvSpPr>
          <p:spPr>
            <a:xfrm>
              <a:off x="5450578" y="186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7" name="pt18017"/>
            <p:cNvSpPr/>
            <p:nvPr/>
          </p:nvSpPr>
          <p:spPr>
            <a:xfrm>
              <a:off x="5184648" y="2232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8" name="pt18018"/>
            <p:cNvSpPr/>
            <p:nvPr/>
          </p:nvSpPr>
          <p:spPr>
            <a:xfrm>
              <a:off x="4818716" y="1998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9" name="pt18019"/>
            <p:cNvSpPr/>
            <p:nvPr/>
          </p:nvSpPr>
          <p:spPr>
            <a:xfrm>
              <a:off x="5580216" y="18973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0" name="pt18020"/>
            <p:cNvSpPr/>
            <p:nvPr/>
          </p:nvSpPr>
          <p:spPr>
            <a:xfrm>
              <a:off x="5463156" y="2077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1" name="pt18021"/>
            <p:cNvSpPr/>
            <p:nvPr/>
          </p:nvSpPr>
          <p:spPr>
            <a:xfrm>
              <a:off x="5350099" y="2151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2" name="pt18022"/>
            <p:cNvSpPr/>
            <p:nvPr/>
          </p:nvSpPr>
          <p:spPr>
            <a:xfrm>
              <a:off x="5470931" y="2098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3" name="pt18023"/>
            <p:cNvSpPr/>
            <p:nvPr/>
          </p:nvSpPr>
          <p:spPr>
            <a:xfrm>
              <a:off x="5922222" y="1931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4" name="pt18024"/>
            <p:cNvSpPr/>
            <p:nvPr/>
          </p:nvSpPr>
          <p:spPr>
            <a:xfrm>
              <a:off x="5449452" y="19519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5" name="pt18025"/>
            <p:cNvSpPr/>
            <p:nvPr/>
          </p:nvSpPr>
          <p:spPr>
            <a:xfrm>
              <a:off x="5400986" y="2123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6" name="pt18026"/>
            <p:cNvSpPr/>
            <p:nvPr/>
          </p:nvSpPr>
          <p:spPr>
            <a:xfrm>
              <a:off x="5577381" y="21278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7" name="pt18027"/>
            <p:cNvSpPr/>
            <p:nvPr/>
          </p:nvSpPr>
          <p:spPr>
            <a:xfrm>
              <a:off x="5581700" y="2043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8" name="pt18028"/>
            <p:cNvSpPr/>
            <p:nvPr/>
          </p:nvSpPr>
          <p:spPr>
            <a:xfrm>
              <a:off x="5707724" y="1875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9" name="pt18029"/>
            <p:cNvSpPr/>
            <p:nvPr/>
          </p:nvSpPr>
          <p:spPr>
            <a:xfrm>
              <a:off x="5648743" y="1831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0" name="pt18030"/>
            <p:cNvSpPr/>
            <p:nvPr/>
          </p:nvSpPr>
          <p:spPr>
            <a:xfrm>
              <a:off x="5308506" y="2113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1" name="pt18031"/>
            <p:cNvSpPr/>
            <p:nvPr/>
          </p:nvSpPr>
          <p:spPr>
            <a:xfrm>
              <a:off x="4936128" y="2419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2" name="pt18032"/>
            <p:cNvSpPr/>
            <p:nvPr/>
          </p:nvSpPr>
          <p:spPr>
            <a:xfrm>
              <a:off x="5338924" y="2238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3" name="pt18033"/>
            <p:cNvSpPr/>
            <p:nvPr/>
          </p:nvSpPr>
          <p:spPr>
            <a:xfrm>
              <a:off x="5516901" y="2193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4" name="pt18034"/>
            <p:cNvSpPr/>
            <p:nvPr/>
          </p:nvSpPr>
          <p:spPr>
            <a:xfrm>
              <a:off x="5615263" y="2098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5" name="pt18035"/>
            <p:cNvSpPr/>
            <p:nvPr/>
          </p:nvSpPr>
          <p:spPr>
            <a:xfrm>
              <a:off x="4903952" y="2330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6" name="pt18036"/>
            <p:cNvSpPr/>
            <p:nvPr/>
          </p:nvSpPr>
          <p:spPr>
            <a:xfrm>
              <a:off x="5715644" y="1925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7" name="pt18037"/>
            <p:cNvSpPr/>
            <p:nvPr/>
          </p:nvSpPr>
          <p:spPr>
            <a:xfrm>
              <a:off x="5734565" y="1829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8" name="pt18038"/>
            <p:cNvSpPr/>
            <p:nvPr/>
          </p:nvSpPr>
          <p:spPr>
            <a:xfrm>
              <a:off x="5247170" y="2071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9" name="pt18039"/>
            <p:cNvSpPr/>
            <p:nvPr/>
          </p:nvSpPr>
          <p:spPr>
            <a:xfrm>
              <a:off x="5625485" y="1931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0" name="pt18040"/>
            <p:cNvSpPr/>
            <p:nvPr/>
          </p:nvSpPr>
          <p:spPr>
            <a:xfrm>
              <a:off x="5787337" y="1894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1" name="pt18041"/>
            <p:cNvSpPr/>
            <p:nvPr/>
          </p:nvSpPr>
          <p:spPr>
            <a:xfrm>
              <a:off x="5143567" y="27879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2" name="pt18042"/>
            <p:cNvSpPr/>
            <p:nvPr/>
          </p:nvSpPr>
          <p:spPr>
            <a:xfrm>
              <a:off x="4920831" y="17866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3" name="pt18043"/>
            <p:cNvSpPr/>
            <p:nvPr/>
          </p:nvSpPr>
          <p:spPr>
            <a:xfrm>
              <a:off x="5812153" y="1995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4" name="pt18044"/>
            <p:cNvSpPr/>
            <p:nvPr/>
          </p:nvSpPr>
          <p:spPr>
            <a:xfrm>
              <a:off x="5084573" y="21283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5" name="pt18045"/>
            <p:cNvSpPr/>
            <p:nvPr/>
          </p:nvSpPr>
          <p:spPr>
            <a:xfrm>
              <a:off x="5408589" y="22577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6" name="pt18046"/>
            <p:cNvSpPr/>
            <p:nvPr/>
          </p:nvSpPr>
          <p:spPr>
            <a:xfrm>
              <a:off x="5311264" y="2176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7" name="pt18047"/>
            <p:cNvSpPr/>
            <p:nvPr/>
          </p:nvSpPr>
          <p:spPr>
            <a:xfrm>
              <a:off x="4583460" y="23685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8" name="pt18048"/>
            <p:cNvSpPr/>
            <p:nvPr/>
          </p:nvSpPr>
          <p:spPr>
            <a:xfrm>
              <a:off x="5658673" y="1620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9" name="pt18049"/>
            <p:cNvSpPr/>
            <p:nvPr/>
          </p:nvSpPr>
          <p:spPr>
            <a:xfrm>
              <a:off x="5522516" y="2090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0" name="pt18050"/>
            <p:cNvSpPr/>
            <p:nvPr/>
          </p:nvSpPr>
          <p:spPr>
            <a:xfrm>
              <a:off x="5388081" y="22164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1" name="pt18051"/>
            <p:cNvSpPr/>
            <p:nvPr/>
          </p:nvSpPr>
          <p:spPr>
            <a:xfrm>
              <a:off x="5292579" y="1995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2" name="pt18052"/>
            <p:cNvSpPr/>
            <p:nvPr/>
          </p:nvSpPr>
          <p:spPr>
            <a:xfrm>
              <a:off x="5858038" y="1632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3" name="pt18053"/>
            <p:cNvSpPr/>
            <p:nvPr/>
          </p:nvSpPr>
          <p:spPr>
            <a:xfrm>
              <a:off x="5093514" y="2524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4" name="pt18054"/>
            <p:cNvSpPr/>
            <p:nvPr/>
          </p:nvSpPr>
          <p:spPr>
            <a:xfrm>
              <a:off x="5291515" y="2013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5" name="pt18055"/>
            <p:cNvSpPr/>
            <p:nvPr/>
          </p:nvSpPr>
          <p:spPr>
            <a:xfrm>
              <a:off x="5057301" y="2320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6" name="pt18056"/>
            <p:cNvSpPr/>
            <p:nvPr/>
          </p:nvSpPr>
          <p:spPr>
            <a:xfrm>
              <a:off x="5241468" y="2150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7" name="pt18057"/>
            <p:cNvSpPr/>
            <p:nvPr/>
          </p:nvSpPr>
          <p:spPr>
            <a:xfrm>
              <a:off x="5371802" y="2039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8" name="pt18058"/>
            <p:cNvSpPr/>
            <p:nvPr/>
          </p:nvSpPr>
          <p:spPr>
            <a:xfrm>
              <a:off x="4920692" y="2112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9" name="pt18059"/>
            <p:cNvSpPr/>
            <p:nvPr/>
          </p:nvSpPr>
          <p:spPr>
            <a:xfrm>
              <a:off x="5119809" y="2568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0" name="pt18060"/>
            <p:cNvSpPr/>
            <p:nvPr/>
          </p:nvSpPr>
          <p:spPr>
            <a:xfrm>
              <a:off x="5180516" y="2211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1" name="pt18061"/>
            <p:cNvSpPr/>
            <p:nvPr/>
          </p:nvSpPr>
          <p:spPr>
            <a:xfrm>
              <a:off x="5602845" y="19726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2" name="pt18062"/>
            <p:cNvSpPr/>
            <p:nvPr/>
          </p:nvSpPr>
          <p:spPr>
            <a:xfrm>
              <a:off x="4884177" y="3071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3" name="pt18063"/>
            <p:cNvSpPr/>
            <p:nvPr/>
          </p:nvSpPr>
          <p:spPr>
            <a:xfrm>
              <a:off x="5356852" y="22682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4" name="pt18064"/>
            <p:cNvSpPr/>
            <p:nvPr/>
          </p:nvSpPr>
          <p:spPr>
            <a:xfrm>
              <a:off x="5211996" y="2151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5" name="pt18065"/>
            <p:cNvSpPr/>
            <p:nvPr/>
          </p:nvSpPr>
          <p:spPr>
            <a:xfrm>
              <a:off x="5493006" y="21596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6" name="pt18066"/>
            <p:cNvSpPr/>
            <p:nvPr/>
          </p:nvSpPr>
          <p:spPr>
            <a:xfrm>
              <a:off x="5698619" y="1984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7" name="pt18067"/>
            <p:cNvSpPr/>
            <p:nvPr/>
          </p:nvSpPr>
          <p:spPr>
            <a:xfrm>
              <a:off x="5755430" y="1946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8" name="pt18068"/>
            <p:cNvSpPr/>
            <p:nvPr/>
          </p:nvSpPr>
          <p:spPr>
            <a:xfrm>
              <a:off x="5424607" y="2190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9" name="pt18069"/>
            <p:cNvSpPr/>
            <p:nvPr/>
          </p:nvSpPr>
          <p:spPr>
            <a:xfrm>
              <a:off x="5386264" y="219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0" name="pt18070"/>
            <p:cNvSpPr/>
            <p:nvPr/>
          </p:nvSpPr>
          <p:spPr>
            <a:xfrm>
              <a:off x="5138203" y="2793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1" name="pt18071"/>
            <p:cNvSpPr/>
            <p:nvPr/>
          </p:nvSpPr>
          <p:spPr>
            <a:xfrm>
              <a:off x="5763186" y="2032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2" name="pt18072"/>
            <p:cNvSpPr/>
            <p:nvPr/>
          </p:nvSpPr>
          <p:spPr>
            <a:xfrm>
              <a:off x="5321267" y="2148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3" name="pt18073"/>
            <p:cNvSpPr/>
            <p:nvPr/>
          </p:nvSpPr>
          <p:spPr>
            <a:xfrm>
              <a:off x="5119577" y="2683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4" name="pt18074"/>
            <p:cNvSpPr/>
            <p:nvPr/>
          </p:nvSpPr>
          <p:spPr>
            <a:xfrm>
              <a:off x="5735370" y="1951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5" name="pt18075"/>
            <p:cNvSpPr/>
            <p:nvPr/>
          </p:nvSpPr>
          <p:spPr>
            <a:xfrm>
              <a:off x="5603899" y="2041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6" name="pt18076"/>
            <p:cNvSpPr/>
            <p:nvPr/>
          </p:nvSpPr>
          <p:spPr>
            <a:xfrm>
              <a:off x="5494824" y="2217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7" name="pt18077"/>
            <p:cNvSpPr/>
            <p:nvPr/>
          </p:nvSpPr>
          <p:spPr>
            <a:xfrm>
              <a:off x="5892395" y="2080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8" name="pt18078"/>
            <p:cNvSpPr/>
            <p:nvPr/>
          </p:nvSpPr>
          <p:spPr>
            <a:xfrm>
              <a:off x="5527947" y="20362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9" name="pt18079"/>
            <p:cNvSpPr/>
            <p:nvPr/>
          </p:nvSpPr>
          <p:spPr>
            <a:xfrm>
              <a:off x="5755083" y="2009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0" name="pt18080"/>
            <p:cNvSpPr/>
            <p:nvPr/>
          </p:nvSpPr>
          <p:spPr>
            <a:xfrm>
              <a:off x="5255474" y="2250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1" name="pt18081"/>
            <p:cNvSpPr/>
            <p:nvPr/>
          </p:nvSpPr>
          <p:spPr>
            <a:xfrm>
              <a:off x="5439514" y="1923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2" name="pt18082"/>
            <p:cNvSpPr/>
            <p:nvPr/>
          </p:nvSpPr>
          <p:spPr>
            <a:xfrm>
              <a:off x="5480520" y="2223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3" name="pt18083"/>
            <p:cNvSpPr/>
            <p:nvPr/>
          </p:nvSpPr>
          <p:spPr>
            <a:xfrm>
              <a:off x="5509558" y="2270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4" name="pt18084"/>
            <p:cNvSpPr/>
            <p:nvPr/>
          </p:nvSpPr>
          <p:spPr>
            <a:xfrm>
              <a:off x="5152101" y="25622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5" name="pt18085"/>
            <p:cNvSpPr/>
            <p:nvPr/>
          </p:nvSpPr>
          <p:spPr>
            <a:xfrm>
              <a:off x="5015495" y="2359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6" name="pt18086"/>
            <p:cNvSpPr/>
            <p:nvPr/>
          </p:nvSpPr>
          <p:spPr>
            <a:xfrm>
              <a:off x="5172438" y="2267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7" name="pt18087"/>
            <p:cNvSpPr/>
            <p:nvPr/>
          </p:nvSpPr>
          <p:spPr>
            <a:xfrm>
              <a:off x="5075770" y="2190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8" name="pt18088"/>
            <p:cNvSpPr/>
            <p:nvPr/>
          </p:nvSpPr>
          <p:spPr>
            <a:xfrm>
              <a:off x="5447639" y="20549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9" name="pt18089"/>
            <p:cNvSpPr/>
            <p:nvPr/>
          </p:nvSpPr>
          <p:spPr>
            <a:xfrm>
              <a:off x="5289515" y="21616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0" name="pt18090"/>
            <p:cNvSpPr/>
            <p:nvPr/>
          </p:nvSpPr>
          <p:spPr>
            <a:xfrm>
              <a:off x="5386856" y="2178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1" name="pt18091"/>
            <p:cNvSpPr/>
            <p:nvPr/>
          </p:nvSpPr>
          <p:spPr>
            <a:xfrm>
              <a:off x="5496809" y="2206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2" name="pt18092"/>
            <p:cNvSpPr/>
            <p:nvPr/>
          </p:nvSpPr>
          <p:spPr>
            <a:xfrm>
              <a:off x="5216326" y="2098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3" name="pt18093"/>
            <p:cNvSpPr/>
            <p:nvPr/>
          </p:nvSpPr>
          <p:spPr>
            <a:xfrm>
              <a:off x="5479866" y="2218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4" name="pt18094"/>
            <p:cNvSpPr/>
            <p:nvPr/>
          </p:nvSpPr>
          <p:spPr>
            <a:xfrm>
              <a:off x="5532735" y="230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5" name="pt18095"/>
            <p:cNvSpPr/>
            <p:nvPr/>
          </p:nvSpPr>
          <p:spPr>
            <a:xfrm>
              <a:off x="5124084" y="2597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6" name="pt18096"/>
            <p:cNvSpPr/>
            <p:nvPr/>
          </p:nvSpPr>
          <p:spPr>
            <a:xfrm>
              <a:off x="5368899" y="1912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7" name="pt18097"/>
            <p:cNvSpPr/>
            <p:nvPr/>
          </p:nvSpPr>
          <p:spPr>
            <a:xfrm>
              <a:off x="5076195" y="2333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8" name="pt18098"/>
            <p:cNvSpPr/>
            <p:nvPr/>
          </p:nvSpPr>
          <p:spPr>
            <a:xfrm>
              <a:off x="4943118" y="2689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9" name="pt18099"/>
            <p:cNvSpPr/>
            <p:nvPr/>
          </p:nvSpPr>
          <p:spPr>
            <a:xfrm>
              <a:off x="5593727" y="1951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0" name="pt18100"/>
            <p:cNvSpPr/>
            <p:nvPr/>
          </p:nvSpPr>
          <p:spPr>
            <a:xfrm>
              <a:off x="5592480" y="2072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1" name="pt18101"/>
            <p:cNvSpPr/>
            <p:nvPr/>
          </p:nvSpPr>
          <p:spPr>
            <a:xfrm>
              <a:off x="5375678" y="2197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2" name="pt18102"/>
            <p:cNvSpPr/>
            <p:nvPr/>
          </p:nvSpPr>
          <p:spPr>
            <a:xfrm>
              <a:off x="5055265" y="2497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3" name="pt18103"/>
            <p:cNvSpPr/>
            <p:nvPr/>
          </p:nvSpPr>
          <p:spPr>
            <a:xfrm>
              <a:off x="5720476" y="1905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4" name="pt18104"/>
            <p:cNvSpPr/>
            <p:nvPr/>
          </p:nvSpPr>
          <p:spPr>
            <a:xfrm>
              <a:off x="5459627" y="2094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5" name="pt18105"/>
            <p:cNvSpPr/>
            <p:nvPr/>
          </p:nvSpPr>
          <p:spPr>
            <a:xfrm>
              <a:off x="5353446" y="22824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6" name="pt18106"/>
            <p:cNvSpPr/>
            <p:nvPr/>
          </p:nvSpPr>
          <p:spPr>
            <a:xfrm>
              <a:off x="5311883" y="2208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7" name="pt18107"/>
            <p:cNvSpPr/>
            <p:nvPr/>
          </p:nvSpPr>
          <p:spPr>
            <a:xfrm>
              <a:off x="5749726" y="2035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8" name="pt18108"/>
            <p:cNvSpPr/>
            <p:nvPr/>
          </p:nvSpPr>
          <p:spPr>
            <a:xfrm>
              <a:off x="5427376" y="22161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9" name="pt18109"/>
            <p:cNvSpPr/>
            <p:nvPr/>
          </p:nvSpPr>
          <p:spPr>
            <a:xfrm>
              <a:off x="5675175" y="19341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0" name="pt18110"/>
            <p:cNvSpPr/>
            <p:nvPr/>
          </p:nvSpPr>
          <p:spPr>
            <a:xfrm>
              <a:off x="5467070" y="2115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1" name="pt18111"/>
            <p:cNvSpPr/>
            <p:nvPr/>
          </p:nvSpPr>
          <p:spPr>
            <a:xfrm>
              <a:off x="5327102" y="2179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2" name="pt18112"/>
            <p:cNvSpPr/>
            <p:nvPr/>
          </p:nvSpPr>
          <p:spPr>
            <a:xfrm>
              <a:off x="5519416" y="1993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3" name="pt18113"/>
            <p:cNvSpPr/>
            <p:nvPr/>
          </p:nvSpPr>
          <p:spPr>
            <a:xfrm>
              <a:off x="5206704" y="21214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4" name="pt18114"/>
            <p:cNvSpPr/>
            <p:nvPr/>
          </p:nvSpPr>
          <p:spPr>
            <a:xfrm>
              <a:off x="5569267" y="1957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5" name="pt18115"/>
            <p:cNvSpPr/>
            <p:nvPr/>
          </p:nvSpPr>
          <p:spPr>
            <a:xfrm>
              <a:off x="5468033" y="2071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6" name="pt18116"/>
            <p:cNvSpPr/>
            <p:nvPr/>
          </p:nvSpPr>
          <p:spPr>
            <a:xfrm>
              <a:off x="5247312" y="2124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7" name="pt18117"/>
            <p:cNvSpPr/>
            <p:nvPr/>
          </p:nvSpPr>
          <p:spPr>
            <a:xfrm>
              <a:off x="5105937" y="2835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8" name="pt18118"/>
            <p:cNvSpPr/>
            <p:nvPr/>
          </p:nvSpPr>
          <p:spPr>
            <a:xfrm>
              <a:off x="5149035" y="2510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9" name="pt18119"/>
            <p:cNvSpPr/>
            <p:nvPr/>
          </p:nvSpPr>
          <p:spPr>
            <a:xfrm>
              <a:off x="5523990" y="2076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0" name="pt18120"/>
            <p:cNvSpPr/>
            <p:nvPr/>
          </p:nvSpPr>
          <p:spPr>
            <a:xfrm>
              <a:off x="5331384" y="2148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1" name="pt18121"/>
            <p:cNvSpPr/>
            <p:nvPr/>
          </p:nvSpPr>
          <p:spPr>
            <a:xfrm>
              <a:off x="5637492" y="2095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2" name="pt18122"/>
            <p:cNvSpPr/>
            <p:nvPr/>
          </p:nvSpPr>
          <p:spPr>
            <a:xfrm>
              <a:off x="5863705" y="1534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3" name="pt18123"/>
            <p:cNvSpPr/>
            <p:nvPr/>
          </p:nvSpPr>
          <p:spPr>
            <a:xfrm>
              <a:off x="5314745" y="22096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4" name="pt18124"/>
            <p:cNvSpPr/>
            <p:nvPr/>
          </p:nvSpPr>
          <p:spPr>
            <a:xfrm>
              <a:off x="5346440" y="2212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5" name="pt18125"/>
            <p:cNvSpPr/>
            <p:nvPr/>
          </p:nvSpPr>
          <p:spPr>
            <a:xfrm>
              <a:off x="5578422" y="1983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6" name="pt18126"/>
            <p:cNvSpPr/>
            <p:nvPr/>
          </p:nvSpPr>
          <p:spPr>
            <a:xfrm>
              <a:off x="5172969" y="2456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7" name="pt18127"/>
            <p:cNvSpPr/>
            <p:nvPr/>
          </p:nvSpPr>
          <p:spPr>
            <a:xfrm>
              <a:off x="5438388" y="2148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8" name="pt18128"/>
            <p:cNvSpPr/>
            <p:nvPr/>
          </p:nvSpPr>
          <p:spPr>
            <a:xfrm>
              <a:off x="5337486" y="2226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9" name="pt18129"/>
            <p:cNvSpPr/>
            <p:nvPr/>
          </p:nvSpPr>
          <p:spPr>
            <a:xfrm>
              <a:off x="5402488" y="2185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0" name="pt18130"/>
            <p:cNvSpPr/>
            <p:nvPr/>
          </p:nvSpPr>
          <p:spPr>
            <a:xfrm>
              <a:off x="5502955" y="2094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1" name="pt18131"/>
            <p:cNvSpPr/>
            <p:nvPr/>
          </p:nvSpPr>
          <p:spPr>
            <a:xfrm>
              <a:off x="5100666" y="26794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2" name="pt18132"/>
            <p:cNvSpPr/>
            <p:nvPr/>
          </p:nvSpPr>
          <p:spPr>
            <a:xfrm>
              <a:off x="5125225" y="2687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3" name="pt18133"/>
            <p:cNvSpPr/>
            <p:nvPr/>
          </p:nvSpPr>
          <p:spPr>
            <a:xfrm>
              <a:off x="5142098" y="25676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4" name="pt18134"/>
            <p:cNvSpPr/>
            <p:nvPr/>
          </p:nvSpPr>
          <p:spPr>
            <a:xfrm>
              <a:off x="5194013" y="22611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5" name="pt18135"/>
            <p:cNvSpPr/>
            <p:nvPr/>
          </p:nvSpPr>
          <p:spPr>
            <a:xfrm>
              <a:off x="5605140" y="18410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6" name="pt18136"/>
            <p:cNvSpPr/>
            <p:nvPr/>
          </p:nvSpPr>
          <p:spPr>
            <a:xfrm>
              <a:off x="5558560" y="2235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7" name="pt18137"/>
            <p:cNvSpPr/>
            <p:nvPr/>
          </p:nvSpPr>
          <p:spPr>
            <a:xfrm>
              <a:off x="5332541" y="2228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8" name="pt18138"/>
            <p:cNvSpPr/>
            <p:nvPr/>
          </p:nvSpPr>
          <p:spPr>
            <a:xfrm>
              <a:off x="5008890" y="2076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9" name="pt18139"/>
            <p:cNvSpPr/>
            <p:nvPr/>
          </p:nvSpPr>
          <p:spPr>
            <a:xfrm>
              <a:off x="5089674" y="2598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0" name="pt18140"/>
            <p:cNvSpPr/>
            <p:nvPr/>
          </p:nvSpPr>
          <p:spPr>
            <a:xfrm>
              <a:off x="5468113" y="2111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1" name="pt18141"/>
            <p:cNvSpPr/>
            <p:nvPr/>
          </p:nvSpPr>
          <p:spPr>
            <a:xfrm>
              <a:off x="5179022" y="21977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2" name="pt18142"/>
            <p:cNvSpPr/>
            <p:nvPr/>
          </p:nvSpPr>
          <p:spPr>
            <a:xfrm>
              <a:off x="5583234" y="2035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3" name="pt18143"/>
            <p:cNvSpPr/>
            <p:nvPr/>
          </p:nvSpPr>
          <p:spPr>
            <a:xfrm>
              <a:off x="5690820" y="2144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4" name="pt18144"/>
            <p:cNvSpPr/>
            <p:nvPr/>
          </p:nvSpPr>
          <p:spPr>
            <a:xfrm>
              <a:off x="5312905" y="20395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5" name="pt18145"/>
            <p:cNvSpPr/>
            <p:nvPr/>
          </p:nvSpPr>
          <p:spPr>
            <a:xfrm>
              <a:off x="5563723" y="2255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6" name="pt18146"/>
            <p:cNvSpPr/>
            <p:nvPr/>
          </p:nvSpPr>
          <p:spPr>
            <a:xfrm>
              <a:off x="5623709" y="2060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7" name="pt18147"/>
            <p:cNvSpPr/>
            <p:nvPr/>
          </p:nvSpPr>
          <p:spPr>
            <a:xfrm>
              <a:off x="5419890" y="2131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8" name="pt18148"/>
            <p:cNvSpPr/>
            <p:nvPr/>
          </p:nvSpPr>
          <p:spPr>
            <a:xfrm>
              <a:off x="5656423" y="1692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9" name="pt18149"/>
            <p:cNvSpPr/>
            <p:nvPr/>
          </p:nvSpPr>
          <p:spPr>
            <a:xfrm>
              <a:off x="5446771" y="2031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0" name="pt18150"/>
            <p:cNvSpPr/>
            <p:nvPr/>
          </p:nvSpPr>
          <p:spPr>
            <a:xfrm>
              <a:off x="5213843" y="2192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1" name="pt18151"/>
            <p:cNvSpPr/>
            <p:nvPr/>
          </p:nvSpPr>
          <p:spPr>
            <a:xfrm>
              <a:off x="5154621" y="2435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2" name="pt18152"/>
            <p:cNvSpPr/>
            <p:nvPr/>
          </p:nvSpPr>
          <p:spPr>
            <a:xfrm>
              <a:off x="5907475" y="1557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3" name="pt18153"/>
            <p:cNvSpPr/>
            <p:nvPr/>
          </p:nvSpPr>
          <p:spPr>
            <a:xfrm>
              <a:off x="5274293" y="2107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4" name="pt18154"/>
            <p:cNvSpPr/>
            <p:nvPr/>
          </p:nvSpPr>
          <p:spPr>
            <a:xfrm>
              <a:off x="5308809" y="2050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5" name="pt18155"/>
            <p:cNvSpPr/>
            <p:nvPr/>
          </p:nvSpPr>
          <p:spPr>
            <a:xfrm>
              <a:off x="5435447" y="2081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6" name="pt18156"/>
            <p:cNvSpPr/>
            <p:nvPr/>
          </p:nvSpPr>
          <p:spPr>
            <a:xfrm>
              <a:off x="5383766" y="2173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7" name="pt18157"/>
            <p:cNvSpPr/>
            <p:nvPr/>
          </p:nvSpPr>
          <p:spPr>
            <a:xfrm>
              <a:off x="5024399" y="225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8" name="pt18158"/>
            <p:cNvSpPr/>
            <p:nvPr/>
          </p:nvSpPr>
          <p:spPr>
            <a:xfrm>
              <a:off x="5386469" y="2237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9" name="pt18159"/>
            <p:cNvSpPr/>
            <p:nvPr/>
          </p:nvSpPr>
          <p:spPr>
            <a:xfrm>
              <a:off x="4844838" y="2351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0" name="pt18160"/>
            <p:cNvSpPr/>
            <p:nvPr/>
          </p:nvSpPr>
          <p:spPr>
            <a:xfrm>
              <a:off x="5136044" y="2730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1" name="pt18161"/>
            <p:cNvSpPr/>
            <p:nvPr/>
          </p:nvSpPr>
          <p:spPr>
            <a:xfrm>
              <a:off x="5446408" y="1961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2" name="pt18162"/>
            <p:cNvSpPr/>
            <p:nvPr/>
          </p:nvSpPr>
          <p:spPr>
            <a:xfrm>
              <a:off x="5489466" y="2212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3" name="pt18163"/>
            <p:cNvSpPr/>
            <p:nvPr/>
          </p:nvSpPr>
          <p:spPr>
            <a:xfrm>
              <a:off x="5896614" y="1858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4" name="pt18164"/>
            <p:cNvSpPr/>
            <p:nvPr/>
          </p:nvSpPr>
          <p:spPr>
            <a:xfrm>
              <a:off x="5137228" y="2715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5" name="pt18165"/>
            <p:cNvSpPr/>
            <p:nvPr/>
          </p:nvSpPr>
          <p:spPr>
            <a:xfrm>
              <a:off x="5502304" y="2110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6" name="pt18166"/>
            <p:cNvSpPr/>
            <p:nvPr/>
          </p:nvSpPr>
          <p:spPr>
            <a:xfrm>
              <a:off x="5166870" y="2308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7" name="pt18167"/>
            <p:cNvSpPr/>
            <p:nvPr/>
          </p:nvSpPr>
          <p:spPr>
            <a:xfrm>
              <a:off x="5520750" y="20066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8" name="pt18168"/>
            <p:cNvSpPr/>
            <p:nvPr/>
          </p:nvSpPr>
          <p:spPr>
            <a:xfrm>
              <a:off x="5629086" y="2038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9" name="pt18169"/>
            <p:cNvSpPr/>
            <p:nvPr/>
          </p:nvSpPr>
          <p:spPr>
            <a:xfrm>
              <a:off x="4979978" y="2319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0" name="pt18170"/>
            <p:cNvSpPr/>
            <p:nvPr/>
          </p:nvSpPr>
          <p:spPr>
            <a:xfrm>
              <a:off x="5224446" y="1802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1" name="pt18171"/>
            <p:cNvSpPr/>
            <p:nvPr/>
          </p:nvSpPr>
          <p:spPr>
            <a:xfrm>
              <a:off x="5630966" y="19239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2" name="pt18172"/>
            <p:cNvSpPr/>
            <p:nvPr/>
          </p:nvSpPr>
          <p:spPr>
            <a:xfrm>
              <a:off x="5373898" y="2130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3" name="pt18173"/>
            <p:cNvSpPr/>
            <p:nvPr/>
          </p:nvSpPr>
          <p:spPr>
            <a:xfrm>
              <a:off x="5201463" y="2146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4" name="pt18174"/>
            <p:cNvSpPr/>
            <p:nvPr/>
          </p:nvSpPr>
          <p:spPr>
            <a:xfrm>
              <a:off x="5804866" y="1896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5" name="pt18175"/>
            <p:cNvSpPr/>
            <p:nvPr/>
          </p:nvSpPr>
          <p:spPr>
            <a:xfrm>
              <a:off x="5454529" y="2102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6" name="pt18176"/>
            <p:cNvSpPr/>
            <p:nvPr/>
          </p:nvSpPr>
          <p:spPr>
            <a:xfrm>
              <a:off x="5040228" y="2443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7" name="pt18177"/>
            <p:cNvSpPr/>
            <p:nvPr/>
          </p:nvSpPr>
          <p:spPr>
            <a:xfrm>
              <a:off x="5399980" y="2209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8" name="pt18178"/>
            <p:cNvSpPr/>
            <p:nvPr/>
          </p:nvSpPr>
          <p:spPr>
            <a:xfrm>
              <a:off x="5323398" y="2189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9" name="pt18179"/>
            <p:cNvSpPr/>
            <p:nvPr/>
          </p:nvSpPr>
          <p:spPr>
            <a:xfrm>
              <a:off x="5297595" y="2052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0" name="pt18180"/>
            <p:cNvSpPr/>
            <p:nvPr/>
          </p:nvSpPr>
          <p:spPr>
            <a:xfrm>
              <a:off x="5792206" y="1835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1" name="pt18181"/>
            <p:cNvSpPr/>
            <p:nvPr/>
          </p:nvSpPr>
          <p:spPr>
            <a:xfrm>
              <a:off x="5639738" y="2042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2" name="pt18182"/>
            <p:cNvSpPr/>
            <p:nvPr/>
          </p:nvSpPr>
          <p:spPr>
            <a:xfrm>
              <a:off x="5224372" y="1925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3" name="pt18183"/>
            <p:cNvSpPr/>
            <p:nvPr/>
          </p:nvSpPr>
          <p:spPr>
            <a:xfrm>
              <a:off x="5331745" y="2129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4" name="pt18184"/>
            <p:cNvSpPr/>
            <p:nvPr/>
          </p:nvSpPr>
          <p:spPr>
            <a:xfrm>
              <a:off x="5345048" y="2293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5" name="pt18185"/>
            <p:cNvSpPr/>
            <p:nvPr/>
          </p:nvSpPr>
          <p:spPr>
            <a:xfrm>
              <a:off x="5783133" y="1883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6" name="pt18186"/>
            <p:cNvSpPr/>
            <p:nvPr/>
          </p:nvSpPr>
          <p:spPr>
            <a:xfrm>
              <a:off x="5497842" y="2193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7" name="pt18187"/>
            <p:cNvSpPr/>
            <p:nvPr/>
          </p:nvSpPr>
          <p:spPr>
            <a:xfrm>
              <a:off x="5340084" y="2251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8" name="pt18188"/>
            <p:cNvSpPr/>
            <p:nvPr/>
          </p:nvSpPr>
          <p:spPr>
            <a:xfrm>
              <a:off x="5621289" y="2130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9" name="pt18189"/>
            <p:cNvSpPr/>
            <p:nvPr/>
          </p:nvSpPr>
          <p:spPr>
            <a:xfrm>
              <a:off x="5056104" y="24607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0" name="pt18190"/>
            <p:cNvSpPr/>
            <p:nvPr/>
          </p:nvSpPr>
          <p:spPr>
            <a:xfrm>
              <a:off x="5226681" y="2160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1" name="pt18191"/>
            <p:cNvSpPr/>
            <p:nvPr/>
          </p:nvSpPr>
          <p:spPr>
            <a:xfrm>
              <a:off x="5496747" y="2193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2" name="pt18192"/>
            <p:cNvSpPr/>
            <p:nvPr/>
          </p:nvSpPr>
          <p:spPr>
            <a:xfrm>
              <a:off x="5154282" y="2494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3" name="pt18193"/>
            <p:cNvSpPr/>
            <p:nvPr/>
          </p:nvSpPr>
          <p:spPr>
            <a:xfrm>
              <a:off x="5400238" y="2159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4" name="pt18194"/>
            <p:cNvSpPr/>
            <p:nvPr/>
          </p:nvSpPr>
          <p:spPr>
            <a:xfrm>
              <a:off x="5414763" y="1905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5" name="pt18195"/>
            <p:cNvSpPr/>
            <p:nvPr/>
          </p:nvSpPr>
          <p:spPr>
            <a:xfrm>
              <a:off x="5122779" y="2751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6" name="pt18196"/>
            <p:cNvSpPr/>
            <p:nvPr/>
          </p:nvSpPr>
          <p:spPr>
            <a:xfrm>
              <a:off x="5234056" y="20638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7" name="pt18197"/>
            <p:cNvSpPr/>
            <p:nvPr/>
          </p:nvSpPr>
          <p:spPr>
            <a:xfrm>
              <a:off x="5407370" y="2263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8" name="pt18198"/>
            <p:cNvSpPr/>
            <p:nvPr/>
          </p:nvSpPr>
          <p:spPr>
            <a:xfrm>
              <a:off x="5609897" y="2044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9" name="pt18199"/>
            <p:cNvSpPr/>
            <p:nvPr/>
          </p:nvSpPr>
          <p:spPr>
            <a:xfrm>
              <a:off x="5619976" y="2078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0" name="pt18200"/>
            <p:cNvSpPr/>
            <p:nvPr/>
          </p:nvSpPr>
          <p:spPr>
            <a:xfrm>
              <a:off x="5255906" y="2223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1" name="pt18201"/>
            <p:cNvSpPr/>
            <p:nvPr/>
          </p:nvSpPr>
          <p:spPr>
            <a:xfrm>
              <a:off x="5730995" y="2214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2" name="pt18202"/>
            <p:cNvSpPr/>
            <p:nvPr/>
          </p:nvSpPr>
          <p:spPr>
            <a:xfrm>
              <a:off x="5095792" y="2533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3" name="pt18203"/>
            <p:cNvSpPr/>
            <p:nvPr/>
          </p:nvSpPr>
          <p:spPr>
            <a:xfrm>
              <a:off x="5181396" y="2243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4" name="pt18204"/>
            <p:cNvSpPr/>
            <p:nvPr/>
          </p:nvSpPr>
          <p:spPr>
            <a:xfrm>
              <a:off x="5517384" y="2040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5" name="pt18205"/>
            <p:cNvSpPr/>
            <p:nvPr/>
          </p:nvSpPr>
          <p:spPr>
            <a:xfrm>
              <a:off x="5548083" y="22068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6" name="pt18206"/>
            <p:cNvSpPr/>
            <p:nvPr/>
          </p:nvSpPr>
          <p:spPr>
            <a:xfrm>
              <a:off x="5448585" y="1959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7" name="pt18207"/>
            <p:cNvSpPr/>
            <p:nvPr/>
          </p:nvSpPr>
          <p:spPr>
            <a:xfrm>
              <a:off x="5772227" y="1969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8" name="pt18208"/>
            <p:cNvSpPr/>
            <p:nvPr/>
          </p:nvSpPr>
          <p:spPr>
            <a:xfrm>
              <a:off x="5445029" y="1908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9" name="pt18209"/>
            <p:cNvSpPr/>
            <p:nvPr/>
          </p:nvSpPr>
          <p:spPr>
            <a:xfrm>
              <a:off x="5233734" y="21389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0" name="pt18210"/>
            <p:cNvSpPr/>
            <p:nvPr/>
          </p:nvSpPr>
          <p:spPr>
            <a:xfrm>
              <a:off x="5600392" y="1865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1" name="pt18211"/>
            <p:cNvSpPr/>
            <p:nvPr/>
          </p:nvSpPr>
          <p:spPr>
            <a:xfrm>
              <a:off x="5327982" y="2177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2" name="pt18212"/>
            <p:cNvSpPr/>
            <p:nvPr/>
          </p:nvSpPr>
          <p:spPr>
            <a:xfrm>
              <a:off x="5297821" y="2227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3" name="pt18213"/>
            <p:cNvSpPr/>
            <p:nvPr/>
          </p:nvSpPr>
          <p:spPr>
            <a:xfrm>
              <a:off x="5591114" y="2064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4" name="pt18214"/>
            <p:cNvSpPr/>
            <p:nvPr/>
          </p:nvSpPr>
          <p:spPr>
            <a:xfrm>
              <a:off x="5588003" y="19367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5" name="pt18215"/>
            <p:cNvSpPr/>
            <p:nvPr/>
          </p:nvSpPr>
          <p:spPr>
            <a:xfrm>
              <a:off x="5600051" y="2059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6" name="pt18216"/>
            <p:cNvSpPr/>
            <p:nvPr/>
          </p:nvSpPr>
          <p:spPr>
            <a:xfrm>
              <a:off x="5449674" y="2081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7" name="pt18217"/>
            <p:cNvSpPr/>
            <p:nvPr/>
          </p:nvSpPr>
          <p:spPr>
            <a:xfrm>
              <a:off x="5866550" y="17311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8" name="pt18218"/>
            <p:cNvSpPr/>
            <p:nvPr/>
          </p:nvSpPr>
          <p:spPr>
            <a:xfrm>
              <a:off x="5043951" y="260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9" name="pt18219"/>
            <p:cNvSpPr/>
            <p:nvPr/>
          </p:nvSpPr>
          <p:spPr>
            <a:xfrm>
              <a:off x="5406044" y="2177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0" name="pt18220"/>
            <p:cNvSpPr/>
            <p:nvPr/>
          </p:nvSpPr>
          <p:spPr>
            <a:xfrm>
              <a:off x="5008397" y="2073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1" name="pt18221"/>
            <p:cNvSpPr/>
            <p:nvPr/>
          </p:nvSpPr>
          <p:spPr>
            <a:xfrm>
              <a:off x="5291908" y="2160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2" name="pt18222"/>
            <p:cNvSpPr/>
            <p:nvPr/>
          </p:nvSpPr>
          <p:spPr>
            <a:xfrm>
              <a:off x="5155421" y="2495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3" name="pt18223"/>
            <p:cNvSpPr/>
            <p:nvPr/>
          </p:nvSpPr>
          <p:spPr>
            <a:xfrm>
              <a:off x="5039334" y="2411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4" name="pt18224"/>
            <p:cNvSpPr/>
            <p:nvPr/>
          </p:nvSpPr>
          <p:spPr>
            <a:xfrm>
              <a:off x="5431887" y="2041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5" name="pt18225"/>
            <p:cNvSpPr/>
            <p:nvPr/>
          </p:nvSpPr>
          <p:spPr>
            <a:xfrm>
              <a:off x="5347042" y="2225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6" name="pt18226"/>
            <p:cNvSpPr/>
            <p:nvPr/>
          </p:nvSpPr>
          <p:spPr>
            <a:xfrm>
              <a:off x="5507283" y="2150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7" name="pt18227"/>
            <p:cNvSpPr/>
            <p:nvPr/>
          </p:nvSpPr>
          <p:spPr>
            <a:xfrm>
              <a:off x="5802465" y="2144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8" name="pt18228"/>
            <p:cNvSpPr/>
            <p:nvPr/>
          </p:nvSpPr>
          <p:spPr>
            <a:xfrm>
              <a:off x="5647997" y="18674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9" name="pt18229"/>
            <p:cNvSpPr/>
            <p:nvPr/>
          </p:nvSpPr>
          <p:spPr>
            <a:xfrm>
              <a:off x="4732341" y="2686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0" name="pt18230"/>
            <p:cNvSpPr/>
            <p:nvPr/>
          </p:nvSpPr>
          <p:spPr>
            <a:xfrm>
              <a:off x="5216641" y="2089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1" name="pt18231"/>
            <p:cNvSpPr/>
            <p:nvPr/>
          </p:nvSpPr>
          <p:spPr>
            <a:xfrm>
              <a:off x="5447118" y="1986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2" name="pt18232"/>
            <p:cNvSpPr/>
            <p:nvPr/>
          </p:nvSpPr>
          <p:spPr>
            <a:xfrm>
              <a:off x="5484356" y="21640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3" name="pt18233"/>
            <p:cNvSpPr/>
            <p:nvPr/>
          </p:nvSpPr>
          <p:spPr>
            <a:xfrm>
              <a:off x="5562494" y="2210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4" name="pt18234"/>
            <p:cNvSpPr/>
            <p:nvPr/>
          </p:nvSpPr>
          <p:spPr>
            <a:xfrm>
              <a:off x="5026113" y="2220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5" name="pt18235"/>
            <p:cNvSpPr/>
            <p:nvPr/>
          </p:nvSpPr>
          <p:spPr>
            <a:xfrm>
              <a:off x="5443174" y="21128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6" name="pt18236"/>
            <p:cNvSpPr/>
            <p:nvPr/>
          </p:nvSpPr>
          <p:spPr>
            <a:xfrm>
              <a:off x="5433173" y="20922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7" name="pt18237"/>
            <p:cNvSpPr/>
            <p:nvPr/>
          </p:nvSpPr>
          <p:spPr>
            <a:xfrm>
              <a:off x="5197715" y="2155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8" name="pt18238"/>
            <p:cNvSpPr/>
            <p:nvPr/>
          </p:nvSpPr>
          <p:spPr>
            <a:xfrm>
              <a:off x="5136313" y="2691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9" name="pt18239"/>
            <p:cNvSpPr/>
            <p:nvPr/>
          </p:nvSpPr>
          <p:spPr>
            <a:xfrm>
              <a:off x="5423193" y="2096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0" name="pt18240"/>
            <p:cNvSpPr/>
            <p:nvPr/>
          </p:nvSpPr>
          <p:spPr>
            <a:xfrm>
              <a:off x="5143734" y="2673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1" name="pt18241"/>
            <p:cNvSpPr/>
            <p:nvPr/>
          </p:nvSpPr>
          <p:spPr>
            <a:xfrm>
              <a:off x="5203076" y="2091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2" name="pt18242"/>
            <p:cNvSpPr/>
            <p:nvPr/>
          </p:nvSpPr>
          <p:spPr>
            <a:xfrm>
              <a:off x="5565311" y="2352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3" name="pt18243"/>
            <p:cNvSpPr/>
            <p:nvPr/>
          </p:nvSpPr>
          <p:spPr>
            <a:xfrm>
              <a:off x="5307889" y="2054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4" name="pt18244"/>
            <p:cNvSpPr/>
            <p:nvPr/>
          </p:nvSpPr>
          <p:spPr>
            <a:xfrm>
              <a:off x="5351454" y="2369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5" name="pt18245"/>
            <p:cNvSpPr/>
            <p:nvPr/>
          </p:nvSpPr>
          <p:spPr>
            <a:xfrm>
              <a:off x="5620400" y="2042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6" name="pt18246"/>
            <p:cNvSpPr/>
            <p:nvPr/>
          </p:nvSpPr>
          <p:spPr>
            <a:xfrm>
              <a:off x="5355300" y="2251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7" name="pt18247"/>
            <p:cNvSpPr/>
            <p:nvPr/>
          </p:nvSpPr>
          <p:spPr>
            <a:xfrm>
              <a:off x="5128326" y="2633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8" name="pt18248"/>
            <p:cNvSpPr/>
            <p:nvPr/>
          </p:nvSpPr>
          <p:spPr>
            <a:xfrm>
              <a:off x="5244135" y="2072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9" name="pt18249"/>
            <p:cNvSpPr/>
            <p:nvPr/>
          </p:nvSpPr>
          <p:spPr>
            <a:xfrm>
              <a:off x="5108729" y="2666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0" name="pt18250"/>
            <p:cNvSpPr/>
            <p:nvPr/>
          </p:nvSpPr>
          <p:spPr>
            <a:xfrm>
              <a:off x="5592040" y="19628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1" name="pt18251"/>
            <p:cNvSpPr/>
            <p:nvPr/>
          </p:nvSpPr>
          <p:spPr>
            <a:xfrm>
              <a:off x="4781924" y="2592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2" name="pt18252"/>
            <p:cNvSpPr/>
            <p:nvPr/>
          </p:nvSpPr>
          <p:spPr>
            <a:xfrm>
              <a:off x="5358127" y="2257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3" name="pt18253"/>
            <p:cNvSpPr/>
            <p:nvPr/>
          </p:nvSpPr>
          <p:spPr>
            <a:xfrm>
              <a:off x="5434083" y="2121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4" name="pt18254"/>
            <p:cNvSpPr/>
            <p:nvPr/>
          </p:nvSpPr>
          <p:spPr>
            <a:xfrm>
              <a:off x="5538925" y="2275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5" name="pt18255"/>
            <p:cNvSpPr/>
            <p:nvPr/>
          </p:nvSpPr>
          <p:spPr>
            <a:xfrm>
              <a:off x="5225451" y="2063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6" name="pt18256"/>
            <p:cNvSpPr/>
            <p:nvPr/>
          </p:nvSpPr>
          <p:spPr>
            <a:xfrm>
              <a:off x="5405866" y="2296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7" name="pt18257"/>
            <p:cNvSpPr/>
            <p:nvPr/>
          </p:nvSpPr>
          <p:spPr>
            <a:xfrm>
              <a:off x="5485414" y="2286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8" name="pt18258"/>
            <p:cNvSpPr/>
            <p:nvPr/>
          </p:nvSpPr>
          <p:spPr>
            <a:xfrm>
              <a:off x="5765490" y="1855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9" name="pt18259"/>
            <p:cNvSpPr/>
            <p:nvPr/>
          </p:nvSpPr>
          <p:spPr>
            <a:xfrm>
              <a:off x="5402607" y="2287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0" name="pt18260"/>
            <p:cNvSpPr/>
            <p:nvPr/>
          </p:nvSpPr>
          <p:spPr>
            <a:xfrm>
              <a:off x="5131824" y="2699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1" name="pt18261"/>
            <p:cNvSpPr/>
            <p:nvPr/>
          </p:nvSpPr>
          <p:spPr>
            <a:xfrm>
              <a:off x="5129055" y="2568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2" name="pt18262"/>
            <p:cNvSpPr/>
            <p:nvPr/>
          </p:nvSpPr>
          <p:spPr>
            <a:xfrm>
              <a:off x="4877422" y="2959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3" name="pt18263"/>
            <p:cNvSpPr/>
            <p:nvPr/>
          </p:nvSpPr>
          <p:spPr>
            <a:xfrm>
              <a:off x="5631911" y="201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4" name="pt18264"/>
            <p:cNvSpPr/>
            <p:nvPr/>
          </p:nvSpPr>
          <p:spPr>
            <a:xfrm>
              <a:off x="5735152" y="1997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5" name="pt18265"/>
            <p:cNvSpPr/>
            <p:nvPr/>
          </p:nvSpPr>
          <p:spPr>
            <a:xfrm>
              <a:off x="5892627" y="1962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6" name="pt18266"/>
            <p:cNvSpPr/>
            <p:nvPr/>
          </p:nvSpPr>
          <p:spPr>
            <a:xfrm>
              <a:off x="5326389" y="2188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7" name="pt18267"/>
            <p:cNvSpPr/>
            <p:nvPr/>
          </p:nvSpPr>
          <p:spPr>
            <a:xfrm>
              <a:off x="5744662" y="2091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8" name="pt18268"/>
            <p:cNvSpPr/>
            <p:nvPr/>
          </p:nvSpPr>
          <p:spPr>
            <a:xfrm>
              <a:off x="5669523" y="16669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9" name="pt18269"/>
            <p:cNvSpPr/>
            <p:nvPr/>
          </p:nvSpPr>
          <p:spPr>
            <a:xfrm>
              <a:off x="5050062" y="2521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0" name="pt18270"/>
            <p:cNvSpPr/>
            <p:nvPr/>
          </p:nvSpPr>
          <p:spPr>
            <a:xfrm>
              <a:off x="5352404" y="21765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1" name="pt18271"/>
            <p:cNvSpPr/>
            <p:nvPr/>
          </p:nvSpPr>
          <p:spPr>
            <a:xfrm>
              <a:off x="5387936" y="2180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2" name="pt18272"/>
            <p:cNvSpPr/>
            <p:nvPr/>
          </p:nvSpPr>
          <p:spPr>
            <a:xfrm>
              <a:off x="5426935" y="2079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3" name="pt18273"/>
            <p:cNvSpPr/>
            <p:nvPr/>
          </p:nvSpPr>
          <p:spPr>
            <a:xfrm>
              <a:off x="5311716" y="2221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4" name="pt18274"/>
            <p:cNvSpPr/>
            <p:nvPr/>
          </p:nvSpPr>
          <p:spPr>
            <a:xfrm>
              <a:off x="5188356" y="21206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5" name="pt18275"/>
            <p:cNvSpPr/>
            <p:nvPr/>
          </p:nvSpPr>
          <p:spPr>
            <a:xfrm>
              <a:off x="5068044" y="25638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6" name="pt18276"/>
            <p:cNvSpPr/>
            <p:nvPr/>
          </p:nvSpPr>
          <p:spPr>
            <a:xfrm>
              <a:off x="5191820" y="2121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7" name="pt18277"/>
            <p:cNvSpPr/>
            <p:nvPr/>
          </p:nvSpPr>
          <p:spPr>
            <a:xfrm>
              <a:off x="5943700" y="14830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8" name="pt18278"/>
            <p:cNvSpPr/>
            <p:nvPr/>
          </p:nvSpPr>
          <p:spPr>
            <a:xfrm>
              <a:off x="5432412" y="2168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9" name="pt18279"/>
            <p:cNvSpPr/>
            <p:nvPr/>
          </p:nvSpPr>
          <p:spPr>
            <a:xfrm>
              <a:off x="5274923" y="2191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0" name="pt18280"/>
            <p:cNvSpPr/>
            <p:nvPr/>
          </p:nvSpPr>
          <p:spPr>
            <a:xfrm>
              <a:off x="5475715" y="2308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1" name="pt18281"/>
            <p:cNvSpPr/>
            <p:nvPr/>
          </p:nvSpPr>
          <p:spPr>
            <a:xfrm>
              <a:off x="5642091" y="2018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2" name="pt18282"/>
            <p:cNvSpPr/>
            <p:nvPr/>
          </p:nvSpPr>
          <p:spPr>
            <a:xfrm>
              <a:off x="4882495" y="2791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3" name="pt18283"/>
            <p:cNvSpPr/>
            <p:nvPr/>
          </p:nvSpPr>
          <p:spPr>
            <a:xfrm>
              <a:off x="5230609" y="20939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4" name="pt18284"/>
            <p:cNvSpPr/>
            <p:nvPr/>
          </p:nvSpPr>
          <p:spPr>
            <a:xfrm>
              <a:off x="5716732" y="1831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5" name="pt18285"/>
            <p:cNvSpPr/>
            <p:nvPr/>
          </p:nvSpPr>
          <p:spPr>
            <a:xfrm>
              <a:off x="5136106" y="2739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6" name="pt18286"/>
            <p:cNvSpPr/>
            <p:nvPr/>
          </p:nvSpPr>
          <p:spPr>
            <a:xfrm>
              <a:off x="5394831" y="2111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7" name="pt18287"/>
            <p:cNvSpPr/>
            <p:nvPr/>
          </p:nvSpPr>
          <p:spPr>
            <a:xfrm>
              <a:off x="5438568" y="20889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8" name="pt18288"/>
            <p:cNvSpPr/>
            <p:nvPr/>
          </p:nvSpPr>
          <p:spPr>
            <a:xfrm>
              <a:off x="5912312" y="1248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9" name="pt18289"/>
            <p:cNvSpPr/>
            <p:nvPr/>
          </p:nvSpPr>
          <p:spPr>
            <a:xfrm>
              <a:off x="5343448" y="2313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0" name="pt18290"/>
            <p:cNvSpPr/>
            <p:nvPr/>
          </p:nvSpPr>
          <p:spPr>
            <a:xfrm>
              <a:off x="5139001" y="2676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1" name="pt18291"/>
            <p:cNvSpPr/>
            <p:nvPr/>
          </p:nvSpPr>
          <p:spPr>
            <a:xfrm>
              <a:off x="5139221" y="2658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2" name="pt18292"/>
            <p:cNvSpPr/>
            <p:nvPr/>
          </p:nvSpPr>
          <p:spPr>
            <a:xfrm>
              <a:off x="5425947" y="2210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3" name="pt18293"/>
            <p:cNvSpPr/>
            <p:nvPr/>
          </p:nvSpPr>
          <p:spPr>
            <a:xfrm>
              <a:off x="5312130" y="2231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4" name="pt18294"/>
            <p:cNvSpPr/>
            <p:nvPr/>
          </p:nvSpPr>
          <p:spPr>
            <a:xfrm>
              <a:off x="5175582" y="24716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5" name="pt18295"/>
            <p:cNvSpPr/>
            <p:nvPr/>
          </p:nvSpPr>
          <p:spPr>
            <a:xfrm>
              <a:off x="5297685" y="2243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6" name="pt18296"/>
            <p:cNvSpPr/>
            <p:nvPr/>
          </p:nvSpPr>
          <p:spPr>
            <a:xfrm>
              <a:off x="5359598" y="2237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7" name="pt18297"/>
            <p:cNvSpPr/>
            <p:nvPr/>
          </p:nvSpPr>
          <p:spPr>
            <a:xfrm>
              <a:off x="5242914" y="2112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8" name="pt18298"/>
            <p:cNvSpPr/>
            <p:nvPr/>
          </p:nvSpPr>
          <p:spPr>
            <a:xfrm>
              <a:off x="5194506" y="22613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9" name="pt18299"/>
            <p:cNvSpPr/>
            <p:nvPr/>
          </p:nvSpPr>
          <p:spPr>
            <a:xfrm>
              <a:off x="5636004" y="2096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0" name="pt18300"/>
            <p:cNvSpPr/>
            <p:nvPr/>
          </p:nvSpPr>
          <p:spPr>
            <a:xfrm>
              <a:off x="5053449" y="24402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1" name="pt18301"/>
            <p:cNvSpPr/>
            <p:nvPr/>
          </p:nvSpPr>
          <p:spPr>
            <a:xfrm>
              <a:off x="5007173" y="20977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2" name="pt18302"/>
            <p:cNvSpPr/>
            <p:nvPr/>
          </p:nvSpPr>
          <p:spPr>
            <a:xfrm>
              <a:off x="5291601" y="20420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3" name="pt18303"/>
            <p:cNvSpPr/>
            <p:nvPr/>
          </p:nvSpPr>
          <p:spPr>
            <a:xfrm>
              <a:off x="5449486" y="1950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4" name="pt18304"/>
            <p:cNvSpPr/>
            <p:nvPr/>
          </p:nvSpPr>
          <p:spPr>
            <a:xfrm>
              <a:off x="5558679" y="22467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5" name="pt18305"/>
            <p:cNvSpPr/>
            <p:nvPr/>
          </p:nvSpPr>
          <p:spPr>
            <a:xfrm>
              <a:off x="5528433" y="2248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6" name="pt18306"/>
            <p:cNvSpPr/>
            <p:nvPr/>
          </p:nvSpPr>
          <p:spPr>
            <a:xfrm>
              <a:off x="5432647" y="20566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7" name="pt18307"/>
            <p:cNvSpPr/>
            <p:nvPr/>
          </p:nvSpPr>
          <p:spPr>
            <a:xfrm>
              <a:off x="5664885" y="1696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8" name="pt18308"/>
            <p:cNvSpPr/>
            <p:nvPr/>
          </p:nvSpPr>
          <p:spPr>
            <a:xfrm>
              <a:off x="4742209" y="2501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9" name="pt18309"/>
            <p:cNvSpPr/>
            <p:nvPr/>
          </p:nvSpPr>
          <p:spPr>
            <a:xfrm>
              <a:off x="5364781" y="2008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0" name="pt18310"/>
            <p:cNvSpPr/>
            <p:nvPr/>
          </p:nvSpPr>
          <p:spPr>
            <a:xfrm>
              <a:off x="5187906" y="2252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1" name="pt18311"/>
            <p:cNvSpPr/>
            <p:nvPr/>
          </p:nvSpPr>
          <p:spPr>
            <a:xfrm>
              <a:off x="5360953" y="2063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2" name="pt18312"/>
            <p:cNvSpPr/>
            <p:nvPr/>
          </p:nvSpPr>
          <p:spPr>
            <a:xfrm>
              <a:off x="5347462" y="2239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3" name="pt18313"/>
            <p:cNvSpPr/>
            <p:nvPr/>
          </p:nvSpPr>
          <p:spPr>
            <a:xfrm>
              <a:off x="4821651" y="24546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4" name="pt18314"/>
            <p:cNvSpPr/>
            <p:nvPr/>
          </p:nvSpPr>
          <p:spPr>
            <a:xfrm>
              <a:off x="5681711" y="1945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5" name="pt18315"/>
            <p:cNvSpPr/>
            <p:nvPr/>
          </p:nvSpPr>
          <p:spPr>
            <a:xfrm>
              <a:off x="5386049" y="2156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6" name="pt18316"/>
            <p:cNvSpPr/>
            <p:nvPr/>
          </p:nvSpPr>
          <p:spPr>
            <a:xfrm>
              <a:off x="5669691" y="17313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7" name="pt18317"/>
            <p:cNvSpPr/>
            <p:nvPr/>
          </p:nvSpPr>
          <p:spPr>
            <a:xfrm>
              <a:off x="5214190" y="1904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8" name="pt18318"/>
            <p:cNvSpPr/>
            <p:nvPr/>
          </p:nvSpPr>
          <p:spPr>
            <a:xfrm>
              <a:off x="5447428" y="1871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9" name="pt18319"/>
            <p:cNvSpPr/>
            <p:nvPr/>
          </p:nvSpPr>
          <p:spPr>
            <a:xfrm>
              <a:off x="5261726" y="2128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0" name="pt18320"/>
            <p:cNvSpPr/>
            <p:nvPr/>
          </p:nvSpPr>
          <p:spPr>
            <a:xfrm>
              <a:off x="5442190" y="1917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1" name="pt18321"/>
            <p:cNvSpPr/>
            <p:nvPr/>
          </p:nvSpPr>
          <p:spPr>
            <a:xfrm>
              <a:off x="5046752" y="2269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2" name="pt18322"/>
            <p:cNvSpPr/>
            <p:nvPr/>
          </p:nvSpPr>
          <p:spPr>
            <a:xfrm>
              <a:off x="5121729" y="2642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3" name="pt18323"/>
            <p:cNvSpPr/>
            <p:nvPr/>
          </p:nvSpPr>
          <p:spPr>
            <a:xfrm>
              <a:off x="5530217" y="2213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4" name="pt18324"/>
            <p:cNvSpPr/>
            <p:nvPr/>
          </p:nvSpPr>
          <p:spPr>
            <a:xfrm>
              <a:off x="5061782" y="24629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5" name="pt18325"/>
            <p:cNvSpPr/>
            <p:nvPr/>
          </p:nvSpPr>
          <p:spPr>
            <a:xfrm>
              <a:off x="5050235" y="2440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6" name="pt18326"/>
            <p:cNvSpPr/>
            <p:nvPr/>
          </p:nvSpPr>
          <p:spPr>
            <a:xfrm>
              <a:off x="5537717" y="22217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7" name="pt18327"/>
            <p:cNvSpPr/>
            <p:nvPr/>
          </p:nvSpPr>
          <p:spPr>
            <a:xfrm>
              <a:off x="5537174" y="2211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8" name="pt18328"/>
            <p:cNvSpPr/>
            <p:nvPr/>
          </p:nvSpPr>
          <p:spPr>
            <a:xfrm>
              <a:off x="5413383" y="2062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9" name="pt18329"/>
            <p:cNvSpPr/>
            <p:nvPr/>
          </p:nvSpPr>
          <p:spPr>
            <a:xfrm>
              <a:off x="5731111" y="20948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0" name="pt18330"/>
            <p:cNvSpPr/>
            <p:nvPr/>
          </p:nvSpPr>
          <p:spPr>
            <a:xfrm>
              <a:off x="5186618" y="22186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1" name="pt18331"/>
            <p:cNvSpPr/>
            <p:nvPr/>
          </p:nvSpPr>
          <p:spPr>
            <a:xfrm>
              <a:off x="4819393" y="2265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2" name="pt18332"/>
            <p:cNvSpPr/>
            <p:nvPr/>
          </p:nvSpPr>
          <p:spPr>
            <a:xfrm>
              <a:off x="5774476" y="19089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3" name="pt18333"/>
            <p:cNvSpPr/>
            <p:nvPr/>
          </p:nvSpPr>
          <p:spPr>
            <a:xfrm>
              <a:off x="5045883" y="2292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4" name="pt18334"/>
            <p:cNvSpPr/>
            <p:nvPr/>
          </p:nvSpPr>
          <p:spPr>
            <a:xfrm>
              <a:off x="5751737" y="1995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5" name="pt18335"/>
            <p:cNvSpPr/>
            <p:nvPr/>
          </p:nvSpPr>
          <p:spPr>
            <a:xfrm>
              <a:off x="5630202" y="2025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6" name="pt18336"/>
            <p:cNvSpPr/>
            <p:nvPr/>
          </p:nvSpPr>
          <p:spPr>
            <a:xfrm>
              <a:off x="5452413" y="20135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7" name="pt18337"/>
            <p:cNvSpPr/>
            <p:nvPr/>
          </p:nvSpPr>
          <p:spPr>
            <a:xfrm>
              <a:off x="5873747" y="1699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8" name="pt18338"/>
            <p:cNvSpPr/>
            <p:nvPr/>
          </p:nvSpPr>
          <p:spPr>
            <a:xfrm>
              <a:off x="5043662" y="2557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9" name="pt18339"/>
            <p:cNvSpPr/>
            <p:nvPr/>
          </p:nvSpPr>
          <p:spPr>
            <a:xfrm>
              <a:off x="5666502" y="16853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0" name="pt18340"/>
            <p:cNvSpPr/>
            <p:nvPr/>
          </p:nvSpPr>
          <p:spPr>
            <a:xfrm>
              <a:off x="5181530" y="1993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1" name="pt18341"/>
            <p:cNvSpPr/>
            <p:nvPr/>
          </p:nvSpPr>
          <p:spPr>
            <a:xfrm>
              <a:off x="5607048" y="18907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2" name="pt18342"/>
            <p:cNvSpPr/>
            <p:nvPr/>
          </p:nvSpPr>
          <p:spPr>
            <a:xfrm>
              <a:off x="4983661" y="27591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3" name="pt18343"/>
            <p:cNvSpPr/>
            <p:nvPr/>
          </p:nvSpPr>
          <p:spPr>
            <a:xfrm>
              <a:off x="5530753" y="2194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4" name="pt18344"/>
            <p:cNvSpPr/>
            <p:nvPr/>
          </p:nvSpPr>
          <p:spPr>
            <a:xfrm>
              <a:off x="5564533" y="22794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5" name="pt18345"/>
            <p:cNvSpPr/>
            <p:nvPr/>
          </p:nvSpPr>
          <p:spPr>
            <a:xfrm>
              <a:off x="5227140" y="1970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6" name="pt18346"/>
            <p:cNvSpPr/>
            <p:nvPr/>
          </p:nvSpPr>
          <p:spPr>
            <a:xfrm>
              <a:off x="5574496" y="2020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7" name="pt18347"/>
            <p:cNvSpPr/>
            <p:nvPr/>
          </p:nvSpPr>
          <p:spPr>
            <a:xfrm>
              <a:off x="5112301" y="2536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8" name="pt18348"/>
            <p:cNvSpPr/>
            <p:nvPr/>
          </p:nvSpPr>
          <p:spPr>
            <a:xfrm>
              <a:off x="5227063" y="1872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9" name="pt18349"/>
            <p:cNvSpPr/>
            <p:nvPr/>
          </p:nvSpPr>
          <p:spPr>
            <a:xfrm>
              <a:off x="5375986" y="2192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0" name="pt18350"/>
            <p:cNvSpPr/>
            <p:nvPr/>
          </p:nvSpPr>
          <p:spPr>
            <a:xfrm>
              <a:off x="5768195" y="19314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1" name="pt18351"/>
            <p:cNvSpPr/>
            <p:nvPr/>
          </p:nvSpPr>
          <p:spPr>
            <a:xfrm>
              <a:off x="5529745" y="22177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2" name="pt18352"/>
            <p:cNvSpPr/>
            <p:nvPr/>
          </p:nvSpPr>
          <p:spPr>
            <a:xfrm>
              <a:off x="5483243" y="2127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3" name="pt18353"/>
            <p:cNvSpPr/>
            <p:nvPr/>
          </p:nvSpPr>
          <p:spPr>
            <a:xfrm>
              <a:off x="5409537" y="2251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4" name="pt18354"/>
            <p:cNvSpPr/>
            <p:nvPr/>
          </p:nvSpPr>
          <p:spPr>
            <a:xfrm>
              <a:off x="5362535" y="2118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5" name="pt18355"/>
            <p:cNvSpPr/>
            <p:nvPr/>
          </p:nvSpPr>
          <p:spPr>
            <a:xfrm>
              <a:off x="5432843" y="2119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6" name="pt18356"/>
            <p:cNvSpPr/>
            <p:nvPr/>
          </p:nvSpPr>
          <p:spPr>
            <a:xfrm>
              <a:off x="5608324" y="2015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7" name="pt18357"/>
            <p:cNvSpPr/>
            <p:nvPr/>
          </p:nvSpPr>
          <p:spPr>
            <a:xfrm>
              <a:off x="5546366" y="2134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8" name="pt18358"/>
            <p:cNvSpPr/>
            <p:nvPr/>
          </p:nvSpPr>
          <p:spPr>
            <a:xfrm>
              <a:off x="5450570" y="1979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9" name="pt18359"/>
            <p:cNvSpPr/>
            <p:nvPr/>
          </p:nvSpPr>
          <p:spPr>
            <a:xfrm>
              <a:off x="5592192" y="2143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0" name="pt18360"/>
            <p:cNvSpPr/>
            <p:nvPr/>
          </p:nvSpPr>
          <p:spPr>
            <a:xfrm>
              <a:off x="5216033" y="2007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1" name="pt18361"/>
            <p:cNvSpPr/>
            <p:nvPr/>
          </p:nvSpPr>
          <p:spPr>
            <a:xfrm>
              <a:off x="5481063" y="2233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2" name="pt18362"/>
            <p:cNvSpPr/>
            <p:nvPr/>
          </p:nvSpPr>
          <p:spPr>
            <a:xfrm>
              <a:off x="5657084" y="164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3" name="pt18363"/>
            <p:cNvSpPr/>
            <p:nvPr/>
          </p:nvSpPr>
          <p:spPr>
            <a:xfrm>
              <a:off x="5256997" y="2190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4" name="pt18364"/>
            <p:cNvSpPr/>
            <p:nvPr/>
          </p:nvSpPr>
          <p:spPr>
            <a:xfrm>
              <a:off x="5710297" y="1936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5" name="pt18365"/>
            <p:cNvSpPr/>
            <p:nvPr/>
          </p:nvSpPr>
          <p:spPr>
            <a:xfrm>
              <a:off x="5900313" y="1753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6" name="pt18366"/>
            <p:cNvSpPr/>
            <p:nvPr/>
          </p:nvSpPr>
          <p:spPr>
            <a:xfrm>
              <a:off x="5469332" y="20065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7" name="pt18367"/>
            <p:cNvSpPr/>
            <p:nvPr/>
          </p:nvSpPr>
          <p:spPr>
            <a:xfrm>
              <a:off x="5421153" y="2193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8" name="pt18368"/>
            <p:cNvSpPr/>
            <p:nvPr/>
          </p:nvSpPr>
          <p:spPr>
            <a:xfrm>
              <a:off x="5337705" y="22281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9" name="pt18369"/>
            <p:cNvSpPr/>
            <p:nvPr/>
          </p:nvSpPr>
          <p:spPr>
            <a:xfrm>
              <a:off x="5524034" y="19863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0" name="pt18370"/>
            <p:cNvSpPr/>
            <p:nvPr/>
          </p:nvSpPr>
          <p:spPr>
            <a:xfrm>
              <a:off x="5405712" y="22756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1" name="pt18371"/>
            <p:cNvSpPr/>
            <p:nvPr/>
          </p:nvSpPr>
          <p:spPr>
            <a:xfrm>
              <a:off x="5625524" y="20463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2" name="pt18372"/>
            <p:cNvSpPr/>
            <p:nvPr/>
          </p:nvSpPr>
          <p:spPr>
            <a:xfrm>
              <a:off x="5356360" y="2275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3" name="pt18373"/>
            <p:cNvSpPr/>
            <p:nvPr/>
          </p:nvSpPr>
          <p:spPr>
            <a:xfrm>
              <a:off x="5643820" y="18540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4" name="pt18374"/>
            <p:cNvSpPr/>
            <p:nvPr/>
          </p:nvSpPr>
          <p:spPr>
            <a:xfrm>
              <a:off x="5422318" y="2199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5" name="pt18375"/>
            <p:cNvSpPr/>
            <p:nvPr/>
          </p:nvSpPr>
          <p:spPr>
            <a:xfrm>
              <a:off x="5174159" y="23708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6" name="pt18376"/>
            <p:cNvSpPr/>
            <p:nvPr/>
          </p:nvSpPr>
          <p:spPr>
            <a:xfrm>
              <a:off x="4981279" y="25159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7" name="pt18377"/>
            <p:cNvSpPr/>
            <p:nvPr/>
          </p:nvSpPr>
          <p:spPr>
            <a:xfrm>
              <a:off x="5795256" y="1886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8" name="pt18378"/>
            <p:cNvSpPr/>
            <p:nvPr/>
          </p:nvSpPr>
          <p:spPr>
            <a:xfrm>
              <a:off x="5627082" y="2072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9" name="pt18379"/>
            <p:cNvSpPr/>
            <p:nvPr/>
          </p:nvSpPr>
          <p:spPr>
            <a:xfrm>
              <a:off x="5425792" y="2125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0" name="pt18380"/>
            <p:cNvSpPr/>
            <p:nvPr/>
          </p:nvSpPr>
          <p:spPr>
            <a:xfrm>
              <a:off x="5401566" y="2213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1" name="pt18381"/>
            <p:cNvSpPr/>
            <p:nvPr/>
          </p:nvSpPr>
          <p:spPr>
            <a:xfrm>
              <a:off x="5617361" y="19240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2" name="pt18382"/>
            <p:cNvSpPr/>
            <p:nvPr/>
          </p:nvSpPr>
          <p:spPr>
            <a:xfrm>
              <a:off x="5135209" y="2707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3" name="pt18383"/>
            <p:cNvSpPr/>
            <p:nvPr/>
          </p:nvSpPr>
          <p:spPr>
            <a:xfrm>
              <a:off x="5494780" y="21737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4" name="pt18384"/>
            <p:cNvSpPr/>
            <p:nvPr/>
          </p:nvSpPr>
          <p:spPr>
            <a:xfrm>
              <a:off x="5724136" y="1884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5" name="pt18385"/>
            <p:cNvSpPr/>
            <p:nvPr/>
          </p:nvSpPr>
          <p:spPr>
            <a:xfrm>
              <a:off x="5923143" y="18568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6" name="pt18386"/>
            <p:cNvSpPr/>
            <p:nvPr/>
          </p:nvSpPr>
          <p:spPr>
            <a:xfrm>
              <a:off x="5186867" y="2071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7" name="pt18387"/>
            <p:cNvSpPr/>
            <p:nvPr/>
          </p:nvSpPr>
          <p:spPr>
            <a:xfrm>
              <a:off x="5296006" y="2159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8" name="pt18388"/>
            <p:cNvSpPr/>
            <p:nvPr/>
          </p:nvSpPr>
          <p:spPr>
            <a:xfrm>
              <a:off x="5430290" y="2069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9" name="pt18389"/>
            <p:cNvSpPr/>
            <p:nvPr/>
          </p:nvSpPr>
          <p:spPr>
            <a:xfrm>
              <a:off x="5226636" y="2001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0" name="pt18390"/>
            <p:cNvSpPr/>
            <p:nvPr/>
          </p:nvSpPr>
          <p:spPr>
            <a:xfrm>
              <a:off x="5525540" y="2283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1" name="pt18391"/>
            <p:cNvSpPr/>
            <p:nvPr/>
          </p:nvSpPr>
          <p:spPr>
            <a:xfrm>
              <a:off x="5715176" y="1864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2" name="pt18392"/>
            <p:cNvSpPr/>
            <p:nvPr/>
          </p:nvSpPr>
          <p:spPr>
            <a:xfrm>
              <a:off x="5711382" y="19247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3" name="pt18393"/>
            <p:cNvSpPr/>
            <p:nvPr/>
          </p:nvSpPr>
          <p:spPr>
            <a:xfrm>
              <a:off x="5378288" y="1965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4" name="pt18394"/>
            <p:cNvSpPr/>
            <p:nvPr/>
          </p:nvSpPr>
          <p:spPr>
            <a:xfrm>
              <a:off x="5458574" y="2085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5" name="pt18395"/>
            <p:cNvSpPr/>
            <p:nvPr/>
          </p:nvSpPr>
          <p:spPr>
            <a:xfrm>
              <a:off x="5494957" y="2310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6" name="pt18396"/>
            <p:cNvSpPr/>
            <p:nvPr/>
          </p:nvSpPr>
          <p:spPr>
            <a:xfrm>
              <a:off x="4928173" y="1809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7" name="pt18397"/>
            <p:cNvSpPr/>
            <p:nvPr/>
          </p:nvSpPr>
          <p:spPr>
            <a:xfrm>
              <a:off x="5474443" y="22170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8" name="pt18398"/>
            <p:cNvSpPr/>
            <p:nvPr/>
          </p:nvSpPr>
          <p:spPr>
            <a:xfrm>
              <a:off x="5083821" y="1808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9" name="pt18399"/>
            <p:cNvSpPr/>
            <p:nvPr/>
          </p:nvSpPr>
          <p:spPr>
            <a:xfrm>
              <a:off x="5388359" y="2083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0" name="pt18400"/>
            <p:cNvSpPr/>
            <p:nvPr/>
          </p:nvSpPr>
          <p:spPr>
            <a:xfrm>
              <a:off x="4913180" y="18071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1" name="pt18401"/>
            <p:cNvSpPr/>
            <p:nvPr/>
          </p:nvSpPr>
          <p:spPr>
            <a:xfrm>
              <a:off x="5517234" y="2178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2" name="pt18402"/>
            <p:cNvSpPr/>
            <p:nvPr/>
          </p:nvSpPr>
          <p:spPr>
            <a:xfrm>
              <a:off x="5752335" y="1897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3" name="pt18403"/>
            <p:cNvSpPr/>
            <p:nvPr/>
          </p:nvSpPr>
          <p:spPr>
            <a:xfrm>
              <a:off x="5060219" y="2402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4" name="pt18404"/>
            <p:cNvSpPr/>
            <p:nvPr/>
          </p:nvSpPr>
          <p:spPr>
            <a:xfrm>
              <a:off x="5529053" y="22013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5" name="pt18405"/>
            <p:cNvSpPr/>
            <p:nvPr/>
          </p:nvSpPr>
          <p:spPr>
            <a:xfrm>
              <a:off x="5646267" y="1903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6" name="pt18406"/>
            <p:cNvSpPr/>
            <p:nvPr/>
          </p:nvSpPr>
          <p:spPr>
            <a:xfrm>
              <a:off x="4944454" y="24778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7" name="pt18407"/>
            <p:cNvSpPr/>
            <p:nvPr/>
          </p:nvSpPr>
          <p:spPr>
            <a:xfrm>
              <a:off x="5649574" y="1870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8" name="pt18408"/>
            <p:cNvSpPr/>
            <p:nvPr/>
          </p:nvSpPr>
          <p:spPr>
            <a:xfrm>
              <a:off x="5017714" y="2314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9" name="pt18409"/>
            <p:cNvSpPr/>
            <p:nvPr/>
          </p:nvSpPr>
          <p:spPr>
            <a:xfrm>
              <a:off x="5426964" y="2181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0" name="pt18410"/>
            <p:cNvSpPr/>
            <p:nvPr/>
          </p:nvSpPr>
          <p:spPr>
            <a:xfrm>
              <a:off x="5097113" y="2556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1" name="pt18411"/>
            <p:cNvSpPr/>
            <p:nvPr/>
          </p:nvSpPr>
          <p:spPr>
            <a:xfrm>
              <a:off x="5873599" y="1398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2" name="pt18412"/>
            <p:cNvSpPr/>
            <p:nvPr/>
          </p:nvSpPr>
          <p:spPr>
            <a:xfrm>
              <a:off x="5385371" y="2183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3" name="pt18413"/>
            <p:cNvSpPr/>
            <p:nvPr/>
          </p:nvSpPr>
          <p:spPr>
            <a:xfrm>
              <a:off x="5085686" y="2091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4" name="pt18414"/>
            <p:cNvSpPr/>
            <p:nvPr/>
          </p:nvSpPr>
          <p:spPr>
            <a:xfrm>
              <a:off x="5595936" y="18919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5" name="pt18415"/>
            <p:cNvSpPr/>
            <p:nvPr/>
          </p:nvSpPr>
          <p:spPr>
            <a:xfrm>
              <a:off x="5094698" y="2623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6" name="pt18416"/>
            <p:cNvSpPr/>
            <p:nvPr/>
          </p:nvSpPr>
          <p:spPr>
            <a:xfrm>
              <a:off x="5328836" y="20894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7" name="pt18417"/>
            <p:cNvSpPr/>
            <p:nvPr/>
          </p:nvSpPr>
          <p:spPr>
            <a:xfrm>
              <a:off x="5794059" y="1828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8" name="pt18418"/>
            <p:cNvSpPr/>
            <p:nvPr/>
          </p:nvSpPr>
          <p:spPr>
            <a:xfrm>
              <a:off x="5409097" y="2312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9" name="pt18419"/>
            <p:cNvSpPr/>
            <p:nvPr/>
          </p:nvSpPr>
          <p:spPr>
            <a:xfrm>
              <a:off x="5614901" y="20524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0" name="pt18420"/>
            <p:cNvSpPr/>
            <p:nvPr/>
          </p:nvSpPr>
          <p:spPr>
            <a:xfrm>
              <a:off x="5373765" y="21142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1" name="pt18421"/>
            <p:cNvSpPr/>
            <p:nvPr/>
          </p:nvSpPr>
          <p:spPr>
            <a:xfrm>
              <a:off x="5947331" y="1618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2" name="pt18422"/>
            <p:cNvSpPr/>
            <p:nvPr/>
          </p:nvSpPr>
          <p:spPr>
            <a:xfrm>
              <a:off x="5761837" y="1846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3" name="pt18423"/>
            <p:cNvSpPr/>
            <p:nvPr/>
          </p:nvSpPr>
          <p:spPr>
            <a:xfrm>
              <a:off x="5545682" y="22514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4" name="pt18424"/>
            <p:cNvSpPr/>
            <p:nvPr/>
          </p:nvSpPr>
          <p:spPr>
            <a:xfrm>
              <a:off x="5089203" y="25381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5" name="pt18425"/>
            <p:cNvSpPr/>
            <p:nvPr/>
          </p:nvSpPr>
          <p:spPr>
            <a:xfrm>
              <a:off x="5260701" y="2225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6" name="pt18426"/>
            <p:cNvSpPr/>
            <p:nvPr/>
          </p:nvSpPr>
          <p:spPr>
            <a:xfrm>
              <a:off x="5238186" y="2102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7" name="pt18427"/>
            <p:cNvSpPr/>
            <p:nvPr/>
          </p:nvSpPr>
          <p:spPr>
            <a:xfrm>
              <a:off x="4619901" y="2868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8" name="pt18428"/>
            <p:cNvSpPr/>
            <p:nvPr/>
          </p:nvSpPr>
          <p:spPr>
            <a:xfrm>
              <a:off x="5518976" y="22449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9" name="pt18429"/>
            <p:cNvSpPr/>
            <p:nvPr/>
          </p:nvSpPr>
          <p:spPr>
            <a:xfrm>
              <a:off x="5454783" y="1945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0" name="pt18430"/>
            <p:cNvSpPr/>
            <p:nvPr/>
          </p:nvSpPr>
          <p:spPr>
            <a:xfrm>
              <a:off x="5448140" y="1885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1" name="pt18431"/>
            <p:cNvSpPr/>
            <p:nvPr/>
          </p:nvSpPr>
          <p:spPr>
            <a:xfrm>
              <a:off x="5668024" y="1685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2" name="pt18432"/>
            <p:cNvSpPr/>
            <p:nvPr/>
          </p:nvSpPr>
          <p:spPr>
            <a:xfrm>
              <a:off x="5710931" y="1884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3" name="pt18433"/>
            <p:cNvSpPr/>
            <p:nvPr/>
          </p:nvSpPr>
          <p:spPr>
            <a:xfrm>
              <a:off x="5221380" y="2109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4" name="pt18434"/>
            <p:cNvSpPr/>
            <p:nvPr/>
          </p:nvSpPr>
          <p:spPr>
            <a:xfrm>
              <a:off x="5710242" y="1874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5" name="pt18435"/>
            <p:cNvSpPr/>
            <p:nvPr/>
          </p:nvSpPr>
          <p:spPr>
            <a:xfrm>
              <a:off x="5550331" y="2230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6" name="pt18436"/>
            <p:cNvSpPr/>
            <p:nvPr/>
          </p:nvSpPr>
          <p:spPr>
            <a:xfrm>
              <a:off x="5626999" y="1998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7" name="pt18437"/>
            <p:cNvSpPr/>
            <p:nvPr/>
          </p:nvSpPr>
          <p:spPr>
            <a:xfrm>
              <a:off x="5503186" y="2203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8" name="pt18438"/>
            <p:cNvSpPr/>
            <p:nvPr/>
          </p:nvSpPr>
          <p:spPr>
            <a:xfrm>
              <a:off x="5443785" y="2042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9" name="pt18439"/>
            <p:cNvSpPr/>
            <p:nvPr/>
          </p:nvSpPr>
          <p:spPr>
            <a:xfrm>
              <a:off x="6186216" y="1597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0" name="pt18440"/>
            <p:cNvSpPr/>
            <p:nvPr/>
          </p:nvSpPr>
          <p:spPr>
            <a:xfrm>
              <a:off x="5817258" y="1816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1" name="pt18441"/>
            <p:cNvSpPr/>
            <p:nvPr/>
          </p:nvSpPr>
          <p:spPr>
            <a:xfrm>
              <a:off x="5695836" y="19264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2" name="pt18442"/>
            <p:cNvSpPr/>
            <p:nvPr/>
          </p:nvSpPr>
          <p:spPr>
            <a:xfrm>
              <a:off x="5383285" y="2170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3" name="pt18443"/>
            <p:cNvSpPr/>
            <p:nvPr/>
          </p:nvSpPr>
          <p:spPr>
            <a:xfrm>
              <a:off x="5634723" y="20741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4" name="pt18444"/>
            <p:cNvSpPr/>
            <p:nvPr/>
          </p:nvSpPr>
          <p:spPr>
            <a:xfrm>
              <a:off x="5124513" y="2632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5" name="pt18445"/>
            <p:cNvSpPr/>
            <p:nvPr/>
          </p:nvSpPr>
          <p:spPr>
            <a:xfrm>
              <a:off x="5772010" y="19823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6" name="pt18446"/>
            <p:cNvSpPr/>
            <p:nvPr/>
          </p:nvSpPr>
          <p:spPr>
            <a:xfrm>
              <a:off x="5561827" y="2225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7" name="pt18447"/>
            <p:cNvSpPr/>
            <p:nvPr/>
          </p:nvSpPr>
          <p:spPr>
            <a:xfrm>
              <a:off x="5624755" y="19943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8" name="pt18448"/>
            <p:cNvSpPr/>
            <p:nvPr/>
          </p:nvSpPr>
          <p:spPr>
            <a:xfrm>
              <a:off x="5138464" y="27978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9" name="pt18449"/>
            <p:cNvSpPr/>
            <p:nvPr/>
          </p:nvSpPr>
          <p:spPr>
            <a:xfrm>
              <a:off x="5509387" y="2130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0" name="pt18450"/>
            <p:cNvSpPr/>
            <p:nvPr/>
          </p:nvSpPr>
          <p:spPr>
            <a:xfrm>
              <a:off x="5674549" y="1884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1" name="pt18451"/>
            <p:cNvSpPr/>
            <p:nvPr/>
          </p:nvSpPr>
          <p:spPr>
            <a:xfrm>
              <a:off x="5136578" y="2734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2" name="pt18452"/>
            <p:cNvSpPr/>
            <p:nvPr/>
          </p:nvSpPr>
          <p:spPr>
            <a:xfrm>
              <a:off x="5233699" y="21913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3" name="pt18453"/>
            <p:cNvSpPr/>
            <p:nvPr/>
          </p:nvSpPr>
          <p:spPr>
            <a:xfrm>
              <a:off x="5486795" y="22718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4" name="pt18454"/>
            <p:cNvSpPr/>
            <p:nvPr/>
          </p:nvSpPr>
          <p:spPr>
            <a:xfrm>
              <a:off x="5329437" y="2177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5" name="pt18455"/>
            <p:cNvSpPr/>
            <p:nvPr/>
          </p:nvSpPr>
          <p:spPr>
            <a:xfrm>
              <a:off x="5386024" y="2229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6" name="pt18456"/>
            <p:cNvSpPr/>
            <p:nvPr/>
          </p:nvSpPr>
          <p:spPr>
            <a:xfrm>
              <a:off x="5305620" y="2200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7" name="pt18457"/>
            <p:cNvSpPr/>
            <p:nvPr/>
          </p:nvSpPr>
          <p:spPr>
            <a:xfrm>
              <a:off x="5368739" y="2156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8" name="pt18458"/>
            <p:cNvSpPr/>
            <p:nvPr/>
          </p:nvSpPr>
          <p:spPr>
            <a:xfrm>
              <a:off x="5396596" y="2191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9" name="pt18459"/>
            <p:cNvSpPr/>
            <p:nvPr/>
          </p:nvSpPr>
          <p:spPr>
            <a:xfrm>
              <a:off x="5185792" y="2132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0" name="pt18460"/>
            <p:cNvSpPr/>
            <p:nvPr/>
          </p:nvSpPr>
          <p:spPr>
            <a:xfrm>
              <a:off x="4730371" y="2617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1" name="pt18461"/>
            <p:cNvSpPr/>
            <p:nvPr/>
          </p:nvSpPr>
          <p:spPr>
            <a:xfrm>
              <a:off x="5374057" y="21610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2" name="pt18462"/>
            <p:cNvSpPr/>
            <p:nvPr/>
          </p:nvSpPr>
          <p:spPr>
            <a:xfrm>
              <a:off x="4990823" y="2561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3" name="pt18463"/>
            <p:cNvSpPr/>
            <p:nvPr/>
          </p:nvSpPr>
          <p:spPr>
            <a:xfrm>
              <a:off x="5195761" y="2238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4" name="pt18464"/>
            <p:cNvSpPr/>
            <p:nvPr/>
          </p:nvSpPr>
          <p:spPr>
            <a:xfrm>
              <a:off x="5732869" y="1929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5" name="pt18465"/>
            <p:cNvSpPr/>
            <p:nvPr/>
          </p:nvSpPr>
          <p:spPr>
            <a:xfrm>
              <a:off x="5411197" y="2137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6" name="pt18466"/>
            <p:cNvSpPr/>
            <p:nvPr/>
          </p:nvSpPr>
          <p:spPr>
            <a:xfrm>
              <a:off x="5522588" y="211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7" name="pt18467"/>
            <p:cNvSpPr/>
            <p:nvPr/>
          </p:nvSpPr>
          <p:spPr>
            <a:xfrm>
              <a:off x="5356634" y="2240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8" name="pt18468"/>
            <p:cNvSpPr/>
            <p:nvPr/>
          </p:nvSpPr>
          <p:spPr>
            <a:xfrm>
              <a:off x="5438730" y="2083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9" name="pt18469"/>
            <p:cNvSpPr/>
            <p:nvPr/>
          </p:nvSpPr>
          <p:spPr>
            <a:xfrm>
              <a:off x="6074556" y="1781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0" name="pt18470"/>
            <p:cNvSpPr/>
            <p:nvPr/>
          </p:nvSpPr>
          <p:spPr>
            <a:xfrm>
              <a:off x="5101874" y="26951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1" name="pt18471"/>
            <p:cNvSpPr/>
            <p:nvPr/>
          </p:nvSpPr>
          <p:spPr>
            <a:xfrm>
              <a:off x="5042295" y="2437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2" name="pt18472"/>
            <p:cNvSpPr/>
            <p:nvPr/>
          </p:nvSpPr>
          <p:spPr>
            <a:xfrm>
              <a:off x="5369596" y="20935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3" name="pt18473"/>
            <p:cNvSpPr/>
            <p:nvPr/>
          </p:nvSpPr>
          <p:spPr>
            <a:xfrm>
              <a:off x="5609519" y="2031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4" name="pt18474"/>
            <p:cNvSpPr/>
            <p:nvPr/>
          </p:nvSpPr>
          <p:spPr>
            <a:xfrm>
              <a:off x="4875102" y="26804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5" name="pt18475"/>
            <p:cNvSpPr/>
            <p:nvPr/>
          </p:nvSpPr>
          <p:spPr>
            <a:xfrm>
              <a:off x="5307766" y="2019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6" name="pt18476"/>
            <p:cNvSpPr/>
            <p:nvPr/>
          </p:nvSpPr>
          <p:spPr>
            <a:xfrm>
              <a:off x="5201826" y="21913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7" name="pt18477"/>
            <p:cNvSpPr/>
            <p:nvPr/>
          </p:nvSpPr>
          <p:spPr>
            <a:xfrm>
              <a:off x="5424521" y="214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8" name="pt18478"/>
            <p:cNvSpPr/>
            <p:nvPr/>
          </p:nvSpPr>
          <p:spPr>
            <a:xfrm>
              <a:off x="5438639" y="20641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9" name="pt18479"/>
            <p:cNvSpPr/>
            <p:nvPr/>
          </p:nvSpPr>
          <p:spPr>
            <a:xfrm>
              <a:off x="5839322" y="2077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0" name="pt18480"/>
            <p:cNvSpPr/>
            <p:nvPr/>
          </p:nvSpPr>
          <p:spPr>
            <a:xfrm>
              <a:off x="5429240" y="2152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1" name="pt18481"/>
            <p:cNvSpPr/>
            <p:nvPr/>
          </p:nvSpPr>
          <p:spPr>
            <a:xfrm>
              <a:off x="5205282" y="2259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2" name="pt18482"/>
            <p:cNvSpPr/>
            <p:nvPr/>
          </p:nvSpPr>
          <p:spPr>
            <a:xfrm>
              <a:off x="5089959" y="24836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3" name="pt18483"/>
            <p:cNvSpPr/>
            <p:nvPr/>
          </p:nvSpPr>
          <p:spPr>
            <a:xfrm>
              <a:off x="5262563" y="2108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4" name="pt18484"/>
            <p:cNvSpPr/>
            <p:nvPr/>
          </p:nvSpPr>
          <p:spPr>
            <a:xfrm>
              <a:off x="5059609" y="2427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5" name="pt18485"/>
            <p:cNvSpPr/>
            <p:nvPr/>
          </p:nvSpPr>
          <p:spPr>
            <a:xfrm>
              <a:off x="5157053" y="2474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6" name="pt18486"/>
            <p:cNvSpPr/>
            <p:nvPr/>
          </p:nvSpPr>
          <p:spPr>
            <a:xfrm>
              <a:off x="5227399" y="2104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7" name="pt18487"/>
            <p:cNvSpPr/>
            <p:nvPr/>
          </p:nvSpPr>
          <p:spPr>
            <a:xfrm>
              <a:off x="5824487" y="17981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8" name="pt18488"/>
            <p:cNvSpPr/>
            <p:nvPr/>
          </p:nvSpPr>
          <p:spPr>
            <a:xfrm>
              <a:off x="5356005" y="2245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9" name="pt18489"/>
            <p:cNvSpPr/>
            <p:nvPr/>
          </p:nvSpPr>
          <p:spPr>
            <a:xfrm>
              <a:off x="5391124" y="21321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0" name="pt18490"/>
            <p:cNvSpPr/>
            <p:nvPr/>
          </p:nvSpPr>
          <p:spPr>
            <a:xfrm>
              <a:off x="5405850" y="229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1" name="pt18491"/>
            <p:cNvSpPr/>
            <p:nvPr/>
          </p:nvSpPr>
          <p:spPr>
            <a:xfrm>
              <a:off x="5975821" y="1953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2" name="pt18492"/>
            <p:cNvSpPr/>
            <p:nvPr/>
          </p:nvSpPr>
          <p:spPr>
            <a:xfrm>
              <a:off x="5516353" y="2254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3" name="pt18493"/>
            <p:cNvSpPr/>
            <p:nvPr/>
          </p:nvSpPr>
          <p:spPr>
            <a:xfrm>
              <a:off x="5397383" y="2230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4" name="pt18494"/>
            <p:cNvSpPr/>
            <p:nvPr/>
          </p:nvSpPr>
          <p:spPr>
            <a:xfrm>
              <a:off x="5237093" y="2063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5" name="pt18495"/>
            <p:cNvSpPr/>
            <p:nvPr/>
          </p:nvSpPr>
          <p:spPr>
            <a:xfrm>
              <a:off x="5079902" y="1583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6" name="pt18496"/>
            <p:cNvSpPr/>
            <p:nvPr/>
          </p:nvSpPr>
          <p:spPr>
            <a:xfrm>
              <a:off x="5165278" y="2386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7" name="pt18497"/>
            <p:cNvSpPr/>
            <p:nvPr/>
          </p:nvSpPr>
          <p:spPr>
            <a:xfrm>
              <a:off x="5292748" y="2019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8" name="pt18498"/>
            <p:cNvSpPr/>
            <p:nvPr/>
          </p:nvSpPr>
          <p:spPr>
            <a:xfrm>
              <a:off x="5055439" y="24689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9" name="pt18499"/>
            <p:cNvSpPr/>
            <p:nvPr/>
          </p:nvSpPr>
          <p:spPr>
            <a:xfrm>
              <a:off x="4967130" y="2561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0" name="pt18500"/>
            <p:cNvSpPr/>
            <p:nvPr/>
          </p:nvSpPr>
          <p:spPr>
            <a:xfrm>
              <a:off x="5142840" y="2711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1" name="pt18501"/>
            <p:cNvSpPr/>
            <p:nvPr/>
          </p:nvSpPr>
          <p:spPr>
            <a:xfrm>
              <a:off x="5351117" y="2278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2" name="pt18502"/>
            <p:cNvSpPr/>
            <p:nvPr/>
          </p:nvSpPr>
          <p:spPr>
            <a:xfrm>
              <a:off x="5048592" y="2290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3" name="pt18503"/>
            <p:cNvSpPr/>
            <p:nvPr/>
          </p:nvSpPr>
          <p:spPr>
            <a:xfrm>
              <a:off x="4759122" y="2565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4" name="pt18504"/>
            <p:cNvSpPr/>
            <p:nvPr/>
          </p:nvSpPr>
          <p:spPr>
            <a:xfrm>
              <a:off x="5853591" y="1990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5" name="pt18505"/>
            <p:cNvSpPr/>
            <p:nvPr/>
          </p:nvSpPr>
          <p:spPr>
            <a:xfrm>
              <a:off x="5204206" y="2233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6" name="pt18506"/>
            <p:cNvSpPr/>
            <p:nvPr/>
          </p:nvSpPr>
          <p:spPr>
            <a:xfrm>
              <a:off x="5644545" y="19740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7" name="pt18507"/>
            <p:cNvSpPr/>
            <p:nvPr/>
          </p:nvSpPr>
          <p:spPr>
            <a:xfrm>
              <a:off x="5409218" y="2185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8" name="pt18508"/>
            <p:cNvSpPr/>
            <p:nvPr/>
          </p:nvSpPr>
          <p:spPr>
            <a:xfrm>
              <a:off x="5564617" y="22663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9" name="pt18509"/>
            <p:cNvSpPr/>
            <p:nvPr/>
          </p:nvSpPr>
          <p:spPr>
            <a:xfrm>
              <a:off x="4928185" y="2177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0" name="pt18510"/>
            <p:cNvSpPr/>
            <p:nvPr/>
          </p:nvSpPr>
          <p:spPr>
            <a:xfrm>
              <a:off x="5606062" y="1940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1" name="pt18511"/>
            <p:cNvSpPr/>
            <p:nvPr/>
          </p:nvSpPr>
          <p:spPr>
            <a:xfrm>
              <a:off x="5666017" y="1676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2" name="pt18512"/>
            <p:cNvSpPr/>
            <p:nvPr/>
          </p:nvSpPr>
          <p:spPr>
            <a:xfrm>
              <a:off x="5602319" y="1896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3" name="pt18513"/>
            <p:cNvSpPr/>
            <p:nvPr/>
          </p:nvSpPr>
          <p:spPr>
            <a:xfrm>
              <a:off x="5204670" y="2127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4" name="pt18514"/>
            <p:cNvSpPr/>
            <p:nvPr/>
          </p:nvSpPr>
          <p:spPr>
            <a:xfrm>
              <a:off x="5881483" y="1697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5" name="pt18515"/>
            <p:cNvSpPr/>
            <p:nvPr/>
          </p:nvSpPr>
          <p:spPr>
            <a:xfrm>
              <a:off x="4925671" y="18282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6" name="pt18516"/>
            <p:cNvSpPr/>
            <p:nvPr/>
          </p:nvSpPr>
          <p:spPr>
            <a:xfrm>
              <a:off x="5006303" y="2392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7" name="pt18517"/>
            <p:cNvSpPr/>
            <p:nvPr/>
          </p:nvSpPr>
          <p:spPr>
            <a:xfrm>
              <a:off x="5243372" y="2192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8" name="pt18518"/>
            <p:cNvSpPr/>
            <p:nvPr/>
          </p:nvSpPr>
          <p:spPr>
            <a:xfrm>
              <a:off x="5521829" y="2289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9" name="pt18519"/>
            <p:cNvSpPr/>
            <p:nvPr/>
          </p:nvSpPr>
          <p:spPr>
            <a:xfrm>
              <a:off x="5749294" y="1869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0" name="pt18520"/>
            <p:cNvSpPr/>
            <p:nvPr/>
          </p:nvSpPr>
          <p:spPr>
            <a:xfrm>
              <a:off x="5349352" y="222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1" name="pt18521"/>
            <p:cNvSpPr/>
            <p:nvPr/>
          </p:nvSpPr>
          <p:spPr>
            <a:xfrm>
              <a:off x="5405760" y="22719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2" name="pt18522"/>
            <p:cNvSpPr/>
            <p:nvPr/>
          </p:nvSpPr>
          <p:spPr>
            <a:xfrm>
              <a:off x="5413786" y="2053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3" name="pt18523"/>
            <p:cNvSpPr/>
            <p:nvPr/>
          </p:nvSpPr>
          <p:spPr>
            <a:xfrm>
              <a:off x="5523900" y="2281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4" name="pt18524"/>
            <p:cNvSpPr/>
            <p:nvPr/>
          </p:nvSpPr>
          <p:spPr>
            <a:xfrm>
              <a:off x="5191082" y="2008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5" name="pt18525"/>
            <p:cNvSpPr/>
            <p:nvPr/>
          </p:nvSpPr>
          <p:spPr>
            <a:xfrm>
              <a:off x="5571741" y="2019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6" name="pt18526"/>
            <p:cNvSpPr/>
            <p:nvPr/>
          </p:nvSpPr>
          <p:spPr>
            <a:xfrm>
              <a:off x="5525629" y="2089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7" name="pt18527"/>
            <p:cNvSpPr/>
            <p:nvPr/>
          </p:nvSpPr>
          <p:spPr>
            <a:xfrm>
              <a:off x="5534727" y="2174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8" name="pt18528"/>
            <p:cNvSpPr/>
            <p:nvPr/>
          </p:nvSpPr>
          <p:spPr>
            <a:xfrm>
              <a:off x="5067403" y="22964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9" name="pt18529"/>
            <p:cNvSpPr/>
            <p:nvPr/>
          </p:nvSpPr>
          <p:spPr>
            <a:xfrm>
              <a:off x="5557634" y="2322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0" name="pt18530"/>
            <p:cNvSpPr/>
            <p:nvPr/>
          </p:nvSpPr>
          <p:spPr>
            <a:xfrm>
              <a:off x="5103016" y="2457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1" name="pt18531"/>
            <p:cNvSpPr/>
            <p:nvPr/>
          </p:nvSpPr>
          <p:spPr>
            <a:xfrm>
              <a:off x="5228017" y="19919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2" name="pt18532"/>
            <p:cNvSpPr/>
            <p:nvPr/>
          </p:nvSpPr>
          <p:spPr>
            <a:xfrm>
              <a:off x="5794622" y="1859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3" name="pt18533"/>
            <p:cNvSpPr/>
            <p:nvPr/>
          </p:nvSpPr>
          <p:spPr>
            <a:xfrm>
              <a:off x="5269889" y="2111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4" name="pt18534"/>
            <p:cNvSpPr/>
            <p:nvPr/>
          </p:nvSpPr>
          <p:spPr>
            <a:xfrm>
              <a:off x="5452493" y="2044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5" name="pt18535"/>
            <p:cNvSpPr/>
            <p:nvPr/>
          </p:nvSpPr>
          <p:spPr>
            <a:xfrm>
              <a:off x="5298806" y="2084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6" name="pt18536"/>
            <p:cNvSpPr/>
            <p:nvPr/>
          </p:nvSpPr>
          <p:spPr>
            <a:xfrm>
              <a:off x="4968189" y="227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7" name="pt18537"/>
            <p:cNvSpPr/>
            <p:nvPr/>
          </p:nvSpPr>
          <p:spPr>
            <a:xfrm>
              <a:off x="4875799" y="3023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8" name="pt18538"/>
            <p:cNvSpPr/>
            <p:nvPr/>
          </p:nvSpPr>
          <p:spPr>
            <a:xfrm>
              <a:off x="5601764" y="19133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9" name="pt18539"/>
            <p:cNvSpPr/>
            <p:nvPr/>
          </p:nvSpPr>
          <p:spPr>
            <a:xfrm>
              <a:off x="5461970" y="20223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0" name="pt18540"/>
            <p:cNvSpPr/>
            <p:nvPr/>
          </p:nvSpPr>
          <p:spPr>
            <a:xfrm>
              <a:off x="5258558" y="2220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1" name="pt18541"/>
            <p:cNvSpPr/>
            <p:nvPr/>
          </p:nvSpPr>
          <p:spPr>
            <a:xfrm>
              <a:off x="5104298" y="2702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2" name="pt18542"/>
            <p:cNvSpPr/>
            <p:nvPr/>
          </p:nvSpPr>
          <p:spPr>
            <a:xfrm>
              <a:off x="5054031" y="2379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3" name="pt18543"/>
            <p:cNvSpPr/>
            <p:nvPr/>
          </p:nvSpPr>
          <p:spPr>
            <a:xfrm>
              <a:off x="5192406" y="2066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4" name="pt18544"/>
            <p:cNvSpPr/>
            <p:nvPr/>
          </p:nvSpPr>
          <p:spPr>
            <a:xfrm>
              <a:off x="5347945" y="2291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5" name="pt18545"/>
            <p:cNvSpPr/>
            <p:nvPr/>
          </p:nvSpPr>
          <p:spPr>
            <a:xfrm>
              <a:off x="5325458" y="2288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6" name="pt18546"/>
            <p:cNvSpPr/>
            <p:nvPr/>
          </p:nvSpPr>
          <p:spPr>
            <a:xfrm>
              <a:off x="5264083" y="2193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7" name="pt18547"/>
            <p:cNvSpPr/>
            <p:nvPr/>
          </p:nvSpPr>
          <p:spPr>
            <a:xfrm>
              <a:off x="5541785" y="2285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8" name="pt18548"/>
            <p:cNvSpPr/>
            <p:nvPr/>
          </p:nvSpPr>
          <p:spPr>
            <a:xfrm>
              <a:off x="5590505" y="1945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9" name="pt18549"/>
            <p:cNvSpPr/>
            <p:nvPr/>
          </p:nvSpPr>
          <p:spPr>
            <a:xfrm>
              <a:off x="5484547" y="2138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0" name="pt18550"/>
            <p:cNvSpPr/>
            <p:nvPr/>
          </p:nvSpPr>
          <p:spPr>
            <a:xfrm>
              <a:off x="5516399" y="2125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1" name="pt18551"/>
            <p:cNvSpPr/>
            <p:nvPr/>
          </p:nvSpPr>
          <p:spPr>
            <a:xfrm>
              <a:off x="5696337" y="2047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2" name="pt18552"/>
            <p:cNvSpPr/>
            <p:nvPr/>
          </p:nvSpPr>
          <p:spPr>
            <a:xfrm>
              <a:off x="5281475" y="1904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3" name="pt18553"/>
            <p:cNvSpPr/>
            <p:nvPr/>
          </p:nvSpPr>
          <p:spPr>
            <a:xfrm>
              <a:off x="5318616" y="2203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4" name="pt18554"/>
            <p:cNvSpPr/>
            <p:nvPr/>
          </p:nvSpPr>
          <p:spPr>
            <a:xfrm>
              <a:off x="5438182" y="2134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5" name="pt18555"/>
            <p:cNvSpPr/>
            <p:nvPr/>
          </p:nvSpPr>
          <p:spPr>
            <a:xfrm>
              <a:off x="4864914" y="3040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6" name="pt18556"/>
            <p:cNvSpPr/>
            <p:nvPr/>
          </p:nvSpPr>
          <p:spPr>
            <a:xfrm>
              <a:off x="5113780" y="2382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7" name="pt18557"/>
            <p:cNvSpPr/>
            <p:nvPr/>
          </p:nvSpPr>
          <p:spPr>
            <a:xfrm>
              <a:off x="5219569" y="2174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8" name="pt18558"/>
            <p:cNvSpPr/>
            <p:nvPr/>
          </p:nvSpPr>
          <p:spPr>
            <a:xfrm>
              <a:off x="5436048" y="2116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9" name="pt18559"/>
            <p:cNvSpPr/>
            <p:nvPr/>
          </p:nvSpPr>
          <p:spPr>
            <a:xfrm>
              <a:off x="5340201" y="2238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0" name="pt18560"/>
            <p:cNvSpPr/>
            <p:nvPr/>
          </p:nvSpPr>
          <p:spPr>
            <a:xfrm>
              <a:off x="5522592" y="20663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1" name="pt18561"/>
            <p:cNvSpPr/>
            <p:nvPr/>
          </p:nvSpPr>
          <p:spPr>
            <a:xfrm>
              <a:off x="5201974" y="2121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2" name="pt18562"/>
            <p:cNvSpPr/>
            <p:nvPr/>
          </p:nvSpPr>
          <p:spPr>
            <a:xfrm>
              <a:off x="5749142" y="1991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3" name="pt18563"/>
            <p:cNvSpPr/>
            <p:nvPr/>
          </p:nvSpPr>
          <p:spPr>
            <a:xfrm>
              <a:off x="5470431" y="2144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4" name="pt18564"/>
            <p:cNvSpPr/>
            <p:nvPr/>
          </p:nvSpPr>
          <p:spPr>
            <a:xfrm>
              <a:off x="5641878" y="2243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5" name="pt18565"/>
            <p:cNvSpPr/>
            <p:nvPr/>
          </p:nvSpPr>
          <p:spPr>
            <a:xfrm>
              <a:off x="5149987" y="2432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6" name="pt18566"/>
            <p:cNvSpPr/>
            <p:nvPr/>
          </p:nvSpPr>
          <p:spPr>
            <a:xfrm>
              <a:off x="5578539" y="20476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7" name="pt18567"/>
            <p:cNvSpPr/>
            <p:nvPr/>
          </p:nvSpPr>
          <p:spPr>
            <a:xfrm>
              <a:off x="5361558" y="2052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8" name="pt18568"/>
            <p:cNvSpPr/>
            <p:nvPr/>
          </p:nvSpPr>
          <p:spPr>
            <a:xfrm>
              <a:off x="5268160" y="2166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9" name="pt18569"/>
            <p:cNvSpPr/>
            <p:nvPr/>
          </p:nvSpPr>
          <p:spPr>
            <a:xfrm>
              <a:off x="5610996" y="2061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0" name="pt18570"/>
            <p:cNvSpPr/>
            <p:nvPr/>
          </p:nvSpPr>
          <p:spPr>
            <a:xfrm>
              <a:off x="5113496" y="2300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1" name="pt18571"/>
            <p:cNvSpPr/>
            <p:nvPr/>
          </p:nvSpPr>
          <p:spPr>
            <a:xfrm>
              <a:off x="5187985" y="2275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2" name="pt18572"/>
            <p:cNvSpPr/>
            <p:nvPr/>
          </p:nvSpPr>
          <p:spPr>
            <a:xfrm>
              <a:off x="5643285" y="1867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3" name="pt18573"/>
            <p:cNvSpPr/>
            <p:nvPr/>
          </p:nvSpPr>
          <p:spPr>
            <a:xfrm>
              <a:off x="5158493" y="2608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4" name="pt18574"/>
            <p:cNvSpPr/>
            <p:nvPr/>
          </p:nvSpPr>
          <p:spPr>
            <a:xfrm>
              <a:off x="5418528" y="21142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5" name="pt18575"/>
            <p:cNvSpPr/>
            <p:nvPr/>
          </p:nvSpPr>
          <p:spPr>
            <a:xfrm>
              <a:off x="5314019" y="2077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6" name="pt18576"/>
            <p:cNvSpPr/>
            <p:nvPr/>
          </p:nvSpPr>
          <p:spPr>
            <a:xfrm>
              <a:off x="5894464" y="1702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7" name="pt18577"/>
            <p:cNvSpPr/>
            <p:nvPr/>
          </p:nvSpPr>
          <p:spPr>
            <a:xfrm>
              <a:off x="5476272" y="21732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8" name="pt18578"/>
            <p:cNvSpPr/>
            <p:nvPr/>
          </p:nvSpPr>
          <p:spPr>
            <a:xfrm>
              <a:off x="5553424" y="2229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9" name="pt18579"/>
            <p:cNvSpPr/>
            <p:nvPr/>
          </p:nvSpPr>
          <p:spPr>
            <a:xfrm>
              <a:off x="5184447" y="2320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0" name="pt18580"/>
            <p:cNvSpPr/>
            <p:nvPr/>
          </p:nvSpPr>
          <p:spPr>
            <a:xfrm>
              <a:off x="4816670" y="25897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1" name="pt18581"/>
            <p:cNvSpPr/>
            <p:nvPr/>
          </p:nvSpPr>
          <p:spPr>
            <a:xfrm>
              <a:off x="5605754" y="1821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2" name="pt18582"/>
            <p:cNvSpPr/>
            <p:nvPr/>
          </p:nvSpPr>
          <p:spPr>
            <a:xfrm>
              <a:off x="5303466" y="21366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3" name="pt18583"/>
            <p:cNvSpPr/>
            <p:nvPr/>
          </p:nvSpPr>
          <p:spPr>
            <a:xfrm>
              <a:off x="5170352" y="2321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4" name="pt18584"/>
            <p:cNvSpPr/>
            <p:nvPr/>
          </p:nvSpPr>
          <p:spPr>
            <a:xfrm>
              <a:off x="5710625" y="1921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5" name="pt18585"/>
            <p:cNvSpPr/>
            <p:nvPr/>
          </p:nvSpPr>
          <p:spPr>
            <a:xfrm>
              <a:off x="5750500" y="1973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6" name="pt18586"/>
            <p:cNvSpPr/>
            <p:nvPr/>
          </p:nvSpPr>
          <p:spPr>
            <a:xfrm>
              <a:off x="5145309" y="26838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7" name="pt18587"/>
            <p:cNvSpPr/>
            <p:nvPr/>
          </p:nvSpPr>
          <p:spPr>
            <a:xfrm>
              <a:off x="5377116" y="22190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8" name="pt18588"/>
            <p:cNvSpPr/>
            <p:nvPr/>
          </p:nvSpPr>
          <p:spPr>
            <a:xfrm>
              <a:off x="5639652" y="21621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9" name="pt18589"/>
            <p:cNvSpPr/>
            <p:nvPr/>
          </p:nvSpPr>
          <p:spPr>
            <a:xfrm>
              <a:off x="5418798" y="21947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0" name="pt18590"/>
            <p:cNvSpPr/>
            <p:nvPr/>
          </p:nvSpPr>
          <p:spPr>
            <a:xfrm>
              <a:off x="4777774" y="2024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1" name="pt18591"/>
            <p:cNvSpPr/>
            <p:nvPr/>
          </p:nvSpPr>
          <p:spPr>
            <a:xfrm>
              <a:off x="5403195" y="2227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2" name="pt18592"/>
            <p:cNvSpPr/>
            <p:nvPr/>
          </p:nvSpPr>
          <p:spPr>
            <a:xfrm>
              <a:off x="5567576" y="20409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3" name="pt18593"/>
            <p:cNvSpPr/>
            <p:nvPr/>
          </p:nvSpPr>
          <p:spPr>
            <a:xfrm>
              <a:off x="5247640" y="2053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4" name="pt18594"/>
            <p:cNvSpPr/>
            <p:nvPr/>
          </p:nvSpPr>
          <p:spPr>
            <a:xfrm>
              <a:off x="5532057" y="21383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5" name="pt18595"/>
            <p:cNvSpPr/>
            <p:nvPr/>
          </p:nvSpPr>
          <p:spPr>
            <a:xfrm>
              <a:off x="5443059" y="1943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6" name="pt18596"/>
            <p:cNvSpPr/>
            <p:nvPr/>
          </p:nvSpPr>
          <p:spPr>
            <a:xfrm>
              <a:off x="5600024" y="2007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7" name="pt18597"/>
            <p:cNvSpPr/>
            <p:nvPr/>
          </p:nvSpPr>
          <p:spPr>
            <a:xfrm>
              <a:off x="5577254" y="2095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8" name="pt18598"/>
            <p:cNvSpPr/>
            <p:nvPr/>
          </p:nvSpPr>
          <p:spPr>
            <a:xfrm>
              <a:off x="5725604" y="19952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9" name="pt18599"/>
            <p:cNvSpPr/>
            <p:nvPr/>
          </p:nvSpPr>
          <p:spPr>
            <a:xfrm>
              <a:off x="5424607" y="2150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0" name="pt18600"/>
            <p:cNvSpPr/>
            <p:nvPr/>
          </p:nvSpPr>
          <p:spPr>
            <a:xfrm>
              <a:off x="4996101" y="2662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1" name="pt18601"/>
            <p:cNvSpPr/>
            <p:nvPr/>
          </p:nvSpPr>
          <p:spPr>
            <a:xfrm>
              <a:off x="5503920" y="2134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2" name="pt18602"/>
            <p:cNvSpPr/>
            <p:nvPr/>
          </p:nvSpPr>
          <p:spPr>
            <a:xfrm>
              <a:off x="5352698" y="2280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3" name="pt18603"/>
            <p:cNvSpPr/>
            <p:nvPr/>
          </p:nvSpPr>
          <p:spPr>
            <a:xfrm>
              <a:off x="5141834" y="2626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4" name="pt18604"/>
            <p:cNvSpPr/>
            <p:nvPr/>
          </p:nvSpPr>
          <p:spPr>
            <a:xfrm>
              <a:off x="5504253" y="2164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5" name="pt18605"/>
            <p:cNvSpPr/>
            <p:nvPr/>
          </p:nvSpPr>
          <p:spPr>
            <a:xfrm>
              <a:off x="4968032" y="2529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6" name="pt18606"/>
            <p:cNvSpPr/>
            <p:nvPr/>
          </p:nvSpPr>
          <p:spPr>
            <a:xfrm>
              <a:off x="5413754" y="21159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7" name="pt18607"/>
            <p:cNvSpPr/>
            <p:nvPr/>
          </p:nvSpPr>
          <p:spPr>
            <a:xfrm>
              <a:off x="5265114" y="2093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8" name="pt18608"/>
            <p:cNvSpPr/>
            <p:nvPr/>
          </p:nvSpPr>
          <p:spPr>
            <a:xfrm>
              <a:off x="5308995" y="2234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9" name="pt18609"/>
            <p:cNvSpPr/>
            <p:nvPr/>
          </p:nvSpPr>
          <p:spPr>
            <a:xfrm>
              <a:off x="5411556" y="21271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0" name="pt18610"/>
            <p:cNvSpPr/>
            <p:nvPr/>
          </p:nvSpPr>
          <p:spPr>
            <a:xfrm>
              <a:off x="5445218" y="1912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1" name="pt18611"/>
            <p:cNvSpPr/>
            <p:nvPr/>
          </p:nvSpPr>
          <p:spPr>
            <a:xfrm>
              <a:off x="5986650" y="18146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2" name="pt18612"/>
            <p:cNvSpPr/>
            <p:nvPr/>
          </p:nvSpPr>
          <p:spPr>
            <a:xfrm>
              <a:off x="5492232" y="21296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3" name="pt18613"/>
            <p:cNvSpPr/>
            <p:nvPr/>
          </p:nvSpPr>
          <p:spPr>
            <a:xfrm>
              <a:off x="5146664" y="2782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4" name="pt18614"/>
            <p:cNvSpPr/>
            <p:nvPr/>
          </p:nvSpPr>
          <p:spPr>
            <a:xfrm>
              <a:off x="5393859" y="2100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5" name="pt18615"/>
            <p:cNvSpPr/>
            <p:nvPr/>
          </p:nvSpPr>
          <p:spPr>
            <a:xfrm>
              <a:off x="5073746" y="2196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6" name="pt18616"/>
            <p:cNvSpPr/>
            <p:nvPr/>
          </p:nvSpPr>
          <p:spPr>
            <a:xfrm>
              <a:off x="5096164" y="26329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7" name="pt18617"/>
            <p:cNvSpPr/>
            <p:nvPr/>
          </p:nvSpPr>
          <p:spPr>
            <a:xfrm>
              <a:off x="4763089" y="2785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8" name="pt18618"/>
            <p:cNvSpPr/>
            <p:nvPr/>
          </p:nvSpPr>
          <p:spPr>
            <a:xfrm>
              <a:off x="5579777" y="20786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9" name="pt18619"/>
            <p:cNvSpPr/>
            <p:nvPr/>
          </p:nvSpPr>
          <p:spPr>
            <a:xfrm>
              <a:off x="5332361" y="2151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0" name="pt18620"/>
            <p:cNvSpPr/>
            <p:nvPr/>
          </p:nvSpPr>
          <p:spPr>
            <a:xfrm>
              <a:off x="5625207" y="2002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1" name="pt18621"/>
            <p:cNvSpPr/>
            <p:nvPr/>
          </p:nvSpPr>
          <p:spPr>
            <a:xfrm>
              <a:off x="5545139" y="2154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2" name="pt18622"/>
            <p:cNvSpPr/>
            <p:nvPr/>
          </p:nvSpPr>
          <p:spPr>
            <a:xfrm>
              <a:off x="5236952" y="2109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3" name="pt18623"/>
            <p:cNvSpPr/>
            <p:nvPr/>
          </p:nvSpPr>
          <p:spPr>
            <a:xfrm>
              <a:off x="5393342" y="2265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4" name="pt18624"/>
            <p:cNvSpPr/>
            <p:nvPr/>
          </p:nvSpPr>
          <p:spPr>
            <a:xfrm>
              <a:off x="5190996" y="2148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5" name="pt18625"/>
            <p:cNvSpPr/>
            <p:nvPr/>
          </p:nvSpPr>
          <p:spPr>
            <a:xfrm>
              <a:off x="5265202" y="2162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6" name="pt18626"/>
            <p:cNvSpPr/>
            <p:nvPr/>
          </p:nvSpPr>
          <p:spPr>
            <a:xfrm>
              <a:off x="4849920" y="3105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7" name="pt18627"/>
            <p:cNvSpPr/>
            <p:nvPr/>
          </p:nvSpPr>
          <p:spPr>
            <a:xfrm>
              <a:off x="5668984" y="1624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8" name="pt18628"/>
            <p:cNvSpPr/>
            <p:nvPr/>
          </p:nvSpPr>
          <p:spPr>
            <a:xfrm>
              <a:off x="5189089" y="21619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9" name="pt18629"/>
            <p:cNvSpPr/>
            <p:nvPr/>
          </p:nvSpPr>
          <p:spPr>
            <a:xfrm>
              <a:off x="5185704" y="22918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0" name="pt18630"/>
            <p:cNvSpPr/>
            <p:nvPr/>
          </p:nvSpPr>
          <p:spPr>
            <a:xfrm>
              <a:off x="4977309" y="27537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1" name="pt18631"/>
            <p:cNvSpPr/>
            <p:nvPr/>
          </p:nvSpPr>
          <p:spPr>
            <a:xfrm>
              <a:off x="5238062" y="20994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2" name="pt18632"/>
            <p:cNvSpPr/>
            <p:nvPr/>
          </p:nvSpPr>
          <p:spPr>
            <a:xfrm>
              <a:off x="4704476" y="25253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3" name="pt18633"/>
            <p:cNvSpPr/>
            <p:nvPr/>
          </p:nvSpPr>
          <p:spPr>
            <a:xfrm>
              <a:off x="5734792" y="19771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4" name="pt18634"/>
            <p:cNvSpPr/>
            <p:nvPr/>
          </p:nvSpPr>
          <p:spPr>
            <a:xfrm>
              <a:off x="5162307" y="2409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5" name="pt18635"/>
            <p:cNvSpPr/>
            <p:nvPr/>
          </p:nvSpPr>
          <p:spPr>
            <a:xfrm>
              <a:off x="5599721" y="1800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6" name="pt18636"/>
            <p:cNvSpPr/>
            <p:nvPr/>
          </p:nvSpPr>
          <p:spPr>
            <a:xfrm>
              <a:off x="5718044" y="1871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7" name="pt18637"/>
            <p:cNvSpPr/>
            <p:nvPr/>
          </p:nvSpPr>
          <p:spPr>
            <a:xfrm>
              <a:off x="5587471" y="18971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8" name="pt18638"/>
            <p:cNvSpPr/>
            <p:nvPr/>
          </p:nvSpPr>
          <p:spPr>
            <a:xfrm>
              <a:off x="5308528" y="22823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9" name="pt18639"/>
            <p:cNvSpPr/>
            <p:nvPr/>
          </p:nvSpPr>
          <p:spPr>
            <a:xfrm>
              <a:off x="5327106" y="2167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0" name="pt18640"/>
            <p:cNvSpPr/>
            <p:nvPr/>
          </p:nvSpPr>
          <p:spPr>
            <a:xfrm>
              <a:off x="5408232" y="22820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1" name="pt18641"/>
            <p:cNvSpPr/>
            <p:nvPr/>
          </p:nvSpPr>
          <p:spPr>
            <a:xfrm>
              <a:off x="5471902" y="1903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2" name="pt18642"/>
            <p:cNvSpPr/>
            <p:nvPr/>
          </p:nvSpPr>
          <p:spPr>
            <a:xfrm>
              <a:off x="5275275" y="21488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3" name="pt18643"/>
            <p:cNvSpPr/>
            <p:nvPr/>
          </p:nvSpPr>
          <p:spPr>
            <a:xfrm>
              <a:off x="5661081" y="167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4" name="pt18644"/>
            <p:cNvSpPr/>
            <p:nvPr/>
          </p:nvSpPr>
          <p:spPr>
            <a:xfrm>
              <a:off x="5231236" y="2084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5" name="pt18645"/>
            <p:cNvSpPr/>
            <p:nvPr/>
          </p:nvSpPr>
          <p:spPr>
            <a:xfrm>
              <a:off x="5163501" y="2180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6" name="pt18646"/>
            <p:cNvSpPr/>
            <p:nvPr/>
          </p:nvSpPr>
          <p:spPr>
            <a:xfrm>
              <a:off x="5698221" y="1993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7" name="pt18647"/>
            <p:cNvSpPr/>
            <p:nvPr/>
          </p:nvSpPr>
          <p:spPr>
            <a:xfrm>
              <a:off x="5930923" y="1766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8" name="pt18648"/>
            <p:cNvSpPr/>
            <p:nvPr/>
          </p:nvSpPr>
          <p:spPr>
            <a:xfrm>
              <a:off x="5329343" y="2175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9" name="pt18649"/>
            <p:cNvSpPr/>
            <p:nvPr/>
          </p:nvSpPr>
          <p:spPr>
            <a:xfrm>
              <a:off x="5796885" y="19193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0" name="pt18650"/>
            <p:cNvSpPr/>
            <p:nvPr/>
          </p:nvSpPr>
          <p:spPr>
            <a:xfrm>
              <a:off x="5189136" y="2092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1" name="pt18651"/>
            <p:cNvSpPr/>
            <p:nvPr/>
          </p:nvSpPr>
          <p:spPr>
            <a:xfrm>
              <a:off x="5258496" y="22363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2" name="pt18652"/>
            <p:cNvSpPr/>
            <p:nvPr/>
          </p:nvSpPr>
          <p:spPr>
            <a:xfrm>
              <a:off x="5000281" y="22462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3" name="pt18653"/>
            <p:cNvSpPr/>
            <p:nvPr/>
          </p:nvSpPr>
          <p:spPr>
            <a:xfrm>
              <a:off x="5324886" y="2192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4" name="pt18654"/>
            <p:cNvSpPr/>
            <p:nvPr/>
          </p:nvSpPr>
          <p:spPr>
            <a:xfrm>
              <a:off x="5459967" y="1966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5" name="pt18655"/>
            <p:cNvSpPr/>
            <p:nvPr/>
          </p:nvSpPr>
          <p:spPr>
            <a:xfrm>
              <a:off x="5869293" y="1698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6" name="pt18656"/>
            <p:cNvSpPr/>
            <p:nvPr/>
          </p:nvSpPr>
          <p:spPr>
            <a:xfrm>
              <a:off x="5449789" y="2067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7" name="pt18657"/>
            <p:cNvSpPr/>
            <p:nvPr/>
          </p:nvSpPr>
          <p:spPr>
            <a:xfrm>
              <a:off x="5328579" y="22306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8" name="pt18658"/>
            <p:cNvSpPr/>
            <p:nvPr/>
          </p:nvSpPr>
          <p:spPr>
            <a:xfrm>
              <a:off x="5652860" y="18640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9" name="pt18659"/>
            <p:cNvSpPr/>
            <p:nvPr/>
          </p:nvSpPr>
          <p:spPr>
            <a:xfrm>
              <a:off x="5314777" y="2085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0" name="pt18660"/>
            <p:cNvSpPr/>
            <p:nvPr/>
          </p:nvSpPr>
          <p:spPr>
            <a:xfrm>
              <a:off x="5401306" y="2195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1" name="pt18661"/>
            <p:cNvSpPr/>
            <p:nvPr/>
          </p:nvSpPr>
          <p:spPr>
            <a:xfrm>
              <a:off x="5457423" y="1956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2" name="pt18662"/>
            <p:cNvSpPr/>
            <p:nvPr/>
          </p:nvSpPr>
          <p:spPr>
            <a:xfrm>
              <a:off x="5492822" y="2265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3" name="pt18663"/>
            <p:cNvSpPr/>
            <p:nvPr/>
          </p:nvSpPr>
          <p:spPr>
            <a:xfrm>
              <a:off x="4999592" y="22509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4" name="pt18664"/>
            <p:cNvSpPr/>
            <p:nvPr/>
          </p:nvSpPr>
          <p:spPr>
            <a:xfrm>
              <a:off x="5419975" y="21993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5" name="pt18665"/>
            <p:cNvSpPr/>
            <p:nvPr/>
          </p:nvSpPr>
          <p:spPr>
            <a:xfrm>
              <a:off x="5386771" y="2211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6" name="pt18666"/>
            <p:cNvSpPr/>
            <p:nvPr/>
          </p:nvSpPr>
          <p:spPr>
            <a:xfrm>
              <a:off x="5060076" y="2234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7" name="pt18667"/>
            <p:cNvSpPr/>
            <p:nvPr/>
          </p:nvSpPr>
          <p:spPr>
            <a:xfrm>
              <a:off x="5304918" y="21595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8" name="pt18668"/>
            <p:cNvSpPr/>
            <p:nvPr/>
          </p:nvSpPr>
          <p:spPr>
            <a:xfrm>
              <a:off x="5591993" y="1949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9" name="pt18669"/>
            <p:cNvSpPr/>
            <p:nvPr/>
          </p:nvSpPr>
          <p:spPr>
            <a:xfrm>
              <a:off x="5161555" y="2398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0" name="pt18670"/>
            <p:cNvSpPr/>
            <p:nvPr/>
          </p:nvSpPr>
          <p:spPr>
            <a:xfrm>
              <a:off x="5620324" y="2012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1" name="pt18671"/>
            <p:cNvSpPr/>
            <p:nvPr/>
          </p:nvSpPr>
          <p:spPr>
            <a:xfrm>
              <a:off x="5698021" y="1985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2" name="pt18672"/>
            <p:cNvSpPr/>
            <p:nvPr/>
          </p:nvSpPr>
          <p:spPr>
            <a:xfrm>
              <a:off x="5571616" y="1982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3" name="pt18673"/>
            <p:cNvSpPr/>
            <p:nvPr/>
          </p:nvSpPr>
          <p:spPr>
            <a:xfrm>
              <a:off x="5271476" y="2155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4" name="pt18674"/>
            <p:cNvSpPr/>
            <p:nvPr/>
          </p:nvSpPr>
          <p:spPr>
            <a:xfrm>
              <a:off x="5222283" y="2038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5" name="pt18675"/>
            <p:cNvSpPr/>
            <p:nvPr/>
          </p:nvSpPr>
          <p:spPr>
            <a:xfrm>
              <a:off x="5607102" y="1840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6" name="pt18676"/>
            <p:cNvSpPr/>
            <p:nvPr/>
          </p:nvSpPr>
          <p:spPr>
            <a:xfrm>
              <a:off x="5595638" y="2059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7" name="pt18677"/>
            <p:cNvSpPr/>
            <p:nvPr/>
          </p:nvSpPr>
          <p:spPr>
            <a:xfrm>
              <a:off x="5553271" y="22881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8" name="pt18678"/>
            <p:cNvSpPr/>
            <p:nvPr/>
          </p:nvSpPr>
          <p:spPr>
            <a:xfrm>
              <a:off x="5319667" y="2160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9" name="pt18679"/>
            <p:cNvSpPr/>
            <p:nvPr/>
          </p:nvSpPr>
          <p:spPr>
            <a:xfrm>
              <a:off x="5367960" y="21184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0" name="pt18680"/>
            <p:cNvSpPr/>
            <p:nvPr/>
          </p:nvSpPr>
          <p:spPr>
            <a:xfrm>
              <a:off x="5532332" y="2132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1" name="pt18681"/>
            <p:cNvSpPr/>
            <p:nvPr/>
          </p:nvSpPr>
          <p:spPr>
            <a:xfrm>
              <a:off x="4964838" y="25848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2" name="pt18682"/>
            <p:cNvSpPr/>
            <p:nvPr/>
          </p:nvSpPr>
          <p:spPr>
            <a:xfrm>
              <a:off x="5303129" y="2138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3" name="pt18683"/>
            <p:cNvSpPr/>
            <p:nvPr/>
          </p:nvSpPr>
          <p:spPr>
            <a:xfrm>
              <a:off x="5363550" y="2052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4" name="pt18684"/>
            <p:cNvSpPr/>
            <p:nvPr/>
          </p:nvSpPr>
          <p:spPr>
            <a:xfrm>
              <a:off x="5851478" y="1930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5" name="pt18685"/>
            <p:cNvSpPr/>
            <p:nvPr/>
          </p:nvSpPr>
          <p:spPr>
            <a:xfrm>
              <a:off x="5499667" y="2133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6" name="pt18686"/>
            <p:cNvSpPr/>
            <p:nvPr/>
          </p:nvSpPr>
          <p:spPr>
            <a:xfrm>
              <a:off x="5560098" y="22110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7" name="pt18687"/>
            <p:cNvSpPr/>
            <p:nvPr/>
          </p:nvSpPr>
          <p:spPr>
            <a:xfrm>
              <a:off x="5295995" y="22283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8" name="pt18688"/>
            <p:cNvSpPr/>
            <p:nvPr/>
          </p:nvSpPr>
          <p:spPr>
            <a:xfrm>
              <a:off x="5339422" y="2225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9" name="pt18689"/>
            <p:cNvSpPr/>
            <p:nvPr/>
          </p:nvSpPr>
          <p:spPr>
            <a:xfrm>
              <a:off x="5460404" y="2009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0" name="pt18690"/>
            <p:cNvSpPr/>
            <p:nvPr/>
          </p:nvSpPr>
          <p:spPr>
            <a:xfrm>
              <a:off x="5337321" y="2227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1" name="pt18691"/>
            <p:cNvSpPr/>
            <p:nvPr/>
          </p:nvSpPr>
          <p:spPr>
            <a:xfrm>
              <a:off x="5411265" y="2001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2" name="pt18692"/>
            <p:cNvSpPr/>
            <p:nvPr/>
          </p:nvSpPr>
          <p:spPr>
            <a:xfrm>
              <a:off x="5411616" y="2110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3" name="pt18693"/>
            <p:cNvSpPr/>
            <p:nvPr/>
          </p:nvSpPr>
          <p:spPr>
            <a:xfrm>
              <a:off x="5073215" y="2510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4" name="pt18694"/>
            <p:cNvSpPr/>
            <p:nvPr/>
          </p:nvSpPr>
          <p:spPr>
            <a:xfrm>
              <a:off x="5159333" y="24798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5" name="pt18695"/>
            <p:cNvSpPr/>
            <p:nvPr/>
          </p:nvSpPr>
          <p:spPr>
            <a:xfrm>
              <a:off x="5399586" y="2231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6" name="pt18696"/>
            <p:cNvSpPr/>
            <p:nvPr/>
          </p:nvSpPr>
          <p:spPr>
            <a:xfrm>
              <a:off x="5574471" y="1976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7" name="pt18697"/>
            <p:cNvSpPr/>
            <p:nvPr/>
          </p:nvSpPr>
          <p:spPr>
            <a:xfrm>
              <a:off x="5277019" y="2229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8" name="pt18698"/>
            <p:cNvSpPr/>
            <p:nvPr/>
          </p:nvSpPr>
          <p:spPr>
            <a:xfrm>
              <a:off x="4975480" y="2578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9" name="pt18699"/>
            <p:cNvSpPr/>
            <p:nvPr/>
          </p:nvSpPr>
          <p:spPr>
            <a:xfrm>
              <a:off x="5455017" y="1981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0" name="pt18700"/>
            <p:cNvSpPr/>
            <p:nvPr/>
          </p:nvSpPr>
          <p:spPr>
            <a:xfrm>
              <a:off x="5046089" y="2319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1" name="pt18701"/>
            <p:cNvSpPr/>
            <p:nvPr/>
          </p:nvSpPr>
          <p:spPr>
            <a:xfrm>
              <a:off x="5413462" y="21480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2" name="pt18702"/>
            <p:cNvSpPr/>
            <p:nvPr/>
          </p:nvSpPr>
          <p:spPr>
            <a:xfrm>
              <a:off x="5434033" y="2164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3" name="pt18703"/>
            <p:cNvSpPr/>
            <p:nvPr/>
          </p:nvSpPr>
          <p:spPr>
            <a:xfrm>
              <a:off x="5768980" y="194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4" name="pt18704"/>
            <p:cNvSpPr/>
            <p:nvPr/>
          </p:nvSpPr>
          <p:spPr>
            <a:xfrm>
              <a:off x="5239269" y="21710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5" name="pt18705"/>
            <p:cNvSpPr/>
            <p:nvPr/>
          </p:nvSpPr>
          <p:spPr>
            <a:xfrm>
              <a:off x="5401464" y="2332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6" name="pt18706"/>
            <p:cNvSpPr/>
            <p:nvPr/>
          </p:nvSpPr>
          <p:spPr>
            <a:xfrm>
              <a:off x="5110591" y="2778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7" name="pt18707"/>
            <p:cNvSpPr/>
            <p:nvPr/>
          </p:nvSpPr>
          <p:spPr>
            <a:xfrm>
              <a:off x="5589884" y="2050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8" name="pt18708"/>
            <p:cNvSpPr/>
            <p:nvPr/>
          </p:nvSpPr>
          <p:spPr>
            <a:xfrm>
              <a:off x="5305691" y="2221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9" name="pt18709"/>
            <p:cNvSpPr/>
            <p:nvPr/>
          </p:nvSpPr>
          <p:spPr>
            <a:xfrm>
              <a:off x="5286395" y="1961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0" name="pt18710"/>
            <p:cNvSpPr/>
            <p:nvPr/>
          </p:nvSpPr>
          <p:spPr>
            <a:xfrm>
              <a:off x="5229482" y="2034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1" name="pt18711"/>
            <p:cNvSpPr/>
            <p:nvPr/>
          </p:nvSpPr>
          <p:spPr>
            <a:xfrm>
              <a:off x="5270399" y="2179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2" name="pt18712"/>
            <p:cNvSpPr/>
            <p:nvPr/>
          </p:nvSpPr>
          <p:spPr>
            <a:xfrm>
              <a:off x="5299341" y="2215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3" name="pt18713"/>
            <p:cNvSpPr/>
            <p:nvPr/>
          </p:nvSpPr>
          <p:spPr>
            <a:xfrm>
              <a:off x="5213178" y="2044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4" name="pt18714"/>
            <p:cNvSpPr/>
            <p:nvPr/>
          </p:nvSpPr>
          <p:spPr>
            <a:xfrm>
              <a:off x="5621773" y="1916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5" name="pt18715"/>
            <p:cNvSpPr/>
            <p:nvPr/>
          </p:nvSpPr>
          <p:spPr>
            <a:xfrm>
              <a:off x="5047373" y="23596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6" name="pt18716"/>
            <p:cNvSpPr/>
            <p:nvPr/>
          </p:nvSpPr>
          <p:spPr>
            <a:xfrm>
              <a:off x="5346156" y="2220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7" name="pt18717"/>
            <p:cNvSpPr/>
            <p:nvPr/>
          </p:nvSpPr>
          <p:spPr>
            <a:xfrm>
              <a:off x="4986451" y="2742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8" name="pt18718"/>
            <p:cNvSpPr/>
            <p:nvPr/>
          </p:nvSpPr>
          <p:spPr>
            <a:xfrm>
              <a:off x="5585732" y="2049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9" name="pt18719"/>
            <p:cNvSpPr/>
            <p:nvPr/>
          </p:nvSpPr>
          <p:spPr>
            <a:xfrm>
              <a:off x="5307914" y="2145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0" name="pt18720"/>
            <p:cNvSpPr/>
            <p:nvPr/>
          </p:nvSpPr>
          <p:spPr>
            <a:xfrm>
              <a:off x="5194136" y="2254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1" name="pt18721"/>
            <p:cNvSpPr/>
            <p:nvPr/>
          </p:nvSpPr>
          <p:spPr>
            <a:xfrm>
              <a:off x="5570582" y="1998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2" name="pt18722"/>
            <p:cNvSpPr/>
            <p:nvPr/>
          </p:nvSpPr>
          <p:spPr>
            <a:xfrm>
              <a:off x="5122639" y="2620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3" name="pt18723"/>
            <p:cNvSpPr/>
            <p:nvPr/>
          </p:nvSpPr>
          <p:spPr>
            <a:xfrm>
              <a:off x="5539687" y="2110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4" name="pt18724"/>
            <p:cNvSpPr/>
            <p:nvPr/>
          </p:nvSpPr>
          <p:spPr>
            <a:xfrm>
              <a:off x="4707073" y="2609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5" name="pt18725"/>
            <p:cNvSpPr/>
            <p:nvPr/>
          </p:nvSpPr>
          <p:spPr>
            <a:xfrm>
              <a:off x="5054655" y="24086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6" name="pt18726"/>
            <p:cNvSpPr/>
            <p:nvPr/>
          </p:nvSpPr>
          <p:spPr>
            <a:xfrm>
              <a:off x="5381663" y="2179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7" name="pt18727"/>
            <p:cNvSpPr/>
            <p:nvPr/>
          </p:nvSpPr>
          <p:spPr>
            <a:xfrm>
              <a:off x="5029754" y="2356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8" name="pt18728"/>
            <p:cNvSpPr/>
            <p:nvPr/>
          </p:nvSpPr>
          <p:spPr>
            <a:xfrm>
              <a:off x="5133975" y="2452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9" name="pt18729"/>
            <p:cNvSpPr/>
            <p:nvPr/>
          </p:nvSpPr>
          <p:spPr>
            <a:xfrm>
              <a:off x="5478441" y="2176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0" name="pt18730"/>
            <p:cNvSpPr/>
            <p:nvPr/>
          </p:nvSpPr>
          <p:spPr>
            <a:xfrm>
              <a:off x="4983498" y="2762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1" name="pt18731"/>
            <p:cNvSpPr/>
            <p:nvPr/>
          </p:nvSpPr>
          <p:spPr>
            <a:xfrm>
              <a:off x="5008908" y="21357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2" name="pt18732"/>
            <p:cNvSpPr/>
            <p:nvPr/>
          </p:nvSpPr>
          <p:spPr>
            <a:xfrm>
              <a:off x="5277458" y="2228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3" name="pt18733"/>
            <p:cNvSpPr/>
            <p:nvPr/>
          </p:nvSpPr>
          <p:spPr>
            <a:xfrm>
              <a:off x="5489361" y="2163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4" name="pt18734"/>
            <p:cNvSpPr/>
            <p:nvPr/>
          </p:nvSpPr>
          <p:spPr>
            <a:xfrm>
              <a:off x="5740417" y="2236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5" name="pt18735"/>
            <p:cNvSpPr/>
            <p:nvPr/>
          </p:nvSpPr>
          <p:spPr>
            <a:xfrm>
              <a:off x="5276127" y="2173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6" name="pt18736"/>
            <p:cNvSpPr/>
            <p:nvPr/>
          </p:nvSpPr>
          <p:spPr>
            <a:xfrm>
              <a:off x="5082293" y="1917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7" name="pt18737"/>
            <p:cNvSpPr/>
            <p:nvPr/>
          </p:nvSpPr>
          <p:spPr>
            <a:xfrm>
              <a:off x="5504120" y="2132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8" name="pt18738"/>
            <p:cNvSpPr/>
            <p:nvPr/>
          </p:nvSpPr>
          <p:spPr>
            <a:xfrm>
              <a:off x="5490413" y="2293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9" name="pt18739"/>
            <p:cNvSpPr/>
            <p:nvPr/>
          </p:nvSpPr>
          <p:spPr>
            <a:xfrm>
              <a:off x="5692563" y="1975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0" name="pt18740"/>
            <p:cNvSpPr/>
            <p:nvPr/>
          </p:nvSpPr>
          <p:spPr>
            <a:xfrm>
              <a:off x="5506444" y="2216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1" name="pt18741"/>
            <p:cNvSpPr/>
            <p:nvPr/>
          </p:nvSpPr>
          <p:spPr>
            <a:xfrm>
              <a:off x="5851223" y="1686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2" name="pt18742"/>
            <p:cNvSpPr/>
            <p:nvPr/>
          </p:nvSpPr>
          <p:spPr>
            <a:xfrm>
              <a:off x="5790444" y="1995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3" name="pt18743"/>
            <p:cNvSpPr/>
            <p:nvPr/>
          </p:nvSpPr>
          <p:spPr>
            <a:xfrm>
              <a:off x="5323344" y="21499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4" name="pt18744"/>
            <p:cNvSpPr/>
            <p:nvPr/>
          </p:nvSpPr>
          <p:spPr>
            <a:xfrm>
              <a:off x="5780949" y="1923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5" name="pt18745"/>
            <p:cNvSpPr/>
            <p:nvPr/>
          </p:nvSpPr>
          <p:spPr>
            <a:xfrm>
              <a:off x="5477091" y="23415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6" name="pt18746"/>
            <p:cNvSpPr/>
            <p:nvPr/>
          </p:nvSpPr>
          <p:spPr>
            <a:xfrm>
              <a:off x="5586486" y="21047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7" name="pt18747"/>
            <p:cNvSpPr/>
            <p:nvPr/>
          </p:nvSpPr>
          <p:spPr>
            <a:xfrm>
              <a:off x="5655863" y="1784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8" name="pt18748"/>
            <p:cNvSpPr/>
            <p:nvPr/>
          </p:nvSpPr>
          <p:spPr>
            <a:xfrm>
              <a:off x="5080607" y="17271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9" name="pt18749"/>
            <p:cNvSpPr/>
            <p:nvPr/>
          </p:nvSpPr>
          <p:spPr>
            <a:xfrm>
              <a:off x="5269603" y="2191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0" name="pt18750"/>
            <p:cNvSpPr/>
            <p:nvPr/>
          </p:nvSpPr>
          <p:spPr>
            <a:xfrm>
              <a:off x="5985044" y="2063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1" name="pt18751"/>
            <p:cNvSpPr/>
            <p:nvPr/>
          </p:nvSpPr>
          <p:spPr>
            <a:xfrm>
              <a:off x="5537960" y="2204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2" name="pt18752"/>
            <p:cNvSpPr/>
            <p:nvPr/>
          </p:nvSpPr>
          <p:spPr>
            <a:xfrm>
              <a:off x="5516033" y="2235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3" name="pt18753"/>
            <p:cNvSpPr/>
            <p:nvPr/>
          </p:nvSpPr>
          <p:spPr>
            <a:xfrm>
              <a:off x="5780763" y="21256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4" name="pt18754"/>
            <p:cNvSpPr/>
            <p:nvPr/>
          </p:nvSpPr>
          <p:spPr>
            <a:xfrm>
              <a:off x="5406242" y="2262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5" name="pt18755"/>
            <p:cNvSpPr/>
            <p:nvPr/>
          </p:nvSpPr>
          <p:spPr>
            <a:xfrm>
              <a:off x="5707540" y="1735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6" name="pt18756"/>
            <p:cNvSpPr/>
            <p:nvPr/>
          </p:nvSpPr>
          <p:spPr>
            <a:xfrm>
              <a:off x="5045664" y="24642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7" name="pt18757"/>
            <p:cNvSpPr/>
            <p:nvPr/>
          </p:nvSpPr>
          <p:spPr>
            <a:xfrm>
              <a:off x="5529451" y="2255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8" name="pt18758"/>
            <p:cNvSpPr/>
            <p:nvPr/>
          </p:nvSpPr>
          <p:spPr>
            <a:xfrm>
              <a:off x="5628182" y="1969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9" name="pt18759"/>
            <p:cNvSpPr/>
            <p:nvPr/>
          </p:nvSpPr>
          <p:spPr>
            <a:xfrm>
              <a:off x="5496050" y="2250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0" name="pt18760"/>
            <p:cNvSpPr/>
            <p:nvPr/>
          </p:nvSpPr>
          <p:spPr>
            <a:xfrm>
              <a:off x="5280437" y="1917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1" name="pt18761"/>
            <p:cNvSpPr/>
            <p:nvPr/>
          </p:nvSpPr>
          <p:spPr>
            <a:xfrm>
              <a:off x="5362014" y="2080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2" name="pt18762"/>
            <p:cNvSpPr/>
            <p:nvPr/>
          </p:nvSpPr>
          <p:spPr>
            <a:xfrm>
              <a:off x="5362989" y="21043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3" name="pt18763"/>
            <p:cNvSpPr/>
            <p:nvPr/>
          </p:nvSpPr>
          <p:spPr>
            <a:xfrm>
              <a:off x="5491004" y="2194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4" name="pt18764"/>
            <p:cNvSpPr/>
            <p:nvPr/>
          </p:nvSpPr>
          <p:spPr>
            <a:xfrm>
              <a:off x="5046736" y="2315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5" name="pt18765"/>
            <p:cNvSpPr/>
            <p:nvPr/>
          </p:nvSpPr>
          <p:spPr>
            <a:xfrm>
              <a:off x="5630378" y="1996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6" name="pt18766"/>
            <p:cNvSpPr/>
            <p:nvPr/>
          </p:nvSpPr>
          <p:spPr>
            <a:xfrm>
              <a:off x="5661640" y="17628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7" name="pt18767"/>
            <p:cNvSpPr/>
            <p:nvPr/>
          </p:nvSpPr>
          <p:spPr>
            <a:xfrm>
              <a:off x="5232716" y="2232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8" name="pt18768"/>
            <p:cNvSpPr/>
            <p:nvPr/>
          </p:nvSpPr>
          <p:spPr>
            <a:xfrm>
              <a:off x="5538014" y="22648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9" name="pt18769"/>
            <p:cNvSpPr/>
            <p:nvPr/>
          </p:nvSpPr>
          <p:spPr>
            <a:xfrm>
              <a:off x="5500714" y="2116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0" name="pt18770"/>
            <p:cNvSpPr/>
            <p:nvPr/>
          </p:nvSpPr>
          <p:spPr>
            <a:xfrm>
              <a:off x="5067418" y="2422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1" name="pt18771"/>
            <p:cNvSpPr/>
            <p:nvPr/>
          </p:nvSpPr>
          <p:spPr>
            <a:xfrm>
              <a:off x="5426967" y="2212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2" name="pt18772"/>
            <p:cNvSpPr/>
            <p:nvPr/>
          </p:nvSpPr>
          <p:spPr>
            <a:xfrm>
              <a:off x="5420299" y="2141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3" name="pt18773"/>
            <p:cNvSpPr/>
            <p:nvPr/>
          </p:nvSpPr>
          <p:spPr>
            <a:xfrm>
              <a:off x="4643689" y="24728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4" name="pt18774"/>
            <p:cNvSpPr/>
            <p:nvPr/>
          </p:nvSpPr>
          <p:spPr>
            <a:xfrm>
              <a:off x="4993700" y="2662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5" name="pt18775"/>
            <p:cNvSpPr/>
            <p:nvPr/>
          </p:nvSpPr>
          <p:spPr>
            <a:xfrm>
              <a:off x="5685480" y="19709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6" name="pt18776"/>
            <p:cNvSpPr/>
            <p:nvPr/>
          </p:nvSpPr>
          <p:spPr>
            <a:xfrm>
              <a:off x="5277549" y="2202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7" name="pt18777"/>
            <p:cNvSpPr/>
            <p:nvPr/>
          </p:nvSpPr>
          <p:spPr>
            <a:xfrm>
              <a:off x="5726999" y="2137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8" name="pt18778"/>
            <p:cNvSpPr/>
            <p:nvPr/>
          </p:nvSpPr>
          <p:spPr>
            <a:xfrm>
              <a:off x="5611926" y="2050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9" name="pt18779"/>
            <p:cNvSpPr/>
            <p:nvPr/>
          </p:nvSpPr>
          <p:spPr>
            <a:xfrm>
              <a:off x="5225491" y="1913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0" name="pt18780"/>
            <p:cNvSpPr/>
            <p:nvPr/>
          </p:nvSpPr>
          <p:spPr>
            <a:xfrm>
              <a:off x="5352157" y="2247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1" name="pt18781"/>
            <p:cNvSpPr/>
            <p:nvPr/>
          </p:nvSpPr>
          <p:spPr>
            <a:xfrm>
              <a:off x="5377886" y="2138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2" name="pt18782"/>
            <p:cNvSpPr/>
            <p:nvPr/>
          </p:nvSpPr>
          <p:spPr>
            <a:xfrm>
              <a:off x="5888976" y="1960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3" name="pt18783"/>
            <p:cNvSpPr/>
            <p:nvPr/>
          </p:nvSpPr>
          <p:spPr>
            <a:xfrm>
              <a:off x="5415527" y="2116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4" name="pt18784"/>
            <p:cNvSpPr/>
            <p:nvPr/>
          </p:nvSpPr>
          <p:spPr>
            <a:xfrm>
              <a:off x="4788044" y="2677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5" name="pt18785"/>
            <p:cNvSpPr/>
            <p:nvPr/>
          </p:nvSpPr>
          <p:spPr>
            <a:xfrm>
              <a:off x="5353037" y="2333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6" name="pt18786"/>
            <p:cNvSpPr/>
            <p:nvPr/>
          </p:nvSpPr>
          <p:spPr>
            <a:xfrm>
              <a:off x="5483796" y="2141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7" name="pt18787"/>
            <p:cNvSpPr/>
            <p:nvPr/>
          </p:nvSpPr>
          <p:spPr>
            <a:xfrm>
              <a:off x="5655207" y="1597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8" name="pt18788"/>
            <p:cNvSpPr/>
            <p:nvPr/>
          </p:nvSpPr>
          <p:spPr>
            <a:xfrm>
              <a:off x="5238388" y="2181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9" name="pt18789"/>
            <p:cNvSpPr/>
            <p:nvPr/>
          </p:nvSpPr>
          <p:spPr>
            <a:xfrm>
              <a:off x="4990455" y="25992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0" name="pt18790"/>
            <p:cNvSpPr/>
            <p:nvPr/>
          </p:nvSpPr>
          <p:spPr>
            <a:xfrm>
              <a:off x="5228595" y="20258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1" name="pt18791"/>
            <p:cNvSpPr/>
            <p:nvPr/>
          </p:nvSpPr>
          <p:spPr>
            <a:xfrm>
              <a:off x="5899165" y="16477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2" name="pt18792"/>
            <p:cNvSpPr/>
            <p:nvPr/>
          </p:nvSpPr>
          <p:spPr>
            <a:xfrm>
              <a:off x="5239290" y="21416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3" name="pt18793"/>
            <p:cNvSpPr/>
            <p:nvPr/>
          </p:nvSpPr>
          <p:spPr>
            <a:xfrm>
              <a:off x="5209895" y="22654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4" name="pt18794"/>
            <p:cNvSpPr/>
            <p:nvPr/>
          </p:nvSpPr>
          <p:spPr>
            <a:xfrm>
              <a:off x="5254455" y="2213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5" name="pt18795"/>
            <p:cNvSpPr/>
            <p:nvPr/>
          </p:nvSpPr>
          <p:spPr>
            <a:xfrm>
              <a:off x="5545875" y="2079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6" name="pt18796"/>
            <p:cNvSpPr/>
            <p:nvPr/>
          </p:nvSpPr>
          <p:spPr>
            <a:xfrm>
              <a:off x="5151585" y="2471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7" name="pt18797"/>
            <p:cNvSpPr/>
            <p:nvPr/>
          </p:nvSpPr>
          <p:spPr>
            <a:xfrm>
              <a:off x="5245937" y="2119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8" name="pt18798"/>
            <p:cNvSpPr/>
            <p:nvPr/>
          </p:nvSpPr>
          <p:spPr>
            <a:xfrm>
              <a:off x="5483130" y="21472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9" name="pt18799"/>
            <p:cNvSpPr/>
            <p:nvPr/>
          </p:nvSpPr>
          <p:spPr>
            <a:xfrm>
              <a:off x="5349890" y="2216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0" name="pt18800"/>
            <p:cNvSpPr/>
            <p:nvPr/>
          </p:nvSpPr>
          <p:spPr>
            <a:xfrm>
              <a:off x="5652938" y="21111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1" name="pt18801"/>
            <p:cNvSpPr/>
            <p:nvPr/>
          </p:nvSpPr>
          <p:spPr>
            <a:xfrm>
              <a:off x="5317900" y="2228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2" name="pt18802"/>
            <p:cNvSpPr/>
            <p:nvPr/>
          </p:nvSpPr>
          <p:spPr>
            <a:xfrm>
              <a:off x="5669120" y="1733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3" name="pt18803"/>
            <p:cNvSpPr/>
            <p:nvPr/>
          </p:nvSpPr>
          <p:spPr>
            <a:xfrm>
              <a:off x="5612217" y="2094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4" name="pt18804"/>
            <p:cNvSpPr/>
            <p:nvPr/>
          </p:nvSpPr>
          <p:spPr>
            <a:xfrm>
              <a:off x="5714307" y="1877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5" name="pt18805"/>
            <p:cNvSpPr/>
            <p:nvPr/>
          </p:nvSpPr>
          <p:spPr>
            <a:xfrm>
              <a:off x="5405163" y="2217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6" name="pt18806"/>
            <p:cNvSpPr/>
            <p:nvPr/>
          </p:nvSpPr>
          <p:spPr>
            <a:xfrm>
              <a:off x="5508039" y="21869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7" name="pt18807"/>
            <p:cNvSpPr/>
            <p:nvPr/>
          </p:nvSpPr>
          <p:spPr>
            <a:xfrm>
              <a:off x="5122795" y="2711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8" name="pt18808"/>
            <p:cNvSpPr/>
            <p:nvPr/>
          </p:nvSpPr>
          <p:spPr>
            <a:xfrm>
              <a:off x="5129016" y="25877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9" name="pt18809"/>
            <p:cNvSpPr/>
            <p:nvPr/>
          </p:nvSpPr>
          <p:spPr>
            <a:xfrm>
              <a:off x="5080161" y="15352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0" name="pt18810"/>
            <p:cNvSpPr/>
            <p:nvPr/>
          </p:nvSpPr>
          <p:spPr>
            <a:xfrm>
              <a:off x="5211824" y="2000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1" name="pt18811"/>
            <p:cNvSpPr/>
            <p:nvPr/>
          </p:nvSpPr>
          <p:spPr>
            <a:xfrm>
              <a:off x="5649901" y="1906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2" name="pt18812"/>
            <p:cNvSpPr/>
            <p:nvPr/>
          </p:nvSpPr>
          <p:spPr>
            <a:xfrm>
              <a:off x="5567574" y="2027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3" name="pt18813"/>
            <p:cNvSpPr/>
            <p:nvPr/>
          </p:nvSpPr>
          <p:spPr>
            <a:xfrm>
              <a:off x="5116255" y="24234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4" name="pt18814"/>
            <p:cNvSpPr/>
            <p:nvPr/>
          </p:nvSpPr>
          <p:spPr>
            <a:xfrm>
              <a:off x="5587801" y="20074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5" name="pt18815"/>
            <p:cNvSpPr/>
            <p:nvPr/>
          </p:nvSpPr>
          <p:spPr>
            <a:xfrm>
              <a:off x="5441915" y="2045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6" name="pt18816"/>
            <p:cNvSpPr/>
            <p:nvPr/>
          </p:nvSpPr>
          <p:spPr>
            <a:xfrm>
              <a:off x="5454507" y="19440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7" name="pt18817"/>
            <p:cNvSpPr/>
            <p:nvPr/>
          </p:nvSpPr>
          <p:spPr>
            <a:xfrm>
              <a:off x="5307805" y="21818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8" name="pt18818"/>
            <p:cNvSpPr/>
            <p:nvPr/>
          </p:nvSpPr>
          <p:spPr>
            <a:xfrm>
              <a:off x="4739587" y="2611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9" name="pt18819"/>
            <p:cNvSpPr/>
            <p:nvPr/>
          </p:nvSpPr>
          <p:spPr>
            <a:xfrm>
              <a:off x="5199353" y="2095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0" name="pt18820"/>
            <p:cNvSpPr/>
            <p:nvPr/>
          </p:nvSpPr>
          <p:spPr>
            <a:xfrm>
              <a:off x="5627614" y="1918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1" name="pt18821"/>
            <p:cNvSpPr/>
            <p:nvPr/>
          </p:nvSpPr>
          <p:spPr>
            <a:xfrm>
              <a:off x="5464631" y="2113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2" name="pt18822"/>
            <p:cNvSpPr/>
            <p:nvPr/>
          </p:nvSpPr>
          <p:spPr>
            <a:xfrm>
              <a:off x="5378183" y="2218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3" name="pt18823"/>
            <p:cNvSpPr/>
            <p:nvPr/>
          </p:nvSpPr>
          <p:spPr>
            <a:xfrm>
              <a:off x="5824836" y="1857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4" name="pt18824"/>
            <p:cNvSpPr/>
            <p:nvPr/>
          </p:nvSpPr>
          <p:spPr>
            <a:xfrm>
              <a:off x="5617316" y="19867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5" name="pt18825"/>
            <p:cNvSpPr/>
            <p:nvPr/>
          </p:nvSpPr>
          <p:spPr>
            <a:xfrm>
              <a:off x="5254700" y="2253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6" name="pt18826"/>
            <p:cNvSpPr/>
            <p:nvPr/>
          </p:nvSpPr>
          <p:spPr>
            <a:xfrm>
              <a:off x="5369122" y="21149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7" name="pt18827"/>
            <p:cNvSpPr/>
            <p:nvPr/>
          </p:nvSpPr>
          <p:spPr>
            <a:xfrm>
              <a:off x="4877989" y="27239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8" name="pt18828"/>
            <p:cNvSpPr/>
            <p:nvPr/>
          </p:nvSpPr>
          <p:spPr>
            <a:xfrm>
              <a:off x="5610527" y="2027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9" name="pt18829"/>
            <p:cNvSpPr/>
            <p:nvPr/>
          </p:nvSpPr>
          <p:spPr>
            <a:xfrm>
              <a:off x="5143743" y="2572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0" name="pt18830"/>
            <p:cNvSpPr/>
            <p:nvPr/>
          </p:nvSpPr>
          <p:spPr>
            <a:xfrm>
              <a:off x="5641173" y="20421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1" name="pt18831"/>
            <p:cNvSpPr/>
            <p:nvPr/>
          </p:nvSpPr>
          <p:spPr>
            <a:xfrm>
              <a:off x="5283501" y="2070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2" name="pt18832"/>
            <p:cNvSpPr/>
            <p:nvPr/>
          </p:nvSpPr>
          <p:spPr>
            <a:xfrm>
              <a:off x="5340633" y="2191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3" name="pt18833"/>
            <p:cNvSpPr/>
            <p:nvPr/>
          </p:nvSpPr>
          <p:spPr>
            <a:xfrm>
              <a:off x="5458224" y="2058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4" name="pt18834"/>
            <p:cNvSpPr/>
            <p:nvPr/>
          </p:nvSpPr>
          <p:spPr>
            <a:xfrm>
              <a:off x="4779225" y="25550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5" name="pt18835"/>
            <p:cNvSpPr/>
            <p:nvPr/>
          </p:nvSpPr>
          <p:spPr>
            <a:xfrm>
              <a:off x="4913413" y="1825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6" name="pt18836"/>
            <p:cNvSpPr/>
            <p:nvPr/>
          </p:nvSpPr>
          <p:spPr>
            <a:xfrm>
              <a:off x="5526037" y="2231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7" name="pt18837"/>
            <p:cNvSpPr/>
            <p:nvPr/>
          </p:nvSpPr>
          <p:spPr>
            <a:xfrm>
              <a:off x="5491357" y="2195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8" name="pt18838"/>
            <p:cNvSpPr/>
            <p:nvPr/>
          </p:nvSpPr>
          <p:spPr>
            <a:xfrm>
              <a:off x="5873250" y="18904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9" name="pt18839"/>
            <p:cNvSpPr/>
            <p:nvPr/>
          </p:nvSpPr>
          <p:spPr>
            <a:xfrm>
              <a:off x="5423810" y="21536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0" name="pt18840"/>
            <p:cNvSpPr/>
            <p:nvPr/>
          </p:nvSpPr>
          <p:spPr>
            <a:xfrm>
              <a:off x="5387586" y="2159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1" name="pt18841"/>
            <p:cNvSpPr/>
            <p:nvPr/>
          </p:nvSpPr>
          <p:spPr>
            <a:xfrm>
              <a:off x="5361373" y="20825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2" name="pt18842"/>
            <p:cNvSpPr/>
            <p:nvPr/>
          </p:nvSpPr>
          <p:spPr>
            <a:xfrm>
              <a:off x="5349644" y="230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3" name="pt18843"/>
            <p:cNvSpPr/>
            <p:nvPr/>
          </p:nvSpPr>
          <p:spPr>
            <a:xfrm>
              <a:off x="5094052" y="2510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4" name="pt18844"/>
            <p:cNvSpPr/>
            <p:nvPr/>
          </p:nvSpPr>
          <p:spPr>
            <a:xfrm>
              <a:off x="5532340" y="2200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5" name="pt18845"/>
            <p:cNvSpPr/>
            <p:nvPr/>
          </p:nvSpPr>
          <p:spPr>
            <a:xfrm>
              <a:off x="5848291" y="14426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6" name="pt18846"/>
            <p:cNvSpPr/>
            <p:nvPr/>
          </p:nvSpPr>
          <p:spPr>
            <a:xfrm>
              <a:off x="5389089" y="2235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7" name="pt18847"/>
            <p:cNvSpPr/>
            <p:nvPr/>
          </p:nvSpPr>
          <p:spPr>
            <a:xfrm>
              <a:off x="5327712" y="2190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8" name="pt18848"/>
            <p:cNvSpPr/>
            <p:nvPr/>
          </p:nvSpPr>
          <p:spPr>
            <a:xfrm>
              <a:off x="5889706" y="1907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9" name="pt18849"/>
            <p:cNvSpPr/>
            <p:nvPr/>
          </p:nvSpPr>
          <p:spPr>
            <a:xfrm>
              <a:off x="5387612" y="2222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0" name="pt18850"/>
            <p:cNvSpPr/>
            <p:nvPr/>
          </p:nvSpPr>
          <p:spPr>
            <a:xfrm>
              <a:off x="5435373" y="1928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1" name="pt18851"/>
            <p:cNvSpPr/>
            <p:nvPr/>
          </p:nvSpPr>
          <p:spPr>
            <a:xfrm>
              <a:off x="5176889" y="19641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2" name="pt18852"/>
            <p:cNvSpPr/>
            <p:nvPr/>
          </p:nvSpPr>
          <p:spPr>
            <a:xfrm>
              <a:off x="4687022" y="25942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3" name="pt18853"/>
            <p:cNvSpPr/>
            <p:nvPr/>
          </p:nvSpPr>
          <p:spPr>
            <a:xfrm>
              <a:off x="5255571" y="2172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4" name="pt18854"/>
            <p:cNvSpPr/>
            <p:nvPr/>
          </p:nvSpPr>
          <p:spPr>
            <a:xfrm>
              <a:off x="5449667" y="1929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5" name="pt18855"/>
            <p:cNvSpPr/>
            <p:nvPr/>
          </p:nvSpPr>
          <p:spPr>
            <a:xfrm>
              <a:off x="5655713" y="18371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6" name="pt18856"/>
            <p:cNvSpPr/>
            <p:nvPr/>
          </p:nvSpPr>
          <p:spPr>
            <a:xfrm>
              <a:off x="5185868" y="2149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7" name="pt18857"/>
            <p:cNvSpPr/>
            <p:nvPr/>
          </p:nvSpPr>
          <p:spPr>
            <a:xfrm>
              <a:off x="5362677" y="20272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8" name="pt18858"/>
            <p:cNvSpPr/>
            <p:nvPr/>
          </p:nvSpPr>
          <p:spPr>
            <a:xfrm>
              <a:off x="5728919" y="1903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9" name="pt18859"/>
            <p:cNvSpPr/>
            <p:nvPr/>
          </p:nvSpPr>
          <p:spPr>
            <a:xfrm>
              <a:off x="5430904" y="21737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0" name="pt18860"/>
            <p:cNvSpPr/>
            <p:nvPr/>
          </p:nvSpPr>
          <p:spPr>
            <a:xfrm>
              <a:off x="5473443" y="21596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1" name="pt18861"/>
            <p:cNvSpPr/>
            <p:nvPr/>
          </p:nvSpPr>
          <p:spPr>
            <a:xfrm>
              <a:off x="5395229" y="2196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2" name="pt18862"/>
            <p:cNvSpPr/>
            <p:nvPr/>
          </p:nvSpPr>
          <p:spPr>
            <a:xfrm>
              <a:off x="5094778" y="268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3" name="pt18863"/>
            <p:cNvSpPr/>
            <p:nvPr/>
          </p:nvSpPr>
          <p:spPr>
            <a:xfrm>
              <a:off x="5488281" y="22731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4" name="pt18864"/>
            <p:cNvSpPr/>
            <p:nvPr/>
          </p:nvSpPr>
          <p:spPr>
            <a:xfrm>
              <a:off x="5004771" y="23581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5" name="pt18865"/>
            <p:cNvSpPr/>
            <p:nvPr/>
          </p:nvSpPr>
          <p:spPr>
            <a:xfrm>
              <a:off x="5952802" y="2008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6" name="pt18866"/>
            <p:cNvSpPr/>
            <p:nvPr/>
          </p:nvSpPr>
          <p:spPr>
            <a:xfrm>
              <a:off x="5489188" y="2260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7" name="pt18867"/>
            <p:cNvSpPr/>
            <p:nvPr/>
          </p:nvSpPr>
          <p:spPr>
            <a:xfrm>
              <a:off x="5450566" y="1994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8" name="pt18868"/>
            <p:cNvSpPr/>
            <p:nvPr/>
          </p:nvSpPr>
          <p:spPr>
            <a:xfrm>
              <a:off x="5344855" y="2207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9" name="pt18869"/>
            <p:cNvSpPr/>
            <p:nvPr/>
          </p:nvSpPr>
          <p:spPr>
            <a:xfrm>
              <a:off x="5589570" y="1928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0" name="pt18870"/>
            <p:cNvSpPr/>
            <p:nvPr/>
          </p:nvSpPr>
          <p:spPr>
            <a:xfrm>
              <a:off x="5019225" y="23804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1" name="pt18871"/>
            <p:cNvSpPr/>
            <p:nvPr/>
          </p:nvSpPr>
          <p:spPr>
            <a:xfrm>
              <a:off x="5581760" y="19918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2" name="pt18872"/>
            <p:cNvSpPr/>
            <p:nvPr/>
          </p:nvSpPr>
          <p:spPr>
            <a:xfrm>
              <a:off x="5533446" y="21959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3" name="pt18873"/>
            <p:cNvSpPr/>
            <p:nvPr/>
          </p:nvSpPr>
          <p:spPr>
            <a:xfrm>
              <a:off x="5499862" y="2196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4" name="pt18874"/>
            <p:cNvSpPr/>
            <p:nvPr/>
          </p:nvSpPr>
          <p:spPr>
            <a:xfrm>
              <a:off x="5312830" y="2068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5" name="pt18875"/>
            <p:cNvSpPr/>
            <p:nvPr/>
          </p:nvSpPr>
          <p:spPr>
            <a:xfrm>
              <a:off x="5408378" y="22827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6" name="pt18876"/>
            <p:cNvSpPr/>
            <p:nvPr/>
          </p:nvSpPr>
          <p:spPr>
            <a:xfrm>
              <a:off x="5872254" y="1449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7" name="pt18877"/>
            <p:cNvSpPr/>
            <p:nvPr/>
          </p:nvSpPr>
          <p:spPr>
            <a:xfrm>
              <a:off x="5473070" y="2203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8" name="pt18878"/>
            <p:cNvSpPr/>
            <p:nvPr/>
          </p:nvSpPr>
          <p:spPr>
            <a:xfrm>
              <a:off x="5337814" y="211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9" name="pt18879"/>
            <p:cNvSpPr/>
            <p:nvPr/>
          </p:nvSpPr>
          <p:spPr>
            <a:xfrm>
              <a:off x="5406400" y="2294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0" name="pt18880"/>
            <p:cNvSpPr/>
            <p:nvPr/>
          </p:nvSpPr>
          <p:spPr>
            <a:xfrm>
              <a:off x="5011905" y="2165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1" name="pt18881"/>
            <p:cNvSpPr/>
            <p:nvPr/>
          </p:nvSpPr>
          <p:spPr>
            <a:xfrm>
              <a:off x="5472550" y="2119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2" name="pt18882"/>
            <p:cNvSpPr/>
            <p:nvPr/>
          </p:nvSpPr>
          <p:spPr>
            <a:xfrm>
              <a:off x="5530483" y="2297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3" name="pt18883"/>
            <p:cNvSpPr/>
            <p:nvPr/>
          </p:nvSpPr>
          <p:spPr>
            <a:xfrm>
              <a:off x="5250983" y="22004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4" name="pt18884"/>
            <p:cNvSpPr/>
            <p:nvPr/>
          </p:nvSpPr>
          <p:spPr>
            <a:xfrm>
              <a:off x="5713442" y="1794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5" name="pt18885"/>
            <p:cNvSpPr/>
            <p:nvPr/>
          </p:nvSpPr>
          <p:spPr>
            <a:xfrm>
              <a:off x="5616815" y="2082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6" name="pt18886"/>
            <p:cNvSpPr/>
            <p:nvPr/>
          </p:nvSpPr>
          <p:spPr>
            <a:xfrm>
              <a:off x="5186955" y="2428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7" name="pt18887"/>
            <p:cNvSpPr/>
            <p:nvPr/>
          </p:nvSpPr>
          <p:spPr>
            <a:xfrm>
              <a:off x="5469826" y="20615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8" name="pt18888"/>
            <p:cNvSpPr/>
            <p:nvPr/>
          </p:nvSpPr>
          <p:spPr>
            <a:xfrm>
              <a:off x="5439072" y="1945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9" name="pt18889"/>
            <p:cNvSpPr/>
            <p:nvPr/>
          </p:nvSpPr>
          <p:spPr>
            <a:xfrm>
              <a:off x="5424073" y="21827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0" name="pt18890"/>
            <p:cNvSpPr/>
            <p:nvPr/>
          </p:nvSpPr>
          <p:spPr>
            <a:xfrm>
              <a:off x="5146734" y="2871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1" name="pt18891"/>
            <p:cNvSpPr/>
            <p:nvPr/>
          </p:nvSpPr>
          <p:spPr>
            <a:xfrm>
              <a:off x="5316607" y="2199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2" name="pt18892"/>
            <p:cNvSpPr/>
            <p:nvPr/>
          </p:nvSpPr>
          <p:spPr>
            <a:xfrm>
              <a:off x="5063332" y="2525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3" name="pt18893"/>
            <p:cNvSpPr/>
            <p:nvPr/>
          </p:nvSpPr>
          <p:spPr>
            <a:xfrm>
              <a:off x="4913047" y="2053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4" name="pt18894"/>
            <p:cNvSpPr/>
            <p:nvPr/>
          </p:nvSpPr>
          <p:spPr>
            <a:xfrm>
              <a:off x="5344679" y="2254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5" name="pt18895"/>
            <p:cNvSpPr/>
            <p:nvPr/>
          </p:nvSpPr>
          <p:spPr>
            <a:xfrm>
              <a:off x="5293707" y="2149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6" name="pt18896"/>
            <p:cNvSpPr/>
            <p:nvPr/>
          </p:nvSpPr>
          <p:spPr>
            <a:xfrm>
              <a:off x="5561094" y="23004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7" name="pt18897"/>
            <p:cNvSpPr/>
            <p:nvPr/>
          </p:nvSpPr>
          <p:spPr>
            <a:xfrm>
              <a:off x="5462167" y="2089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8" name="pt18898"/>
            <p:cNvSpPr/>
            <p:nvPr/>
          </p:nvSpPr>
          <p:spPr>
            <a:xfrm>
              <a:off x="5318291" y="2170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9" name="pt18899"/>
            <p:cNvSpPr/>
            <p:nvPr/>
          </p:nvSpPr>
          <p:spPr>
            <a:xfrm>
              <a:off x="5628891" y="2031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0" name="pt18900"/>
            <p:cNvSpPr/>
            <p:nvPr/>
          </p:nvSpPr>
          <p:spPr>
            <a:xfrm>
              <a:off x="5143875" y="2713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1" name="pt18901"/>
            <p:cNvSpPr/>
            <p:nvPr/>
          </p:nvSpPr>
          <p:spPr>
            <a:xfrm>
              <a:off x="5413560" y="2206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2" name="pt18902"/>
            <p:cNvSpPr/>
            <p:nvPr/>
          </p:nvSpPr>
          <p:spPr>
            <a:xfrm>
              <a:off x="5405097" y="22729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3" name="pt18903"/>
            <p:cNvSpPr/>
            <p:nvPr/>
          </p:nvSpPr>
          <p:spPr>
            <a:xfrm>
              <a:off x="5547494" y="2291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4" name="pt18904"/>
            <p:cNvSpPr/>
            <p:nvPr/>
          </p:nvSpPr>
          <p:spPr>
            <a:xfrm>
              <a:off x="4980082" y="2503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5" name="pt18905"/>
            <p:cNvSpPr/>
            <p:nvPr/>
          </p:nvSpPr>
          <p:spPr>
            <a:xfrm>
              <a:off x="5374289" y="2122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6" name="pt18906"/>
            <p:cNvSpPr/>
            <p:nvPr/>
          </p:nvSpPr>
          <p:spPr>
            <a:xfrm>
              <a:off x="5299998" y="22271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7" name="pt18907"/>
            <p:cNvSpPr/>
            <p:nvPr/>
          </p:nvSpPr>
          <p:spPr>
            <a:xfrm>
              <a:off x="5505144" y="2079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8" name="pt18908"/>
            <p:cNvSpPr/>
            <p:nvPr/>
          </p:nvSpPr>
          <p:spPr>
            <a:xfrm>
              <a:off x="5630787" y="2002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9" name="pt18909"/>
            <p:cNvSpPr/>
            <p:nvPr/>
          </p:nvSpPr>
          <p:spPr>
            <a:xfrm>
              <a:off x="5398586" y="21715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0" name="pt18910"/>
            <p:cNvSpPr/>
            <p:nvPr/>
          </p:nvSpPr>
          <p:spPr>
            <a:xfrm>
              <a:off x="5991019" y="1954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1" name="pt18911"/>
            <p:cNvSpPr/>
            <p:nvPr/>
          </p:nvSpPr>
          <p:spPr>
            <a:xfrm>
              <a:off x="4862277" y="29404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2" name="pt18912"/>
            <p:cNvSpPr/>
            <p:nvPr/>
          </p:nvSpPr>
          <p:spPr>
            <a:xfrm>
              <a:off x="5104497" y="26174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3" name="pt18913"/>
            <p:cNvSpPr/>
            <p:nvPr/>
          </p:nvSpPr>
          <p:spPr>
            <a:xfrm>
              <a:off x="5293349" y="2136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4" name="pt18914"/>
            <p:cNvSpPr/>
            <p:nvPr/>
          </p:nvSpPr>
          <p:spPr>
            <a:xfrm>
              <a:off x="5037865" y="23796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5" name="pt18915"/>
            <p:cNvSpPr/>
            <p:nvPr/>
          </p:nvSpPr>
          <p:spPr>
            <a:xfrm>
              <a:off x="5649791" y="1868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6" name="pt18916"/>
            <p:cNvSpPr/>
            <p:nvPr/>
          </p:nvSpPr>
          <p:spPr>
            <a:xfrm>
              <a:off x="5700053" y="1830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7" name="pt18917"/>
            <p:cNvSpPr/>
            <p:nvPr/>
          </p:nvSpPr>
          <p:spPr>
            <a:xfrm>
              <a:off x="5973057" y="19058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8" name="pt18918"/>
            <p:cNvSpPr/>
            <p:nvPr/>
          </p:nvSpPr>
          <p:spPr>
            <a:xfrm>
              <a:off x="5521739" y="2214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9" name="pt18919"/>
            <p:cNvSpPr/>
            <p:nvPr/>
          </p:nvSpPr>
          <p:spPr>
            <a:xfrm>
              <a:off x="5376974" y="2184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0" name="pt18920"/>
            <p:cNvSpPr/>
            <p:nvPr/>
          </p:nvSpPr>
          <p:spPr>
            <a:xfrm>
              <a:off x="5508320" y="2199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1" name="pt18921"/>
            <p:cNvSpPr/>
            <p:nvPr/>
          </p:nvSpPr>
          <p:spPr>
            <a:xfrm>
              <a:off x="5589753" y="20492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2" name="pt18922"/>
            <p:cNvSpPr/>
            <p:nvPr/>
          </p:nvSpPr>
          <p:spPr>
            <a:xfrm>
              <a:off x="5657039" y="16691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3" name="pt18923"/>
            <p:cNvSpPr/>
            <p:nvPr/>
          </p:nvSpPr>
          <p:spPr>
            <a:xfrm>
              <a:off x="5103238" y="2479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4" name="pt18924"/>
            <p:cNvSpPr/>
            <p:nvPr/>
          </p:nvSpPr>
          <p:spPr>
            <a:xfrm>
              <a:off x="5355880" y="2235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5" name="pt18925"/>
            <p:cNvSpPr/>
            <p:nvPr/>
          </p:nvSpPr>
          <p:spPr>
            <a:xfrm>
              <a:off x="5400850" y="2264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6" name="pt18926"/>
            <p:cNvSpPr/>
            <p:nvPr/>
          </p:nvSpPr>
          <p:spPr>
            <a:xfrm>
              <a:off x="5098901" y="2482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7" name="pt18927"/>
            <p:cNvSpPr/>
            <p:nvPr/>
          </p:nvSpPr>
          <p:spPr>
            <a:xfrm>
              <a:off x="5260600" y="21917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8" name="pt18928"/>
            <p:cNvSpPr/>
            <p:nvPr/>
          </p:nvSpPr>
          <p:spPr>
            <a:xfrm>
              <a:off x="5885783" y="159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9" name="pt18929"/>
            <p:cNvSpPr/>
            <p:nvPr/>
          </p:nvSpPr>
          <p:spPr>
            <a:xfrm>
              <a:off x="5764495" y="2233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0" name="pt18930"/>
            <p:cNvSpPr/>
            <p:nvPr/>
          </p:nvSpPr>
          <p:spPr>
            <a:xfrm>
              <a:off x="5716683" y="18203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1" name="pt18931"/>
            <p:cNvSpPr/>
            <p:nvPr/>
          </p:nvSpPr>
          <p:spPr>
            <a:xfrm>
              <a:off x="5229811" y="20777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2" name="pt18932"/>
            <p:cNvSpPr/>
            <p:nvPr/>
          </p:nvSpPr>
          <p:spPr>
            <a:xfrm>
              <a:off x="4961632" y="2783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3" name="pt18933"/>
            <p:cNvSpPr/>
            <p:nvPr/>
          </p:nvSpPr>
          <p:spPr>
            <a:xfrm>
              <a:off x="5473958" y="2287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4" name="pt18934"/>
            <p:cNvSpPr/>
            <p:nvPr/>
          </p:nvSpPr>
          <p:spPr>
            <a:xfrm>
              <a:off x="5600395" y="1871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5" name="pt18935"/>
            <p:cNvSpPr/>
            <p:nvPr/>
          </p:nvSpPr>
          <p:spPr>
            <a:xfrm>
              <a:off x="5182035" y="21821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6" name="pt18936"/>
            <p:cNvSpPr/>
            <p:nvPr/>
          </p:nvSpPr>
          <p:spPr>
            <a:xfrm>
              <a:off x="5741693" y="19201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7" name="pt18937"/>
            <p:cNvSpPr/>
            <p:nvPr/>
          </p:nvSpPr>
          <p:spPr>
            <a:xfrm>
              <a:off x="5249111" y="2124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8" name="pt18938"/>
            <p:cNvSpPr/>
            <p:nvPr/>
          </p:nvSpPr>
          <p:spPr>
            <a:xfrm>
              <a:off x="5637162" y="2143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9" name="pt18939"/>
            <p:cNvSpPr/>
            <p:nvPr/>
          </p:nvSpPr>
          <p:spPr>
            <a:xfrm>
              <a:off x="5006612" y="2387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0" name="pt18940"/>
            <p:cNvSpPr/>
            <p:nvPr/>
          </p:nvSpPr>
          <p:spPr>
            <a:xfrm>
              <a:off x="5281593" y="1862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1" name="pt18941"/>
            <p:cNvSpPr/>
            <p:nvPr/>
          </p:nvSpPr>
          <p:spPr>
            <a:xfrm>
              <a:off x="5594224" y="2141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2" name="pt18942"/>
            <p:cNvSpPr/>
            <p:nvPr/>
          </p:nvSpPr>
          <p:spPr>
            <a:xfrm>
              <a:off x="5610024" y="2030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3" name="pt18943"/>
            <p:cNvSpPr/>
            <p:nvPr/>
          </p:nvSpPr>
          <p:spPr>
            <a:xfrm>
              <a:off x="5642341" y="20133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4" name="pt18944"/>
            <p:cNvSpPr/>
            <p:nvPr/>
          </p:nvSpPr>
          <p:spPr>
            <a:xfrm>
              <a:off x="5943066" y="1719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5" name="pt18945"/>
            <p:cNvSpPr/>
            <p:nvPr/>
          </p:nvSpPr>
          <p:spPr>
            <a:xfrm>
              <a:off x="5288565" y="2054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6" name="pt18946"/>
            <p:cNvSpPr/>
            <p:nvPr/>
          </p:nvSpPr>
          <p:spPr>
            <a:xfrm>
              <a:off x="5108368" y="2638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7" name="pt18947"/>
            <p:cNvSpPr/>
            <p:nvPr/>
          </p:nvSpPr>
          <p:spPr>
            <a:xfrm>
              <a:off x="5419610" y="2164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8" name="pt18948"/>
            <p:cNvSpPr/>
            <p:nvPr/>
          </p:nvSpPr>
          <p:spPr>
            <a:xfrm>
              <a:off x="5730419" y="1973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9" name="pt18949"/>
            <p:cNvSpPr/>
            <p:nvPr/>
          </p:nvSpPr>
          <p:spPr>
            <a:xfrm>
              <a:off x="5649275" y="1864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0" name="pt18950"/>
            <p:cNvSpPr/>
            <p:nvPr/>
          </p:nvSpPr>
          <p:spPr>
            <a:xfrm>
              <a:off x="5497115" y="2198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1" name="pt18951"/>
            <p:cNvSpPr/>
            <p:nvPr/>
          </p:nvSpPr>
          <p:spPr>
            <a:xfrm>
              <a:off x="5111287" y="2503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2" name="pt18952"/>
            <p:cNvSpPr/>
            <p:nvPr/>
          </p:nvSpPr>
          <p:spPr>
            <a:xfrm>
              <a:off x="5546837" y="2172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3" name="pt18953"/>
            <p:cNvSpPr/>
            <p:nvPr/>
          </p:nvSpPr>
          <p:spPr>
            <a:xfrm>
              <a:off x="5066484" y="2748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4" name="pt18954"/>
            <p:cNvSpPr/>
            <p:nvPr/>
          </p:nvSpPr>
          <p:spPr>
            <a:xfrm>
              <a:off x="5188961" y="21998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5" name="pt18955"/>
            <p:cNvSpPr/>
            <p:nvPr/>
          </p:nvSpPr>
          <p:spPr>
            <a:xfrm>
              <a:off x="5577249" y="1929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6" name="pt18956"/>
            <p:cNvSpPr/>
            <p:nvPr/>
          </p:nvSpPr>
          <p:spPr>
            <a:xfrm>
              <a:off x="5554478" y="2200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7" name="pt18957"/>
            <p:cNvSpPr/>
            <p:nvPr/>
          </p:nvSpPr>
          <p:spPr>
            <a:xfrm>
              <a:off x="5439646" y="2005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8" name="pt18958"/>
            <p:cNvSpPr/>
            <p:nvPr/>
          </p:nvSpPr>
          <p:spPr>
            <a:xfrm>
              <a:off x="5423902" y="21971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9" name="pt18959"/>
            <p:cNvSpPr/>
            <p:nvPr/>
          </p:nvSpPr>
          <p:spPr>
            <a:xfrm>
              <a:off x="5321763" y="21538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0" name="pt18960"/>
            <p:cNvSpPr/>
            <p:nvPr/>
          </p:nvSpPr>
          <p:spPr>
            <a:xfrm>
              <a:off x="5481840" y="21423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1" name="pt18961"/>
            <p:cNvSpPr/>
            <p:nvPr/>
          </p:nvSpPr>
          <p:spPr>
            <a:xfrm>
              <a:off x="5293979" y="2165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2" name="pt18962"/>
            <p:cNvSpPr/>
            <p:nvPr/>
          </p:nvSpPr>
          <p:spPr>
            <a:xfrm>
              <a:off x="5570820" y="20306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3" name="pt18963"/>
            <p:cNvSpPr/>
            <p:nvPr/>
          </p:nvSpPr>
          <p:spPr>
            <a:xfrm>
              <a:off x="5329959" y="21860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4" name="pt18964"/>
            <p:cNvSpPr/>
            <p:nvPr/>
          </p:nvSpPr>
          <p:spPr>
            <a:xfrm>
              <a:off x="5217010" y="21199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5" name="pt18965"/>
            <p:cNvSpPr/>
            <p:nvPr/>
          </p:nvSpPr>
          <p:spPr>
            <a:xfrm>
              <a:off x="5279350" y="22135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6" name="pt18966"/>
            <p:cNvSpPr/>
            <p:nvPr/>
          </p:nvSpPr>
          <p:spPr>
            <a:xfrm>
              <a:off x="5540642" y="2188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7" name="pt18967"/>
            <p:cNvSpPr/>
            <p:nvPr/>
          </p:nvSpPr>
          <p:spPr>
            <a:xfrm>
              <a:off x="5428817" y="20313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8" name="pt18968"/>
            <p:cNvSpPr/>
            <p:nvPr/>
          </p:nvSpPr>
          <p:spPr>
            <a:xfrm>
              <a:off x="5727895" y="1950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9" name="pt18969"/>
            <p:cNvSpPr/>
            <p:nvPr/>
          </p:nvSpPr>
          <p:spPr>
            <a:xfrm>
              <a:off x="5630436" y="2011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0" name="pt18970"/>
            <p:cNvSpPr/>
            <p:nvPr/>
          </p:nvSpPr>
          <p:spPr>
            <a:xfrm>
              <a:off x="5179739" y="2200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1" name="pt18971"/>
            <p:cNvSpPr/>
            <p:nvPr/>
          </p:nvSpPr>
          <p:spPr>
            <a:xfrm>
              <a:off x="5270229" y="2089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2" name="pt18972"/>
            <p:cNvSpPr/>
            <p:nvPr/>
          </p:nvSpPr>
          <p:spPr>
            <a:xfrm>
              <a:off x="4802715" y="2329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3" name="pt18973"/>
            <p:cNvSpPr/>
            <p:nvPr/>
          </p:nvSpPr>
          <p:spPr>
            <a:xfrm>
              <a:off x="5582658" y="2190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4" name="pt18974"/>
            <p:cNvSpPr/>
            <p:nvPr/>
          </p:nvSpPr>
          <p:spPr>
            <a:xfrm>
              <a:off x="5148052" y="2613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5" name="pt18975"/>
            <p:cNvSpPr/>
            <p:nvPr/>
          </p:nvSpPr>
          <p:spPr>
            <a:xfrm>
              <a:off x="5499464" y="21070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6" name="pt18976"/>
            <p:cNvSpPr/>
            <p:nvPr/>
          </p:nvSpPr>
          <p:spPr>
            <a:xfrm>
              <a:off x="5729419" y="19928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7" name="pt18977"/>
            <p:cNvSpPr/>
            <p:nvPr/>
          </p:nvSpPr>
          <p:spPr>
            <a:xfrm>
              <a:off x="5540251" y="21692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8" name="pt18978"/>
            <p:cNvSpPr/>
            <p:nvPr/>
          </p:nvSpPr>
          <p:spPr>
            <a:xfrm>
              <a:off x="5353263" y="2365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9" name="pt18979"/>
            <p:cNvSpPr/>
            <p:nvPr/>
          </p:nvSpPr>
          <p:spPr>
            <a:xfrm>
              <a:off x="5649872" y="21225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0" name="pt18980"/>
            <p:cNvSpPr/>
            <p:nvPr/>
          </p:nvSpPr>
          <p:spPr>
            <a:xfrm>
              <a:off x="5477196" y="2196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1" name="pt18981"/>
            <p:cNvSpPr/>
            <p:nvPr/>
          </p:nvSpPr>
          <p:spPr>
            <a:xfrm>
              <a:off x="5687741" y="1966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2" name="pt18982"/>
            <p:cNvSpPr/>
            <p:nvPr/>
          </p:nvSpPr>
          <p:spPr>
            <a:xfrm>
              <a:off x="5333649" y="2170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3" name="pt18983"/>
            <p:cNvSpPr/>
            <p:nvPr/>
          </p:nvSpPr>
          <p:spPr>
            <a:xfrm>
              <a:off x="5410187" y="2185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4" name="pt18984"/>
            <p:cNvSpPr/>
            <p:nvPr/>
          </p:nvSpPr>
          <p:spPr>
            <a:xfrm>
              <a:off x="5659100" y="1687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5" name="pt18985"/>
            <p:cNvSpPr/>
            <p:nvPr/>
          </p:nvSpPr>
          <p:spPr>
            <a:xfrm>
              <a:off x="5415189" y="2134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6" name="pt18986"/>
            <p:cNvSpPr/>
            <p:nvPr/>
          </p:nvSpPr>
          <p:spPr>
            <a:xfrm>
              <a:off x="5550256" y="2226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7" name="pt18987"/>
            <p:cNvSpPr/>
            <p:nvPr/>
          </p:nvSpPr>
          <p:spPr>
            <a:xfrm>
              <a:off x="5544648" y="211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8" name="pt18988"/>
            <p:cNvSpPr/>
            <p:nvPr/>
          </p:nvSpPr>
          <p:spPr>
            <a:xfrm>
              <a:off x="5620210" y="1981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9" name="pt18989"/>
            <p:cNvSpPr/>
            <p:nvPr/>
          </p:nvSpPr>
          <p:spPr>
            <a:xfrm>
              <a:off x="5405749" y="22790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0" name="pt18990"/>
            <p:cNvSpPr/>
            <p:nvPr/>
          </p:nvSpPr>
          <p:spPr>
            <a:xfrm>
              <a:off x="5430691" y="2140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1" name="pt18991"/>
            <p:cNvSpPr/>
            <p:nvPr/>
          </p:nvSpPr>
          <p:spPr>
            <a:xfrm>
              <a:off x="5669457" y="16700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2" name="pt18992"/>
            <p:cNvSpPr/>
            <p:nvPr/>
          </p:nvSpPr>
          <p:spPr>
            <a:xfrm>
              <a:off x="5502699" y="22876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3" name="pt18993"/>
            <p:cNvSpPr/>
            <p:nvPr/>
          </p:nvSpPr>
          <p:spPr>
            <a:xfrm>
              <a:off x="5375789" y="21383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4" name="pt18994"/>
            <p:cNvSpPr/>
            <p:nvPr/>
          </p:nvSpPr>
          <p:spPr>
            <a:xfrm>
              <a:off x="5499457" y="2170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5" name="pt18995"/>
            <p:cNvSpPr/>
            <p:nvPr/>
          </p:nvSpPr>
          <p:spPr>
            <a:xfrm>
              <a:off x="5271279" y="2032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6" name="pt18996"/>
            <p:cNvSpPr/>
            <p:nvPr/>
          </p:nvSpPr>
          <p:spPr>
            <a:xfrm>
              <a:off x="5612949" y="2110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7" name="pt18997"/>
            <p:cNvSpPr/>
            <p:nvPr/>
          </p:nvSpPr>
          <p:spPr>
            <a:xfrm>
              <a:off x="5635038" y="20584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8" name="pt18998"/>
            <p:cNvSpPr/>
            <p:nvPr/>
          </p:nvSpPr>
          <p:spPr>
            <a:xfrm>
              <a:off x="5434869" y="21773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9" name="pt18999"/>
            <p:cNvSpPr/>
            <p:nvPr/>
          </p:nvSpPr>
          <p:spPr>
            <a:xfrm>
              <a:off x="5176162" y="2328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0" name="pt19000"/>
            <p:cNvSpPr/>
            <p:nvPr/>
          </p:nvSpPr>
          <p:spPr>
            <a:xfrm>
              <a:off x="5254385" y="2127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1" name="pt19001"/>
            <p:cNvSpPr/>
            <p:nvPr/>
          </p:nvSpPr>
          <p:spPr>
            <a:xfrm>
              <a:off x="5371048" y="19947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2" name="pt19002"/>
            <p:cNvSpPr/>
            <p:nvPr/>
          </p:nvSpPr>
          <p:spPr>
            <a:xfrm>
              <a:off x="5334868" y="2210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3" name="pt19003"/>
            <p:cNvSpPr/>
            <p:nvPr/>
          </p:nvSpPr>
          <p:spPr>
            <a:xfrm>
              <a:off x="5538146" y="2254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4" name="pt19004"/>
            <p:cNvSpPr/>
            <p:nvPr/>
          </p:nvSpPr>
          <p:spPr>
            <a:xfrm>
              <a:off x="5228926" y="2028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5" name="pt19005"/>
            <p:cNvSpPr/>
            <p:nvPr/>
          </p:nvSpPr>
          <p:spPr>
            <a:xfrm>
              <a:off x="5693237" y="2086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6" name="pt19006"/>
            <p:cNvSpPr/>
            <p:nvPr/>
          </p:nvSpPr>
          <p:spPr>
            <a:xfrm>
              <a:off x="5402453" y="2327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7" name="pt19007"/>
            <p:cNvSpPr/>
            <p:nvPr/>
          </p:nvSpPr>
          <p:spPr>
            <a:xfrm>
              <a:off x="5036886" y="25335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8" name="pt19008"/>
            <p:cNvSpPr/>
            <p:nvPr/>
          </p:nvSpPr>
          <p:spPr>
            <a:xfrm>
              <a:off x="5692395" y="21495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9" name="pt19009"/>
            <p:cNvSpPr/>
            <p:nvPr/>
          </p:nvSpPr>
          <p:spPr>
            <a:xfrm>
              <a:off x="5083176" y="1614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0" name="pt19010"/>
            <p:cNvSpPr/>
            <p:nvPr/>
          </p:nvSpPr>
          <p:spPr>
            <a:xfrm>
              <a:off x="5305971" y="20525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1" name="pt19011"/>
            <p:cNvSpPr/>
            <p:nvPr/>
          </p:nvSpPr>
          <p:spPr>
            <a:xfrm>
              <a:off x="4597093" y="2646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2" name="pt19012"/>
            <p:cNvSpPr/>
            <p:nvPr/>
          </p:nvSpPr>
          <p:spPr>
            <a:xfrm>
              <a:off x="4931241" y="21215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3" name="pt19013"/>
            <p:cNvSpPr/>
            <p:nvPr/>
          </p:nvSpPr>
          <p:spPr>
            <a:xfrm>
              <a:off x="5428729" y="21619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4" name="pt19014"/>
            <p:cNvSpPr/>
            <p:nvPr/>
          </p:nvSpPr>
          <p:spPr>
            <a:xfrm>
              <a:off x="5871241" y="16247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5" name="pt19015"/>
            <p:cNvSpPr/>
            <p:nvPr/>
          </p:nvSpPr>
          <p:spPr>
            <a:xfrm>
              <a:off x="5618370" y="1927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6" name="pt19016"/>
            <p:cNvSpPr/>
            <p:nvPr/>
          </p:nvSpPr>
          <p:spPr>
            <a:xfrm>
              <a:off x="5550743" y="2174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7" name="pt19017"/>
            <p:cNvSpPr/>
            <p:nvPr/>
          </p:nvSpPr>
          <p:spPr>
            <a:xfrm>
              <a:off x="5078247" y="20624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8" name="pt19018"/>
            <p:cNvSpPr/>
            <p:nvPr/>
          </p:nvSpPr>
          <p:spPr>
            <a:xfrm>
              <a:off x="5280930" y="20045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9" name="pt19019"/>
            <p:cNvSpPr/>
            <p:nvPr/>
          </p:nvSpPr>
          <p:spPr>
            <a:xfrm>
              <a:off x="5673747" y="1909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0" name="pt19020"/>
            <p:cNvSpPr/>
            <p:nvPr/>
          </p:nvSpPr>
          <p:spPr>
            <a:xfrm>
              <a:off x="4928497" y="2102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1" name="pt19021"/>
            <p:cNvSpPr/>
            <p:nvPr/>
          </p:nvSpPr>
          <p:spPr>
            <a:xfrm>
              <a:off x="5885312" y="20024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2" name="pt19022"/>
            <p:cNvSpPr/>
            <p:nvPr/>
          </p:nvSpPr>
          <p:spPr>
            <a:xfrm>
              <a:off x="5130148" y="26042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3" name="pt19023"/>
            <p:cNvSpPr/>
            <p:nvPr/>
          </p:nvSpPr>
          <p:spPr>
            <a:xfrm>
              <a:off x="5545113" y="2143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4" name="pt19024"/>
            <p:cNvSpPr/>
            <p:nvPr/>
          </p:nvSpPr>
          <p:spPr>
            <a:xfrm>
              <a:off x="5381283" y="2156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5" name="pt19025"/>
            <p:cNvSpPr/>
            <p:nvPr/>
          </p:nvSpPr>
          <p:spPr>
            <a:xfrm>
              <a:off x="5394697" y="2249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6" name="pt19026"/>
            <p:cNvSpPr/>
            <p:nvPr/>
          </p:nvSpPr>
          <p:spPr>
            <a:xfrm>
              <a:off x="5467964" y="2062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7" name="pt19027"/>
            <p:cNvSpPr/>
            <p:nvPr/>
          </p:nvSpPr>
          <p:spPr>
            <a:xfrm>
              <a:off x="5344683" y="22612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8" name="pt19028"/>
            <p:cNvSpPr/>
            <p:nvPr/>
          </p:nvSpPr>
          <p:spPr>
            <a:xfrm>
              <a:off x="5569331" y="20570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9" name="pt19029"/>
            <p:cNvSpPr/>
            <p:nvPr/>
          </p:nvSpPr>
          <p:spPr>
            <a:xfrm>
              <a:off x="5226222" y="20511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0" name="pt19030"/>
            <p:cNvSpPr/>
            <p:nvPr/>
          </p:nvSpPr>
          <p:spPr>
            <a:xfrm>
              <a:off x="5524489" y="2091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1" name="pt19031"/>
            <p:cNvSpPr/>
            <p:nvPr/>
          </p:nvSpPr>
          <p:spPr>
            <a:xfrm>
              <a:off x="5788987" y="1906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2" name="pt19032"/>
            <p:cNvSpPr/>
            <p:nvPr/>
          </p:nvSpPr>
          <p:spPr>
            <a:xfrm>
              <a:off x="5425926" y="2228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3" name="pt19033"/>
            <p:cNvSpPr/>
            <p:nvPr/>
          </p:nvSpPr>
          <p:spPr>
            <a:xfrm>
              <a:off x="5583248" y="2152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4" name="pt19034"/>
            <p:cNvSpPr/>
            <p:nvPr/>
          </p:nvSpPr>
          <p:spPr>
            <a:xfrm>
              <a:off x="5162215" y="2213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5" name="pt19035"/>
            <p:cNvSpPr/>
            <p:nvPr/>
          </p:nvSpPr>
          <p:spPr>
            <a:xfrm>
              <a:off x="5531498" y="2191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6" name="pt19036"/>
            <p:cNvSpPr/>
            <p:nvPr/>
          </p:nvSpPr>
          <p:spPr>
            <a:xfrm>
              <a:off x="5121850" y="2563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7" name="pt19037"/>
            <p:cNvSpPr/>
            <p:nvPr/>
          </p:nvSpPr>
          <p:spPr>
            <a:xfrm>
              <a:off x="5477404" y="2346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8" name="pt19038"/>
            <p:cNvSpPr/>
            <p:nvPr/>
          </p:nvSpPr>
          <p:spPr>
            <a:xfrm>
              <a:off x="5567266" y="2061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9" name="pt19039"/>
            <p:cNvSpPr/>
            <p:nvPr/>
          </p:nvSpPr>
          <p:spPr>
            <a:xfrm>
              <a:off x="5126079" y="2819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0" name="pt19040"/>
            <p:cNvSpPr/>
            <p:nvPr/>
          </p:nvSpPr>
          <p:spPr>
            <a:xfrm>
              <a:off x="5350675" y="22421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1" name="pt19041"/>
            <p:cNvSpPr/>
            <p:nvPr/>
          </p:nvSpPr>
          <p:spPr>
            <a:xfrm>
              <a:off x="5445683" y="20482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2" name="pt19042"/>
            <p:cNvSpPr/>
            <p:nvPr/>
          </p:nvSpPr>
          <p:spPr>
            <a:xfrm>
              <a:off x="5924755" y="1933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3" name="pt19043"/>
            <p:cNvSpPr/>
            <p:nvPr/>
          </p:nvSpPr>
          <p:spPr>
            <a:xfrm>
              <a:off x="5306972" y="22165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4" name="pt19044"/>
            <p:cNvSpPr/>
            <p:nvPr/>
          </p:nvSpPr>
          <p:spPr>
            <a:xfrm>
              <a:off x="5400483" y="2258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5" name="pt19045"/>
            <p:cNvSpPr/>
            <p:nvPr/>
          </p:nvSpPr>
          <p:spPr>
            <a:xfrm>
              <a:off x="5229951" y="20432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6" name="pt19046"/>
            <p:cNvSpPr/>
            <p:nvPr/>
          </p:nvSpPr>
          <p:spPr>
            <a:xfrm>
              <a:off x="5465149" y="20292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7" name="pt19047"/>
            <p:cNvSpPr/>
            <p:nvPr/>
          </p:nvSpPr>
          <p:spPr>
            <a:xfrm>
              <a:off x="5088167" y="1765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8" name="pt19048"/>
            <p:cNvSpPr/>
            <p:nvPr/>
          </p:nvSpPr>
          <p:spPr>
            <a:xfrm>
              <a:off x="5565774" y="2216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9" name="pt19049"/>
            <p:cNvSpPr/>
            <p:nvPr/>
          </p:nvSpPr>
          <p:spPr>
            <a:xfrm>
              <a:off x="4952249" y="24424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0" name="pt19050"/>
            <p:cNvSpPr/>
            <p:nvPr/>
          </p:nvSpPr>
          <p:spPr>
            <a:xfrm>
              <a:off x="5307094" y="2230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1" name="pt19051"/>
            <p:cNvSpPr/>
            <p:nvPr/>
          </p:nvSpPr>
          <p:spPr>
            <a:xfrm>
              <a:off x="5776883" y="19427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2" name="pt19052"/>
            <p:cNvSpPr/>
            <p:nvPr/>
          </p:nvSpPr>
          <p:spPr>
            <a:xfrm>
              <a:off x="5685023" y="1943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3" name="pt19053"/>
            <p:cNvSpPr/>
            <p:nvPr/>
          </p:nvSpPr>
          <p:spPr>
            <a:xfrm>
              <a:off x="5673778" y="2035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4" name="pt19054"/>
            <p:cNvSpPr/>
            <p:nvPr/>
          </p:nvSpPr>
          <p:spPr>
            <a:xfrm>
              <a:off x="5128776" y="2610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5" name="pt19055"/>
            <p:cNvSpPr/>
            <p:nvPr/>
          </p:nvSpPr>
          <p:spPr>
            <a:xfrm>
              <a:off x="5573091" y="20678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6" name="pt19056"/>
            <p:cNvSpPr/>
            <p:nvPr/>
          </p:nvSpPr>
          <p:spPr>
            <a:xfrm>
              <a:off x="5311038" y="22231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7" name="pt19057"/>
            <p:cNvSpPr/>
            <p:nvPr/>
          </p:nvSpPr>
          <p:spPr>
            <a:xfrm>
              <a:off x="5545610" y="2256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8" name="pt19058"/>
            <p:cNvSpPr/>
            <p:nvPr/>
          </p:nvSpPr>
          <p:spPr>
            <a:xfrm>
              <a:off x="5217151" y="2129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9" name="pt19059"/>
            <p:cNvSpPr/>
            <p:nvPr/>
          </p:nvSpPr>
          <p:spPr>
            <a:xfrm>
              <a:off x="5013423" y="21949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0" name="pt19060"/>
            <p:cNvSpPr/>
            <p:nvPr/>
          </p:nvSpPr>
          <p:spPr>
            <a:xfrm>
              <a:off x="5231769" y="2057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1" name="pt19061"/>
            <p:cNvSpPr/>
            <p:nvPr/>
          </p:nvSpPr>
          <p:spPr>
            <a:xfrm>
              <a:off x="5216819" y="20281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2" name="pt19062"/>
            <p:cNvSpPr/>
            <p:nvPr/>
          </p:nvSpPr>
          <p:spPr>
            <a:xfrm>
              <a:off x="5323042" y="2171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3" name="pt19063"/>
            <p:cNvSpPr/>
            <p:nvPr/>
          </p:nvSpPr>
          <p:spPr>
            <a:xfrm>
              <a:off x="4972680" y="2728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4" name="pt19064"/>
            <p:cNvSpPr/>
            <p:nvPr/>
          </p:nvSpPr>
          <p:spPr>
            <a:xfrm>
              <a:off x="5669705" y="1782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5" name="pt19065"/>
            <p:cNvSpPr/>
            <p:nvPr/>
          </p:nvSpPr>
          <p:spPr>
            <a:xfrm>
              <a:off x="5231402" y="2062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6" name="pt19066"/>
            <p:cNvSpPr/>
            <p:nvPr/>
          </p:nvSpPr>
          <p:spPr>
            <a:xfrm>
              <a:off x="5296249" y="2195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7" name="pt19067"/>
            <p:cNvSpPr/>
            <p:nvPr/>
          </p:nvSpPr>
          <p:spPr>
            <a:xfrm>
              <a:off x="5345343" y="2292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8" name="pt19068"/>
            <p:cNvSpPr/>
            <p:nvPr/>
          </p:nvSpPr>
          <p:spPr>
            <a:xfrm>
              <a:off x="5627566" y="20707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9" name="pt19069"/>
            <p:cNvSpPr/>
            <p:nvPr/>
          </p:nvSpPr>
          <p:spPr>
            <a:xfrm>
              <a:off x="5150111" y="24809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0" name="pt19070"/>
            <p:cNvSpPr/>
            <p:nvPr/>
          </p:nvSpPr>
          <p:spPr>
            <a:xfrm>
              <a:off x="4994263" y="25103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1" name="pt19071"/>
            <p:cNvSpPr/>
            <p:nvPr/>
          </p:nvSpPr>
          <p:spPr>
            <a:xfrm>
              <a:off x="5488068" y="2264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2" name="pt19072"/>
            <p:cNvSpPr/>
            <p:nvPr/>
          </p:nvSpPr>
          <p:spPr>
            <a:xfrm>
              <a:off x="5072570" y="23691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3" name="pt19073"/>
            <p:cNvSpPr/>
            <p:nvPr/>
          </p:nvSpPr>
          <p:spPr>
            <a:xfrm>
              <a:off x="5399954" y="2228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4" name="pt19074"/>
            <p:cNvSpPr/>
            <p:nvPr/>
          </p:nvSpPr>
          <p:spPr>
            <a:xfrm>
              <a:off x="5419477" y="21889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5" name="pt19075"/>
            <p:cNvSpPr/>
            <p:nvPr/>
          </p:nvSpPr>
          <p:spPr>
            <a:xfrm>
              <a:off x="5577482" y="21788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6" name="pt19076"/>
            <p:cNvSpPr/>
            <p:nvPr/>
          </p:nvSpPr>
          <p:spPr>
            <a:xfrm>
              <a:off x="5375445" y="2096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7" name="pt19077"/>
            <p:cNvSpPr/>
            <p:nvPr/>
          </p:nvSpPr>
          <p:spPr>
            <a:xfrm>
              <a:off x="4960668" y="2486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8" name="pt19078"/>
            <p:cNvSpPr/>
            <p:nvPr/>
          </p:nvSpPr>
          <p:spPr>
            <a:xfrm>
              <a:off x="5702607" y="20704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9" name="pt19079"/>
            <p:cNvSpPr/>
            <p:nvPr/>
          </p:nvSpPr>
          <p:spPr>
            <a:xfrm>
              <a:off x="5710115" y="19220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0" name="pt19080"/>
            <p:cNvSpPr/>
            <p:nvPr/>
          </p:nvSpPr>
          <p:spPr>
            <a:xfrm>
              <a:off x="5299817" y="21700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1" name="pt19081"/>
            <p:cNvSpPr/>
            <p:nvPr/>
          </p:nvSpPr>
          <p:spPr>
            <a:xfrm>
              <a:off x="5176182" y="2332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2" name="pt19082"/>
            <p:cNvSpPr/>
            <p:nvPr/>
          </p:nvSpPr>
          <p:spPr>
            <a:xfrm>
              <a:off x="5668517" y="18030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3" name="pt19083"/>
            <p:cNvSpPr/>
            <p:nvPr/>
          </p:nvSpPr>
          <p:spPr>
            <a:xfrm>
              <a:off x="5289546" y="2130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4" name="pt19084"/>
            <p:cNvSpPr/>
            <p:nvPr/>
          </p:nvSpPr>
          <p:spPr>
            <a:xfrm>
              <a:off x="5635046" y="20505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5" name="pt19085"/>
            <p:cNvSpPr/>
            <p:nvPr/>
          </p:nvSpPr>
          <p:spPr>
            <a:xfrm>
              <a:off x="5820434" y="18238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6" name="pt19086"/>
            <p:cNvSpPr/>
            <p:nvPr/>
          </p:nvSpPr>
          <p:spPr>
            <a:xfrm>
              <a:off x="5776641" y="18308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7" name="pt19087"/>
            <p:cNvSpPr/>
            <p:nvPr/>
          </p:nvSpPr>
          <p:spPr>
            <a:xfrm>
              <a:off x="5433009" y="20921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8" name="pt19088"/>
            <p:cNvSpPr/>
            <p:nvPr/>
          </p:nvSpPr>
          <p:spPr>
            <a:xfrm>
              <a:off x="5413267" y="2157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9" name="pt19089"/>
            <p:cNvSpPr/>
            <p:nvPr/>
          </p:nvSpPr>
          <p:spPr>
            <a:xfrm>
              <a:off x="5212110" y="2122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0" name="pt19090"/>
            <p:cNvSpPr/>
            <p:nvPr/>
          </p:nvSpPr>
          <p:spPr>
            <a:xfrm>
              <a:off x="5071584" y="23913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1" name="pt19091"/>
            <p:cNvSpPr/>
            <p:nvPr/>
          </p:nvSpPr>
          <p:spPr>
            <a:xfrm>
              <a:off x="5045677" y="2271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2" name="pt19092"/>
            <p:cNvSpPr/>
            <p:nvPr/>
          </p:nvSpPr>
          <p:spPr>
            <a:xfrm>
              <a:off x="5044008" y="2467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3" name="pt19093"/>
            <p:cNvSpPr/>
            <p:nvPr/>
          </p:nvSpPr>
          <p:spPr>
            <a:xfrm>
              <a:off x="5281103" y="19255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4" name="pt19094"/>
            <p:cNvSpPr/>
            <p:nvPr/>
          </p:nvSpPr>
          <p:spPr>
            <a:xfrm>
              <a:off x="5606091" y="1953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5" name="pt19095"/>
            <p:cNvSpPr/>
            <p:nvPr/>
          </p:nvSpPr>
          <p:spPr>
            <a:xfrm>
              <a:off x="5523803" y="2264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6" name="pt19096"/>
            <p:cNvSpPr/>
            <p:nvPr/>
          </p:nvSpPr>
          <p:spPr>
            <a:xfrm>
              <a:off x="5881923" y="1446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7" name="pt19097"/>
            <p:cNvSpPr/>
            <p:nvPr/>
          </p:nvSpPr>
          <p:spPr>
            <a:xfrm>
              <a:off x="5335810" y="22140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8" name="pt19098"/>
            <p:cNvSpPr/>
            <p:nvPr/>
          </p:nvSpPr>
          <p:spPr>
            <a:xfrm>
              <a:off x="5436557" y="21240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9" name="pt19099"/>
            <p:cNvSpPr/>
            <p:nvPr/>
          </p:nvSpPr>
          <p:spPr>
            <a:xfrm>
              <a:off x="5177596" y="20847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0" name="pt19100"/>
            <p:cNvSpPr/>
            <p:nvPr/>
          </p:nvSpPr>
          <p:spPr>
            <a:xfrm>
              <a:off x="5470393" y="2029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1" name="pt19101"/>
            <p:cNvSpPr/>
            <p:nvPr/>
          </p:nvSpPr>
          <p:spPr>
            <a:xfrm>
              <a:off x="5307840" y="21331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2" name="pt19102"/>
            <p:cNvSpPr/>
            <p:nvPr/>
          </p:nvSpPr>
          <p:spPr>
            <a:xfrm>
              <a:off x="5363729" y="2122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3" name="pt19103"/>
            <p:cNvSpPr/>
            <p:nvPr/>
          </p:nvSpPr>
          <p:spPr>
            <a:xfrm>
              <a:off x="5152146" y="2600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4" name="pt19104"/>
            <p:cNvSpPr/>
            <p:nvPr/>
          </p:nvSpPr>
          <p:spPr>
            <a:xfrm>
              <a:off x="5429744" y="2159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5" name="pt19105"/>
            <p:cNvSpPr/>
            <p:nvPr/>
          </p:nvSpPr>
          <p:spPr>
            <a:xfrm>
              <a:off x="5337384" y="2275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6" name="pt19106"/>
            <p:cNvSpPr/>
            <p:nvPr/>
          </p:nvSpPr>
          <p:spPr>
            <a:xfrm>
              <a:off x="4797078" y="2280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7" name="pt19107"/>
            <p:cNvSpPr/>
            <p:nvPr/>
          </p:nvSpPr>
          <p:spPr>
            <a:xfrm>
              <a:off x="5056690" y="2545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8" name="pt19108"/>
            <p:cNvSpPr/>
            <p:nvPr/>
          </p:nvSpPr>
          <p:spPr>
            <a:xfrm>
              <a:off x="5685372" y="18723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9" name="pt19109"/>
            <p:cNvSpPr/>
            <p:nvPr/>
          </p:nvSpPr>
          <p:spPr>
            <a:xfrm>
              <a:off x="5396072" y="2136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0" name="pt19110"/>
            <p:cNvSpPr/>
            <p:nvPr/>
          </p:nvSpPr>
          <p:spPr>
            <a:xfrm>
              <a:off x="5403455" y="2320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1" name="pt19111"/>
            <p:cNvSpPr/>
            <p:nvPr/>
          </p:nvSpPr>
          <p:spPr>
            <a:xfrm>
              <a:off x="5015907" y="2251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2" name="pt19112"/>
            <p:cNvSpPr/>
            <p:nvPr/>
          </p:nvSpPr>
          <p:spPr>
            <a:xfrm>
              <a:off x="5307520" y="2089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3" name="pt19113"/>
            <p:cNvSpPr/>
            <p:nvPr/>
          </p:nvSpPr>
          <p:spPr>
            <a:xfrm>
              <a:off x="5155090" y="2371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4" name="pt19114"/>
            <p:cNvSpPr/>
            <p:nvPr/>
          </p:nvSpPr>
          <p:spPr>
            <a:xfrm>
              <a:off x="5833457" y="17935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5" name="pt19115"/>
            <p:cNvSpPr/>
            <p:nvPr/>
          </p:nvSpPr>
          <p:spPr>
            <a:xfrm>
              <a:off x="5725136" y="19245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6" name="pt19116"/>
            <p:cNvSpPr/>
            <p:nvPr/>
          </p:nvSpPr>
          <p:spPr>
            <a:xfrm>
              <a:off x="5717395" y="18563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7" name="pt19117"/>
            <p:cNvSpPr/>
            <p:nvPr/>
          </p:nvSpPr>
          <p:spPr>
            <a:xfrm>
              <a:off x="5884867" y="18999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8" name="pt19118"/>
            <p:cNvSpPr/>
            <p:nvPr/>
          </p:nvSpPr>
          <p:spPr>
            <a:xfrm>
              <a:off x="5294849" y="20762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9" name="pt19119"/>
            <p:cNvSpPr/>
            <p:nvPr/>
          </p:nvSpPr>
          <p:spPr>
            <a:xfrm>
              <a:off x="5429768" y="2169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0" name="pt19120"/>
            <p:cNvSpPr/>
            <p:nvPr/>
          </p:nvSpPr>
          <p:spPr>
            <a:xfrm>
              <a:off x="4966002" y="23787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1" name="pt19121"/>
            <p:cNvSpPr/>
            <p:nvPr/>
          </p:nvSpPr>
          <p:spPr>
            <a:xfrm>
              <a:off x="5146288" y="26488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2" name="pt19122"/>
            <p:cNvSpPr/>
            <p:nvPr/>
          </p:nvSpPr>
          <p:spPr>
            <a:xfrm>
              <a:off x="5027631" y="2102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3" name="pt19123"/>
            <p:cNvSpPr/>
            <p:nvPr/>
          </p:nvSpPr>
          <p:spPr>
            <a:xfrm>
              <a:off x="5351861" y="20396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4" name="pt19124"/>
            <p:cNvSpPr/>
            <p:nvPr/>
          </p:nvSpPr>
          <p:spPr>
            <a:xfrm>
              <a:off x="5327626" y="2150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5" name="pt19125"/>
            <p:cNvSpPr/>
            <p:nvPr/>
          </p:nvSpPr>
          <p:spPr>
            <a:xfrm>
              <a:off x="5216501" y="2064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6" name="pt19126"/>
            <p:cNvSpPr/>
            <p:nvPr/>
          </p:nvSpPr>
          <p:spPr>
            <a:xfrm>
              <a:off x="5377503" y="2226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7" name="pt19127"/>
            <p:cNvSpPr/>
            <p:nvPr/>
          </p:nvSpPr>
          <p:spPr>
            <a:xfrm>
              <a:off x="5501657" y="20448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8" name="pt19128"/>
            <p:cNvSpPr/>
            <p:nvPr/>
          </p:nvSpPr>
          <p:spPr>
            <a:xfrm>
              <a:off x="5371301" y="2069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9" name="pt19129"/>
            <p:cNvSpPr/>
            <p:nvPr/>
          </p:nvSpPr>
          <p:spPr>
            <a:xfrm>
              <a:off x="5184276" y="22182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0" name="pt19130"/>
            <p:cNvSpPr/>
            <p:nvPr/>
          </p:nvSpPr>
          <p:spPr>
            <a:xfrm>
              <a:off x="5184718" y="2288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1" name="pt19131"/>
            <p:cNvSpPr/>
            <p:nvPr/>
          </p:nvSpPr>
          <p:spPr>
            <a:xfrm>
              <a:off x="5407550" y="2297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2" name="pt19132"/>
            <p:cNvSpPr/>
            <p:nvPr/>
          </p:nvSpPr>
          <p:spPr>
            <a:xfrm>
              <a:off x="5828980" y="1924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3" name="pt19133"/>
            <p:cNvSpPr/>
            <p:nvPr/>
          </p:nvSpPr>
          <p:spPr>
            <a:xfrm>
              <a:off x="5033378" y="2465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4" name="pt19134"/>
            <p:cNvSpPr/>
            <p:nvPr/>
          </p:nvSpPr>
          <p:spPr>
            <a:xfrm>
              <a:off x="5698429" y="19546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5" name="pt19135"/>
            <p:cNvSpPr/>
            <p:nvPr/>
          </p:nvSpPr>
          <p:spPr>
            <a:xfrm>
              <a:off x="5390833" y="2193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6" name="pt19136"/>
            <p:cNvSpPr/>
            <p:nvPr/>
          </p:nvSpPr>
          <p:spPr>
            <a:xfrm>
              <a:off x="5020158" y="22173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7" name="pt19137"/>
            <p:cNvSpPr/>
            <p:nvPr/>
          </p:nvSpPr>
          <p:spPr>
            <a:xfrm>
              <a:off x="5233140" y="2173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8" name="pt19138"/>
            <p:cNvSpPr/>
            <p:nvPr/>
          </p:nvSpPr>
          <p:spPr>
            <a:xfrm>
              <a:off x="5163689" y="2347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9" name="pt19139"/>
            <p:cNvSpPr/>
            <p:nvPr/>
          </p:nvSpPr>
          <p:spPr>
            <a:xfrm>
              <a:off x="5479819" y="2152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0" name="pt19140"/>
            <p:cNvSpPr/>
            <p:nvPr/>
          </p:nvSpPr>
          <p:spPr>
            <a:xfrm>
              <a:off x="5260318" y="2216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1" name="pt19141"/>
            <p:cNvSpPr/>
            <p:nvPr/>
          </p:nvSpPr>
          <p:spPr>
            <a:xfrm>
              <a:off x="5341300" y="2246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2" name="pt19142"/>
            <p:cNvSpPr/>
            <p:nvPr/>
          </p:nvSpPr>
          <p:spPr>
            <a:xfrm>
              <a:off x="4828024" y="2388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3" name="pt19143"/>
            <p:cNvSpPr/>
            <p:nvPr/>
          </p:nvSpPr>
          <p:spPr>
            <a:xfrm>
              <a:off x="5279077" y="2198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4" name="pt19144"/>
            <p:cNvSpPr/>
            <p:nvPr/>
          </p:nvSpPr>
          <p:spPr>
            <a:xfrm>
              <a:off x="5628769" y="19478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5" name="pt19145"/>
            <p:cNvSpPr/>
            <p:nvPr/>
          </p:nvSpPr>
          <p:spPr>
            <a:xfrm>
              <a:off x="5137683" y="2680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6" name="pt19146"/>
            <p:cNvSpPr/>
            <p:nvPr/>
          </p:nvSpPr>
          <p:spPr>
            <a:xfrm>
              <a:off x="5798130" y="19460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7" name="pt19147"/>
            <p:cNvSpPr/>
            <p:nvPr/>
          </p:nvSpPr>
          <p:spPr>
            <a:xfrm>
              <a:off x="5152923" y="24359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8" name="pt19148"/>
            <p:cNvSpPr/>
            <p:nvPr/>
          </p:nvSpPr>
          <p:spPr>
            <a:xfrm>
              <a:off x="5634357" y="19984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9" name="pt19149"/>
            <p:cNvSpPr/>
            <p:nvPr/>
          </p:nvSpPr>
          <p:spPr>
            <a:xfrm>
              <a:off x="5659859" y="1711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0" name="pt19150"/>
            <p:cNvSpPr/>
            <p:nvPr/>
          </p:nvSpPr>
          <p:spPr>
            <a:xfrm>
              <a:off x="5659897" y="1630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1" name="pt19151"/>
            <p:cNvSpPr/>
            <p:nvPr/>
          </p:nvSpPr>
          <p:spPr>
            <a:xfrm>
              <a:off x="5249882" y="2322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2" name="pt19152"/>
            <p:cNvSpPr/>
            <p:nvPr/>
          </p:nvSpPr>
          <p:spPr>
            <a:xfrm>
              <a:off x="5118518" y="26480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3" name="pt19153"/>
            <p:cNvSpPr/>
            <p:nvPr/>
          </p:nvSpPr>
          <p:spPr>
            <a:xfrm>
              <a:off x="5426871" y="2144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4" name="pt19154"/>
            <p:cNvSpPr/>
            <p:nvPr/>
          </p:nvSpPr>
          <p:spPr>
            <a:xfrm>
              <a:off x="5673250" y="1886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5" name="pt19155"/>
            <p:cNvSpPr/>
            <p:nvPr/>
          </p:nvSpPr>
          <p:spPr>
            <a:xfrm>
              <a:off x="5240497" y="2137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6" name="pt19156"/>
            <p:cNvSpPr/>
            <p:nvPr/>
          </p:nvSpPr>
          <p:spPr>
            <a:xfrm>
              <a:off x="5542159" y="2322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7" name="pt19157"/>
            <p:cNvSpPr/>
            <p:nvPr/>
          </p:nvSpPr>
          <p:spPr>
            <a:xfrm>
              <a:off x="5085576" y="21370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8" name="pt19158"/>
            <p:cNvSpPr/>
            <p:nvPr/>
          </p:nvSpPr>
          <p:spPr>
            <a:xfrm>
              <a:off x="5439348" y="20517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9" name="pt19159"/>
            <p:cNvSpPr/>
            <p:nvPr/>
          </p:nvSpPr>
          <p:spPr>
            <a:xfrm>
              <a:off x="4829822" y="2025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0" name="pt19160"/>
            <p:cNvSpPr/>
            <p:nvPr/>
          </p:nvSpPr>
          <p:spPr>
            <a:xfrm>
              <a:off x="4570005" y="2815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1" name="pt19161"/>
            <p:cNvSpPr/>
            <p:nvPr/>
          </p:nvSpPr>
          <p:spPr>
            <a:xfrm>
              <a:off x="5474734" y="20889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2" name="pt19162"/>
            <p:cNvSpPr/>
            <p:nvPr/>
          </p:nvSpPr>
          <p:spPr>
            <a:xfrm>
              <a:off x="5701770" y="17014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3" name="pt19163"/>
            <p:cNvSpPr/>
            <p:nvPr/>
          </p:nvSpPr>
          <p:spPr>
            <a:xfrm>
              <a:off x="5531982" y="2219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4" name="pt19164"/>
            <p:cNvSpPr/>
            <p:nvPr/>
          </p:nvSpPr>
          <p:spPr>
            <a:xfrm>
              <a:off x="5451331" y="1862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5" name="pt19165"/>
            <p:cNvSpPr/>
            <p:nvPr/>
          </p:nvSpPr>
          <p:spPr>
            <a:xfrm>
              <a:off x="5413989" y="21076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6" name="pt19166"/>
            <p:cNvSpPr/>
            <p:nvPr/>
          </p:nvSpPr>
          <p:spPr>
            <a:xfrm>
              <a:off x="5388064" y="2257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7" name="pt19167"/>
            <p:cNvSpPr/>
            <p:nvPr/>
          </p:nvSpPr>
          <p:spPr>
            <a:xfrm>
              <a:off x="5317486" y="2220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8" name="pt19168"/>
            <p:cNvSpPr/>
            <p:nvPr/>
          </p:nvSpPr>
          <p:spPr>
            <a:xfrm>
              <a:off x="5473935" y="20943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9" name="pt19169"/>
            <p:cNvSpPr/>
            <p:nvPr/>
          </p:nvSpPr>
          <p:spPr>
            <a:xfrm>
              <a:off x="5473286" y="21930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0" name="pt19170"/>
            <p:cNvSpPr/>
            <p:nvPr/>
          </p:nvSpPr>
          <p:spPr>
            <a:xfrm>
              <a:off x="5580485" y="2034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1" name="pt19171"/>
            <p:cNvSpPr/>
            <p:nvPr/>
          </p:nvSpPr>
          <p:spPr>
            <a:xfrm>
              <a:off x="5352165" y="22358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2" name="pt19172"/>
            <p:cNvSpPr/>
            <p:nvPr/>
          </p:nvSpPr>
          <p:spPr>
            <a:xfrm>
              <a:off x="5699368" y="2013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3" name="pt19173"/>
            <p:cNvSpPr/>
            <p:nvPr/>
          </p:nvSpPr>
          <p:spPr>
            <a:xfrm>
              <a:off x="5580240" y="2087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4" name="pt19174"/>
            <p:cNvSpPr/>
            <p:nvPr/>
          </p:nvSpPr>
          <p:spPr>
            <a:xfrm>
              <a:off x="5089570" y="25172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5" name="pt19175"/>
            <p:cNvSpPr/>
            <p:nvPr/>
          </p:nvSpPr>
          <p:spPr>
            <a:xfrm>
              <a:off x="5744799" y="20613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6" name="pt19176"/>
            <p:cNvSpPr/>
            <p:nvPr/>
          </p:nvSpPr>
          <p:spPr>
            <a:xfrm>
              <a:off x="5253153" y="2177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7" name="pt19177"/>
            <p:cNvSpPr/>
            <p:nvPr/>
          </p:nvSpPr>
          <p:spPr>
            <a:xfrm>
              <a:off x="5773859" y="198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8" name="pt19178"/>
            <p:cNvSpPr/>
            <p:nvPr/>
          </p:nvSpPr>
          <p:spPr>
            <a:xfrm>
              <a:off x="5910660" y="1769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9" name="pt19179"/>
            <p:cNvSpPr/>
            <p:nvPr/>
          </p:nvSpPr>
          <p:spPr>
            <a:xfrm>
              <a:off x="5472878" y="2194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0" name="pt19180"/>
            <p:cNvSpPr/>
            <p:nvPr/>
          </p:nvSpPr>
          <p:spPr>
            <a:xfrm>
              <a:off x="5280042" y="21763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1" name="pt19181"/>
            <p:cNvSpPr/>
            <p:nvPr/>
          </p:nvSpPr>
          <p:spPr>
            <a:xfrm>
              <a:off x="5612628" y="2089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2" name="pt19182"/>
            <p:cNvSpPr/>
            <p:nvPr/>
          </p:nvSpPr>
          <p:spPr>
            <a:xfrm>
              <a:off x="5233074" y="21307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3" name="pt19183"/>
            <p:cNvSpPr/>
            <p:nvPr/>
          </p:nvSpPr>
          <p:spPr>
            <a:xfrm>
              <a:off x="5740614" y="1896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4" name="pt19184"/>
            <p:cNvSpPr/>
            <p:nvPr/>
          </p:nvSpPr>
          <p:spPr>
            <a:xfrm>
              <a:off x="5501471" y="2202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5" name="pt19185"/>
            <p:cNvSpPr/>
            <p:nvPr/>
          </p:nvSpPr>
          <p:spPr>
            <a:xfrm>
              <a:off x="5196518" y="2145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6" name="pt19186"/>
            <p:cNvSpPr/>
            <p:nvPr/>
          </p:nvSpPr>
          <p:spPr>
            <a:xfrm>
              <a:off x="5135575" y="2639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7" name="pt19187"/>
            <p:cNvSpPr/>
            <p:nvPr/>
          </p:nvSpPr>
          <p:spPr>
            <a:xfrm>
              <a:off x="4756859" y="24912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8" name="pt19188"/>
            <p:cNvSpPr/>
            <p:nvPr/>
          </p:nvSpPr>
          <p:spPr>
            <a:xfrm>
              <a:off x="5158990" y="2586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9" name="pt19189"/>
            <p:cNvSpPr/>
            <p:nvPr/>
          </p:nvSpPr>
          <p:spPr>
            <a:xfrm>
              <a:off x="5611032" y="2079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0" name="pt19190"/>
            <p:cNvSpPr/>
            <p:nvPr/>
          </p:nvSpPr>
          <p:spPr>
            <a:xfrm>
              <a:off x="5521916" y="19875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1" name="pt19191"/>
            <p:cNvSpPr/>
            <p:nvPr/>
          </p:nvSpPr>
          <p:spPr>
            <a:xfrm>
              <a:off x="5469706" y="19881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2" name="pt19192"/>
            <p:cNvSpPr/>
            <p:nvPr/>
          </p:nvSpPr>
          <p:spPr>
            <a:xfrm>
              <a:off x="5173662" y="25233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3" name="pt19193"/>
            <p:cNvSpPr/>
            <p:nvPr/>
          </p:nvSpPr>
          <p:spPr>
            <a:xfrm>
              <a:off x="5009952" y="1991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4" name="pt19194"/>
            <p:cNvSpPr/>
            <p:nvPr/>
          </p:nvSpPr>
          <p:spPr>
            <a:xfrm>
              <a:off x="5340009" y="2259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5" name="pt19195"/>
            <p:cNvSpPr/>
            <p:nvPr/>
          </p:nvSpPr>
          <p:spPr>
            <a:xfrm>
              <a:off x="5534694" y="2185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6" name="pt19196"/>
            <p:cNvSpPr/>
            <p:nvPr/>
          </p:nvSpPr>
          <p:spPr>
            <a:xfrm>
              <a:off x="5457549" y="20681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7" name="pt19197"/>
            <p:cNvSpPr/>
            <p:nvPr/>
          </p:nvSpPr>
          <p:spPr>
            <a:xfrm>
              <a:off x="5715123" y="1801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8" name="pt19198"/>
            <p:cNvSpPr/>
            <p:nvPr/>
          </p:nvSpPr>
          <p:spPr>
            <a:xfrm>
              <a:off x="5410401" y="1997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9" name="pt19199"/>
            <p:cNvSpPr/>
            <p:nvPr/>
          </p:nvSpPr>
          <p:spPr>
            <a:xfrm>
              <a:off x="5578459" y="20916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0" name="pt19200"/>
            <p:cNvSpPr/>
            <p:nvPr/>
          </p:nvSpPr>
          <p:spPr>
            <a:xfrm>
              <a:off x="5607888" y="19720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1" name="pt19201"/>
            <p:cNvSpPr/>
            <p:nvPr/>
          </p:nvSpPr>
          <p:spPr>
            <a:xfrm>
              <a:off x="5692200" y="20360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2" name="pt19202"/>
            <p:cNvSpPr/>
            <p:nvPr/>
          </p:nvSpPr>
          <p:spPr>
            <a:xfrm>
              <a:off x="5558683" y="22951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3" name="pt19203"/>
            <p:cNvSpPr/>
            <p:nvPr/>
          </p:nvSpPr>
          <p:spPr>
            <a:xfrm>
              <a:off x="5700544" y="1812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4" name="pt19204"/>
            <p:cNvSpPr/>
            <p:nvPr/>
          </p:nvSpPr>
          <p:spPr>
            <a:xfrm>
              <a:off x="5315930" y="22364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5" name="pt19205"/>
            <p:cNvSpPr/>
            <p:nvPr/>
          </p:nvSpPr>
          <p:spPr>
            <a:xfrm>
              <a:off x="5635935" y="20773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6" name="pt19206"/>
            <p:cNvSpPr/>
            <p:nvPr/>
          </p:nvSpPr>
          <p:spPr>
            <a:xfrm>
              <a:off x="5777885" y="18175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7" name="pt19207"/>
            <p:cNvSpPr/>
            <p:nvPr/>
          </p:nvSpPr>
          <p:spPr>
            <a:xfrm>
              <a:off x="5397502" y="2273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8" name="pt19208"/>
            <p:cNvSpPr/>
            <p:nvPr/>
          </p:nvSpPr>
          <p:spPr>
            <a:xfrm>
              <a:off x="5148154" y="2592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9" name="pt19209"/>
            <p:cNvSpPr/>
            <p:nvPr/>
          </p:nvSpPr>
          <p:spPr>
            <a:xfrm>
              <a:off x="5428542" y="21387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0" name="pt19210"/>
            <p:cNvSpPr/>
            <p:nvPr/>
          </p:nvSpPr>
          <p:spPr>
            <a:xfrm>
              <a:off x="5219260" y="21512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1" name="pt19211"/>
            <p:cNvSpPr/>
            <p:nvPr/>
          </p:nvSpPr>
          <p:spPr>
            <a:xfrm>
              <a:off x="5167599" y="23143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2" name="pt19212"/>
            <p:cNvSpPr/>
            <p:nvPr/>
          </p:nvSpPr>
          <p:spPr>
            <a:xfrm>
              <a:off x="5367180" y="2091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3" name="pt19213"/>
            <p:cNvSpPr/>
            <p:nvPr/>
          </p:nvSpPr>
          <p:spPr>
            <a:xfrm>
              <a:off x="5082795" y="17702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4" name="pt19214"/>
            <p:cNvSpPr/>
            <p:nvPr/>
          </p:nvSpPr>
          <p:spPr>
            <a:xfrm>
              <a:off x="5493711" y="2283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5" name="pt19215"/>
            <p:cNvSpPr/>
            <p:nvPr/>
          </p:nvSpPr>
          <p:spPr>
            <a:xfrm>
              <a:off x="5259942" y="21620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6" name="pt19216"/>
            <p:cNvSpPr/>
            <p:nvPr/>
          </p:nvSpPr>
          <p:spPr>
            <a:xfrm>
              <a:off x="5976218" y="17004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7" name="pt19217"/>
            <p:cNvSpPr/>
            <p:nvPr/>
          </p:nvSpPr>
          <p:spPr>
            <a:xfrm>
              <a:off x="5234644" y="2141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8" name="pt19218"/>
            <p:cNvSpPr/>
            <p:nvPr/>
          </p:nvSpPr>
          <p:spPr>
            <a:xfrm>
              <a:off x="5642766" y="1905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9" name="pt19219"/>
            <p:cNvSpPr/>
            <p:nvPr/>
          </p:nvSpPr>
          <p:spPr>
            <a:xfrm>
              <a:off x="5484037" y="21623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0" name="pt19220"/>
            <p:cNvSpPr/>
            <p:nvPr/>
          </p:nvSpPr>
          <p:spPr>
            <a:xfrm>
              <a:off x="5695116" y="21245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1" name="pt19221"/>
            <p:cNvSpPr/>
            <p:nvPr/>
          </p:nvSpPr>
          <p:spPr>
            <a:xfrm>
              <a:off x="5620736" y="1950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2" name="pt19222"/>
            <p:cNvSpPr/>
            <p:nvPr/>
          </p:nvSpPr>
          <p:spPr>
            <a:xfrm>
              <a:off x="5175550" y="24700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3" name="pt19223"/>
            <p:cNvSpPr/>
            <p:nvPr/>
          </p:nvSpPr>
          <p:spPr>
            <a:xfrm>
              <a:off x="5662526" y="17490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4" name="pt19224"/>
            <p:cNvSpPr/>
            <p:nvPr/>
          </p:nvSpPr>
          <p:spPr>
            <a:xfrm>
              <a:off x="5474224" y="22919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5" name="pt19225"/>
            <p:cNvSpPr/>
            <p:nvPr/>
          </p:nvSpPr>
          <p:spPr>
            <a:xfrm>
              <a:off x="5363026" y="20883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6" name="pt19226"/>
            <p:cNvSpPr/>
            <p:nvPr/>
          </p:nvSpPr>
          <p:spPr>
            <a:xfrm>
              <a:off x="5328464" y="2141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7" name="pt19227"/>
            <p:cNvSpPr/>
            <p:nvPr/>
          </p:nvSpPr>
          <p:spPr>
            <a:xfrm>
              <a:off x="5834745" y="1703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8" name="pt19228"/>
            <p:cNvSpPr/>
            <p:nvPr/>
          </p:nvSpPr>
          <p:spPr>
            <a:xfrm>
              <a:off x="5095058" y="2591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9" name="pt19229"/>
            <p:cNvSpPr/>
            <p:nvPr/>
          </p:nvSpPr>
          <p:spPr>
            <a:xfrm>
              <a:off x="5324812" y="21832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0" name="pt19230"/>
            <p:cNvSpPr/>
            <p:nvPr/>
          </p:nvSpPr>
          <p:spPr>
            <a:xfrm>
              <a:off x="5267462" y="2085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1" name="pt19231"/>
            <p:cNvSpPr/>
            <p:nvPr/>
          </p:nvSpPr>
          <p:spPr>
            <a:xfrm>
              <a:off x="5577382" y="21369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2" name="pt19232"/>
            <p:cNvSpPr/>
            <p:nvPr/>
          </p:nvSpPr>
          <p:spPr>
            <a:xfrm>
              <a:off x="5420771" y="2178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3" name="pt19233"/>
            <p:cNvSpPr/>
            <p:nvPr/>
          </p:nvSpPr>
          <p:spPr>
            <a:xfrm>
              <a:off x="5683985" y="16281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4" name="pt19234"/>
            <p:cNvSpPr/>
            <p:nvPr/>
          </p:nvSpPr>
          <p:spPr>
            <a:xfrm>
              <a:off x="5358487" y="2271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5" name="pt19235"/>
            <p:cNvSpPr/>
            <p:nvPr/>
          </p:nvSpPr>
          <p:spPr>
            <a:xfrm>
              <a:off x="5450037" y="2089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6" name="pt19236"/>
            <p:cNvSpPr/>
            <p:nvPr/>
          </p:nvSpPr>
          <p:spPr>
            <a:xfrm>
              <a:off x="5423191" y="2157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7" name="pt19237"/>
            <p:cNvSpPr/>
            <p:nvPr/>
          </p:nvSpPr>
          <p:spPr>
            <a:xfrm>
              <a:off x="5342605" y="22443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8" name="pt19238"/>
            <p:cNvSpPr/>
            <p:nvPr/>
          </p:nvSpPr>
          <p:spPr>
            <a:xfrm>
              <a:off x="5619982" y="19904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9" name="pt19239"/>
            <p:cNvSpPr/>
            <p:nvPr/>
          </p:nvSpPr>
          <p:spPr>
            <a:xfrm>
              <a:off x="5415320" y="2167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0" name="pt19240"/>
            <p:cNvSpPr/>
            <p:nvPr/>
          </p:nvSpPr>
          <p:spPr>
            <a:xfrm>
              <a:off x="5113135" y="2558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1" name="pt19241"/>
            <p:cNvSpPr/>
            <p:nvPr/>
          </p:nvSpPr>
          <p:spPr>
            <a:xfrm>
              <a:off x="4846919" y="298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2" name="pt19242"/>
            <p:cNvSpPr/>
            <p:nvPr/>
          </p:nvSpPr>
          <p:spPr>
            <a:xfrm>
              <a:off x="5419261" y="22534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3" name="pt19243"/>
            <p:cNvSpPr/>
            <p:nvPr/>
          </p:nvSpPr>
          <p:spPr>
            <a:xfrm>
              <a:off x="5706441" y="16934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4" name="pt19244"/>
            <p:cNvSpPr/>
            <p:nvPr/>
          </p:nvSpPr>
          <p:spPr>
            <a:xfrm>
              <a:off x="5167883" y="2261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5" name="pt19245"/>
            <p:cNvSpPr/>
            <p:nvPr/>
          </p:nvSpPr>
          <p:spPr>
            <a:xfrm>
              <a:off x="5484053" y="22199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6" name="pt19246"/>
            <p:cNvSpPr/>
            <p:nvPr/>
          </p:nvSpPr>
          <p:spPr>
            <a:xfrm>
              <a:off x="5462563" y="198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7" name="pt19247"/>
            <p:cNvSpPr/>
            <p:nvPr/>
          </p:nvSpPr>
          <p:spPr>
            <a:xfrm>
              <a:off x="5417417" y="2184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8" name="pt19248"/>
            <p:cNvSpPr/>
            <p:nvPr/>
          </p:nvSpPr>
          <p:spPr>
            <a:xfrm>
              <a:off x="5348573" y="22334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9" name="pt19249"/>
            <p:cNvSpPr/>
            <p:nvPr/>
          </p:nvSpPr>
          <p:spPr>
            <a:xfrm>
              <a:off x="5155367" y="2520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0" name="pt19250"/>
            <p:cNvSpPr/>
            <p:nvPr/>
          </p:nvSpPr>
          <p:spPr>
            <a:xfrm>
              <a:off x="4989483" y="2558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1" name="pt19251"/>
            <p:cNvSpPr/>
            <p:nvPr/>
          </p:nvSpPr>
          <p:spPr>
            <a:xfrm>
              <a:off x="5393781" y="22476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2" name="pt19252"/>
            <p:cNvSpPr/>
            <p:nvPr/>
          </p:nvSpPr>
          <p:spPr>
            <a:xfrm>
              <a:off x="5670173" y="17767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3" name="pt19253"/>
            <p:cNvSpPr/>
            <p:nvPr/>
          </p:nvSpPr>
          <p:spPr>
            <a:xfrm>
              <a:off x="5198044" y="21850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4" name="pt19254"/>
            <p:cNvSpPr/>
            <p:nvPr/>
          </p:nvSpPr>
          <p:spPr>
            <a:xfrm>
              <a:off x="5516551" y="2059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5" name="pt19255"/>
            <p:cNvSpPr/>
            <p:nvPr/>
          </p:nvSpPr>
          <p:spPr>
            <a:xfrm>
              <a:off x="5330002" y="21527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6" name="pt19256"/>
            <p:cNvSpPr/>
            <p:nvPr/>
          </p:nvSpPr>
          <p:spPr>
            <a:xfrm>
              <a:off x="5187205" y="21985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7" name="pt19257"/>
            <p:cNvSpPr/>
            <p:nvPr/>
          </p:nvSpPr>
          <p:spPr>
            <a:xfrm>
              <a:off x="5498218" y="2235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8" name="pt19258"/>
            <p:cNvSpPr/>
            <p:nvPr/>
          </p:nvSpPr>
          <p:spPr>
            <a:xfrm>
              <a:off x="5388476" y="21742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9" name="pt19259"/>
            <p:cNvSpPr/>
            <p:nvPr/>
          </p:nvSpPr>
          <p:spPr>
            <a:xfrm>
              <a:off x="5467357" y="2093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0" name="pt19260"/>
            <p:cNvSpPr/>
            <p:nvPr/>
          </p:nvSpPr>
          <p:spPr>
            <a:xfrm>
              <a:off x="5095187" y="2510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1" name="pt19261"/>
            <p:cNvSpPr/>
            <p:nvPr/>
          </p:nvSpPr>
          <p:spPr>
            <a:xfrm>
              <a:off x="5433190" y="21296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2" name="pt19262"/>
            <p:cNvSpPr/>
            <p:nvPr/>
          </p:nvSpPr>
          <p:spPr>
            <a:xfrm>
              <a:off x="5318350" y="21535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3" name="pt19263"/>
            <p:cNvSpPr/>
            <p:nvPr/>
          </p:nvSpPr>
          <p:spPr>
            <a:xfrm>
              <a:off x="5603484" y="18462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4" name="pt19264"/>
            <p:cNvSpPr/>
            <p:nvPr/>
          </p:nvSpPr>
          <p:spPr>
            <a:xfrm>
              <a:off x="5353339" y="2218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5" name="pt19265"/>
            <p:cNvSpPr/>
            <p:nvPr/>
          </p:nvSpPr>
          <p:spPr>
            <a:xfrm>
              <a:off x="5105814" y="2446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6" name="pt19266"/>
            <p:cNvSpPr/>
            <p:nvPr/>
          </p:nvSpPr>
          <p:spPr>
            <a:xfrm>
              <a:off x="5097987" y="25714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7" name="pt19267"/>
            <p:cNvSpPr/>
            <p:nvPr/>
          </p:nvSpPr>
          <p:spPr>
            <a:xfrm>
              <a:off x="5433599" y="20415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8" name="pt19268"/>
            <p:cNvSpPr/>
            <p:nvPr/>
          </p:nvSpPr>
          <p:spPr>
            <a:xfrm>
              <a:off x="5096658" y="2464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9" name="pt19269"/>
            <p:cNvSpPr/>
            <p:nvPr/>
          </p:nvSpPr>
          <p:spPr>
            <a:xfrm>
              <a:off x="5653572" y="17982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0" name="pt19270"/>
            <p:cNvSpPr/>
            <p:nvPr/>
          </p:nvSpPr>
          <p:spPr>
            <a:xfrm>
              <a:off x="5525620" y="21994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1" name="pt19271"/>
            <p:cNvSpPr/>
            <p:nvPr/>
          </p:nvSpPr>
          <p:spPr>
            <a:xfrm>
              <a:off x="5563856" y="2326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2" name="pt19272"/>
            <p:cNvSpPr/>
            <p:nvPr/>
          </p:nvSpPr>
          <p:spPr>
            <a:xfrm>
              <a:off x="5625868" y="19874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3" name="pt19273"/>
            <p:cNvSpPr/>
            <p:nvPr/>
          </p:nvSpPr>
          <p:spPr>
            <a:xfrm>
              <a:off x="5555905" y="22224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4" name="pt19274"/>
            <p:cNvSpPr/>
            <p:nvPr/>
          </p:nvSpPr>
          <p:spPr>
            <a:xfrm>
              <a:off x="5026071" y="23772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5" name="pt19275"/>
            <p:cNvSpPr/>
            <p:nvPr/>
          </p:nvSpPr>
          <p:spPr>
            <a:xfrm>
              <a:off x="5298110" y="21572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6" name="pt19276"/>
            <p:cNvSpPr/>
            <p:nvPr/>
          </p:nvSpPr>
          <p:spPr>
            <a:xfrm>
              <a:off x="5150824" y="2612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7" name="pt19277"/>
            <p:cNvSpPr/>
            <p:nvPr/>
          </p:nvSpPr>
          <p:spPr>
            <a:xfrm>
              <a:off x="5716446" y="1767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8" name="pt19278"/>
            <p:cNvSpPr/>
            <p:nvPr/>
          </p:nvSpPr>
          <p:spPr>
            <a:xfrm>
              <a:off x="5269303" y="20886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9" name="pt19279"/>
            <p:cNvSpPr/>
            <p:nvPr/>
          </p:nvSpPr>
          <p:spPr>
            <a:xfrm>
              <a:off x="5315610" y="2194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0" name="pt19280"/>
            <p:cNvSpPr/>
            <p:nvPr/>
          </p:nvSpPr>
          <p:spPr>
            <a:xfrm>
              <a:off x="5079736" y="17731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1" name="pt19281"/>
            <p:cNvSpPr/>
            <p:nvPr/>
          </p:nvSpPr>
          <p:spPr>
            <a:xfrm>
              <a:off x="5392229" y="2193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2" name="pt19282"/>
            <p:cNvSpPr/>
            <p:nvPr/>
          </p:nvSpPr>
          <p:spPr>
            <a:xfrm>
              <a:off x="4925804" y="22868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3" name="pt19283"/>
            <p:cNvSpPr/>
            <p:nvPr/>
          </p:nvSpPr>
          <p:spPr>
            <a:xfrm>
              <a:off x="5518733" y="21078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4" name="pt19284"/>
            <p:cNvSpPr/>
            <p:nvPr/>
          </p:nvSpPr>
          <p:spPr>
            <a:xfrm>
              <a:off x="5732655" y="18233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5" name="pt19285"/>
            <p:cNvSpPr/>
            <p:nvPr/>
          </p:nvSpPr>
          <p:spPr>
            <a:xfrm>
              <a:off x="5333156" y="2175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6" name="pt19286"/>
            <p:cNvSpPr/>
            <p:nvPr/>
          </p:nvSpPr>
          <p:spPr>
            <a:xfrm>
              <a:off x="5775229" y="1953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7" name="pt19287"/>
            <p:cNvSpPr/>
            <p:nvPr/>
          </p:nvSpPr>
          <p:spPr>
            <a:xfrm>
              <a:off x="5079446" y="16711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8" name="pt19288"/>
            <p:cNvSpPr/>
            <p:nvPr/>
          </p:nvSpPr>
          <p:spPr>
            <a:xfrm>
              <a:off x="5774839" y="1892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9" name="pt19289"/>
            <p:cNvSpPr/>
            <p:nvPr/>
          </p:nvSpPr>
          <p:spPr>
            <a:xfrm>
              <a:off x="5182054" y="21698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0" name="pt19290"/>
            <p:cNvSpPr/>
            <p:nvPr/>
          </p:nvSpPr>
          <p:spPr>
            <a:xfrm>
              <a:off x="5595401" y="21774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1" name="pt19291"/>
            <p:cNvSpPr/>
            <p:nvPr/>
          </p:nvSpPr>
          <p:spPr>
            <a:xfrm>
              <a:off x="5459220" y="19979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2" name="pt19292"/>
            <p:cNvSpPr/>
            <p:nvPr/>
          </p:nvSpPr>
          <p:spPr>
            <a:xfrm>
              <a:off x="5753842" y="1975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3" name="pt19293"/>
            <p:cNvSpPr/>
            <p:nvPr/>
          </p:nvSpPr>
          <p:spPr>
            <a:xfrm>
              <a:off x="5530606" y="22873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4" name="pt19294"/>
            <p:cNvSpPr/>
            <p:nvPr/>
          </p:nvSpPr>
          <p:spPr>
            <a:xfrm>
              <a:off x="5246196" y="2056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5" name="pt19295"/>
            <p:cNvSpPr/>
            <p:nvPr/>
          </p:nvSpPr>
          <p:spPr>
            <a:xfrm>
              <a:off x="5692273" y="17828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6" name="pt19296"/>
            <p:cNvSpPr/>
            <p:nvPr/>
          </p:nvSpPr>
          <p:spPr>
            <a:xfrm>
              <a:off x="4829963" y="2005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7" name="pt19297"/>
            <p:cNvSpPr/>
            <p:nvPr/>
          </p:nvSpPr>
          <p:spPr>
            <a:xfrm>
              <a:off x="5125402" y="2566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8" name="pt19298"/>
            <p:cNvSpPr/>
            <p:nvPr/>
          </p:nvSpPr>
          <p:spPr>
            <a:xfrm>
              <a:off x="5059560" y="24828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9" name="pt19299"/>
            <p:cNvSpPr/>
            <p:nvPr/>
          </p:nvSpPr>
          <p:spPr>
            <a:xfrm>
              <a:off x="5211796" y="21263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0" name="pt19300"/>
            <p:cNvSpPr/>
            <p:nvPr/>
          </p:nvSpPr>
          <p:spPr>
            <a:xfrm>
              <a:off x="5159511" y="240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1" name="pt19301"/>
            <p:cNvSpPr/>
            <p:nvPr/>
          </p:nvSpPr>
          <p:spPr>
            <a:xfrm>
              <a:off x="5555395" y="22481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2" name="pt19302"/>
            <p:cNvSpPr/>
            <p:nvPr/>
          </p:nvSpPr>
          <p:spPr>
            <a:xfrm>
              <a:off x="5323482" y="21922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3" name="pt19303"/>
            <p:cNvSpPr/>
            <p:nvPr/>
          </p:nvSpPr>
          <p:spPr>
            <a:xfrm>
              <a:off x="5831103" y="18728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4" name="pt19304"/>
            <p:cNvSpPr/>
            <p:nvPr/>
          </p:nvSpPr>
          <p:spPr>
            <a:xfrm>
              <a:off x="5318443" y="2209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5" name="pt19305"/>
            <p:cNvSpPr/>
            <p:nvPr/>
          </p:nvSpPr>
          <p:spPr>
            <a:xfrm>
              <a:off x="5337152" y="2223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6" name="pt19306"/>
            <p:cNvSpPr/>
            <p:nvPr/>
          </p:nvSpPr>
          <p:spPr>
            <a:xfrm>
              <a:off x="5803949" y="2043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7" name="pt19307"/>
            <p:cNvSpPr/>
            <p:nvPr/>
          </p:nvSpPr>
          <p:spPr>
            <a:xfrm>
              <a:off x="5418781" y="22694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8" name="pt19308"/>
            <p:cNvSpPr/>
            <p:nvPr/>
          </p:nvSpPr>
          <p:spPr>
            <a:xfrm>
              <a:off x="4653388" y="2547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9" name="pt19309"/>
            <p:cNvSpPr/>
            <p:nvPr/>
          </p:nvSpPr>
          <p:spPr>
            <a:xfrm>
              <a:off x="5471777" y="21309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0" name="pt19310"/>
            <p:cNvSpPr/>
            <p:nvPr/>
          </p:nvSpPr>
          <p:spPr>
            <a:xfrm>
              <a:off x="5619513" y="2077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1" name="pt19311"/>
            <p:cNvSpPr/>
            <p:nvPr/>
          </p:nvSpPr>
          <p:spPr>
            <a:xfrm>
              <a:off x="5481239" y="2099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2" name="pt19312"/>
            <p:cNvSpPr/>
            <p:nvPr/>
          </p:nvSpPr>
          <p:spPr>
            <a:xfrm>
              <a:off x="5484502" y="2153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3" name="pt19313"/>
            <p:cNvSpPr/>
            <p:nvPr/>
          </p:nvSpPr>
          <p:spPr>
            <a:xfrm>
              <a:off x="5511133" y="2285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4" name="pt19314"/>
            <p:cNvSpPr/>
            <p:nvPr/>
          </p:nvSpPr>
          <p:spPr>
            <a:xfrm>
              <a:off x="5409418" y="23253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5" name="pt19315"/>
            <p:cNvSpPr/>
            <p:nvPr/>
          </p:nvSpPr>
          <p:spPr>
            <a:xfrm>
              <a:off x="5097759" y="2388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6" name="pt19316"/>
            <p:cNvSpPr/>
            <p:nvPr/>
          </p:nvSpPr>
          <p:spPr>
            <a:xfrm>
              <a:off x="5144057" y="2767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7" name="pt19317"/>
            <p:cNvSpPr/>
            <p:nvPr/>
          </p:nvSpPr>
          <p:spPr>
            <a:xfrm>
              <a:off x="5444943" y="2016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8" name="pt19318"/>
            <p:cNvSpPr/>
            <p:nvPr/>
          </p:nvSpPr>
          <p:spPr>
            <a:xfrm>
              <a:off x="5309001" y="22520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9" name="pt19319"/>
            <p:cNvSpPr/>
            <p:nvPr/>
          </p:nvSpPr>
          <p:spPr>
            <a:xfrm>
              <a:off x="5151921" y="25578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0" name="pt19320"/>
            <p:cNvSpPr/>
            <p:nvPr/>
          </p:nvSpPr>
          <p:spPr>
            <a:xfrm>
              <a:off x="5485055" y="2191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1" name="pt19321"/>
            <p:cNvSpPr/>
            <p:nvPr/>
          </p:nvSpPr>
          <p:spPr>
            <a:xfrm>
              <a:off x="5257968" y="21175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2" name="pt19322"/>
            <p:cNvSpPr/>
            <p:nvPr/>
          </p:nvSpPr>
          <p:spPr>
            <a:xfrm>
              <a:off x="5562031" y="2328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3" name="pt19323"/>
            <p:cNvSpPr/>
            <p:nvPr/>
          </p:nvSpPr>
          <p:spPr>
            <a:xfrm>
              <a:off x="5065205" y="2595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4" name="pt19324"/>
            <p:cNvSpPr/>
            <p:nvPr/>
          </p:nvSpPr>
          <p:spPr>
            <a:xfrm>
              <a:off x="5200500" y="18571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5" name="pt19325"/>
            <p:cNvSpPr/>
            <p:nvPr/>
          </p:nvSpPr>
          <p:spPr>
            <a:xfrm>
              <a:off x="5621989" y="19696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6" name="pt19326"/>
            <p:cNvSpPr/>
            <p:nvPr/>
          </p:nvSpPr>
          <p:spPr>
            <a:xfrm>
              <a:off x="5303741" y="2039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7" name="pt19327"/>
            <p:cNvSpPr/>
            <p:nvPr/>
          </p:nvSpPr>
          <p:spPr>
            <a:xfrm>
              <a:off x="5108033" y="25918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8" name="pt19328"/>
            <p:cNvSpPr/>
            <p:nvPr/>
          </p:nvSpPr>
          <p:spPr>
            <a:xfrm>
              <a:off x="5038001" y="2364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9" name="pt19329"/>
            <p:cNvSpPr/>
            <p:nvPr/>
          </p:nvSpPr>
          <p:spPr>
            <a:xfrm>
              <a:off x="5022643" y="22388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0" name="pt19330"/>
            <p:cNvSpPr/>
            <p:nvPr/>
          </p:nvSpPr>
          <p:spPr>
            <a:xfrm>
              <a:off x="5418186" y="21232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1" name="pt19331"/>
            <p:cNvSpPr/>
            <p:nvPr/>
          </p:nvSpPr>
          <p:spPr>
            <a:xfrm>
              <a:off x="4883685" y="26818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2" name="pt19332"/>
            <p:cNvSpPr/>
            <p:nvPr/>
          </p:nvSpPr>
          <p:spPr>
            <a:xfrm>
              <a:off x="5572820" y="1882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3" name="pt19333"/>
            <p:cNvSpPr/>
            <p:nvPr/>
          </p:nvSpPr>
          <p:spPr>
            <a:xfrm>
              <a:off x="5604713" y="1898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4" name="pt19334"/>
            <p:cNvSpPr/>
            <p:nvPr/>
          </p:nvSpPr>
          <p:spPr>
            <a:xfrm>
              <a:off x="5332908" y="2161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5" name="pt19335"/>
            <p:cNvSpPr/>
            <p:nvPr/>
          </p:nvSpPr>
          <p:spPr>
            <a:xfrm>
              <a:off x="4803164" y="2425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6" name="pt19336"/>
            <p:cNvSpPr/>
            <p:nvPr/>
          </p:nvSpPr>
          <p:spPr>
            <a:xfrm>
              <a:off x="5496725" y="22451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7" name="pt19337"/>
            <p:cNvSpPr/>
            <p:nvPr/>
          </p:nvSpPr>
          <p:spPr>
            <a:xfrm>
              <a:off x="5509286" y="21749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8" name="pt19338"/>
            <p:cNvSpPr/>
            <p:nvPr/>
          </p:nvSpPr>
          <p:spPr>
            <a:xfrm>
              <a:off x="5797378" y="1719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9" name="pt19339"/>
            <p:cNvSpPr/>
            <p:nvPr/>
          </p:nvSpPr>
          <p:spPr>
            <a:xfrm>
              <a:off x="4881266" y="2491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0" name="pt19340"/>
            <p:cNvSpPr/>
            <p:nvPr/>
          </p:nvSpPr>
          <p:spPr>
            <a:xfrm>
              <a:off x="5500570" y="22237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1" name="pt19341"/>
            <p:cNvSpPr/>
            <p:nvPr/>
          </p:nvSpPr>
          <p:spPr>
            <a:xfrm>
              <a:off x="5060305" y="24646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2" name="pt19342"/>
            <p:cNvSpPr/>
            <p:nvPr/>
          </p:nvSpPr>
          <p:spPr>
            <a:xfrm>
              <a:off x="5463159" y="20016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3" name="pt19343"/>
            <p:cNvSpPr/>
            <p:nvPr/>
          </p:nvSpPr>
          <p:spPr>
            <a:xfrm>
              <a:off x="5476540" y="21966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4" name="pt19344"/>
            <p:cNvSpPr/>
            <p:nvPr/>
          </p:nvSpPr>
          <p:spPr>
            <a:xfrm>
              <a:off x="5556283" y="22487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5" name="pt19345"/>
            <p:cNvSpPr/>
            <p:nvPr/>
          </p:nvSpPr>
          <p:spPr>
            <a:xfrm>
              <a:off x="5727811" y="17965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6" name="pt19346"/>
            <p:cNvSpPr/>
            <p:nvPr/>
          </p:nvSpPr>
          <p:spPr>
            <a:xfrm>
              <a:off x="5619483" y="2079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7" name="pt19347"/>
            <p:cNvSpPr/>
            <p:nvPr/>
          </p:nvSpPr>
          <p:spPr>
            <a:xfrm>
              <a:off x="5386529" y="2235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8" name="pt19348"/>
            <p:cNvSpPr/>
            <p:nvPr/>
          </p:nvSpPr>
          <p:spPr>
            <a:xfrm>
              <a:off x="4957713" y="27820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9" name="pt19349"/>
            <p:cNvSpPr/>
            <p:nvPr/>
          </p:nvSpPr>
          <p:spPr>
            <a:xfrm>
              <a:off x="5314362" y="2123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0" name="pt19350"/>
            <p:cNvSpPr/>
            <p:nvPr/>
          </p:nvSpPr>
          <p:spPr>
            <a:xfrm>
              <a:off x="5829027" y="18104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1" name="pt19351"/>
            <p:cNvSpPr/>
            <p:nvPr/>
          </p:nvSpPr>
          <p:spPr>
            <a:xfrm>
              <a:off x="5575257" y="20715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2" name="pt19352"/>
            <p:cNvSpPr/>
            <p:nvPr/>
          </p:nvSpPr>
          <p:spPr>
            <a:xfrm>
              <a:off x="5108727" y="25551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3" name="pt19353"/>
            <p:cNvSpPr/>
            <p:nvPr/>
          </p:nvSpPr>
          <p:spPr>
            <a:xfrm>
              <a:off x="5203582" y="23580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4" name="pt19354"/>
            <p:cNvSpPr/>
            <p:nvPr/>
          </p:nvSpPr>
          <p:spPr>
            <a:xfrm>
              <a:off x="5469339" y="20961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5" name="pt19355"/>
            <p:cNvSpPr/>
            <p:nvPr/>
          </p:nvSpPr>
          <p:spPr>
            <a:xfrm>
              <a:off x="5443431" y="2077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6" name="pt19356"/>
            <p:cNvSpPr/>
            <p:nvPr/>
          </p:nvSpPr>
          <p:spPr>
            <a:xfrm>
              <a:off x="5398202" y="2252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7" name="pt19357"/>
            <p:cNvSpPr/>
            <p:nvPr/>
          </p:nvSpPr>
          <p:spPr>
            <a:xfrm>
              <a:off x="5071625" y="2208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8" name="pt19358"/>
            <p:cNvSpPr/>
            <p:nvPr/>
          </p:nvSpPr>
          <p:spPr>
            <a:xfrm>
              <a:off x="5734283" y="19038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9" name="pt19359"/>
            <p:cNvSpPr/>
            <p:nvPr/>
          </p:nvSpPr>
          <p:spPr>
            <a:xfrm>
              <a:off x="5387724" y="21870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0" name="pt19360"/>
            <p:cNvSpPr/>
            <p:nvPr/>
          </p:nvSpPr>
          <p:spPr>
            <a:xfrm>
              <a:off x="5120965" y="2625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1" name="pt19361"/>
            <p:cNvSpPr/>
            <p:nvPr/>
          </p:nvSpPr>
          <p:spPr>
            <a:xfrm>
              <a:off x="5734932" y="19008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2" name="pt19362"/>
            <p:cNvSpPr/>
            <p:nvPr/>
          </p:nvSpPr>
          <p:spPr>
            <a:xfrm>
              <a:off x="5561682" y="21791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3" name="pt19363"/>
            <p:cNvSpPr/>
            <p:nvPr/>
          </p:nvSpPr>
          <p:spPr>
            <a:xfrm>
              <a:off x="5379398" y="2237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4" name="pt19364"/>
            <p:cNvSpPr/>
            <p:nvPr/>
          </p:nvSpPr>
          <p:spPr>
            <a:xfrm>
              <a:off x="5628253" y="2020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5" name="pt19365"/>
            <p:cNvSpPr/>
            <p:nvPr/>
          </p:nvSpPr>
          <p:spPr>
            <a:xfrm>
              <a:off x="5560311" y="22435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6" name="pt19366"/>
            <p:cNvSpPr/>
            <p:nvPr/>
          </p:nvSpPr>
          <p:spPr>
            <a:xfrm>
              <a:off x="5712392" y="18145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7" name="pt19367"/>
            <p:cNvSpPr/>
            <p:nvPr/>
          </p:nvSpPr>
          <p:spPr>
            <a:xfrm>
              <a:off x="5232556" y="21190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8" name="pt19368"/>
            <p:cNvSpPr/>
            <p:nvPr/>
          </p:nvSpPr>
          <p:spPr>
            <a:xfrm>
              <a:off x="5183304" y="21443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9" name="pt19369"/>
            <p:cNvSpPr/>
            <p:nvPr/>
          </p:nvSpPr>
          <p:spPr>
            <a:xfrm>
              <a:off x="5315606" y="22330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0" name="pt19370"/>
            <p:cNvSpPr/>
            <p:nvPr/>
          </p:nvSpPr>
          <p:spPr>
            <a:xfrm>
              <a:off x="5638257" y="20925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1" name="pt19371"/>
            <p:cNvSpPr/>
            <p:nvPr/>
          </p:nvSpPr>
          <p:spPr>
            <a:xfrm>
              <a:off x="5098989" y="23957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2" name="pt19372"/>
            <p:cNvSpPr/>
            <p:nvPr/>
          </p:nvSpPr>
          <p:spPr>
            <a:xfrm>
              <a:off x="5017052" y="19914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3" name="pt19373"/>
            <p:cNvSpPr/>
            <p:nvPr/>
          </p:nvSpPr>
          <p:spPr>
            <a:xfrm>
              <a:off x="5356272" y="22920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4" name="pt19374"/>
            <p:cNvSpPr/>
            <p:nvPr/>
          </p:nvSpPr>
          <p:spPr>
            <a:xfrm>
              <a:off x="5461460" y="20340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5" name="pt19375"/>
            <p:cNvSpPr/>
            <p:nvPr/>
          </p:nvSpPr>
          <p:spPr>
            <a:xfrm>
              <a:off x="4913358" y="1732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6" name="pt19376"/>
            <p:cNvSpPr/>
            <p:nvPr/>
          </p:nvSpPr>
          <p:spPr>
            <a:xfrm>
              <a:off x="5339239" y="22362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7" name="pt19377"/>
            <p:cNvSpPr/>
            <p:nvPr/>
          </p:nvSpPr>
          <p:spPr>
            <a:xfrm>
              <a:off x="5296382" y="2145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8" name="pt19378"/>
            <p:cNvSpPr/>
            <p:nvPr/>
          </p:nvSpPr>
          <p:spPr>
            <a:xfrm>
              <a:off x="5388928" y="21554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9" name="pt19379"/>
            <p:cNvSpPr/>
            <p:nvPr/>
          </p:nvSpPr>
          <p:spPr>
            <a:xfrm>
              <a:off x="5669236" y="16958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0" name="pt19380"/>
            <p:cNvSpPr/>
            <p:nvPr/>
          </p:nvSpPr>
          <p:spPr>
            <a:xfrm>
              <a:off x="5778513" y="17323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1" name="pt19381"/>
            <p:cNvSpPr/>
            <p:nvPr/>
          </p:nvSpPr>
          <p:spPr>
            <a:xfrm>
              <a:off x="5342988" y="2277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2" name="pt19382"/>
            <p:cNvSpPr/>
            <p:nvPr/>
          </p:nvSpPr>
          <p:spPr>
            <a:xfrm>
              <a:off x="5524963" y="22837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3" name="pt19383"/>
            <p:cNvSpPr/>
            <p:nvPr/>
          </p:nvSpPr>
          <p:spPr>
            <a:xfrm>
              <a:off x="5567200" y="21929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4" name="pt19384"/>
            <p:cNvSpPr/>
            <p:nvPr/>
          </p:nvSpPr>
          <p:spPr>
            <a:xfrm>
              <a:off x="5184233" y="22270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5" name="pt19385"/>
            <p:cNvSpPr/>
            <p:nvPr/>
          </p:nvSpPr>
          <p:spPr>
            <a:xfrm>
              <a:off x="5383674" y="2235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6" name="pt19386"/>
            <p:cNvSpPr/>
            <p:nvPr/>
          </p:nvSpPr>
          <p:spPr>
            <a:xfrm>
              <a:off x="5830731" y="17909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7" name="pt19387"/>
            <p:cNvSpPr/>
            <p:nvPr/>
          </p:nvSpPr>
          <p:spPr>
            <a:xfrm>
              <a:off x="5591065" y="20632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8" name="pt19388"/>
            <p:cNvSpPr/>
            <p:nvPr/>
          </p:nvSpPr>
          <p:spPr>
            <a:xfrm>
              <a:off x="5495736" y="21871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9" name="pt19389"/>
            <p:cNvSpPr/>
            <p:nvPr/>
          </p:nvSpPr>
          <p:spPr>
            <a:xfrm>
              <a:off x="5288875" y="2124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0" name="pt19390"/>
            <p:cNvSpPr/>
            <p:nvPr/>
          </p:nvSpPr>
          <p:spPr>
            <a:xfrm>
              <a:off x="5349201" y="22303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1" name="pt19391"/>
            <p:cNvSpPr/>
            <p:nvPr/>
          </p:nvSpPr>
          <p:spPr>
            <a:xfrm>
              <a:off x="5356602" y="2253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2" name="pt19392"/>
            <p:cNvSpPr/>
            <p:nvPr/>
          </p:nvSpPr>
          <p:spPr>
            <a:xfrm>
              <a:off x="5113504" y="2585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3" name="pt19393"/>
            <p:cNvSpPr/>
            <p:nvPr/>
          </p:nvSpPr>
          <p:spPr>
            <a:xfrm>
              <a:off x="4947841" y="23373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4" name="pt19394"/>
            <p:cNvSpPr/>
            <p:nvPr/>
          </p:nvSpPr>
          <p:spPr>
            <a:xfrm>
              <a:off x="5422562" y="21735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5" name="pt19395"/>
            <p:cNvSpPr/>
            <p:nvPr/>
          </p:nvSpPr>
          <p:spPr>
            <a:xfrm>
              <a:off x="5095486" y="2538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6" name="pt19396"/>
            <p:cNvSpPr/>
            <p:nvPr/>
          </p:nvSpPr>
          <p:spPr>
            <a:xfrm>
              <a:off x="5716411" y="16884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7" name="pt19397"/>
            <p:cNvSpPr/>
            <p:nvPr/>
          </p:nvSpPr>
          <p:spPr>
            <a:xfrm>
              <a:off x="5029119" y="21642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8" name="pt19398"/>
            <p:cNvSpPr/>
            <p:nvPr/>
          </p:nvSpPr>
          <p:spPr>
            <a:xfrm>
              <a:off x="5360811" y="201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9" name="pt19399"/>
            <p:cNvSpPr/>
            <p:nvPr/>
          </p:nvSpPr>
          <p:spPr>
            <a:xfrm>
              <a:off x="5295355" y="2210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0" name="pt19400"/>
            <p:cNvSpPr/>
            <p:nvPr/>
          </p:nvSpPr>
          <p:spPr>
            <a:xfrm>
              <a:off x="5848706" y="17303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1" name="pt19401"/>
            <p:cNvSpPr/>
            <p:nvPr/>
          </p:nvSpPr>
          <p:spPr>
            <a:xfrm>
              <a:off x="5581258" y="2026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2" name="pt19402"/>
            <p:cNvSpPr/>
            <p:nvPr/>
          </p:nvSpPr>
          <p:spPr>
            <a:xfrm>
              <a:off x="5540378" y="22535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3" name="pt19403"/>
            <p:cNvSpPr/>
            <p:nvPr/>
          </p:nvSpPr>
          <p:spPr>
            <a:xfrm>
              <a:off x="5532558" y="2217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4" name="pt19404"/>
            <p:cNvSpPr/>
            <p:nvPr/>
          </p:nvSpPr>
          <p:spPr>
            <a:xfrm>
              <a:off x="5393162" y="22665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5" name="pt19405"/>
            <p:cNvSpPr/>
            <p:nvPr/>
          </p:nvSpPr>
          <p:spPr>
            <a:xfrm>
              <a:off x="5155477" y="2503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6" name="pt19406"/>
            <p:cNvSpPr/>
            <p:nvPr/>
          </p:nvSpPr>
          <p:spPr>
            <a:xfrm>
              <a:off x="5011422" y="2121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7" name="pt19407"/>
            <p:cNvSpPr/>
            <p:nvPr/>
          </p:nvSpPr>
          <p:spPr>
            <a:xfrm>
              <a:off x="5681721" y="18695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8" name="pt19408"/>
            <p:cNvSpPr/>
            <p:nvPr/>
          </p:nvSpPr>
          <p:spPr>
            <a:xfrm>
              <a:off x="5073571" y="1765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9" name="pt19409"/>
            <p:cNvSpPr/>
            <p:nvPr/>
          </p:nvSpPr>
          <p:spPr>
            <a:xfrm>
              <a:off x="5795007" y="1921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0" name="pt19410"/>
            <p:cNvSpPr/>
            <p:nvPr/>
          </p:nvSpPr>
          <p:spPr>
            <a:xfrm>
              <a:off x="5415841" y="21973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1" name="pt19411"/>
            <p:cNvSpPr/>
            <p:nvPr/>
          </p:nvSpPr>
          <p:spPr>
            <a:xfrm>
              <a:off x="5479597" y="2251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2" name="pt19412"/>
            <p:cNvSpPr/>
            <p:nvPr/>
          </p:nvSpPr>
          <p:spPr>
            <a:xfrm>
              <a:off x="5546394" y="21431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3" name="pt19413"/>
            <p:cNvSpPr/>
            <p:nvPr/>
          </p:nvSpPr>
          <p:spPr>
            <a:xfrm>
              <a:off x="5427365" y="22213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4" name="pt19414"/>
            <p:cNvSpPr/>
            <p:nvPr/>
          </p:nvSpPr>
          <p:spPr>
            <a:xfrm>
              <a:off x="5693548" y="1998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5" name="pt19415"/>
            <p:cNvSpPr/>
            <p:nvPr/>
          </p:nvSpPr>
          <p:spPr>
            <a:xfrm>
              <a:off x="5628726" y="2012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6" name="pt19416"/>
            <p:cNvSpPr/>
            <p:nvPr/>
          </p:nvSpPr>
          <p:spPr>
            <a:xfrm>
              <a:off x="5451085" y="19177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7" name="pt19417"/>
            <p:cNvSpPr/>
            <p:nvPr/>
          </p:nvSpPr>
          <p:spPr>
            <a:xfrm>
              <a:off x="5387360" y="22450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8" name="pt19418"/>
            <p:cNvSpPr/>
            <p:nvPr/>
          </p:nvSpPr>
          <p:spPr>
            <a:xfrm>
              <a:off x="5202149" y="2111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9" name="pt19419"/>
            <p:cNvSpPr/>
            <p:nvPr/>
          </p:nvSpPr>
          <p:spPr>
            <a:xfrm>
              <a:off x="5943791" y="19215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0" name="pt19420"/>
            <p:cNvSpPr/>
            <p:nvPr/>
          </p:nvSpPr>
          <p:spPr>
            <a:xfrm>
              <a:off x="5003953" y="23820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1" name="pt19421"/>
            <p:cNvSpPr/>
            <p:nvPr/>
          </p:nvSpPr>
          <p:spPr>
            <a:xfrm>
              <a:off x="5214103" y="1873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2" name="pt19422"/>
            <p:cNvSpPr/>
            <p:nvPr/>
          </p:nvSpPr>
          <p:spPr>
            <a:xfrm>
              <a:off x="5906902" y="2028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3" name="pt19423"/>
            <p:cNvSpPr/>
            <p:nvPr/>
          </p:nvSpPr>
          <p:spPr>
            <a:xfrm>
              <a:off x="5623357" y="21152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4" name="pt19424"/>
            <p:cNvSpPr/>
            <p:nvPr/>
          </p:nvSpPr>
          <p:spPr>
            <a:xfrm>
              <a:off x="5303292" y="2349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5" name="pt19425"/>
            <p:cNvSpPr/>
            <p:nvPr/>
          </p:nvSpPr>
          <p:spPr>
            <a:xfrm>
              <a:off x="5125788" y="28045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6" name="pt19426"/>
            <p:cNvSpPr/>
            <p:nvPr/>
          </p:nvSpPr>
          <p:spPr>
            <a:xfrm>
              <a:off x="5720206" y="18572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7" name="pt19427"/>
            <p:cNvSpPr/>
            <p:nvPr/>
          </p:nvSpPr>
          <p:spPr>
            <a:xfrm>
              <a:off x="5557937" y="22215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8" name="pt19428"/>
            <p:cNvSpPr/>
            <p:nvPr/>
          </p:nvSpPr>
          <p:spPr>
            <a:xfrm>
              <a:off x="4988863" y="23622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9" name="pt19429"/>
            <p:cNvSpPr/>
            <p:nvPr/>
          </p:nvSpPr>
          <p:spPr>
            <a:xfrm>
              <a:off x="5496213" y="2151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0" name="pt19430"/>
            <p:cNvSpPr/>
            <p:nvPr/>
          </p:nvSpPr>
          <p:spPr>
            <a:xfrm>
              <a:off x="5424077" y="2178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1" name="pt19431"/>
            <p:cNvSpPr/>
            <p:nvPr/>
          </p:nvSpPr>
          <p:spPr>
            <a:xfrm>
              <a:off x="5075384" y="20209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2" name="pt19432"/>
            <p:cNvSpPr/>
            <p:nvPr/>
          </p:nvSpPr>
          <p:spPr>
            <a:xfrm>
              <a:off x="5262544" y="21432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3" name="pt19433"/>
            <p:cNvSpPr/>
            <p:nvPr/>
          </p:nvSpPr>
          <p:spPr>
            <a:xfrm>
              <a:off x="5710314" y="1817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4" name="pt19434"/>
            <p:cNvSpPr/>
            <p:nvPr/>
          </p:nvSpPr>
          <p:spPr>
            <a:xfrm>
              <a:off x="5350754" y="23022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5" name="pt19435"/>
            <p:cNvSpPr/>
            <p:nvPr/>
          </p:nvSpPr>
          <p:spPr>
            <a:xfrm>
              <a:off x="5310042" y="2200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6" name="pt19436"/>
            <p:cNvSpPr/>
            <p:nvPr/>
          </p:nvSpPr>
          <p:spPr>
            <a:xfrm>
              <a:off x="5719632" y="1995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7" name="pt19437"/>
            <p:cNvSpPr/>
            <p:nvPr/>
          </p:nvSpPr>
          <p:spPr>
            <a:xfrm>
              <a:off x="5445563" y="19346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8" name="pt19438"/>
            <p:cNvSpPr/>
            <p:nvPr/>
          </p:nvSpPr>
          <p:spPr>
            <a:xfrm>
              <a:off x="5386425" y="22199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9" name="pt19439"/>
            <p:cNvSpPr/>
            <p:nvPr/>
          </p:nvSpPr>
          <p:spPr>
            <a:xfrm>
              <a:off x="5409079" y="2199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0" name="pt19440"/>
            <p:cNvSpPr/>
            <p:nvPr/>
          </p:nvSpPr>
          <p:spPr>
            <a:xfrm>
              <a:off x="5462523" y="1962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1" name="pt19441"/>
            <p:cNvSpPr/>
            <p:nvPr/>
          </p:nvSpPr>
          <p:spPr>
            <a:xfrm>
              <a:off x="5102059" y="26547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2" name="pt19442"/>
            <p:cNvSpPr/>
            <p:nvPr/>
          </p:nvSpPr>
          <p:spPr>
            <a:xfrm>
              <a:off x="5443067" y="18368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3" name="pt19443"/>
            <p:cNvSpPr/>
            <p:nvPr/>
          </p:nvSpPr>
          <p:spPr>
            <a:xfrm>
              <a:off x="5600503" y="2075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4" name="pt19444"/>
            <p:cNvSpPr/>
            <p:nvPr/>
          </p:nvSpPr>
          <p:spPr>
            <a:xfrm>
              <a:off x="5414354" y="21037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5" name="pt19445"/>
            <p:cNvSpPr/>
            <p:nvPr/>
          </p:nvSpPr>
          <p:spPr>
            <a:xfrm>
              <a:off x="5587106" y="19840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6" name="pt19446"/>
            <p:cNvSpPr/>
            <p:nvPr/>
          </p:nvSpPr>
          <p:spPr>
            <a:xfrm>
              <a:off x="5267003" y="213620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7" name="pt19447"/>
            <p:cNvSpPr/>
            <p:nvPr/>
          </p:nvSpPr>
          <p:spPr>
            <a:xfrm>
              <a:off x="5040666" y="21590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8" name="pt19448"/>
            <p:cNvSpPr/>
            <p:nvPr/>
          </p:nvSpPr>
          <p:spPr>
            <a:xfrm>
              <a:off x="4998699" y="24239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9" name="pt19449"/>
            <p:cNvSpPr/>
            <p:nvPr/>
          </p:nvSpPr>
          <p:spPr>
            <a:xfrm>
              <a:off x="5350444" y="21525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0" name="pt19450"/>
            <p:cNvSpPr/>
            <p:nvPr/>
          </p:nvSpPr>
          <p:spPr>
            <a:xfrm>
              <a:off x="5098251" y="25466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1" name="pt19451"/>
            <p:cNvSpPr/>
            <p:nvPr/>
          </p:nvSpPr>
          <p:spPr>
            <a:xfrm>
              <a:off x="5360648" y="2063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2" name="pt19452"/>
            <p:cNvSpPr/>
            <p:nvPr/>
          </p:nvSpPr>
          <p:spPr>
            <a:xfrm>
              <a:off x="5380858" y="2125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3" name="pt19453"/>
            <p:cNvSpPr/>
            <p:nvPr/>
          </p:nvSpPr>
          <p:spPr>
            <a:xfrm>
              <a:off x="5527537" y="21916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4" name="pt19454"/>
            <p:cNvSpPr/>
            <p:nvPr/>
          </p:nvSpPr>
          <p:spPr>
            <a:xfrm>
              <a:off x="5389714" y="21986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5" name="pt19455"/>
            <p:cNvSpPr/>
            <p:nvPr/>
          </p:nvSpPr>
          <p:spPr>
            <a:xfrm>
              <a:off x="5468269" y="2056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6" name="pt19456"/>
            <p:cNvSpPr/>
            <p:nvPr/>
          </p:nvSpPr>
          <p:spPr>
            <a:xfrm>
              <a:off x="5054254" y="24717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7" name="pt19457"/>
            <p:cNvSpPr/>
            <p:nvPr/>
          </p:nvSpPr>
          <p:spPr>
            <a:xfrm>
              <a:off x="5256914" y="22468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8" name="pt19458"/>
            <p:cNvSpPr/>
            <p:nvPr/>
          </p:nvSpPr>
          <p:spPr>
            <a:xfrm>
              <a:off x="5513447" y="20987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9" name="pt19459"/>
            <p:cNvSpPr/>
            <p:nvPr/>
          </p:nvSpPr>
          <p:spPr>
            <a:xfrm>
              <a:off x="5436038" y="20468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0" name="pt19460"/>
            <p:cNvSpPr/>
            <p:nvPr/>
          </p:nvSpPr>
          <p:spPr>
            <a:xfrm>
              <a:off x="5370107" y="20887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1" name="pt19461"/>
            <p:cNvSpPr/>
            <p:nvPr/>
          </p:nvSpPr>
          <p:spPr>
            <a:xfrm>
              <a:off x="5775096" y="1984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2" name="pt19462"/>
            <p:cNvSpPr/>
            <p:nvPr/>
          </p:nvSpPr>
          <p:spPr>
            <a:xfrm>
              <a:off x="5623973" y="1999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3" name="pt19463"/>
            <p:cNvSpPr/>
            <p:nvPr/>
          </p:nvSpPr>
          <p:spPr>
            <a:xfrm>
              <a:off x="5372550" y="21282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4" name="pt19464"/>
            <p:cNvSpPr/>
            <p:nvPr/>
          </p:nvSpPr>
          <p:spPr>
            <a:xfrm>
              <a:off x="5710569" y="19964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5" name="pt19465"/>
            <p:cNvSpPr/>
            <p:nvPr/>
          </p:nvSpPr>
          <p:spPr>
            <a:xfrm>
              <a:off x="5198909" y="2171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6" name="pt19466"/>
            <p:cNvSpPr/>
            <p:nvPr/>
          </p:nvSpPr>
          <p:spPr>
            <a:xfrm>
              <a:off x="5292638" y="2175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7" name="pt19467"/>
            <p:cNvSpPr/>
            <p:nvPr/>
          </p:nvSpPr>
          <p:spPr>
            <a:xfrm>
              <a:off x="5406784" y="2316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8" name="pt19468"/>
            <p:cNvSpPr/>
            <p:nvPr/>
          </p:nvSpPr>
          <p:spPr>
            <a:xfrm>
              <a:off x="4862305" y="28359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9" name="pt19469"/>
            <p:cNvSpPr/>
            <p:nvPr/>
          </p:nvSpPr>
          <p:spPr>
            <a:xfrm>
              <a:off x="5543920" y="22437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0" name="pt19470"/>
            <p:cNvSpPr/>
            <p:nvPr/>
          </p:nvSpPr>
          <p:spPr>
            <a:xfrm>
              <a:off x="5388598" y="21776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1" name="pt19471"/>
            <p:cNvSpPr/>
            <p:nvPr/>
          </p:nvSpPr>
          <p:spPr>
            <a:xfrm>
              <a:off x="5429060" y="20860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2" name="pt19472"/>
            <p:cNvSpPr/>
            <p:nvPr/>
          </p:nvSpPr>
          <p:spPr>
            <a:xfrm>
              <a:off x="5462193" y="209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3" name="pt19473"/>
            <p:cNvSpPr/>
            <p:nvPr/>
          </p:nvSpPr>
          <p:spPr>
            <a:xfrm>
              <a:off x="5617800" y="20503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4" name="pt19474"/>
            <p:cNvSpPr/>
            <p:nvPr/>
          </p:nvSpPr>
          <p:spPr>
            <a:xfrm>
              <a:off x="5355020" y="22603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5" name="pt19475"/>
            <p:cNvSpPr/>
            <p:nvPr/>
          </p:nvSpPr>
          <p:spPr>
            <a:xfrm>
              <a:off x="5316170" y="22341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6" name="pt19476"/>
            <p:cNvSpPr/>
            <p:nvPr/>
          </p:nvSpPr>
          <p:spPr>
            <a:xfrm>
              <a:off x="5839623" y="20972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7" name="pt19477"/>
            <p:cNvSpPr/>
            <p:nvPr/>
          </p:nvSpPr>
          <p:spPr>
            <a:xfrm>
              <a:off x="4935645" y="2342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8" name="pt19478"/>
            <p:cNvSpPr/>
            <p:nvPr/>
          </p:nvSpPr>
          <p:spPr>
            <a:xfrm>
              <a:off x="5798152" y="20084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9" name="pt19479"/>
            <p:cNvSpPr/>
            <p:nvPr/>
          </p:nvSpPr>
          <p:spPr>
            <a:xfrm>
              <a:off x="5784174" y="1875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0" name="pt19480"/>
            <p:cNvSpPr/>
            <p:nvPr/>
          </p:nvSpPr>
          <p:spPr>
            <a:xfrm>
              <a:off x="5675484" y="20137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1" name="pt19481"/>
            <p:cNvSpPr/>
            <p:nvPr/>
          </p:nvSpPr>
          <p:spPr>
            <a:xfrm>
              <a:off x="5287746" y="19978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2" name="pt19482"/>
            <p:cNvSpPr/>
            <p:nvPr/>
          </p:nvSpPr>
          <p:spPr>
            <a:xfrm>
              <a:off x="5267896" y="21840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3" name="pt19483"/>
            <p:cNvSpPr/>
            <p:nvPr/>
          </p:nvSpPr>
          <p:spPr>
            <a:xfrm>
              <a:off x="5360917" y="20587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4" name="pt19484"/>
            <p:cNvSpPr/>
            <p:nvPr/>
          </p:nvSpPr>
          <p:spPr>
            <a:xfrm>
              <a:off x="5147264" y="26784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5" name="pt19485"/>
            <p:cNvSpPr/>
            <p:nvPr/>
          </p:nvSpPr>
          <p:spPr>
            <a:xfrm>
              <a:off x="5252827" y="21882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6" name="pt19486"/>
            <p:cNvSpPr/>
            <p:nvPr/>
          </p:nvSpPr>
          <p:spPr>
            <a:xfrm>
              <a:off x="5070943" y="24737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7" name="pt19487"/>
            <p:cNvSpPr/>
            <p:nvPr/>
          </p:nvSpPr>
          <p:spPr>
            <a:xfrm>
              <a:off x="5539761" y="21584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8" name="pt19488"/>
            <p:cNvSpPr/>
            <p:nvPr/>
          </p:nvSpPr>
          <p:spPr>
            <a:xfrm>
              <a:off x="5312184" y="2179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9" name="pt19489"/>
            <p:cNvSpPr/>
            <p:nvPr/>
          </p:nvSpPr>
          <p:spPr>
            <a:xfrm>
              <a:off x="5212594" y="1910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0" name="pt19490"/>
            <p:cNvSpPr/>
            <p:nvPr/>
          </p:nvSpPr>
          <p:spPr>
            <a:xfrm>
              <a:off x="5480467" y="21642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1" name="pt19491"/>
            <p:cNvSpPr/>
            <p:nvPr/>
          </p:nvSpPr>
          <p:spPr>
            <a:xfrm>
              <a:off x="5219110" y="21424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2" name="pt19492"/>
            <p:cNvSpPr/>
            <p:nvPr/>
          </p:nvSpPr>
          <p:spPr>
            <a:xfrm>
              <a:off x="5207822" y="2280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3" name="pt19493"/>
            <p:cNvSpPr/>
            <p:nvPr/>
          </p:nvSpPr>
          <p:spPr>
            <a:xfrm>
              <a:off x="5566894" y="22180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4" name="pt19494"/>
            <p:cNvSpPr/>
            <p:nvPr/>
          </p:nvSpPr>
          <p:spPr>
            <a:xfrm>
              <a:off x="5224534" y="18253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5" name="pt19495"/>
            <p:cNvSpPr/>
            <p:nvPr/>
          </p:nvSpPr>
          <p:spPr>
            <a:xfrm>
              <a:off x="5537832" y="22144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6" name="pt19496"/>
            <p:cNvSpPr/>
            <p:nvPr/>
          </p:nvSpPr>
          <p:spPr>
            <a:xfrm>
              <a:off x="5254389" y="2213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7" name="pt19497"/>
            <p:cNvSpPr/>
            <p:nvPr/>
          </p:nvSpPr>
          <p:spPr>
            <a:xfrm>
              <a:off x="5256825" y="2148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8" name="pt19498"/>
            <p:cNvSpPr/>
            <p:nvPr/>
          </p:nvSpPr>
          <p:spPr>
            <a:xfrm>
              <a:off x="5569973" y="2227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9" name="pt19499"/>
            <p:cNvSpPr/>
            <p:nvPr/>
          </p:nvSpPr>
          <p:spPr>
            <a:xfrm>
              <a:off x="5632940" y="2030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0" name="pt19500"/>
            <p:cNvSpPr/>
            <p:nvPr/>
          </p:nvSpPr>
          <p:spPr>
            <a:xfrm>
              <a:off x="5422786" y="22001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1" name="pt19501"/>
            <p:cNvSpPr/>
            <p:nvPr/>
          </p:nvSpPr>
          <p:spPr>
            <a:xfrm>
              <a:off x="5667617" y="18483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2" name="pt19502"/>
            <p:cNvSpPr/>
            <p:nvPr/>
          </p:nvSpPr>
          <p:spPr>
            <a:xfrm>
              <a:off x="5658906" y="16912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3" name="pt19503"/>
            <p:cNvSpPr/>
            <p:nvPr/>
          </p:nvSpPr>
          <p:spPr>
            <a:xfrm>
              <a:off x="6049049" y="17363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4" name="pt19504"/>
            <p:cNvSpPr/>
            <p:nvPr/>
          </p:nvSpPr>
          <p:spPr>
            <a:xfrm>
              <a:off x="5129119" y="27957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5" name="pt19505"/>
            <p:cNvSpPr/>
            <p:nvPr/>
          </p:nvSpPr>
          <p:spPr>
            <a:xfrm>
              <a:off x="5654868" y="17236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6" name="pt19506"/>
            <p:cNvSpPr/>
            <p:nvPr/>
          </p:nvSpPr>
          <p:spPr>
            <a:xfrm>
              <a:off x="5445663" y="20991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7" name="pt19507"/>
            <p:cNvSpPr/>
            <p:nvPr/>
          </p:nvSpPr>
          <p:spPr>
            <a:xfrm>
              <a:off x="5516231" y="2022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8" name="pt19508"/>
            <p:cNvSpPr/>
            <p:nvPr/>
          </p:nvSpPr>
          <p:spPr>
            <a:xfrm>
              <a:off x="5574556" y="1959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9" name="pt19509"/>
            <p:cNvSpPr/>
            <p:nvPr/>
          </p:nvSpPr>
          <p:spPr>
            <a:xfrm>
              <a:off x="5307095" y="21632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0" name="pt19510"/>
            <p:cNvSpPr/>
            <p:nvPr/>
          </p:nvSpPr>
          <p:spPr>
            <a:xfrm>
              <a:off x="5757269" y="19188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1" name="pt19511"/>
            <p:cNvSpPr/>
            <p:nvPr/>
          </p:nvSpPr>
          <p:spPr>
            <a:xfrm>
              <a:off x="5203552" y="2168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2" name="pt19512"/>
            <p:cNvSpPr/>
            <p:nvPr/>
          </p:nvSpPr>
          <p:spPr>
            <a:xfrm>
              <a:off x="4982139" y="27623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3" name="pt19513"/>
            <p:cNvSpPr/>
            <p:nvPr/>
          </p:nvSpPr>
          <p:spPr>
            <a:xfrm>
              <a:off x="5000385" y="2503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4" name="pt19514"/>
            <p:cNvSpPr/>
            <p:nvPr/>
          </p:nvSpPr>
          <p:spPr>
            <a:xfrm>
              <a:off x="5457324" y="2034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5" name="pt19515"/>
            <p:cNvSpPr/>
            <p:nvPr/>
          </p:nvSpPr>
          <p:spPr>
            <a:xfrm>
              <a:off x="5560251" y="2192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6" name="pt19516"/>
            <p:cNvSpPr/>
            <p:nvPr/>
          </p:nvSpPr>
          <p:spPr>
            <a:xfrm>
              <a:off x="5613619" y="20520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7" name="pt19517"/>
            <p:cNvSpPr/>
            <p:nvPr/>
          </p:nvSpPr>
          <p:spPr>
            <a:xfrm>
              <a:off x="5512414" y="22684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8" name="pt19518"/>
            <p:cNvSpPr/>
            <p:nvPr/>
          </p:nvSpPr>
          <p:spPr>
            <a:xfrm>
              <a:off x="5471437" y="20151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9" name="pt19519"/>
            <p:cNvSpPr/>
            <p:nvPr/>
          </p:nvSpPr>
          <p:spPr>
            <a:xfrm>
              <a:off x="5152006" y="2565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0" name="pt19520"/>
            <p:cNvSpPr/>
            <p:nvPr/>
          </p:nvSpPr>
          <p:spPr>
            <a:xfrm>
              <a:off x="5123395" y="25975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1" name="pt19521"/>
            <p:cNvSpPr/>
            <p:nvPr/>
          </p:nvSpPr>
          <p:spPr>
            <a:xfrm>
              <a:off x="5079617" y="18363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2" name="pt19522"/>
            <p:cNvSpPr/>
            <p:nvPr/>
          </p:nvSpPr>
          <p:spPr>
            <a:xfrm>
              <a:off x="5351213" y="22801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3" name="pt19523"/>
            <p:cNvSpPr/>
            <p:nvPr/>
          </p:nvSpPr>
          <p:spPr>
            <a:xfrm>
              <a:off x="5512598" y="21854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4" name="pt19524"/>
            <p:cNvSpPr/>
            <p:nvPr/>
          </p:nvSpPr>
          <p:spPr>
            <a:xfrm>
              <a:off x="4757601" y="25782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5" name="pt19525"/>
            <p:cNvSpPr/>
            <p:nvPr/>
          </p:nvSpPr>
          <p:spPr>
            <a:xfrm>
              <a:off x="5738861" y="19336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6" name="pt19526"/>
            <p:cNvSpPr/>
            <p:nvPr/>
          </p:nvSpPr>
          <p:spPr>
            <a:xfrm>
              <a:off x="5512263" y="2125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7" name="pt19527"/>
            <p:cNvSpPr/>
            <p:nvPr/>
          </p:nvSpPr>
          <p:spPr>
            <a:xfrm>
              <a:off x="5504802" y="21292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8" name="pt19528"/>
            <p:cNvSpPr/>
            <p:nvPr/>
          </p:nvSpPr>
          <p:spPr>
            <a:xfrm>
              <a:off x="4902096" y="20037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9" name="pt19529"/>
            <p:cNvSpPr/>
            <p:nvPr/>
          </p:nvSpPr>
          <p:spPr>
            <a:xfrm>
              <a:off x="5235196" y="2172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0" name="pt19530"/>
            <p:cNvSpPr/>
            <p:nvPr/>
          </p:nvSpPr>
          <p:spPr>
            <a:xfrm>
              <a:off x="5636412" y="2177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1" name="pt19531"/>
            <p:cNvSpPr/>
            <p:nvPr/>
          </p:nvSpPr>
          <p:spPr>
            <a:xfrm>
              <a:off x="5675664" y="18772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2" name="pt19532"/>
            <p:cNvSpPr/>
            <p:nvPr/>
          </p:nvSpPr>
          <p:spPr>
            <a:xfrm>
              <a:off x="5414297" y="2114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3" name="pt19533"/>
            <p:cNvSpPr/>
            <p:nvPr/>
          </p:nvSpPr>
          <p:spPr>
            <a:xfrm>
              <a:off x="5565546" y="22476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4" name="pt19534"/>
            <p:cNvSpPr/>
            <p:nvPr/>
          </p:nvSpPr>
          <p:spPr>
            <a:xfrm>
              <a:off x="4927484" y="2264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5" name="pt19535"/>
            <p:cNvSpPr/>
            <p:nvPr/>
          </p:nvSpPr>
          <p:spPr>
            <a:xfrm>
              <a:off x="5031893" y="2144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6" name="pt19536"/>
            <p:cNvSpPr/>
            <p:nvPr/>
          </p:nvSpPr>
          <p:spPr>
            <a:xfrm>
              <a:off x="5413794" y="21711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7" name="pt19537"/>
            <p:cNvSpPr/>
            <p:nvPr/>
          </p:nvSpPr>
          <p:spPr>
            <a:xfrm>
              <a:off x="5348399" y="22287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8" name="pt19538"/>
            <p:cNvSpPr/>
            <p:nvPr/>
          </p:nvSpPr>
          <p:spPr>
            <a:xfrm>
              <a:off x="5543773" y="22130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9" name="pt19539"/>
            <p:cNvSpPr/>
            <p:nvPr/>
          </p:nvSpPr>
          <p:spPr>
            <a:xfrm>
              <a:off x="5396002" y="21126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0" name="pt19540"/>
            <p:cNvSpPr/>
            <p:nvPr/>
          </p:nvSpPr>
          <p:spPr>
            <a:xfrm>
              <a:off x="5709647" y="1815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1" name="pt19541"/>
            <p:cNvSpPr/>
            <p:nvPr/>
          </p:nvSpPr>
          <p:spPr>
            <a:xfrm>
              <a:off x="5308567" y="22349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2" name="pt19542"/>
            <p:cNvSpPr/>
            <p:nvPr/>
          </p:nvSpPr>
          <p:spPr>
            <a:xfrm>
              <a:off x="5519562" y="22591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3" name="pt19543"/>
            <p:cNvSpPr/>
            <p:nvPr/>
          </p:nvSpPr>
          <p:spPr>
            <a:xfrm>
              <a:off x="5701555" y="19561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4" name="pt19544"/>
            <p:cNvSpPr/>
            <p:nvPr/>
          </p:nvSpPr>
          <p:spPr>
            <a:xfrm>
              <a:off x="5258555" y="2224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5" name="pt19545"/>
            <p:cNvSpPr/>
            <p:nvPr/>
          </p:nvSpPr>
          <p:spPr>
            <a:xfrm>
              <a:off x="5928167" y="13444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6" name="pt19546"/>
            <p:cNvSpPr/>
            <p:nvPr/>
          </p:nvSpPr>
          <p:spPr>
            <a:xfrm>
              <a:off x="5017792" y="2309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7" name="pt19547"/>
            <p:cNvSpPr/>
            <p:nvPr/>
          </p:nvSpPr>
          <p:spPr>
            <a:xfrm>
              <a:off x="4775264" y="25754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8" name="pt19548"/>
            <p:cNvSpPr/>
            <p:nvPr/>
          </p:nvSpPr>
          <p:spPr>
            <a:xfrm>
              <a:off x="5721472" y="18809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9" name="pt19549"/>
            <p:cNvSpPr/>
            <p:nvPr/>
          </p:nvSpPr>
          <p:spPr>
            <a:xfrm>
              <a:off x="5047068" y="24022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0" name="pt19550"/>
            <p:cNvSpPr/>
            <p:nvPr/>
          </p:nvSpPr>
          <p:spPr>
            <a:xfrm>
              <a:off x="5210837" y="2298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1" name="pt19551"/>
            <p:cNvSpPr/>
            <p:nvPr/>
          </p:nvSpPr>
          <p:spPr>
            <a:xfrm>
              <a:off x="5794648" y="17376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2" name="pt19552"/>
            <p:cNvSpPr/>
            <p:nvPr/>
          </p:nvSpPr>
          <p:spPr>
            <a:xfrm>
              <a:off x="4913917" y="18387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3" name="pt19553"/>
            <p:cNvSpPr/>
            <p:nvPr/>
          </p:nvSpPr>
          <p:spPr>
            <a:xfrm>
              <a:off x="5132186" y="2652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4" name="pt19554"/>
            <p:cNvSpPr/>
            <p:nvPr/>
          </p:nvSpPr>
          <p:spPr>
            <a:xfrm>
              <a:off x="5228890" y="2084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5" name="pt19555"/>
            <p:cNvSpPr/>
            <p:nvPr/>
          </p:nvSpPr>
          <p:spPr>
            <a:xfrm>
              <a:off x="5324049" y="22198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6" name="pt19556"/>
            <p:cNvSpPr/>
            <p:nvPr/>
          </p:nvSpPr>
          <p:spPr>
            <a:xfrm>
              <a:off x="5453861" y="1959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7" name="pt19557"/>
            <p:cNvSpPr/>
            <p:nvPr/>
          </p:nvSpPr>
          <p:spPr>
            <a:xfrm>
              <a:off x="5579829" y="1964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8" name="pt19558"/>
            <p:cNvSpPr/>
            <p:nvPr/>
          </p:nvSpPr>
          <p:spPr>
            <a:xfrm>
              <a:off x="4835623" y="24466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9" name="pt19559"/>
            <p:cNvSpPr/>
            <p:nvPr/>
          </p:nvSpPr>
          <p:spPr>
            <a:xfrm>
              <a:off x="5346361" y="2250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0" name="pt19560"/>
            <p:cNvSpPr/>
            <p:nvPr/>
          </p:nvSpPr>
          <p:spPr>
            <a:xfrm>
              <a:off x="5698664" y="19665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1" name="pt19561"/>
            <p:cNvSpPr/>
            <p:nvPr/>
          </p:nvSpPr>
          <p:spPr>
            <a:xfrm>
              <a:off x="5242989" y="21894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2" name="pt19562"/>
            <p:cNvSpPr/>
            <p:nvPr/>
          </p:nvSpPr>
          <p:spPr>
            <a:xfrm>
              <a:off x="5210225" y="2198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3" name="pt19563"/>
            <p:cNvSpPr/>
            <p:nvPr/>
          </p:nvSpPr>
          <p:spPr>
            <a:xfrm>
              <a:off x="5732175" y="18053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4" name="pt19564"/>
            <p:cNvSpPr/>
            <p:nvPr/>
          </p:nvSpPr>
          <p:spPr>
            <a:xfrm>
              <a:off x="5219715" y="21000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5" name="pt19565"/>
            <p:cNvSpPr/>
            <p:nvPr/>
          </p:nvSpPr>
          <p:spPr>
            <a:xfrm>
              <a:off x="4926477" y="1810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6" name="pt19566"/>
            <p:cNvSpPr/>
            <p:nvPr/>
          </p:nvSpPr>
          <p:spPr>
            <a:xfrm>
              <a:off x="5068491" y="22276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7" name="pt19567"/>
            <p:cNvSpPr/>
            <p:nvPr/>
          </p:nvSpPr>
          <p:spPr>
            <a:xfrm>
              <a:off x="5176084" y="24016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8" name="pt19568"/>
            <p:cNvSpPr/>
            <p:nvPr/>
          </p:nvSpPr>
          <p:spPr>
            <a:xfrm>
              <a:off x="5864873" y="1718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9" name="pt19569"/>
            <p:cNvSpPr/>
            <p:nvPr/>
          </p:nvSpPr>
          <p:spPr>
            <a:xfrm>
              <a:off x="5703450" y="1899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0" name="pt19570"/>
            <p:cNvSpPr/>
            <p:nvPr/>
          </p:nvSpPr>
          <p:spPr>
            <a:xfrm>
              <a:off x="5764926" y="21307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1" name="pt19571"/>
            <p:cNvSpPr/>
            <p:nvPr/>
          </p:nvSpPr>
          <p:spPr>
            <a:xfrm>
              <a:off x="5479198" y="22189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2" name="pt19572"/>
            <p:cNvSpPr/>
            <p:nvPr/>
          </p:nvSpPr>
          <p:spPr>
            <a:xfrm>
              <a:off x="5527364" y="20925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3" name="pt19573"/>
            <p:cNvSpPr/>
            <p:nvPr/>
          </p:nvSpPr>
          <p:spPr>
            <a:xfrm>
              <a:off x="5704348" y="17477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4" name="pt19574"/>
            <p:cNvSpPr/>
            <p:nvPr/>
          </p:nvSpPr>
          <p:spPr>
            <a:xfrm>
              <a:off x="5265202" y="22097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5" name="pt19575"/>
            <p:cNvSpPr/>
            <p:nvPr/>
          </p:nvSpPr>
          <p:spPr>
            <a:xfrm>
              <a:off x="5332195" y="220753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6" name="pt19576"/>
            <p:cNvSpPr/>
            <p:nvPr/>
          </p:nvSpPr>
          <p:spPr>
            <a:xfrm>
              <a:off x="5411508" y="21697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7" name="pt19577"/>
            <p:cNvSpPr/>
            <p:nvPr/>
          </p:nvSpPr>
          <p:spPr>
            <a:xfrm>
              <a:off x="5447178" y="2056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8" name="pt19578"/>
            <p:cNvSpPr/>
            <p:nvPr/>
          </p:nvSpPr>
          <p:spPr>
            <a:xfrm>
              <a:off x="5502982" y="2187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9" name="pt19579"/>
            <p:cNvSpPr/>
            <p:nvPr/>
          </p:nvSpPr>
          <p:spPr>
            <a:xfrm>
              <a:off x="5196964" y="21183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0" name="pt19580"/>
            <p:cNvSpPr/>
            <p:nvPr/>
          </p:nvSpPr>
          <p:spPr>
            <a:xfrm>
              <a:off x="5752177" y="21171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1" name="pt19581"/>
            <p:cNvSpPr/>
            <p:nvPr/>
          </p:nvSpPr>
          <p:spPr>
            <a:xfrm>
              <a:off x="5191435" y="22271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2" name="pt19582"/>
            <p:cNvSpPr/>
            <p:nvPr/>
          </p:nvSpPr>
          <p:spPr>
            <a:xfrm>
              <a:off x="5541507" y="21473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3" name="pt19583"/>
            <p:cNvSpPr/>
            <p:nvPr/>
          </p:nvSpPr>
          <p:spPr>
            <a:xfrm>
              <a:off x="5314271" y="21312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4" name="pt19584"/>
            <p:cNvSpPr/>
            <p:nvPr/>
          </p:nvSpPr>
          <p:spPr>
            <a:xfrm>
              <a:off x="5102722" y="27053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5" name="pt19585"/>
            <p:cNvSpPr/>
            <p:nvPr/>
          </p:nvSpPr>
          <p:spPr>
            <a:xfrm>
              <a:off x="5423106" y="2088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6" name="pt19586"/>
            <p:cNvSpPr/>
            <p:nvPr/>
          </p:nvSpPr>
          <p:spPr>
            <a:xfrm>
              <a:off x="5683910" y="18919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7" name="pt19587"/>
            <p:cNvSpPr/>
            <p:nvPr/>
          </p:nvSpPr>
          <p:spPr>
            <a:xfrm>
              <a:off x="5548314" y="21735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8" name="pt19588"/>
            <p:cNvSpPr/>
            <p:nvPr/>
          </p:nvSpPr>
          <p:spPr>
            <a:xfrm>
              <a:off x="5031761" y="22850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9" name="pt19589"/>
            <p:cNvSpPr/>
            <p:nvPr/>
          </p:nvSpPr>
          <p:spPr>
            <a:xfrm>
              <a:off x="5338646" y="22625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0" name="pt19590"/>
            <p:cNvSpPr/>
            <p:nvPr/>
          </p:nvSpPr>
          <p:spPr>
            <a:xfrm>
              <a:off x="5258345" y="22250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1" name="pt19591"/>
            <p:cNvSpPr/>
            <p:nvPr/>
          </p:nvSpPr>
          <p:spPr>
            <a:xfrm>
              <a:off x="5430031" y="2118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2" name="pt19592"/>
            <p:cNvSpPr/>
            <p:nvPr/>
          </p:nvSpPr>
          <p:spPr>
            <a:xfrm>
              <a:off x="5513607" y="21321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3" name="pt19593"/>
            <p:cNvSpPr/>
            <p:nvPr/>
          </p:nvSpPr>
          <p:spPr>
            <a:xfrm>
              <a:off x="5413972" y="2233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4" name="pt19594"/>
            <p:cNvSpPr/>
            <p:nvPr/>
          </p:nvSpPr>
          <p:spPr>
            <a:xfrm>
              <a:off x="5712994" y="19386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5" name="pt19595"/>
            <p:cNvSpPr/>
            <p:nvPr/>
          </p:nvSpPr>
          <p:spPr>
            <a:xfrm>
              <a:off x="5111682" y="2640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6" name="pt19596"/>
            <p:cNvSpPr/>
            <p:nvPr/>
          </p:nvSpPr>
          <p:spPr>
            <a:xfrm>
              <a:off x="5284054" y="2061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7" name="pt19597"/>
            <p:cNvSpPr/>
            <p:nvPr/>
          </p:nvSpPr>
          <p:spPr>
            <a:xfrm>
              <a:off x="5146638" y="28996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8" name="pt19598"/>
            <p:cNvSpPr/>
            <p:nvPr/>
          </p:nvSpPr>
          <p:spPr>
            <a:xfrm>
              <a:off x="5250086" y="2190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9" name="pt19599"/>
            <p:cNvSpPr/>
            <p:nvPr/>
          </p:nvSpPr>
          <p:spPr>
            <a:xfrm>
              <a:off x="5324396" y="21939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0" name="pt19600"/>
            <p:cNvSpPr/>
            <p:nvPr/>
          </p:nvSpPr>
          <p:spPr>
            <a:xfrm>
              <a:off x="5169686" y="23718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1" name="pt19601"/>
            <p:cNvSpPr/>
            <p:nvPr/>
          </p:nvSpPr>
          <p:spPr>
            <a:xfrm>
              <a:off x="4654844" y="2685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2" name="pt19602"/>
            <p:cNvSpPr/>
            <p:nvPr/>
          </p:nvSpPr>
          <p:spPr>
            <a:xfrm>
              <a:off x="5211742" y="20713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3" name="pt19603"/>
            <p:cNvSpPr/>
            <p:nvPr/>
          </p:nvSpPr>
          <p:spPr>
            <a:xfrm>
              <a:off x="5003719" y="2408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4" name="pt19604"/>
            <p:cNvSpPr/>
            <p:nvPr/>
          </p:nvSpPr>
          <p:spPr>
            <a:xfrm>
              <a:off x="5235652" y="212107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5" name="pt19605"/>
            <p:cNvSpPr/>
            <p:nvPr/>
          </p:nvSpPr>
          <p:spPr>
            <a:xfrm>
              <a:off x="5245850" y="2154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6" name="pt19606"/>
            <p:cNvSpPr/>
            <p:nvPr/>
          </p:nvSpPr>
          <p:spPr>
            <a:xfrm>
              <a:off x="5730625" y="19036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7" name="pt19607"/>
            <p:cNvSpPr/>
            <p:nvPr/>
          </p:nvSpPr>
          <p:spPr>
            <a:xfrm>
              <a:off x="5862125" y="2071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8" name="pt19608"/>
            <p:cNvSpPr/>
            <p:nvPr/>
          </p:nvSpPr>
          <p:spPr>
            <a:xfrm>
              <a:off x="5299628" y="21526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9" name="pt19609"/>
            <p:cNvSpPr/>
            <p:nvPr/>
          </p:nvSpPr>
          <p:spPr>
            <a:xfrm>
              <a:off x="5393600" y="217970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0" name="pt19610"/>
            <p:cNvSpPr/>
            <p:nvPr/>
          </p:nvSpPr>
          <p:spPr>
            <a:xfrm>
              <a:off x="5408109" y="22720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1" name="pt19611"/>
            <p:cNvSpPr/>
            <p:nvPr/>
          </p:nvSpPr>
          <p:spPr>
            <a:xfrm>
              <a:off x="5320986" y="21655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2" name="pt19612"/>
            <p:cNvSpPr/>
            <p:nvPr/>
          </p:nvSpPr>
          <p:spPr>
            <a:xfrm>
              <a:off x="4751317" y="256805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3" name="pt19613"/>
            <p:cNvSpPr/>
            <p:nvPr/>
          </p:nvSpPr>
          <p:spPr>
            <a:xfrm>
              <a:off x="5270746" y="21570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4" name="pt19614"/>
            <p:cNvSpPr/>
            <p:nvPr/>
          </p:nvSpPr>
          <p:spPr>
            <a:xfrm>
              <a:off x="5104940" y="24437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5" name="pt19615"/>
            <p:cNvSpPr/>
            <p:nvPr/>
          </p:nvSpPr>
          <p:spPr>
            <a:xfrm>
              <a:off x="5383101" y="2166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6" name="pt19616"/>
            <p:cNvSpPr/>
            <p:nvPr/>
          </p:nvSpPr>
          <p:spPr>
            <a:xfrm>
              <a:off x="5511801" y="23538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7" name="pt19617"/>
            <p:cNvSpPr/>
            <p:nvPr/>
          </p:nvSpPr>
          <p:spPr>
            <a:xfrm>
              <a:off x="5619823" y="20277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8" name="pt19618"/>
            <p:cNvSpPr/>
            <p:nvPr/>
          </p:nvSpPr>
          <p:spPr>
            <a:xfrm>
              <a:off x="5331781" y="21785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9" name="pt19619"/>
            <p:cNvSpPr/>
            <p:nvPr/>
          </p:nvSpPr>
          <p:spPr>
            <a:xfrm>
              <a:off x="5732839" y="19532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0" name="pt19620"/>
            <p:cNvSpPr/>
            <p:nvPr/>
          </p:nvSpPr>
          <p:spPr>
            <a:xfrm>
              <a:off x="5353988" y="23258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1" name="pt19621"/>
            <p:cNvSpPr/>
            <p:nvPr/>
          </p:nvSpPr>
          <p:spPr>
            <a:xfrm>
              <a:off x="5365971" y="20801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2" name="pt19622"/>
            <p:cNvSpPr/>
            <p:nvPr/>
          </p:nvSpPr>
          <p:spPr>
            <a:xfrm>
              <a:off x="5161474" y="22757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3" name="pt19623"/>
            <p:cNvSpPr/>
            <p:nvPr/>
          </p:nvSpPr>
          <p:spPr>
            <a:xfrm>
              <a:off x="5308753" y="21978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4" name="pt19624"/>
            <p:cNvSpPr/>
            <p:nvPr/>
          </p:nvSpPr>
          <p:spPr>
            <a:xfrm>
              <a:off x="5448170" y="1998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5" name="pt19625"/>
            <p:cNvSpPr/>
            <p:nvPr/>
          </p:nvSpPr>
          <p:spPr>
            <a:xfrm>
              <a:off x="4950283" y="2768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6" name="pt19626"/>
            <p:cNvSpPr/>
            <p:nvPr/>
          </p:nvSpPr>
          <p:spPr>
            <a:xfrm>
              <a:off x="5069328" y="2307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7" name="pt19627"/>
            <p:cNvSpPr/>
            <p:nvPr/>
          </p:nvSpPr>
          <p:spPr>
            <a:xfrm>
              <a:off x="5414617" y="212956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8" name="pt19628"/>
            <p:cNvSpPr/>
            <p:nvPr/>
          </p:nvSpPr>
          <p:spPr>
            <a:xfrm>
              <a:off x="5482386" y="21814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9" name="pt19629"/>
            <p:cNvSpPr/>
            <p:nvPr/>
          </p:nvSpPr>
          <p:spPr>
            <a:xfrm>
              <a:off x="4882455" y="26717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0" name="pt19630"/>
            <p:cNvSpPr/>
            <p:nvPr/>
          </p:nvSpPr>
          <p:spPr>
            <a:xfrm>
              <a:off x="5169984" y="24006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1" name="pt19631"/>
            <p:cNvSpPr/>
            <p:nvPr/>
          </p:nvSpPr>
          <p:spPr>
            <a:xfrm>
              <a:off x="5646304" y="18261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2" name="pt19632"/>
            <p:cNvSpPr/>
            <p:nvPr/>
          </p:nvSpPr>
          <p:spPr>
            <a:xfrm>
              <a:off x="5794596" y="1845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3" name="pt19633"/>
            <p:cNvSpPr/>
            <p:nvPr/>
          </p:nvSpPr>
          <p:spPr>
            <a:xfrm>
              <a:off x="5390315" y="21738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4" name="pt19634"/>
            <p:cNvSpPr/>
            <p:nvPr/>
          </p:nvSpPr>
          <p:spPr>
            <a:xfrm>
              <a:off x="5479483" y="21184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5" name="pt19635"/>
            <p:cNvSpPr/>
            <p:nvPr/>
          </p:nvSpPr>
          <p:spPr>
            <a:xfrm>
              <a:off x="5441779" y="2044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6" name="pt19636"/>
            <p:cNvSpPr/>
            <p:nvPr/>
          </p:nvSpPr>
          <p:spPr>
            <a:xfrm>
              <a:off x="5241191" y="2172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7" name="pt19637"/>
            <p:cNvSpPr/>
            <p:nvPr/>
          </p:nvSpPr>
          <p:spPr>
            <a:xfrm>
              <a:off x="5338420" y="2222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8" name="pt19638"/>
            <p:cNvSpPr/>
            <p:nvPr/>
          </p:nvSpPr>
          <p:spPr>
            <a:xfrm>
              <a:off x="5433096" y="21535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9" name="pt19639"/>
            <p:cNvSpPr/>
            <p:nvPr/>
          </p:nvSpPr>
          <p:spPr>
            <a:xfrm>
              <a:off x="4723953" y="25725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0" name="pt19640"/>
            <p:cNvSpPr/>
            <p:nvPr/>
          </p:nvSpPr>
          <p:spPr>
            <a:xfrm>
              <a:off x="5130448" y="2673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1" name="pt19641"/>
            <p:cNvSpPr/>
            <p:nvPr/>
          </p:nvSpPr>
          <p:spPr>
            <a:xfrm>
              <a:off x="5308746" y="21448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2" name="pt19642"/>
            <p:cNvSpPr/>
            <p:nvPr/>
          </p:nvSpPr>
          <p:spPr>
            <a:xfrm>
              <a:off x="5069868" y="22128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3" name="pt19643"/>
            <p:cNvSpPr/>
            <p:nvPr/>
          </p:nvSpPr>
          <p:spPr>
            <a:xfrm>
              <a:off x="5046044" y="24193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4" name="pt19644"/>
            <p:cNvSpPr/>
            <p:nvPr/>
          </p:nvSpPr>
          <p:spPr>
            <a:xfrm>
              <a:off x="5304156" y="21190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5" name="pt19645"/>
            <p:cNvSpPr/>
            <p:nvPr/>
          </p:nvSpPr>
          <p:spPr>
            <a:xfrm>
              <a:off x="5588950" y="1963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6" name="pt19646"/>
            <p:cNvSpPr/>
            <p:nvPr/>
          </p:nvSpPr>
          <p:spPr>
            <a:xfrm>
              <a:off x="5534486" y="21569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7" name="pt19647"/>
            <p:cNvSpPr/>
            <p:nvPr/>
          </p:nvSpPr>
          <p:spPr>
            <a:xfrm>
              <a:off x="5349853" y="20657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8" name="pt19648"/>
            <p:cNvSpPr/>
            <p:nvPr/>
          </p:nvSpPr>
          <p:spPr>
            <a:xfrm>
              <a:off x="5160195" y="2515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9" name="pt19649"/>
            <p:cNvSpPr/>
            <p:nvPr/>
          </p:nvSpPr>
          <p:spPr>
            <a:xfrm>
              <a:off x="4830846" y="2376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0" name="pt19650"/>
            <p:cNvSpPr/>
            <p:nvPr/>
          </p:nvSpPr>
          <p:spPr>
            <a:xfrm>
              <a:off x="5266053" y="2183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1" name="pt19651"/>
            <p:cNvSpPr/>
            <p:nvPr/>
          </p:nvSpPr>
          <p:spPr>
            <a:xfrm>
              <a:off x="5325095" y="21727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2" name="pt19652"/>
            <p:cNvSpPr/>
            <p:nvPr/>
          </p:nvSpPr>
          <p:spPr>
            <a:xfrm>
              <a:off x="5366651" y="21352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3" name="pt19653"/>
            <p:cNvSpPr/>
            <p:nvPr/>
          </p:nvSpPr>
          <p:spPr>
            <a:xfrm>
              <a:off x="5714009" y="17053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4" name="pt19654"/>
            <p:cNvSpPr/>
            <p:nvPr/>
          </p:nvSpPr>
          <p:spPr>
            <a:xfrm>
              <a:off x="5513825" y="21739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5" name="pt19655"/>
            <p:cNvSpPr/>
            <p:nvPr/>
          </p:nvSpPr>
          <p:spPr>
            <a:xfrm>
              <a:off x="5206083" y="2104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6" name="pt19656"/>
            <p:cNvSpPr/>
            <p:nvPr/>
          </p:nvSpPr>
          <p:spPr>
            <a:xfrm>
              <a:off x="5435622" y="19954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7" name="pt19657"/>
            <p:cNvSpPr/>
            <p:nvPr/>
          </p:nvSpPr>
          <p:spPr>
            <a:xfrm>
              <a:off x="5294413" y="218995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8" name="pt19658"/>
            <p:cNvSpPr/>
            <p:nvPr/>
          </p:nvSpPr>
          <p:spPr>
            <a:xfrm>
              <a:off x="5464733" y="20438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9" name="pt19659"/>
            <p:cNvSpPr/>
            <p:nvPr/>
          </p:nvSpPr>
          <p:spPr>
            <a:xfrm>
              <a:off x="5753110" y="19813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0" name="pt19660"/>
            <p:cNvSpPr/>
            <p:nvPr/>
          </p:nvSpPr>
          <p:spPr>
            <a:xfrm>
              <a:off x="5481753" y="2263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1" name="pt19661"/>
            <p:cNvSpPr/>
            <p:nvPr/>
          </p:nvSpPr>
          <p:spPr>
            <a:xfrm>
              <a:off x="5304858" y="21749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2" name="pt19662"/>
            <p:cNvSpPr/>
            <p:nvPr/>
          </p:nvSpPr>
          <p:spPr>
            <a:xfrm>
              <a:off x="5501623" y="20548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3" name="pt19663"/>
            <p:cNvSpPr/>
            <p:nvPr/>
          </p:nvSpPr>
          <p:spPr>
            <a:xfrm>
              <a:off x="5428970" y="21399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4" name="pt19664"/>
            <p:cNvSpPr/>
            <p:nvPr/>
          </p:nvSpPr>
          <p:spPr>
            <a:xfrm>
              <a:off x="5512223" y="22933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5" name="pt19665"/>
            <p:cNvSpPr/>
            <p:nvPr/>
          </p:nvSpPr>
          <p:spPr>
            <a:xfrm>
              <a:off x="5583859" y="19614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6" name="pt19666"/>
            <p:cNvSpPr/>
            <p:nvPr/>
          </p:nvSpPr>
          <p:spPr>
            <a:xfrm>
              <a:off x="5383096" y="21302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7" name="pt19667"/>
            <p:cNvSpPr/>
            <p:nvPr/>
          </p:nvSpPr>
          <p:spPr>
            <a:xfrm>
              <a:off x="5757329" y="20066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8" name="pt19668"/>
            <p:cNvSpPr/>
            <p:nvPr/>
          </p:nvSpPr>
          <p:spPr>
            <a:xfrm>
              <a:off x="5060082" y="2372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9" name="pt19669"/>
            <p:cNvSpPr/>
            <p:nvPr/>
          </p:nvSpPr>
          <p:spPr>
            <a:xfrm>
              <a:off x="5578017" y="20544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0" name="pt19670"/>
            <p:cNvSpPr/>
            <p:nvPr/>
          </p:nvSpPr>
          <p:spPr>
            <a:xfrm>
              <a:off x="5729985" y="17460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1" name="pt19671"/>
            <p:cNvSpPr/>
            <p:nvPr/>
          </p:nvSpPr>
          <p:spPr>
            <a:xfrm>
              <a:off x="5339602" y="20921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2" name="pt19672"/>
            <p:cNvSpPr/>
            <p:nvPr/>
          </p:nvSpPr>
          <p:spPr>
            <a:xfrm>
              <a:off x="5258606" y="21912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3" name="pt19673"/>
            <p:cNvSpPr/>
            <p:nvPr/>
          </p:nvSpPr>
          <p:spPr>
            <a:xfrm>
              <a:off x="5255134" y="22743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4" name="pt19674"/>
            <p:cNvSpPr/>
            <p:nvPr/>
          </p:nvSpPr>
          <p:spPr>
            <a:xfrm>
              <a:off x="5373408" y="20694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5" name="pt19675"/>
            <p:cNvSpPr/>
            <p:nvPr/>
          </p:nvSpPr>
          <p:spPr>
            <a:xfrm>
              <a:off x="5249815" y="20714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6" name="pt19676"/>
            <p:cNvSpPr/>
            <p:nvPr/>
          </p:nvSpPr>
          <p:spPr>
            <a:xfrm>
              <a:off x="5596571" y="19632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7" name="pt19677"/>
            <p:cNvSpPr/>
            <p:nvPr/>
          </p:nvSpPr>
          <p:spPr>
            <a:xfrm>
              <a:off x="5839663" y="172574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8" name="pt19678"/>
            <p:cNvSpPr/>
            <p:nvPr/>
          </p:nvSpPr>
          <p:spPr>
            <a:xfrm>
              <a:off x="5755910" y="1875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9" name="pt19679"/>
            <p:cNvSpPr/>
            <p:nvPr/>
          </p:nvSpPr>
          <p:spPr>
            <a:xfrm>
              <a:off x="5626327" y="20336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0" name="pt19680"/>
            <p:cNvSpPr/>
            <p:nvPr/>
          </p:nvSpPr>
          <p:spPr>
            <a:xfrm>
              <a:off x="5349023" y="22410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1" name="pt19681"/>
            <p:cNvSpPr/>
            <p:nvPr/>
          </p:nvSpPr>
          <p:spPr>
            <a:xfrm>
              <a:off x="5365760" y="208748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2" name="pt19682"/>
            <p:cNvSpPr/>
            <p:nvPr/>
          </p:nvSpPr>
          <p:spPr>
            <a:xfrm>
              <a:off x="5328467" y="2124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3" name="pt19683"/>
            <p:cNvSpPr/>
            <p:nvPr/>
          </p:nvSpPr>
          <p:spPr>
            <a:xfrm>
              <a:off x="5075693" y="22075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4" name="pt19684"/>
            <p:cNvSpPr/>
            <p:nvPr/>
          </p:nvSpPr>
          <p:spPr>
            <a:xfrm>
              <a:off x="5367347" y="21006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5" name="pt19685"/>
            <p:cNvSpPr/>
            <p:nvPr/>
          </p:nvSpPr>
          <p:spPr>
            <a:xfrm>
              <a:off x="5527365" y="223970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6" name="pt19686"/>
            <p:cNvSpPr/>
            <p:nvPr/>
          </p:nvSpPr>
          <p:spPr>
            <a:xfrm>
              <a:off x="5675365" y="19385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7" name="pt19687"/>
            <p:cNvSpPr/>
            <p:nvPr/>
          </p:nvSpPr>
          <p:spPr>
            <a:xfrm>
              <a:off x="5441092" y="20757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8" name="pt19688"/>
            <p:cNvSpPr/>
            <p:nvPr/>
          </p:nvSpPr>
          <p:spPr>
            <a:xfrm>
              <a:off x="5602851" y="19857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9" name="pt19689"/>
            <p:cNvSpPr/>
            <p:nvPr/>
          </p:nvSpPr>
          <p:spPr>
            <a:xfrm>
              <a:off x="5734978" y="18133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0" name="pt19690"/>
            <p:cNvSpPr/>
            <p:nvPr/>
          </p:nvSpPr>
          <p:spPr>
            <a:xfrm>
              <a:off x="5131190" y="2672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1" name="pt19691"/>
            <p:cNvSpPr/>
            <p:nvPr/>
          </p:nvSpPr>
          <p:spPr>
            <a:xfrm>
              <a:off x="5514428" y="21519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2" name="pt19692"/>
            <p:cNvSpPr/>
            <p:nvPr/>
          </p:nvSpPr>
          <p:spPr>
            <a:xfrm>
              <a:off x="5556529" y="22039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3" name="pt19693"/>
            <p:cNvSpPr/>
            <p:nvPr/>
          </p:nvSpPr>
          <p:spPr>
            <a:xfrm>
              <a:off x="5228919" y="20007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4" name="pt19694"/>
            <p:cNvSpPr/>
            <p:nvPr/>
          </p:nvSpPr>
          <p:spPr>
            <a:xfrm>
              <a:off x="5595401" y="19272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5" name="pt19695"/>
            <p:cNvSpPr/>
            <p:nvPr/>
          </p:nvSpPr>
          <p:spPr>
            <a:xfrm>
              <a:off x="5003632" y="209317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6" name="pt19696"/>
            <p:cNvSpPr/>
            <p:nvPr/>
          </p:nvSpPr>
          <p:spPr>
            <a:xfrm>
              <a:off x="5468993" y="20095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7" name="pt19697"/>
            <p:cNvSpPr/>
            <p:nvPr/>
          </p:nvSpPr>
          <p:spPr>
            <a:xfrm>
              <a:off x="5379348" y="21614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8" name="pt19698"/>
            <p:cNvSpPr/>
            <p:nvPr/>
          </p:nvSpPr>
          <p:spPr>
            <a:xfrm>
              <a:off x="5330117" y="21385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9" name="pt19699"/>
            <p:cNvSpPr/>
            <p:nvPr/>
          </p:nvSpPr>
          <p:spPr>
            <a:xfrm>
              <a:off x="5860250" y="15626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0" name="pt19700"/>
            <p:cNvSpPr/>
            <p:nvPr/>
          </p:nvSpPr>
          <p:spPr>
            <a:xfrm>
              <a:off x="5661318" y="1748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1" name="pt19701"/>
            <p:cNvSpPr/>
            <p:nvPr/>
          </p:nvSpPr>
          <p:spPr>
            <a:xfrm>
              <a:off x="5438586" y="21050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2" name="pt19702"/>
            <p:cNvSpPr/>
            <p:nvPr/>
          </p:nvSpPr>
          <p:spPr>
            <a:xfrm>
              <a:off x="5460540" y="20877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3" name="pt19703"/>
            <p:cNvSpPr/>
            <p:nvPr/>
          </p:nvSpPr>
          <p:spPr>
            <a:xfrm>
              <a:off x="5395990" y="22468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4" name="pt19704"/>
            <p:cNvSpPr/>
            <p:nvPr/>
          </p:nvSpPr>
          <p:spPr>
            <a:xfrm>
              <a:off x="5095419" y="26911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5" name="pt19705"/>
            <p:cNvSpPr/>
            <p:nvPr/>
          </p:nvSpPr>
          <p:spPr>
            <a:xfrm>
              <a:off x="5503142" y="21328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6" name="pt19706"/>
            <p:cNvSpPr/>
            <p:nvPr/>
          </p:nvSpPr>
          <p:spPr>
            <a:xfrm>
              <a:off x="5283011" y="19351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7" name="pt19707"/>
            <p:cNvSpPr/>
            <p:nvPr/>
          </p:nvSpPr>
          <p:spPr>
            <a:xfrm>
              <a:off x="5139554" y="2660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8" name="pt19708"/>
            <p:cNvSpPr/>
            <p:nvPr/>
          </p:nvSpPr>
          <p:spPr>
            <a:xfrm>
              <a:off x="5679061" y="18915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9" name="pt19709"/>
            <p:cNvSpPr/>
            <p:nvPr/>
          </p:nvSpPr>
          <p:spPr>
            <a:xfrm>
              <a:off x="5157636" y="25041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0" name="pt19710"/>
            <p:cNvSpPr/>
            <p:nvPr/>
          </p:nvSpPr>
          <p:spPr>
            <a:xfrm>
              <a:off x="5423315" y="21821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1" name="pt19711"/>
            <p:cNvSpPr/>
            <p:nvPr/>
          </p:nvSpPr>
          <p:spPr>
            <a:xfrm>
              <a:off x="5285356" y="21514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2" name="pt19712"/>
            <p:cNvSpPr/>
            <p:nvPr/>
          </p:nvSpPr>
          <p:spPr>
            <a:xfrm>
              <a:off x="5641760" y="21414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3" name="pt19713"/>
            <p:cNvSpPr/>
            <p:nvPr/>
          </p:nvSpPr>
          <p:spPr>
            <a:xfrm>
              <a:off x="5648669" y="1897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4" name="pt19714"/>
            <p:cNvSpPr/>
            <p:nvPr/>
          </p:nvSpPr>
          <p:spPr>
            <a:xfrm>
              <a:off x="5368777" y="211039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5" name="pt19715"/>
            <p:cNvSpPr/>
            <p:nvPr/>
          </p:nvSpPr>
          <p:spPr>
            <a:xfrm>
              <a:off x="5299422" y="20970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6" name="pt19716"/>
            <p:cNvSpPr/>
            <p:nvPr/>
          </p:nvSpPr>
          <p:spPr>
            <a:xfrm>
              <a:off x="5511120" y="2057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7" name="pt19717"/>
            <p:cNvSpPr/>
            <p:nvPr/>
          </p:nvSpPr>
          <p:spPr>
            <a:xfrm>
              <a:off x="5046095" y="24219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8" name="pt19718"/>
            <p:cNvSpPr/>
            <p:nvPr/>
          </p:nvSpPr>
          <p:spPr>
            <a:xfrm>
              <a:off x="5397330" y="20417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9" name="pt19719"/>
            <p:cNvSpPr/>
            <p:nvPr/>
          </p:nvSpPr>
          <p:spPr>
            <a:xfrm>
              <a:off x="5216352" y="20757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0" name="pt19720"/>
            <p:cNvSpPr/>
            <p:nvPr/>
          </p:nvSpPr>
          <p:spPr>
            <a:xfrm>
              <a:off x="5034434" y="22340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1" name="pt19721"/>
            <p:cNvSpPr/>
            <p:nvPr/>
          </p:nvSpPr>
          <p:spPr>
            <a:xfrm>
              <a:off x="5298525" y="2169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2" name="pt19722"/>
            <p:cNvSpPr/>
            <p:nvPr/>
          </p:nvSpPr>
          <p:spPr>
            <a:xfrm>
              <a:off x="5569935" y="187157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3" name="pt19723"/>
            <p:cNvSpPr/>
            <p:nvPr/>
          </p:nvSpPr>
          <p:spPr>
            <a:xfrm>
              <a:off x="5339378" y="222194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4" name="pt19724"/>
            <p:cNvSpPr/>
            <p:nvPr/>
          </p:nvSpPr>
          <p:spPr>
            <a:xfrm>
              <a:off x="5012341" y="20736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5" name="pt19725"/>
            <p:cNvSpPr/>
            <p:nvPr/>
          </p:nvSpPr>
          <p:spPr>
            <a:xfrm>
              <a:off x="4905729" y="22474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6" name="pt19726"/>
            <p:cNvSpPr/>
            <p:nvPr/>
          </p:nvSpPr>
          <p:spPr>
            <a:xfrm>
              <a:off x="5289882" y="21084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7" name="pt19727"/>
            <p:cNvSpPr/>
            <p:nvPr/>
          </p:nvSpPr>
          <p:spPr>
            <a:xfrm>
              <a:off x="5398886" y="22151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8" name="pt19728"/>
            <p:cNvSpPr/>
            <p:nvPr/>
          </p:nvSpPr>
          <p:spPr>
            <a:xfrm>
              <a:off x="6070115" y="20519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9" name="pt19729"/>
            <p:cNvSpPr/>
            <p:nvPr/>
          </p:nvSpPr>
          <p:spPr>
            <a:xfrm>
              <a:off x="5459627" y="19087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0" name="pt19730"/>
            <p:cNvSpPr/>
            <p:nvPr/>
          </p:nvSpPr>
          <p:spPr>
            <a:xfrm>
              <a:off x="5377271" y="217999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1" name="pt19731"/>
            <p:cNvSpPr/>
            <p:nvPr/>
          </p:nvSpPr>
          <p:spPr>
            <a:xfrm>
              <a:off x="5274745" y="218525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2" name="pt19732"/>
            <p:cNvSpPr/>
            <p:nvPr/>
          </p:nvSpPr>
          <p:spPr>
            <a:xfrm>
              <a:off x="5421286" y="21515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3" name="pt19733"/>
            <p:cNvSpPr/>
            <p:nvPr/>
          </p:nvSpPr>
          <p:spPr>
            <a:xfrm>
              <a:off x="4884809" y="23715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4" name="pt19734"/>
            <p:cNvSpPr/>
            <p:nvPr/>
          </p:nvSpPr>
          <p:spPr>
            <a:xfrm>
              <a:off x="4945129" y="26302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5" name="pt19735"/>
            <p:cNvSpPr/>
            <p:nvPr/>
          </p:nvSpPr>
          <p:spPr>
            <a:xfrm>
              <a:off x="5280407" y="20102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6" name="pt19736"/>
            <p:cNvSpPr/>
            <p:nvPr/>
          </p:nvSpPr>
          <p:spPr>
            <a:xfrm>
              <a:off x="5409832" y="2226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7" name="pt19737"/>
            <p:cNvSpPr/>
            <p:nvPr/>
          </p:nvSpPr>
          <p:spPr>
            <a:xfrm>
              <a:off x="5786717" y="19097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8" name="pt19738"/>
            <p:cNvSpPr/>
            <p:nvPr/>
          </p:nvSpPr>
          <p:spPr>
            <a:xfrm>
              <a:off x="5537691" y="21917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9" name="pt19739"/>
            <p:cNvSpPr/>
            <p:nvPr/>
          </p:nvSpPr>
          <p:spPr>
            <a:xfrm>
              <a:off x="5653195" y="198094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0" name="pt19740"/>
            <p:cNvSpPr/>
            <p:nvPr/>
          </p:nvSpPr>
          <p:spPr>
            <a:xfrm>
              <a:off x="5364767" y="212225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1" name="pt19741"/>
            <p:cNvSpPr/>
            <p:nvPr/>
          </p:nvSpPr>
          <p:spPr>
            <a:xfrm>
              <a:off x="5219354" y="21510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2" name="pt19742"/>
            <p:cNvSpPr/>
            <p:nvPr/>
          </p:nvSpPr>
          <p:spPr>
            <a:xfrm>
              <a:off x="5379183" y="21497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3" name="pt19743"/>
            <p:cNvSpPr/>
            <p:nvPr/>
          </p:nvSpPr>
          <p:spPr>
            <a:xfrm>
              <a:off x="5540939" y="2215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4" name="pt19744"/>
            <p:cNvSpPr/>
            <p:nvPr/>
          </p:nvSpPr>
          <p:spPr>
            <a:xfrm>
              <a:off x="5244183" y="22220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5" name="pt19745"/>
            <p:cNvSpPr/>
            <p:nvPr/>
          </p:nvSpPr>
          <p:spPr>
            <a:xfrm>
              <a:off x="5319812" y="21613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6" name="pt19746"/>
            <p:cNvSpPr/>
            <p:nvPr/>
          </p:nvSpPr>
          <p:spPr>
            <a:xfrm>
              <a:off x="5566183" y="228506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7" name="pt19747"/>
            <p:cNvSpPr/>
            <p:nvPr/>
          </p:nvSpPr>
          <p:spPr>
            <a:xfrm>
              <a:off x="5743081" y="228292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8" name="pt19748"/>
            <p:cNvSpPr/>
            <p:nvPr/>
          </p:nvSpPr>
          <p:spPr>
            <a:xfrm>
              <a:off x="5145648" y="27070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9" name="pt19749"/>
            <p:cNvSpPr/>
            <p:nvPr/>
          </p:nvSpPr>
          <p:spPr>
            <a:xfrm>
              <a:off x="5467479" y="205851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0" name="pt19750"/>
            <p:cNvSpPr/>
            <p:nvPr/>
          </p:nvSpPr>
          <p:spPr>
            <a:xfrm>
              <a:off x="4926099" y="198916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1" name="pt19751"/>
            <p:cNvSpPr/>
            <p:nvPr/>
          </p:nvSpPr>
          <p:spPr>
            <a:xfrm>
              <a:off x="5510297" y="22598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2" name="pt19752"/>
            <p:cNvSpPr/>
            <p:nvPr/>
          </p:nvSpPr>
          <p:spPr>
            <a:xfrm>
              <a:off x="5118037" y="26227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3" name="pt19753"/>
            <p:cNvSpPr/>
            <p:nvPr/>
          </p:nvSpPr>
          <p:spPr>
            <a:xfrm>
              <a:off x="5358189" y="21468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4" name="pt19754"/>
            <p:cNvSpPr/>
            <p:nvPr/>
          </p:nvSpPr>
          <p:spPr>
            <a:xfrm>
              <a:off x="5648246" y="18615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5" name="pt19755"/>
            <p:cNvSpPr/>
            <p:nvPr/>
          </p:nvSpPr>
          <p:spPr>
            <a:xfrm>
              <a:off x="5537394" y="21950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6" name="pt19756"/>
            <p:cNvSpPr/>
            <p:nvPr/>
          </p:nvSpPr>
          <p:spPr>
            <a:xfrm>
              <a:off x="6116176" y="21284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7" name="pt19757"/>
            <p:cNvSpPr/>
            <p:nvPr/>
          </p:nvSpPr>
          <p:spPr>
            <a:xfrm>
              <a:off x="4726914" y="23368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8" name="pt19758"/>
            <p:cNvSpPr/>
            <p:nvPr/>
          </p:nvSpPr>
          <p:spPr>
            <a:xfrm>
              <a:off x="5240323" y="21305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9" name="pt19759"/>
            <p:cNvSpPr/>
            <p:nvPr/>
          </p:nvSpPr>
          <p:spPr>
            <a:xfrm>
              <a:off x="5317143" y="22602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0" name="pt19760"/>
            <p:cNvSpPr/>
            <p:nvPr/>
          </p:nvSpPr>
          <p:spPr>
            <a:xfrm>
              <a:off x="5105851" y="26879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1" name="pt19761"/>
            <p:cNvSpPr/>
            <p:nvPr/>
          </p:nvSpPr>
          <p:spPr>
            <a:xfrm>
              <a:off x="5185731" y="2107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2" name="pt19762"/>
            <p:cNvSpPr/>
            <p:nvPr/>
          </p:nvSpPr>
          <p:spPr>
            <a:xfrm>
              <a:off x="5197482" y="21179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3" name="pt19763"/>
            <p:cNvSpPr/>
            <p:nvPr/>
          </p:nvSpPr>
          <p:spPr>
            <a:xfrm>
              <a:off x="5467874" y="20670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4" name="pt19764"/>
            <p:cNvSpPr/>
            <p:nvPr/>
          </p:nvSpPr>
          <p:spPr>
            <a:xfrm>
              <a:off x="5354436" y="22213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5" name="pt19765"/>
            <p:cNvSpPr/>
            <p:nvPr/>
          </p:nvSpPr>
          <p:spPr>
            <a:xfrm>
              <a:off x="5111229" y="27736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6" name="pt19766"/>
            <p:cNvSpPr/>
            <p:nvPr/>
          </p:nvSpPr>
          <p:spPr>
            <a:xfrm>
              <a:off x="5426488" y="21788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7" name="pt19767"/>
            <p:cNvSpPr/>
            <p:nvPr/>
          </p:nvSpPr>
          <p:spPr>
            <a:xfrm>
              <a:off x="5736373" y="19638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8" name="pt19768"/>
            <p:cNvSpPr/>
            <p:nvPr/>
          </p:nvSpPr>
          <p:spPr>
            <a:xfrm>
              <a:off x="5391123" y="22029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9" name="pt19769"/>
            <p:cNvSpPr/>
            <p:nvPr/>
          </p:nvSpPr>
          <p:spPr>
            <a:xfrm>
              <a:off x="5115837" y="2470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0" name="pt19770"/>
            <p:cNvSpPr/>
            <p:nvPr/>
          </p:nvSpPr>
          <p:spPr>
            <a:xfrm>
              <a:off x="5383018" y="21816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1" name="pt19771"/>
            <p:cNvSpPr/>
            <p:nvPr/>
          </p:nvSpPr>
          <p:spPr>
            <a:xfrm>
              <a:off x="5220347" y="2195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2" name="pt19772"/>
            <p:cNvSpPr/>
            <p:nvPr/>
          </p:nvSpPr>
          <p:spPr>
            <a:xfrm>
              <a:off x="5277382" y="21631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3" name="pt19773"/>
            <p:cNvSpPr/>
            <p:nvPr/>
          </p:nvSpPr>
          <p:spPr>
            <a:xfrm>
              <a:off x="5354483" y="2241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4" name="pt19774"/>
            <p:cNvSpPr/>
            <p:nvPr/>
          </p:nvSpPr>
          <p:spPr>
            <a:xfrm>
              <a:off x="5585092" y="20045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5" name="pt19775"/>
            <p:cNvSpPr/>
            <p:nvPr/>
          </p:nvSpPr>
          <p:spPr>
            <a:xfrm>
              <a:off x="5784134" y="19104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6" name="pt19776"/>
            <p:cNvSpPr/>
            <p:nvPr/>
          </p:nvSpPr>
          <p:spPr>
            <a:xfrm>
              <a:off x="5121121" y="24301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7" name="pt19777"/>
            <p:cNvSpPr/>
            <p:nvPr/>
          </p:nvSpPr>
          <p:spPr>
            <a:xfrm>
              <a:off x="5357770" y="23075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8" name="pt19778"/>
            <p:cNvSpPr/>
            <p:nvPr/>
          </p:nvSpPr>
          <p:spPr>
            <a:xfrm>
              <a:off x="5393437" y="22454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9" name="pt19779"/>
            <p:cNvSpPr/>
            <p:nvPr/>
          </p:nvSpPr>
          <p:spPr>
            <a:xfrm>
              <a:off x="5721269" y="1643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0" name="pt19780"/>
            <p:cNvSpPr/>
            <p:nvPr/>
          </p:nvSpPr>
          <p:spPr>
            <a:xfrm>
              <a:off x="5375483" y="206183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1" name="pt19781"/>
            <p:cNvSpPr/>
            <p:nvPr/>
          </p:nvSpPr>
          <p:spPr>
            <a:xfrm>
              <a:off x="5338165" y="224082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2" name="pt19782"/>
            <p:cNvSpPr/>
            <p:nvPr/>
          </p:nvSpPr>
          <p:spPr>
            <a:xfrm>
              <a:off x="5445553" y="19763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3" name="pt19783"/>
            <p:cNvSpPr/>
            <p:nvPr/>
          </p:nvSpPr>
          <p:spPr>
            <a:xfrm>
              <a:off x="5711867" y="17205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4" name="pt19784"/>
            <p:cNvSpPr/>
            <p:nvPr/>
          </p:nvSpPr>
          <p:spPr>
            <a:xfrm>
              <a:off x="5524727" y="22016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5" name="pt19785"/>
            <p:cNvSpPr/>
            <p:nvPr/>
          </p:nvSpPr>
          <p:spPr>
            <a:xfrm>
              <a:off x="5366901" y="20390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6" name="pt19786"/>
            <p:cNvSpPr/>
            <p:nvPr/>
          </p:nvSpPr>
          <p:spPr>
            <a:xfrm>
              <a:off x="5857711" y="181029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7" name="pt19787"/>
            <p:cNvSpPr/>
            <p:nvPr/>
          </p:nvSpPr>
          <p:spPr>
            <a:xfrm>
              <a:off x="4766877" y="285360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8" name="pt19788"/>
            <p:cNvSpPr/>
            <p:nvPr/>
          </p:nvSpPr>
          <p:spPr>
            <a:xfrm>
              <a:off x="5661087" y="177444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9" name="pt19789"/>
            <p:cNvSpPr/>
            <p:nvPr/>
          </p:nvSpPr>
          <p:spPr>
            <a:xfrm>
              <a:off x="5860698" y="168515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0" name="pt19790"/>
            <p:cNvSpPr/>
            <p:nvPr/>
          </p:nvSpPr>
          <p:spPr>
            <a:xfrm>
              <a:off x="5653105" y="18257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1" name="pt19791"/>
            <p:cNvSpPr/>
            <p:nvPr/>
          </p:nvSpPr>
          <p:spPr>
            <a:xfrm>
              <a:off x="5229251" y="2119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2" name="pt19792"/>
            <p:cNvSpPr/>
            <p:nvPr/>
          </p:nvSpPr>
          <p:spPr>
            <a:xfrm>
              <a:off x="5363964" y="20717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3" name="pt19793"/>
            <p:cNvSpPr/>
            <p:nvPr/>
          </p:nvSpPr>
          <p:spPr>
            <a:xfrm>
              <a:off x="5210210" y="24043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4" name="pt19794"/>
            <p:cNvSpPr/>
            <p:nvPr/>
          </p:nvSpPr>
          <p:spPr>
            <a:xfrm>
              <a:off x="5196003" y="21882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5" name="pt19795"/>
            <p:cNvSpPr/>
            <p:nvPr/>
          </p:nvSpPr>
          <p:spPr>
            <a:xfrm>
              <a:off x="5029503" y="241232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6" name="pt19796"/>
            <p:cNvSpPr/>
            <p:nvPr/>
          </p:nvSpPr>
          <p:spPr>
            <a:xfrm>
              <a:off x="5577619" y="203937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7" name="pt19797"/>
            <p:cNvSpPr/>
            <p:nvPr/>
          </p:nvSpPr>
          <p:spPr>
            <a:xfrm>
              <a:off x="5034205" y="22149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8" name="pt19798"/>
            <p:cNvSpPr/>
            <p:nvPr/>
          </p:nvSpPr>
          <p:spPr>
            <a:xfrm>
              <a:off x="5693100" y="21026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9" name="pt19799"/>
            <p:cNvSpPr/>
            <p:nvPr/>
          </p:nvSpPr>
          <p:spPr>
            <a:xfrm>
              <a:off x="5433369" y="20549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0" name="pt19800"/>
            <p:cNvSpPr/>
            <p:nvPr/>
          </p:nvSpPr>
          <p:spPr>
            <a:xfrm>
              <a:off x="5343409" y="23002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1" name="pt19801"/>
            <p:cNvSpPr/>
            <p:nvPr/>
          </p:nvSpPr>
          <p:spPr>
            <a:xfrm>
              <a:off x="5615103" y="194450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2" name="pt19802"/>
            <p:cNvSpPr/>
            <p:nvPr/>
          </p:nvSpPr>
          <p:spPr>
            <a:xfrm>
              <a:off x="5723179" y="19156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3" name="pt19803"/>
            <p:cNvSpPr/>
            <p:nvPr/>
          </p:nvSpPr>
          <p:spPr>
            <a:xfrm>
              <a:off x="5818402" y="18234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4" name="pt19804"/>
            <p:cNvSpPr/>
            <p:nvPr/>
          </p:nvSpPr>
          <p:spPr>
            <a:xfrm>
              <a:off x="5761232" y="188283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5" name="pt19805"/>
            <p:cNvSpPr/>
            <p:nvPr/>
          </p:nvSpPr>
          <p:spPr>
            <a:xfrm>
              <a:off x="5516358" y="20926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6" name="pt19806"/>
            <p:cNvSpPr/>
            <p:nvPr/>
          </p:nvSpPr>
          <p:spPr>
            <a:xfrm>
              <a:off x="5602202" y="18777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7" name="pt19807"/>
            <p:cNvSpPr/>
            <p:nvPr/>
          </p:nvSpPr>
          <p:spPr>
            <a:xfrm>
              <a:off x="5569680" y="20814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8" name="pt19808"/>
            <p:cNvSpPr/>
            <p:nvPr/>
          </p:nvSpPr>
          <p:spPr>
            <a:xfrm>
              <a:off x="5295085" y="21592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9" name="pt19809"/>
            <p:cNvSpPr/>
            <p:nvPr/>
          </p:nvSpPr>
          <p:spPr>
            <a:xfrm>
              <a:off x="5296528" y="20689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0" name="pt19810"/>
            <p:cNvSpPr/>
            <p:nvPr/>
          </p:nvSpPr>
          <p:spPr>
            <a:xfrm>
              <a:off x="5645960" y="18997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1" name="pt19811"/>
            <p:cNvSpPr/>
            <p:nvPr/>
          </p:nvSpPr>
          <p:spPr>
            <a:xfrm>
              <a:off x="4975343" y="27116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2" name="pt19812"/>
            <p:cNvSpPr/>
            <p:nvPr/>
          </p:nvSpPr>
          <p:spPr>
            <a:xfrm>
              <a:off x="5472684" y="218412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3" name="pt19813"/>
            <p:cNvSpPr/>
            <p:nvPr/>
          </p:nvSpPr>
          <p:spPr>
            <a:xfrm>
              <a:off x="5565305" y="2295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4" name="pt19814"/>
            <p:cNvSpPr/>
            <p:nvPr/>
          </p:nvSpPr>
          <p:spPr>
            <a:xfrm>
              <a:off x="5509908" y="227331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5" name="pt19815"/>
            <p:cNvSpPr/>
            <p:nvPr/>
          </p:nvSpPr>
          <p:spPr>
            <a:xfrm>
              <a:off x="5179854" y="224856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6" name="pt19816"/>
            <p:cNvSpPr/>
            <p:nvPr/>
          </p:nvSpPr>
          <p:spPr>
            <a:xfrm>
              <a:off x="5342273" y="21181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7" name="pt19817"/>
            <p:cNvSpPr/>
            <p:nvPr/>
          </p:nvSpPr>
          <p:spPr>
            <a:xfrm>
              <a:off x="5332459" y="21866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8" name="pt19818"/>
            <p:cNvSpPr/>
            <p:nvPr/>
          </p:nvSpPr>
          <p:spPr>
            <a:xfrm>
              <a:off x="5363084" y="20868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9" name="pt19819"/>
            <p:cNvSpPr/>
            <p:nvPr/>
          </p:nvSpPr>
          <p:spPr>
            <a:xfrm>
              <a:off x="5312273" y="20533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0" name="pt19820"/>
            <p:cNvSpPr/>
            <p:nvPr/>
          </p:nvSpPr>
          <p:spPr>
            <a:xfrm>
              <a:off x="5538243" y="21765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1" name="pt19821"/>
            <p:cNvSpPr/>
            <p:nvPr/>
          </p:nvSpPr>
          <p:spPr>
            <a:xfrm>
              <a:off x="5896953" y="18473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2" name="pt19822"/>
            <p:cNvSpPr/>
            <p:nvPr/>
          </p:nvSpPr>
          <p:spPr>
            <a:xfrm>
              <a:off x="5269988" y="21325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3" name="pt19823"/>
            <p:cNvSpPr/>
            <p:nvPr/>
          </p:nvSpPr>
          <p:spPr>
            <a:xfrm>
              <a:off x="5222551" y="19346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4" name="pt19824"/>
            <p:cNvSpPr/>
            <p:nvPr/>
          </p:nvSpPr>
          <p:spPr>
            <a:xfrm>
              <a:off x="5293514" y="2117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5" name="pt19825"/>
            <p:cNvSpPr/>
            <p:nvPr/>
          </p:nvSpPr>
          <p:spPr>
            <a:xfrm>
              <a:off x="5709790" y="1885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6" name="pt19826"/>
            <p:cNvSpPr/>
            <p:nvPr/>
          </p:nvSpPr>
          <p:spPr>
            <a:xfrm>
              <a:off x="5150290" y="243277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7" name="pt19827"/>
            <p:cNvSpPr/>
            <p:nvPr/>
          </p:nvSpPr>
          <p:spPr>
            <a:xfrm>
              <a:off x="5139505" y="25525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8" name="pt19828"/>
            <p:cNvSpPr/>
            <p:nvPr/>
          </p:nvSpPr>
          <p:spPr>
            <a:xfrm>
              <a:off x="5766012" y="19697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9" name="pt19829"/>
            <p:cNvSpPr/>
            <p:nvPr/>
          </p:nvSpPr>
          <p:spPr>
            <a:xfrm>
              <a:off x="5680312" y="18986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0" name="pt19830"/>
            <p:cNvSpPr/>
            <p:nvPr/>
          </p:nvSpPr>
          <p:spPr>
            <a:xfrm>
              <a:off x="5485952" y="21469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1" name="pt19831"/>
            <p:cNvSpPr/>
            <p:nvPr/>
          </p:nvSpPr>
          <p:spPr>
            <a:xfrm>
              <a:off x="5042881" y="23489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2" name="pt19832"/>
            <p:cNvSpPr/>
            <p:nvPr/>
          </p:nvSpPr>
          <p:spPr>
            <a:xfrm>
              <a:off x="5675236" y="190521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3" name="pt19833"/>
            <p:cNvSpPr/>
            <p:nvPr/>
          </p:nvSpPr>
          <p:spPr>
            <a:xfrm>
              <a:off x="5376774" y="21706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4" name="pt19834"/>
            <p:cNvSpPr/>
            <p:nvPr/>
          </p:nvSpPr>
          <p:spPr>
            <a:xfrm>
              <a:off x="5656287" y="164403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5" name="pt19835"/>
            <p:cNvSpPr/>
            <p:nvPr/>
          </p:nvSpPr>
          <p:spPr>
            <a:xfrm>
              <a:off x="5315509" y="21099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6" name="pt19836"/>
            <p:cNvSpPr/>
            <p:nvPr/>
          </p:nvSpPr>
          <p:spPr>
            <a:xfrm>
              <a:off x="5383357" y="22184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7" name="pt19837"/>
            <p:cNvSpPr/>
            <p:nvPr/>
          </p:nvSpPr>
          <p:spPr>
            <a:xfrm>
              <a:off x="5051397" y="24084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8" name="pt19838"/>
            <p:cNvSpPr/>
            <p:nvPr/>
          </p:nvSpPr>
          <p:spPr>
            <a:xfrm>
              <a:off x="5159390" y="24449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9" name="pt19839"/>
            <p:cNvSpPr/>
            <p:nvPr/>
          </p:nvSpPr>
          <p:spPr>
            <a:xfrm>
              <a:off x="5261045" y="210872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0" name="pt19840"/>
            <p:cNvSpPr/>
            <p:nvPr/>
          </p:nvSpPr>
          <p:spPr>
            <a:xfrm>
              <a:off x="5343493" y="221001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1" name="pt19841"/>
            <p:cNvSpPr/>
            <p:nvPr/>
          </p:nvSpPr>
          <p:spPr>
            <a:xfrm>
              <a:off x="5335327" y="227856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2" name="pt19842"/>
            <p:cNvSpPr/>
            <p:nvPr/>
          </p:nvSpPr>
          <p:spPr>
            <a:xfrm>
              <a:off x="5028184" y="212258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3" name="pt19843"/>
            <p:cNvSpPr/>
            <p:nvPr/>
          </p:nvSpPr>
          <p:spPr>
            <a:xfrm>
              <a:off x="5746928" y="181525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4" name="pt19844"/>
            <p:cNvSpPr/>
            <p:nvPr/>
          </p:nvSpPr>
          <p:spPr>
            <a:xfrm>
              <a:off x="5407037" y="219740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5" name="pt19845"/>
            <p:cNvSpPr/>
            <p:nvPr/>
          </p:nvSpPr>
          <p:spPr>
            <a:xfrm>
              <a:off x="5438869" y="21173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6" name="pt19846"/>
            <p:cNvSpPr/>
            <p:nvPr/>
          </p:nvSpPr>
          <p:spPr>
            <a:xfrm>
              <a:off x="5294621" y="20032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7" name="pt19847"/>
            <p:cNvSpPr/>
            <p:nvPr/>
          </p:nvSpPr>
          <p:spPr>
            <a:xfrm>
              <a:off x="5427626" y="2091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8" name="pt19848"/>
            <p:cNvSpPr/>
            <p:nvPr/>
          </p:nvSpPr>
          <p:spPr>
            <a:xfrm>
              <a:off x="5320590" y="217117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9" name="pt19849"/>
            <p:cNvSpPr/>
            <p:nvPr/>
          </p:nvSpPr>
          <p:spPr>
            <a:xfrm>
              <a:off x="5689797" y="202088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0" name="pt19850"/>
            <p:cNvSpPr/>
            <p:nvPr/>
          </p:nvSpPr>
          <p:spPr>
            <a:xfrm>
              <a:off x="5192915" y="20857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1" name="pt19851"/>
            <p:cNvSpPr/>
            <p:nvPr/>
          </p:nvSpPr>
          <p:spPr>
            <a:xfrm>
              <a:off x="4854056" y="28659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2" name="pt19852"/>
            <p:cNvSpPr/>
            <p:nvPr/>
          </p:nvSpPr>
          <p:spPr>
            <a:xfrm>
              <a:off x="5239936" y="21387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3" name="pt19853"/>
            <p:cNvSpPr/>
            <p:nvPr/>
          </p:nvSpPr>
          <p:spPr>
            <a:xfrm>
              <a:off x="5608138" y="202479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4" name="pt19854"/>
            <p:cNvSpPr/>
            <p:nvPr/>
          </p:nvSpPr>
          <p:spPr>
            <a:xfrm>
              <a:off x="5546260" y="213681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5" name="pt19855"/>
            <p:cNvSpPr/>
            <p:nvPr/>
          </p:nvSpPr>
          <p:spPr>
            <a:xfrm>
              <a:off x="5443681" y="20573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6" name="pt19856"/>
            <p:cNvSpPr/>
            <p:nvPr/>
          </p:nvSpPr>
          <p:spPr>
            <a:xfrm>
              <a:off x="5381006" y="22415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7" name="pt19857"/>
            <p:cNvSpPr/>
            <p:nvPr/>
          </p:nvSpPr>
          <p:spPr>
            <a:xfrm>
              <a:off x="6020996" y="19093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8" name="pt19858"/>
            <p:cNvSpPr/>
            <p:nvPr/>
          </p:nvSpPr>
          <p:spPr>
            <a:xfrm>
              <a:off x="5234212" y="214543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9" name="pt19859"/>
            <p:cNvSpPr/>
            <p:nvPr/>
          </p:nvSpPr>
          <p:spPr>
            <a:xfrm>
              <a:off x="5601943" y="19538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0" name="pt19860"/>
            <p:cNvSpPr/>
            <p:nvPr/>
          </p:nvSpPr>
          <p:spPr>
            <a:xfrm>
              <a:off x="5459913" y="21330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1" name="pt19861"/>
            <p:cNvSpPr/>
            <p:nvPr/>
          </p:nvSpPr>
          <p:spPr>
            <a:xfrm>
              <a:off x="5154206" y="25370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2" name="pt19862"/>
            <p:cNvSpPr/>
            <p:nvPr/>
          </p:nvSpPr>
          <p:spPr>
            <a:xfrm>
              <a:off x="5691571" y="197952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3" name="pt19863"/>
            <p:cNvSpPr/>
            <p:nvPr/>
          </p:nvSpPr>
          <p:spPr>
            <a:xfrm>
              <a:off x="5656790" y="166216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4" name="pt19864"/>
            <p:cNvSpPr/>
            <p:nvPr/>
          </p:nvSpPr>
          <p:spPr>
            <a:xfrm>
              <a:off x="5648063" y="197129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5" name="pt19865"/>
            <p:cNvSpPr/>
            <p:nvPr/>
          </p:nvSpPr>
          <p:spPr>
            <a:xfrm>
              <a:off x="5337367" y="21572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6" name="pt19866"/>
            <p:cNvSpPr/>
            <p:nvPr/>
          </p:nvSpPr>
          <p:spPr>
            <a:xfrm>
              <a:off x="5712703" y="17624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7" name="pt19867"/>
            <p:cNvSpPr/>
            <p:nvPr/>
          </p:nvSpPr>
          <p:spPr>
            <a:xfrm>
              <a:off x="5104760" y="2646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8" name="pt19868"/>
            <p:cNvSpPr/>
            <p:nvPr/>
          </p:nvSpPr>
          <p:spPr>
            <a:xfrm>
              <a:off x="4974890" y="254569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9" name="pt19869"/>
            <p:cNvSpPr/>
            <p:nvPr/>
          </p:nvSpPr>
          <p:spPr>
            <a:xfrm>
              <a:off x="5342320" y="224395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0" name="pt19870"/>
            <p:cNvSpPr/>
            <p:nvPr/>
          </p:nvSpPr>
          <p:spPr>
            <a:xfrm>
              <a:off x="5343577" y="221551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1" name="pt19871"/>
            <p:cNvSpPr/>
            <p:nvPr/>
          </p:nvSpPr>
          <p:spPr>
            <a:xfrm>
              <a:off x="5450951" y="19233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2" name="pt19872"/>
            <p:cNvSpPr/>
            <p:nvPr/>
          </p:nvSpPr>
          <p:spPr>
            <a:xfrm>
              <a:off x="5468621" y="203537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3" name="pt19873"/>
            <p:cNvSpPr/>
            <p:nvPr/>
          </p:nvSpPr>
          <p:spPr>
            <a:xfrm>
              <a:off x="5087386" y="201127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4" name="pt19874"/>
            <p:cNvSpPr/>
            <p:nvPr/>
          </p:nvSpPr>
          <p:spPr>
            <a:xfrm>
              <a:off x="5618286" y="205098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5" name="pt19875"/>
            <p:cNvSpPr/>
            <p:nvPr/>
          </p:nvSpPr>
          <p:spPr>
            <a:xfrm>
              <a:off x="5499728" y="22782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6" name="pt19876"/>
            <p:cNvSpPr/>
            <p:nvPr/>
          </p:nvSpPr>
          <p:spPr>
            <a:xfrm>
              <a:off x="5766208" y="209433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7" name="pt19877"/>
            <p:cNvSpPr/>
            <p:nvPr/>
          </p:nvSpPr>
          <p:spPr>
            <a:xfrm>
              <a:off x="5622630" y="20283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8" name="pt19878"/>
            <p:cNvSpPr/>
            <p:nvPr/>
          </p:nvSpPr>
          <p:spPr>
            <a:xfrm>
              <a:off x="4877219" y="251040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9" name="pt19879"/>
            <p:cNvSpPr/>
            <p:nvPr/>
          </p:nvSpPr>
          <p:spPr>
            <a:xfrm>
              <a:off x="5363478" y="209621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0" name="pt19880"/>
            <p:cNvSpPr/>
            <p:nvPr/>
          </p:nvSpPr>
          <p:spPr>
            <a:xfrm>
              <a:off x="5552490" y="21678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1" name="pt19881"/>
            <p:cNvSpPr/>
            <p:nvPr/>
          </p:nvSpPr>
          <p:spPr>
            <a:xfrm>
              <a:off x="5132450" y="257672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2" name="pt19882"/>
            <p:cNvSpPr/>
            <p:nvPr/>
          </p:nvSpPr>
          <p:spPr>
            <a:xfrm>
              <a:off x="4873900" y="285393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3" name="pt19883"/>
            <p:cNvSpPr/>
            <p:nvPr/>
          </p:nvSpPr>
          <p:spPr>
            <a:xfrm>
              <a:off x="5144443" y="278938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4" name="pt19884"/>
            <p:cNvSpPr/>
            <p:nvPr/>
          </p:nvSpPr>
          <p:spPr>
            <a:xfrm>
              <a:off x="5360637" y="210974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5" name="pt19885"/>
            <p:cNvSpPr/>
            <p:nvPr/>
          </p:nvSpPr>
          <p:spPr>
            <a:xfrm>
              <a:off x="5411474" y="21577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6" name="pt19886"/>
            <p:cNvSpPr/>
            <p:nvPr/>
          </p:nvSpPr>
          <p:spPr>
            <a:xfrm>
              <a:off x="5135588" y="288756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7" name="pt19887"/>
            <p:cNvSpPr/>
            <p:nvPr/>
          </p:nvSpPr>
          <p:spPr>
            <a:xfrm>
              <a:off x="5276256" y="221024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8" name="pt19888"/>
            <p:cNvSpPr/>
            <p:nvPr/>
          </p:nvSpPr>
          <p:spPr>
            <a:xfrm>
              <a:off x="5408743" y="222848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9" name="pt19889"/>
            <p:cNvSpPr/>
            <p:nvPr/>
          </p:nvSpPr>
          <p:spPr>
            <a:xfrm>
              <a:off x="5524995" y="213623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0" name="pt19890"/>
            <p:cNvSpPr/>
            <p:nvPr/>
          </p:nvSpPr>
          <p:spPr>
            <a:xfrm>
              <a:off x="5322009" y="22141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1" name="pt19891"/>
            <p:cNvSpPr/>
            <p:nvPr/>
          </p:nvSpPr>
          <p:spPr>
            <a:xfrm>
              <a:off x="5290259" y="200912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2" name="pt19892"/>
            <p:cNvSpPr/>
            <p:nvPr/>
          </p:nvSpPr>
          <p:spPr>
            <a:xfrm>
              <a:off x="4923024" y="218205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3" name="pt19893"/>
            <p:cNvSpPr/>
            <p:nvPr/>
          </p:nvSpPr>
          <p:spPr>
            <a:xfrm>
              <a:off x="5010494" y="202383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4" name="pt19894"/>
            <p:cNvSpPr/>
            <p:nvPr/>
          </p:nvSpPr>
          <p:spPr>
            <a:xfrm>
              <a:off x="5637974" y="208065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5" name="pt19895"/>
            <p:cNvSpPr/>
            <p:nvPr/>
          </p:nvSpPr>
          <p:spPr>
            <a:xfrm>
              <a:off x="4899132" y="184794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6" name="pt19896"/>
            <p:cNvSpPr/>
            <p:nvPr/>
          </p:nvSpPr>
          <p:spPr>
            <a:xfrm>
              <a:off x="5187147" y="206650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7" name="pt19897"/>
            <p:cNvSpPr/>
            <p:nvPr/>
          </p:nvSpPr>
          <p:spPr>
            <a:xfrm>
              <a:off x="5527112" y="21299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8" name="pt19898"/>
            <p:cNvSpPr/>
            <p:nvPr/>
          </p:nvSpPr>
          <p:spPr>
            <a:xfrm>
              <a:off x="5302459" y="215820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9" name="pt19899"/>
            <p:cNvSpPr/>
            <p:nvPr/>
          </p:nvSpPr>
          <p:spPr>
            <a:xfrm>
              <a:off x="5411624" y="218486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0" name="pt19900"/>
            <p:cNvSpPr/>
            <p:nvPr/>
          </p:nvSpPr>
          <p:spPr>
            <a:xfrm>
              <a:off x="5608412" y="199402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1" name="pt19901"/>
            <p:cNvSpPr/>
            <p:nvPr/>
          </p:nvSpPr>
          <p:spPr>
            <a:xfrm>
              <a:off x="5119993" y="272123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2" name="pt19902"/>
            <p:cNvSpPr/>
            <p:nvPr/>
          </p:nvSpPr>
          <p:spPr>
            <a:xfrm>
              <a:off x="5456229" y="193938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3" name="pt19903"/>
            <p:cNvSpPr/>
            <p:nvPr/>
          </p:nvSpPr>
          <p:spPr>
            <a:xfrm>
              <a:off x="5065520" y="251584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4" name="pt19904"/>
            <p:cNvSpPr/>
            <p:nvPr/>
          </p:nvSpPr>
          <p:spPr>
            <a:xfrm>
              <a:off x="5386365" y="222921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5" name="pt19905"/>
            <p:cNvSpPr/>
            <p:nvPr/>
          </p:nvSpPr>
          <p:spPr>
            <a:xfrm>
              <a:off x="5190024" y="206597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6" name="pt19906"/>
            <p:cNvSpPr/>
            <p:nvPr/>
          </p:nvSpPr>
          <p:spPr>
            <a:xfrm>
              <a:off x="5137304" y="276161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7" name="pt19907"/>
            <p:cNvSpPr/>
            <p:nvPr/>
          </p:nvSpPr>
          <p:spPr>
            <a:xfrm>
              <a:off x="5588594" y="193137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8" name="pt19908"/>
            <p:cNvSpPr/>
            <p:nvPr/>
          </p:nvSpPr>
          <p:spPr>
            <a:xfrm>
              <a:off x="5478115" y="22372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9" name="pt19909"/>
            <p:cNvSpPr/>
            <p:nvPr/>
          </p:nvSpPr>
          <p:spPr>
            <a:xfrm>
              <a:off x="5046594" y="228498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0" name="pt19910"/>
            <p:cNvSpPr/>
            <p:nvPr/>
          </p:nvSpPr>
          <p:spPr>
            <a:xfrm>
              <a:off x="5740395" y="1969452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1" name="pt19911"/>
            <p:cNvSpPr/>
            <p:nvPr/>
          </p:nvSpPr>
          <p:spPr>
            <a:xfrm>
              <a:off x="5416182" y="222086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2" name="pt19912"/>
            <p:cNvSpPr/>
            <p:nvPr/>
          </p:nvSpPr>
          <p:spPr>
            <a:xfrm>
              <a:off x="5274028" y="2089307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3" name="pt19913"/>
            <p:cNvSpPr/>
            <p:nvPr/>
          </p:nvSpPr>
          <p:spPr>
            <a:xfrm>
              <a:off x="4756066" y="2785195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4" name="pt19914"/>
            <p:cNvSpPr/>
            <p:nvPr/>
          </p:nvSpPr>
          <p:spPr>
            <a:xfrm>
              <a:off x="5716473" y="190456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5" name="pt19915"/>
            <p:cNvSpPr/>
            <p:nvPr/>
          </p:nvSpPr>
          <p:spPr>
            <a:xfrm>
              <a:off x="5352119" y="228608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6" name="pt19916"/>
            <p:cNvSpPr/>
            <p:nvPr/>
          </p:nvSpPr>
          <p:spPr>
            <a:xfrm>
              <a:off x="5490355" y="22071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7" name="pt19917"/>
            <p:cNvSpPr/>
            <p:nvPr/>
          </p:nvSpPr>
          <p:spPr>
            <a:xfrm>
              <a:off x="5695683" y="1953223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8" name="pt19918"/>
            <p:cNvSpPr/>
            <p:nvPr/>
          </p:nvSpPr>
          <p:spPr>
            <a:xfrm>
              <a:off x="5639527" y="2056041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9" name="pt19919"/>
            <p:cNvSpPr/>
            <p:nvPr/>
          </p:nvSpPr>
          <p:spPr>
            <a:xfrm>
              <a:off x="5218352" y="2130686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0" name="pt19920"/>
            <p:cNvSpPr/>
            <p:nvPr/>
          </p:nvSpPr>
          <p:spPr>
            <a:xfrm>
              <a:off x="5494053" y="229684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1" name="pt19921"/>
            <p:cNvSpPr/>
            <p:nvPr/>
          </p:nvSpPr>
          <p:spPr>
            <a:xfrm>
              <a:off x="5434714" y="2127998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2" name="pt19922"/>
            <p:cNvSpPr/>
            <p:nvPr/>
          </p:nvSpPr>
          <p:spPr>
            <a:xfrm>
              <a:off x="5795776" y="1902290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3" name="pt19923"/>
            <p:cNvSpPr/>
            <p:nvPr/>
          </p:nvSpPr>
          <p:spPr>
            <a:xfrm>
              <a:off x="5154989" y="2429799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4" name="pt19924"/>
            <p:cNvSpPr/>
            <p:nvPr/>
          </p:nvSpPr>
          <p:spPr>
            <a:xfrm>
              <a:off x="5432238" y="2250814"/>
              <a:ext cx="17667" cy="17667"/>
            </a:xfrm>
            <a:prstGeom prst="ellipse">
              <a:avLst/>
            </a:prstGeom>
            <a:solidFill>
              <a:srgbClr val="009E73">
                <a:alpha val="5882"/>
              </a:srgbClr>
            </a:solidFill>
            <a:ln w="8181" cap="rnd">
              <a:solidFill>
                <a:srgbClr val="009E73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5" name="pl19925"/>
            <p:cNvSpPr/>
            <p:nvPr/>
          </p:nvSpPr>
          <p:spPr>
            <a:xfrm>
              <a:off x="4528874" y="1776430"/>
              <a:ext cx="1666175" cy="883734"/>
            </a:xfrm>
            <a:custGeom>
              <a:avLst/>
              <a:pathLst>
                <a:path w="1666175" h="883734">
                  <a:moveTo>
                    <a:pt x="0" y="883734"/>
                  </a:moveTo>
                  <a:lnTo>
                    <a:pt x="21090" y="871554"/>
                  </a:lnTo>
                  <a:lnTo>
                    <a:pt x="42181" y="859397"/>
                  </a:lnTo>
                  <a:lnTo>
                    <a:pt x="63272" y="847286"/>
                  </a:lnTo>
                  <a:lnTo>
                    <a:pt x="84363" y="835243"/>
                  </a:lnTo>
                  <a:lnTo>
                    <a:pt x="105454" y="823292"/>
                  </a:lnTo>
                  <a:lnTo>
                    <a:pt x="126544" y="811454"/>
                  </a:lnTo>
                  <a:lnTo>
                    <a:pt x="147635" y="799753"/>
                  </a:lnTo>
                  <a:lnTo>
                    <a:pt x="168726" y="788212"/>
                  </a:lnTo>
                  <a:lnTo>
                    <a:pt x="189817" y="776853"/>
                  </a:lnTo>
                  <a:lnTo>
                    <a:pt x="210908" y="765700"/>
                  </a:lnTo>
                  <a:lnTo>
                    <a:pt x="231999" y="754775"/>
                  </a:lnTo>
                  <a:lnTo>
                    <a:pt x="253089" y="744100"/>
                  </a:lnTo>
                  <a:lnTo>
                    <a:pt x="274180" y="733699"/>
                  </a:lnTo>
                  <a:lnTo>
                    <a:pt x="295271" y="723595"/>
                  </a:lnTo>
                  <a:lnTo>
                    <a:pt x="316362" y="713810"/>
                  </a:lnTo>
                  <a:lnTo>
                    <a:pt x="337453" y="704367"/>
                  </a:lnTo>
                  <a:lnTo>
                    <a:pt x="358544" y="695288"/>
                  </a:lnTo>
                  <a:lnTo>
                    <a:pt x="379634" y="686598"/>
                  </a:lnTo>
                  <a:lnTo>
                    <a:pt x="400725" y="678318"/>
                  </a:lnTo>
                  <a:lnTo>
                    <a:pt x="421816" y="670471"/>
                  </a:lnTo>
                  <a:lnTo>
                    <a:pt x="442907" y="663081"/>
                  </a:lnTo>
                  <a:lnTo>
                    <a:pt x="463998" y="656169"/>
                  </a:lnTo>
                  <a:lnTo>
                    <a:pt x="485089" y="649759"/>
                  </a:lnTo>
                  <a:lnTo>
                    <a:pt x="506179" y="643874"/>
                  </a:lnTo>
                  <a:lnTo>
                    <a:pt x="527270" y="638536"/>
                  </a:lnTo>
                  <a:lnTo>
                    <a:pt x="548361" y="633768"/>
                  </a:lnTo>
                  <a:lnTo>
                    <a:pt x="569452" y="629592"/>
                  </a:lnTo>
                  <a:lnTo>
                    <a:pt x="590543" y="625206"/>
                  </a:lnTo>
                  <a:lnTo>
                    <a:pt x="611634" y="617607"/>
                  </a:lnTo>
                  <a:lnTo>
                    <a:pt x="632724" y="603427"/>
                  </a:lnTo>
                  <a:lnTo>
                    <a:pt x="653815" y="579296"/>
                  </a:lnTo>
                  <a:lnTo>
                    <a:pt x="674906" y="541845"/>
                  </a:lnTo>
                  <a:lnTo>
                    <a:pt x="695997" y="488073"/>
                  </a:lnTo>
                  <a:lnTo>
                    <a:pt x="717088" y="423819"/>
                  </a:lnTo>
                  <a:lnTo>
                    <a:pt x="738179" y="363975"/>
                  </a:lnTo>
                  <a:lnTo>
                    <a:pt x="759269" y="323844"/>
                  </a:lnTo>
                  <a:lnTo>
                    <a:pt x="780360" y="318731"/>
                  </a:lnTo>
                  <a:lnTo>
                    <a:pt x="801451" y="356762"/>
                  </a:lnTo>
                  <a:lnTo>
                    <a:pt x="822542" y="413813"/>
                  </a:lnTo>
                  <a:lnTo>
                    <a:pt x="843633" y="456699"/>
                  </a:lnTo>
                  <a:lnTo>
                    <a:pt x="864724" y="452540"/>
                  </a:lnTo>
                  <a:lnTo>
                    <a:pt x="885814" y="395791"/>
                  </a:lnTo>
                  <a:lnTo>
                    <a:pt x="906905" y="329738"/>
                  </a:lnTo>
                  <a:lnTo>
                    <a:pt x="927996" y="302338"/>
                  </a:lnTo>
                  <a:lnTo>
                    <a:pt x="949087" y="331807"/>
                  </a:lnTo>
                  <a:lnTo>
                    <a:pt x="970178" y="386082"/>
                  </a:lnTo>
                  <a:lnTo>
                    <a:pt x="991268" y="428253"/>
                  </a:lnTo>
                  <a:lnTo>
                    <a:pt x="1012359" y="426755"/>
                  </a:lnTo>
                  <a:lnTo>
                    <a:pt x="1033450" y="386037"/>
                  </a:lnTo>
                  <a:lnTo>
                    <a:pt x="1054541" y="325398"/>
                  </a:lnTo>
                  <a:lnTo>
                    <a:pt x="1075632" y="264185"/>
                  </a:lnTo>
                  <a:lnTo>
                    <a:pt x="1096723" y="217425"/>
                  </a:lnTo>
                  <a:lnTo>
                    <a:pt x="1117813" y="184978"/>
                  </a:lnTo>
                  <a:lnTo>
                    <a:pt x="1138904" y="163373"/>
                  </a:lnTo>
                  <a:lnTo>
                    <a:pt x="1159995" y="149142"/>
                  </a:lnTo>
                  <a:lnTo>
                    <a:pt x="1181086" y="138815"/>
                  </a:lnTo>
                  <a:lnTo>
                    <a:pt x="1202177" y="129509"/>
                  </a:lnTo>
                  <a:lnTo>
                    <a:pt x="1223268" y="120638"/>
                  </a:lnTo>
                  <a:lnTo>
                    <a:pt x="1244358" y="112184"/>
                  </a:lnTo>
                  <a:lnTo>
                    <a:pt x="1265449" y="104126"/>
                  </a:lnTo>
                  <a:lnTo>
                    <a:pt x="1286540" y="96445"/>
                  </a:lnTo>
                  <a:lnTo>
                    <a:pt x="1307631" y="89121"/>
                  </a:lnTo>
                  <a:lnTo>
                    <a:pt x="1328722" y="82134"/>
                  </a:lnTo>
                  <a:lnTo>
                    <a:pt x="1349813" y="75464"/>
                  </a:lnTo>
                  <a:lnTo>
                    <a:pt x="1370903" y="69091"/>
                  </a:lnTo>
                  <a:lnTo>
                    <a:pt x="1391994" y="62996"/>
                  </a:lnTo>
                  <a:lnTo>
                    <a:pt x="1413085" y="57159"/>
                  </a:lnTo>
                  <a:lnTo>
                    <a:pt x="1434176" y="51560"/>
                  </a:lnTo>
                  <a:lnTo>
                    <a:pt x="1455267" y="46178"/>
                  </a:lnTo>
                  <a:lnTo>
                    <a:pt x="1476358" y="40996"/>
                  </a:lnTo>
                  <a:lnTo>
                    <a:pt x="1497448" y="35991"/>
                  </a:lnTo>
                  <a:lnTo>
                    <a:pt x="1518539" y="31145"/>
                  </a:lnTo>
                  <a:lnTo>
                    <a:pt x="1539630" y="26438"/>
                  </a:lnTo>
                  <a:lnTo>
                    <a:pt x="1560721" y="21850"/>
                  </a:lnTo>
                  <a:lnTo>
                    <a:pt x="1581812" y="17361"/>
                  </a:lnTo>
                  <a:lnTo>
                    <a:pt x="1602903" y="12951"/>
                  </a:lnTo>
                  <a:lnTo>
                    <a:pt x="1623993" y="8601"/>
                  </a:lnTo>
                  <a:lnTo>
                    <a:pt x="1645084" y="4290"/>
                  </a:lnTo>
                  <a:lnTo>
                    <a:pt x="1666175" y="0"/>
                  </a:lnTo>
                </a:path>
              </a:pathLst>
            </a:custGeom>
            <a:ln w="18970" cap="flat">
              <a:solidFill>
                <a:srgbClr val="009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6" name="rc19926"/>
            <p:cNvSpPr/>
            <p:nvPr/>
          </p:nvSpPr>
          <p:spPr>
            <a:xfrm>
              <a:off x="6341621" y="1064445"/>
              <a:ext cx="1832793" cy="214721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27" name="pl19927"/>
            <p:cNvSpPr/>
            <p:nvPr/>
          </p:nvSpPr>
          <p:spPr>
            <a:xfrm>
              <a:off x="6341621" y="314776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8" name="pl19928"/>
            <p:cNvSpPr/>
            <p:nvPr/>
          </p:nvSpPr>
          <p:spPr>
            <a:xfrm>
              <a:off x="6341621" y="262609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9" name="pl19929"/>
            <p:cNvSpPr/>
            <p:nvPr/>
          </p:nvSpPr>
          <p:spPr>
            <a:xfrm>
              <a:off x="6341621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0" name="pl19930"/>
            <p:cNvSpPr/>
            <p:nvPr/>
          </p:nvSpPr>
          <p:spPr>
            <a:xfrm>
              <a:off x="6341621" y="158274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1" name="pl19931"/>
            <p:cNvSpPr/>
            <p:nvPr/>
          </p:nvSpPr>
          <p:spPr>
            <a:xfrm>
              <a:off x="6341621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8130" cap="flat">
              <a:solidFill>
                <a:srgbClr val="999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2" name="pt19932"/>
            <p:cNvSpPr/>
            <p:nvPr/>
          </p:nvSpPr>
          <p:spPr>
            <a:xfrm>
              <a:off x="6981940" y="204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3" name="pt19933"/>
            <p:cNvSpPr/>
            <p:nvPr/>
          </p:nvSpPr>
          <p:spPr>
            <a:xfrm>
              <a:off x="7162825" y="2063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4" name="pt19934"/>
            <p:cNvSpPr/>
            <p:nvPr/>
          </p:nvSpPr>
          <p:spPr>
            <a:xfrm>
              <a:off x="7033616" y="2093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5" name="pt19935"/>
            <p:cNvSpPr/>
            <p:nvPr/>
          </p:nvSpPr>
          <p:spPr>
            <a:xfrm>
              <a:off x="7458196" y="2455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6" name="pt19936"/>
            <p:cNvSpPr/>
            <p:nvPr/>
          </p:nvSpPr>
          <p:spPr>
            <a:xfrm>
              <a:off x="7170701" y="200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7" name="pt19937"/>
            <p:cNvSpPr/>
            <p:nvPr/>
          </p:nvSpPr>
          <p:spPr>
            <a:xfrm>
              <a:off x="7436840" y="2442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8" name="pt19938"/>
            <p:cNvSpPr/>
            <p:nvPr/>
          </p:nvSpPr>
          <p:spPr>
            <a:xfrm>
              <a:off x="7359151" y="2294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9" name="pt19939"/>
            <p:cNvSpPr/>
            <p:nvPr/>
          </p:nvSpPr>
          <p:spPr>
            <a:xfrm>
              <a:off x="7172967" y="2029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0" name="pt19940"/>
            <p:cNvSpPr/>
            <p:nvPr/>
          </p:nvSpPr>
          <p:spPr>
            <a:xfrm>
              <a:off x="6995651" y="194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1" name="pt19941"/>
            <p:cNvSpPr/>
            <p:nvPr/>
          </p:nvSpPr>
          <p:spPr>
            <a:xfrm>
              <a:off x="6803563" y="2606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2" name="pt19942"/>
            <p:cNvSpPr/>
            <p:nvPr/>
          </p:nvSpPr>
          <p:spPr>
            <a:xfrm>
              <a:off x="7282157" y="2069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3" name="pt19943"/>
            <p:cNvSpPr/>
            <p:nvPr/>
          </p:nvSpPr>
          <p:spPr>
            <a:xfrm>
              <a:off x="7248710" y="2060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4" name="pt19944"/>
            <p:cNvSpPr/>
            <p:nvPr/>
          </p:nvSpPr>
          <p:spPr>
            <a:xfrm>
              <a:off x="7172588" y="1984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5" name="pt19945"/>
            <p:cNvSpPr/>
            <p:nvPr/>
          </p:nvSpPr>
          <p:spPr>
            <a:xfrm>
              <a:off x="7180398" y="2103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6" name="pt19946"/>
            <p:cNvSpPr/>
            <p:nvPr/>
          </p:nvSpPr>
          <p:spPr>
            <a:xfrm>
              <a:off x="6986021" y="1946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7" name="pt19947"/>
            <p:cNvSpPr/>
            <p:nvPr/>
          </p:nvSpPr>
          <p:spPr>
            <a:xfrm>
              <a:off x="7096652" y="2257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8" name="pt19948"/>
            <p:cNvSpPr/>
            <p:nvPr/>
          </p:nvSpPr>
          <p:spPr>
            <a:xfrm>
              <a:off x="7161429" y="2077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9" name="pt19949"/>
            <p:cNvSpPr/>
            <p:nvPr/>
          </p:nvSpPr>
          <p:spPr>
            <a:xfrm>
              <a:off x="7205725" y="2188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0" name="pt19950"/>
            <p:cNvSpPr/>
            <p:nvPr/>
          </p:nvSpPr>
          <p:spPr>
            <a:xfrm>
              <a:off x="7202900" y="2055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1" name="pt19951"/>
            <p:cNvSpPr/>
            <p:nvPr/>
          </p:nvSpPr>
          <p:spPr>
            <a:xfrm>
              <a:off x="7210519" y="2396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2" name="pt19952"/>
            <p:cNvSpPr/>
            <p:nvPr/>
          </p:nvSpPr>
          <p:spPr>
            <a:xfrm>
              <a:off x="6682754" y="2234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3" name="pt19953"/>
            <p:cNvSpPr/>
            <p:nvPr/>
          </p:nvSpPr>
          <p:spPr>
            <a:xfrm>
              <a:off x="7128909" y="2158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4" name="pt19954"/>
            <p:cNvSpPr/>
            <p:nvPr/>
          </p:nvSpPr>
          <p:spPr>
            <a:xfrm>
              <a:off x="7149507" y="2393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5" name="pt19955"/>
            <p:cNvSpPr/>
            <p:nvPr/>
          </p:nvSpPr>
          <p:spPr>
            <a:xfrm>
              <a:off x="7103664" y="2086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6" name="pt19956"/>
            <p:cNvSpPr/>
            <p:nvPr/>
          </p:nvSpPr>
          <p:spPr>
            <a:xfrm>
              <a:off x="7339075" y="2051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7" name="pt19957"/>
            <p:cNvSpPr/>
            <p:nvPr/>
          </p:nvSpPr>
          <p:spPr>
            <a:xfrm>
              <a:off x="7132075" y="2122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8" name="pt19958"/>
            <p:cNvSpPr/>
            <p:nvPr/>
          </p:nvSpPr>
          <p:spPr>
            <a:xfrm>
              <a:off x="7462920" y="2411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9" name="pt19959"/>
            <p:cNvSpPr/>
            <p:nvPr/>
          </p:nvSpPr>
          <p:spPr>
            <a:xfrm>
              <a:off x="7460820" y="2151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0" name="pt19960"/>
            <p:cNvSpPr/>
            <p:nvPr/>
          </p:nvSpPr>
          <p:spPr>
            <a:xfrm>
              <a:off x="7038650" y="2176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1" name="pt19961"/>
            <p:cNvSpPr/>
            <p:nvPr/>
          </p:nvSpPr>
          <p:spPr>
            <a:xfrm>
              <a:off x="7351538" y="2128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2" name="pt19962"/>
            <p:cNvSpPr/>
            <p:nvPr/>
          </p:nvSpPr>
          <p:spPr>
            <a:xfrm>
              <a:off x="7042520" y="2268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3" name="pt19963"/>
            <p:cNvSpPr/>
            <p:nvPr/>
          </p:nvSpPr>
          <p:spPr>
            <a:xfrm>
              <a:off x="6909798" y="2110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4" name="pt19964"/>
            <p:cNvSpPr/>
            <p:nvPr/>
          </p:nvSpPr>
          <p:spPr>
            <a:xfrm>
              <a:off x="7244876" y="2210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5" name="pt19965"/>
            <p:cNvSpPr/>
            <p:nvPr/>
          </p:nvSpPr>
          <p:spPr>
            <a:xfrm>
              <a:off x="7255225" y="2025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6" name="pt19966"/>
            <p:cNvSpPr/>
            <p:nvPr/>
          </p:nvSpPr>
          <p:spPr>
            <a:xfrm>
              <a:off x="7302086" y="2010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7" name="pt19967"/>
            <p:cNvSpPr/>
            <p:nvPr/>
          </p:nvSpPr>
          <p:spPr>
            <a:xfrm>
              <a:off x="7095162" y="2074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8" name="pt19968"/>
            <p:cNvSpPr/>
            <p:nvPr/>
          </p:nvSpPr>
          <p:spPr>
            <a:xfrm>
              <a:off x="7037775" y="2191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9" name="pt19969"/>
            <p:cNvSpPr/>
            <p:nvPr/>
          </p:nvSpPr>
          <p:spPr>
            <a:xfrm>
              <a:off x="7330576" y="2055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0" name="pt19970"/>
            <p:cNvSpPr/>
            <p:nvPr/>
          </p:nvSpPr>
          <p:spPr>
            <a:xfrm>
              <a:off x="6740140" y="1731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1" name="pt19971"/>
            <p:cNvSpPr/>
            <p:nvPr/>
          </p:nvSpPr>
          <p:spPr>
            <a:xfrm>
              <a:off x="7115787" y="2220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2" name="pt19972"/>
            <p:cNvSpPr/>
            <p:nvPr/>
          </p:nvSpPr>
          <p:spPr>
            <a:xfrm>
              <a:off x="7207820" y="2370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3" name="pt19973"/>
            <p:cNvSpPr/>
            <p:nvPr/>
          </p:nvSpPr>
          <p:spPr>
            <a:xfrm>
              <a:off x="6866838" y="2229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4" name="pt19974"/>
            <p:cNvSpPr/>
            <p:nvPr/>
          </p:nvSpPr>
          <p:spPr>
            <a:xfrm>
              <a:off x="7251588" y="2005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5" name="pt19975"/>
            <p:cNvSpPr/>
            <p:nvPr/>
          </p:nvSpPr>
          <p:spPr>
            <a:xfrm>
              <a:off x="7050182" y="2416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6" name="pt19976"/>
            <p:cNvSpPr/>
            <p:nvPr/>
          </p:nvSpPr>
          <p:spPr>
            <a:xfrm>
              <a:off x="7323339" y="1963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7" name="pt19977"/>
            <p:cNvSpPr/>
            <p:nvPr/>
          </p:nvSpPr>
          <p:spPr>
            <a:xfrm>
              <a:off x="6996141" y="1987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8" name="pt19978"/>
            <p:cNvSpPr/>
            <p:nvPr/>
          </p:nvSpPr>
          <p:spPr>
            <a:xfrm>
              <a:off x="7369691" y="253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9" name="pt19979"/>
            <p:cNvSpPr/>
            <p:nvPr/>
          </p:nvSpPr>
          <p:spPr>
            <a:xfrm>
              <a:off x="7124783" y="2174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0" name="pt19980"/>
            <p:cNvSpPr/>
            <p:nvPr/>
          </p:nvSpPr>
          <p:spPr>
            <a:xfrm>
              <a:off x="7408066" y="2528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1" name="pt19981"/>
            <p:cNvSpPr/>
            <p:nvPr/>
          </p:nvSpPr>
          <p:spPr>
            <a:xfrm>
              <a:off x="7194215" y="2012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2" name="pt19982"/>
            <p:cNvSpPr/>
            <p:nvPr/>
          </p:nvSpPr>
          <p:spPr>
            <a:xfrm>
              <a:off x="6916276" y="2164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3" name="pt19983"/>
            <p:cNvSpPr/>
            <p:nvPr/>
          </p:nvSpPr>
          <p:spPr>
            <a:xfrm>
              <a:off x="6694541" y="1824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4" name="pt19984"/>
            <p:cNvSpPr/>
            <p:nvPr/>
          </p:nvSpPr>
          <p:spPr>
            <a:xfrm>
              <a:off x="7578834" y="2125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5" name="pt19985"/>
            <p:cNvSpPr/>
            <p:nvPr/>
          </p:nvSpPr>
          <p:spPr>
            <a:xfrm>
              <a:off x="7100656" y="2204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6" name="pt19986"/>
            <p:cNvSpPr/>
            <p:nvPr/>
          </p:nvSpPr>
          <p:spPr>
            <a:xfrm>
              <a:off x="7156210" y="2265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7" name="pt19987"/>
            <p:cNvSpPr/>
            <p:nvPr/>
          </p:nvSpPr>
          <p:spPr>
            <a:xfrm>
              <a:off x="7215191" y="2354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8" name="pt19988"/>
            <p:cNvSpPr/>
            <p:nvPr/>
          </p:nvSpPr>
          <p:spPr>
            <a:xfrm>
              <a:off x="7014226" y="1695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9" name="pt19989"/>
            <p:cNvSpPr/>
            <p:nvPr/>
          </p:nvSpPr>
          <p:spPr>
            <a:xfrm>
              <a:off x="7117228" y="2203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0" name="pt19990"/>
            <p:cNvSpPr/>
            <p:nvPr/>
          </p:nvSpPr>
          <p:spPr>
            <a:xfrm>
              <a:off x="6951796" y="2136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1" name="pt19991"/>
            <p:cNvSpPr/>
            <p:nvPr/>
          </p:nvSpPr>
          <p:spPr>
            <a:xfrm>
              <a:off x="7125470" y="2065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2" name="pt19992"/>
            <p:cNvSpPr/>
            <p:nvPr/>
          </p:nvSpPr>
          <p:spPr>
            <a:xfrm>
              <a:off x="7156803" y="2128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3" name="pt19993"/>
            <p:cNvSpPr/>
            <p:nvPr/>
          </p:nvSpPr>
          <p:spPr>
            <a:xfrm>
              <a:off x="7228117" y="2234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4" name="pt19994"/>
            <p:cNvSpPr/>
            <p:nvPr/>
          </p:nvSpPr>
          <p:spPr>
            <a:xfrm>
              <a:off x="7140850" y="2269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5" name="pt19995"/>
            <p:cNvSpPr/>
            <p:nvPr/>
          </p:nvSpPr>
          <p:spPr>
            <a:xfrm>
              <a:off x="7133753" y="2134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6" name="pt19996"/>
            <p:cNvSpPr/>
            <p:nvPr/>
          </p:nvSpPr>
          <p:spPr>
            <a:xfrm>
              <a:off x="7286595" y="2093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7" name="pt19997"/>
            <p:cNvSpPr/>
            <p:nvPr/>
          </p:nvSpPr>
          <p:spPr>
            <a:xfrm>
              <a:off x="7068158" y="2181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8" name="pt19998"/>
            <p:cNvSpPr/>
            <p:nvPr/>
          </p:nvSpPr>
          <p:spPr>
            <a:xfrm>
              <a:off x="7211590" y="2325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9" name="pt19999"/>
            <p:cNvSpPr/>
            <p:nvPr/>
          </p:nvSpPr>
          <p:spPr>
            <a:xfrm>
              <a:off x="7061983" y="1996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0" name="pt20000"/>
            <p:cNvSpPr/>
            <p:nvPr/>
          </p:nvSpPr>
          <p:spPr>
            <a:xfrm>
              <a:off x="7206253" y="2187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1" name="pt20001"/>
            <p:cNvSpPr/>
            <p:nvPr/>
          </p:nvSpPr>
          <p:spPr>
            <a:xfrm>
              <a:off x="7111209" y="2109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2" name="pt20002"/>
            <p:cNvSpPr/>
            <p:nvPr/>
          </p:nvSpPr>
          <p:spPr>
            <a:xfrm>
              <a:off x="7090836" y="2282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3" name="pt20003"/>
            <p:cNvSpPr/>
            <p:nvPr/>
          </p:nvSpPr>
          <p:spPr>
            <a:xfrm>
              <a:off x="7208494" y="2192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4" name="pt20004"/>
            <p:cNvSpPr/>
            <p:nvPr/>
          </p:nvSpPr>
          <p:spPr>
            <a:xfrm>
              <a:off x="7141815" y="2196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5" name="pt20005"/>
            <p:cNvSpPr/>
            <p:nvPr/>
          </p:nvSpPr>
          <p:spPr>
            <a:xfrm>
              <a:off x="7042788" y="2190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6" name="pt20006"/>
            <p:cNvSpPr/>
            <p:nvPr/>
          </p:nvSpPr>
          <p:spPr>
            <a:xfrm>
              <a:off x="6922989" y="2151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7" name="pt20007"/>
            <p:cNvSpPr/>
            <p:nvPr/>
          </p:nvSpPr>
          <p:spPr>
            <a:xfrm>
              <a:off x="7329119" y="2015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8" name="pt20008"/>
            <p:cNvSpPr/>
            <p:nvPr/>
          </p:nvSpPr>
          <p:spPr>
            <a:xfrm>
              <a:off x="7170336" y="1958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9" name="pt20009"/>
            <p:cNvSpPr/>
            <p:nvPr/>
          </p:nvSpPr>
          <p:spPr>
            <a:xfrm>
              <a:off x="7159395" y="2116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0" name="pt20010"/>
            <p:cNvSpPr/>
            <p:nvPr/>
          </p:nvSpPr>
          <p:spPr>
            <a:xfrm>
              <a:off x="7104698" y="2111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1" name="pt20011"/>
            <p:cNvSpPr/>
            <p:nvPr/>
          </p:nvSpPr>
          <p:spPr>
            <a:xfrm>
              <a:off x="7020266" y="2115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2" name="pt20012"/>
            <p:cNvSpPr/>
            <p:nvPr/>
          </p:nvSpPr>
          <p:spPr>
            <a:xfrm>
              <a:off x="7128818" y="2163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3" name="pt20013"/>
            <p:cNvSpPr/>
            <p:nvPr/>
          </p:nvSpPr>
          <p:spPr>
            <a:xfrm>
              <a:off x="7212504" y="2163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4" name="pt20014"/>
            <p:cNvSpPr/>
            <p:nvPr/>
          </p:nvSpPr>
          <p:spPr>
            <a:xfrm>
              <a:off x="7194818" y="2004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5" name="pt20015"/>
            <p:cNvSpPr/>
            <p:nvPr/>
          </p:nvSpPr>
          <p:spPr>
            <a:xfrm>
              <a:off x="7138338" y="2258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6" name="pt20016"/>
            <p:cNvSpPr/>
            <p:nvPr/>
          </p:nvSpPr>
          <p:spPr>
            <a:xfrm>
              <a:off x="7190982" y="2057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7" name="pt20017"/>
            <p:cNvSpPr/>
            <p:nvPr/>
          </p:nvSpPr>
          <p:spPr>
            <a:xfrm>
              <a:off x="6992975" y="1867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8" name="pt20018"/>
            <p:cNvSpPr/>
            <p:nvPr/>
          </p:nvSpPr>
          <p:spPr>
            <a:xfrm>
              <a:off x="6834714" y="2012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9" name="pt20019"/>
            <p:cNvSpPr/>
            <p:nvPr/>
          </p:nvSpPr>
          <p:spPr>
            <a:xfrm>
              <a:off x="7058127" y="1961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0" name="pt20020"/>
            <p:cNvSpPr/>
            <p:nvPr/>
          </p:nvSpPr>
          <p:spPr>
            <a:xfrm>
              <a:off x="7042263" y="2240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1" name="pt20021"/>
            <p:cNvSpPr/>
            <p:nvPr/>
          </p:nvSpPr>
          <p:spPr>
            <a:xfrm>
              <a:off x="7410158" y="2222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2" name="pt20022"/>
            <p:cNvSpPr/>
            <p:nvPr/>
          </p:nvSpPr>
          <p:spPr>
            <a:xfrm>
              <a:off x="6897909" y="1634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3" name="pt20023"/>
            <p:cNvSpPr/>
            <p:nvPr/>
          </p:nvSpPr>
          <p:spPr>
            <a:xfrm>
              <a:off x="7096136" y="2233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4" name="pt20024"/>
            <p:cNvSpPr/>
            <p:nvPr/>
          </p:nvSpPr>
          <p:spPr>
            <a:xfrm>
              <a:off x="7000941" y="2011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5" name="pt20025"/>
            <p:cNvSpPr/>
            <p:nvPr/>
          </p:nvSpPr>
          <p:spPr>
            <a:xfrm>
              <a:off x="7273642" y="1895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6" name="pt20026"/>
            <p:cNvSpPr/>
            <p:nvPr/>
          </p:nvSpPr>
          <p:spPr>
            <a:xfrm>
              <a:off x="7174516" y="200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7" name="pt20027"/>
            <p:cNvSpPr/>
            <p:nvPr/>
          </p:nvSpPr>
          <p:spPr>
            <a:xfrm>
              <a:off x="7687221" y="2462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8" name="pt20028"/>
            <p:cNvSpPr/>
            <p:nvPr/>
          </p:nvSpPr>
          <p:spPr>
            <a:xfrm>
              <a:off x="7696713" y="2585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9" name="pt20029"/>
            <p:cNvSpPr/>
            <p:nvPr/>
          </p:nvSpPr>
          <p:spPr>
            <a:xfrm>
              <a:off x="7232971" y="2177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0" name="pt20030"/>
            <p:cNvSpPr/>
            <p:nvPr/>
          </p:nvSpPr>
          <p:spPr>
            <a:xfrm>
              <a:off x="7125160" y="2111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1" name="pt20031"/>
            <p:cNvSpPr/>
            <p:nvPr/>
          </p:nvSpPr>
          <p:spPr>
            <a:xfrm>
              <a:off x="7142785" y="2268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2" name="pt20032"/>
            <p:cNvSpPr/>
            <p:nvPr/>
          </p:nvSpPr>
          <p:spPr>
            <a:xfrm>
              <a:off x="6843438" y="2381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3" name="pt20033"/>
            <p:cNvSpPr/>
            <p:nvPr/>
          </p:nvSpPr>
          <p:spPr>
            <a:xfrm>
              <a:off x="7123905" y="2151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4" name="pt20034"/>
            <p:cNvSpPr/>
            <p:nvPr/>
          </p:nvSpPr>
          <p:spPr>
            <a:xfrm>
              <a:off x="7272824" y="2039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5" name="pt20035"/>
            <p:cNvSpPr/>
            <p:nvPr/>
          </p:nvSpPr>
          <p:spPr>
            <a:xfrm>
              <a:off x="7131514" y="2044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6" name="pt20036"/>
            <p:cNvSpPr/>
            <p:nvPr/>
          </p:nvSpPr>
          <p:spPr>
            <a:xfrm>
              <a:off x="7031010" y="1836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7" name="pt20037"/>
            <p:cNvSpPr/>
            <p:nvPr/>
          </p:nvSpPr>
          <p:spPr>
            <a:xfrm>
              <a:off x="6865638" y="229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8" name="pt20038"/>
            <p:cNvSpPr/>
            <p:nvPr/>
          </p:nvSpPr>
          <p:spPr>
            <a:xfrm>
              <a:off x="7133600" y="1955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9" name="pt20039"/>
            <p:cNvSpPr/>
            <p:nvPr/>
          </p:nvSpPr>
          <p:spPr>
            <a:xfrm>
              <a:off x="7298536" y="1964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0" name="pt20040"/>
            <p:cNvSpPr/>
            <p:nvPr/>
          </p:nvSpPr>
          <p:spPr>
            <a:xfrm>
              <a:off x="6742983" y="2266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1" name="pt20041"/>
            <p:cNvSpPr/>
            <p:nvPr/>
          </p:nvSpPr>
          <p:spPr>
            <a:xfrm>
              <a:off x="7072468" y="2354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2" name="pt20042"/>
            <p:cNvSpPr/>
            <p:nvPr/>
          </p:nvSpPr>
          <p:spPr>
            <a:xfrm>
              <a:off x="7261002" y="2064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3" name="pt20043"/>
            <p:cNvSpPr/>
            <p:nvPr/>
          </p:nvSpPr>
          <p:spPr>
            <a:xfrm>
              <a:off x="7238901" y="1836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4" name="pt20044"/>
            <p:cNvSpPr/>
            <p:nvPr/>
          </p:nvSpPr>
          <p:spPr>
            <a:xfrm>
              <a:off x="7113575" y="2135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5" name="pt20045"/>
            <p:cNvSpPr/>
            <p:nvPr/>
          </p:nvSpPr>
          <p:spPr>
            <a:xfrm>
              <a:off x="7163030" y="2099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6" name="pt20046"/>
            <p:cNvSpPr/>
            <p:nvPr/>
          </p:nvSpPr>
          <p:spPr>
            <a:xfrm>
              <a:off x="6944560" y="1860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7" name="pt20047"/>
            <p:cNvSpPr/>
            <p:nvPr/>
          </p:nvSpPr>
          <p:spPr>
            <a:xfrm>
              <a:off x="7030998" y="2156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8" name="pt20048"/>
            <p:cNvSpPr/>
            <p:nvPr/>
          </p:nvSpPr>
          <p:spPr>
            <a:xfrm>
              <a:off x="7183787" y="2175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9" name="pt20049"/>
            <p:cNvSpPr/>
            <p:nvPr/>
          </p:nvSpPr>
          <p:spPr>
            <a:xfrm>
              <a:off x="6964959" y="2079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0" name="pt20050"/>
            <p:cNvSpPr/>
            <p:nvPr/>
          </p:nvSpPr>
          <p:spPr>
            <a:xfrm>
              <a:off x="7279162" y="1967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1" name="pt20051"/>
            <p:cNvSpPr/>
            <p:nvPr/>
          </p:nvSpPr>
          <p:spPr>
            <a:xfrm>
              <a:off x="7438273" y="2132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2" name="pt20052"/>
            <p:cNvSpPr/>
            <p:nvPr/>
          </p:nvSpPr>
          <p:spPr>
            <a:xfrm>
              <a:off x="7165357" y="2091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3" name="pt20053"/>
            <p:cNvSpPr/>
            <p:nvPr/>
          </p:nvSpPr>
          <p:spPr>
            <a:xfrm>
              <a:off x="7344570" y="2010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4" name="pt20054"/>
            <p:cNvSpPr/>
            <p:nvPr/>
          </p:nvSpPr>
          <p:spPr>
            <a:xfrm>
              <a:off x="7040243" y="2251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5" name="pt20055"/>
            <p:cNvSpPr/>
            <p:nvPr/>
          </p:nvSpPr>
          <p:spPr>
            <a:xfrm>
              <a:off x="7180504" y="2112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6" name="pt20056"/>
            <p:cNvSpPr/>
            <p:nvPr/>
          </p:nvSpPr>
          <p:spPr>
            <a:xfrm>
              <a:off x="7112553" y="2076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7" name="pt20057"/>
            <p:cNvSpPr/>
            <p:nvPr/>
          </p:nvSpPr>
          <p:spPr>
            <a:xfrm>
              <a:off x="7263086" y="2055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8" name="pt20058"/>
            <p:cNvSpPr/>
            <p:nvPr/>
          </p:nvSpPr>
          <p:spPr>
            <a:xfrm>
              <a:off x="7117052" y="2174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9" name="pt20059"/>
            <p:cNvSpPr/>
            <p:nvPr/>
          </p:nvSpPr>
          <p:spPr>
            <a:xfrm>
              <a:off x="7541531" y="2259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0" name="pt20060"/>
            <p:cNvSpPr/>
            <p:nvPr/>
          </p:nvSpPr>
          <p:spPr>
            <a:xfrm>
              <a:off x="7170793" y="203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1" name="pt20061"/>
            <p:cNvSpPr/>
            <p:nvPr/>
          </p:nvSpPr>
          <p:spPr>
            <a:xfrm>
              <a:off x="7067163" y="2047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2" name="pt20062"/>
            <p:cNvSpPr/>
            <p:nvPr/>
          </p:nvSpPr>
          <p:spPr>
            <a:xfrm>
              <a:off x="7209735" y="2148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3" name="pt20063"/>
            <p:cNvSpPr/>
            <p:nvPr/>
          </p:nvSpPr>
          <p:spPr>
            <a:xfrm>
              <a:off x="7156390" y="2247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4" name="pt20064"/>
            <p:cNvSpPr/>
            <p:nvPr/>
          </p:nvSpPr>
          <p:spPr>
            <a:xfrm>
              <a:off x="6975617" y="1995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5" name="pt20065"/>
            <p:cNvSpPr/>
            <p:nvPr/>
          </p:nvSpPr>
          <p:spPr>
            <a:xfrm>
              <a:off x="6975350" y="1907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6" name="pt20066"/>
            <p:cNvSpPr/>
            <p:nvPr/>
          </p:nvSpPr>
          <p:spPr>
            <a:xfrm>
              <a:off x="7724603" y="2201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7" name="pt20067"/>
            <p:cNvSpPr/>
            <p:nvPr/>
          </p:nvSpPr>
          <p:spPr>
            <a:xfrm>
              <a:off x="7272066" y="2097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8" name="pt20068"/>
            <p:cNvSpPr/>
            <p:nvPr/>
          </p:nvSpPr>
          <p:spPr>
            <a:xfrm>
              <a:off x="6569544" y="1868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9" name="pt20069"/>
            <p:cNvSpPr/>
            <p:nvPr/>
          </p:nvSpPr>
          <p:spPr>
            <a:xfrm>
              <a:off x="7199321" y="1993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0" name="pt20070"/>
            <p:cNvSpPr/>
            <p:nvPr/>
          </p:nvSpPr>
          <p:spPr>
            <a:xfrm>
              <a:off x="6877345" y="2082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1" name="pt20071"/>
            <p:cNvSpPr/>
            <p:nvPr/>
          </p:nvSpPr>
          <p:spPr>
            <a:xfrm>
              <a:off x="7029131" y="1949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2" name="pt20072"/>
            <p:cNvSpPr/>
            <p:nvPr/>
          </p:nvSpPr>
          <p:spPr>
            <a:xfrm>
              <a:off x="7048983" y="2345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3" name="pt20073"/>
            <p:cNvSpPr/>
            <p:nvPr/>
          </p:nvSpPr>
          <p:spPr>
            <a:xfrm>
              <a:off x="7108114" y="2084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4" name="pt20074"/>
            <p:cNvSpPr/>
            <p:nvPr/>
          </p:nvSpPr>
          <p:spPr>
            <a:xfrm>
              <a:off x="7036130" y="2224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5" name="pt20075"/>
            <p:cNvSpPr/>
            <p:nvPr/>
          </p:nvSpPr>
          <p:spPr>
            <a:xfrm>
              <a:off x="7199011" y="2029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6" name="pt20076"/>
            <p:cNvSpPr/>
            <p:nvPr/>
          </p:nvSpPr>
          <p:spPr>
            <a:xfrm>
              <a:off x="7262881" y="2068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7" name="pt20077"/>
            <p:cNvSpPr/>
            <p:nvPr/>
          </p:nvSpPr>
          <p:spPr>
            <a:xfrm>
              <a:off x="7205015" y="2208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8" name="pt20078"/>
            <p:cNvSpPr/>
            <p:nvPr/>
          </p:nvSpPr>
          <p:spPr>
            <a:xfrm>
              <a:off x="7205522" y="2131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9" name="pt20079"/>
            <p:cNvSpPr/>
            <p:nvPr/>
          </p:nvSpPr>
          <p:spPr>
            <a:xfrm>
              <a:off x="7311164" y="2047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0" name="pt20080"/>
            <p:cNvSpPr/>
            <p:nvPr/>
          </p:nvSpPr>
          <p:spPr>
            <a:xfrm>
              <a:off x="7087556" y="2189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1" name="pt20081"/>
            <p:cNvSpPr/>
            <p:nvPr/>
          </p:nvSpPr>
          <p:spPr>
            <a:xfrm>
              <a:off x="7201846" y="2052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2" name="pt20082"/>
            <p:cNvSpPr/>
            <p:nvPr/>
          </p:nvSpPr>
          <p:spPr>
            <a:xfrm>
              <a:off x="7165333" y="2072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3" name="pt20083"/>
            <p:cNvSpPr/>
            <p:nvPr/>
          </p:nvSpPr>
          <p:spPr>
            <a:xfrm>
              <a:off x="7119646" y="2118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4" name="pt20084"/>
            <p:cNvSpPr/>
            <p:nvPr/>
          </p:nvSpPr>
          <p:spPr>
            <a:xfrm>
              <a:off x="6744788" y="2248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5" name="pt20085"/>
            <p:cNvSpPr/>
            <p:nvPr/>
          </p:nvSpPr>
          <p:spPr>
            <a:xfrm>
              <a:off x="7011811" y="1922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6" name="pt20086"/>
            <p:cNvSpPr/>
            <p:nvPr/>
          </p:nvSpPr>
          <p:spPr>
            <a:xfrm>
              <a:off x="7403245" y="2351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7" name="pt20087"/>
            <p:cNvSpPr/>
            <p:nvPr/>
          </p:nvSpPr>
          <p:spPr>
            <a:xfrm>
              <a:off x="7242253" y="2153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8" name="pt20088"/>
            <p:cNvSpPr/>
            <p:nvPr/>
          </p:nvSpPr>
          <p:spPr>
            <a:xfrm>
              <a:off x="7196819" y="2042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9" name="pt20089"/>
            <p:cNvSpPr/>
            <p:nvPr/>
          </p:nvSpPr>
          <p:spPr>
            <a:xfrm>
              <a:off x="7394603" y="2297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0" name="pt20090"/>
            <p:cNvSpPr/>
            <p:nvPr/>
          </p:nvSpPr>
          <p:spPr>
            <a:xfrm>
              <a:off x="7035412" y="2162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1" name="pt20091"/>
            <p:cNvSpPr/>
            <p:nvPr/>
          </p:nvSpPr>
          <p:spPr>
            <a:xfrm>
              <a:off x="7212088" y="2307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2" name="pt20092"/>
            <p:cNvSpPr/>
            <p:nvPr/>
          </p:nvSpPr>
          <p:spPr>
            <a:xfrm>
              <a:off x="7192961" y="1977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3" name="pt20093"/>
            <p:cNvSpPr/>
            <p:nvPr/>
          </p:nvSpPr>
          <p:spPr>
            <a:xfrm>
              <a:off x="7228096" y="2041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4" name="pt20094"/>
            <p:cNvSpPr/>
            <p:nvPr/>
          </p:nvSpPr>
          <p:spPr>
            <a:xfrm>
              <a:off x="7188453" y="2062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5" name="pt20095"/>
            <p:cNvSpPr/>
            <p:nvPr/>
          </p:nvSpPr>
          <p:spPr>
            <a:xfrm>
              <a:off x="7623419" y="2322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6" name="pt20096"/>
            <p:cNvSpPr/>
            <p:nvPr/>
          </p:nvSpPr>
          <p:spPr>
            <a:xfrm>
              <a:off x="7162342" y="2038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7" name="pt20097"/>
            <p:cNvSpPr/>
            <p:nvPr/>
          </p:nvSpPr>
          <p:spPr>
            <a:xfrm>
              <a:off x="6996575" y="2078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8" name="pt20098"/>
            <p:cNvSpPr/>
            <p:nvPr/>
          </p:nvSpPr>
          <p:spPr>
            <a:xfrm>
              <a:off x="7107580" y="2140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9" name="pt20099"/>
            <p:cNvSpPr/>
            <p:nvPr/>
          </p:nvSpPr>
          <p:spPr>
            <a:xfrm>
              <a:off x="7227624" y="1976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0" name="pt20100"/>
            <p:cNvSpPr/>
            <p:nvPr/>
          </p:nvSpPr>
          <p:spPr>
            <a:xfrm>
              <a:off x="7012760" y="1815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1" name="pt20101"/>
            <p:cNvSpPr/>
            <p:nvPr/>
          </p:nvSpPr>
          <p:spPr>
            <a:xfrm>
              <a:off x="7377787" y="2269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2" name="pt20102"/>
            <p:cNvSpPr/>
            <p:nvPr/>
          </p:nvSpPr>
          <p:spPr>
            <a:xfrm>
              <a:off x="6989946" y="1952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3" name="pt20103"/>
            <p:cNvSpPr/>
            <p:nvPr/>
          </p:nvSpPr>
          <p:spPr>
            <a:xfrm>
              <a:off x="7281776" y="2020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4" name="pt20104"/>
            <p:cNvSpPr/>
            <p:nvPr/>
          </p:nvSpPr>
          <p:spPr>
            <a:xfrm>
              <a:off x="7405602" y="2609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5" name="pt20105"/>
            <p:cNvSpPr/>
            <p:nvPr/>
          </p:nvSpPr>
          <p:spPr>
            <a:xfrm>
              <a:off x="7077264" y="2089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6" name="pt20106"/>
            <p:cNvSpPr/>
            <p:nvPr/>
          </p:nvSpPr>
          <p:spPr>
            <a:xfrm>
              <a:off x="7009113" y="1938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7" name="pt20107"/>
            <p:cNvSpPr/>
            <p:nvPr/>
          </p:nvSpPr>
          <p:spPr>
            <a:xfrm>
              <a:off x="7249386" y="2190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8" name="pt20108"/>
            <p:cNvSpPr/>
            <p:nvPr/>
          </p:nvSpPr>
          <p:spPr>
            <a:xfrm>
              <a:off x="7146833" y="2248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9" name="pt20109"/>
            <p:cNvSpPr/>
            <p:nvPr/>
          </p:nvSpPr>
          <p:spPr>
            <a:xfrm>
              <a:off x="7091423" y="2225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0" name="pt20110"/>
            <p:cNvSpPr/>
            <p:nvPr/>
          </p:nvSpPr>
          <p:spPr>
            <a:xfrm>
              <a:off x="7083093" y="1957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1" name="pt20111"/>
            <p:cNvSpPr/>
            <p:nvPr/>
          </p:nvSpPr>
          <p:spPr>
            <a:xfrm>
              <a:off x="7308049" y="1955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2" name="pt20112"/>
            <p:cNvSpPr/>
            <p:nvPr/>
          </p:nvSpPr>
          <p:spPr>
            <a:xfrm>
              <a:off x="6695499" y="170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3" name="pt20113"/>
            <p:cNvSpPr/>
            <p:nvPr/>
          </p:nvSpPr>
          <p:spPr>
            <a:xfrm>
              <a:off x="6838282" y="2205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4" name="pt20114"/>
            <p:cNvSpPr/>
            <p:nvPr/>
          </p:nvSpPr>
          <p:spPr>
            <a:xfrm>
              <a:off x="7163701" y="2106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5" name="pt20115"/>
            <p:cNvSpPr/>
            <p:nvPr/>
          </p:nvSpPr>
          <p:spPr>
            <a:xfrm>
              <a:off x="7272022" y="2119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6" name="pt20116"/>
            <p:cNvSpPr/>
            <p:nvPr/>
          </p:nvSpPr>
          <p:spPr>
            <a:xfrm>
              <a:off x="7170643" y="1979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7" name="pt20117"/>
            <p:cNvSpPr/>
            <p:nvPr/>
          </p:nvSpPr>
          <p:spPr>
            <a:xfrm>
              <a:off x="7131389" y="2142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8" name="pt20118"/>
            <p:cNvSpPr/>
            <p:nvPr/>
          </p:nvSpPr>
          <p:spPr>
            <a:xfrm>
              <a:off x="7237593" y="2152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9" name="pt20119"/>
            <p:cNvSpPr/>
            <p:nvPr/>
          </p:nvSpPr>
          <p:spPr>
            <a:xfrm>
              <a:off x="6967202" y="1976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0" name="pt20120"/>
            <p:cNvSpPr/>
            <p:nvPr/>
          </p:nvSpPr>
          <p:spPr>
            <a:xfrm>
              <a:off x="7094567" y="2230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1" name="pt20121"/>
            <p:cNvSpPr/>
            <p:nvPr/>
          </p:nvSpPr>
          <p:spPr>
            <a:xfrm>
              <a:off x="7188013" y="2028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2" name="pt20122"/>
            <p:cNvSpPr/>
            <p:nvPr/>
          </p:nvSpPr>
          <p:spPr>
            <a:xfrm>
              <a:off x="7326239" y="2005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3" name="pt20123"/>
            <p:cNvSpPr/>
            <p:nvPr/>
          </p:nvSpPr>
          <p:spPr>
            <a:xfrm>
              <a:off x="7174127" y="2034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4" name="pt20124"/>
            <p:cNvSpPr/>
            <p:nvPr/>
          </p:nvSpPr>
          <p:spPr>
            <a:xfrm>
              <a:off x="6839307" y="2350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5" name="pt20125"/>
            <p:cNvSpPr/>
            <p:nvPr/>
          </p:nvSpPr>
          <p:spPr>
            <a:xfrm>
              <a:off x="7245674" y="2244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6" name="pt20126"/>
            <p:cNvSpPr/>
            <p:nvPr/>
          </p:nvSpPr>
          <p:spPr>
            <a:xfrm>
              <a:off x="7203866" y="2219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7" name="pt20127"/>
            <p:cNvSpPr/>
            <p:nvPr/>
          </p:nvSpPr>
          <p:spPr>
            <a:xfrm>
              <a:off x="7098339" y="2226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8" name="pt20128"/>
            <p:cNvSpPr/>
            <p:nvPr/>
          </p:nvSpPr>
          <p:spPr>
            <a:xfrm>
              <a:off x="7168196" y="2034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9" name="pt20129"/>
            <p:cNvSpPr/>
            <p:nvPr/>
          </p:nvSpPr>
          <p:spPr>
            <a:xfrm>
              <a:off x="7261090" y="2002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0" name="pt20130"/>
            <p:cNvSpPr/>
            <p:nvPr/>
          </p:nvSpPr>
          <p:spPr>
            <a:xfrm>
              <a:off x="7341588" y="2109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1" name="pt20131"/>
            <p:cNvSpPr/>
            <p:nvPr/>
          </p:nvSpPr>
          <p:spPr>
            <a:xfrm>
              <a:off x="6983157" y="1976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2" name="pt20132"/>
            <p:cNvSpPr/>
            <p:nvPr/>
          </p:nvSpPr>
          <p:spPr>
            <a:xfrm>
              <a:off x="7247120" y="2262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3" name="pt20133"/>
            <p:cNvSpPr/>
            <p:nvPr/>
          </p:nvSpPr>
          <p:spPr>
            <a:xfrm>
              <a:off x="7188851" y="2068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4" name="pt20134"/>
            <p:cNvSpPr/>
            <p:nvPr/>
          </p:nvSpPr>
          <p:spPr>
            <a:xfrm>
              <a:off x="7432216" y="2159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5" name="pt20135"/>
            <p:cNvSpPr/>
            <p:nvPr/>
          </p:nvSpPr>
          <p:spPr>
            <a:xfrm>
              <a:off x="7203523" y="2111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6" name="pt20136"/>
            <p:cNvSpPr/>
            <p:nvPr/>
          </p:nvSpPr>
          <p:spPr>
            <a:xfrm>
              <a:off x="7049529" y="2348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7" name="pt20137"/>
            <p:cNvSpPr/>
            <p:nvPr/>
          </p:nvSpPr>
          <p:spPr>
            <a:xfrm>
              <a:off x="7181094" y="2121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8" name="pt20138"/>
            <p:cNvSpPr/>
            <p:nvPr/>
          </p:nvSpPr>
          <p:spPr>
            <a:xfrm>
              <a:off x="6957940" y="2119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9" name="pt20139"/>
            <p:cNvSpPr/>
            <p:nvPr/>
          </p:nvSpPr>
          <p:spPr>
            <a:xfrm>
              <a:off x="7180120" y="2122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0" name="pt20140"/>
            <p:cNvSpPr/>
            <p:nvPr/>
          </p:nvSpPr>
          <p:spPr>
            <a:xfrm>
              <a:off x="7339767" y="2066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1" name="pt20141"/>
            <p:cNvSpPr/>
            <p:nvPr/>
          </p:nvSpPr>
          <p:spPr>
            <a:xfrm>
              <a:off x="7113580" y="2117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2" name="pt20142"/>
            <p:cNvSpPr/>
            <p:nvPr/>
          </p:nvSpPr>
          <p:spPr>
            <a:xfrm>
              <a:off x="7331280" y="189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3" name="pt20143"/>
            <p:cNvSpPr/>
            <p:nvPr/>
          </p:nvSpPr>
          <p:spPr>
            <a:xfrm>
              <a:off x="7217779" y="2168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4" name="pt20144"/>
            <p:cNvSpPr/>
            <p:nvPr/>
          </p:nvSpPr>
          <p:spPr>
            <a:xfrm>
              <a:off x="7242091" y="2168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5" name="pt20145"/>
            <p:cNvSpPr/>
            <p:nvPr/>
          </p:nvSpPr>
          <p:spPr>
            <a:xfrm>
              <a:off x="7104567" y="208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6" name="pt20146"/>
            <p:cNvSpPr/>
            <p:nvPr/>
          </p:nvSpPr>
          <p:spPr>
            <a:xfrm>
              <a:off x="7240792" y="1861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7" name="pt20147"/>
            <p:cNvSpPr/>
            <p:nvPr/>
          </p:nvSpPr>
          <p:spPr>
            <a:xfrm>
              <a:off x="6931250" y="2275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8" name="pt20148"/>
            <p:cNvSpPr/>
            <p:nvPr/>
          </p:nvSpPr>
          <p:spPr>
            <a:xfrm>
              <a:off x="7216999" y="2189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9" name="pt20149"/>
            <p:cNvSpPr/>
            <p:nvPr/>
          </p:nvSpPr>
          <p:spPr>
            <a:xfrm>
              <a:off x="7244820" y="2110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0" name="pt20150"/>
            <p:cNvSpPr/>
            <p:nvPr/>
          </p:nvSpPr>
          <p:spPr>
            <a:xfrm>
              <a:off x="7340664" y="2011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1" name="pt20151"/>
            <p:cNvSpPr/>
            <p:nvPr/>
          </p:nvSpPr>
          <p:spPr>
            <a:xfrm>
              <a:off x="7040152" y="2275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2" name="pt20152"/>
            <p:cNvSpPr/>
            <p:nvPr/>
          </p:nvSpPr>
          <p:spPr>
            <a:xfrm>
              <a:off x="7054409" y="2318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3" name="pt20153"/>
            <p:cNvSpPr/>
            <p:nvPr/>
          </p:nvSpPr>
          <p:spPr>
            <a:xfrm>
              <a:off x="7171705" y="1917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4" name="pt20154"/>
            <p:cNvSpPr/>
            <p:nvPr/>
          </p:nvSpPr>
          <p:spPr>
            <a:xfrm>
              <a:off x="7086027" y="2141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5" name="pt20155"/>
            <p:cNvSpPr/>
            <p:nvPr/>
          </p:nvSpPr>
          <p:spPr>
            <a:xfrm>
              <a:off x="7060098" y="2069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6" name="pt20156"/>
            <p:cNvSpPr/>
            <p:nvPr/>
          </p:nvSpPr>
          <p:spPr>
            <a:xfrm>
              <a:off x="7211210" y="2277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7" name="pt20157"/>
            <p:cNvSpPr/>
            <p:nvPr/>
          </p:nvSpPr>
          <p:spPr>
            <a:xfrm>
              <a:off x="7118116" y="2174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8" name="pt20158"/>
            <p:cNvSpPr/>
            <p:nvPr/>
          </p:nvSpPr>
          <p:spPr>
            <a:xfrm>
              <a:off x="7177669" y="2086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9" name="pt20159"/>
            <p:cNvSpPr/>
            <p:nvPr/>
          </p:nvSpPr>
          <p:spPr>
            <a:xfrm>
              <a:off x="7053347" y="2188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0" name="pt20160"/>
            <p:cNvSpPr/>
            <p:nvPr/>
          </p:nvSpPr>
          <p:spPr>
            <a:xfrm>
              <a:off x="7238190" y="1854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1" name="pt20161"/>
            <p:cNvSpPr/>
            <p:nvPr/>
          </p:nvSpPr>
          <p:spPr>
            <a:xfrm>
              <a:off x="7310373" y="2063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2" name="pt20162"/>
            <p:cNvSpPr/>
            <p:nvPr/>
          </p:nvSpPr>
          <p:spPr>
            <a:xfrm>
              <a:off x="7337871" y="2086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3" name="pt20163"/>
            <p:cNvSpPr/>
            <p:nvPr/>
          </p:nvSpPr>
          <p:spPr>
            <a:xfrm>
              <a:off x="7103733" y="2254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4" name="pt20164"/>
            <p:cNvSpPr/>
            <p:nvPr/>
          </p:nvSpPr>
          <p:spPr>
            <a:xfrm>
              <a:off x="7014317" y="1775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5" name="pt20165"/>
            <p:cNvSpPr/>
            <p:nvPr/>
          </p:nvSpPr>
          <p:spPr>
            <a:xfrm>
              <a:off x="7079800" y="2140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6" name="pt20166"/>
            <p:cNvSpPr/>
            <p:nvPr/>
          </p:nvSpPr>
          <p:spPr>
            <a:xfrm>
              <a:off x="7138088" y="2184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7" name="pt20167"/>
            <p:cNvSpPr/>
            <p:nvPr/>
          </p:nvSpPr>
          <p:spPr>
            <a:xfrm>
              <a:off x="7349874" y="2209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8" name="pt20168"/>
            <p:cNvSpPr/>
            <p:nvPr/>
          </p:nvSpPr>
          <p:spPr>
            <a:xfrm>
              <a:off x="7215377" y="2239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9" name="pt20169"/>
            <p:cNvSpPr/>
            <p:nvPr/>
          </p:nvSpPr>
          <p:spPr>
            <a:xfrm>
              <a:off x="6981243" y="191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0" name="pt20170"/>
            <p:cNvSpPr/>
            <p:nvPr/>
          </p:nvSpPr>
          <p:spPr>
            <a:xfrm>
              <a:off x="7111887" y="2091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1" name="pt20171"/>
            <p:cNvSpPr/>
            <p:nvPr/>
          </p:nvSpPr>
          <p:spPr>
            <a:xfrm>
              <a:off x="7120883" y="2081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2" name="pt20172"/>
            <p:cNvSpPr/>
            <p:nvPr/>
          </p:nvSpPr>
          <p:spPr>
            <a:xfrm>
              <a:off x="7129733" y="2135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3" name="pt20173"/>
            <p:cNvSpPr/>
            <p:nvPr/>
          </p:nvSpPr>
          <p:spPr>
            <a:xfrm>
              <a:off x="7171962" y="2021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4" name="pt20174"/>
            <p:cNvSpPr/>
            <p:nvPr/>
          </p:nvSpPr>
          <p:spPr>
            <a:xfrm>
              <a:off x="7365903" y="2566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5" name="pt20175"/>
            <p:cNvSpPr/>
            <p:nvPr/>
          </p:nvSpPr>
          <p:spPr>
            <a:xfrm>
              <a:off x="7140296" y="2158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6" name="pt20176"/>
            <p:cNvSpPr/>
            <p:nvPr/>
          </p:nvSpPr>
          <p:spPr>
            <a:xfrm>
              <a:off x="7263985" y="2130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7" name="pt20177"/>
            <p:cNvSpPr/>
            <p:nvPr/>
          </p:nvSpPr>
          <p:spPr>
            <a:xfrm>
              <a:off x="7014180" y="1917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8" name="pt20178"/>
            <p:cNvSpPr/>
            <p:nvPr/>
          </p:nvSpPr>
          <p:spPr>
            <a:xfrm>
              <a:off x="7029420" y="1907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9" name="pt20179"/>
            <p:cNvSpPr/>
            <p:nvPr/>
          </p:nvSpPr>
          <p:spPr>
            <a:xfrm>
              <a:off x="6980496" y="1937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0" name="pt20180"/>
            <p:cNvSpPr/>
            <p:nvPr/>
          </p:nvSpPr>
          <p:spPr>
            <a:xfrm>
              <a:off x="7069993" y="2113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1" name="pt20181"/>
            <p:cNvSpPr/>
            <p:nvPr/>
          </p:nvSpPr>
          <p:spPr>
            <a:xfrm>
              <a:off x="7056100" y="2338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2" name="pt20182"/>
            <p:cNvSpPr/>
            <p:nvPr/>
          </p:nvSpPr>
          <p:spPr>
            <a:xfrm>
              <a:off x="7341541" y="2081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3" name="pt20183"/>
            <p:cNvSpPr/>
            <p:nvPr/>
          </p:nvSpPr>
          <p:spPr>
            <a:xfrm>
              <a:off x="7139512" y="218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4" name="pt20184"/>
            <p:cNvSpPr/>
            <p:nvPr/>
          </p:nvSpPr>
          <p:spPr>
            <a:xfrm>
              <a:off x="7290080" y="1877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5" name="pt20185"/>
            <p:cNvSpPr/>
            <p:nvPr/>
          </p:nvSpPr>
          <p:spPr>
            <a:xfrm>
              <a:off x="7391547" y="2231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6" name="pt20186"/>
            <p:cNvSpPr/>
            <p:nvPr/>
          </p:nvSpPr>
          <p:spPr>
            <a:xfrm>
              <a:off x="6967200" y="2088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7" name="pt20187"/>
            <p:cNvSpPr/>
            <p:nvPr/>
          </p:nvSpPr>
          <p:spPr>
            <a:xfrm>
              <a:off x="6962943" y="1958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8" name="pt20188"/>
            <p:cNvSpPr/>
            <p:nvPr/>
          </p:nvSpPr>
          <p:spPr>
            <a:xfrm>
              <a:off x="6814068" y="2225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9" name="pt20189"/>
            <p:cNvSpPr/>
            <p:nvPr/>
          </p:nvSpPr>
          <p:spPr>
            <a:xfrm>
              <a:off x="6888328" y="195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0" name="pt20190"/>
            <p:cNvSpPr/>
            <p:nvPr/>
          </p:nvSpPr>
          <p:spPr>
            <a:xfrm>
              <a:off x="7152408" y="2277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1" name="pt20191"/>
            <p:cNvSpPr/>
            <p:nvPr/>
          </p:nvSpPr>
          <p:spPr>
            <a:xfrm>
              <a:off x="6887326" y="1941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2" name="pt20192"/>
            <p:cNvSpPr/>
            <p:nvPr/>
          </p:nvSpPr>
          <p:spPr>
            <a:xfrm>
              <a:off x="7118108" y="2115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3" name="pt20193"/>
            <p:cNvSpPr/>
            <p:nvPr/>
          </p:nvSpPr>
          <p:spPr>
            <a:xfrm>
              <a:off x="7134609" y="2205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4" name="pt20194"/>
            <p:cNvSpPr/>
            <p:nvPr/>
          </p:nvSpPr>
          <p:spPr>
            <a:xfrm>
              <a:off x="7236355" y="2030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5" name="pt20195"/>
            <p:cNvSpPr/>
            <p:nvPr/>
          </p:nvSpPr>
          <p:spPr>
            <a:xfrm>
              <a:off x="7104365" y="2193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6" name="pt20196"/>
            <p:cNvSpPr/>
            <p:nvPr/>
          </p:nvSpPr>
          <p:spPr>
            <a:xfrm>
              <a:off x="7040623" y="2397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7" name="pt20197"/>
            <p:cNvSpPr/>
            <p:nvPr/>
          </p:nvSpPr>
          <p:spPr>
            <a:xfrm>
              <a:off x="7308925" y="2091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8" name="pt20198"/>
            <p:cNvSpPr/>
            <p:nvPr/>
          </p:nvSpPr>
          <p:spPr>
            <a:xfrm>
              <a:off x="7071365" y="2234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9" name="pt20199"/>
            <p:cNvSpPr/>
            <p:nvPr/>
          </p:nvSpPr>
          <p:spPr>
            <a:xfrm>
              <a:off x="7134994" y="2165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0" name="pt20200"/>
            <p:cNvSpPr/>
            <p:nvPr/>
          </p:nvSpPr>
          <p:spPr>
            <a:xfrm>
              <a:off x="7077294" y="2126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1" name="pt20201"/>
            <p:cNvSpPr/>
            <p:nvPr/>
          </p:nvSpPr>
          <p:spPr>
            <a:xfrm>
              <a:off x="7100857" y="2221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2" name="pt20202"/>
            <p:cNvSpPr/>
            <p:nvPr/>
          </p:nvSpPr>
          <p:spPr>
            <a:xfrm>
              <a:off x="7143376" y="2222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3" name="pt20203"/>
            <p:cNvSpPr/>
            <p:nvPr/>
          </p:nvSpPr>
          <p:spPr>
            <a:xfrm>
              <a:off x="7074607" y="2209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4" name="pt20204"/>
            <p:cNvSpPr/>
            <p:nvPr/>
          </p:nvSpPr>
          <p:spPr>
            <a:xfrm>
              <a:off x="7325439" y="1999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5" name="pt20205"/>
            <p:cNvSpPr/>
            <p:nvPr/>
          </p:nvSpPr>
          <p:spPr>
            <a:xfrm>
              <a:off x="7682652" y="2256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6" name="pt20206"/>
            <p:cNvSpPr/>
            <p:nvPr/>
          </p:nvSpPr>
          <p:spPr>
            <a:xfrm>
              <a:off x="7465942" y="2697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7" name="pt20207"/>
            <p:cNvSpPr/>
            <p:nvPr/>
          </p:nvSpPr>
          <p:spPr>
            <a:xfrm>
              <a:off x="7165131" y="2159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8" name="pt20208"/>
            <p:cNvSpPr/>
            <p:nvPr/>
          </p:nvSpPr>
          <p:spPr>
            <a:xfrm>
              <a:off x="7232784" y="2234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9" name="pt20209"/>
            <p:cNvSpPr/>
            <p:nvPr/>
          </p:nvSpPr>
          <p:spPr>
            <a:xfrm>
              <a:off x="7454652" y="2739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0" name="pt20210"/>
            <p:cNvSpPr/>
            <p:nvPr/>
          </p:nvSpPr>
          <p:spPr>
            <a:xfrm>
              <a:off x="7055367" y="2263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1" name="pt20211"/>
            <p:cNvSpPr/>
            <p:nvPr/>
          </p:nvSpPr>
          <p:spPr>
            <a:xfrm>
              <a:off x="7239999" y="1818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2" name="pt20212"/>
            <p:cNvSpPr/>
            <p:nvPr/>
          </p:nvSpPr>
          <p:spPr>
            <a:xfrm>
              <a:off x="7056426" y="2196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3" name="pt20213"/>
            <p:cNvSpPr/>
            <p:nvPr/>
          </p:nvSpPr>
          <p:spPr>
            <a:xfrm>
              <a:off x="6583607" y="1753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4" name="pt20214"/>
            <p:cNvSpPr/>
            <p:nvPr/>
          </p:nvSpPr>
          <p:spPr>
            <a:xfrm>
              <a:off x="7258072" y="2078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5" name="pt20215"/>
            <p:cNvSpPr/>
            <p:nvPr/>
          </p:nvSpPr>
          <p:spPr>
            <a:xfrm>
              <a:off x="7412657" y="2958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6" name="pt20216"/>
            <p:cNvSpPr/>
            <p:nvPr/>
          </p:nvSpPr>
          <p:spPr>
            <a:xfrm>
              <a:off x="7049671" y="2329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7" name="pt20217"/>
            <p:cNvSpPr/>
            <p:nvPr/>
          </p:nvSpPr>
          <p:spPr>
            <a:xfrm>
              <a:off x="7102286" y="2106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8" name="pt20218"/>
            <p:cNvSpPr/>
            <p:nvPr/>
          </p:nvSpPr>
          <p:spPr>
            <a:xfrm>
              <a:off x="7180328" y="2093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9" name="pt20219"/>
            <p:cNvSpPr/>
            <p:nvPr/>
          </p:nvSpPr>
          <p:spPr>
            <a:xfrm>
              <a:off x="6980017" y="2121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0" name="pt20220"/>
            <p:cNvSpPr/>
            <p:nvPr/>
          </p:nvSpPr>
          <p:spPr>
            <a:xfrm>
              <a:off x="7149406" y="2323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1" name="pt20221"/>
            <p:cNvSpPr/>
            <p:nvPr/>
          </p:nvSpPr>
          <p:spPr>
            <a:xfrm>
              <a:off x="7281423" y="2049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2" name="pt20222"/>
            <p:cNvSpPr/>
            <p:nvPr/>
          </p:nvSpPr>
          <p:spPr>
            <a:xfrm>
              <a:off x="7189732" y="2037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3" name="pt20223"/>
            <p:cNvSpPr/>
            <p:nvPr/>
          </p:nvSpPr>
          <p:spPr>
            <a:xfrm>
              <a:off x="7351687" y="1946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4" name="pt20224"/>
            <p:cNvSpPr/>
            <p:nvPr/>
          </p:nvSpPr>
          <p:spPr>
            <a:xfrm>
              <a:off x="7443681" y="2429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5" name="pt20225"/>
            <p:cNvSpPr/>
            <p:nvPr/>
          </p:nvSpPr>
          <p:spPr>
            <a:xfrm>
              <a:off x="7144020" y="2164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6" name="pt20226"/>
            <p:cNvSpPr/>
            <p:nvPr/>
          </p:nvSpPr>
          <p:spPr>
            <a:xfrm>
              <a:off x="7124760" y="2157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7" name="pt20227"/>
            <p:cNvSpPr/>
            <p:nvPr/>
          </p:nvSpPr>
          <p:spPr>
            <a:xfrm>
              <a:off x="7182469" y="2099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8" name="pt20228"/>
            <p:cNvSpPr/>
            <p:nvPr/>
          </p:nvSpPr>
          <p:spPr>
            <a:xfrm>
              <a:off x="6967345" y="1992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9" name="pt20229"/>
            <p:cNvSpPr/>
            <p:nvPr/>
          </p:nvSpPr>
          <p:spPr>
            <a:xfrm>
              <a:off x="7082673" y="1879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0" name="pt20230"/>
            <p:cNvSpPr/>
            <p:nvPr/>
          </p:nvSpPr>
          <p:spPr>
            <a:xfrm>
              <a:off x="6899378" y="2063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1" name="pt20231"/>
            <p:cNvSpPr/>
            <p:nvPr/>
          </p:nvSpPr>
          <p:spPr>
            <a:xfrm>
              <a:off x="7185055" y="2157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2" name="pt20232"/>
            <p:cNvSpPr/>
            <p:nvPr/>
          </p:nvSpPr>
          <p:spPr>
            <a:xfrm>
              <a:off x="7132599" y="2131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3" name="pt20233"/>
            <p:cNvSpPr/>
            <p:nvPr/>
          </p:nvSpPr>
          <p:spPr>
            <a:xfrm>
              <a:off x="7133407" y="2059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4" name="pt20234"/>
            <p:cNvSpPr/>
            <p:nvPr/>
          </p:nvSpPr>
          <p:spPr>
            <a:xfrm>
              <a:off x="7158943" y="2206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5" name="pt20235"/>
            <p:cNvSpPr/>
            <p:nvPr/>
          </p:nvSpPr>
          <p:spPr>
            <a:xfrm>
              <a:off x="7206968" y="2120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6" name="pt20236"/>
            <p:cNvSpPr/>
            <p:nvPr/>
          </p:nvSpPr>
          <p:spPr>
            <a:xfrm>
              <a:off x="7167825" y="2052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7" name="pt20237"/>
            <p:cNvSpPr/>
            <p:nvPr/>
          </p:nvSpPr>
          <p:spPr>
            <a:xfrm>
              <a:off x="7164953" y="2108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8" name="pt20238"/>
            <p:cNvSpPr/>
            <p:nvPr/>
          </p:nvSpPr>
          <p:spPr>
            <a:xfrm>
              <a:off x="7137907" y="2221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9" name="pt20239"/>
            <p:cNvSpPr/>
            <p:nvPr/>
          </p:nvSpPr>
          <p:spPr>
            <a:xfrm>
              <a:off x="7110195" y="2091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0" name="pt20240"/>
            <p:cNvSpPr/>
            <p:nvPr/>
          </p:nvSpPr>
          <p:spPr>
            <a:xfrm>
              <a:off x="7057603" y="2111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1" name="pt20241"/>
            <p:cNvSpPr/>
            <p:nvPr/>
          </p:nvSpPr>
          <p:spPr>
            <a:xfrm>
              <a:off x="7107271" y="2165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2" name="pt20242"/>
            <p:cNvSpPr/>
            <p:nvPr/>
          </p:nvSpPr>
          <p:spPr>
            <a:xfrm>
              <a:off x="7316024" y="1985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3" name="pt20243"/>
            <p:cNvSpPr/>
            <p:nvPr/>
          </p:nvSpPr>
          <p:spPr>
            <a:xfrm>
              <a:off x="7273210" y="2010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4" name="pt20244"/>
            <p:cNvSpPr/>
            <p:nvPr/>
          </p:nvSpPr>
          <p:spPr>
            <a:xfrm>
              <a:off x="7167039" y="2030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5" name="pt20245"/>
            <p:cNvSpPr/>
            <p:nvPr/>
          </p:nvSpPr>
          <p:spPr>
            <a:xfrm>
              <a:off x="7494506" y="2247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6" name="pt20246"/>
            <p:cNvSpPr/>
            <p:nvPr/>
          </p:nvSpPr>
          <p:spPr>
            <a:xfrm>
              <a:off x="7040246" y="2164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7" name="pt20247"/>
            <p:cNvSpPr/>
            <p:nvPr/>
          </p:nvSpPr>
          <p:spPr>
            <a:xfrm>
              <a:off x="7283969" y="2081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8" name="pt20248"/>
            <p:cNvSpPr/>
            <p:nvPr/>
          </p:nvSpPr>
          <p:spPr>
            <a:xfrm>
              <a:off x="6965274" y="1921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9" name="pt20249"/>
            <p:cNvSpPr/>
            <p:nvPr/>
          </p:nvSpPr>
          <p:spPr>
            <a:xfrm>
              <a:off x="6901265" y="1873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0" name="pt20250"/>
            <p:cNvSpPr/>
            <p:nvPr/>
          </p:nvSpPr>
          <p:spPr>
            <a:xfrm>
              <a:off x="6844642" y="2165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1" name="pt20251"/>
            <p:cNvSpPr/>
            <p:nvPr/>
          </p:nvSpPr>
          <p:spPr>
            <a:xfrm>
              <a:off x="6998138" y="2001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2" name="pt20252"/>
            <p:cNvSpPr/>
            <p:nvPr/>
          </p:nvSpPr>
          <p:spPr>
            <a:xfrm>
              <a:off x="7086236" y="2106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3" name="pt20253"/>
            <p:cNvSpPr/>
            <p:nvPr/>
          </p:nvSpPr>
          <p:spPr>
            <a:xfrm>
              <a:off x="7203091" y="2158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4" name="pt20254"/>
            <p:cNvSpPr/>
            <p:nvPr/>
          </p:nvSpPr>
          <p:spPr>
            <a:xfrm>
              <a:off x="7386159" y="2158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5" name="pt20255"/>
            <p:cNvSpPr/>
            <p:nvPr/>
          </p:nvSpPr>
          <p:spPr>
            <a:xfrm>
              <a:off x="7336079" y="1963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6" name="pt20256"/>
            <p:cNvSpPr/>
            <p:nvPr/>
          </p:nvSpPr>
          <p:spPr>
            <a:xfrm>
              <a:off x="7225488" y="2018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7" name="pt20257"/>
            <p:cNvSpPr/>
            <p:nvPr/>
          </p:nvSpPr>
          <p:spPr>
            <a:xfrm>
              <a:off x="7143824" y="2339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8" name="pt20258"/>
            <p:cNvSpPr/>
            <p:nvPr/>
          </p:nvSpPr>
          <p:spPr>
            <a:xfrm>
              <a:off x="7265126" y="2089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9" name="pt20259"/>
            <p:cNvSpPr/>
            <p:nvPr/>
          </p:nvSpPr>
          <p:spPr>
            <a:xfrm>
              <a:off x="7325702" y="2080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0" name="pt20260"/>
            <p:cNvSpPr/>
            <p:nvPr/>
          </p:nvSpPr>
          <p:spPr>
            <a:xfrm>
              <a:off x="7256661" y="2074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1" name="pt20261"/>
            <p:cNvSpPr/>
            <p:nvPr/>
          </p:nvSpPr>
          <p:spPr>
            <a:xfrm>
              <a:off x="7176421" y="2005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2" name="pt20262"/>
            <p:cNvSpPr/>
            <p:nvPr/>
          </p:nvSpPr>
          <p:spPr>
            <a:xfrm>
              <a:off x="7351242" y="1875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3" name="pt20263"/>
            <p:cNvSpPr/>
            <p:nvPr/>
          </p:nvSpPr>
          <p:spPr>
            <a:xfrm>
              <a:off x="7157691" y="2095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4" name="pt20264"/>
            <p:cNvSpPr/>
            <p:nvPr/>
          </p:nvSpPr>
          <p:spPr>
            <a:xfrm>
              <a:off x="7291036" y="1948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5" name="pt20265"/>
            <p:cNvSpPr/>
            <p:nvPr/>
          </p:nvSpPr>
          <p:spPr>
            <a:xfrm>
              <a:off x="7100347" y="2185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6" name="pt20266"/>
            <p:cNvSpPr/>
            <p:nvPr/>
          </p:nvSpPr>
          <p:spPr>
            <a:xfrm>
              <a:off x="7188285" y="2046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7" name="pt20267"/>
            <p:cNvSpPr/>
            <p:nvPr/>
          </p:nvSpPr>
          <p:spPr>
            <a:xfrm>
              <a:off x="7172672" y="2021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8" name="pt20268"/>
            <p:cNvSpPr/>
            <p:nvPr/>
          </p:nvSpPr>
          <p:spPr>
            <a:xfrm>
              <a:off x="6918486" y="2238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9" name="pt20269"/>
            <p:cNvSpPr/>
            <p:nvPr/>
          </p:nvSpPr>
          <p:spPr>
            <a:xfrm>
              <a:off x="7468389" y="2601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0" name="pt20270"/>
            <p:cNvSpPr/>
            <p:nvPr/>
          </p:nvSpPr>
          <p:spPr>
            <a:xfrm>
              <a:off x="7089029" y="2239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1" name="pt20271"/>
            <p:cNvSpPr/>
            <p:nvPr/>
          </p:nvSpPr>
          <p:spPr>
            <a:xfrm>
              <a:off x="7257984" y="2185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2" name="pt20272"/>
            <p:cNvSpPr/>
            <p:nvPr/>
          </p:nvSpPr>
          <p:spPr>
            <a:xfrm>
              <a:off x="6996952" y="201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3" name="pt20273"/>
            <p:cNvSpPr/>
            <p:nvPr/>
          </p:nvSpPr>
          <p:spPr>
            <a:xfrm>
              <a:off x="7209735" y="2174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4" name="pt20274"/>
            <p:cNvSpPr/>
            <p:nvPr/>
          </p:nvSpPr>
          <p:spPr>
            <a:xfrm>
              <a:off x="7450178" y="2424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5" name="pt20275"/>
            <p:cNvSpPr/>
            <p:nvPr/>
          </p:nvSpPr>
          <p:spPr>
            <a:xfrm>
              <a:off x="7186869" y="2176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6" name="pt20276"/>
            <p:cNvSpPr/>
            <p:nvPr/>
          </p:nvSpPr>
          <p:spPr>
            <a:xfrm>
              <a:off x="7325933" y="1987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7" name="pt20277"/>
            <p:cNvSpPr/>
            <p:nvPr/>
          </p:nvSpPr>
          <p:spPr>
            <a:xfrm>
              <a:off x="7132775" y="2166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8" name="pt20278"/>
            <p:cNvSpPr/>
            <p:nvPr/>
          </p:nvSpPr>
          <p:spPr>
            <a:xfrm>
              <a:off x="7069893" y="2124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9" name="pt20279"/>
            <p:cNvSpPr/>
            <p:nvPr/>
          </p:nvSpPr>
          <p:spPr>
            <a:xfrm>
              <a:off x="6821031" y="2127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0" name="pt20280"/>
            <p:cNvSpPr/>
            <p:nvPr/>
          </p:nvSpPr>
          <p:spPr>
            <a:xfrm>
              <a:off x="7177765" y="2037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1" name="pt20281"/>
            <p:cNvSpPr/>
            <p:nvPr/>
          </p:nvSpPr>
          <p:spPr>
            <a:xfrm>
              <a:off x="7153175" y="2280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2" name="pt20282"/>
            <p:cNvSpPr/>
            <p:nvPr/>
          </p:nvSpPr>
          <p:spPr>
            <a:xfrm>
              <a:off x="7309602" y="2085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3" name="pt20283"/>
            <p:cNvSpPr/>
            <p:nvPr/>
          </p:nvSpPr>
          <p:spPr>
            <a:xfrm>
              <a:off x="7099114" y="2223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4" name="pt20284"/>
            <p:cNvSpPr/>
            <p:nvPr/>
          </p:nvSpPr>
          <p:spPr>
            <a:xfrm>
              <a:off x="7003741" y="2096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5" name="pt20285"/>
            <p:cNvSpPr/>
            <p:nvPr/>
          </p:nvSpPr>
          <p:spPr>
            <a:xfrm>
              <a:off x="7140575" y="2119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6" name="pt20286"/>
            <p:cNvSpPr/>
            <p:nvPr/>
          </p:nvSpPr>
          <p:spPr>
            <a:xfrm>
              <a:off x="7287095" y="211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7" name="pt20287"/>
            <p:cNvSpPr/>
            <p:nvPr/>
          </p:nvSpPr>
          <p:spPr>
            <a:xfrm>
              <a:off x="7060554" y="1980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8" name="pt20288"/>
            <p:cNvSpPr/>
            <p:nvPr/>
          </p:nvSpPr>
          <p:spPr>
            <a:xfrm>
              <a:off x="7157252" y="2211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9" name="pt20289"/>
            <p:cNvSpPr/>
            <p:nvPr/>
          </p:nvSpPr>
          <p:spPr>
            <a:xfrm>
              <a:off x="6892793" y="1961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0" name="pt20290"/>
            <p:cNvSpPr/>
            <p:nvPr/>
          </p:nvSpPr>
          <p:spPr>
            <a:xfrm>
              <a:off x="7107199" y="2201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1" name="pt20291"/>
            <p:cNvSpPr/>
            <p:nvPr/>
          </p:nvSpPr>
          <p:spPr>
            <a:xfrm>
              <a:off x="6995656" y="2024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2" name="pt20292"/>
            <p:cNvSpPr/>
            <p:nvPr/>
          </p:nvSpPr>
          <p:spPr>
            <a:xfrm>
              <a:off x="7111729" y="2086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3" name="pt20293"/>
            <p:cNvSpPr/>
            <p:nvPr/>
          </p:nvSpPr>
          <p:spPr>
            <a:xfrm>
              <a:off x="7177276" y="207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4" name="pt20294"/>
            <p:cNvSpPr/>
            <p:nvPr/>
          </p:nvSpPr>
          <p:spPr>
            <a:xfrm>
              <a:off x="7114722" y="2027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5" name="pt20295"/>
            <p:cNvSpPr/>
            <p:nvPr/>
          </p:nvSpPr>
          <p:spPr>
            <a:xfrm>
              <a:off x="7135508" y="2168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6" name="pt20296"/>
            <p:cNvSpPr/>
            <p:nvPr/>
          </p:nvSpPr>
          <p:spPr>
            <a:xfrm>
              <a:off x="7032923" y="1999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7" name="pt20297"/>
            <p:cNvSpPr/>
            <p:nvPr/>
          </p:nvSpPr>
          <p:spPr>
            <a:xfrm>
              <a:off x="6864827" y="2306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8" name="pt20298"/>
            <p:cNvSpPr/>
            <p:nvPr/>
          </p:nvSpPr>
          <p:spPr>
            <a:xfrm>
              <a:off x="7420754" y="2696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9" name="pt20299"/>
            <p:cNvSpPr/>
            <p:nvPr/>
          </p:nvSpPr>
          <p:spPr>
            <a:xfrm>
              <a:off x="7022489" y="1882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0" name="pt20300"/>
            <p:cNvSpPr/>
            <p:nvPr/>
          </p:nvSpPr>
          <p:spPr>
            <a:xfrm>
              <a:off x="7249906" y="2063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1" name="pt20301"/>
            <p:cNvSpPr/>
            <p:nvPr/>
          </p:nvSpPr>
          <p:spPr>
            <a:xfrm>
              <a:off x="7312816" y="2028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2" name="pt20302"/>
            <p:cNvSpPr/>
            <p:nvPr/>
          </p:nvSpPr>
          <p:spPr>
            <a:xfrm>
              <a:off x="7014202" y="1783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3" name="pt20303"/>
            <p:cNvSpPr/>
            <p:nvPr/>
          </p:nvSpPr>
          <p:spPr>
            <a:xfrm>
              <a:off x="6971957" y="2022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4" name="pt20304"/>
            <p:cNvSpPr/>
            <p:nvPr/>
          </p:nvSpPr>
          <p:spPr>
            <a:xfrm>
              <a:off x="7255397" y="2129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5" name="pt20305"/>
            <p:cNvSpPr/>
            <p:nvPr/>
          </p:nvSpPr>
          <p:spPr>
            <a:xfrm>
              <a:off x="6961871" y="1998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6" name="pt20306"/>
            <p:cNvSpPr/>
            <p:nvPr/>
          </p:nvSpPr>
          <p:spPr>
            <a:xfrm>
              <a:off x="7193335" y="2072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7" name="pt20307"/>
            <p:cNvSpPr/>
            <p:nvPr/>
          </p:nvSpPr>
          <p:spPr>
            <a:xfrm>
              <a:off x="7159439" y="2123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8" name="pt20308"/>
            <p:cNvSpPr/>
            <p:nvPr/>
          </p:nvSpPr>
          <p:spPr>
            <a:xfrm>
              <a:off x="7109423" y="2163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9" name="pt20309"/>
            <p:cNvSpPr/>
            <p:nvPr/>
          </p:nvSpPr>
          <p:spPr>
            <a:xfrm>
              <a:off x="7168423" y="197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0" name="pt20310"/>
            <p:cNvSpPr/>
            <p:nvPr/>
          </p:nvSpPr>
          <p:spPr>
            <a:xfrm>
              <a:off x="7372649" y="2507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1" name="pt20311"/>
            <p:cNvSpPr/>
            <p:nvPr/>
          </p:nvSpPr>
          <p:spPr>
            <a:xfrm>
              <a:off x="7244417" y="2217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2" name="pt20312"/>
            <p:cNvSpPr/>
            <p:nvPr/>
          </p:nvSpPr>
          <p:spPr>
            <a:xfrm>
              <a:off x="7259832" y="1950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3" name="pt20313"/>
            <p:cNvSpPr/>
            <p:nvPr/>
          </p:nvSpPr>
          <p:spPr>
            <a:xfrm>
              <a:off x="6820169" y="2249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4" name="pt20314"/>
            <p:cNvSpPr/>
            <p:nvPr/>
          </p:nvSpPr>
          <p:spPr>
            <a:xfrm>
              <a:off x="7212201" y="2257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5" name="pt20315"/>
            <p:cNvSpPr/>
            <p:nvPr/>
          </p:nvSpPr>
          <p:spPr>
            <a:xfrm>
              <a:off x="6981566" y="1971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6" name="pt20316"/>
            <p:cNvSpPr/>
            <p:nvPr/>
          </p:nvSpPr>
          <p:spPr>
            <a:xfrm>
              <a:off x="6938607" y="213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7" name="pt20317"/>
            <p:cNvSpPr/>
            <p:nvPr/>
          </p:nvSpPr>
          <p:spPr>
            <a:xfrm>
              <a:off x="7259905" y="2031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8" name="pt20318"/>
            <p:cNvSpPr/>
            <p:nvPr/>
          </p:nvSpPr>
          <p:spPr>
            <a:xfrm>
              <a:off x="7087838" y="2129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9" name="pt20319"/>
            <p:cNvSpPr/>
            <p:nvPr/>
          </p:nvSpPr>
          <p:spPr>
            <a:xfrm>
              <a:off x="7044870" y="2203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0" name="pt20320"/>
            <p:cNvSpPr/>
            <p:nvPr/>
          </p:nvSpPr>
          <p:spPr>
            <a:xfrm>
              <a:off x="7051082" y="2414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1" name="pt20321"/>
            <p:cNvSpPr/>
            <p:nvPr/>
          </p:nvSpPr>
          <p:spPr>
            <a:xfrm>
              <a:off x="7418511" y="2425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2" name="pt20322"/>
            <p:cNvSpPr/>
            <p:nvPr/>
          </p:nvSpPr>
          <p:spPr>
            <a:xfrm>
              <a:off x="7093383" y="2181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3" name="pt20323"/>
            <p:cNvSpPr/>
            <p:nvPr/>
          </p:nvSpPr>
          <p:spPr>
            <a:xfrm>
              <a:off x="7137169" y="2228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4" name="pt20324"/>
            <p:cNvSpPr/>
            <p:nvPr/>
          </p:nvSpPr>
          <p:spPr>
            <a:xfrm>
              <a:off x="6848700" y="2476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5" name="pt20325"/>
            <p:cNvSpPr/>
            <p:nvPr/>
          </p:nvSpPr>
          <p:spPr>
            <a:xfrm>
              <a:off x="7692816" y="2489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6" name="pt20326"/>
            <p:cNvSpPr/>
            <p:nvPr/>
          </p:nvSpPr>
          <p:spPr>
            <a:xfrm>
              <a:off x="6975914" y="191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7" name="pt20327"/>
            <p:cNvSpPr/>
            <p:nvPr/>
          </p:nvSpPr>
          <p:spPr>
            <a:xfrm>
              <a:off x="7036982" y="2177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8" name="pt20328"/>
            <p:cNvSpPr/>
            <p:nvPr/>
          </p:nvSpPr>
          <p:spPr>
            <a:xfrm>
              <a:off x="7400893" y="2776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9" name="pt20329"/>
            <p:cNvSpPr/>
            <p:nvPr/>
          </p:nvSpPr>
          <p:spPr>
            <a:xfrm>
              <a:off x="7240734" y="1679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0" name="pt20330"/>
            <p:cNvSpPr/>
            <p:nvPr/>
          </p:nvSpPr>
          <p:spPr>
            <a:xfrm>
              <a:off x="7165125" y="2095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1" name="pt20331"/>
            <p:cNvSpPr/>
            <p:nvPr/>
          </p:nvSpPr>
          <p:spPr>
            <a:xfrm>
              <a:off x="7180788" y="2115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2" name="pt20332"/>
            <p:cNvSpPr/>
            <p:nvPr/>
          </p:nvSpPr>
          <p:spPr>
            <a:xfrm>
              <a:off x="7295995" y="1947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3" name="pt20333"/>
            <p:cNvSpPr/>
            <p:nvPr/>
          </p:nvSpPr>
          <p:spPr>
            <a:xfrm>
              <a:off x="7130090" y="213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4" name="pt20334"/>
            <p:cNvSpPr/>
            <p:nvPr/>
          </p:nvSpPr>
          <p:spPr>
            <a:xfrm>
              <a:off x="7141626" y="2223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5" name="pt20335"/>
            <p:cNvSpPr/>
            <p:nvPr/>
          </p:nvSpPr>
          <p:spPr>
            <a:xfrm>
              <a:off x="7239825" y="1834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6" name="pt20336"/>
            <p:cNvSpPr/>
            <p:nvPr/>
          </p:nvSpPr>
          <p:spPr>
            <a:xfrm>
              <a:off x="7510319" y="2457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7" name="pt20337"/>
            <p:cNvSpPr/>
            <p:nvPr/>
          </p:nvSpPr>
          <p:spPr>
            <a:xfrm>
              <a:off x="7121823" y="2134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8" name="pt20338"/>
            <p:cNvSpPr/>
            <p:nvPr/>
          </p:nvSpPr>
          <p:spPr>
            <a:xfrm>
              <a:off x="7339327" y="2130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9" name="pt20339"/>
            <p:cNvSpPr/>
            <p:nvPr/>
          </p:nvSpPr>
          <p:spPr>
            <a:xfrm>
              <a:off x="7148349" y="233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0" name="pt20340"/>
            <p:cNvSpPr/>
            <p:nvPr/>
          </p:nvSpPr>
          <p:spPr>
            <a:xfrm>
              <a:off x="6989805" y="1932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1" name="pt20341"/>
            <p:cNvSpPr/>
            <p:nvPr/>
          </p:nvSpPr>
          <p:spPr>
            <a:xfrm>
              <a:off x="7113545" y="2114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2" name="pt20342"/>
            <p:cNvSpPr/>
            <p:nvPr/>
          </p:nvSpPr>
          <p:spPr>
            <a:xfrm>
              <a:off x="7045317" y="2365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3" name="pt20343"/>
            <p:cNvSpPr/>
            <p:nvPr/>
          </p:nvSpPr>
          <p:spPr>
            <a:xfrm>
              <a:off x="7010441" y="2043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4" name="pt20344"/>
            <p:cNvSpPr/>
            <p:nvPr/>
          </p:nvSpPr>
          <p:spPr>
            <a:xfrm>
              <a:off x="7112673" y="217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5" name="pt20345"/>
            <p:cNvSpPr/>
            <p:nvPr/>
          </p:nvSpPr>
          <p:spPr>
            <a:xfrm>
              <a:off x="6914386" y="223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6" name="pt20346"/>
            <p:cNvSpPr/>
            <p:nvPr/>
          </p:nvSpPr>
          <p:spPr>
            <a:xfrm>
              <a:off x="7358623" y="2331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7" name="pt20347"/>
            <p:cNvSpPr/>
            <p:nvPr/>
          </p:nvSpPr>
          <p:spPr>
            <a:xfrm>
              <a:off x="7221743" y="2203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8" name="pt20348"/>
            <p:cNvSpPr/>
            <p:nvPr/>
          </p:nvSpPr>
          <p:spPr>
            <a:xfrm>
              <a:off x="7172835" y="2047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9" name="pt20349"/>
            <p:cNvSpPr/>
            <p:nvPr/>
          </p:nvSpPr>
          <p:spPr>
            <a:xfrm>
              <a:off x="7299511" y="2006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0" name="pt20350"/>
            <p:cNvSpPr/>
            <p:nvPr/>
          </p:nvSpPr>
          <p:spPr>
            <a:xfrm>
              <a:off x="6949325" y="2137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1" name="pt20351"/>
            <p:cNvSpPr/>
            <p:nvPr/>
          </p:nvSpPr>
          <p:spPr>
            <a:xfrm>
              <a:off x="7220277" y="2163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2" name="pt20352"/>
            <p:cNvSpPr/>
            <p:nvPr/>
          </p:nvSpPr>
          <p:spPr>
            <a:xfrm>
              <a:off x="7009891" y="2081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3" name="pt20353"/>
            <p:cNvSpPr/>
            <p:nvPr/>
          </p:nvSpPr>
          <p:spPr>
            <a:xfrm>
              <a:off x="6997697" y="2004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4" name="pt20354"/>
            <p:cNvSpPr/>
            <p:nvPr/>
          </p:nvSpPr>
          <p:spPr>
            <a:xfrm>
              <a:off x="7264307" y="2095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5" name="pt20355"/>
            <p:cNvSpPr/>
            <p:nvPr/>
          </p:nvSpPr>
          <p:spPr>
            <a:xfrm>
              <a:off x="7151207" y="2323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6" name="pt20356"/>
            <p:cNvSpPr/>
            <p:nvPr/>
          </p:nvSpPr>
          <p:spPr>
            <a:xfrm>
              <a:off x="6907018" y="2093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7" name="pt20357"/>
            <p:cNvSpPr/>
            <p:nvPr/>
          </p:nvSpPr>
          <p:spPr>
            <a:xfrm>
              <a:off x="7048339" y="2338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8" name="pt20358"/>
            <p:cNvSpPr/>
            <p:nvPr/>
          </p:nvSpPr>
          <p:spPr>
            <a:xfrm>
              <a:off x="7226459" y="2010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9" name="pt20359"/>
            <p:cNvSpPr/>
            <p:nvPr/>
          </p:nvSpPr>
          <p:spPr>
            <a:xfrm>
              <a:off x="6920740" y="2167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0" name="pt20360"/>
            <p:cNvSpPr/>
            <p:nvPr/>
          </p:nvSpPr>
          <p:spPr>
            <a:xfrm>
              <a:off x="7226505" y="2162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1" name="pt20361"/>
            <p:cNvSpPr/>
            <p:nvPr/>
          </p:nvSpPr>
          <p:spPr>
            <a:xfrm>
              <a:off x="7412546" y="2751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2" name="pt20362"/>
            <p:cNvSpPr/>
            <p:nvPr/>
          </p:nvSpPr>
          <p:spPr>
            <a:xfrm>
              <a:off x="6535215" y="1775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3" name="pt20363"/>
            <p:cNvSpPr/>
            <p:nvPr/>
          </p:nvSpPr>
          <p:spPr>
            <a:xfrm>
              <a:off x="7250206" y="2179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4" name="pt20364"/>
            <p:cNvSpPr/>
            <p:nvPr/>
          </p:nvSpPr>
          <p:spPr>
            <a:xfrm>
              <a:off x="6967803" y="1941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5" name="pt20365"/>
            <p:cNvSpPr/>
            <p:nvPr/>
          </p:nvSpPr>
          <p:spPr>
            <a:xfrm>
              <a:off x="7120802" y="2076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6" name="pt20366"/>
            <p:cNvSpPr/>
            <p:nvPr/>
          </p:nvSpPr>
          <p:spPr>
            <a:xfrm>
              <a:off x="7286675" y="2035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7" name="pt20367"/>
            <p:cNvSpPr/>
            <p:nvPr/>
          </p:nvSpPr>
          <p:spPr>
            <a:xfrm>
              <a:off x="7052400" y="2341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8" name="pt20368"/>
            <p:cNvSpPr/>
            <p:nvPr/>
          </p:nvSpPr>
          <p:spPr>
            <a:xfrm>
              <a:off x="6833428" y="1953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9" name="pt20369"/>
            <p:cNvSpPr/>
            <p:nvPr/>
          </p:nvSpPr>
          <p:spPr>
            <a:xfrm>
              <a:off x="7183115" y="2118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0" name="pt20370"/>
            <p:cNvSpPr/>
            <p:nvPr/>
          </p:nvSpPr>
          <p:spPr>
            <a:xfrm>
              <a:off x="7477879" y="1971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1" name="pt20371"/>
            <p:cNvSpPr/>
            <p:nvPr/>
          </p:nvSpPr>
          <p:spPr>
            <a:xfrm>
              <a:off x="7086150" y="2077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2" name="pt20372"/>
            <p:cNvSpPr/>
            <p:nvPr/>
          </p:nvSpPr>
          <p:spPr>
            <a:xfrm>
              <a:off x="7111643" y="2068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3" name="pt20373"/>
            <p:cNvSpPr/>
            <p:nvPr/>
          </p:nvSpPr>
          <p:spPr>
            <a:xfrm>
              <a:off x="7086414" y="2171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4" name="pt20374"/>
            <p:cNvSpPr/>
            <p:nvPr/>
          </p:nvSpPr>
          <p:spPr>
            <a:xfrm>
              <a:off x="7204423" y="2158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5" name="pt20375"/>
            <p:cNvSpPr/>
            <p:nvPr/>
          </p:nvSpPr>
          <p:spPr>
            <a:xfrm>
              <a:off x="7082951" y="2135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6" name="pt20376"/>
            <p:cNvSpPr/>
            <p:nvPr/>
          </p:nvSpPr>
          <p:spPr>
            <a:xfrm>
              <a:off x="7194563" y="1976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7" name="pt20377"/>
            <p:cNvSpPr/>
            <p:nvPr/>
          </p:nvSpPr>
          <p:spPr>
            <a:xfrm>
              <a:off x="7239946" y="1725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8" name="pt20378"/>
            <p:cNvSpPr/>
            <p:nvPr/>
          </p:nvSpPr>
          <p:spPr>
            <a:xfrm>
              <a:off x="7280659" y="2153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9" name="pt20379"/>
            <p:cNvSpPr/>
            <p:nvPr/>
          </p:nvSpPr>
          <p:spPr>
            <a:xfrm>
              <a:off x="7021435" y="2049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0" name="pt20380"/>
            <p:cNvSpPr/>
            <p:nvPr/>
          </p:nvSpPr>
          <p:spPr>
            <a:xfrm>
              <a:off x="7166624" y="2023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1" name="pt20381"/>
            <p:cNvSpPr/>
            <p:nvPr/>
          </p:nvSpPr>
          <p:spPr>
            <a:xfrm>
              <a:off x="7145791" y="2236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2" name="pt20382"/>
            <p:cNvSpPr/>
            <p:nvPr/>
          </p:nvSpPr>
          <p:spPr>
            <a:xfrm>
              <a:off x="6900878" y="1667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3" name="pt20383"/>
            <p:cNvSpPr/>
            <p:nvPr/>
          </p:nvSpPr>
          <p:spPr>
            <a:xfrm>
              <a:off x="7142147" y="2224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4" name="pt20384"/>
            <p:cNvSpPr/>
            <p:nvPr/>
          </p:nvSpPr>
          <p:spPr>
            <a:xfrm>
              <a:off x="7018334" y="2045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5" name="pt20385"/>
            <p:cNvSpPr/>
            <p:nvPr/>
          </p:nvSpPr>
          <p:spPr>
            <a:xfrm>
              <a:off x="7331299" y="1914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6" name="pt20386"/>
            <p:cNvSpPr/>
            <p:nvPr/>
          </p:nvSpPr>
          <p:spPr>
            <a:xfrm>
              <a:off x="7154329" y="2346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7" name="pt20387"/>
            <p:cNvSpPr/>
            <p:nvPr/>
          </p:nvSpPr>
          <p:spPr>
            <a:xfrm>
              <a:off x="7283747" y="1889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8" name="pt20388"/>
            <p:cNvSpPr/>
            <p:nvPr/>
          </p:nvSpPr>
          <p:spPr>
            <a:xfrm>
              <a:off x="7093615" y="2192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9" name="pt20389"/>
            <p:cNvSpPr/>
            <p:nvPr/>
          </p:nvSpPr>
          <p:spPr>
            <a:xfrm>
              <a:off x="7147066" y="2163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0" name="pt20390"/>
            <p:cNvSpPr/>
            <p:nvPr/>
          </p:nvSpPr>
          <p:spPr>
            <a:xfrm>
              <a:off x="7768124" y="2400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1" name="pt20391"/>
            <p:cNvSpPr/>
            <p:nvPr/>
          </p:nvSpPr>
          <p:spPr>
            <a:xfrm>
              <a:off x="7226282" y="1980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2" name="pt20392"/>
            <p:cNvSpPr/>
            <p:nvPr/>
          </p:nvSpPr>
          <p:spPr>
            <a:xfrm>
              <a:off x="6901941" y="1910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3" name="pt20393"/>
            <p:cNvSpPr/>
            <p:nvPr/>
          </p:nvSpPr>
          <p:spPr>
            <a:xfrm>
              <a:off x="7165503" y="2080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4" name="pt20394"/>
            <p:cNvSpPr/>
            <p:nvPr/>
          </p:nvSpPr>
          <p:spPr>
            <a:xfrm>
              <a:off x="7492066" y="2518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5" name="pt20395"/>
            <p:cNvSpPr/>
            <p:nvPr/>
          </p:nvSpPr>
          <p:spPr>
            <a:xfrm>
              <a:off x="6942703" y="2104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6" name="pt20396"/>
            <p:cNvSpPr/>
            <p:nvPr/>
          </p:nvSpPr>
          <p:spPr>
            <a:xfrm>
              <a:off x="7089405" y="2215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7" name="pt20397"/>
            <p:cNvSpPr/>
            <p:nvPr/>
          </p:nvSpPr>
          <p:spPr>
            <a:xfrm>
              <a:off x="7210484" y="2230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8" name="pt20398"/>
            <p:cNvSpPr/>
            <p:nvPr/>
          </p:nvSpPr>
          <p:spPr>
            <a:xfrm>
              <a:off x="7312961" y="1974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9" name="pt20399"/>
            <p:cNvSpPr/>
            <p:nvPr/>
          </p:nvSpPr>
          <p:spPr>
            <a:xfrm>
              <a:off x="7134355" y="2144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0" name="pt20400"/>
            <p:cNvSpPr/>
            <p:nvPr/>
          </p:nvSpPr>
          <p:spPr>
            <a:xfrm>
              <a:off x="7172712" y="1980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1" name="pt20401"/>
            <p:cNvSpPr/>
            <p:nvPr/>
          </p:nvSpPr>
          <p:spPr>
            <a:xfrm>
              <a:off x="7144978" y="2166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2" name="pt20402"/>
            <p:cNvSpPr/>
            <p:nvPr/>
          </p:nvSpPr>
          <p:spPr>
            <a:xfrm>
              <a:off x="7382299" y="2324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3" name="pt20403"/>
            <p:cNvSpPr/>
            <p:nvPr/>
          </p:nvSpPr>
          <p:spPr>
            <a:xfrm>
              <a:off x="7111468" y="2124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4" name="pt20404"/>
            <p:cNvSpPr/>
            <p:nvPr/>
          </p:nvSpPr>
          <p:spPr>
            <a:xfrm>
              <a:off x="7168888" y="1984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5" name="pt20405"/>
            <p:cNvSpPr/>
            <p:nvPr/>
          </p:nvSpPr>
          <p:spPr>
            <a:xfrm>
              <a:off x="7260732" y="2114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6" name="pt20406"/>
            <p:cNvSpPr/>
            <p:nvPr/>
          </p:nvSpPr>
          <p:spPr>
            <a:xfrm>
              <a:off x="6793806" y="2722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7" name="pt20407"/>
            <p:cNvSpPr/>
            <p:nvPr/>
          </p:nvSpPr>
          <p:spPr>
            <a:xfrm>
              <a:off x="7439220" y="2249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8" name="pt20408"/>
            <p:cNvSpPr/>
            <p:nvPr/>
          </p:nvSpPr>
          <p:spPr>
            <a:xfrm>
              <a:off x="7317947" y="1933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9" name="pt20409"/>
            <p:cNvSpPr/>
            <p:nvPr/>
          </p:nvSpPr>
          <p:spPr>
            <a:xfrm>
              <a:off x="7216023" y="2315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0" name="pt20410"/>
            <p:cNvSpPr/>
            <p:nvPr/>
          </p:nvSpPr>
          <p:spPr>
            <a:xfrm>
              <a:off x="7366793" y="2259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1" name="pt20411"/>
            <p:cNvSpPr/>
            <p:nvPr/>
          </p:nvSpPr>
          <p:spPr>
            <a:xfrm>
              <a:off x="7137251" y="2221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2" name="pt20412"/>
            <p:cNvSpPr/>
            <p:nvPr/>
          </p:nvSpPr>
          <p:spPr>
            <a:xfrm>
              <a:off x="7203039" y="2153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3" name="pt20413"/>
            <p:cNvSpPr/>
            <p:nvPr/>
          </p:nvSpPr>
          <p:spPr>
            <a:xfrm>
              <a:off x="7273557" y="2049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4" name="pt20414"/>
            <p:cNvSpPr/>
            <p:nvPr/>
          </p:nvSpPr>
          <p:spPr>
            <a:xfrm>
              <a:off x="7138498" y="2019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5" name="pt20415"/>
            <p:cNvSpPr/>
            <p:nvPr/>
          </p:nvSpPr>
          <p:spPr>
            <a:xfrm>
              <a:off x="7156955" y="2204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6" name="pt20416"/>
            <p:cNvSpPr/>
            <p:nvPr/>
          </p:nvSpPr>
          <p:spPr>
            <a:xfrm>
              <a:off x="7398168" y="2341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7" name="pt20417"/>
            <p:cNvSpPr/>
            <p:nvPr/>
          </p:nvSpPr>
          <p:spPr>
            <a:xfrm>
              <a:off x="7123082" y="2115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8" name="pt20418"/>
            <p:cNvSpPr/>
            <p:nvPr/>
          </p:nvSpPr>
          <p:spPr>
            <a:xfrm>
              <a:off x="6987864" y="2010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9" name="pt20419"/>
            <p:cNvSpPr/>
            <p:nvPr/>
          </p:nvSpPr>
          <p:spPr>
            <a:xfrm>
              <a:off x="6842416" y="2328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0" name="pt20420"/>
            <p:cNvSpPr/>
            <p:nvPr/>
          </p:nvSpPr>
          <p:spPr>
            <a:xfrm>
              <a:off x="6989492" y="2001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1" name="pt20421"/>
            <p:cNvSpPr/>
            <p:nvPr/>
          </p:nvSpPr>
          <p:spPr>
            <a:xfrm>
              <a:off x="7291391" y="177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2" name="pt20422"/>
            <p:cNvSpPr/>
            <p:nvPr/>
          </p:nvSpPr>
          <p:spPr>
            <a:xfrm>
              <a:off x="7054797" y="2208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3" name="pt20423"/>
            <p:cNvSpPr/>
            <p:nvPr/>
          </p:nvSpPr>
          <p:spPr>
            <a:xfrm>
              <a:off x="7266457" y="2146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4" name="pt20424"/>
            <p:cNvSpPr/>
            <p:nvPr/>
          </p:nvSpPr>
          <p:spPr>
            <a:xfrm>
              <a:off x="7078661" y="2115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5" name="pt20425"/>
            <p:cNvSpPr/>
            <p:nvPr/>
          </p:nvSpPr>
          <p:spPr>
            <a:xfrm>
              <a:off x="7391511" y="2077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6" name="pt20426"/>
            <p:cNvSpPr/>
            <p:nvPr/>
          </p:nvSpPr>
          <p:spPr>
            <a:xfrm>
              <a:off x="7197065" y="1980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7" name="pt20427"/>
            <p:cNvSpPr/>
            <p:nvPr/>
          </p:nvSpPr>
          <p:spPr>
            <a:xfrm>
              <a:off x="7350652" y="2064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8" name="pt20428"/>
            <p:cNvSpPr/>
            <p:nvPr/>
          </p:nvSpPr>
          <p:spPr>
            <a:xfrm>
              <a:off x="6742761" y="1585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9" name="pt20429"/>
            <p:cNvSpPr/>
            <p:nvPr/>
          </p:nvSpPr>
          <p:spPr>
            <a:xfrm>
              <a:off x="7303685" y="1955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0" name="pt20430"/>
            <p:cNvSpPr/>
            <p:nvPr/>
          </p:nvSpPr>
          <p:spPr>
            <a:xfrm>
              <a:off x="6845010" y="2148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1" name="pt20431"/>
            <p:cNvSpPr/>
            <p:nvPr/>
          </p:nvSpPr>
          <p:spPr>
            <a:xfrm>
              <a:off x="7271751" y="1915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2" name="pt20432"/>
            <p:cNvSpPr/>
            <p:nvPr/>
          </p:nvSpPr>
          <p:spPr>
            <a:xfrm>
              <a:off x="7027595" y="1814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3" name="pt20433"/>
            <p:cNvSpPr/>
            <p:nvPr/>
          </p:nvSpPr>
          <p:spPr>
            <a:xfrm>
              <a:off x="7126133" y="2103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4" name="pt20434"/>
            <p:cNvSpPr/>
            <p:nvPr/>
          </p:nvSpPr>
          <p:spPr>
            <a:xfrm>
              <a:off x="7041059" y="2305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5" name="pt20435"/>
            <p:cNvSpPr/>
            <p:nvPr/>
          </p:nvSpPr>
          <p:spPr>
            <a:xfrm>
              <a:off x="7171677" y="2002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6" name="pt20436"/>
            <p:cNvSpPr/>
            <p:nvPr/>
          </p:nvSpPr>
          <p:spPr>
            <a:xfrm>
              <a:off x="7250523" y="2177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7" name="pt20437"/>
            <p:cNvSpPr/>
            <p:nvPr/>
          </p:nvSpPr>
          <p:spPr>
            <a:xfrm>
              <a:off x="6810026" y="2276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8" name="pt20438"/>
            <p:cNvSpPr/>
            <p:nvPr/>
          </p:nvSpPr>
          <p:spPr>
            <a:xfrm>
              <a:off x="7380236" y="1930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9" name="pt20439"/>
            <p:cNvSpPr/>
            <p:nvPr/>
          </p:nvSpPr>
          <p:spPr>
            <a:xfrm>
              <a:off x="7172990" y="2023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0" name="pt20440"/>
            <p:cNvSpPr/>
            <p:nvPr/>
          </p:nvSpPr>
          <p:spPr>
            <a:xfrm>
              <a:off x="7450818" y="236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1" name="pt20441"/>
            <p:cNvSpPr/>
            <p:nvPr/>
          </p:nvSpPr>
          <p:spPr>
            <a:xfrm>
              <a:off x="7130119" y="2148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2" name="pt20442"/>
            <p:cNvSpPr/>
            <p:nvPr/>
          </p:nvSpPr>
          <p:spPr>
            <a:xfrm>
              <a:off x="6901200" y="1938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3" name="pt20443"/>
            <p:cNvSpPr/>
            <p:nvPr/>
          </p:nvSpPr>
          <p:spPr>
            <a:xfrm>
              <a:off x="7129316" y="2176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4" name="pt20444"/>
            <p:cNvSpPr/>
            <p:nvPr/>
          </p:nvSpPr>
          <p:spPr>
            <a:xfrm>
              <a:off x="7207123" y="2062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5" name="pt20445"/>
            <p:cNvSpPr/>
            <p:nvPr/>
          </p:nvSpPr>
          <p:spPr>
            <a:xfrm>
              <a:off x="7026825" y="1854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6" name="pt20446"/>
            <p:cNvSpPr/>
            <p:nvPr/>
          </p:nvSpPr>
          <p:spPr>
            <a:xfrm>
              <a:off x="7150223" y="2355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7" name="pt20447"/>
            <p:cNvSpPr/>
            <p:nvPr/>
          </p:nvSpPr>
          <p:spPr>
            <a:xfrm>
              <a:off x="7053692" y="2310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8" name="pt20448"/>
            <p:cNvSpPr/>
            <p:nvPr/>
          </p:nvSpPr>
          <p:spPr>
            <a:xfrm>
              <a:off x="7047987" y="2256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9" name="pt20449"/>
            <p:cNvSpPr/>
            <p:nvPr/>
          </p:nvSpPr>
          <p:spPr>
            <a:xfrm>
              <a:off x="7088106" y="2095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0" name="pt20450"/>
            <p:cNvSpPr/>
            <p:nvPr/>
          </p:nvSpPr>
          <p:spPr>
            <a:xfrm>
              <a:off x="7174452" y="1998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1" name="pt20451"/>
            <p:cNvSpPr/>
            <p:nvPr/>
          </p:nvSpPr>
          <p:spPr>
            <a:xfrm>
              <a:off x="7321845" y="1969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2" name="pt20452"/>
            <p:cNvSpPr/>
            <p:nvPr/>
          </p:nvSpPr>
          <p:spPr>
            <a:xfrm>
              <a:off x="6824002" y="2081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3" name="pt20453"/>
            <p:cNvSpPr/>
            <p:nvPr/>
          </p:nvSpPr>
          <p:spPr>
            <a:xfrm>
              <a:off x="7335051" y="204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4" name="pt20454"/>
            <p:cNvSpPr/>
            <p:nvPr/>
          </p:nvSpPr>
          <p:spPr>
            <a:xfrm>
              <a:off x="7081829" y="2153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5" name="pt20455"/>
            <p:cNvSpPr/>
            <p:nvPr/>
          </p:nvSpPr>
          <p:spPr>
            <a:xfrm>
              <a:off x="7284391" y="1959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6" name="pt20456"/>
            <p:cNvSpPr/>
            <p:nvPr/>
          </p:nvSpPr>
          <p:spPr>
            <a:xfrm>
              <a:off x="6955098" y="210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7" name="pt20457"/>
            <p:cNvSpPr/>
            <p:nvPr/>
          </p:nvSpPr>
          <p:spPr>
            <a:xfrm>
              <a:off x="7445590" y="2514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8" name="pt20458"/>
            <p:cNvSpPr/>
            <p:nvPr/>
          </p:nvSpPr>
          <p:spPr>
            <a:xfrm>
              <a:off x="6852400" y="2425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9" name="pt20459"/>
            <p:cNvSpPr/>
            <p:nvPr/>
          </p:nvSpPr>
          <p:spPr>
            <a:xfrm>
              <a:off x="7199146" y="1997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0" name="pt20460"/>
            <p:cNvSpPr/>
            <p:nvPr/>
          </p:nvSpPr>
          <p:spPr>
            <a:xfrm>
              <a:off x="7207778" y="2204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1" name="pt20461"/>
            <p:cNvSpPr/>
            <p:nvPr/>
          </p:nvSpPr>
          <p:spPr>
            <a:xfrm>
              <a:off x="7390087" y="1873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2" name="pt20462"/>
            <p:cNvSpPr/>
            <p:nvPr/>
          </p:nvSpPr>
          <p:spPr>
            <a:xfrm>
              <a:off x="7260885" y="2140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3" name="pt20463"/>
            <p:cNvSpPr/>
            <p:nvPr/>
          </p:nvSpPr>
          <p:spPr>
            <a:xfrm>
              <a:off x="7373542" y="2523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4" name="pt20464"/>
            <p:cNvSpPr/>
            <p:nvPr/>
          </p:nvSpPr>
          <p:spPr>
            <a:xfrm>
              <a:off x="7036394" y="2198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5" name="pt20465"/>
            <p:cNvSpPr/>
            <p:nvPr/>
          </p:nvSpPr>
          <p:spPr>
            <a:xfrm>
              <a:off x="7120851" y="2051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6" name="pt20466"/>
            <p:cNvSpPr/>
            <p:nvPr/>
          </p:nvSpPr>
          <p:spPr>
            <a:xfrm>
              <a:off x="7142779" y="2207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7" name="pt20467"/>
            <p:cNvSpPr/>
            <p:nvPr/>
          </p:nvSpPr>
          <p:spPr>
            <a:xfrm>
              <a:off x="7137611" y="2149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8" name="pt20468"/>
            <p:cNvSpPr/>
            <p:nvPr/>
          </p:nvSpPr>
          <p:spPr>
            <a:xfrm>
              <a:off x="6940850" y="2299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9" name="pt20469"/>
            <p:cNvSpPr/>
            <p:nvPr/>
          </p:nvSpPr>
          <p:spPr>
            <a:xfrm>
              <a:off x="7324954" y="2038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0" name="pt20470"/>
            <p:cNvSpPr/>
            <p:nvPr/>
          </p:nvSpPr>
          <p:spPr>
            <a:xfrm>
              <a:off x="6990409" y="1995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1" name="pt20471"/>
            <p:cNvSpPr/>
            <p:nvPr/>
          </p:nvSpPr>
          <p:spPr>
            <a:xfrm>
              <a:off x="7120401" y="2097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2" name="pt20472"/>
            <p:cNvSpPr/>
            <p:nvPr/>
          </p:nvSpPr>
          <p:spPr>
            <a:xfrm>
              <a:off x="7087893" y="2190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3" name="pt20473"/>
            <p:cNvSpPr/>
            <p:nvPr/>
          </p:nvSpPr>
          <p:spPr>
            <a:xfrm>
              <a:off x="7151556" y="2300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4" name="pt20474"/>
            <p:cNvSpPr/>
            <p:nvPr/>
          </p:nvSpPr>
          <p:spPr>
            <a:xfrm>
              <a:off x="7086364" y="2172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5" name="pt20475"/>
            <p:cNvSpPr/>
            <p:nvPr/>
          </p:nvSpPr>
          <p:spPr>
            <a:xfrm>
              <a:off x="7353580" y="1705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6" name="pt20476"/>
            <p:cNvSpPr/>
            <p:nvPr/>
          </p:nvSpPr>
          <p:spPr>
            <a:xfrm>
              <a:off x="7129519" y="206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7" name="pt20477"/>
            <p:cNvSpPr/>
            <p:nvPr/>
          </p:nvSpPr>
          <p:spPr>
            <a:xfrm>
              <a:off x="7294155" y="1949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8" name="pt20478"/>
            <p:cNvSpPr/>
            <p:nvPr/>
          </p:nvSpPr>
          <p:spPr>
            <a:xfrm>
              <a:off x="6687925" y="2109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9" name="pt20479"/>
            <p:cNvSpPr/>
            <p:nvPr/>
          </p:nvSpPr>
          <p:spPr>
            <a:xfrm>
              <a:off x="7134731" y="214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0" name="pt20480"/>
            <p:cNvSpPr/>
            <p:nvPr/>
          </p:nvSpPr>
          <p:spPr>
            <a:xfrm>
              <a:off x="7241636" y="1780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1" name="pt20481"/>
            <p:cNvSpPr/>
            <p:nvPr/>
          </p:nvSpPr>
          <p:spPr>
            <a:xfrm>
              <a:off x="7066809" y="2036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2" name="pt20482"/>
            <p:cNvSpPr/>
            <p:nvPr/>
          </p:nvSpPr>
          <p:spPr>
            <a:xfrm>
              <a:off x="6994752" y="201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3" name="pt20483"/>
            <p:cNvSpPr/>
            <p:nvPr/>
          </p:nvSpPr>
          <p:spPr>
            <a:xfrm>
              <a:off x="7207648" y="2207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4" name="pt20484"/>
            <p:cNvSpPr/>
            <p:nvPr/>
          </p:nvSpPr>
          <p:spPr>
            <a:xfrm>
              <a:off x="7159901" y="2143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5" name="pt20485"/>
            <p:cNvSpPr/>
            <p:nvPr/>
          </p:nvSpPr>
          <p:spPr>
            <a:xfrm>
              <a:off x="7245142" y="2285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6" name="pt20486"/>
            <p:cNvSpPr/>
            <p:nvPr/>
          </p:nvSpPr>
          <p:spPr>
            <a:xfrm>
              <a:off x="7182793" y="2109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7" name="pt20487"/>
            <p:cNvSpPr/>
            <p:nvPr/>
          </p:nvSpPr>
          <p:spPr>
            <a:xfrm>
              <a:off x="7101710" y="2155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8" name="pt20488"/>
            <p:cNvSpPr/>
            <p:nvPr/>
          </p:nvSpPr>
          <p:spPr>
            <a:xfrm>
              <a:off x="7095591" y="2211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9" name="pt20489"/>
            <p:cNvSpPr/>
            <p:nvPr/>
          </p:nvSpPr>
          <p:spPr>
            <a:xfrm>
              <a:off x="7036127" y="2218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0" name="pt20490"/>
            <p:cNvSpPr/>
            <p:nvPr/>
          </p:nvSpPr>
          <p:spPr>
            <a:xfrm>
              <a:off x="7034835" y="2101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1" name="pt20491"/>
            <p:cNvSpPr/>
            <p:nvPr/>
          </p:nvSpPr>
          <p:spPr>
            <a:xfrm>
              <a:off x="7084214" y="1865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2" name="pt20492"/>
            <p:cNvSpPr/>
            <p:nvPr/>
          </p:nvSpPr>
          <p:spPr>
            <a:xfrm>
              <a:off x="7120821" y="2119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3" name="pt20493"/>
            <p:cNvSpPr/>
            <p:nvPr/>
          </p:nvSpPr>
          <p:spPr>
            <a:xfrm>
              <a:off x="7015028" y="1833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4" name="pt20494"/>
            <p:cNvSpPr/>
            <p:nvPr/>
          </p:nvSpPr>
          <p:spPr>
            <a:xfrm>
              <a:off x="7018364" y="2091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5" name="pt20495"/>
            <p:cNvSpPr/>
            <p:nvPr/>
          </p:nvSpPr>
          <p:spPr>
            <a:xfrm>
              <a:off x="7101683" y="2239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6" name="pt20496"/>
            <p:cNvSpPr/>
            <p:nvPr/>
          </p:nvSpPr>
          <p:spPr>
            <a:xfrm>
              <a:off x="7343759" y="2017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7" name="pt20497"/>
            <p:cNvSpPr/>
            <p:nvPr/>
          </p:nvSpPr>
          <p:spPr>
            <a:xfrm>
              <a:off x="6780122" y="2368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8" name="pt20498"/>
            <p:cNvSpPr/>
            <p:nvPr/>
          </p:nvSpPr>
          <p:spPr>
            <a:xfrm>
              <a:off x="7116144" y="2224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9" name="pt20499"/>
            <p:cNvSpPr/>
            <p:nvPr/>
          </p:nvSpPr>
          <p:spPr>
            <a:xfrm>
              <a:off x="7229919" y="1990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0" name="pt20500"/>
            <p:cNvSpPr/>
            <p:nvPr/>
          </p:nvSpPr>
          <p:spPr>
            <a:xfrm>
              <a:off x="7031280" y="1973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1" name="pt20501"/>
            <p:cNvSpPr/>
            <p:nvPr/>
          </p:nvSpPr>
          <p:spPr>
            <a:xfrm>
              <a:off x="7071993" y="2270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2" name="pt20502"/>
            <p:cNvSpPr/>
            <p:nvPr/>
          </p:nvSpPr>
          <p:spPr>
            <a:xfrm>
              <a:off x="7055858" y="2260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3" name="pt20503"/>
            <p:cNvSpPr/>
            <p:nvPr/>
          </p:nvSpPr>
          <p:spPr>
            <a:xfrm>
              <a:off x="7220049" y="2086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4" name="pt20504"/>
            <p:cNvSpPr/>
            <p:nvPr/>
          </p:nvSpPr>
          <p:spPr>
            <a:xfrm>
              <a:off x="7050169" y="2221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5" name="pt20505"/>
            <p:cNvSpPr/>
            <p:nvPr/>
          </p:nvSpPr>
          <p:spPr>
            <a:xfrm>
              <a:off x="7335369" y="1947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6" name="pt20506"/>
            <p:cNvSpPr/>
            <p:nvPr/>
          </p:nvSpPr>
          <p:spPr>
            <a:xfrm>
              <a:off x="7074594" y="2190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7" name="pt20507"/>
            <p:cNvSpPr/>
            <p:nvPr/>
          </p:nvSpPr>
          <p:spPr>
            <a:xfrm>
              <a:off x="7035582" y="222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8" name="pt20508"/>
            <p:cNvSpPr/>
            <p:nvPr/>
          </p:nvSpPr>
          <p:spPr>
            <a:xfrm>
              <a:off x="7323794" y="2085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9" name="pt20509"/>
            <p:cNvSpPr/>
            <p:nvPr/>
          </p:nvSpPr>
          <p:spPr>
            <a:xfrm>
              <a:off x="7172183" y="1965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0" name="pt20510"/>
            <p:cNvSpPr/>
            <p:nvPr/>
          </p:nvSpPr>
          <p:spPr>
            <a:xfrm>
              <a:off x="7226777" y="2201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1" name="pt20511"/>
            <p:cNvSpPr/>
            <p:nvPr/>
          </p:nvSpPr>
          <p:spPr>
            <a:xfrm>
              <a:off x="7028354" y="1925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2" name="pt20512"/>
            <p:cNvSpPr/>
            <p:nvPr/>
          </p:nvSpPr>
          <p:spPr>
            <a:xfrm>
              <a:off x="7235197" y="2195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3" name="pt20513"/>
            <p:cNvSpPr/>
            <p:nvPr/>
          </p:nvSpPr>
          <p:spPr>
            <a:xfrm>
              <a:off x="7253529" y="2082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4" name="pt20514"/>
            <p:cNvSpPr/>
            <p:nvPr/>
          </p:nvSpPr>
          <p:spPr>
            <a:xfrm>
              <a:off x="7301761" y="2008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5" name="pt20515"/>
            <p:cNvSpPr/>
            <p:nvPr/>
          </p:nvSpPr>
          <p:spPr>
            <a:xfrm>
              <a:off x="7115573" y="2099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6" name="pt20516"/>
            <p:cNvSpPr/>
            <p:nvPr/>
          </p:nvSpPr>
          <p:spPr>
            <a:xfrm>
              <a:off x="7194719" y="2011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7" name="pt20517"/>
            <p:cNvSpPr/>
            <p:nvPr/>
          </p:nvSpPr>
          <p:spPr>
            <a:xfrm>
              <a:off x="7292624" y="2038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8" name="pt20518"/>
            <p:cNvSpPr/>
            <p:nvPr/>
          </p:nvSpPr>
          <p:spPr>
            <a:xfrm>
              <a:off x="7196016" y="203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9" name="pt20519"/>
            <p:cNvSpPr/>
            <p:nvPr/>
          </p:nvSpPr>
          <p:spPr>
            <a:xfrm>
              <a:off x="7149931" y="2320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0" name="pt20520"/>
            <p:cNvSpPr/>
            <p:nvPr/>
          </p:nvSpPr>
          <p:spPr>
            <a:xfrm>
              <a:off x="7250311" y="2168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1" name="pt20521"/>
            <p:cNvSpPr/>
            <p:nvPr/>
          </p:nvSpPr>
          <p:spPr>
            <a:xfrm>
              <a:off x="6880677" y="2002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2" name="pt20522"/>
            <p:cNvSpPr/>
            <p:nvPr/>
          </p:nvSpPr>
          <p:spPr>
            <a:xfrm>
              <a:off x="7127563" y="2117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3" name="pt20523"/>
            <p:cNvSpPr/>
            <p:nvPr/>
          </p:nvSpPr>
          <p:spPr>
            <a:xfrm>
              <a:off x="7475775" y="2409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4" name="pt20524"/>
            <p:cNvSpPr/>
            <p:nvPr/>
          </p:nvSpPr>
          <p:spPr>
            <a:xfrm>
              <a:off x="7348085" y="2012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5" name="pt20525"/>
            <p:cNvSpPr/>
            <p:nvPr/>
          </p:nvSpPr>
          <p:spPr>
            <a:xfrm>
              <a:off x="6889243" y="1991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6" name="pt20526"/>
            <p:cNvSpPr/>
            <p:nvPr/>
          </p:nvSpPr>
          <p:spPr>
            <a:xfrm>
              <a:off x="7349662" y="1994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7" name="pt20527"/>
            <p:cNvSpPr/>
            <p:nvPr/>
          </p:nvSpPr>
          <p:spPr>
            <a:xfrm>
              <a:off x="6829417" y="1765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8" name="pt20528"/>
            <p:cNvSpPr/>
            <p:nvPr/>
          </p:nvSpPr>
          <p:spPr>
            <a:xfrm>
              <a:off x="7076170" y="2231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9" name="pt20529"/>
            <p:cNvSpPr/>
            <p:nvPr/>
          </p:nvSpPr>
          <p:spPr>
            <a:xfrm>
              <a:off x="7296375" y="2004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0" name="pt20530"/>
            <p:cNvSpPr/>
            <p:nvPr/>
          </p:nvSpPr>
          <p:spPr>
            <a:xfrm>
              <a:off x="7356211" y="2461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1" name="pt20531"/>
            <p:cNvSpPr/>
            <p:nvPr/>
          </p:nvSpPr>
          <p:spPr>
            <a:xfrm>
              <a:off x="7713239" y="2441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2" name="pt20532"/>
            <p:cNvSpPr/>
            <p:nvPr/>
          </p:nvSpPr>
          <p:spPr>
            <a:xfrm>
              <a:off x="7140808" y="2136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3" name="pt20533"/>
            <p:cNvSpPr/>
            <p:nvPr/>
          </p:nvSpPr>
          <p:spPr>
            <a:xfrm>
              <a:off x="7005976" y="1909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4" name="pt20534"/>
            <p:cNvSpPr/>
            <p:nvPr/>
          </p:nvSpPr>
          <p:spPr>
            <a:xfrm>
              <a:off x="7111410" y="2086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5" name="pt20535"/>
            <p:cNvSpPr/>
            <p:nvPr/>
          </p:nvSpPr>
          <p:spPr>
            <a:xfrm>
              <a:off x="7282099" y="206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6" name="pt20536"/>
            <p:cNvSpPr/>
            <p:nvPr/>
          </p:nvSpPr>
          <p:spPr>
            <a:xfrm>
              <a:off x="6969285" y="1857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7" name="pt20537"/>
            <p:cNvSpPr/>
            <p:nvPr/>
          </p:nvSpPr>
          <p:spPr>
            <a:xfrm>
              <a:off x="6971185" y="2052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8" name="pt20538"/>
            <p:cNvSpPr/>
            <p:nvPr/>
          </p:nvSpPr>
          <p:spPr>
            <a:xfrm>
              <a:off x="7281416" y="1917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9" name="pt20539"/>
            <p:cNvSpPr/>
            <p:nvPr/>
          </p:nvSpPr>
          <p:spPr>
            <a:xfrm>
              <a:off x="7224530" y="2144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0" name="pt20540"/>
            <p:cNvSpPr/>
            <p:nvPr/>
          </p:nvSpPr>
          <p:spPr>
            <a:xfrm>
              <a:off x="7613961" y="2558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1" name="pt20541"/>
            <p:cNvSpPr/>
            <p:nvPr/>
          </p:nvSpPr>
          <p:spPr>
            <a:xfrm>
              <a:off x="7326060" y="1952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2" name="pt20542"/>
            <p:cNvSpPr/>
            <p:nvPr/>
          </p:nvSpPr>
          <p:spPr>
            <a:xfrm>
              <a:off x="7129841" y="2156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3" name="pt20543"/>
            <p:cNvSpPr/>
            <p:nvPr/>
          </p:nvSpPr>
          <p:spPr>
            <a:xfrm>
              <a:off x="7287314" y="1679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4" name="pt20544"/>
            <p:cNvSpPr/>
            <p:nvPr/>
          </p:nvSpPr>
          <p:spPr>
            <a:xfrm>
              <a:off x="7329401" y="1857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5" name="pt20545"/>
            <p:cNvSpPr/>
            <p:nvPr/>
          </p:nvSpPr>
          <p:spPr>
            <a:xfrm>
              <a:off x="6855227" y="2393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6" name="pt20546"/>
            <p:cNvSpPr/>
            <p:nvPr/>
          </p:nvSpPr>
          <p:spPr>
            <a:xfrm>
              <a:off x="6954464" y="2028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7" name="pt20547"/>
            <p:cNvSpPr/>
            <p:nvPr/>
          </p:nvSpPr>
          <p:spPr>
            <a:xfrm>
              <a:off x="7274116" y="2039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8" name="pt20548"/>
            <p:cNvSpPr/>
            <p:nvPr/>
          </p:nvSpPr>
          <p:spPr>
            <a:xfrm>
              <a:off x="6807217" y="2385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9" name="pt20549"/>
            <p:cNvSpPr/>
            <p:nvPr/>
          </p:nvSpPr>
          <p:spPr>
            <a:xfrm>
              <a:off x="7340157" y="2096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0" name="pt20550"/>
            <p:cNvSpPr/>
            <p:nvPr/>
          </p:nvSpPr>
          <p:spPr>
            <a:xfrm>
              <a:off x="7417647" y="2686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1" name="pt20551"/>
            <p:cNvSpPr/>
            <p:nvPr/>
          </p:nvSpPr>
          <p:spPr>
            <a:xfrm>
              <a:off x="6956324" y="2072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2" name="pt20552"/>
            <p:cNvSpPr/>
            <p:nvPr/>
          </p:nvSpPr>
          <p:spPr>
            <a:xfrm>
              <a:off x="7002395" y="1982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3" name="pt20553"/>
            <p:cNvSpPr/>
            <p:nvPr/>
          </p:nvSpPr>
          <p:spPr>
            <a:xfrm>
              <a:off x="7094876" y="2202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4" name="pt20554"/>
            <p:cNvSpPr/>
            <p:nvPr/>
          </p:nvSpPr>
          <p:spPr>
            <a:xfrm>
              <a:off x="7112237" y="2140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5" name="pt20555"/>
            <p:cNvSpPr/>
            <p:nvPr/>
          </p:nvSpPr>
          <p:spPr>
            <a:xfrm>
              <a:off x="6846250" y="2202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6" name="pt20556"/>
            <p:cNvSpPr/>
            <p:nvPr/>
          </p:nvSpPr>
          <p:spPr>
            <a:xfrm>
              <a:off x="7304064" y="2035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7" name="pt20557"/>
            <p:cNvSpPr/>
            <p:nvPr/>
          </p:nvSpPr>
          <p:spPr>
            <a:xfrm>
              <a:off x="6873688" y="2268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8" name="pt20558"/>
            <p:cNvSpPr/>
            <p:nvPr/>
          </p:nvSpPr>
          <p:spPr>
            <a:xfrm>
              <a:off x="7204535" y="2230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9" name="pt20559"/>
            <p:cNvSpPr/>
            <p:nvPr/>
          </p:nvSpPr>
          <p:spPr>
            <a:xfrm>
              <a:off x="7194619" y="1999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0" name="pt20560"/>
            <p:cNvSpPr/>
            <p:nvPr/>
          </p:nvSpPr>
          <p:spPr>
            <a:xfrm>
              <a:off x="6958949" y="208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1" name="pt20561"/>
            <p:cNvSpPr/>
            <p:nvPr/>
          </p:nvSpPr>
          <p:spPr>
            <a:xfrm>
              <a:off x="6981705" y="1966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2" name="pt20562"/>
            <p:cNvSpPr/>
            <p:nvPr/>
          </p:nvSpPr>
          <p:spPr>
            <a:xfrm>
              <a:off x="7291308" y="1975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3" name="pt20563"/>
            <p:cNvSpPr/>
            <p:nvPr/>
          </p:nvSpPr>
          <p:spPr>
            <a:xfrm>
              <a:off x="6774280" y="2245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4" name="pt20564"/>
            <p:cNvSpPr/>
            <p:nvPr/>
          </p:nvSpPr>
          <p:spPr>
            <a:xfrm>
              <a:off x="7099453" y="2373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5" name="pt20565"/>
            <p:cNvSpPr/>
            <p:nvPr/>
          </p:nvSpPr>
          <p:spPr>
            <a:xfrm>
              <a:off x="7078424" y="2095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6" name="pt20566"/>
            <p:cNvSpPr/>
            <p:nvPr/>
          </p:nvSpPr>
          <p:spPr>
            <a:xfrm>
              <a:off x="6990033" y="1952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7" name="pt20567"/>
            <p:cNvSpPr/>
            <p:nvPr/>
          </p:nvSpPr>
          <p:spPr>
            <a:xfrm>
              <a:off x="7301372" y="2032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8" name="pt20568"/>
            <p:cNvSpPr/>
            <p:nvPr/>
          </p:nvSpPr>
          <p:spPr>
            <a:xfrm>
              <a:off x="7072800" y="2237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9" name="pt20569"/>
            <p:cNvSpPr/>
            <p:nvPr/>
          </p:nvSpPr>
          <p:spPr>
            <a:xfrm>
              <a:off x="7145661" y="228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0" name="pt20570"/>
            <p:cNvSpPr/>
            <p:nvPr/>
          </p:nvSpPr>
          <p:spPr>
            <a:xfrm>
              <a:off x="7302926" y="1950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1" name="pt20571"/>
            <p:cNvSpPr/>
            <p:nvPr/>
          </p:nvSpPr>
          <p:spPr>
            <a:xfrm>
              <a:off x="7267845" y="1902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2" name="pt20572"/>
            <p:cNvSpPr/>
            <p:nvPr/>
          </p:nvSpPr>
          <p:spPr>
            <a:xfrm>
              <a:off x="7263705" y="2113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3" name="pt20573"/>
            <p:cNvSpPr/>
            <p:nvPr/>
          </p:nvSpPr>
          <p:spPr>
            <a:xfrm>
              <a:off x="7289663" y="1913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4" name="pt20574"/>
            <p:cNvSpPr/>
            <p:nvPr/>
          </p:nvSpPr>
          <p:spPr>
            <a:xfrm>
              <a:off x="6965838" y="2007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5" name="pt20575"/>
            <p:cNvSpPr/>
            <p:nvPr/>
          </p:nvSpPr>
          <p:spPr>
            <a:xfrm>
              <a:off x="7216600" y="2243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6" name="pt20576"/>
            <p:cNvSpPr/>
            <p:nvPr/>
          </p:nvSpPr>
          <p:spPr>
            <a:xfrm>
              <a:off x="7129364" y="2171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7" name="pt20577"/>
            <p:cNvSpPr/>
            <p:nvPr/>
          </p:nvSpPr>
          <p:spPr>
            <a:xfrm>
              <a:off x="7075368" y="2258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8" name="pt20578"/>
            <p:cNvSpPr/>
            <p:nvPr/>
          </p:nvSpPr>
          <p:spPr>
            <a:xfrm>
              <a:off x="7033671" y="191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9" name="pt20579"/>
            <p:cNvSpPr/>
            <p:nvPr/>
          </p:nvSpPr>
          <p:spPr>
            <a:xfrm>
              <a:off x="7085192" y="2168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0" name="pt20580"/>
            <p:cNvSpPr/>
            <p:nvPr/>
          </p:nvSpPr>
          <p:spPr>
            <a:xfrm>
              <a:off x="7163110" y="2052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1" name="pt20581"/>
            <p:cNvSpPr/>
            <p:nvPr/>
          </p:nvSpPr>
          <p:spPr>
            <a:xfrm>
              <a:off x="6741139" y="1532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2" name="pt20582"/>
            <p:cNvSpPr/>
            <p:nvPr/>
          </p:nvSpPr>
          <p:spPr>
            <a:xfrm>
              <a:off x="7149370" y="2338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3" name="pt20583"/>
            <p:cNvSpPr/>
            <p:nvPr/>
          </p:nvSpPr>
          <p:spPr>
            <a:xfrm>
              <a:off x="7354437" y="1851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4" name="pt20584"/>
            <p:cNvSpPr/>
            <p:nvPr/>
          </p:nvSpPr>
          <p:spPr>
            <a:xfrm>
              <a:off x="7185314" y="2171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5" name="pt20585"/>
            <p:cNvSpPr/>
            <p:nvPr/>
          </p:nvSpPr>
          <p:spPr>
            <a:xfrm>
              <a:off x="7136653" y="2220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6" name="pt20586"/>
            <p:cNvSpPr/>
            <p:nvPr/>
          </p:nvSpPr>
          <p:spPr>
            <a:xfrm>
              <a:off x="7163105" y="2104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7" name="pt20587"/>
            <p:cNvSpPr/>
            <p:nvPr/>
          </p:nvSpPr>
          <p:spPr>
            <a:xfrm>
              <a:off x="7125865" y="2138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8" name="pt20588"/>
            <p:cNvSpPr/>
            <p:nvPr/>
          </p:nvSpPr>
          <p:spPr>
            <a:xfrm>
              <a:off x="6980664" y="1991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9" name="pt20589"/>
            <p:cNvSpPr/>
            <p:nvPr/>
          </p:nvSpPr>
          <p:spPr>
            <a:xfrm>
              <a:off x="7254904" y="1930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0" name="pt20590"/>
            <p:cNvSpPr/>
            <p:nvPr/>
          </p:nvSpPr>
          <p:spPr>
            <a:xfrm>
              <a:off x="7253691" y="1974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1" name="pt20591"/>
            <p:cNvSpPr/>
            <p:nvPr/>
          </p:nvSpPr>
          <p:spPr>
            <a:xfrm>
              <a:off x="7125623" y="205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2" name="pt20592"/>
            <p:cNvSpPr/>
            <p:nvPr/>
          </p:nvSpPr>
          <p:spPr>
            <a:xfrm>
              <a:off x="7423708" y="2849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3" name="pt20593"/>
            <p:cNvSpPr/>
            <p:nvPr/>
          </p:nvSpPr>
          <p:spPr>
            <a:xfrm>
              <a:off x="7159894" y="2205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4" name="pt20594"/>
            <p:cNvSpPr/>
            <p:nvPr/>
          </p:nvSpPr>
          <p:spPr>
            <a:xfrm>
              <a:off x="7035792" y="2323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5" name="pt20595"/>
            <p:cNvSpPr/>
            <p:nvPr/>
          </p:nvSpPr>
          <p:spPr>
            <a:xfrm>
              <a:off x="7088688" y="2248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6" name="pt20596"/>
            <p:cNvSpPr/>
            <p:nvPr/>
          </p:nvSpPr>
          <p:spPr>
            <a:xfrm>
              <a:off x="7318813" y="1973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7" name="pt20597"/>
            <p:cNvSpPr/>
            <p:nvPr/>
          </p:nvSpPr>
          <p:spPr>
            <a:xfrm>
              <a:off x="7169271" y="1976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8" name="pt20598"/>
            <p:cNvSpPr/>
            <p:nvPr/>
          </p:nvSpPr>
          <p:spPr>
            <a:xfrm>
              <a:off x="7202426" y="2059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9" name="pt20599"/>
            <p:cNvSpPr/>
            <p:nvPr/>
          </p:nvSpPr>
          <p:spPr>
            <a:xfrm>
              <a:off x="7246315" y="2201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0" name="pt20600"/>
            <p:cNvSpPr/>
            <p:nvPr/>
          </p:nvSpPr>
          <p:spPr>
            <a:xfrm>
              <a:off x="7311465" y="1934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1" name="pt20601"/>
            <p:cNvSpPr/>
            <p:nvPr/>
          </p:nvSpPr>
          <p:spPr>
            <a:xfrm>
              <a:off x="7121870" y="2153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2" name="pt20602"/>
            <p:cNvSpPr/>
            <p:nvPr/>
          </p:nvSpPr>
          <p:spPr>
            <a:xfrm>
              <a:off x="7139492" y="2205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3" name="pt20603"/>
            <p:cNvSpPr/>
            <p:nvPr/>
          </p:nvSpPr>
          <p:spPr>
            <a:xfrm>
              <a:off x="7064818" y="1862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4" name="pt20604"/>
            <p:cNvSpPr/>
            <p:nvPr/>
          </p:nvSpPr>
          <p:spPr>
            <a:xfrm>
              <a:off x="6979176" y="2127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5" name="pt20605"/>
            <p:cNvSpPr/>
            <p:nvPr/>
          </p:nvSpPr>
          <p:spPr>
            <a:xfrm>
              <a:off x="7337549" y="2058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6" name="pt20606"/>
            <p:cNvSpPr/>
            <p:nvPr/>
          </p:nvSpPr>
          <p:spPr>
            <a:xfrm>
              <a:off x="7046251" y="2175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7" name="pt20607"/>
            <p:cNvSpPr/>
            <p:nvPr/>
          </p:nvSpPr>
          <p:spPr>
            <a:xfrm>
              <a:off x="7005744" y="2020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8" name="pt20608"/>
            <p:cNvSpPr/>
            <p:nvPr/>
          </p:nvSpPr>
          <p:spPr>
            <a:xfrm>
              <a:off x="6778748" y="2893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9" name="pt20609"/>
            <p:cNvSpPr/>
            <p:nvPr/>
          </p:nvSpPr>
          <p:spPr>
            <a:xfrm>
              <a:off x="7321623" y="2106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0" name="pt20610"/>
            <p:cNvSpPr/>
            <p:nvPr/>
          </p:nvSpPr>
          <p:spPr>
            <a:xfrm>
              <a:off x="7072612" y="2245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1" name="pt20611"/>
            <p:cNvSpPr/>
            <p:nvPr/>
          </p:nvSpPr>
          <p:spPr>
            <a:xfrm>
              <a:off x="6820089" y="2411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2" name="pt20612"/>
            <p:cNvSpPr/>
            <p:nvPr/>
          </p:nvSpPr>
          <p:spPr>
            <a:xfrm>
              <a:off x="7073306" y="2243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3" name="pt20613"/>
            <p:cNvSpPr/>
            <p:nvPr/>
          </p:nvSpPr>
          <p:spPr>
            <a:xfrm>
              <a:off x="7366899" y="2490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4" name="pt20614"/>
            <p:cNvSpPr/>
            <p:nvPr/>
          </p:nvSpPr>
          <p:spPr>
            <a:xfrm>
              <a:off x="7084524" y="2039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5" name="pt20615"/>
            <p:cNvSpPr/>
            <p:nvPr/>
          </p:nvSpPr>
          <p:spPr>
            <a:xfrm>
              <a:off x="7090780" y="2254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6" name="pt20616"/>
            <p:cNvSpPr/>
            <p:nvPr/>
          </p:nvSpPr>
          <p:spPr>
            <a:xfrm>
              <a:off x="7079690" y="2127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7" name="pt20617"/>
            <p:cNvSpPr/>
            <p:nvPr/>
          </p:nvSpPr>
          <p:spPr>
            <a:xfrm>
              <a:off x="7144597" y="2185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8" name="pt20618"/>
            <p:cNvSpPr/>
            <p:nvPr/>
          </p:nvSpPr>
          <p:spPr>
            <a:xfrm>
              <a:off x="7234928" y="2116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9" name="pt20619"/>
            <p:cNvSpPr/>
            <p:nvPr/>
          </p:nvSpPr>
          <p:spPr>
            <a:xfrm>
              <a:off x="7106698" y="2114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0" name="pt20620"/>
            <p:cNvSpPr/>
            <p:nvPr/>
          </p:nvSpPr>
          <p:spPr>
            <a:xfrm>
              <a:off x="7022692" y="2051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1" name="pt20621"/>
            <p:cNvSpPr/>
            <p:nvPr/>
          </p:nvSpPr>
          <p:spPr>
            <a:xfrm>
              <a:off x="6914473" y="2310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2" name="pt20622"/>
            <p:cNvSpPr/>
            <p:nvPr/>
          </p:nvSpPr>
          <p:spPr>
            <a:xfrm>
              <a:off x="7127534" y="2126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3" name="pt20623"/>
            <p:cNvSpPr/>
            <p:nvPr/>
          </p:nvSpPr>
          <p:spPr>
            <a:xfrm>
              <a:off x="7128735" y="2118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4" name="pt20624"/>
            <p:cNvSpPr/>
            <p:nvPr/>
          </p:nvSpPr>
          <p:spPr>
            <a:xfrm>
              <a:off x="7108853" y="2160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5" name="pt20625"/>
            <p:cNvSpPr/>
            <p:nvPr/>
          </p:nvSpPr>
          <p:spPr>
            <a:xfrm>
              <a:off x="7112135" y="2143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6" name="pt20626"/>
            <p:cNvSpPr/>
            <p:nvPr/>
          </p:nvSpPr>
          <p:spPr>
            <a:xfrm>
              <a:off x="7430396" y="2504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7" name="pt20627"/>
            <p:cNvSpPr/>
            <p:nvPr/>
          </p:nvSpPr>
          <p:spPr>
            <a:xfrm>
              <a:off x="7046102" y="2311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8" name="pt20628"/>
            <p:cNvSpPr/>
            <p:nvPr/>
          </p:nvSpPr>
          <p:spPr>
            <a:xfrm>
              <a:off x="7698840" y="2365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9" name="pt20629"/>
            <p:cNvSpPr/>
            <p:nvPr/>
          </p:nvSpPr>
          <p:spPr>
            <a:xfrm>
              <a:off x="7336442" y="2191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0" name="pt20630"/>
            <p:cNvSpPr/>
            <p:nvPr/>
          </p:nvSpPr>
          <p:spPr>
            <a:xfrm>
              <a:off x="7159894" y="2221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1" name="pt20631"/>
            <p:cNvSpPr/>
            <p:nvPr/>
          </p:nvSpPr>
          <p:spPr>
            <a:xfrm>
              <a:off x="7510605" y="2688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2" name="pt20632"/>
            <p:cNvSpPr/>
            <p:nvPr/>
          </p:nvSpPr>
          <p:spPr>
            <a:xfrm>
              <a:off x="7136955" y="2112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3" name="pt20633"/>
            <p:cNvSpPr/>
            <p:nvPr/>
          </p:nvSpPr>
          <p:spPr>
            <a:xfrm>
              <a:off x="7158490" y="2090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4" name="pt20634"/>
            <p:cNvSpPr/>
            <p:nvPr/>
          </p:nvSpPr>
          <p:spPr>
            <a:xfrm>
              <a:off x="7331722" y="1843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5" name="pt20635"/>
            <p:cNvSpPr/>
            <p:nvPr/>
          </p:nvSpPr>
          <p:spPr>
            <a:xfrm>
              <a:off x="7376739" y="2414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6" name="pt20636"/>
            <p:cNvSpPr/>
            <p:nvPr/>
          </p:nvSpPr>
          <p:spPr>
            <a:xfrm>
              <a:off x="7391482" y="2089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7" name="pt20637"/>
            <p:cNvSpPr/>
            <p:nvPr/>
          </p:nvSpPr>
          <p:spPr>
            <a:xfrm>
              <a:off x="7094846" y="2055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8" name="pt20638"/>
            <p:cNvSpPr/>
            <p:nvPr/>
          </p:nvSpPr>
          <p:spPr>
            <a:xfrm>
              <a:off x="7324698" y="2051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9" name="pt20639"/>
            <p:cNvSpPr/>
            <p:nvPr/>
          </p:nvSpPr>
          <p:spPr>
            <a:xfrm>
              <a:off x="7397950" y="2143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0" name="pt20640"/>
            <p:cNvSpPr/>
            <p:nvPr/>
          </p:nvSpPr>
          <p:spPr>
            <a:xfrm>
              <a:off x="7010292" y="2005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1" name="pt20641"/>
            <p:cNvSpPr/>
            <p:nvPr/>
          </p:nvSpPr>
          <p:spPr>
            <a:xfrm>
              <a:off x="7183684" y="2146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2" name="pt20642"/>
            <p:cNvSpPr/>
            <p:nvPr/>
          </p:nvSpPr>
          <p:spPr>
            <a:xfrm>
              <a:off x="7531077" y="2509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3" name="pt20643"/>
            <p:cNvSpPr/>
            <p:nvPr/>
          </p:nvSpPr>
          <p:spPr>
            <a:xfrm>
              <a:off x="7085102" y="2172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4" name="pt20644"/>
            <p:cNvSpPr/>
            <p:nvPr/>
          </p:nvSpPr>
          <p:spPr>
            <a:xfrm>
              <a:off x="7040847" y="2217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5" name="pt20645"/>
            <p:cNvSpPr/>
            <p:nvPr/>
          </p:nvSpPr>
          <p:spPr>
            <a:xfrm>
              <a:off x="6838773" y="2248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6" name="pt20646"/>
            <p:cNvSpPr/>
            <p:nvPr/>
          </p:nvSpPr>
          <p:spPr>
            <a:xfrm>
              <a:off x="7130389" y="2184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7" name="pt20647"/>
            <p:cNvSpPr/>
            <p:nvPr/>
          </p:nvSpPr>
          <p:spPr>
            <a:xfrm>
              <a:off x="6702910" y="1647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8" name="pt20648"/>
            <p:cNvSpPr/>
            <p:nvPr/>
          </p:nvSpPr>
          <p:spPr>
            <a:xfrm>
              <a:off x="7205874" y="2094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9" name="pt20649"/>
            <p:cNvSpPr/>
            <p:nvPr/>
          </p:nvSpPr>
          <p:spPr>
            <a:xfrm>
              <a:off x="6716095" y="1886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0" name="pt20650"/>
            <p:cNvSpPr/>
            <p:nvPr/>
          </p:nvSpPr>
          <p:spPr>
            <a:xfrm>
              <a:off x="7157322" y="2156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1" name="pt20651"/>
            <p:cNvSpPr/>
            <p:nvPr/>
          </p:nvSpPr>
          <p:spPr>
            <a:xfrm>
              <a:off x="7175416" y="206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2" name="pt20652"/>
            <p:cNvSpPr/>
            <p:nvPr/>
          </p:nvSpPr>
          <p:spPr>
            <a:xfrm>
              <a:off x="7173969" y="1976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3" name="pt20653"/>
            <p:cNvSpPr/>
            <p:nvPr/>
          </p:nvSpPr>
          <p:spPr>
            <a:xfrm>
              <a:off x="7154115" y="2363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4" name="pt20654"/>
            <p:cNvSpPr/>
            <p:nvPr/>
          </p:nvSpPr>
          <p:spPr>
            <a:xfrm>
              <a:off x="7383654" y="2249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5" name="pt20655"/>
            <p:cNvSpPr/>
            <p:nvPr/>
          </p:nvSpPr>
          <p:spPr>
            <a:xfrm>
              <a:off x="7151777" y="2182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6" name="pt20656"/>
            <p:cNvSpPr/>
            <p:nvPr/>
          </p:nvSpPr>
          <p:spPr>
            <a:xfrm>
              <a:off x="7012290" y="1843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7" name="pt20657"/>
            <p:cNvSpPr/>
            <p:nvPr/>
          </p:nvSpPr>
          <p:spPr>
            <a:xfrm>
              <a:off x="6947386" y="2090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8" name="pt20658"/>
            <p:cNvSpPr/>
            <p:nvPr/>
          </p:nvSpPr>
          <p:spPr>
            <a:xfrm>
              <a:off x="7154272" y="2271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9" name="pt20659"/>
            <p:cNvSpPr/>
            <p:nvPr/>
          </p:nvSpPr>
          <p:spPr>
            <a:xfrm>
              <a:off x="7356118" y="2307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0" name="pt20660"/>
            <p:cNvSpPr/>
            <p:nvPr/>
          </p:nvSpPr>
          <p:spPr>
            <a:xfrm>
              <a:off x="7120225" y="2119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1" name="pt20661"/>
            <p:cNvSpPr/>
            <p:nvPr/>
          </p:nvSpPr>
          <p:spPr>
            <a:xfrm>
              <a:off x="7128767" y="2183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2" name="pt20662"/>
            <p:cNvSpPr/>
            <p:nvPr/>
          </p:nvSpPr>
          <p:spPr>
            <a:xfrm>
              <a:off x="7054751" y="2291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3" name="pt20663"/>
            <p:cNvSpPr/>
            <p:nvPr/>
          </p:nvSpPr>
          <p:spPr>
            <a:xfrm>
              <a:off x="6958970" y="2080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4" name="pt20664"/>
            <p:cNvSpPr/>
            <p:nvPr/>
          </p:nvSpPr>
          <p:spPr>
            <a:xfrm>
              <a:off x="6616275" y="1933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5" name="pt20665"/>
            <p:cNvSpPr/>
            <p:nvPr/>
          </p:nvSpPr>
          <p:spPr>
            <a:xfrm>
              <a:off x="7083767" y="2128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6" name="pt20666"/>
            <p:cNvSpPr/>
            <p:nvPr/>
          </p:nvSpPr>
          <p:spPr>
            <a:xfrm>
              <a:off x="7286631" y="2112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7" name="pt20667"/>
            <p:cNvSpPr/>
            <p:nvPr/>
          </p:nvSpPr>
          <p:spPr>
            <a:xfrm>
              <a:off x="7293146" y="192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8" name="pt20668"/>
            <p:cNvSpPr/>
            <p:nvPr/>
          </p:nvSpPr>
          <p:spPr>
            <a:xfrm>
              <a:off x="7031853" y="2040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9" name="pt20669"/>
            <p:cNvSpPr/>
            <p:nvPr/>
          </p:nvSpPr>
          <p:spPr>
            <a:xfrm>
              <a:off x="7012530" y="1745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0" name="pt20670"/>
            <p:cNvSpPr/>
            <p:nvPr/>
          </p:nvSpPr>
          <p:spPr>
            <a:xfrm>
              <a:off x="7383367" y="2477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1" name="pt20671"/>
            <p:cNvSpPr/>
            <p:nvPr/>
          </p:nvSpPr>
          <p:spPr>
            <a:xfrm>
              <a:off x="6998000" y="1991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2" name="pt20672"/>
            <p:cNvSpPr/>
            <p:nvPr/>
          </p:nvSpPr>
          <p:spPr>
            <a:xfrm>
              <a:off x="7217260" y="2312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3" name="pt20673"/>
            <p:cNvSpPr/>
            <p:nvPr/>
          </p:nvSpPr>
          <p:spPr>
            <a:xfrm>
              <a:off x="7058800" y="1829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4" name="pt20674"/>
            <p:cNvSpPr/>
            <p:nvPr/>
          </p:nvSpPr>
          <p:spPr>
            <a:xfrm>
              <a:off x="7466711" y="2656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5" name="pt20675"/>
            <p:cNvSpPr/>
            <p:nvPr/>
          </p:nvSpPr>
          <p:spPr>
            <a:xfrm>
              <a:off x="7081573" y="2064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6" name="pt20676"/>
            <p:cNvSpPr/>
            <p:nvPr/>
          </p:nvSpPr>
          <p:spPr>
            <a:xfrm>
              <a:off x="7380510" y="2380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7" name="pt20677"/>
            <p:cNvSpPr/>
            <p:nvPr/>
          </p:nvSpPr>
          <p:spPr>
            <a:xfrm>
              <a:off x="7013610" y="1948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8" name="pt20678"/>
            <p:cNvSpPr/>
            <p:nvPr/>
          </p:nvSpPr>
          <p:spPr>
            <a:xfrm>
              <a:off x="7182946" y="2132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9" name="pt20679"/>
            <p:cNvSpPr/>
            <p:nvPr/>
          </p:nvSpPr>
          <p:spPr>
            <a:xfrm>
              <a:off x="7244209" y="2147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0" name="pt20680"/>
            <p:cNvSpPr/>
            <p:nvPr/>
          </p:nvSpPr>
          <p:spPr>
            <a:xfrm>
              <a:off x="7291426" y="1953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1" name="pt20681"/>
            <p:cNvSpPr/>
            <p:nvPr/>
          </p:nvSpPr>
          <p:spPr>
            <a:xfrm>
              <a:off x="7060790" y="204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2" name="pt20682"/>
            <p:cNvSpPr/>
            <p:nvPr/>
          </p:nvSpPr>
          <p:spPr>
            <a:xfrm>
              <a:off x="7261353" y="2086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3" name="pt20683"/>
            <p:cNvSpPr/>
            <p:nvPr/>
          </p:nvSpPr>
          <p:spPr>
            <a:xfrm>
              <a:off x="6930463" y="2255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4" name="pt20684"/>
            <p:cNvSpPr/>
            <p:nvPr/>
          </p:nvSpPr>
          <p:spPr>
            <a:xfrm>
              <a:off x="7244404" y="2200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5" name="pt20685"/>
            <p:cNvSpPr/>
            <p:nvPr/>
          </p:nvSpPr>
          <p:spPr>
            <a:xfrm>
              <a:off x="7181334" y="2115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6" name="pt20686"/>
            <p:cNvSpPr/>
            <p:nvPr/>
          </p:nvSpPr>
          <p:spPr>
            <a:xfrm>
              <a:off x="7012453" y="1881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7" name="pt20687"/>
            <p:cNvSpPr/>
            <p:nvPr/>
          </p:nvSpPr>
          <p:spPr>
            <a:xfrm>
              <a:off x="7153059" y="2316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8" name="pt20688"/>
            <p:cNvSpPr/>
            <p:nvPr/>
          </p:nvSpPr>
          <p:spPr>
            <a:xfrm>
              <a:off x="7143246" y="2272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9" name="pt20689"/>
            <p:cNvSpPr/>
            <p:nvPr/>
          </p:nvSpPr>
          <p:spPr>
            <a:xfrm>
              <a:off x="6978887" y="1888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0" name="pt20690"/>
            <p:cNvSpPr/>
            <p:nvPr/>
          </p:nvSpPr>
          <p:spPr>
            <a:xfrm>
              <a:off x="7333203" y="1937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1" name="pt20691"/>
            <p:cNvSpPr/>
            <p:nvPr/>
          </p:nvSpPr>
          <p:spPr>
            <a:xfrm>
              <a:off x="7261131" y="2028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2" name="pt20692"/>
            <p:cNvSpPr/>
            <p:nvPr/>
          </p:nvSpPr>
          <p:spPr>
            <a:xfrm>
              <a:off x="6790940" y="2505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3" name="pt20693"/>
            <p:cNvSpPr/>
            <p:nvPr/>
          </p:nvSpPr>
          <p:spPr>
            <a:xfrm>
              <a:off x="7478698" y="2599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4" name="pt20694"/>
            <p:cNvSpPr/>
            <p:nvPr/>
          </p:nvSpPr>
          <p:spPr>
            <a:xfrm>
              <a:off x="7122757" y="2048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5" name="pt20695"/>
            <p:cNvSpPr/>
            <p:nvPr/>
          </p:nvSpPr>
          <p:spPr>
            <a:xfrm>
              <a:off x="6947515" y="2157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6" name="pt20696"/>
            <p:cNvSpPr/>
            <p:nvPr/>
          </p:nvSpPr>
          <p:spPr>
            <a:xfrm>
              <a:off x="7079718" y="1907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7" name="pt20697"/>
            <p:cNvSpPr/>
            <p:nvPr/>
          </p:nvSpPr>
          <p:spPr>
            <a:xfrm>
              <a:off x="7402373" y="2747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8" name="pt20698"/>
            <p:cNvSpPr/>
            <p:nvPr/>
          </p:nvSpPr>
          <p:spPr>
            <a:xfrm>
              <a:off x="7186138" y="2172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9" name="pt20699"/>
            <p:cNvSpPr/>
            <p:nvPr/>
          </p:nvSpPr>
          <p:spPr>
            <a:xfrm>
              <a:off x="7134246" y="2128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0" name="pt20700"/>
            <p:cNvSpPr/>
            <p:nvPr/>
          </p:nvSpPr>
          <p:spPr>
            <a:xfrm>
              <a:off x="6703809" y="192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1" name="pt20701"/>
            <p:cNvSpPr/>
            <p:nvPr/>
          </p:nvSpPr>
          <p:spPr>
            <a:xfrm>
              <a:off x="7001703" y="1974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2" name="pt20702"/>
            <p:cNvSpPr/>
            <p:nvPr/>
          </p:nvSpPr>
          <p:spPr>
            <a:xfrm>
              <a:off x="7221237" y="2224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3" name="pt20703"/>
            <p:cNvSpPr/>
            <p:nvPr/>
          </p:nvSpPr>
          <p:spPr>
            <a:xfrm>
              <a:off x="7334871" y="188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4" name="pt20704"/>
            <p:cNvSpPr/>
            <p:nvPr/>
          </p:nvSpPr>
          <p:spPr>
            <a:xfrm>
              <a:off x="7154637" y="2349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5" name="pt20705"/>
            <p:cNvSpPr/>
            <p:nvPr/>
          </p:nvSpPr>
          <p:spPr>
            <a:xfrm>
              <a:off x="7122292" y="2037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6" name="pt20706"/>
            <p:cNvSpPr/>
            <p:nvPr/>
          </p:nvSpPr>
          <p:spPr>
            <a:xfrm>
              <a:off x="7110553" y="195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7" name="pt20707"/>
            <p:cNvSpPr/>
            <p:nvPr/>
          </p:nvSpPr>
          <p:spPr>
            <a:xfrm>
              <a:off x="6905419" y="2093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8" name="pt20708"/>
            <p:cNvSpPr/>
            <p:nvPr/>
          </p:nvSpPr>
          <p:spPr>
            <a:xfrm>
              <a:off x="7194254" y="1996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9" name="pt20709"/>
            <p:cNvSpPr/>
            <p:nvPr/>
          </p:nvSpPr>
          <p:spPr>
            <a:xfrm>
              <a:off x="7241798" y="1797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0" name="pt20710"/>
            <p:cNvSpPr/>
            <p:nvPr/>
          </p:nvSpPr>
          <p:spPr>
            <a:xfrm>
              <a:off x="7368033" y="2471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1" name="pt20711"/>
            <p:cNvSpPr/>
            <p:nvPr/>
          </p:nvSpPr>
          <p:spPr>
            <a:xfrm>
              <a:off x="7190484" y="2083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2" name="pt20712"/>
            <p:cNvSpPr/>
            <p:nvPr/>
          </p:nvSpPr>
          <p:spPr>
            <a:xfrm>
              <a:off x="7031374" y="1854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3" name="pt20713"/>
            <p:cNvSpPr/>
            <p:nvPr/>
          </p:nvSpPr>
          <p:spPr>
            <a:xfrm>
              <a:off x="7237957" y="199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4" name="pt20714"/>
            <p:cNvSpPr/>
            <p:nvPr/>
          </p:nvSpPr>
          <p:spPr>
            <a:xfrm>
              <a:off x="6860098" y="2060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5" name="pt20715"/>
            <p:cNvSpPr/>
            <p:nvPr/>
          </p:nvSpPr>
          <p:spPr>
            <a:xfrm>
              <a:off x="7201790" y="2028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6" name="pt20716"/>
            <p:cNvSpPr/>
            <p:nvPr/>
          </p:nvSpPr>
          <p:spPr>
            <a:xfrm>
              <a:off x="7127836" y="2141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7" name="pt20717"/>
            <p:cNvSpPr/>
            <p:nvPr/>
          </p:nvSpPr>
          <p:spPr>
            <a:xfrm>
              <a:off x="6830923" y="1914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8" name="pt20718"/>
            <p:cNvSpPr/>
            <p:nvPr/>
          </p:nvSpPr>
          <p:spPr>
            <a:xfrm>
              <a:off x="7455839" y="2998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9" name="pt20719"/>
            <p:cNvSpPr/>
            <p:nvPr/>
          </p:nvSpPr>
          <p:spPr>
            <a:xfrm>
              <a:off x="7173731" y="196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0" name="pt20720"/>
            <p:cNvSpPr/>
            <p:nvPr/>
          </p:nvSpPr>
          <p:spPr>
            <a:xfrm>
              <a:off x="7077817" y="2158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1" name="pt20721"/>
            <p:cNvSpPr/>
            <p:nvPr/>
          </p:nvSpPr>
          <p:spPr>
            <a:xfrm>
              <a:off x="7105517" y="2220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2" name="pt20722"/>
            <p:cNvSpPr/>
            <p:nvPr/>
          </p:nvSpPr>
          <p:spPr>
            <a:xfrm>
              <a:off x="7107899" y="2194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3" name="pt20723"/>
            <p:cNvSpPr/>
            <p:nvPr/>
          </p:nvSpPr>
          <p:spPr>
            <a:xfrm>
              <a:off x="7187040" y="2108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4" name="pt20724"/>
            <p:cNvSpPr/>
            <p:nvPr/>
          </p:nvSpPr>
          <p:spPr>
            <a:xfrm>
              <a:off x="7057800" y="1985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5" name="pt20725"/>
            <p:cNvSpPr/>
            <p:nvPr/>
          </p:nvSpPr>
          <p:spPr>
            <a:xfrm>
              <a:off x="7225670" y="2038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6" name="pt20726"/>
            <p:cNvSpPr/>
            <p:nvPr/>
          </p:nvSpPr>
          <p:spPr>
            <a:xfrm>
              <a:off x="7202358" y="201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7" name="pt20727"/>
            <p:cNvSpPr/>
            <p:nvPr/>
          </p:nvSpPr>
          <p:spPr>
            <a:xfrm>
              <a:off x="7089455" y="2183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8" name="pt20728"/>
            <p:cNvSpPr/>
            <p:nvPr/>
          </p:nvSpPr>
          <p:spPr>
            <a:xfrm>
              <a:off x="7038922" y="2221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9" name="pt20729"/>
            <p:cNvSpPr/>
            <p:nvPr/>
          </p:nvSpPr>
          <p:spPr>
            <a:xfrm>
              <a:off x="7125040" y="2027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0" name="pt20730"/>
            <p:cNvSpPr/>
            <p:nvPr/>
          </p:nvSpPr>
          <p:spPr>
            <a:xfrm>
              <a:off x="7015059" y="1785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1" name="pt20731"/>
            <p:cNvSpPr/>
            <p:nvPr/>
          </p:nvSpPr>
          <p:spPr>
            <a:xfrm>
              <a:off x="7333211" y="1819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2" name="pt20732"/>
            <p:cNvSpPr/>
            <p:nvPr/>
          </p:nvSpPr>
          <p:spPr>
            <a:xfrm>
              <a:off x="7081943" y="2089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3" name="pt20733"/>
            <p:cNvSpPr/>
            <p:nvPr/>
          </p:nvSpPr>
          <p:spPr>
            <a:xfrm>
              <a:off x="7406125" y="2358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4" name="pt20734"/>
            <p:cNvSpPr/>
            <p:nvPr/>
          </p:nvSpPr>
          <p:spPr>
            <a:xfrm>
              <a:off x="7085139" y="2192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5" name="pt20735"/>
            <p:cNvSpPr/>
            <p:nvPr/>
          </p:nvSpPr>
          <p:spPr>
            <a:xfrm>
              <a:off x="7202545" y="2052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6" name="pt20736"/>
            <p:cNvSpPr/>
            <p:nvPr/>
          </p:nvSpPr>
          <p:spPr>
            <a:xfrm>
              <a:off x="7069570" y="2107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7" name="pt20737"/>
            <p:cNvSpPr/>
            <p:nvPr/>
          </p:nvSpPr>
          <p:spPr>
            <a:xfrm>
              <a:off x="7263531" y="2103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8" name="pt20738"/>
            <p:cNvSpPr/>
            <p:nvPr/>
          </p:nvSpPr>
          <p:spPr>
            <a:xfrm>
              <a:off x="6912880" y="2295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9" name="pt20739"/>
            <p:cNvSpPr/>
            <p:nvPr/>
          </p:nvSpPr>
          <p:spPr>
            <a:xfrm>
              <a:off x="7062220" y="1788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0" name="pt20740"/>
            <p:cNvSpPr/>
            <p:nvPr/>
          </p:nvSpPr>
          <p:spPr>
            <a:xfrm>
              <a:off x="6735680" y="1817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1" name="pt20741"/>
            <p:cNvSpPr/>
            <p:nvPr/>
          </p:nvSpPr>
          <p:spPr>
            <a:xfrm>
              <a:off x="7149656" y="2368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2" name="pt20742"/>
            <p:cNvSpPr/>
            <p:nvPr/>
          </p:nvSpPr>
          <p:spPr>
            <a:xfrm>
              <a:off x="7221835" y="2085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3" name="pt20743"/>
            <p:cNvSpPr/>
            <p:nvPr/>
          </p:nvSpPr>
          <p:spPr>
            <a:xfrm>
              <a:off x="7125482" y="2095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4" name="pt20744"/>
            <p:cNvSpPr/>
            <p:nvPr/>
          </p:nvSpPr>
          <p:spPr>
            <a:xfrm>
              <a:off x="6870469" y="2138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5" name="pt20745"/>
            <p:cNvSpPr/>
            <p:nvPr/>
          </p:nvSpPr>
          <p:spPr>
            <a:xfrm>
              <a:off x="6973107" y="2013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6" name="pt20746"/>
            <p:cNvSpPr/>
            <p:nvPr/>
          </p:nvSpPr>
          <p:spPr>
            <a:xfrm>
              <a:off x="7007846" y="1997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7" name="pt20747"/>
            <p:cNvSpPr/>
            <p:nvPr/>
          </p:nvSpPr>
          <p:spPr>
            <a:xfrm>
              <a:off x="7405666" y="2553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8" name="pt20748"/>
            <p:cNvSpPr/>
            <p:nvPr/>
          </p:nvSpPr>
          <p:spPr>
            <a:xfrm>
              <a:off x="7469843" y="2756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9" name="pt20749"/>
            <p:cNvSpPr/>
            <p:nvPr/>
          </p:nvSpPr>
          <p:spPr>
            <a:xfrm>
              <a:off x="6676709" y="1698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0" name="pt20750"/>
            <p:cNvSpPr/>
            <p:nvPr/>
          </p:nvSpPr>
          <p:spPr>
            <a:xfrm>
              <a:off x="6884110" y="1962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1" name="pt20751"/>
            <p:cNvSpPr/>
            <p:nvPr/>
          </p:nvSpPr>
          <p:spPr>
            <a:xfrm>
              <a:off x="7304609" y="1936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2" name="pt20752"/>
            <p:cNvSpPr/>
            <p:nvPr/>
          </p:nvSpPr>
          <p:spPr>
            <a:xfrm>
              <a:off x="7190342" y="2025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3" name="pt20753"/>
            <p:cNvSpPr/>
            <p:nvPr/>
          </p:nvSpPr>
          <p:spPr>
            <a:xfrm>
              <a:off x="7108680" y="2194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4" name="pt20754"/>
            <p:cNvSpPr/>
            <p:nvPr/>
          </p:nvSpPr>
          <p:spPr>
            <a:xfrm>
              <a:off x="7070563" y="2099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5" name="pt20755"/>
            <p:cNvSpPr/>
            <p:nvPr/>
          </p:nvSpPr>
          <p:spPr>
            <a:xfrm>
              <a:off x="7377132" y="2391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6" name="pt20756"/>
            <p:cNvSpPr/>
            <p:nvPr/>
          </p:nvSpPr>
          <p:spPr>
            <a:xfrm>
              <a:off x="7125464" y="2163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7" name="pt20757"/>
            <p:cNvSpPr/>
            <p:nvPr/>
          </p:nvSpPr>
          <p:spPr>
            <a:xfrm>
              <a:off x="6953025" y="2250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8" name="pt20758"/>
            <p:cNvSpPr/>
            <p:nvPr/>
          </p:nvSpPr>
          <p:spPr>
            <a:xfrm>
              <a:off x="7178129" y="2074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9" name="pt20759"/>
            <p:cNvSpPr/>
            <p:nvPr/>
          </p:nvSpPr>
          <p:spPr>
            <a:xfrm>
              <a:off x="7016620" y="2034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0" name="pt20760"/>
            <p:cNvSpPr/>
            <p:nvPr/>
          </p:nvSpPr>
          <p:spPr>
            <a:xfrm>
              <a:off x="6974787" y="2024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1" name="pt20761"/>
            <p:cNvSpPr/>
            <p:nvPr/>
          </p:nvSpPr>
          <p:spPr>
            <a:xfrm>
              <a:off x="7422190" y="2806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2" name="pt20762"/>
            <p:cNvSpPr/>
            <p:nvPr/>
          </p:nvSpPr>
          <p:spPr>
            <a:xfrm>
              <a:off x="6585011" y="2136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3" name="pt20763"/>
            <p:cNvSpPr/>
            <p:nvPr/>
          </p:nvSpPr>
          <p:spPr>
            <a:xfrm>
              <a:off x="6960358" y="2036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4" name="pt20764"/>
            <p:cNvSpPr/>
            <p:nvPr/>
          </p:nvSpPr>
          <p:spPr>
            <a:xfrm>
              <a:off x="7290895" y="1887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5" name="pt20765"/>
            <p:cNvSpPr/>
            <p:nvPr/>
          </p:nvSpPr>
          <p:spPr>
            <a:xfrm>
              <a:off x="7575866" y="2079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6" name="pt20766"/>
            <p:cNvSpPr/>
            <p:nvPr/>
          </p:nvSpPr>
          <p:spPr>
            <a:xfrm>
              <a:off x="7317420" y="1937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7" name="pt20767"/>
            <p:cNvSpPr/>
            <p:nvPr/>
          </p:nvSpPr>
          <p:spPr>
            <a:xfrm>
              <a:off x="6962856" y="198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8" name="pt20768"/>
            <p:cNvSpPr/>
            <p:nvPr/>
          </p:nvSpPr>
          <p:spPr>
            <a:xfrm>
              <a:off x="7082345" y="2060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9" name="pt20769"/>
            <p:cNvSpPr/>
            <p:nvPr/>
          </p:nvSpPr>
          <p:spPr>
            <a:xfrm>
              <a:off x="7132564" y="2123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0" name="pt20770"/>
            <p:cNvSpPr/>
            <p:nvPr/>
          </p:nvSpPr>
          <p:spPr>
            <a:xfrm>
              <a:off x="6905853" y="2000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1" name="pt20771"/>
            <p:cNvSpPr/>
            <p:nvPr/>
          </p:nvSpPr>
          <p:spPr>
            <a:xfrm>
              <a:off x="7341400" y="2138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2" name="pt20772"/>
            <p:cNvSpPr/>
            <p:nvPr/>
          </p:nvSpPr>
          <p:spPr>
            <a:xfrm>
              <a:off x="7170502" y="1935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3" name="pt20773"/>
            <p:cNvSpPr/>
            <p:nvPr/>
          </p:nvSpPr>
          <p:spPr>
            <a:xfrm>
              <a:off x="7087876" y="2172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4" name="pt20774"/>
            <p:cNvSpPr/>
            <p:nvPr/>
          </p:nvSpPr>
          <p:spPr>
            <a:xfrm>
              <a:off x="7359493" y="2316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5" name="pt20775"/>
            <p:cNvSpPr/>
            <p:nvPr/>
          </p:nvSpPr>
          <p:spPr>
            <a:xfrm>
              <a:off x="7239761" y="1925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6" name="pt20776"/>
            <p:cNvSpPr/>
            <p:nvPr/>
          </p:nvSpPr>
          <p:spPr>
            <a:xfrm>
              <a:off x="7007751" y="2000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7" name="pt20777"/>
            <p:cNvSpPr/>
            <p:nvPr/>
          </p:nvSpPr>
          <p:spPr>
            <a:xfrm>
              <a:off x="7131157" y="2115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8" name="pt20778"/>
            <p:cNvSpPr/>
            <p:nvPr/>
          </p:nvSpPr>
          <p:spPr>
            <a:xfrm>
              <a:off x="7251264" y="223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9" name="pt20779"/>
            <p:cNvSpPr/>
            <p:nvPr/>
          </p:nvSpPr>
          <p:spPr>
            <a:xfrm>
              <a:off x="7009120" y="1979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0" name="pt20780"/>
            <p:cNvSpPr/>
            <p:nvPr/>
          </p:nvSpPr>
          <p:spPr>
            <a:xfrm>
              <a:off x="7223195" y="2226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1" name="pt20781"/>
            <p:cNvSpPr/>
            <p:nvPr/>
          </p:nvSpPr>
          <p:spPr>
            <a:xfrm>
              <a:off x="7095949" y="2212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2" name="pt20782"/>
            <p:cNvSpPr/>
            <p:nvPr/>
          </p:nvSpPr>
          <p:spPr>
            <a:xfrm>
              <a:off x="7110742" y="2137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3" name="pt20783"/>
            <p:cNvSpPr/>
            <p:nvPr/>
          </p:nvSpPr>
          <p:spPr>
            <a:xfrm>
              <a:off x="7040163" y="2263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4" name="pt20784"/>
            <p:cNvSpPr/>
            <p:nvPr/>
          </p:nvSpPr>
          <p:spPr>
            <a:xfrm>
              <a:off x="7292593" y="2018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5" name="pt20785"/>
            <p:cNvSpPr/>
            <p:nvPr/>
          </p:nvSpPr>
          <p:spPr>
            <a:xfrm>
              <a:off x="7235831" y="2008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6" name="pt20786"/>
            <p:cNvSpPr/>
            <p:nvPr/>
          </p:nvSpPr>
          <p:spPr>
            <a:xfrm>
              <a:off x="7070055" y="212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7" name="pt20787"/>
            <p:cNvSpPr/>
            <p:nvPr/>
          </p:nvSpPr>
          <p:spPr>
            <a:xfrm>
              <a:off x="6791650" y="2367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8" name="pt20788"/>
            <p:cNvSpPr/>
            <p:nvPr/>
          </p:nvSpPr>
          <p:spPr>
            <a:xfrm>
              <a:off x="7109829" y="2051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9" name="pt20789"/>
            <p:cNvSpPr/>
            <p:nvPr/>
          </p:nvSpPr>
          <p:spPr>
            <a:xfrm>
              <a:off x="6652036" y="1756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0" name="pt20790"/>
            <p:cNvSpPr/>
            <p:nvPr/>
          </p:nvSpPr>
          <p:spPr>
            <a:xfrm>
              <a:off x="7228821" y="2024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1" name="pt20791"/>
            <p:cNvSpPr/>
            <p:nvPr/>
          </p:nvSpPr>
          <p:spPr>
            <a:xfrm>
              <a:off x="7282027" y="2002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2" name="pt20792"/>
            <p:cNvSpPr/>
            <p:nvPr/>
          </p:nvSpPr>
          <p:spPr>
            <a:xfrm>
              <a:off x="6921065" y="2164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3" name="pt20793"/>
            <p:cNvSpPr/>
            <p:nvPr/>
          </p:nvSpPr>
          <p:spPr>
            <a:xfrm>
              <a:off x="7013970" y="184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4" name="pt20794"/>
            <p:cNvSpPr/>
            <p:nvPr/>
          </p:nvSpPr>
          <p:spPr>
            <a:xfrm>
              <a:off x="6941747" y="2174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5" name="pt20795"/>
            <p:cNvSpPr/>
            <p:nvPr/>
          </p:nvSpPr>
          <p:spPr>
            <a:xfrm>
              <a:off x="7089090" y="2163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6" name="pt20796"/>
            <p:cNvSpPr/>
            <p:nvPr/>
          </p:nvSpPr>
          <p:spPr>
            <a:xfrm>
              <a:off x="7191995" y="2036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7" name="pt20797"/>
            <p:cNvSpPr/>
            <p:nvPr/>
          </p:nvSpPr>
          <p:spPr>
            <a:xfrm>
              <a:off x="6800703" y="2430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8" name="pt20798"/>
            <p:cNvSpPr/>
            <p:nvPr/>
          </p:nvSpPr>
          <p:spPr>
            <a:xfrm>
              <a:off x="7082605" y="1973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9" name="pt20799"/>
            <p:cNvSpPr/>
            <p:nvPr/>
          </p:nvSpPr>
          <p:spPr>
            <a:xfrm>
              <a:off x="7166226" y="2108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0" name="pt20800"/>
            <p:cNvSpPr/>
            <p:nvPr/>
          </p:nvSpPr>
          <p:spPr>
            <a:xfrm>
              <a:off x="7316034" y="1914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1" name="pt20801"/>
            <p:cNvSpPr/>
            <p:nvPr/>
          </p:nvSpPr>
          <p:spPr>
            <a:xfrm>
              <a:off x="7120152" y="2112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2" name="pt20802"/>
            <p:cNvSpPr/>
            <p:nvPr/>
          </p:nvSpPr>
          <p:spPr>
            <a:xfrm>
              <a:off x="7240706" y="1790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3" name="pt20803"/>
            <p:cNvSpPr/>
            <p:nvPr/>
          </p:nvSpPr>
          <p:spPr>
            <a:xfrm>
              <a:off x="7052695" y="2085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4" name="pt20804"/>
            <p:cNvSpPr/>
            <p:nvPr/>
          </p:nvSpPr>
          <p:spPr>
            <a:xfrm>
              <a:off x="7147311" y="2238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5" name="pt20805"/>
            <p:cNvSpPr/>
            <p:nvPr/>
          </p:nvSpPr>
          <p:spPr>
            <a:xfrm>
              <a:off x="7002933" y="1902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6" name="pt20806"/>
            <p:cNvSpPr/>
            <p:nvPr/>
          </p:nvSpPr>
          <p:spPr>
            <a:xfrm>
              <a:off x="7173808" y="194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7" name="pt20807"/>
            <p:cNvSpPr/>
            <p:nvPr/>
          </p:nvSpPr>
          <p:spPr>
            <a:xfrm>
              <a:off x="7005520" y="1983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8" name="pt20808"/>
            <p:cNvSpPr/>
            <p:nvPr/>
          </p:nvSpPr>
          <p:spPr>
            <a:xfrm>
              <a:off x="6773129" y="2565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9" name="pt20809"/>
            <p:cNvSpPr/>
            <p:nvPr/>
          </p:nvSpPr>
          <p:spPr>
            <a:xfrm>
              <a:off x="6864910" y="2348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0" name="pt20810"/>
            <p:cNvSpPr/>
            <p:nvPr/>
          </p:nvSpPr>
          <p:spPr>
            <a:xfrm>
              <a:off x="7070487" y="1890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1" name="pt20811"/>
            <p:cNvSpPr/>
            <p:nvPr/>
          </p:nvSpPr>
          <p:spPr>
            <a:xfrm>
              <a:off x="7246969" y="2293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2" name="pt20812"/>
            <p:cNvSpPr/>
            <p:nvPr/>
          </p:nvSpPr>
          <p:spPr>
            <a:xfrm>
              <a:off x="7162671" y="2112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3" name="pt20813"/>
            <p:cNvSpPr/>
            <p:nvPr/>
          </p:nvSpPr>
          <p:spPr>
            <a:xfrm>
              <a:off x="7277565" y="2033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4" name="pt20814"/>
            <p:cNvSpPr/>
            <p:nvPr/>
          </p:nvSpPr>
          <p:spPr>
            <a:xfrm>
              <a:off x="7200497" y="2020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5" name="pt20815"/>
            <p:cNvSpPr/>
            <p:nvPr/>
          </p:nvSpPr>
          <p:spPr>
            <a:xfrm>
              <a:off x="7125488" y="2169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6" name="pt20816"/>
            <p:cNvSpPr/>
            <p:nvPr/>
          </p:nvSpPr>
          <p:spPr>
            <a:xfrm>
              <a:off x="7192426" y="2020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7" name="pt20817"/>
            <p:cNvSpPr/>
            <p:nvPr/>
          </p:nvSpPr>
          <p:spPr>
            <a:xfrm>
              <a:off x="7047037" y="2224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8" name="pt20818"/>
            <p:cNvSpPr/>
            <p:nvPr/>
          </p:nvSpPr>
          <p:spPr>
            <a:xfrm>
              <a:off x="7232311" y="2256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9" name="pt20819"/>
            <p:cNvSpPr/>
            <p:nvPr/>
          </p:nvSpPr>
          <p:spPr>
            <a:xfrm>
              <a:off x="7194541" y="2051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0" name="pt20820"/>
            <p:cNvSpPr/>
            <p:nvPr/>
          </p:nvSpPr>
          <p:spPr>
            <a:xfrm>
              <a:off x="7205826" y="2176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1" name="pt20821"/>
            <p:cNvSpPr/>
            <p:nvPr/>
          </p:nvSpPr>
          <p:spPr>
            <a:xfrm>
              <a:off x="7117658" y="2141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2" name="pt20822"/>
            <p:cNvSpPr/>
            <p:nvPr/>
          </p:nvSpPr>
          <p:spPr>
            <a:xfrm>
              <a:off x="6892433" y="1963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3" name="pt20823"/>
            <p:cNvSpPr/>
            <p:nvPr/>
          </p:nvSpPr>
          <p:spPr>
            <a:xfrm>
              <a:off x="7082631" y="2139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4" name="pt20824"/>
            <p:cNvSpPr/>
            <p:nvPr/>
          </p:nvSpPr>
          <p:spPr>
            <a:xfrm>
              <a:off x="7239870" y="1650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5" name="pt20825"/>
            <p:cNvSpPr/>
            <p:nvPr/>
          </p:nvSpPr>
          <p:spPr>
            <a:xfrm>
              <a:off x="7127544" y="2170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6" name="pt20826"/>
            <p:cNvSpPr/>
            <p:nvPr/>
          </p:nvSpPr>
          <p:spPr>
            <a:xfrm>
              <a:off x="7450125" y="2689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7" name="pt20827"/>
            <p:cNvSpPr/>
            <p:nvPr/>
          </p:nvSpPr>
          <p:spPr>
            <a:xfrm>
              <a:off x="7148279" y="2316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8" name="pt20828"/>
            <p:cNvSpPr/>
            <p:nvPr/>
          </p:nvSpPr>
          <p:spPr>
            <a:xfrm>
              <a:off x="7395356" y="2342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9" name="pt20829"/>
            <p:cNvSpPr/>
            <p:nvPr/>
          </p:nvSpPr>
          <p:spPr>
            <a:xfrm>
              <a:off x="6992807" y="1878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0" name="pt20830"/>
            <p:cNvSpPr/>
            <p:nvPr/>
          </p:nvSpPr>
          <p:spPr>
            <a:xfrm>
              <a:off x="6795248" y="2484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1" name="pt20831"/>
            <p:cNvSpPr/>
            <p:nvPr/>
          </p:nvSpPr>
          <p:spPr>
            <a:xfrm>
              <a:off x="7309314" y="2173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2" name="pt20832"/>
            <p:cNvSpPr/>
            <p:nvPr/>
          </p:nvSpPr>
          <p:spPr>
            <a:xfrm>
              <a:off x="7031705" y="2087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3" name="pt20833"/>
            <p:cNvSpPr/>
            <p:nvPr/>
          </p:nvSpPr>
          <p:spPr>
            <a:xfrm>
              <a:off x="7184258" y="2142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4" name="pt20834"/>
            <p:cNvSpPr/>
            <p:nvPr/>
          </p:nvSpPr>
          <p:spPr>
            <a:xfrm>
              <a:off x="7161112" y="2053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5" name="pt20835"/>
            <p:cNvSpPr/>
            <p:nvPr/>
          </p:nvSpPr>
          <p:spPr>
            <a:xfrm>
              <a:off x="7185346" y="2119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6" name="pt20836"/>
            <p:cNvSpPr/>
            <p:nvPr/>
          </p:nvSpPr>
          <p:spPr>
            <a:xfrm>
              <a:off x="6922355" y="2220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7" name="pt20837"/>
            <p:cNvSpPr/>
            <p:nvPr/>
          </p:nvSpPr>
          <p:spPr>
            <a:xfrm>
              <a:off x="7078181" y="2110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8" name="pt20838"/>
            <p:cNvSpPr/>
            <p:nvPr/>
          </p:nvSpPr>
          <p:spPr>
            <a:xfrm>
              <a:off x="7099736" y="2111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9" name="pt20839"/>
            <p:cNvSpPr/>
            <p:nvPr/>
          </p:nvSpPr>
          <p:spPr>
            <a:xfrm>
              <a:off x="7263132" y="2017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0" name="pt20840"/>
            <p:cNvSpPr/>
            <p:nvPr/>
          </p:nvSpPr>
          <p:spPr>
            <a:xfrm>
              <a:off x="7240195" y="1665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1" name="pt20841"/>
            <p:cNvSpPr/>
            <p:nvPr/>
          </p:nvSpPr>
          <p:spPr>
            <a:xfrm>
              <a:off x="7149666" y="2333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2" name="pt20842"/>
            <p:cNvSpPr/>
            <p:nvPr/>
          </p:nvSpPr>
          <p:spPr>
            <a:xfrm>
              <a:off x="7155694" y="2412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3" name="pt20843"/>
            <p:cNvSpPr/>
            <p:nvPr/>
          </p:nvSpPr>
          <p:spPr>
            <a:xfrm>
              <a:off x="7150699" y="2230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4" name="pt20844"/>
            <p:cNvSpPr/>
            <p:nvPr/>
          </p:nvSpPr>
          <p:spPr>
            <a:xfrm>
              <a:off x="7080366" y="2120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5" name="pt20845"/>
            <p:cNvSpPr/>
            <p:nvPr/>
          </p:nvSpPr>
          <p:spPr>
            <a:xfrm>
              <a:off x="6976979" y="2090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6" name="pt20846"/>
            <p:cNvSpPr/>
            <p:nvPr/>
          </p:nvSpPr>
          <p:spPr>
            <a:xfrm>
              <a:off x="7196641" y="2019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7" name="pt20847"/>
            <p:cNvSpPr/>
            <p:nvPr/>
          </p:nvSpPr>
          <p:spPr>
            <a:xfrm>
              <a:off x="7309729" y="2078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8" name="pt20848"/>
            <p:cNvSpPr/>
            <p:nvPr/>
          </p:nvSpPr>
          <p:spPr>
            <a:xfrm>
              <a:off x="7223184" y="2156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9" name="pt20849"/>
            <p:cNvSpPr/>
            <p:nvPr/>
          </p:nvSpPr>
          <p:spPr>
            <a:xfrm>
              <a:off x="6894852" y="2062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0" name="pt20850"/>
            <p:cNvSpPr/>
            <p:nvPr/>
          </p:nvSpPr>
          <p:spPr>
            <a:xfrm>
              <a:off x="7198969" y="209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1" name="pt20851"/>
            <p:cNvSpPr/>
            <p:nvPr/>
          </p:nvSpPr>
          <p:spPr>
            <a:xfrm>
              <a:off x="6866277" y="2171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2" name="pt20852"/>
            <p:cNvSpPr/>
            <p:nvPr/>
          </p:nvSpPr>
          <p:spPr>
            <a:xfrm>
              <a:off x="7190185" y="1970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3" name="pt20853"/>
            <p:cNvSpPr/>
            <p:nvPr/>
          </p:nvSpPr>
          <p:spPr>
            <a:xfrm>
              <a:off x="6976082" y="1973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4" name="pt20854"/>
            <p:cNvSpPr/>
            <p:nvPr/>
          </p:nvSpPr>
          <p:spPr>
            <a:xfrm>
              <a:off x="7159161" y="2173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5" name="pt20855"/>
            <p:cNvSpPr/>
            <p:nvPr/>
          </p:nvSpPr>
          <p:spPr>
            <a:xfrm>
              <a:off x="7271674" y="2107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6" name="pt20856"/>
            <p:cNvSpPr/>
            <p:nvPr/>
          </p:nvSpPr>
          <p:spPr>
            <a:xfrm>
              <a:off x="7216707" y="2173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7" name="pt20857"/>
            <p:cNvSpPr/>
            <p:nvPr/>
          </p:nvSpPr>
          <p:spPr>
            <a:xfrm>
              <a:off x="6930122" y="2170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8" name="pt20858"/>
            <p:cNvSpPr/>
            <p:nvPr/>
          </p:nvSpPr>
          <p:spPr>
            <a:xfrm>
              <a:off x="7215642" y="2307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9" name="pt20859"/>
            <p:cNvSpPr/>
            <p:nvPr/>
          </p:nvSpPr>
          <p:spPr>
            <a:xfrm>
              <a:off x="7050330" y="2293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0" name="pt20860"/>
            <p:cNvSpPr/>
            <p:nvPr/>
          </p:nvSpPr>
          <p:spPr>
            <a:xfrm>
              <a:off x="7219196" y="2037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1" name="pt20861"/>
            <p:cNvSpPr/>
            <p:nvPr/>
          </p:nvSpPr>
          <p:spPr>
            <a:xfrm>
              <a:off x="7075534" y="2245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2" name="pt20862"/>
            <p:cNvSpPr/>
            <p:nvPr/>
          </p:nvSpPr>
          <p:spPr>
            <a:xfrm>
              <a:off x="7263511" y="2036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3" name="pt20863"/>
            <p:cNvSpPr/>
            <p:nvPr/>
          </p:nvSpPr>
          <p:spPr>
            <a:xfrm>
              <a:off x="6882329" y="2064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4" name="pt20864"/>
            <p:cNvSpPr/>
            <p:nvPr/>
          </p:nvSpPr>
          <p:spPr>
            <a:xfrm>
              <a:off x="6970345" y="1907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5" name="pt20865"/>
            <p:cNvSpPr/>
            <p:nvPr/>
          </p:nvSpPr>
          <p:spPr>
            <a:xfrm>
              <a:off x="7424470" y="2618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6" name="pt20866"/>
            <p:cNvSpPr/>
            <p:nvPr/>
          </p:nvSpPr>
          <p:spPr>
            <a:xfrm>
              <a:off x="7219219" y="2140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7" name="pt20867"/>
            <p:cNvSpPr/>
            <p:nvPr/>
          </p:nvSpPr>
          <p:spPr>
            <a:xfrm>
              <a:off x="6835965" y="2288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8" name="pt20868"/>
            <p:cNvSpPr/>
            <p:nvPr/>
          </p:nvSpPr>
          <p:spPr>
            <a:xfrm>
              <a:off x="7124731" y="2144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9" name="pt20869"/>
            <p:cNvSpPr/>
            <p:nvPr/>
          </p:nvSpPr>
          <p:spPr>
            <a:xfrm>
              <a:off x="6847146" y="2278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0" name="pt20870"/>
            <p:cNvSpPr/>
            <p:nvPr/>
          </p:nvSpPr>
          <p:spPr>
            <a:xfrm>
              <a:off x="7065738" y="1787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1" name="pt20871"/>
            <p:cNvSpPr/>
            <p:nvPr/>
          </p:nvSpPr>
          <p:spPr>
            <a:xfrm>
              <a:off x="7290955" y="1985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2" name="pt20872"/>
            <p:cNvSpPr/>
            <p:nvPr/>
          </p:nvSpPr>
          <p:spPr>
            <a:xfrm>
              <a:off x="6943583" y="2204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3" name="pt20873"/>
            <p:cNvSpPr/>
            <p:nvPr/>
          </p:nvSpPr>
          <p:spPr>
            <a:xfrm>
              <a:off x="7290049" y="194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4" name="pt20874"/>
            <p:cNvSpPr/>
            <p:nvPr/>
          </p:nvSpPr>
          <p:spPr>
            <a:xfrm>
              <a:off x="7120115" y="2129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5" name="pt20875"/>
            <p:cNvSpPr/>
            <p:nvPr/>
          </p:nvSpPr>
          <p:spPr>
            <a:xfrm>
              <a:off x="7092516" y="2168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6" name="pt20876"/>
            <p:cNvSpPr/>
            <p:nvPr/>
          </p:nvSpPr>
          <p:spPr>
            <a:xfrm>
              <a:off x="7206066" y="2082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7" name="pt20877"/>
            <p:cNvSpPr/>
            <p:nvPr/>
          </p:nvSpPr>
          <p:spPr>
            <a:xfrm>
              <a:off x="7469569" y="2384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8" name="pt20878"/>
            <p:cNvSpPr/>
            <p:nvPr/>
          </p:nvSpPr>
          <p:spPr>
            <a:xfrm>
              <a:off x="7004577" y="2005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9" name="pt20879"/>
            <p:cNvSpPr/>
            <p:nvPr/>
          </p:nvSpPr>
          <p:spPr>
            <a:xfrm>
              <a:off x="7061564" y="1992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0" name="pt20880"/>
            <p:cNvSpPr/>
            <p:nvPr/>
          </p:nvSpPr>
          <p:spPr>
            <a:xfrm>
              <a:off x="7138455" y="2188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1" name="pt20881"/>
            <p:cNvSpPr/>
            <p:nvPr/>
          </p:nvSpPr>
          <p:spPr>
            <a:xfrm>
              <a:off x="7046207" y="2198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2" name="pt20882"/>
            <p:cNvSpPr/>
            <p:nvPr/>
          </p:nvSpPr>
          <p:spPr>
            <a:xfrm>
              <a:off x="7062342" y="1793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3" name="pt20883"/>
            <p:cNvSpPr/>
            <p:nvPr/>
          </p:nvSpPr>
          <p:spPr>
            <a:xfrm>
              <a:off x="7283102" y="2003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4" name="pt20884"/>
            <p:cNvSpPr/>
            <p:nvPr/>
          </p:nvSpPr>
          <p:spPr>
            <a:xfrm>
              <a:off x="7145429" y="2158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5" name="pt20885"/>
            <p:cNvSpPr/>
            <p:nvPr/>
          </p:nvSpPr>
          <p:spPr>
            <a:xfrm>
              <a:off x="7254987" y="1982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6" name="pt20886"/>
            <p:cNvSpPr/>
            <p:nvPr/>
          </p:nvSpPr>
          <p:spPr>
            <a:xfrm>
              <a:off x="6975910" y="1966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7" name="pt20887"/>
            <p:cNvSpPr/>
            <p:nvPr/>
          </p:nvSpPr>
          <p:spPr>
            <a:xfrm>
              <a:off x="6999362" y="1892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8" name="pt20888"/>
            <p:cNvSpPr/>
            <p:nvPr/>
          </p:nvSpPr>
          <p:spPr>
            <a:xfrm>
              <a:off x="7193933" y="2051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9" name="pt20889"/>
            <p:cNvSpPr/>
            <p:nvPr/>
          </p:nvSpPr>
          <p:spPr>
            <a:xfrm>
              <a:off x="6837913" y="2261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0" name="pt20890"/>
            <p:cNvSpPr/>
            <p:nvPr/>
          </p:nvSpPr>
          <p:spPr>
            <a:xfrm>
              <a:off x="7178118" y="2126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1" name="pt20891"/>
            <p:cNvSpPr/>
            <p:nvPr/>
          </p:nvSpPr>
          <p:spPr>
            <a:xfrm>
              <a:off x="7297602" y="2020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2" name="pt20892"/>
            <p:cNvSpPr/>
            <p:nvPr/>
          </p:nvSpPr>
          <p:spPr>
            <a:xfrm>
              <a:off x="6814268" y="2260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3" name="pt20893"/>
            <p:cNvSpPr/>
            <p:nvPr/>
          </p:nvSpPr>
          <p:spPr>
            <a:xfrm>
              <a:off x="7284560" y="2092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4" name="pt20894"/>
            <p:cNvSpPr/>
            <p:nvPr/>
          </p:nvSpPr>
          <p:spPr>
            <a:xfrm>
              <a:off x="7070461" y="2141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5" name="pt20895"/>
            <p:cNvSpPr/>
            <p:nvPr/>
          </p:nvSpPr>
          <p:spPr>
            <a:xfrm>
              <a:off x="7172757" y="1974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6" name="pt20896"/>
            <p:cNvSpPr/>
            <p:nvPr/>
          </p:nvSpPr>
          <p:spPr>
            <a:xfrm>
              <a:off x="7028177" y="1823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7" name="pt20897"/>
            <p:cNvSpPr/>
            <p:nvPr/>
          </p:nvSpPr>
          <p:spPr>
            <a:xfrm>
              <a:off x="7190311" y="2069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8" name="pt20898"/>
            <p:cNvSpPr/>
            <p:nvPr/>
          </p:nvSpPr>
          <p:spPr>
            <a:xfrm>
              <a:off x="7465953" y="2504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9" name="pt20899"/>
            <p:cNvSpPr/>
            <p:nvPr/>
          </p:nvSpPr>
          <p:spPr>
            <a:xfrm>
              <a:off x="7111951" y="1994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0" name="pt20900"/>
            <p:cNvSpPr/>
            <p:nvPr/>
          </p:nvSpPr>
          <p:spPr>
            <a:xfrm>
              <a:off x="7220222" y="2164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1" name="pt20901"/>
            <p:cNvSpPr/>
            <p:nvPr/>
          </p:nvSpPr>
          <p:spPr>
            <a:xfrm>
              <a:off x="7083608" y="2066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2" name="pt20902"/>
            <p:cNvSpPr/>
            <p:nvPr/>
          </p:nvSpPr>
          <p:spPr>
            <a:xfrm>
              <a:off x="6947654" y="2031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3" name="pt20903"/>
            <p:cNvSpPr/>
            <p:nvPr/>
          </p:nvSpPr>
          <p:spPr>
            <a:xfrm>
              <a:off x="7073269" y="2244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4" name="pt20904"/>
            <p:cNvSpPr/>
            <p:nvPr/>
          </p:nvSpPr>
          <p:spPr>
            <a:xfrm>
              <a:off x="7096020" y="2165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5" name="pt20905"/>
            <p:cNvSpPr/>
            <p:nvPr/>
          </p:nvSpPr>
          <p:spPr>
            <a:xfrm>
              <a:off x="7130991" y="2052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6" name="pt20906"/>
            <p:cNvSpPr/>
            <p:nvPr/>
          </p:nvSpPr>
          <p:spPr>
            <a:xfrm>
              <a:off x="7279467" y="2053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7" name="pt20907"/>
            <p:cNvSpPr/>
            <p:nvPr/>
          </p:nvSpPr>
          <p:spPr>
            <a:xfrm>
              <a:off x="7320639" y="2034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8" name="pt20908"/>
            <p:cNvSpPr/>
            <p:nvPr/>
          </p:nvSpPr>
          <p:spPr>
            <a:xfrm>
              <a:off x="6991657" y="1844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9" name="pt20909"/>
            <p:cNvSpPr/>
            <p:nvPr/>
          </p:nvSpPr>
          <p:spPr>
            <a:xfrm>
              <a:off x="6770461" y="2745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0" name="pt20910"/>
            <p:cNvSpPr/>
            <p:nvPr/>
          </p:nvSpPr>
          <p:spPr>
            <a:xfrm>
              <a:off x="7176746" y="2046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1" name="pt20911"/>
            <p:cNvSpPr/>
            <p:nvPr/>
          </p:nvSpPr>
          <p:spPr>
            <a:xfrm>
              <a:off x="7191629" y="2052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2" name="pt20912"/>
            <p:cNvSpPr/>
            <p:nvPr/>
          </p:nvSpPr>
          <p:spPr>
            <a:xfrm>
              <a:off x="7181337" y="2086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3" name="pt20913"/>
            <p:cNvSpPr/>
            <p:nvPr/>
          </p:nvSpPr>
          <p:spPr>
            <a:xfrm>
              <a:off x="7069753" y="2107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4" name="pt20914"/>
            <p:cNvSpPr/>
            <p:nvPr/>
          </p:nvSpPr>
          <p:spPr>
            <a:xfrm>
              <a:off x="7803405" y="2575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5" name="pt20915"/>
            <p:cNvSpPr/>
            <p:nvPr/>
          </p:nvSpPr>
          <p:spPr>
            <a:xfrm>
              <a:off x="7042978" y="2183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6" name="pt20916"/>
            <p:cNvSpPr/>
            <p:nvPr/>
          </p:nvSpPr>
          <p:spPr>
            <a:xfrm>
              <a:off x="7183950" y="2146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7" name="pt20917"/>
            <p:cNvSpPr/>
            <p:nvPr/>
          </p:nvSpPr>
          <p:spPr>
            <a:xfrm>
              <a:off x="7157146" y="2212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8" name="pt20918"/>
            <p:cNvSpPr/>
            <p:nvPr/>
          </p:nvSpPr>
          <p:spPr>
            <a:xfrm>
              <a:off x="7252190" y="2153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9" name="pt20919"/>
            <p:cNvSpPr/>
            <p:nvPr/>
          </p:nvSpPr>
          <p:spPr>
            <a:xfrm>
              <a:off x="7156609" y="2190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0" name="pt20920"/>
            <p:cNvSpPr/>
            <p:nvPr/>
          </p:nvSpPr>
          <p:spPr>
            <a:xfrm>
              <a:off x="7292180" y="2073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1" name="pt20921"/>
            <p:cNvSpPr/>
            <p:nvPr/>
          </p:nvSpPr>
          <p:spPr>
            <a:xfrm>
              <a:off x="7077178" y="2186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2" name="pt20922"/>
            <p:cNvSpPr/>
            <p:nvPr/>
          </p:nvSpPr>
          <p:spPr>
            <a:xfrm>
              <a:off x="7256757" y="1999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3" name="pt20923"/>
            <p:cNvSpPr/>
            <p:nvPr/>
          </p:nvSpPr>
          <p:spPr>
            <a:xfrm>
              <a:off x="7153975" y="2364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4" name="pt20924"/>
            <p:cNvSpPr/>
            <p:nvPr/>
          </p:nvSpPr>
          <p:spPr>
            <a:xfrm>
              <a:off x="7394211" y="1923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5" name="pt20925"/>
            <p:cNvSpPr/>
            <p:nvPr/>
          </p:nvSpPr>
          <p:spPr>
            <a:xfrm>
              <a:off x="7166880" y="2111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6" name="pt20926"/>
            <p:cNvSpPr/>
            <p:nvPr/>
          </p:nvSpPr>
          <p:spPr>
            <a:xfrm>
              <a:off x="7267137" y="2027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7" name="pt20927"/>
            <p:cNvSpPr/>
            <p:nvPr/>
          </p:nvSpPr>
          <p:spPr>
            <a:xfrm>
              <a:off x="7167751" y="2063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8" name="pt20928"/>
            <p:cNvSpPr/>
            <p:nvPr/>
          </p:nvSpPr>
          <p:spPr>
            <a:xfrm>
              <a:off x="6965863" y="1934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9" name="pt20929"/>
            <p:cNvSpPr/>
            <p:nvPr/>
          </p:nvSpPr>
          <p:spPr>
            <a:xfrm>
              <a:off x="7314007" y="2073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0" name="pt20930"/>
            <p:cNvSpPr/>
            <p:nvPr/>
          </p:nvSpPr>
          <p:spPr>
            <a:xfrm>
              <a:off x="7298199" y="2001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1" name="pt20931"/>
            <p:cNvSpPr/>
            <p:nvPr/>
          </p:nvSpPr>
          <p:spPr>
            <a:xfrm>
              <a:off x="7088649" y="224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2" name="pt20932"/>
            <p:cNvSpPr/>
            <p:nvPr/>
          </p:nvSpPr>
          <p:spPr>
            <a:xfrm>
              <a:off x="7344528" y="2101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3" name="pt20933"/>
            <p:cNvSpPr/>
            <p:nvPr/>
          </p:nvSpPr>
          <p:spPr>
            <a:xfrm>
              <a:off x="7127014" y="2162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4" name="pt20934"/>
            <p:cNvSpPr/>
            <p:nvPr/>
          </p:nvSpPr>
          <p:spPr>
            <a:xfrm>
              <a:off x="7145388" y="2296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5" name="pt20935"/>
            <p:cNvSpPr/>
            <p:nvPr/>
          </p:nvSpPr>
          <p:spPr>
            <a:xfrm>
              <a:off x="7094642" y="2248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6" name="pt20936"/>
            <p:cNvSpPr/>
            <p:nvPr/>
          </p:nvSpPr>
          <p:spPr>
            <a:xfrm>
              <a:off x="7240111" y="1752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7" name="pt20937"/>
            <p:cNvSpPr/>
            <p:nvPr/>
          </p:nvSpPr>
          <p:spPr>
            <a:xfrm>
              <a:off x="7198636" y="2004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8" name="pt20938"/>
            <p:cNvSpPr/>
            <p:nvPr/>
          </p:nvSpPr>
          <p:spPr>
            <a:xfrm>
              <a:off x="7062859" y="1834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9" name="pt20939"/>
            <p:cNvSpPr/>
            <p:nvPr/>
          </p:nvSpPr>
          <p:spPr>
            <a:xfrm>
              <a:off x="7234305" y="2108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0" name="pt20940"/>
            <p:cNvSpPr/>
            <p:nvPr/>
          </p:nvSpPr>
          <p:spPr>
            <a:xfrm>
              <a:off x="6994049" y="2066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1" name="pt20941"/>
            <p:cNvSpPr/>
            <p:nvPr/>
          </p:nvSpPr>
          <p:spPr>
            <a:xfrm>
              <a:off x="7277896" y="1905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2" name="pt20942"/>
            <p:cNvSpPr/>
            <p:nvPr/>
          </p:nvSpPr>
          <p:spPr>
            <a:xfrm>
              <a:off x="7022457" y="2035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3" name="pt20943"/>
            <p:cNvSpPr/>
            <p:nvPr/>
          </p:nvSpPr>
          <p:spPr>
            <a:xfrm>
              <a:off x="6942555" y="2196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4" name="pt20944"/>
            <p:cNvSpPr/>
            <p:nvPr/>
          </p:nvSpPr>
          <p:spPr>
            <a:xfrm>
              <a:off x="7169106" y="1986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5" name="pt20945"/>
            <p:cNvSpPr/>
            <p:nvPr/>
          </p:nvSpPr>
          <p:spPr>
            <a:xfrm>
              <a:off x="7089592" y="2228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6" name="pt20946"/>
            <p:cNvSpPr/>
            <p:nvPr/>
          </p:nvSpPr>
          <p:spPr>
            <a:xfrm>
              <a:off x="7037143" y="2233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7" name="pt20947"/>
            <p:cNvSpPr/>
            <p:nvPr/>
          </p:nvSpPr>
          <p:spPr>
            <a:xfrm>
              <a:off x="7120722" y="2147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8" name="pt20948"/>
            <p:cNvSpPr/>
            <p:nvPr/>
          </p:nvSpPr>
          <p:spPr>
            <a:xfrm>
              <a:off x="7215789" y="2217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9" name="pt20949"/>
            <p:cNvSpPr/>
            <p:nvPr/>
          </p:nvSpPr>
          <p:spPr>
            <a:xfrm>
              <a:off x="7329149" y="2014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0" name="pt20950"/>
            <p:cNvSpPr/>
            <p:nvPr/>
          </p:nvSpPr>
          <p:spPr>
            <a:xfrm>
              <a:off x="7414356" y="2641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1" name="pt20951"/>
            <p:cNvSpPr/>
            <p:nvPr/>
          </p:nvSpPr>
          <p:spPr>
            <a:xfrm>
              <a:off x="7001138" y="2050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2" name="pt20952"/>
            <p:cNvSpPr/>
            <p:nvPr/>
          </p:nvSpPr>
          <p:spPr>
            <a:xfrm>
              <a:off x="7151306" y="2297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3" name="pt20953"/>
            <p:cNvSpPr/>
            <p:nvPr/>
          </p:nvSpPr>
          <p:spPr>
            <a:xfrm>
              <a:off x="7198598" y="2079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4" name="pt20954"/>
            <p:cNvSpPr/>
            <p:nvPr/>
          </p:nvSpPr>
          <p:spPr>
            <a:xfrm>
              <a:off x="6821516" y="2204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5" name="pt20955"/>
            <p:cNvSpPr/>
            <p:nvPr/>
          </p:nvSpPr>
          <p:spPr>
            <a:xfrm>
              <a:off x="7672885" y="2255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6" name="pt20956"/>
            <p:cNvSpPr/>
            <p:nvPr/>
          </p:nvSpPr>
          <p:spPr>
            <a:xfrm>
              <a:off x="7182965" y="2098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7" name="pt20957"/>
            <p:cNvSpPr/>
            <p:nvPr/>
          </p:nvSpPr>
          <p:spPr>
            <a:xfrm>
              <a:off x="7235823" y="1888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8" name="pt20958"/>
            <p:cNvSpPr/>
            <p:nvPr/>
          </p:nvSpPr>
          <p:spPr>
            <a:xfrm>
              <a:off x="7155655" y="2249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9" name="pt20959"/>
            <p:cNvSpPr/>
            <p:nvPr/>
          </p:nvSpPr>
          <p:spPr>
            <a:xfrm>
              <a:off x="7066315" y="2126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0" name="pt20960"/>
            <p:cNvSpPr/>
            <p:nvPr/>
          </p:nvSpPr>
          <p:spPr>
            <a:xfrm>
              <a:off x="7094556" y="2219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1" name="pt20961"/>
            <p:cNvSpPr/>
            <p:nvPr/>
          </p:nvSpPr>
          <p:spPr>
            <a:xfrm>
              <a:off x="7085227" y="2118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2" name="pt20962"/>
            <p:cNvSpPr/>
            <p:nvPr/>
          </p:nvSpPr>
          <p:spPr>
            <a:xfrm>
              <a:off x="6967719" y="2053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3" name="pt20963"/>
            <p:cNvSpPr/>
            <p:nvPr/>
          </p:nvSpPr>
          <p:spPr>
            <a:xfrm>
              <a:off x="7205694" y="2237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4" name="pt20964"/>
            <p:cNvSpPr/>
            <p:nvPr/>
          </p:nvSpPr>
          <p:spPr>
            <a:xfrm>
              <a:off x="7288640" y="1946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5" name="pt20965"/>
            <p:cNvSpPr/>
            <p:nvPr/>
          </p:nvSpPr>
          <p:spPr>
            <a:xfrm>
              <a:off x="7173974" y="1989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6" name="pt20966"/>
            <p:cNvSpPr/>
            <p:nvPr/>
          </p:nvSpPr>
          <p:spPr>
            <a:xfrm>
              <a:off x="7292864" y="2150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7" name="pt20967"/>
            <p:cNvSpPr/>
            <p:nvPr/>
          </p:nvSpPr>
          <p:spPr>
            <a:xfrm>
              <a:off x="7084505" y="2053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8" name="pt20968"/>
            <p:cNvSpPr/>
            <p:nvPr/>
          </p:nvSpPr>
          <p:spPr>
            <a:xfrm>
              <a:off x="7038106" y="2262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9" name="pt20969"/>
            <p:cNvSpPr/>
            <p:nvPr/>
          </p:nvSpPr>
          <p:spPr>
            <a:xfrm>
              <a:off x="6970771" y="1991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0" name="pt20970"/>
            <p:cNvSpPr/>
            <p:nvPr/>
          </p:nvSpPr>
          <p:spPr>
            <a:xfrm>
              <a:off x="6959812" y="1944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1" name="pt20971"/>
            <p:cNvSpPr/>
            <p:nvPr/>
          </p:nvSpPr>
          <p:spPr>
            <a:xfrm>
              <a:off x="7191575" y="1991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2" name="pt20972"/>
            <p:cNvSpPr/>
            <p:nvPr/>
          </p:nvSpPr>
          <p:spPr>
            <a:xfrm>
              <a:off x="7162798" y="2050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3" name="pt20973"/>
            <p:cNvSpPr/>
            <p:nvPr/>
          </p:nvSpPr>
          <p:spPr>
            <a:xfrm>
              <a:off x="7269887" y="2087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4" name="pt20974"/>
            <p:cNvSpPr/>
            <p:nvPr/>
          </p:nvSpPr>
          <p:spPr>
            <a:xfrm>
              <a:off x="7258565" y="2041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5" name="pt20975"/>
            <p:cNvSpPr/>
            <p:nvPr/>
          </p:nvSpPr>
          <p:spPr>
            <a:xfrm>
              <a:off x="7171744" y="2037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6" name="pt20976"/>
            <p:cNvSpPr/>
            <p:nvPr/>
          </p:nvSpPr>
          <p:spPr>
            <a:xfrm>
              <a:off x="7108231" y="2083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7" name="pt20977"/>
            <p:cNvSpPr/>
            <p:nvPr/>
          </p:nvSpPr>
          <p:spPr>
            <a:xfrm>
              <a:off x="7106567" y="2164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8" name="pt20978"/>
            <p:cNvSpPr/>
            <p:nvPr/>
          </p:nvSpPr>
          <p:spPr>
            <a:xfrm>
              <a:off x="7232185" y="2258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9" name="pt20979"/>
            <p:cNvSpPr/>
            <p:nvPr/>
          </p:nvSpPr>
          <p:spPr>
            <a:xfrm>
              <a:off x="7158499" y="2073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0" name="pt20980"/>
            <p:cNvSpPr/>
            <p:nvPr/>
          </p:nvSpPr>
          <p:spPr>
            <a:xfrm>
              <a:off x="6973273" y="2052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1" name="pt20981"/>
            <p:cNvSpPr/>
            <p:nvPr/>
          </p:nvSpPr>
          <p:spPr>
            <a:xfrm>
              <a:off x="7078312" y="2111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2" name="pt20982"/>
            <p:cNvSpPr/>
            <p:nvPr/>
          </p:nvSpPr>
          <p:spPr>
            <a:xfrm>
              <a:off x="7148168" y="2270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3" name="pt20983"/>
            <p:cNvSpPr/>
            <p:nvPr/>
          </p:nvSpPr>
          <p:spPr>
            <a:xfrm>
              <a:off x="7378978" y="2304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4" name="pt20984"/>
            <p:cNvSpPr/>
            <p:nvPr/>
          </p:nvSpPr>
          <p:spPr>
            <a:xfrm>
              <a:off x="6973951" y="1956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5" name="pt20985"/>
            <p:cNvSpPr/>
            <p:nvPr/>
          </p:nvSpPr>
          <p:spPr>
            <a:xfrm>
              <a:off x="7037954" y="2143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6" name="pt20986"/>
            <p:cNvSpPr/>
            <p:nvPr/>
          </p:nvSpPr>
          <p:spPr>
            <a:xfrm>
              <a:off x="7621119" y="1966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7" name="pt20987"/>
            <p:cNvSpPr/>
            <p:nvPr/>
          </p:nvSpPr>
          <p:spPr>
            <a:xfrm>
              <a:off x="7149583" y="2419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8" name="pt20988"/>
            <p:cNvSpPr/>
            <p:nvPr/>
          </p:nvSpPr>
          <p:spPr>
            <a:xfrm>
              <a:off x="7208732" y="2387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9" name="pt20989"/>
            <p:cNvSpPr/>
            <p:nvPr/>
          </p:nvSpPr>
          <p:spPr>
            <a:xfrm>
              <a:off x="7196709" y="2056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0" name="pt20990"/>
            <p:cNvSpPr/>
            <p:nvPr/>
          </p:nvSpPr>
          <p:spPr>
            <a:xfrm>
              <a:off x="7067472" y="2031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1" name="pt20991"/>
            <p:cNvSpPr/>
            <p:nvPr/>
          </p:nvSpPr>
          <p:spPr>
            <a:xfrm>
              <a:off x="7198753" y="1963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2" name="pt20992"/>
            <p:cNvSpPr/>
            <p:nvPr/>
          </p:nvSpPr>
          <p:spPr>
            <a:xfrm>
              <a:off x="6849829" y="2288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3" name="pt20993"/>
            <p:cNvSpPr/>
            <p:nvPr/>
          </p:nvSpPr>
          <p:spPr>
            <a:xfrm>
              <a:off x="7192880" y="1980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4" name="pt20994"/>
            <p:cNvSpPr/>
            <p:nvPr/>
          </p:nvSpPr>
          <p:spPr>
            <a:xfrm>
              <a:off x="7194494" y="2072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5" name="pt20995"/>
            <p:cNvSpPr/>
            <p:nvPr/>
          </p:nvSpPr>
          <p:spPr>
            <a:xfrm>
              <a:off x="7176965" y="2097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6" name="pt20996"/>
            <p:cNvSpPr/>
            <p:nvPr/>
          </p:nvSpPr>
          <p:spPr>
            <a:xfrm>
              <a:off x="7176464" y="2135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7" name="pt20997"/>
            <p:cNvSpPr/>
            <p:nvPr/>
          </p:nvSpPr>
          <p:spPr>
            <a:xfrm>
              <a:off x="7089275" y="2204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8" name="pt20998"/>
            <p:cNvSpPr/>
            <p:nvPr/>
          </p:nvSpPr>
          <p:spPr>
            <a:xfrm>
              <a:off x="7243224" y="216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9" name="pt20999"/>
            <p:cNvSpPr/>
            <p:nvPr/>
          </p:nvSpPr>
          <p:spPr>
            <a:xfrm>
              <a:off x="7012278" y="1799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0" name="pt21000"/>
            <p:cNvSpPr/>
            <p:nvPr/>
          </p:nvSpPr>
          <p:spPr>
            <a:xfrm>
              <a:off x="6950014" y="1976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1" name="pt21001"/>
            <p:cNvSpPr/>
            <p:nvPr/>
          </p:nvSpPr>
          <p:spPr>
            <a:xfrm>
              <a:off x="6886767" y="2139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2" name="pt21002"/>
            <p:cNvSpPr/>
            <p:nvPr/>
          </p:nvSpPr>
          <p:spPr>
            <a:xfrm>
              <a:off x="6924032" y="2131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3" name="pt21003"/>
            <p:cNvSpPr/>
            <p:nvPr/>
          </p:nvSpPr>
          <p:spPr>
            <a:xfrm>
              <a:off x="7142828" y="2229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4" name="pt21004"/>
            <p:cNvSpPr/>
            <p:nvPr/>
          </p:nvSpPr>
          <p:spPr>
            <a:xfrm>
              <a:off x="7036475" y="2024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5" name="pt21005"/>
            <p:cNvSpPr/>
            <p:nvPr/>
          </p:nvSpPr>
          <p:spPr>
            <a:xfrm>
              <a:off x="7141150" y="2145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6" name="pt21006"/>
            <p:cNvSpPr/>
            <p:nvPr/>
          </p:nvSpPr>
          <p:spPr>
            <a:xfrm>
              <a:off x="7360644" y="2553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7" name="pt21007"/>
            <p:cNvSpPr/>
            <p:nvPr/>
          </p:nvSpPr>
          <p:spPr>
            <a:xfrm>
              <a:off x="6981065" y="1962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8" name="pt21008"/>
            <p:cNvSpPr/>
            <p:nvPr/>
          </p:nvSpPr>
          <p:spPr>
            <a:xfrm>
              <a:off x="7120670" y="2061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9" name="pt21009"/>
            <p:cNvSpPr/>
            <p:nvPr/>
          </p:nvSpPr>
          <p:spPr>
            <a:xfrm>
              <a:off x="7203824" y="2234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0" name="pt21010"/>
            <p:cNvSpPr/>
            <p:nvPr/>
          </p:nvSpPr>
          <p:spPr>
            <a:xfrm>
              <a:off x="6953792" y="2033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1" name="pt21011"/>
            <p:cNvSpPr/>
            <p:nvPr/>
          </p:nvSpPr>
          <p:spPr>
            <a:xfrm>
              <a:off x="7402450" y="2654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2" name="pt21012"/>
            <p:cNvSpPr/>
            <p:nvPr/>
          </p:nvSpPr>
          <p:spPr>
            <a:xfrm>
              <a:off x="7057216" y="2192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3" name="pt21013"/>
            <p:cNvSpPr/>
            <p:nvPr/>
          </p:nvSpPr>
          <p:spPr>
            <a:xfrm>
              <a:off x="7074011" y="2280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4" name="pt21014"/>
            <p:cNvSpPr/>
            <p:nvPr/>
          </p:nvSpPr>
          <p:spPr>
            <a:xfrm>
              <a:off x="7251068" y="2173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5" name="pt21015"/>
            <p:cNvSpPr/>
            <p:nvPr/>
          </p:nvSpPr>
          <p:spPr>
            <a:xfrm>
              <a:off x="6861871" y="2175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6" name="pt21016"/>
            <p:cNvSpPr/>
            <p:nvPr/>
          </p:nvSpPr>
          <p:spPr>
            <a:xfrm>
              <a:off x="7164602" y="2099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7" name="pt21017"/>
            <p:cNvSpPr/>
            <p:nvPr/>
          </p:nvSpPr>
          <p:spPr>
            <a:xfrm>
              <a:off x="7124079" y="2129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8" name="pt21018"/>
            <p:cNvSpPr/>
            <p:nvPr/>
          </p:nvSpPr>
          <p:spPr>
            <a:xfrm>
              <a:off x="7018230" y="2026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9" name="pt21019"/>
            <p:cNvSpPr/>
            <p:nvPr/>
          </p:nvSpPr>
          <p:spPr>
            <a:xfrm>
              <a:off x="6920524" y="2241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0" name="pt21020"/>
            <p:cNvSpPr/>
            <p:nvPr/>
          </p:nvSpPr>
          <p:spPr>
            <a:xfrm>
              <a:off x="7111888" y="2131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1" name="pt21021"/>
            <p:cNvSpPr/>
            <p:nvPr/>
          </p:nvSpPr>
          <p:spPr>
            <a:xfrm>
              <a:off x="7344583" y="2151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2" name="pt21022"/>
            <p:cNvSpPr/>
            <p:nvPr/>
          </p:nvSpPr>
          <p:spPr>
            <a:xfrm>
              <a:off x="7316508" y="2029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3" name="pt21023"/>
            <p:cNvSpPr/>
            <p:nvPr/>
          </p:nvSpPr>
          <p:spPr>
            <a:xfrm>
              <a:off x="7243799" y="2147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4" name="pt21024"/>
            <p:cNvSpPr/>
            <p:nvPr/>
          </p:nvSpPr>
          <p:spPr>
            <a:xfrm>
              <a:off x="6988581" y="1932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5" name="pt21025"/>
            <p:cNvSpPr/>
            <p:nvPr/>
          </p:nvSpPr>
          <p:spPr>
            <a:xfrm>
              <a:off x="7209325" y="2254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6" name="pt21026"/>
            <p:cNvSpPr/>
            <p:nvPr/>
          </p:nvSpPr>
          <p:spPr>
            <a:xfrm>
              <a:off x="6970027" y="1948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7" name="pt21027"/>
            <p:cNvSpPr/>
            <p:nvPr/>
          </p:nvSpPr>
          <p:spPr>
            <a:xfrm>
              <a:off x="7051117" y="233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8" name="pt21028"/>
            <p:cNvSpPr/>
            <p:nvPr/>
          </p:nvSpPr>
          <p:spPr>
            <a:xfrm>
              <a:off x="6834963" y="2051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9" name="pt21029"/>
            <p:cNvSpPr/>
            <p:nvPr/>
          </p:nvSpPr>
          <p:spPr>
            <a:xfrm>
              <a:off x="7335829" y="1991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0" name="pt21030"/>
            <p:cNvSpPr/>
            <p:nvPr/>
          </p:nvSpPr>
          <p:spPr>
            <a:xfrm>
              <a:off x="7298928" y="1948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1" name="pt21031"/>
            <p:cNvSpPr/>
            <p:nvPr/>
          </p:nvSpPr>
          <p:spPr>
            <a:xfrm>
              <a:off x="7369980" y="2424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2" name="pt21032"/>
            <p:cNvSpPr/>
            <p:nvPr/>
          </p:nvSpPr>
          <p:spPr>
            <a:xfrm>
              <a:off x="6892962" y="1866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3" name="pt21033"/>
            <p:cNvSpPr/>
            <p:nvPr/>
          </p:nvSpPr>
          <p:spPr>
            <a:xfrm>
              <a:off x="7268288" y="2037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4" name="pt21034"/>
            <p:cNvSpPr/>
            <p:nvPr/>
          </p:nvSpPr>
          <p:spPr>
            <a:xfrm>
              <a:off x="7202844" y="2115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5" name="pt21035"/>
            <p:cNvSpPr/>
            <p:nvPr/>
          </p:nvSpPr>
          <p:spPr>
            <a:xfrm>
              <a:off x="6990365" y="1942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6" name="pt21036"/>
            <p:cNvSpPr/>
            <p:nvPr/>
          </p:nvSpPr>
          <p:spPr>
            <a:xfrm>
              <a:off x="6416096" y="1892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7" name="pt21037"/>
            <p:cNvSpPr/>
            <p:nvPr/>
          </p:nvSpPr>
          <p:spPr>
            <a:xfrm>
              <a:off x="7181034" y="2147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8" name="pt21038"/>
            <p:cNvSpPr/>
            <p:nvPr/>
          </p:nvSpPr>
          <p:spPr>
            <a:xfrm>
              <a:off x="7042107" y="2237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9" name="pt21039"/>
            <p:cNvSpPr/>
            <p:nvPr/>
          </p:nvSpPr>
          <p:spPr>
            <a:xfrm>
              <a:off x="7179822" y="2143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0" name="pt21040"/>
            <p:cNvSpPr/>
            <p:nvPr/>
          </p:nvSpPr>
          <p:spPr>
            <a:xfrm>
              <a:off x="7117518" y="2032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1" name="pt21041"/>
            <p:cNvSpPr/>
            <p:nvPr/>
          </p:nvSpPr>
          <p:spPr>
            <a:xfrm>
              <a:off x="6917188" y="2027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2" name="pt21042"/>
            <p:cNvSpPr/>
            <p:nvPr/>
          </p:nvSpPr>
          <p:spPr>
            <a:xfrm>
              <a:off x="7099339" y="2253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3" name="pt21043"/>
            <p:cNvSpPr/>
            <p:nvPr/>
          </p:nvSpPr>
          <p:spPr>
            <a:xfrm>
              <a:off x="7154758" y="2331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4" name="pt21044"/>
            <p:cNvSpPr/>
            <p:nvPr/>
          </p:nvSpPr>
          <p:spPr>
            <a:xfrm>
              <a:off x="7359978" y="2302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5" name="pt21045"/>
            <p:cNvSpPr/>
            <p:nvPr/>
          </p:nvSpPr>
          <p:spPr>
            <a:xfrm>
              <a:off x="7228719" y="2043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6" name="pt21046"/>
            <p:cNvSpPr/>
            <p:nvPr/>
          </p:nvSpPr>
          <p:spPr>
            <a:xfrm>
              <a:off x="7322138" y="1968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7" name="pt21047"/>
            <p:cNvSpPr/>
            <p:nvPr/>
          </p:nvSpPr>
          <p:spPr>
            <a:xfrm>
              <a:off x="7062956" y="1758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8" name="pt21048"/>
            <p:cNvSpPr/>
            <p:nvPr/>
          </p:nvSpPr>
          <p:spPr>
            <a:xfrm>
              <a:off x="6997255" y="2129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9" name="pt21049"/>
            <p:cNvSpPr/>
            <p:nvPr/>
          </p:nvSpPr>
          <p:spPr>
            <a:xfrm>
              <a:off x="7037635" y="2025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0" name="pt21050"/>
            <p:cNvSpPr/>
            <p:nvPr/>
          </p:nvSpPr>
          <p:spPr>
            <a:xfrm>
              <a:off x="6859643" y="2154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1" name="pt21051"/>
            <p:cNvSpPr/>
            <p:nvPr/>
          </p:nvSpPr>
          <p:spPr>
            <a:xfrm>
              <a:off x="7237091" y="2171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2" name="pt21052"/>
            <p:cNvSpPr/>
            <p:nvPr/>
          </p:nvSpPr>
          <p:spPr>
            <a:xfrm>
              <a:off x="7149851" y="2255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3" name="pt21053"/>
            <p:cNvSpPr/>
            <p:nvPr/>
          </p:nvSpPr>
          <p:spPr>
            <a:xfrm>
              <a:off x="7158897" y="2116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4" name="pt21054"/>
            <p:cNvSpPr/>
            <p:nvPr/>
          </p:nvSpPr>
          <p:spPr>
            <a:xfrm>
              <a:off x="7131246" y="2084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5" name="pt21055"/>
            <p:cNvSpPr/>
            <p:nvPr/>
          </p:nvSpPr>
          <p:spPr>
            <a:xfrm>
              <a:off x="7089864" y="2204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6" name="pt21056"/>
            <p:cNvSpPr/>
            <p:nvPr/>
          </p:nvSpPr>
          <p:spPr>
            <a:xfrm>
              <a:off x="7034824" y="1942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7" name="pt21057"/>
            <p:cNvSpPr/>
            <p:nvPr/>
          </p:nvSpPr>
          <p:spPr>
            <a:xfrm>
              <a:off x="7200131" y="1967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8" name="pt21058"/>
            <p:cNvSpPr/>
            <p:nvPr/>
          </p:nvSpPr>
          <p:spPr>
            <a:xfrm>
              <a:off x="7091179" y="221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9" name="pt21059"/>
            <p:cNvSpPr/>
            <p:nvPr/>
          </p:nvSpPr>
          <p:spPr>
            <a:xfrm>
              <a:off x="6887330" y="2100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0" name="pt21060"/>
            <p:cNvSpPr/>
            <p:nvPr/>
          </p:nvSpPr>
          <p:spPr>
            <a:xfrm>
              <a:off x="7134575" y="2161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1" name="pt21061"/>
            <p:cNvSpPr/>
            <p:nvPr/>
          </p:nvSpPr>
          <p:spPr>
            <a:xfrm>
              <a:off x="7063875" y="1789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2" name="pt21062"/>
            <p:cNvSpPr/>
            <p:nvPr/>
          </p:nvSpPr>
          <p:spPr>
            <a:xfrm>
              <a:off x="7243684" y="2230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3" name="pt21063"/>
            <p:cNvSpPr/>
            <p:nvPr/>
          </p:nvSpPr>
          <p:spPr>
            <a:xfrm>
              <a:off x="7164792" y="2086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4" name="pt21064"/>
            <p:cNvSpPr/>
            <p:nvPr/>
          </p:nvSpPr>
          <p:spPr>
            <a:xfrm>
              <a:off x="6790782" y="273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5" name="pt21065"/>
            <p:cNvSpPr/>
            <p:nvPr/>
          </p:nvSpPr>
          <p:spPr>
            <a:xfrm>
              <a:off x="7319252" y="1933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6" name="pt21066"/>
            <p:cNvSpPr/>
            <p:nvPr/>
          </p:nvSpPr>
          <p:spPr>
            <a:xfrm>
              <a:off x="6882253" y="2077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7" name="pt21067"/>
            <p:cNvSpPr/>
            <p:nvPr/>
          </p:nvSpPr>
          <p:spPr>
            <a:xfrm>
              <a:off x="7094218" y="2201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8" name="pt21068"/>
            <p:cNvSpPr/>
            <p:nvPr/>
          </p:nvSpPr>
          <p:spPr>
            <a:xfrm>
              <a:off x="7048986" y="2247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9" name="pt21069"/>
            <p:cNvSpPr/>
            <p:nvPr/>
          </p:nvSpPr>
          <p:spPr>
            <a:xfrm>
              <a:off x="7276219" y="2102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0" name="pt21070"/>
            <p:cNvSpPr/>
            <p:nvPr/>
          </p:nvSpPr>
          <p:spPr>
            <a:xfrm>
              <a:off x="7366884" y="239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1" name="pt21071"/>
            <p:cNvSpPr/>
            <p:nvPr/>
          </p:nvSpPr>
          <p:spPr>
            <a:xfrm>
              <a:off x="7181950" y="2134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2" name="pt21072"/>
            <p:cNvSpPr/>
            <p:nvPr/>
          </p:nvSpPr>
          <p:spPr>
            <a:xfrm>
              <a:off x="7054553" y="2177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3" name="pt21073"/>
            <p:cNvSpPr/>
            <p:nvPr/>
          </p:nvSpPr>
          <p:spPr>
            <a:xfrm>
              <a:off x="7060184" y="2005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4" name="pt21074"/>
            <p:cNvSpPr/>
            <p:nvPr/>
          </p:nvSpPr>
          <p:spPr>
            <a:xfrm>
              <a:off x="7178675" y="2052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5" name="pt21075"/>
            <p:cNvSpPr/>
            <p:nvPr/>
          </p:nvSpPr>
          <p:spPr>
            <a:xfrm>
              <a:off x="7340463" y="2009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6" name="pt21076"/>
            <p:cNvSpPr/>
            <p:nvPr/>
          </p:nvSpPr>
          <p:spPr>
            <a:xfrm>
              <a:off x="6944280" y="2154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7" name="pt21077"/>
            <p:cNvSpPr/>
            <p:nvPr/>
          </p:nvSpPr>
          <p:spPr>
            <a:xfrm>
              <a:off x="7235680" y="2083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8" name="pt21078"/>
            <p:cNvSpPr/>
            <p:nvPr/>
          </p:nvSpPr>
          <p:spPr>
            <a:xfrm>
              <a:off x="7176262" y="2097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9" name="pt21079"/>
            <p:cNvSpPr/>
            <p:nvPr/>
          </p:nvSpPr>
          <p:spPr>
            <a:xfrm>
              <a:off x="7092321" y="2114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0" name="pt21080"/>
            <p:cNvSpPr/>
            <p:nvPr/>
          </p:nvSpPr>
          <p:spPr>
            <a:xfrm>
              <a:off x="7260810" y="1798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1" name="pt21081"/>
            <p:cNvSpPr/>
            <p:nvPr/>
          </p:nvSpPr>
          <p:spPr>
            <a:xfrm>
              <a:off x="7106993" y="2213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2" name="pt21082"/>
            <p:cNvSpPr/>
            <p:nvPr/>
          </p:nvSpPr>
          <p:spPr>
            <a:xfrm>
              <a:off x="6895294" y="1845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3" name="pt21083"/>
            <p:cNvSpPr/>
            <p:nvPr/>
          </p:nvSpPr>
          <p:spPr>
            <a:xfrm>
              <a:off x="7135653" y="2141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4" name="pt21084"/>
            <p:cNvSpPr/>
            <p:nvPr/>
          </p:nvSpPr>
          <p:spPr>
            <a:xfrm>
              <a:off x="6907380" y="210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5" name="pt21085"/>
            <p:cNvSpPr/>
            <p:nvPr/>
          </p:nvSpPr>
          <p:spPr>
            <a:xfrm>
              <a:off x="7278803" y="1752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6" name="pt21086"/>
            <p:cNvSpPr/>
            <p:nvPr/>
          </p:nvSpPr>
          <p:spPr>
            <a:xfrm>
              <a:off x="7070647" y="2150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7" name="pt21087"/>
            <p:cNvSpPr/>
            <p:nvPr/>
          </p:nvSpPr>
          <p:spPr>
            <a:xfrm>
              <a:off x="7254215" y="1956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8" name="pt21088"/>
            <p:cNvSpPr/>
            <p:nvPr/>
          </p:nvSpPr>
          <p:spPr>
            <a:xfrm>
              <a:off x="7093181" y="2247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9" name="pt21089"/>
            <p:cNvSpPr/>
            <p:nvPr/>
          </p:nvSpPr>
          <p:spPr>
            <a:xfrm>
              <a:off x="6989948" y="181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0" name="pt21090"/>
            <p:cNvSpPr/>
            <p:nvPr/>
          </p:nvSpPr>
          <p:spPr>
            <a:xfrm>
              <a:off x="7118979" y="2141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1" name="pt21091"/>
            <p:cNvSpPr/>
            <p:nvPr/>
          </p:nvSpPr>
          <p:spPr>
            <a:xfrm>
              <a:off x="6802296" y="2373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2" name="pt21092"/>
            <p:cNvSpPr/>
            <p:nvPr/>
          </p:nvSpPr>
          <p:spPr>
            <a:xfrm>
              <a:off x="7292615" y="2024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3" name="pt21093"/>
            <p:cNvSpPr/>
            <p:nvPr/>
          </p:nvSpPr>
          <p:spPr>
            <a:xfrm>
              <a:off x="7030025" y="1715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4" name="pt21094"/>
            <p:cNvSpPr/>
            <p:nvPr/>
          </p:nvSpPr>
          <p:spPr>
            <a:xfrm>
              <a:off x="7183442" y="2099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5" name="pt21095"/>
            <p:cNvSpPr/>
            <p:nvPr/>
          </p:nvSpPr>
          <p:spPr>
            <a:xfrm>
              <a:off x="7239434" y="199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6" name="pt21096"/>
            <p:cNvSpPr/>
            <p:nvPr/>
          </p:nvSpPr>
          <p:spPr>
            <a:xfrm>
              <a:off x="7289422" y="1949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7" name="pt21097"/>
            <p:cNvSpPr/>
            <p:nvPr/>
          </p:nvSpPr>
          <p:spPr>
            <a:xfrm>
              <a:off x="7183654" y="2192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8" name="pt21098"/>
            <p:cNvSpPr/>
            <p:nvPr/>
          </p:nvSpPr>
          <p:spPr>
            <a:xfrm>
              <a:off x="7194949" y="2008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9" name="pt21099"/>
            <p:cNvSpPr/>
            <p:nvPr/>
          </p:nvSpPr>
          <p:spPr>
            <a:xfrm>
              <a:off x="7186285" y="2131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0" name="pt21100"/>
            <p:cNvSpPr/>
            <p:nvPr/>
          </p:nvSpPr>
          <p:spPr>
            <a:xfrm>
              <a:off x="7061437" y="2047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1" name="pt21101"/>
            <p:cNvSpPr/>
            <p:nvPr/>
          </p:nvSpPr>
          <p:spPr>
            <a:xfrm>
              <a:off x="7214516" y="2311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2" name="pt21102"/>
            <p:cNvSpPr/>
            <p:nvPr/>
          </p:nvSpPr>
          <p:spPr>
            <a:xfrm>
              <a:off x="7086382" y="2151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3" name="pt21103"/>
            <p:cNvSpPr/>
            <p:nvPr/>
          </p:nvSpPr>
          <p:spPr>
            <a:xfrm>
              <a:off x="7159812" y="2113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4" name="pt21104"/>
            <p:cNvSpPr/>
            <p:nvPr/>
          </p:nvSpPr>
          <p:spPr>
            <a:xfrm>
              <a:off x="7235145" y="2118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5" name="pt21105"/>
            <p:cNvSpPr/>
            <p:nvPr/>
          </p:nvSpPr>
          <p:spPr>
            <a:xfrm>
              <a:off x="7121761" y="2090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6" name="pt21106"/>
            <p:cNvSpPr/>
            <p:nvPr/>
          </p:nvSpPr>
          <p:spPr>
            <a:xfrm>
              <a:off x="6749157" y="2097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7" name="pt21107"/>
            <p:cNvSpPr/>
            <p:nvPr/>
          </p:nvSpPr>
          <p:spPr>
            <a:xfrm>
              <a:off x="7113167" y="2102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8" name="pt21108"/>
            <p:cNvSpPr/>
            <p:nvPr/>
          </p:nvSpPr>
          <p:spPr>
            <a:xfrm>
              <a:off x="7254985" y="2046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9" name="pt21109"/>
            <p:cNvSpPr/>
            <p:nvPr/>
          </p:nvSpPr>
          <p:spPr>
            <a:xfrm>
              <a:off x="6979218" y="2046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0" name="pt21110"/>
            <p:cNvSpPr/>
            <p:nvPr/>
          </p:nvSpPr>
          <p:spPr>
            <a:xfrm>
              <a:off x="7181591" y="2126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1" name="pt21111"/>
            <p:cNvSpPr/>
            <p:nvPr/>
          </p:nvSpPr>
          <p:spPr>
            <a:xfrm>
              <a:off x="7147485" y="2232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2" name="pt21112"/>
            <p:cNvSpPr/>
            <p:nvPr/>
          </p:nvSpPr>
          <p:spPr>
            <a:xfrm>
              <a:off x="7162863" y="2113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3" name="pt21113"/>
            <p:cNvSpPr/>
            <p:nvPr/>
          </p:nvSpPr>
          <p:spPr>
            <a:xfrm>
              <a:off x="6997190" y="2051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4" name="pt21114"/>
            <p:cNvSpPr/>
            <p:nvPr/>
          </p:nvSpPr>
          <p:spPr>
            <a:xfrm>
              <a:off x="7215055" y="2226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5" name="pt21115"/>
            <p:cNvSpPr/>
            <p:nvPr/>
          </p:nvSpPr>
          <p:spPr>
            <a:xfrm>
              <a:off x="7053477" y="2327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6" name="pt21116"/>
            <p:cNvSpPr/>
            <p:nvPr/>
          </p:nvSpPr>
          <p:spPr>
            <a:xfrm>
              <a:off x="7325613" y="1941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7" name="pt21117"/>
            <p:cNvSpPr/>
            <p:nvPr/>
          </p:nvSpPr>
          <p:spPr>
            <a:xfrm>
              <a:off x="7438984" y="2621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8" name="pt21118"/>
            <p:cNvSpPr/>
            <p:nvPr/>
          </p:nvSpPr>
          <p:spPr>
            <a:xfrm>
              <a:off x="6765835" y="2573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9" name="pt21119"/>
            <p:cNvSpPr/>
            <p:nvPr/>
          </p:nvSpPr>
          <p:spPr>
            <a:xfrm>
              <a:off x="7103161" y="2185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0" name="pt21120"/>
            <p:cNvSpPr/>
            <p:nvPr/>
          </p:nvSpPr>
          <p:spPr>
            <a:xfrm>
              <a:off x="7068470" y="2175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1" name="pt21121"/>
            <p:cNvSpPr/>
            <p:nvPr/>
          </p:nvSpPr>
          <p:spPr>
            <a:xfrm>
              <a:off x="7422391" y="2662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2" name="pt21122"/>
            <p:cNvSpPr/>
            <p:nvPr/>
          </p:nvSpPr>
          <p:spPr>
            <a:xfrm>
              <a:off x="7619401" y="2192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3" name="pt21123"/>
            <p:cNvSpPr/>
            <p:nvPr/>
          </p:nvSpPr>
          <p:spPr>
            <a:xfrm>
              <a:off x="7183117" y="2135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4" name="pt21124"/>
            <p:cNvSpPr/>
            <p:nvPr/>
          </p:nvSpPr>
          <p:spPr>
            <a:xfrm>
              <a:off x="7096238" y="221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5" name="pt21125"/>
            <p:cNvSpPr/>
            <p:nvPr/>
          </p:nvSpPr>
          <p:spPr>
            <a:xfrm>
              <a:off x="7418379" y="2678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6" name="pt21126"/>
            <p:cNvSpPr/>
            <p:nvPr/>
          </p:nvSpPr>
          <p:spPr>
            <a:xfrm>
              <a:off x="7444374" y="2373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7" name="pt21127"/>
            <p:cNvSpPr/>
            <p:nvPr/>
          </p:nvSpPr>
          <p:spPr>
            <a:xfrm>
              <a:off x="7109394" y="2123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8" name="pt21128"/>
            <p:cNvSpPr/>
            <p:nvPr/>
          </p:nvSpPr>
          <p:spPr>
            <a:xfrm>
              <a:off x="6422445" y="1734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9" name="pt21129"/>
            <p:cNvSpPr/>
            <p:nvPr/>
          </p:nvSpPr>
          <p:spPr>
            <a:xfrm>
              <a:off x="7220869" y="2255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0" name="pt21130"/>
            <p:cNvSpPr/>
            <p:nvPr/>
          </p:nvSpPr>
          <p:spPr>
            <a:xfrm>
              <a:off x="7050144" y="2367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1" name="pt21131"/>
            <p:cNvSpPr/>
            <p:nvPr/>
          </p:nvSpPr>
          <p:spPr>
            <a:xfrm>
              <a:off x="6829521" y="2112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2" name="pt21132"/>
            <p:cNvSpPr/>
            <p:nvPr/>
          </p:nvSpPr>
          <p:spPr>
            <a:xfrm>
              <a:off x="7351509" y="2058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3" name="pt21133"/>
            <p:cNvSpPr/>
            <p:nvPr/>
          </p:nvSpPr>
          <p:spPr>
            <a:xfrm>
              <a:off x="7111833" y="2164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4" name="pt21134"/>
            <p:cNvSpPr/>
            <p:nvPr/>
          </p:nvSpPr>
          <p:spPr>
            <a:xfrm>
              <a:off x="7092606" y="2202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5" name="pt21135"/>
            <p:cNvSpPr/>
            <p:nvPr/>
          </p:nvSpPr>
          <p:spPr>
            <a:xfrm>
              <a:off x="6917346" y="2204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6" name="pt21136"/>
            <p:cNvSpPr/>
            <p:nvPr/>
          </p:nvSpPr>
          <p:spPr>
            <a:xfrm>
              <a:off x="7529647" y="2467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7" name="pt21137"/>
            <p:cNvSpPr/>
            <p:nvPr/>
          </p:nvSpPr>
          <p:spPr>
            <a:xfrm>
              <a:off x="7151630" y="2285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8" name="pt21138"/>
            <p:cNvSpPr/>
            <p:nvPr/>
          </p:nvSpPr>
          <p:spPr>
            <a:xfrm>
              <a:off x="7123963" y="2078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9" name="pt21139"/>
            <p:cNvSpPr/>
            <p:nvPr/>
          </p:nvSpPr>
          <p:spPr>
            <a:xfrm>
              <a:off x="7211534" y="2183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0" name="pt21140"/>
            <p:cNvSpPr/>
            <p:nvPr/>
          </p:nvSpPr>
          <p:spPr>
            <a:xfrm>
              <a:off x="7302745" y="2035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1" name="pt21141"/>
            <p:cNvSpPr/>
            <p:nvPr/>
          </p:nvSpPr>
          <p:spPr>
            <a:xfrm>
              <a:off x="7132356" y="2091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2" name="pt21142"/>
            <p:cNvSpPr/>
            <p:nvPr/>
          </p:nvSpPr>
          <p:spPr>
            <a:xfrm>
              <a:off x="6944431" y="2187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3" name="pt21143"/>
            <p:cNvSpPr/>
            <p:nvPr/>
          </p:nvSpPr>
          <p:spPr>
            <a:xfrm>
              <a:off x="7100209" y="2237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4" name="pt21144"/>
            <p:cNvSpPr/>
            <p:nvPr/>
          </p:nvSpPr>
          <p:spPr>
            <a:xfrm>
              <a:off x="7197173" y="1994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5" name="pt21145"/>
            <p:cNvSpPr/>
            <p:nvPr/>
          </p:nvSpPr>
          <p:spPr>
            <a:xfrm>
              <a:off x="7167367" y="2078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6" name="pt21146"/>
            <p:cNvSpPr/>
            <p:nvPr/>
          </p:nvSpPr>
          <p:spPr>
            <a:xfrm>
              <a:off x="6971381" y="2012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7" name="pt21147"/>
            <p:cNvSpPr/>
            <p:nvPr/>
          </p:nvSpPr>
          <p:spPr>
            <a:xfrm>
              <a:off x="7332927" y="1752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8" name="pt21148"/>
            <p:cNvSpPr/>
            <p:nvPr/>
          </p:nvSpPr>
          <p:spPr>
            <a:xfrm>
              <a:off x="7157588" y="2104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9" name="pt21149"/>
            <p:cNvSpPr/>
            <p:nvPr/>
          </p:nvSpPr>
          <p:spPr>
            <a:xfrm>
              <a:off x="7193239" y="2032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0" name="pt21150"/>
            <p:cNvSpPr/>
            <p:nvPr/>
          </p:nvSpPr>
          <p:spPr>
            <a:xfrm>
              <a:off x="7178200" y="2036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1" name="pt21151"/>
            <p:cNvSpPr/>
            <p:nvPr/>
          </p:nvSpPr>
          <p:spPr>
            <a:xfrm>
              <a:off x="7087645" y="2193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2" name="pt21152"/>
            <p:cNvSpPr/>
            <p:nvPr/>
          </p:nvSpPr>
          <p:spPr>
            <a:xfrm>
              <a:off x="7124958" y="2113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3" name="pt21153"/>
            <p:cNvSpPr/>
            <p:nvPr/>
          </p:nvSpPr>
          <p:spPr>
            <a:xfrm>
              <a:off x="7097348" y="2226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4" name="pt21154"/>
            <p:cNvSpPr/>
            <p:nvPr/>
          </p:nvSpPr>
          <p:spPr>
            <a:xfrm>
              <a:off x="7003813" y="2102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5" name="pt21155"/>
            <p:cNvSpPr/>
            <p:nvPr/>
          </p:nvSpPr>
          <p:spPr>
            <a:xfrm>
              <a:off x="7271504" y="2095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6" name="pt21156"/>
            <p:cNvSpPr/>
            <p:nvPr/>
          </p:nvSpPr>
          <p:spPr>
            <a:xfrm>
              <a:off x="7326355" y="2049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7" name="pt21157"/>
            <p:cNvSpPr/>
            <p:nvPr/>
          </p:nvSpPr>
          <p:spPr>
            <a:xfrm>
              <a:off x="7032194" y="1814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8" name="pt21158"/>
            <p:cNvSpPr/>
            <p:nvPr/>
          </p:nvSpPr>
          <p:spPr>
            <a:xfrm>
              <a:off x="7119951" y="2115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9" name="pt21159"/>
            <p:cNvSpPr/>
            <p:nvPr/>
          </p:nvSpPr>
          <p:spPr>
            <a:xfrm>
              <a:off x="6865717" y="2204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0" name="pt21160"/>
            <p:cNvSpPr/>
            <p:nvPr/>
          </p:nvSpPr>
          <p:spPr>
            <a:xfrm>
              <a:off x="7033624" y="2063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1" name="pt21161"/>
            <p:cNvSpPr/>
            <p:nvPr/>
          </p:nvSpPr>
          <p:spPr>
            <a:xfrm>
              <a:off x="6913117" y="2082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2" name="pt21162"/>
            <p:cNvSpPr/>
            <p:nvPr/>
          </p:nvSpPr>
          <p:spPr>
            <a:xfrm>
              <a:off x="6984368" y="2031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3" name="pt21163"/>
            <p:cNvSpPr/>
            <p:nvPr/>
          </p:nvSpPr>
          <p:spPr>
            <a:xfrm>
              <a:off x="7123420" y="2107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4" name="pt21164"/>
            <p:cNvSpPr/>
            <p:nvPr/>
          </p:nvSpPr>
          <p:spPr>
            <a:xfrm>
              <a:off x="7103121" y="2151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5" name="pt21165"/>
            <p:cNvSpPr/>
            <p:nvPr/>
          </p:nvSpPr>
          <p:spPr>
            <a:xfrm>
              <a:off x="7540329" y="2075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6" name="pt21166"/>
            <p:cNvSpPr/>
            <p:nvPr/>
          </p:nvSpPr>
          <p:spPr>
            <a:xfrm>
              <a:off x="7205368" y="2126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7" name="pt21167"/>
            <p:cNvSpPr/>
            <p:nvPr/>
          </p:nvSpPr>
          <p:spPr>
            <a:xfrm>
              <a:off x="7173689" y="1995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8" name="pt21168"/>
            <p:cNvSpPr/>
            <p:nvPr/>
          </p:nvSpPr>
          <p:spPr>
            <a:xfrm>
              <a:off x="7083602" y="2016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9" name="pt21169"/>
            <p:cNvSpPr/>
            <p:nvPr/>
          </p:nvSpPr>
          <p:spPr>
            <a:xfrm>
              <a:off x="7146609" y="2243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0" name="pt21170"/>
            <p:cNvSpPr/>
            <p:nvPr/>
          </p:nvSpPr>
          <p:spPr>
            <a:xfrm>
              <a:off x="7083344" y="2030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1" name="pt21171"/>
            <p:cNvSpPr/>
            <p:nvPr/>
          </p:nvSpPr>
          <p:spPr>
            <a:xfrm>
              <a:off x="7333779" y="1971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2" name="pt21172"/>
            <p:cNvSpPr/>
            <p:nvPr/>
          </p:nvSpPr>
          <p:spPr>
            <a:xfrm>
              <a:off x="7076942" y="2165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3" name="pt21173"/>
            <p:cNvSpPr/>
            <p:nvPr/>
          </p:nvSpPr>
          <p:spPr>
            <a:xfrm>
              <a:off x="7209883" y="2336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4" name="pt21174"/>
            <p:cNvSpPr/>
            <p:nvPr/>
          </p:nvSpPr>
          <p:spPr>
            <a:xfrm>
              <a:off x="6951510" y="1969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5" name="pt21175"/>
            <p:cNvSpPr/>
            <p:nvPr/>
          </p:nvSpPr>
          <p:spPr>
            <a:xfrm>
              <a:off x="7184593" y="2189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6" name="pt21176"/>
            <p:cNvSpPr/>
            <p:nvPr/>
          </p:nvSpPr>
          <p:spPr>
            <a:xfrm>
              <a:off x="6960104" y="2073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7" name="pt21177"/>
            <p:cNvSpPr/>
            <p:nvPr/>
          </p:nvSpPr>
          <p:spPr>
            <a:xfrm>
              <a:off x="6760928" y="2599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8" name="pt21178"/>
            <p:cNvSpPr/>
            <p:nvPr/>
          </p:nvSpPr>
          <p:spPr>
            <a:xfrm>
              <a:off x="7239703" y="1813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9" name="pt21179"/>
            <p:cNvSpPr/>
            <p:nvPr/>
          </p:nvSpPr>
          <p:spPr>
            <a:xfrm>
              <a:off x="6990217" y="1935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0" name="pt21180"/>
            <p:cNvSpPr/>
            <p:nvPr/>
          </p:nvSpPr>
          <p:spPr>
            <a:xfrm>
              <a:off x="7076102" y="2196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1" name="pt21181"/>
            <p:cNvSpPr/>
            <p:nvPr/>
          </p:nvSpPr>
          <p:spPr>
            <a:xfrm>
              <a:off x="7090887" y="2215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2" name="pt21182"/>
            <p:cNvSpPr/>
            <p:nvPr/>
          </p:nvSpPr>
          <p:spPr>
            <a:xfrm>
              <a:off x="7017620" y="1993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3" name="pt21183"/>
            <p:cNvSpPr/>
            <p:nvPr/>
          </p:nvSpPr>
          <p:spPr>
            <a:xfrm>
              <a:off x="7141591" y="2141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4" name="pt21184"/>
            <p:cNvSpPr/>
            <p:nvPr/>
          </p:nvSpPr>
          <p:spPr>
            <a:xfrm>
              <a:off x="7111287" y="2075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5" name="pt21185"/>
            <p:cNvSpPr/>
            <p:nvPr/>
          </p:nvSpPr>
          <p:spPr>
            <a:xfrm>
              <a:off x="7230807" y="2121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6" name="pt21186"/>
            <p:cNvSpPr/>
            <p:nvPr/>
          </p:nvSpPr>
          <p:spPr>
            <a:xfrm>
              <a:off x="7411853" y="2744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7" name="pt21187"/>
            <p:cNvSpPr/>
            <p:nvPr/>
          </p:nvSpPr>
          <p:spPr>
            <a:xfrm>
              <a:off x="7309729" y="2025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8" name="pt21188"/>
            <p:cNvSpPr/>
            <p:nvPr/>
          </p:nvSpPr>
          <p:spPr>
            <a:xfrm>
              <a:off x="7055447" y="2326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9" name="pt21189"/>
            <p:cNvSpPr/>
            <p:nvPr/>
          </p:nvSpPr>
          <p:spPr>
            <a:xfrm>
              <a:off x="7088799" y="2238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0" name="pt21190"/>
            <p:cNvSpPr/>
            <p:nvPr/>
          </p:nvSpPr>
          <p:spPr>
            <a:xfrm>
              <a:off x="7116124" y="2189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1" name="pt21191"/>
            <p:cNvSpPr/>
            <p:nvPr/>
          </p:nvSpPr>
          <p:spPr>
            <a:xfrm>
              <a:off x="7252854" y="2014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2" name="pt21192"/>
            <p:cNvSpPr/>
            <p:nvPr/>
          </p:nvSpPr>
          <p:spPr>
            <a:xfrm>
              <a:off x="7320439" y="1750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3" name="pt21193"/>
            <p:cNvSpPr/>
            <p:nvPr/>
          </p:nvSpPr>
          <p:spPr>
            <a:xfrm>
              <a:off x="7246525" y="2216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4" name="pt21194"/>
            <p:cNvSpPr/>
            <p:nvPr/>
          </p:nvSpPr>
          <p:spPr>
            <a:xfrm>
              <a:off x="7425416" y="2500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5" name="pt21195"/>
            <p:cNvSpPr/>
            <p:nvPr/>
          </p:nvSpPr>
          <p:spPr>
            <a:xfrm>
              <a:off x="7096219" y="2189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6" name="pt21196"/>
            <p:cNvSpPr/>
            <p:nvPr/>
          </p:nvSpPr>
          <p:spPr>
            <a:xfrm>
              <a:off x="6950403" y="2154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7" name="pt21197"/>
            <p:cNvSpPr/>
            <p:nvPr/>
          </p:nvSpPr>
          <p:spPr>
            <a:xfrm>
              <a:off x="7187677" y="2102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8" name="pt21198"/>
            <p:cNvSpPr/>
            <p:nvPr/>
          </p:nvSpPr>
          <p:spPr>
            <a:xfrm>
              <a:off x="7164377" y="2085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9" name="pt21199"/>
            <p:cNvSpPr/>
            <p:nvPr/>
          </p:nvSpPr>
          <p:spPr>
            <a:xfrm>
              <a:off x="7390613" y="2085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0" name="pt21200"/>
            <p:cNvSpPr/>
            <p:nvPr/>
          </p:nvSpPr>
          <p:spPr>
            <a:xfrm>
              <a:off x="7041763" y="2207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1" name="pt21201"/>
            <p:cNvSpPr/>
            <p:nvPr/>
          </p:nvSpPr>
          <p:spPr>
            <a:xfrm>
              <a:off x="7183788" y="2140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2" name="pt21202"/>
            <p:cNvSpPr/>
            <p:nvPr/>
          </p:nvSpPr>
          <p:spPr>
            <a:xfrm>
              <a:off x="7150909" y="2193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3" name="pt21203"/>
            <p:cNvSpPr/>
            <p:nvPr/>
          </p:nvSpPr>
          <p:spPr>
            <a:xfrm>
              <a:off x="7106937" y="2216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4" name="pt21204"/>
            <p:cNvSpPr/>
            <p:nvPr/>
          </p:nvSpPr>
          <p:spPr>
            <a:xfrm>
              <a:off x="7076856" y="2057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5" name="pt21205"/>
            <p:cNvSpPr/>
            <p:nvPr/>
          </p:nvSpPr>
          <p:spPr>
            <a:xfrm>
              <a:off x="7257008" y="2085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6" name="pt21206"/>
            <p:cNvSpPr/>
            <p:nvPr/>
          </p:nvSpPr>
          <p:spPr>
            <a:xfrm>
              <a:off x="6991429" y="1997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7" name="pt21207"/>
            <p:cNvSpPr/>
            <p:nvPr/>
          </p:nvSpPr>
          <p:spPr>
            <a:xfrm>
              <a:off x="7156021" y="2305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8" name="pt21208"/>
            <p:cNvSpPr/>
            <p:nvPr/>
          </p:nvSpPr>
          <p:spPr>
            <a:xfrm>
              <a:off x="7229544" y="2022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9" name="pt21209"/>
            <p:cNvSpPr/>
            <p:nvPr/>
          </p:nvSpPr>
          <p:spPr>
            <a:xfrm>
              <a:off x="7446393" y="2322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0" name="pt21210"/>
            <p:cNvSpPr/>
            <p:nvPr/>
          </p:nvSpPr>
          <p:spPr>
            <a:xfrm>
              <a:off x="7197036" y="2003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1" name="pt21211"/>
            <p:cNvSpPr/>
            <p:nvPr/>
          </p:nvSpPr>
          <p:spPr>
            <a:xfrm>
              <a:off x="6839684" y="2142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2" name="pt21212"/>
            <p:cNvSpPr/>
            <p:nvPr/>
          </p:nvSpPr>
          <p:spPr>
            <a:xfrm>
              <a:off x="7218288" y="2330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3" name="pt21213"/>
            <p:cNvSpPr/>
            <p:nvPr/>
          </p:nvSpPr>
          <p:spPr>
            <a:xfrm>
              <a:off x="7106230" y="2265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4" name="pt21214"/>
            <p:cNvSpPr/>
            <p:nvPr/>
          </p:nvSpPr>
          <p:spPr>
            <a:xfrm>
              <a:off x="7491267" y="2291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5" name="pt21215"/>
            <p:cNvSpPr/>
            <p:nvPr/>
          </p:nvSpPr>
          <p:spPr>
            <a:xfrm>
              <a:off x="7159067" y="2154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6" name="pt21216"/>
            <p:cNvSpPr/>
            <p:nvPr/>
          </p:nvSpPr>
          <p:spPr>
            <a:xfrm>
              <a:off x="7073982" y="2257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7" name="pt21217"/>
            <p:cNvSpPr/>
            <p:nvPr/>
          </p:nvSpPr>
          <p:spPr>
            <a:xfrm>
              <a:off x="7173720" y="2051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8" name="pt21218"/>
            <p:cNvSpPr/>
            <p:nvPr/>
          </p:nvSpPr>
          <p:spPr>
            <a:xfrm>
              <a:off x="7031443" y="1770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9" name="pt21219"/>
            <p:cNvSpPr/>
            <p:nvPr/>
          </p:nvSpPr>
          <p:spPr>
            <a:xfrm>
              <a:off x="6826733" y="2115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0" name="pt21220"/>
            <p:cNvSpPr/>
            <p:nvPr/>
          </p:nvSpPr>
          <p:spPr>
            <a:xfrm>
              <a:off x="7299308" y="2035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1" name="pt21221"/>
            <p:cNvSpPr/>
            <p:nvPr/>
          </p:nvSpPr>
          <p:spPr>
            <a:xfrm>
              <a:off x="6727128" y="2433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2" name="pt21222"/>
            <p:cNvSpPr/>
            <p:nvPr/>
          </p:nvSpPr>
          <p:spPr>
            <a:xfrm>
              <a:off x="7433284" y="2639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3" name="pt21223"/>
            <p:cNvSpPr/>
            <p:nvPr/>
          </p:nvSpPr>
          <p:spPr>
            <a:xfrm>
              <a:off x="7121928" y="2044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4" name="pt21224"/>
            <p:cNvSpPr/>
            <p:nvPr/>
          </p:nvSpPr>
          <p:spPr>
            <a:xfrm>
              <a:off x="7337741" y="1859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5" name="pt21225"/>
            <p:cNvSpPr/>
            <p:nvPr/>
          </p:nvSpPr>
          <p:spPr>
            <a:xfrm>
              <a:off x="7320957" y="2052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6" name="pt21226"/>
            <p:cNvSpPr/>
            <p:nvPr/>
          </p:nvSpPr>
          <p:spPr>
            <a:xfrm>
              <a:off x="7055398" y="2191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7" name="pt21227"/>
            <p:cNvSpPr/>
            <p:nvPr/>
          </p:nvSpPr>
          <p:spPr>
            <a:xfrm>
              <a:off x="7140862" y="2136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8" name="pt21228"/>
            <p:cNvSpPr/>
            <p:nvPr/>
          </p:nvSpPr>
          <p:spPr>
            <a:xfrm>
              <a:off x="7253573" y="1984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9" name="pt21229"/>
            <p:cNvSpPr/>
            <p:nvPr/>
          </p:nvSpPr>
          <p:spPr>
            <a:xfrm>
              <a:off x="7243685" y="2241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0" name="pt21230"/>
            <p:cNvSpPr/>
            <p:nvPr/>
          </p:nvSpPr>
          <p:spPr>
            <a:xfrm>
              <a:off x="6964488" y="1937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1" name="pt21231"/>
            <p:cNvSpPr/>
            <p:nvPr/>
          </p:nvSpPr>
          <p:spPr>
            <a:xfrm>
              <a:off x="7259954" y="1963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2" name="pt21232"/>
            <p:cNvSpPr/>
            <p:nvPr/>
          </p:nvSpPr>
          <p:spPr>
            <a:xfrm>
              <a:off x="7332502" y="1898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3" name="pt21233"/>
            <p:cNvSpPr/>
            <p:nvPr/>
          </p:nvSpPr>
          <p:spPr>
            <a:xfrm>
              <a:off x="7248143" y="2138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4" name="pt21234"/>
            <p:cNvSpPr/>
            <p:nvPr/>
          </p:nvSpPr>
          <p:spPr>
            <a:xfrm>
              <a:off x="7217449" y="2130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5" name="pt21235"/>
            <p:cNvSpPr/>
            <p:nvPr/>
          </p:nvSpPr>
          <p:spPr>
            <a:xfrm>
              <a:off x="7304886" y="2010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6" name="pt21236"/>
            <p:cNvSpPr/>
            <p:nvPr/>
          </p:nvSpPr>
          <p:spPr>
            <a:xfrm>
              <a:off x="7114913" y="2049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7" name="pt21237"/>
            <p:cNvSpPr/>
            <p:nvPr/>
          </p:nvSpPr>
          <p:spPr>
            <a:xfrm>
              <a:off x="6893194" y="1888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8" name="pt21238"/>
            <p:cNvSpPr/>
            <p:nvPr/>
          </p:nvSpPr>
          <p:spPr>
            <a:xfrm>
              <a:off x="7129537" y="2138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9" name="pt21239"/>
            <p:cNvSpPr/>
            <p:nvPr/>
          </p:nvSpPr>
          <p:spPr>
            <a:xfrm>
              <a:off x="7118186" y="2142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0" name="pt21240"/>
            <p:cNvSpPr/>
            <p:nvPr/>
          </p:nvSpPr>
          <p:spPr>
            <a:xfrm>
              <a:off x="7053432" y="2218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1" name="pt21241"/>
            <p:cNvSpPr/>
            <p:nvPr/>
          </p:nvSpPr>
          <p:spPr>
            <a:xfrm>
              <a:off x="7127307" y="2155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2" name="pt21242"/>
            <p:cNvSpPr/>
            <p:nvPr/>
          </p:nvSpPr>
          <p:spPr>
            <a:xfrm>
              <a:off x="7010689" y="2098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3" name="pt21243"/>
            <p:cNvSpPr/>
            <p:nvPr/>
          </p:nvSpPr>
          <p:spPr>
            <a:xfrm>
              <a:off x="7087454" y="2170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4" name="pt21244"/>
            <p:cNvSpPr/>
            <p:nvPr/>
          </p:nvSpPr>
          <p:spPr>
            <a:xfrm>
              <a:off x="7298323" y="1927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5" name="pt21245"/>
            <p:cNvSpPr/>
            <p:nvPr/>
          </p:nvSpPr>
          <p:spPr>
            <a:xfrm>
              <a:off x="7176268" y="2052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6" name="pt21246"/>
            <p:cNvSpPr/>
            <p:nvPr/>
          </p:nvSpPr>
          <p:spPr>
            <a:xfrm>
              <a:off x="7095356" y="2172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7" name="pt21247"/>
            <p:cNvSpPr/>
            <p:nvPr/>
          </p:nvSpPr>
          <p:spPr>
            <a:xfrm>
              <a:off x="6965230" y="1942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8" name="pt21248"/>
            <p:cNvSpPr/>
            <p:nvPr/>
          </p:nvSpPr>
          <p:spPr>
            <a:xfrm>
              <a:off x="6952717" y="2000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9" name="pt21249"/>
            <p:cNvSpPr/>
            <p:nvPr/>
          </p:nvSpPr>
          <p:spPr>
            <a:xfrm>
              <a:off x="7321960" y="1927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0" name="pt21250"/>
            <p:cNvSpPr/>
            <p:nvPr/>
          </p:nvSpPr>
          <p:spPr>
            <a:xfrm>
              <a:off x="6814897" y="2333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1" name="pt21251"/>
            <p:cNvSpPr/>
            <p:nvPr/>
          </p:nvSpPr>
          <p:spPr>
            <a:xfrm>
              <a:off x="7127927" y="2172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2" name="pt21252"/>
            <p:cNvSpPr/>
            <p:nvPr/>
          </p:nvSpPr>
          <p:spPr>
            <a:xfrm>
              <a:off x="7283244" y="2153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3" name="pt21253"/>
            <p:cNvSpPr/>
            <p:nvPr/>
          </p:nvSpPr>
          <p:spPr>
            <a:xfrm>
              <a:off x="7309492" y="2052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4" name="pt21254"/>
            <p:cNvSpPr/>
            <p:nvPr/>
          </p:nvSpPr>
          <p:spPr>
            <a:xfrm>
              <a:off x="7342214" y="2129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5" name="pt21255"/>
            <p:cNvSpPr/>
            <p:nvPr/>
          </p:nvSpPr>
          <p:spPr>
            <a:xfrm>
              <a:off x="6973618" y="1974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6" name="pt21256"/>
            <p:cNvSpPr/>
            <p:nvPr/>
          </p:nvSpPr>
          <p:spPr>
            <a:xfrm>
              <a:off x="7178937" y="2099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7" name="pt21257"/>
            <p:cNvSpPr/>
            <p:nvPr/>
          </p:nvSpPr>
          <p:spPr>
            <a:xfrm>
              <a:off x="6951266" y="2148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8" name="pt21258"/>
            <p:cNvSpPr/>
            <p:nvPr/>
          </p:nvSpPr>
          <p:spPr>
            <a:xfrm>
              <a:off x="7080860" y="1997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9" name="pt21259"/>
            <p:cNvSpPr/>
            <p:nvPr/>
          </p:nvSpPr>
          <p:spPr>
            <a:xfrm>
              <a:off x="7175944" y="2050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0" name="pt21260"/>
            <p:cNvSpPr/>
            <p:nvPr/>
          </p:nvSpPr>
          <p:spPr>
            <a:xfrm>
              <a:off x="7167088" y="2062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1" name="pt21261"/>
            <p:cNvSpPr/>
            <p:nvPr/>
          </p:nvSpPr>
          <p:spPr>
            <a:xfrm>
              <a:off x="7156878" y="2179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2" name="pt21262"/>
            <p:cNvSpPr/>
            <p:nvPr/>
          </p:nvSpPr>
          <p:spPr>
            <a:xfrm>
              <a:off x="7062818" y="1760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3" name="pt21263"/>
            <p:cNvSpPr/>
            <p:nvPr/>
          </p:nvSpPr>
          <p:spPr>
            <a:xfrm>
              <a:off x="7097886" y="2205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4" name="pt21264"/>
            <p:cNvSpPr/>
            <p:nvPr/>
          </p:nvSpPr>
          <p:spPr>
            <a:xfrm>
              <a:off x="7218221" y="2115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5" name="pt21265"/>
            <p:cNvSpPr/>
            <p:nvPr/>
          </p:nvSpPr>
          <p:spPr>
            <a:xfrm>
              <a:off x="7148721" y="2392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6" name="pt21266"/>
            <p:cNvSpPr/>
            <p:nvPr/>
          </p:nvSpPr>
          <p:spPr>
            <a:xfrm>
              <a:off x="7020280" y="2150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7" name="pt21267"/>
            <p:cNvSpPr/>
            <p:nvPr/>
          </p:nvSpPr>
          <p:spPr>
            <a:xfrm>
              <a:off x="7104321" y="2253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8" name="pt21268"/>
            <p:cNvSpPr/>
            <p:nvPr/>
          </p:nvSpPr>
          <p:spPr>
            <a:xfrm>
              <a:off x="7235927" y="1968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9" name="pt21269"/>
            <p:cNvSpPr/>
            <p:nvPr/>
          </p:nvSpPr>
          <p:spPr>
            <a:xfrm>
              <a:off x="7157353" y="2168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0" name="pt21270"/>
            <p:cNvSpPr/>
            <p:nvPr/>
          </p:nvSpPr>
          <p:spPr>
            <a:xfrm>
              <a:off x="7131413" y="2103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1" name="pt21271"/>
            <p:cNvSpPr/>
            <p:nvPr/>
          </p:nvSpPr>
          <p:spPr>
            <a:xfrm>
              <a:off x="6894348" y="1793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2" name="pt21272"/>
            <p:cNvSpPr/>
            <p:nvPr/>
          </p:nvSpPr>
          <p:spPr>
            <a:xfrm>
              <a:off x="7091434" y="2174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3" name="pt21273"/>
            <p:cNvSpPr/>
            <p:nvPr/>
          </p:nvSpPr>
          <p:spPr>
            <a:xfrm>
              <a:off x="7079012" y="2094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4" name="pt21274"/>
            <p:cNvSpPr/>
            <p:nvPr/>
          </p:nvSpPr>
          <p:spPr>
            <a:xfrm>
              <a:off x="7257550" y="2006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5" name="pt21275"/>
            <p:cNvSpPr/>
            <p:nvPr/>
          </p:nvSpPr>
          <p:spPr>
            <a:xfrm>
              <a:off x="6654013" y="2292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6" name="pt21276"/>
            <p:cNvSpPr/>
            <p:nvPr/>
          </p:nvSpPr>
          <p:spPr>
            <a:xfrm>
              <a:off x="7090353" y="2231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7" name="pt21277"/>
            <p:cNvSpPr/>
            <p:nvPr/>
          </p:nvSpPr>
          <p:spPr>
            <a:xfrm>
              <a:off x="7266633" y="2159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8" name="pt21278"/>
            <p:cNvSpPr/>
            <p:nvPr/>
          </p:nvSpPr>
          <p:spPr>
            <a:xfrm>
              <a:off x="7260878" y="2123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9" name="pt21279"/>
            <p:cNvSpPr/>
            <p:nvPr/>
          </p:nvSpPr>
          <p:spPr>
            <a:xfrm>
              <a:off x="7079634" y="2111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0" name="pt21280"/>
            <p:cNvSpPr/>
            <p:nvPr/>
          </p:nvSpPr>
          <p:spPr>
            <a:xfrm>
              <a:off x="7404146" y="2473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1" name="pt21281"/>
            <p:cNvSpPr/>
            <p:nvPr/>
          </p:nvSpPr>
          <p:spPr>
            <a:xfrm>
              <a:off x="7219958" y="2027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2" name="pt21282"/>
            <p:cNvSpPr/>
            <p:nvPr/>
          </p:nvSpPr>
          <p:spPr>
            <a:xfrm>
              <a:off x="7197680" y="1953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3" name="pt21283"/>
            <p:cNvSpPr/>
            <p:nvPr/>
          </p:nvSpPr>
          <p:spPr>
            <a:xfrm>
              <a:off x="7331540" y="1949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4" name="pt21284"/>
            <p:cNvSpPr/>
            <p:nvPr/>
          </p:nvSpPr>
          <p:spPr>
            <a:xfrm>
              <a:off x="7117328" y="2140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5" name="pt21285"/>
            <p:cNvSpPr/>
            <p:nvPr/>
          </p:nvSpPr>
          <p:spPr>
            <a:xfrm>
              <a:off x="7076715" y="2159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6" name="pt21286"/>
            <p:cNvSpPr/>
            <p:nvPr/>
          </p:nvSpPr>
          <p:spPr>
            <a:xfrm>
              <a:off x="7088700" y="2137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7" name="pt21287"/>
            <p:cNvSpPr/>
            <p:nvPr/>
          </p:nvSpPr>
          <p:spPr>
            <a:xfrm>
              <a:off x="7231413" y="2268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8" name="pt21288"/>
            <p:cNvSpPr/>
            <p:nvPr/>
          </p:nvSpPr>
          <p:spPr>
            <a:xfrm>
              <a:off x="6965153" y="2052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9" name="pt21289"/>
            <p:cNvSpPr/>
            <p:nvPr/>
          </p:nvSpPr>
          <p:spPr>
            <a:xfrm>
              <a:off x="7095112" y="2249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0" name="pt21290"/>
            <p:cNvSpPr/>
            <p:nvPr/>
          </p:nvSpPr>
          <p:spPr>
            <a:xfrm>
              <a:off x="7337603" y="1902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1" name="pt21291"/>
            <p:cNvSpPr/>
            <p:nvPr/>
          </p:nvSpPr>
          <p:spPr>
            <a:xfrm>
              <a:off x="7048188" y="2325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2" name="pt21292"/>
            <p:cNvSpPr/>
            <p:nvPr/>
          </p:nvSpPr>
          <p:spPr>
            <a:xfrm>
              <a:off x="7272186" y="2110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3" name="pt21293"/>
            <p:cNvSpPr/>
            <p:nvPr/>
          </p:nvSpPr>
          <p:spPr>
            <a:xfrm>
              <a:off x="7133958" y="2136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4" name="pt21294"/>
            <p:cNvSpPr/>
            <p:nvPr/>
          </p:nvSpPr>
          <p:spPr>
            <a:xfrm>
              <a:off x="6986036" y="1988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5" name="pt21295"/>
            <p:cNvSpPr/>
            <p:nvPr/>
          </p:nvSpPr>
          <p:spPr>
            <a:xfrm>
              <a:off x="7022411" y="1886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6" name="pt21296"/>
            <p:cNvSpPr/>
            <p:nvPr/>
          </p:nvSpPr>
          <p:spPr>
            <a:xfrm>
              <a:off x="7409616" y="2471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7" name="pt21297"/>
            <p:cNvSpPr/>
            <p:nvPr/>
          </p:nvSpPr>
          <p:spPr>
            <a:xfrm>
              <a:off x="7226130" y="2151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8" name="pt21298"/>
            <p:cNvSpPr/>
            <p:nvPr/>
          </p:nvSpPr>
          <p:spPr>
            <a:xfrm>
              <a:off x="6987668" y="1939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9" name="pt21299"/>
            <p:cNvSpPr/>
            <p:nvPr/>
          </p:nvSpPr>
          <p:spPr>
            <a:xfrm>
              <a:off x="7238111" y="1916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0" name="pt21300"/>
            <p:cNvSpPr/>
            <p:nvPr/>
          </p:nvSpPr>
          <p:spPr>
            <a:xfrm>
              <a:off x="6758660" y="2211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1" name="pt21301"/>
            <p:cNvSpPr/>
            <p:nvPr/>
          </p:nvSpPr>
          <p:spPr>
            <a:xfrm>
              <a:off x="7158428" y="2189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2" name="pt21302"/>
            <p:cNvSpPr/>
            <p:nvPr/>
          </p:nvSpPr>
          <p:spPr>
            <a:xfrm>
              <a:off x="7050337" y="2313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3" name="pt21303"/>
            <p:cNvSpPr/>
            <p:nvPr/>
          </p:nvSpPr>
          <p:spPr>
            <a:xfrm>
              <a:off x="7364936" y="2346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4" name="pt21304"/>
            <p:cNvSpPr/>
            <p:nvPr/>
          </p:nvSpPr>
          <p:spPr>
            <a:xfrm>
              <a:off x="7242174" y="2219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5" name="pt21305"/>
            <p:cNvSpPr/>
            <p:nvPr/>
          </p:nvSpPr>
          <p:spPr>
            <a:xfrm>
              <a:off x="7413571" y="2323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6" name="pt21306"/>
            <p:cNvSpPr/>
            <p:nvPr/>
          </p:nvSpPr>
          <p:spPr>
            <a:xfrm>
              <a:off x="7189331" y="2037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7" name="pt21307"/>
            <p:cNvSpPr/>
            <p:nvPr/>
          </p:nvSpPr>
          <p:spPr>
            <a:xfrm>
              <a:off x="6835202" y="2177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8" name="pt21308"/>
            <p:cNvSpPr/>
            <p:nvPr/>
          </p:nvSpPr>
          <p:spPr>
            <a:xfrm>
              <a:off x="7187690" y="2149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9" name="pt21309"/>
            <p:cNvSpPr/>
            <p:nvPr/>
          </p:nvSpPr>
          <p:spPr>
            <a:xfrm>
              <a:off x="7249662" y="2106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0" name="pt21310"/>
            <p:cNvSpPr/>
            <p:nvPr/>
          </p:nvSpPr>
          <p:spPr>
            <a:xfrm>
              <a:off x="7060576" y="2039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1" name="pt21311"/>
            <p:cNvSpPr/>
            <p:nvPr/>
          </p:nvSpPr>
          <p:spPr>
            <a:xfrm>
              <a:off x="6995245" y="2134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2" name="pt21312"/>
            <p:cNvSpPr/>
            <p:nvPr/>
          </p:nvSpPr>
          <p:spPr>
            <a:xfrm>
              <a:off x="7032512" y="1970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3" name="pt21313"/>
            <p:cNvSpPr/>
            <p:nvPr/>
          </p:nvSpPr>
          <p:spPr>
            <a:xfrm>
              <a:off x="7098663" y="2238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4" name="pt21314"/>
            <p:cNvSpPr/>
            <p:nvPr/>
          </p:nvSpPr>
          <p:spPr>
            <a:xfrm>
              <a:off x="6934789" y="2183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5" name="pt21315"/>
            <p:cNvSpPr/>
            <p:nvPr/>
          </p:nvSpPr>
          <p:spPr>
            <a:xfrm>
              <a:off x="7040105" y="2182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6" name="pt21316"/>
            <p:cNvSpPr/>
            <p:nvPr/>
          </p:nvSpPr>
          <p:spPr>
            <a:xfrm>
              <a:off x="7087499" y="2221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7" name="pt21317"/>
            <p:cNvSpPr/>
            <p:nvPr/>
          </p:nvSpPr>
          <p:spPr>
            <a:xfrm>
              <a:off x="6722155" y="1952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8" name="pt21318"/>
            <p:cNvSpPr/>
            <p:nvPr/>
          </p:nvSpPr>
          <p:spPr>
            <a:xfrm>
              <a:off x="7134450" y="2155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9" name="pt21319"/>
            <p:cNvSpPr/>
            <p:nvPr/>
          </p:nvSpPr>
          <p:spPr>
            <a:xfrm>
              <a:off x="6989194" y="1922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0" name="pt21320"/>
            <p:cNvSpPr/>
            <p:nvPr/>
          </p:nvSpPr>
          <p:spPr>
            <a:xfrm>
              <a:off x="7072016" y="2151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1" name="pt21321"/>
            <p:cNvSpPr/>
            <p:nvPr/>
          </p:nvSpPr>
          <p:spPr>
            <a:xfrm>
              <a:off x="7157780" y="2211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2" name="pt21322"/>
            <p:cNvSpPr/>
            <p:nvPr/>
          </p:nvSpPr>
          <p:spPr>
            <a:xfrm>
              <a:off x="7303004" y="2108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3" name="pt21323"/>
            <p:cNvSpPr/>
            <p:nvPr/>
          </p:nvSpPr>
          <p:spPr>
            <a:xfrm>
              <a:off x="7145528" y="226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4" name="pt21324"/>
            <p:cNvSpPr/>
            <p:nvPr/>
          </p:nvSpPr>
          <p:spPr>
            <a:xfrm>
              <a:off x="7035332" y="2186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5" name="pt21325"/>
            <p:cNvSpPr/>
            <p:nvPr/>
          </p:nvSpPr>
          <p:spPr>
            <a:xfrm>
              <a:off x="7118295" y="2209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6" name="pt21326"/>
            <p:cNvSpPr/>
            <p:nvPr/>
          </p:nvSpPr>
          <p:spPr>
            <a:xfrm>
              <a:off x="7224345" y="2008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7" name="pt21327"/>
            <p:cNvSpPr/>
            <p:nvPr/>
          </p:nvSpPr>
          <p:spPr>
            <a:xfrm>
              <a:off x="6975631" y="1879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8" name="pt21328"/>
            <p:cNvSpPr/>
            <p:nvPr/>
          </p:nvSpPr>
          <p:spPr>
            <a:xfrm>
              <a:off x="7520724" y="2133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9" name="pt21329"/>
            <p:cNvSpPr/>
            <p:nvPr/>
          </p:nvSpPr>
          <p:spPr>
            <a:xfrm>
              <a:off x="7072487" y="2300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0" name="pt21330"/>
            <p:cNvSpPr/>
            <p:nvPr/>
          </p:nvSpPr>
          <p:spPr>
            <a:xfrm>
              <a:off x="7013623" y="1897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1" name="pt21331"/>
            <p:cNvSpPr/>
            <p:nvPr/>
          </p:nvSpPr>
          <p:spPr>
            <a:xfrm>
              <a:off x="7189655" y="2054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2" name="pt21332"/>
            <p:cNvSpPr/>
            <p:nvPr/>
          </p:nvSpPr>
          <p:spPr>
            <a:xfrm>
              <a:off x="7110415" y="2115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3" name="pt21333"/>
            <p:cNvSpPr/>
            <p:nvPr/>
          </p:nvSpPr>
          <p:spPr>
            <a:xfrm>
              <a:off x="7251267" y="2112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4" name="pt21334"/>
            <p:cNvSpPr/>
            <p:nvPr/>
          </p:nvSpPr>
          <p:spPr>
            <a:xfrm>
              <a:off x="7317533" y="2064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5" name="pt21335"/>
            <p:cNvSpPr/>
            <p:nvPr/>
          </p:nvSpPr>
          <p:spPr>
            <a:xfrm>
              <a:off x="7253267" y="2182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6" name="pt21336"/>
            <p:cNvSpPr/>
            <p:nvPr/>
          </p:nvSpPr>
          <p:spPr>
            <a:xfrm>
              <a:off x="7151357" y="2291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7" name="pt21337"/>
            <p:cNvSpPr/>
            <p:nvPr/>
          </p:nvSpPr>
          <p:spPr>
            <a:xfrm>
              <a:off x="7212312" y="2193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8" name="pt21338"/>
            <p:cNvSpPr/>
            <p:nvPr/>
          </p:nvSpPr>
          <p:spPr>
            <a:xfrm>
              <a:off x="7064512" y="1700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9" name="pt21339"/>
            <p:cNvSpPr/>
            <p:nvPr/>
          </p:nvSpPr>
          <p:spPr>
            <a:xfrm>
              <a:off x="7061864" y="2038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0" name="pt21340"/>
            <p:cNvSpPr/>
            <p:nvPr/>
          </p:nvSpPr>
          <p:spPr>
            <a:xfrm>
              <a:off x="6873385" y="2190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1" name="pt21341"/>
            <p:cNvSpPr/>
            <p:nvPr/>
          </p:nvSpPr>
          <p:spPr>
            <a:xfrm>
              <a:off x="7105808" y="2223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2" name="pt21342"/>
            <p:cNvSpPr/>
            <p:nvPr/>
          </p:nvSpPr>
          <p:spPr>
            <a:xfrm>
              <a:off x="7062039" y="2028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3" name="pt21343"/>
            <p:cNvSpPr/>
            <p:nvPr/>
          </p:nvSpPr>
          <p:spPr>
            <a:xfrm>
              <a:off x="7043570" y="2323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4" name="pt21344"/>
            <p:cNvSpPr/>
            <p:nvPr/>
          </p:nvSpPr>
          <p:spPr>
            <a:xfrm>
              <a:off x="7375068" y="2140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5" name="pt21345"/>
            <p:cNvSpPr/>
            <p:nvPr/>
          </p:nvSpPr>
          <p:spPr>
            <a:xfrm>
              <a:off x="7211271" y="2240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6" name="pt21346"/>
            <p:cNvSpPr/>
            <p:nvPr/>
          </p:nvSpPr>
          <p:spPr>
            <a:xfrm>
              <a:off x="7186833" y="2145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7" name="pt21347"/>
            <p:cNvSpPr/>
            <p:nvPr/>
          </p:nvSpPr>
          <p:spPr>
            <a:xfrm>
              <a:off x="7224446" y="2078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8" name="pt21348"/>
            <p:cNvSpPr/>
            <p:nvPr/>
          </p:nvSpPr>
          <p:spPr>
            <a:xfrm>
              <a:off x="7116383" y="2209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9" name="pt21349"/>
            <p:cNvSpPr/>
            <p:nvPr/>
          </p:nvSpPr>
          <p:spPr>
            <a:xfrm>
              <a:off x="7162412" y="209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0" name="pt21350"/>
            <p:cNvSpPr/>
            <p:nvPr/>
          </p:nvSpPr>
          <p:spPr>
            <a:xfrm>
              <a:off x="6778764" y="2621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1" name="pt21351"/>
            <p:cNvSpPr/>
            <p:nvPr/>
          </p:nvSpPr>
          <p:spPr>
            <a:xfrm>
              <a:off x="7150780" y="2242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2" name="pt21352"/>
            <p:cNvSpPr/>
            <p:nvPr/>
          </p:nvSpPr>
          <p:spPr>
            <a:xfrm>
              <a:off x="7161959" y="2090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3" name="pt21353"/>
            <p:cNvSpPr/>
            <p:nvPr/>
          </p:nvSpPr>
          <p:spPr>
            <a:xfrm>
              <a:off x="6919804" y="2268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4" name="pt21354"/>
            <p:cNvSpPr/>
            <p:nvPr/>
          </p:nvSpPr>
          <p:spPr>
            <a:xfrm>
              <a:off x="7343608" y="2193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5" name="pt21355"/>
            <p:cNvSpPr/>
            <p:nvPr/>
          </p:nvSpPr>
          <p:spPr>
            <a:xfrm>
              <a:off x="7187524" y="2157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6" name="pt21356"/>
            <p:cNvSpPr/>
            <p:nvPr/>
          </p:nvSpPr>
          <p:spPr>
            <a:xfrm>
              <a:off x="7126252" y="213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7" name="pt21357"/>
            <p:cNvSpPr/>
            <p:nvPr/>
          </p:nvSpPr>
          <p:spPr>
            <a:xfrm>
              <a:off x="7142862" y="2242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8" name="pt21358"/>
            <p:cNvSpPr/>
            <p:nvPr/>
          </p:nvSpPr>
          <p:spPr>
            <a:xfrm>
              <a:off x="7022880" y="1947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9" name="pt21359"/>
            <p:cNvSpPr/>
            <p:nvPr/>
          </p:nvSpPr>
          <p:spPr>
            <a:xfrm>
              <a:off x="7017828" y="2112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0" name="pt21360"/>
            <p:cNvSpPr/>
            <p:nvPr/>
          </p:nvSpPr>
          <p:spPr>
            <a:xfrm>
              <a:off x="7546535" y="2546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1" name="pt21361"/>
            <p:cNvSpPr/>
            <p:nvPr/>
          </p:nvSpPr>
          <p:spPr>
            <a:xfrm>
              <a:off x="7037813" y="2293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2" name="pt21362"/>
            <p:cNvSpPr/>
            <p:nvPr/>
          </p:nvSpPr>
          <p:spPr>
            <a:xfrm>
              <a:off x="7045543" y="2192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3" name="pt21363"/>
            <p:cNvSpPr/>
            <p:nvPr/>
          </p:nvSpPr>
          <p:spPr>
            <a:xfrm>
              <a:off x="7281750" y="2173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4" name="pt21364"/>
            <p:cNvSpPr/>
            <p:nvPr/>
          </p:nvSpPr>
          <p:spPr>
            <a:xfrm>
              <a:off x="7045419" y="2223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5" name="pt21365"/>
            <p:cNvSpPr/>
            <p:nvPr/>
          </p:nvSpPr>
          <p:spPr>
            <a:xfrm>
              <a:off x="6925558" y="2324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6" name="pt21366"/>
            <p:cNvSpPr/>
            <p:nvPr/>
          </p:nvSpPr>
          <p:spPr>
            <a:xfrm>
              <a:off x="7344198" y="1919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7" name="pt21367"/>
            <p:cNvSpPr/>
            <p:nvPr/>
          </p:nvSpPr>
          <p:spPr>
            <a:xfrm>
              <a:off x="7175606" y="2097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8" name="pt21368"/>
            <p:cNvSpPr/>
            <p:nvPr/>
          </p:nvSpPr>
          <p:spPr>
            <a:xfrm>
              <a:off x="7162112" y="2106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9" name="pt21369"/>
            <p:cNvSpPr/>
            <p:nvPr/>
          </p:nvSpPr>
          <p:spPr>
            <a:xfrm>
              <a:off x="7179420" y="2109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0" name="pt21370"/>
            <p:cNvSpPr/>
            <p:nvPr/>
          </p:nvSpPr>
          <p:spPr>
            <a:xfrm>
              <a:off x="7232003" y="2100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1" name="pt21371"/>
            <p:cNvSpPr/>
            <p:nvPr/>
          </p:nvSpPr>
          <p:spPr>
            <a:xfrm>
              <a:off x="6920066" y="2109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2" name="pt21372"/>
            <p:cNvSpPr/>
            <p:nvPr/>
          </p:nvSpPr>
          <p:spPr>
            <a:xfrm>
              <a:off x="7369089" y="2447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3" name="pt21373"/>
            <p:cNvSpPr/>
            <p:nvPr/>
          </p:nvSpPr>
          <p:spPr>
            <a:xfrm>
              <a:off x="7288135" y="1988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4" name="pt21374"/>
            <p:cNvSpPr/>
            <p:nvPr/>
          </p:nvSpPr>
          <p:spPr>
            <a:xfrm>
              <a:off x="7039139" y="2158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5" name="pt21375"/>
            <p:cNvSpPr/>
            <p:nvPr/>
          </p:nvSpPr>
          <p:spPr>
            <a:xfrm>
              <a:off x="7040306" y="2219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6" name="pt21376"/>
            <p:cNvSpPr/>
            <p:nvPr/>
          </p:nvSpPr>
          <p:spPr>
            <a:xfrm>
              <a:off x="7211433" y="2249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7" name="pt21377"/>
            <p:cNvSpPr/>
            <p:nvPr/>
          </p:nvSpPr>
          <p:spPr>
            <a:xfrm>
              <a:off x="7109539" y="2064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8" name="pt21378"/>
            <p:cNvSpPr/>
            <p:nvPr/>
          </p:nvSpPr>
          <p:spPr>
            <a:xfrm>
              <a:off x="7408701" y="2736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9" name="pt21379"/>
            <p:cNvSpPr/>
            <p:nvPr/>
          </p:nvSpPr>
          <p:spPr>
            <a:xfrm>
              <a:off x="7221674" y="1976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0" name="pt21380"/>
            <p:cNvSpPr/>
            <p:nvPr/>
          </p:nvSpPr>
          <p:spPr>
            <a:xfrm>
              <a:off x="6846548" y="2286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1" name="pt21381"/>
            <p:cNvSpPr/>
            <p:nvPr/>
          </p:nvSpPr>
          <p:spPr>
            <a:xfrm>
              <a:off x="7067630" y="2159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2" name="pt21382"/>
            <p:cNvSpPr/>
            <p:nvPr/>
          </p:nvSpPr>
          <p:spPr>
            <a:xfrm>
              <a:off x="7133672" y="2193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3" name="pt21383"/>
            <p:cNvSpPr/>
            <p:nvPr/>
          </p:nvSpPr>
          <p:spPr>
            <a:xfrm>
              <a:off x="7116765" y="2166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4" name="pt21384"/>
            <p:cNvSpPr/>
            <p:nvPr/>
          </p:nvSpPr>
          <p:spPr>
            <a:xfrm>
              <a:off x="6799391" y="2414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5" name="pt21385"/>
            <p:cNvSpPr/>
            <p:nvPr/>
          </p:nvSpPr>
          <p:spPr>
            <a:xfrm>
              <a:off x="7125133" y="2116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6" name="pt21386"/>
            <p:cNvSpPr/>
            <p:nvPr/>
          </p:nvSpPr>
          <p:spPr>
            <a:xfrm>
              <a:off x="7126682" y="2083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7" name="pt21387"/>
            <p:cNvSpPr/>
            <p:nvPr/>
          </p:nvSpPr>
          <p:spPr>
            <a:xfrm>
              <a:off x="7399464" y="2632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8" name="pt21388"/>
            <p:cNvSpPr/>
            <p:nvPr/>
          </p:nvSpPr>
          <p:spPr>
            <a:xfrm>
              <a:off x="6981267" y="206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9" name="pt21389"/>
            <p:cNvSpPr/>
            <p:nvPr/>
          </p:nvSpPr>
          <p:spPr>
            <a:xfrm>
              <a:off x="7506940" y="2619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0" name="pt21390"/>
            <p:cNvSpPr/>
            <p:nvPr/>
          </p:nvSpPr>
          <p:spPr>
            <a:xfrm>
              <a:off x="7235973" y="2014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1" name="pt21391"/>
            <p:cNvSpPr/>
            <p:nvPr/>
          </p:nvSpPr>
          <p:spPr>
            <a:xfrm>
              <a:off x="7121746" y="2055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2" name="pt21392"/>
            <p:cNvSpPr/>
            <p:nvPr/>
          </p:nvSpPr>
          <p:spPr>
            <a:xfrm>
              <a:off x="7191281" y="2030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3" name="pt21393"/>
            <p:cNvSpPr/>
            <p:nvPr/>
          </p:nvSpPr>
          <p:spPr>
            <a:xfrm>
              <a:off x="7066022" y="2068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4" name="pt21394"/>
            <p:cNvSpPr/>
            <p:nvPr/>
          </p:nvSpPr>
          <p:spPr>
            <a:xfrm>
              <a:off x="7009369" y="2162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5" name="pt21395"/>
            <p:cNvSpPr/>
            <p:nvPr/>
          </p:nvSpPr>
          <p:spPr>
            <a:xfrm>
              <a:off x="6906264" y="2108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6" name="pt21396"/>
            <p:cNvSpPr/>
            <p:nvPr/>
          </p:nvSpPr>
          <p:spPr>
            <a:xfrm>
              <a:off x="7016503" y="2077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7" name="pt21397"/>
            <p:cNvSpPr/>
            <p:nvPr/>
          </p:nvSpPr>
          <p:spPr>
            <a:xfrm>
              <a:off x="7078852" y="2168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8" name="pt21398"/>
            <p:cNvSpPr/>
            <p:nvPr/>
          </p:nvSpPr>
          <p:spPr>
            <a:xfrm>
              <a:off x="7265843" y="2091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9" name="pt21399"/>
            <p:cNvSpPr/>
            <p:nvPr/>
          </p:nvSpPr>
          <p:spPr>
            <a:xfrm>
              <a:off x="7269689" y="2054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0" name="pt21400"/>
            <p:cNvSpPr/>
            <p:nvPr/>
          </p:nvSpPr>
          <p:spPr>
            <a:xfrm>
              <a:off x="7133295" y="2015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1" name="pt21401"/>
            <p:cNvSpPr/>
            <p:nvPr/>
          </p:nvSpPr>
          <p:spPr>
            <a:xfrm>
              <a:off x="7129767" y="2100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2" name="pt21402"/>
            <p:cNvSpPr/>
            <p:nvPr/>
          </p:nvSpPr>
          <p:spPr>
            <a:xfrm>
              <a:off x="6922371" y="2085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3" name="pt21403"/>
            <p:cNvSpPr/>
            <p:nvPr/>
          </p:nvSpPr>
          <p:spPr>
            <a:xfrm>
              <a:off x="6968786" y="202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4" name="pt21404"/>
            <p:cNvSpPr/>
            <p:nvPr/>
          </p:nvSpPr>
          <p:spPr>
            <a:xfrm>
              <a:off x="7079438" y="2117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5" name="pt21405"/>
            <p:cNvSpPr/>
            <p:nvPr/>
          </p:nvSpPr>
          <p:spPr>
            <a:xfrm>
              <a:off x="6885841" y="1700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6" name="pt21406"/>
            <p:cNvSpPr/>
            <p:nvPr/>
          </p:nvSpPr>
          <p:spPr>
            <a:xfrm>
              <a:off x="7372716" y="2395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7" name="pt21407"/>
            <p:cNvSpPr/>
            <p:nvPr/>
          </p:nvSpPr>
          <p:spPr>
            <a:xfrm>
              <a:off x="7146762" y="2257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8" name="pt21408"/>
            <p:cNvSpPr/>
            <p:nvPr/>
          </p:nvSpPr>
          <p:spPr>
            <a:xfrm>
              <a:off x="7124785" y="2211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9" name="pt21409"/>
            <p:cNvSpPr/>
            <p:nvPr/>
          </p:nvSpPr>
          <p:spPr>
            <a:xfrm>
              <a:off x="6974533" y="198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0" name="pt21410"/>
            <p:cNvSpPr/>
            <p:nvPr/>
          </p:nvSpPr>
          <p:spPr>
            <a:xfrm>
              <a:off x="7253463" y="1957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1" name="pt21411"/>
            <p:cNvSpPr/>
            <p:nvPr/>
          </p:nvSpPr>
          <p:spPr>
            <a:xfrm>
              <a:off x="6978525" y="2016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2" name="pt21412"/>
            <p:cNvSpPr/>
            <p:nvPr/>
          </p:nvSpPr>
          <p:spPr>
            <a:xfrm>
              <a:off x="7427924" y="2612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3" name="pt21413"/>
            <p:cNvSpPr/>
            <p:nvPr/>
          </p:nvSpPr>
          <p:spPr>
            <a:xfrm>
              <a:off x="7313035" y="2089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4" name="pt21414"/>
            <p:cNvSpPr/>
            <p:nvPr/>
          </p:nvSpPr>
          <p:spPr>
            <a:xfrm>
              <a:off x="7063614" y="1860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5" name="pt21415"/>
            <p:cNvSpPr/>
            <p:nvPr/>
          </p:nvSpPr>
          <p:spPr>
            <a:xfrm>
              <a:off x="6954185" y="2099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6" name="pt21416"/>
            <p:cNvSpPr/>
            <p:nvPr/>
          </p:nvSpPr>
          <p:spPr>
            <a:xfrm>
              <a:off x="7437022" y="1987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7" name="pt21417"/>
            <p:cNvSpPr/>
            <p:nvPr/>
          </p:nvSpPr>
          <p:spPr>
            <a:xfrm>
              <a:off x="7395211" y="2052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8" name="pt21418"/>
            <p:cNvSpPr/>
            <p:nvPr/>
          </p:nvSpPr>
          <p:spPr>
            <a:xfrm>
              <a:off x="7274967" y="1826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9" name="pt21419"/>
            <p:cNvSpPr/>
            <p:nvPr/>
          </p:nvSpPr>
          <p:spPr>
            <a:xfrm>
              <a:off x="7228590" y="2032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0" name="pt21420"/>
            <p:cNvSpPr/>
            <p:nvPr/>
          </p:nvSpPr>
          <p:spPr>
            <a:xfrm>
              <a:off x="7364526" y="2353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1" name="pt21421"/>
            <p:cNvSpPr/>
            <p:nvPr/>
          </p:nvSpPr>
          <p:spPr>
            <a:xfrm>
              <a:off x="7067225" y="2124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2" name="pt21422"/>
            <p:cNvSpPr/>
            <p:nvPr/>
          </p:nvSpPr>
          <p:spPr>
            <a:xfrm>
              <a:off x="7043833" y="2304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3" name="pt21423"/>
            <p:cNvSpPr/>
            <p:nvPr/>
          </p:nvSpPr>
          <p:spPr>
            <a:xfrm>
              <a:off x="7003889" y="1940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4" name="pt21424"/>
            <p:cNvSpPr/>
            <p:nvPr/>
          </p:nvSpPr>
          <p:spPr>
            <a:xfrm>
              <a:off x="7240749" y="1910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5" name="pt21425"/>
            <p:cNvSpPr/>
            <p:nvPr/>
          </p:nvSpPr>
          <p:spPr>
            <a:xfrm>
              <a:off x="7301321" y="2014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6" name="pt21426"/>
            <p:cNvSpPr/>
            <p:nvPr/>
          </p:nvSpPr>
          <p:spPr>
            <a:xfrm>
              <a:off x="7275681" y="1998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7" name="pt21427"/>
            <p:cNvSpPr/>
            <p:nvPr/>
          </p:nvSpPr>
          <p:spPr>
            <a:xfrm>
              <a:off x="6904410" y="1593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8" name="pt21428"/>
            <p:cNvSpPr/>
            <p:nvPr/>
          </p:nvSpPr>
          <p:spPr>
            <a:xfrm>
              <a:off x="7222389" y="2013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9" name="pt21429"/>
            <p:cNvSpPr/>
            <p:nvPr/>
          </p:nvSpPr>
          <p:spPr>
            <a:xfrm>
              <a:off x="6847379" y="2038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0" name="pt21430"/>
            <p:cNvSpPr/>
            <p:nvPr/>
          </p:nvSpPr>
          <p:spPr>
            <a:xfrm>
              <a:off x="7153493" y="2319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1" name="pt21431"/>
            <p:cNvSpPr/>
            <p:nvPr/>
          </p:nvSpPr>
          <p:spPr>
            <a:xfrm>
              <a:off x="7177552" y="2105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2" name="pt21432"/>
            <p:cNvSpPr/>
            <p:nvPr/>
          </p:nvSpPr>
          <p:spPr>
            <a:xfrm>
              <a:off x="7065277" y="1778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3" name="pt21433"/>
            <p:cNvSpPr/>
            <p:nvPr/>
          </p:nvSpPr>
          <p:spPr>
            <a:xfrm>
              <a:off x="7223851" y="195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4" name="pt21434"/>
            <p:cNvSpPr/>
            <p:nvPr/>
          </p:nvSpPr>
          <p:spPr>
            <a:xfrm>
              <a:off x="7276964" y="1907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5" name="pt21435"/>
            <p:cNvSpPr/>
            <p:nvPr/>
          </p:nvSpPr>
          <p:spPr>
            <a:xfrm>
              <a:off x="7485545" y="2642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6" name="pt21436"/>
            <p:cNvSpPr/>
            <p:nvPr/>
          </p:nvSpPr>
          <p:spPr>
            <a:xfrm>
              <a:off x="6836942" y="211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7" name="pt21437"/>
            <p:cNvSpPr/>
            <p:nvPr/>
          </p:nvSpPr>
          <p:spPr>
            <a:xfrm>
              <a:off x="7256331" y="2067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8" name="pt21438"/>
            <p:cNvSpPr/>
            <p:nvPr/>
          </p:nvSpPr>
          <p:spPr>
            <a:xfrm>
              <a:off x="7201330" y="2015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9" name="pt21439"/>
            <p:cNvSpPr/>
            <p:nvPr/>
          </p:nvSpPr>
          <p:spPr>
            <a:xfrm>
              <a:off x="7220439" y="2053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0" name="pt21440"/>
            <p:cNvSpPr/>
            <p:nvPr/>
          </p:nvSpPr>
          <p:spPr>
            <a:xfrm>
              <a:off x="7148621" y="2338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1" name="pt21441"/>
            <p:cNvSpPr/>
            <p:nvPr/>
          </p:nvSpPr>
          <p:spPr>
            <a:xfrm>
              <a:off x="7264020" y="2053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2" name="pt21442"/>
            <p:cNvSpPr/>
            <p:nvPr/>
          </p:nvSpPr>
          <p:spPr>
            <a:xfrm>
              <a:off x="7468807" y="2650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3" name="pt21443"/>
            <p:cNvSpPr/>
            <p:nvPr/>
          </p:nvSpPr>
          <p:spPr>
            <a:xfrm>
              <a:off x="7109680" y="2142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4" name="pt21444"/>
            <p:cNvSpPr/>
            <p:nvPr/>
          </p:nvSpPr>
          <p:spPr>
            <a:xfrm>
              <a:off x="7085390" y="2165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5" name="pt21445"/>
            <p:cNvSpPr/>
            <p:nvPr/>
          </p:nvSpPr>
          <p:spPr>
            <a:xfrm>
              <a:off x="7064545" y="1621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6" name="pt21446"/>
            <p:cNvSpPr/>
            <p:nvPr/>
          </p:nvSpPr>
          <p:spPr>
            <a:xfrm>
              <a:off x="7211438" y="2326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7" name="pt21447"/>
            <p:cNvSpPr/>
            <p:nvPr/>
          </p:nvSpPr>
          <p:spPr>
            <a:xfrm>
              <a:off x="6874034" y="2203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8" name="pt21448"/>
            <p:cNvSpPr/>
            <p:nvPr/>
          </p:nvSpPr>
          <p:spPr>
            <a:xfrm>
              <a:off x="7189370" y="2032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9" name="pt21449"/>
            <p:cNvSpPr/>
            <p:nvPr/>
          </p:nvSpPr>
          <p:spPr>
            <a:xfrm>
              <a:off x="6839399" y="1951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0" name="pt21450"/>
            <p:cNvSpPr/>
            <p:nvPr/>
          </p:nvSpPr>
          <p:spPr>
            <a:xfrm>
              <a:off x="7182927" y="2143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1" name="pt21451"/>
            <p:cNvSpPr/>
            <p:nvPr/>
          </p:nvSpPr>
          <p:spPr>
            <a:xfrm>
              <a:off x="7115125" y="2094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2" name="pt21452"/>
            <p:cNvSpPr/>
            <p:nvPr/>
          </p:nvSpPr>
          <p:spPr>
            <a:xfrm>
              <a:off x="6846552" y="2199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3" name="pt21453"/>
            <p:cNvSpPr/>
            <p:nvPr/>
          </p:nvSpPr>
          <p:spPr>
            <a:xfrm>
              <a:off x="7602462" y="232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4" name="pt21454"/>
            <p:cNvSpPr/>
            <p:nvPr/>
          </p:nvSpPr>
          <p:spPr>
            <a:xfrm>
              <a:off x="7315475" y="1923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5" name="pt21455"/>
            <p:cNvSpPr/>
            <p:nvPr/>
          </p:nvSpPr>
          <p:spPr>
            <a:xfrm>
              <a:off x="7051330" y="2315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6" name="pt21456"/>
            <p:cNvSpPr/>
            <p:nvPr/>
          </p:nvSpPr>
          <p:spPr>
            <a:xfrm>
              <a:off x="7336657" y="2021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7" name="pt21457"/>
            <p:cNvSpPr/>
            <p:nvPr/>
          </p:nvSpPr>
          <p:spPr>
            <a:xfrm>
              <a:off x="7322182" y="2008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8" name="pt21458"/>
            <p:cNvSpPr/>
            <p:nvPr/>
          </p:nvSpPr>
          <p:spPr>
            <a:xfrm>
              <a:off x="7169668" y="2048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9" name="pt21459"/>
            <p:cNvSpPr/>
            <p:nvPr/>
          </p:nvSpPr>
          <p:spPr>
            <a:xfrm>
              <a:off x="7102748" y="2160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0" name="pt21460"/>
            <p:cNvSpPr/>
            <p:nvPr/>
          </p:nvSpPr>
          <p:spPr>
            <a:xfrm>
              <a:off x="7314288" y="2006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1" name="pt21461"/>
            <p:cNvSpPr/>
            <p:nvPr/>
          </p:nvSpPr>
          <p:spPr>
            <a:xfrm>
              <a:off x="7115877" y="2176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2" name="pt21462"/>
            <p:cNvSpPr/>
            <p:nvPr/>
          </p:nvSpPr>
          <p:spPr>
            <a:xfrm>
              <a:off x="7113074" y="2070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3" name="pt21463"/>
            <p:cNvSpPr/>
            <p:nvPr/>
          </p:nvSpPr>
          <p:spPr>
            <a:xfrm>
              <a:off x="7131037" y="2141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4" name="pt21464"/>
            <p:cNvSpPr/>
            <p:nvPr/>
          </p:nvSpPr>
          <p:spPr>
            <a:xfrm>
              <a:off x="6868599" y="2249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5" name="pt21465"/>
            <p:cNvSpPr/>
            <p:nvPr/>
          </p:nvSpPr>
          <p:spPr>
            <a:xfrm>
              <a:off x="7186809" y="216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6" name="pt21466"/>
            <p:cNvSpPr/>
            <p:nvPr/>
          </p:nvSpPr>
          <p:spPr>
            <a:xfrm>
              <a:off x="7285967" y="1977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7" name="pt21467"/>
            <p:cNvSpPr/>
            <p:nvPr/>
          </p:nvSpPr>
          <p:spPr>
            <a:xfrm>
              <a:off x="7211710" y="2238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8" name="pt21468"/>
            <p:cNvSpPr/>
            <p:nvPr/>
          </p:nvSpPr>
          <p:spPr>
            <a:xfrm>
              <a:off x="7016651" y="2097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9" name="pt21469"/>
            <p:cNvSpPr/>
            <p:nvPr/>
          </p:nvSpPr>
          <p:spPr>
            <a:xfrm>
              <a:off x="7194249" y="1968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0" name="pt21470"/>
            <p:cNvSpPr/>
            <p:nvPr/>
          </p:nvSpPr>
          <p:spPr>
            <a:xfrm>
              <a:off x="7240521" y="1986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1" name="pt21471"/>
            <p:cNvSpPr/>
            <p:nvPr/>
          </p:nvSpPr>
          <p:spPr>
            <a:xfrm>
              <a:off x="7185562" y="2103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2" name="pt21472"/>
            <p:cNvSpPr/>
            <p:nvPr/>
          </p:nvSpPr>
          <p:spPr>
            <a:xfrm>
              <a:off x="7050782" y="2300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3" name="pt21473"/>
            <p:cNvSpPr/>
            <p:nvPr/>
          </p:nvSpPr>
          <p:spPr>
            <a:xfrm>
              <a:off x="7167793" y="2008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4" name="pt21474"/>
            <p:cNvSpPr/>
            <p:nvPr/>
          </p:nvSpPr>
          <p:spPr>
            <a:xfrm>
              <a:off x="7183473" y="2084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5" name="pt21475"/>
            <p:cNvSpPr/>
            <p:nvPr/>
          </p:nvSpPr>
          <p:spPr>
            <a:xfrm>
              <a:off x="7284806" y="1980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6" name="pt21476"/>
            <p:cNvSpPr/>
            <p:nvPr/>
          </p:nvSpPr>
          <p:spPr>
            <a:xfrm>
              <a:off x="6980549" y="1944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7" name="pt21477"/>
            <p:cNvSpPr/>
            <p:nvPr/>
          </p:nvSpPr>
          <p:spPr>
            <a:xfrm>
              <a:off x="7197554" y="2037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8" name="pt21478"/>
            <p:cNvSpPr/>
            <p:nvPr/>
          </p:nvSpPr>
          <p:spPr>
            <a:xfrm>
              <a:off x="7281291" y="2017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9" name="pt21479"/>
            <p:cNvSpPr/>
            <p:nvPr/>
          </p:nvSpPr>
          <p:spPr>
            <a:xfrm>
              <a:off x="7170663" y="1962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0" name="pt21480"/>
            <p:cNvSpPr/>
            <p:nvPr/>
          </p:nvSpPr>
          <p:spPr>
            <a:xfrm>
              <a:off x="7187614" y="2140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1" name="pt21481"/>
            <p:cNvSpPr/>
            <p:nvPr/>
          </p:nvSpPr>
          <p:spPr>
            <a:xfrm>
              <a:off x="7279861" y="2072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2" name="pt21482"/>
            <p:cNvSpPr/>
            <p:nvPr/>
          </p:nvSpPr>
          <p:spPr>
            <a:xfrm>
              <a:off x="7194961" y="1976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3" name="pt21483"/>
            <p:cNvSpPr/>
            <p:nvPr/>
          </p:nvSpPr>
          <p:spPr>
            <a:xfrm>
              <a:off x="7187484" y="2110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4" name="pt21484"/>
            <p:cNvSpPr/>
            <p:nvPr/>
          </p:nvSpPr>
          <p:spPr>
            <a:xfrm>
              <a:off x="7338250" y="2027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5" name="pt21485"/>
            <p:cNvSpPr/>
            <p:nvPr/>
          </p:nvSpPr>
          <p:spPr>
            <a:xfrm>
              <a:off x="7005870" y="1969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6" name="pt21486"/>
            <p:cNvSpPr/>
            <p:nvPr/>
          </p:nvSpPr>
          <p:spPr>
            <a:xfrm>
              <a:off x="7170729" y="1886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7" name="pt21487"/>
            <p:cNvSpPr/>
            <p:nvPr/>
          </p:nvSpPr>
          <p:spPr>
            <a:xfrm>
              <a:off x="7207710" y="2282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8" name="pt21488"/>
            <p:cNvSpPr/>
            <p:nvPr/>
          </p:nvSpPr>
          <p:spPr>
            <a:xfrm>
              <a:off x="6804215" y="2269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9" name="pt21489"/>
            <p:cNvSpPr/>
            <p:nvPr/>
          </p:nvSpPr>
          <p:spPr>
            <a:xfrm>
              <a:off x="7239642" y="1922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0" name="pt21490"/>
            <p:cNvSpPr/>
            <p:nvPr/>
          </p:nvSpPr>
          <p:spPr>
            <a:xfrm>
              <a:off x="7179291" y="2145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1" name="pt21491"/>
            <p:cNvSpPr/>
            <p:nvPr/>
          </p:nvSpPr>
          <p:spPr>
            <a:xfrm>
              <a:off x="6971838" y="1991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2" name="pt21492"/>
            <p:cNvSpPr/>
            <p:nvPr/>
          </p:nvSpPr>
          <p:spPr>
            <a:xfrm>
              <a:off x="7163570" y="2128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3" name="pt21493"/>
            <p:cNvSpPr/>
            <p:nvPr/>
          </p:nvSpPr>
          <p:spPr>
            <a:xfrm>
              <a:off x="6707113" y="1783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4" name="pt21494"/>
            <p:cNvSpPr/>
            <p:nvPr/>
          </p:nvSpPr>
          <p:spPr>
            <a:xfrm>
              <a:off x="7270370" y="2037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5" name="pt21495"/>
            <p:cNvSpPr/>
            <p:nvPr/>
          </p:nvSpPr>
          <p:spPr>
            <a:xfrm>
              <a:off x="7239202" y="1978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6" name="pt21496"/>
            <p:cNvSpPr/>
            <p:nvPr/>
          </p:nvSpPr>
          <p:spPr>
            <a:xfrm>
              <a:off x="7206850" y="2105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7" name="pt21497"/>
            <p:cNvSpPr/>
            <p:nvPr/>
          </p:nvSpPr>
          <p:spPr>
            <a:xfrm>
              <a:off x="7024770" y="1770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8" name="pt21498"/>
            <p:cNvSpPr/>
            <p:nvPr/>
          </p:nvSpPr>
          <p:spPr>
            <a:xfrm>
              <a:off x="7513877" y="2148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9" name="pt21499"/>
            <p:cNvSpPr/>
            <p:nvPr/>
          </p:nvSpPr>
          <p:spPr>
            <a:xfrm>
              <a:off x="7101986" y="2220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0" name="pt21500"/>
            <p:cNvSpPr/>
            <p:nvPr/>
          </p:nvSpPr>
          <p:spPr>
            <a:xfrm>
              <a:off x="7117365" y="2173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1" name="pt21501"/>
            <p:cNvSpPr/>
            <p:nvPr/>
          </p:nvSpPr>
          <p:spPr>
            <a:xfrm>
              <a:off x="7091355" y="2167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2" name="pt21502"/>
            <p:cNvSpPr/>
            <p:nvPr/>
          </p:nvSpPr>
          <p:spPr>
            <a:xfrm>
              <a:off x="7746057" y="2243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3" name="pt21503"/>
            <p:cNvSpPr/>
            <p:nvPr/>
          </p:nvSpPr>
          <p:spPr>
            <a:xfrm>
              <a:off x="7105780" y="2139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4" name="pt21504"/>
            <p:cNvSpPr/>
            <p:nvPr/>
          </p:nvSpPr>
          <p:spPr>
            <a:xfrm>
              <a:off x="7129278" y="2131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5" name="pt21505"/>
            <p:cNvSpPr/>
            <p:nvPr/>
          </p:nvSpPr>
          <p:spPr>
            <a:xfrm>
              <a:off x="7463100" y="247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6" name="pt21506"/>
            <p:cNvSpPr/>
            <p:nvPr/>
          </p:nvSpPr>
          <p:spPr>
            <a:xfrm>
              <a:off x="7134119" y="2121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7" name="pt21507"/>
            <p:cNvSpPr/>
            <p:nvPr/>
          </p:nvSpPr>
          <p:spPr>
            <a:xfrm>
              <a:off x="7285569" y="2069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8" name="pt21508"/>
            <p:cNvSpPr/>
            <p:nvPr/>
          </p:nvSpPr>
          <p:spPr>
            <a:xfrm>
              <a:off x="6956575" y="2221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9" name="pt21509"/>
            <p:cNvSpPr/>
            <p:nvPr/>
          </p:nvSpPr>
          <p:spPr>
            <a:xfrm>
              <a:off x="7247493" y="2203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0" name="pt21510"/>
            <p:cNvSpPr/>
            <p:nvPr/>
          </p:nvSpPr>
          <p:spPr>
            <a:xfrm>
              <a:off x="7023480" y="1958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1" name="pt21511"/>
            <p:cNvSpPr/>
            <p:nvPr/>
          </p:nvSpPr>
          <p:spPr>
            <a:xfrm>
              <a:off x="6977399" y="2007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2" name="pt21512"/>
            <p:cNvSpPr/>
            <p:nvPr/>
          </p:nvSpPr>
          <p:spPr>
            <a:xfrm>
              <a:off x="7084353" y="1961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3" name="pt21513"/>
            <p:cNvSpPr/>
            <p:nvPr/>
          </p:nvSpPr>
          <p:spPr>
            <a:xfrm>
              <a:off x="7190364" y="2110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4" name="pt21514"/>
            <p:cNvSpPr/>
            <p:nvPr/>
          </p:nvSpPr>
          <p:spPr>
            <a:xfrm>
              <a:off x="7275681" y="2031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5" name="pt21515"/>
            <p:cNvSpPr/>
            <p:nvPr/>
          </p:nvSpPr>
          <p:spPr>
            <a:xfrm>
              <a:off x="7380119" y="2330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6" name="pt21516"/>
            <p:cNvSpPr/>
            <p:nvPr/>
          </p:nvSpPr>
          <p:spPr>
            <a:xfrm>
              <a:off x="6935325" y="2077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7" name="pt21517"/>
            <p:cNvSpPr/>
            <p:nvPr/>
          </p:nvSpPr>
          <p:spPr>
            <a:xfrm>
              <a:off x="6902635" y="2187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8" name="pt21518"/>
            <p:cNvSpPr/>
            <p:nvPr/>
          </p:nvSpPr>
          <p:spPr>
            <a:xfrm>
              <a:off x="7180783" y="2091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9" name="pt21519"/>
            <p:cNvSpPr/>
            <p:nvPr/>
          </p:nvSpPr>
          <p:spPr>
            <a:xfrm>
              <a:off x="7237642" y="2036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0" name="pt21520"/>
            <p:cNvSpPr/>
            <p:nvPr/>
          </p:nvSpPr>
          <p:spPr>
            <a:xfrm>
              <a:off x="7095054" y="2266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1" name="pt21521"/>
            <p:cNvSpPr/>
            <p:nvPr/>
          </p:nvSpPr>
          <p:spPr>
            <a:xfrm>
              <a:off x="7081907" y="2161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2" name="pt21522"/>
            <p:cNvSpPr/>
            <p:nvPr/>
          </p:nvSpPr>
          <p:spPr>
            <a:xfrm>
              <a:off x="6985292" y="1909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3" name="pt21523"/>
            <p:cNvSpPr/>
            <p:nvPr/>
          </p:nvSpPr>
          <p:spPr>
            <a:xfrm>
              <a:off x="6781837" y="2506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4" name="pt21524"/>
            <p:cNvSpPr/>
            <p:nvPr/>
          </p:nvSpPr>
          <p:spPr>
            <a:xfrm>
              <a:off x="7391437" y="1984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5" name="pt21525"/>
            <p:cNvSpPr/>
            <p:nvPr/>
          </p:nvSpPr>
          <p:spPr>
            <a:xfrm>
              <a:off x="6687862" y="2242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6" name="pt21526"/>
            <p:cNvSpPr/>
            <p:nvPr/>
          </p:nvSpPr>
          <p:spPr>
            <a:xfrm>
              <a:off x="7470252" y="2451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7" name="pt21527"/>
            <p:cNvSpPr/>
            <p:nvPr/>
          </p:nvSpPr>
          <p:spPr>
            <a:xfrm>
              <a:off x="7100442" y="222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8" name="pt21528"/>
            <p:cNvSpPr/>
            <p:nvPr/>
          </p:nvSpPr>
          <p:spPr>
            <a:xfrm>
              <a:off x="7332039" y="1891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9" name="pt21529"/>
            <p:cNvSpPr/>
            <p:nvPr/>
          </p:nvSpPr>
          <p:spPr>
            <a:xfrm>
              <a:off x="6885605" y="211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0" name="pt21530"/>
            <p:cNvSpPr/>
            <p:nvPr/>
          </p:nvSpPr>
          <p:spPr>
            <a:xfrm>
              <a:off x="6517507" y="1846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1" name="pt21531"/>
            <p:cNvSpPr/>
            <p:nvPr/>
          </p:nvSpPr>
          <p:spPr>
            <a:xfrm>
              <a:off x="7273369" y="2205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2" name="pt21532"/>
            <p:cNvSpPr/>
            <p:nvPr/>
          </p:nvSpPr>
          <p:spPr>
            <a:xfrm>
              <a:off x="7351732" y="1865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3" name="pt21533"/>
            <p:cNvSpPr/>
            <p:nvPr/>
          </p:nvSpPr>
          <p:spPr>
            <a:xfrm>
              <a:off x="7300490" y="2055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4" name="pt21534"/>
            <p:cNvSpPr/>
            <p:nvPr/>
          </p:nvSpPr>
          <p:spPr>
            <a:xfrm>
              <a:off x="7425275" y="2618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5" name="pt21535"/>
            <p:cNvSpPr/>
            <p:nvPr/>
          </p:nvSpPr>
          <p:spPr>
            <a:xfrm>
              <a:off x="7052625" y="2305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6" name="pt21536"/>
            <p:cNvSpPr/>
            <p:nvPr/>
          </p:nvSpPr>
          <p:spPr>
            <a:xfrm>
              <a:off x="7053819" y="2405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7" name="pt21537"/>
            <p:cNvSpPr/>
            <p:nvPr/>
          </p:nvSpPr>
          <p:spPr>
            <a:xfrm>
              <a:off x="7023090" y="1999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8" name="pt21538"/>
            <p:cNvSpPr/>
            <p:nvPr/>
          </p:nvSpPr>
          <p:spPr>
            <a:xfrm>
              <a:off x="7314676" y="1929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9" name="pt21539"/>
            <p:cNvSpPr/>
            <p:nvPr/>
          </p:nvSpPr>
          <p:spPr>
            <a:xfrm>
              <a:off x="7124872" y="2267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0" name="pt21540"/>
            <p:cNvSpPr/>
            <p:nvPr/>
          </p:nvSpPr>
          <p:spPr>
            <a:xfrm>
              <a:off x="7159729" y="2096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1" name="pt21541"/>
            <p:cNvSpPr/>
            <p:nvPr/>
          </p:nvSpPr>
          <p:spPr>
            <a:xfrm>
              <a:off x="7177309" y="2110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2" name="pt21542"/>
            <p:cNvSpPr/>
            <p:nvPr/>
          </p:nvSpPr>
          <p:spPr>
            <a:xfrm>
              <a:off x="7765275" y="2427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3" name="pt21543"/>
            <p:cNvSpPr/>
            <p:nvPr/>
          </p:nvSpPr>
          <p:spPr>
            <a:xfrm>
              <a:off x="7092884" y="2275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4" name="pt21544"/>
            <p:cNvSpPr/>
            <p:nvPr/>
          </p:nvSpPr>
          <p:spPr>
            <a:xfrm>
              <a:off x="7231953" y="2104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5" name="pt21545"/>
            <p:cNvSpPr/>
            <p:nvPr/>
          </p:nvSpPr>
          <p:spPr>
            <a:xfrm>
              <a:off x="7388044" y="2076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6" name="pt21546"/>
            <p:cNvSpPr/>
            <p:nvPr/>
          </p:nvSpPr>
          <p:spPr>
            <a:xfrm>
              <a:off x="6938692" y="2207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7" name="pt21547"/>
            <p:cNvSpPr/>
            <p:nvPr/>
          </p:nvSpPr>
          <p:spPr>
            <a:xfrm>
              <a:off x="7113699" y="2091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8" name="pt21548"/>
            <p:cNvSpPr/>
            <p:nvPr/>
          </p:nvSpPr>
          <p:spPr>
            <a:xfrm>
              <a:off x="6931457" y="2170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9" name="pt21549"/>
            <p:cNvSpPr/>
            <p:nvPr/>
          </p:nvSpPr>
          <p:spPr>
            <a:xfrm>
              <a:off x="7082023" y="2025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0" name="pt21550"/>
            <p:cNvSpPr/>
            <p:nvPr/>
          </p:nvSpPr>
          <p:spPr>
            <a:xfrm>
              <a:off x="7248160" y="1943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1" name="pt21551"/>
            <p:cNvSpPr/>
            <p:nvPr/>
          </p:nvSpPr>
          <p:spPr>
            <a:xfrm>
              <a:off x="7420346" y="2513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2" name="pt21552"/>
            <p:cNvSpPr/>
            <p:nvPr/>
          </p:nvSpPr>
          <p:spPr>
            <a:xfrm>
              <a:off x="7131887" y="2140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3" name="pt21553"/>
            <p:cNvSpPr/>
            <p:nvPr/>
          </p:nvSpPr>
          <p:spPr>
            <a:xfrm>
              <a:off x="6988993" y="1981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4" name="pt21554"/>
            <p:cNvSpPr/>
            <p:nvPr/>
          </p:nvSpPr>
          <p:spPr>
            <a:xfrm>
              <a:off x="7076813" y="2102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5" name="pt21555"/>
            <p:cNvSpPr/>
            <p:nvPr/>
          </p:nvSpPr>
          <p:spPr>
            <a:xfrm>
              <a:off x="7090677" y="2160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6" name="pt21556"/>
            <p:cNvSpPr/>
            <p:nvPr/>
          </p:nvSpPr>
          <p:spPr>
            <a:xfrm>
              <a:off x="6922452" y="2106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7" name="pt21557"/>
            <p:cNvSpPr/>
            <p:nvPr/>
          </p:nvSpPr>
          <p:spPr>
            <a:xfrm>
              <a:off x="7157503" y="2164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8" name="pt21558"/>
            <p:cNvSpPr/>
            <p:nvPr/>
          </p:nvSpPr>
          <p:spPr>
            <a:xfrm>
              <a:off x="7282808" y="2058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9" name="pt21559"/>
            <p:cNvSpPr/>
            <p:nvPr/>
          </p:nvSpPr>
          <p:spPr>
            <a:xfrm>
              <a:off x="7027451" y="2017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0" name="pt21560"/>
            <p:cNvSpPr/>
            <p:nvPr/>
          </p:nvSpPr>
          <p:spPr>
            <a:xfrm>
              <a:off x="7343613" y="2049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1" name="pt21561"/>
            <p:cNvSpPr/>
            <p:nvPr/>
          </p:nvSpPr>
          <p:spPr>
            <a:xfrm>
              <a:off x="7099512" y="2268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2" name="pt21562"/>
            <p:cNvSpPr/>
            <p:nvPr/>
          </p:nvSpPr>
          <p:spPr>
            <a:xfrm>
              <a:off x="6988295" y="1954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3" name="pt21563"/>
            <p:cNvSpPr/>
            <p:nvPr/>
          </p:nvSpPr>
          <p:spPr>
            <a:xfrm>
              <a:off x="7013783" y="1837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4" name="pt21564"/>
            <p:cNvSpPr/>
            <p:nvPr/>
          </p:nvSpPr>
          <p:spPr>
            <a:xfrm>
              <a:off x="7164280" y="2054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5" name="pt21565"/>
            <p:cNvSpPr/>
            <p:nvPr/>
          </p:nvSpPr>
          <p:spPr>
            <a:xfrm>
              <a:off x="7432867" y="2578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6" name="pt21566"/>
            <p:cNvSpPr/>
            <p:nvPr/>
          </p:nvSpPr>
          <p:spPr>
            <a:xfrm>
              <a:off x="7049397" y="2310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7" name="pt21567"/>
            <p:cNvSpPr/>
            <p:nvPr/>
          </p:nvSpPr>
          <p:spPr>
            <a:xfrm>
              <a:off x="7049255" y="2368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8" name="pt21568"/>
            <p:cNvSpPr/>
            <p:nvPr/>
          </p:nvSpPr>
          <p:spPr>
            <a:xfrm>
              <a:off x="7313232" y="2046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9" name="pt21569"/>
            <p:cNvSpPr/>
            <p:nvPr/>
          </p:nvSpPr>
          <p:spPr>
            <a:xfrm>
              <a:off x="7380138" y="2166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0" name="pt21570"/>
            <p:cNvSpPr/>
            <p:nvPr/>
          </p:nvSpPr>
          <p:spPr>
            <a:xfrm>
              <a:off x="6966736" y="1978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1" name="pt21571"/>
            <p:cNvSpPr/>
            <p:nvPr/>
          </p:nvSpPr>
          <p:spPr>
            <a:xfrm>
              <a:off x="7016898" y="2194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2" name="pt21572"/>
            <p:cNvSpPr/>
            <p:nvPr/>
          </p:nvSpPr>
          <p:spPr>
            <a:xfrm>
              <a:off x="7145187" y="2287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3" name="pt21573"/>
            <p:cNvSpPr/>
            <p:nvPr/>
          </p:nvSpPr>
          <p:spPr>
            <a:xfrm>
              <a:off x="7285555" y="1994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4" name="pt21574"/>
            <p:cNvSpPr/>
            <p:nvPr/>
          </p:nvSpPr>
          <p:spPr>
            <a:xfrm>
              <a:off x="6915955" y="2279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5" name="pt21575"/>
            <p:cNvSpPr/>
            <p:nvPr/>
          </p:nvSpPr>
          <p:spPr>
            <a:xfrm>
              <a:off x="7254215" y="1958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6" name="pt21576"/>
            <p:cNvSpPr/>
            <p:nvPr/>
          </p:nvSpPr>
          <p:spPr>
            <a:xfrm>
              <a:off x="6745365" y="2033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7" name="pt21577"/>
            <p:cNvSpPr/>
            <p:nvPr/>
          </p:nvSpPr>
          <p:spPr>
            <a:xfrm>
              <a:off x="7167229" y="2039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8" name="pt21578"/>
            <p:cNvSpPr/>
            <p:nvPr/>
          </p:nvSpPr>
          <p:spPr>
            <a:xfrm>
              <a:off x="7162831" y="2065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9" name="pt21579"/>
            <p:cNvSpPr/>
            <p:nvPr/>
          </p:nvSpPr>
          <p:spPr>
            <a:xfrm>
              <a:off x="7347871" y="2066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0" name="pt21580"/>
            <p:cNvSpPr/>
            <p:nvPr/>
          </p:nvSpPr>
          <p:spPr>
            <a:xfrm>
              <a:off x="6985534" y="1947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1" name="pt21581"/>
            <p:cNvSpPr/>
            <p:nvPr/>
          </p:nvSpPr>
          <p:spPr>
            <a:xfrm>
              <a:off x="7313861" y="1931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2" name="pt21582"/>
            <p:cNvSpPr/>
            <p:nvPr/>
          </p:nvSpPr>
          <p:spPr>
            <a:xfrm>
              <a:off x="7166754" y="2079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3" name="pt21583"/>
            <p:cNvSpPr/>
            <p:nvPr/>
          </p:nvSpPr>
          <p:spPr>
            <a:xfrm>
              <a:off x="6771206" y="2607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4" name="pt21584"/>
            <p:cNvSpPr/>
            <p:nvPr/>
          </p:nvSpPr>
          <p:spPr>
            <a:xfrm>
              <a:off x="7178561" y="2007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5" name="pt21585"/>
            <p:cNvSpPr/>
            <p:nvPr/>
          </p:nvSpPr>
          <p:spPr>
            <a:xfrm>
              <a:off x="7417411" y="2686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6" name="pt21586"/>
            <p:cNvSpPr/>
            <p:nvPr/>
          </p:nvSpPr>
          <p:spPr>
            <a:xfrm>
              <a:off x="7121274" y="2109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7" name="pt21587"/>
            <p:cNvSpPr/>
            <p:nvPr/>
          </p:nvSpPr>
          <p:spPr>
            <a:xfrm>
              <a:off x="6812863" y="2270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8" name="pt21588"/>
            <p:cNvSpPr/>
            <p:nvPr/>
          </p:nvSpPr>
          <p:spPr>
            <a:xfrm>
              <a:off x="7019313" y="2073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9" name="pt21589"/>
            <p:cNvSpPr/>
            <p:nvPr/>
          </p:nvSpPr>
          <p:spPr>
            <a:xfrm>
              <a:off x="7314521" y="2000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0" name="pt21590"/>
            <p:cNvSpPr/>
            <p:nvPr/>
          </p:nvSpPr>
          <p:spPr>
            <a:xfrm>
              <a:off x="6912264" y="2137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1" name="pt21591"/>
            <p:cNvSpPr/>
            <p:nvPr/>
          </p:nvSpPr>
          <p:spPr>
            <a:xfrm>
              <a:off x="6972608" y="2085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2" name="pt21592"/>
            <p:cNvSpPr/>
            <p:nvPr/>
          </p:nvSpPr>
          <p:spPr>
            <a:xfrm>
              <a:off x="7221285" y="2063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3" name="pt21593"/>
            <p:cNvSpPr/>
            <p:nvPr/>
          </p:nvSpPr>
          <p:spPr>
            <a:xfrm>
              <a:off x="7270795" y="2056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4" name="pt21594"/>
            <p:cNvSpPr/>
            <p:nvPr/>
          </p:nvSpPr>
          <p:spPr>
            <a:xfrm>
              <a:off x="7270003" y="1854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5" name="pt21595"/>
            <p:cNvSpPr/>
            <p:nvPr/>
          </p:nvSpPr>
          <p:spPr>
            <a:xfrm>
              <a:off x="7191768" y="1989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6" name="pt21596"/>
            <p:cNvSpPr/>
            <p:nvPr/>
          </p:nvSpPr>
          <p:spPr>
            <a:xfrm>
              <a:off x="7177879" y="2046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7" name="pt21597"/>
            <p:cNvSpPr/>
            <p:nvPr/>
          </p:nvSpPr>
          <p:spPr>
            <a:xfrm>
              <a:off x="7368876" y="2559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8" name="pt21598"/>
            <p:cNvSpPr/>
            <p:nvPr/>
          </p:nvSpPr>
          <p:spPr>
            <a:xfrm>
              <a:off x="7205166" y="2352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9" name="pt21599"/>
            <p:cNvSpPr/>
            <p:nvPr/>
          </p:nvSpPr>
          <p:spPr>
            <a:xfrm>
              <a:off x="7247129" y="2199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0" name="pt21600"/>
            <p:cNvSpPr/>
            <p:nvPr/>
          </p:nvSpPr>
          <p:spPr>
            <a:xfrm>
              <a:off x="7256599" y="2157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1" name="pt21601"/>
            <p:cNvSpPr/>
            <p:nvPr/>
          </p:nvSpPr>
          <p:spPr>
            <a:xfrm>
              <a:off x="7135339" y="2191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2" name="pt21602"/>
            <p:cNvSpPr/>
            <p:nvPr/>
          </p:nvSpPr>
          <p:spPr>
            <a:xfrm>
              <a:off x="6953968" y="2158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3" name="pt21603"/>
            <p:cNvSpPr/>
            <p:nvPr/>
          </p:nvSpPr>
          <p:spPr>
            <a:xfrm>
              <a:off x="6909954" y="2119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4" name="pt21604"/>
            <p:cNvSpPr/>
            <p:nvPr/>
          </p:nvSpPr>
          <p:spPr>
            <a:xfrm>
              <a:off x="7306368" y="2004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5" name="pt21605"/>
            <p:cNvSpPr/>
            <p:nvPr/>
          </p:nvSpPr>
          <p:spPr>
            <a:xfrm>
              <a:off x="7164845" y="206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6" name="pt21606"/>
            <p:cNvSpPr/>
            <p:nvPr/>
          </p:nvSpPr>
          <p:spPr>
            <a:xfrm>
              <a:off x="7215680" y="2349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7" name="pt21607"/>
            <p:cNvSpPr/>
            <p:nvPr/>
          </p:nvSpPr>
          <p:spPr>
            <a:xfrm>
              <a:off x="7170111" y="2019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8" name="pt21608"/>
            <p:cNvSpPr/>
            <p:nvPr/>
          </p:nvSpPr>
          <p:spPr>
            <a:xfrm>
              <a:off x="6794265" y="2576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9" name="pt21609"/>
            <p:cNvSpPr/>
            <p:nvPr/>
          </p:nvSpPr>
          <p:spPr>
            <a:xfrm>
              <a:off x="7011048" y="1863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0" name="pt21610"/>
            <p:cNvSpPr/>
            <p:nvPr/>
          </p:nvSpPr>
          <p:spPr>
            <a:xfrm>
              <a:off x="6999211" y="1880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1" name="pt21611"/>
            <p:cNvSpPr/>
            <p:nvPr/>
          </p:nvSpPr>
          <p:spPr>
            <a:xfrm>
              <a:off x="7185701" y="2121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2" name="pt21612"/>
            <p:cNvSpPr/>
            <p:nvPr/>
          </p:nvSpPr>
          <p:spPr>
            <a:xfrm>
              <a:off x="7446614" y="2873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3" name="pt21613"/>
            <p:cNvSpPr/>
            <p:nvPr/>
          </p:nvSpPr>
          <p:spPr>
            <a:xfrm>
              <a:off x="6965532" y="2056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4" name="pt21614"/>
            <p:cNvSpPr/>
            <p:nvPr/>
          </p:nvSpPr>
          <p:spPr>
            <a:xfrm>
              <a:off x="6935103" y="2190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5" name="pt21615"/>
            <p:cNvSpPr/>
            <p:nvPr/>
          </p:nvSpPr>
          <p:spPr>
            <a:xfrm>
              <a:off x="6996563" y="2100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6" name="pt21616"/>
            <p:cNvSpPr/>
            <p:nvPr/>
          </p:nvSpPr>
          <p:spPr>
            <a:xfrm>
              <a:off x="7174356" y="2039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7" name="pt21617"/>
            <p:cNvSpPr/>
            <p:nvPr/>
          </p:nvSpPr>
          <p:spPr>
            <a:xfrm>
              <a:off x="7092479" y="2235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8" name="pt21618"/>
            <p:cNvSpPr/>
            <p:nvPr/>
          </p:nvSpPr>
          <p:spPr>
            <a:xfrm>
              <a:off x="7388510" y="2142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9" name="pt21619"/>
            <p:cNvSpPr/>
            <p:nvPr/>
          </p:nvSpPr>
          <p:spPr>
            <a:xfrm>
              <a:off x="7300639" y="1986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0" name="pt21620"/>
            <p:cNvSpPr/>
            <p:nvPr/>
          </p:nvSpPr>
          <p:spPr>
            <a:xfrm>
              <a:off x="6628689" y="1717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1" name="pt21621"/>
            <p:cNvSpPr/>
            <p:nvPr/>
          </p:nvSpPr>
          <p:spPr>
            <a:xfrm>
              <a:off x="7017525" y="2052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2" name="pt21622"/>
            <p:cNvSpPr/>
            <p:nvPr/>
          </p:nvSpPr>
          <p:spPr>
            <a:xfrm>
              <a:off x="7210208" y="2193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3" name="pt21623"/>
            <p:cNvSpPr/>
            <p:nvPr/>
          </p:nvSpPr>
          <p:spPr>
            <a:xfrm>
              <a:off x="7422631" y="2548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4" name="pt21624"/>
            <p:cNvSpPr/>
            <p:nvPr/>
          </p:nvSpPr>
          <p:spPr>
            <a:xfrm>
              <a:off x="7044259" y="2236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5" name="pt21625"/>
            <p:cNvSpPr/>
            <p:nvPr/>
          </p:nvSpPr>
          <p:spPr>
            <a:xfrm>
              <a:off x="7160915" y="2088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6" name="pt21626"/>
            <p:cNvSpPr/>
            <p:nvPr/>
          </p:nvSpPr>
          <p:spPr>
            <a:xfrm>
              <a:off x="7088816" y="223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7" name="pt21627"/>
            <p:cNvSpPr/>
            <p:nvPr/>
          </p:nvSpPr>
          <p:spPr>
            <a:xfrm>
              <a:off x="7054305" y="2269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8" name="pt21628"/>
            <p:cNvSpPr/>
            <p:nvPr/>
          </p:nvSpPr>
          <p:spPr>
            <a:xfrm>
              <a:off x="7303414" y="2039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9" name="pt21629"/>
            <p:cNvSpPr/>
            <p:nvPr/>
          </p:nvSpPr>
          <p:spPr>
            <a:xfrm>
              <a:off x="7083622" y="2097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0" name="pt21630"/>
            <p:cNvSpPr/>
            <p:nvPr/>
          </p:nvSpPr>
          <p:spPr>
            <a:xfrm>
              <a:off x="7133853" y="2123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1" name="pt21631"/>
            <p:cNvSpPr/>
            <p:nvPr/>
          </p:nvSpPr>
          <p:spPr>
            <a:xfrm>
              <a:off x="7123961" y="2125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2" name="pt21632"/>
            <p:cNvSpPr/>
            <p:nvPr/>
          </p:nvSpPr>
          <p:spPr>
            <a:xfrm>
              <a:off x="7161857" y="2103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3" name="pt21633"/>
            <p:cNvSpPr/>
            <p:nvPr/>
          </p:nvSpPr>
          <p:spPr>
            <a:xfrm>
              <a:off x="6923829" y="2061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4" name="pt21634"/>
            <p:cNvSpPr/>
            <p:nvPr/>
          </p:nvSpPr>
          <p:spPr>
            <a:xfrm>
              <a:off x="7185595" y="2185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5" name="pt21635"/>
            <p:cNvSpPr/>
            <p:nvPr/>
          </p:nvSpPr>
          <p:spPr>
            <a:xfrm>
              <a:off x="7001081" y="1950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6" name="pt21636"/>
            <p:cNvSpPr/>
            <p:nvPr/>
          </p:nvSpPr>
          <p:spPr>
            <a:xfrm>
              <a:off x="7147539" y="2395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7" name="pt21637"/>
            <p:cNvSpPr/>
            <p:nvPr/>
          </p:nvSpPr>
          <p:spPr>
            <a:xfrm>
              <a:off x="6850737" y="2288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8" name="pt21638"/>
            <p:cNvSpPr/>
            <p:nvPr/>
          </p:nvSpPr>
          <p:spPr>
            <a:xfrm>
              <a:off x="7001371" y="2030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9" name="pt21639"/>
            <p:cNvSpPr/>
            <p:nvPr/>
          </p:nvSpPr>
          <p:spPr>
            <a:xfrm>
              <a:off x="7245654" y="2283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0" name="pt21640"/>
            <p:cNvSpPr/>
            <p:nvPr/>
          </p:nvSpPr>
          <p:spPr>
            <a:xfrm>
              <a:off x="7177900" y="2075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1" name="pt21641"/>
            <p:cNvSpPr/>
            <p:nvPr/>
          </p:nvSpPr>
          <p:spPr>
            <a:xfrm>
              <a:off x="7077783" y="2119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2" name="pt21642"/>
            <p:cNvSpPr/>
            <p:nvPr/>
          </p:nvSpPr>
          <p:spPr>
            <a:xfrm>
              <a:off x="7178446" y="206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3" name="pt21643"/>
            <p:cNvSpPr/>
            <p:nvPr/>
          </p:nvSpPr>
          <p:spPr>
            <a:xfrm>
              <a:off x="7124892" y="214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4" name="pt21644"/>
            <p:cNvSpPr/>
            <p:nvPr/>
          </p:nvSpPr>
          <p:spPr>
            <a:xfrm>
              <a:off x="7100556" y="2200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5" name="pt21645"/>
            <p:cNvSpPr/>
            <p:nvPr/>
          </p:nvSpPr>
          <p:spPr>
            <a:xfrm>
              <a:off x="6880513" y="211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6" name="pt21646"/>
            <p:cNvSpPr/>
            <p:nvPr/>
          </p:nvSpPr>
          <p:spPr>
            <a:xfrm>
              <a:off x="7295014" y="2095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7" name="pt21647"/>
            <p:cNvSpPr/>
            <p:nvPr/>
          </p:nvSpPr>
          <p:spPr>
            <a:xfrm>
              <a:off x="7157372" y="2115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8" name="pt21648"/>
            <p:cNvSpPr/>
            <p:nvPr/>
          </p:nvSpPr>
          <p:spPr>
            <a:xfrm>
              <a:off x="7232886" y="2101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9" name="pt21649"/>
            <p:cNvSpPr/>
            <p:nvPr/>
          </p:nvSpPr>
          <p:spPr>
            <a:xfrm>
              <a:off x="7206628" y="2066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0" name="pt21650"/>
            <p:cNvSpPr/>
            <p:nvPr/>
          </p:nvSpPr>
          <p:spPr>
            <a:xfrm>
              <a:off x="7003833" y="1885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1" name="pt21651"/>
            <p:cNvSpPr/>
            <p:nvPr/>
          </p:nvSpPr>
          <p:spPr>
            <a:xfrm>
              <a:off x="7100094" y="2302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2" name="pt21652"/>
            <p:cNvSpPr/>
            <p:nvPr/>
          </p:nvSpPr>
          <p:spPr>
            <a:xfrm>
              <a:off x="6892306" y="1864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3" name="pt21653"/>
            <p:cNvSpPr/>
            <p:nvPr/>
          </p:nvSpPr>
          <p:spPr>
            <a:xfrm>
              <a:off x="7204411" y="2140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4" name="pt21654"/>
            <p:cNvSpPr/>
            <p:nvPr/>
          </p:nvSpPr>
          <p:spPr>
            <a:xfrm>
              <a:off x="7068683" y="2160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5" name="pt21655"/>
            <p:cNvSpPr/>
            <p:nvPr/>
          </p:nvSpPr>
          <p:spPr>
            <a:xfrm>
              <a:off x="6934157" y="2215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6" name="pt21656"/>
            <p:cNvSpPr/>
            <p:nvPr/>
          </p:nvSpPr>
          <p:spPr>
            <a:xfrm>
              <a:off x="7212863" y="2202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7" name="pt21657"/>
            <p:cNvSpPr/>
            <p:nvPr/>
          </p:nvSpPr>
          <p:spPr>
            <a:xfrm>
              <a:off x="7209378" y="2223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8" name="pt21658"/>
            <p:cNvSpPr/>
            <p:nvPr/>
          </p:nvSpPr>
          <p:spPr>
            <a:xfrm>
              <a:off x="7256144" y="2058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9" name="pt21659"/>
            <p:cNvSpPr/>
            <p:nvPr/>
          </p:nvSpPr>
          <p:spPr>
            <a:xfrm>
              <a:off x="7286871" y="1974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0" name="pt21660"/>
            <p:cNvSpPr/>
            <p:nvPr/>
          </p:nvSpPr>
          <p:spPr>
            <a:xfrm>
              <a:off x="7294154" y="1906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1" name="pt21661"/>
            <p:cNvSpPr/>
            <p:nvPr/>
          </p:nvSpPr>
          <p:spPr>
            <a:xfrm>
              <a:off x="7364578" y="2351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2" name="pt21662"/>
            <p:cNvSpPr/>
            <p:nvPr/>
          </p:nvSpPr>
          <p:spPr>
            <a:xfrm>
              <a:off x="7312486" y="2011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3" name="pt21663"/>
            <p:cNvSpPr/>
            <p:nvPr/>
          </p:nvSpPr>
          <p:spPr>
            <a:xfrm>
              <a:off x="7295967" y="1990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4" name="pt21664"/>
            <p:cNvSpPr/>
            <p:nvPr/>
          </p:nvSpPr>
          <p:spPr>
            <a:xfrm>
              <a:off x="7440908" y="2334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5" name="pt21665"/>
            <p:cNvSpPr/>
            <p:nvPr/>
          </p:nvSpPr>
          <p:spPr>
            <a:xfrm>
              <a:off x="7432150" y="2586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6" name="pt21666"/>
            <p:cNvSpPr/>
            <p:nvPr/>
          </p:nvSpPr>
          <p:spPr>
            <a:xfrm>
              <a:off x="7260367" y="2016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7" name="pt21667"/>
            <p:cNvSpPr/>
            <p:nvPr/>
          </p:nvSpPr>
          <p:spPr>
            <a:xfrm>
              <a:off x="7239991" y="1633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8" name="pt21668"/>
            <p:cNvSpPr/>
            <p:nvPr/>
          </p:nvSpPr>
          <p:spPr>
            <a:xfrm>
              <a:off x="7167835" y="2024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9" name="pt21669"/>
            <p:cNvSpPr/>
            <p:nvPr/>
          </p:nvSpPr>
          <p:spPr>
            <a:xfrm>
              <a:off x="7225392" y="2050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0" name="pt21670"/>
            <p:cNvSpPr/>
            <p:nvPr/>
          </p:nvSpPr>
          <p:spPr>
            <a:xfrm>
              <a:off x="7036748" y="2266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1" name="pt21671"/>
            <p:cNvSpPr/>
            <p:nvPr/>
          </p:nvSpPr>
          <p:spPr>
            <a:xfrm>
              <a:off x="7206469" y="2080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2" name="pt21672"/>
            <p:cNvSpPr/>
            <p:nvPr/>
          </p:nvSpPr>
          <p:spPr>
            <a:xfrm>
              <a:off x="7130922" y="2263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3" name="pt21673"/>
            <p:cNvSpPr/>
            <p:nvPr/>
          </p:nvSpPr>
          <p:spPr>
            <a:xfrm>
              <a:off x="7377412" y="2184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4" name="pt21674"/>
            <p:cNvSpPr/>
            <p:nvPr/>
          </p:nvSpPr>
          <p:spPr>
            <a:xfrm>
              <a:off x="7248981" y="2158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5" name="pt21675"/>
            <p:cNvSpPr/>
            <p:nvPr/>
          </p:nvSpPr>
          <p:spPr>
            <a:xfrm>
              <a:off x="6908116" y="200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6" name="pt21676"/>
            <p:cNvSpPr/>
            <p:nvPr/>
          </p:nvSpPr>
          <p:spPr>
            <a:xfrm>
              <a:off x="7222810" y="2032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7" name="pt21677"/>
            <p:cNvSpPr/>
            <p:nvPr/>
          </p:nvSpPr>
          <p:spPr>
            <a:xfrm>
              <a:off x="6851215" y="2295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8" name="pt21678"/>
            <p:cNvSpPr/>
            <p:nvPr/>
          </p:nvSpPr>
          <p:spPr>
            <a:xfrm>
              <a:off x="6978532" y="1945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9" name="pt21679"/>
            <p:cNvSpPr/>
            <p:nvPr/>
          </p:nvSpPr>
          <p:spPr>
            <a:xfrm>
              <a:off x="7150024" y="2273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0" name="pt21680"/>
            <p:cNvSpPr/>
            <p:nvPr/>
          </p:nvSpPr>
          <p:spPr>
            <a:xfrm>
              <a:off x="7117689" y="2194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1" name="pt21681"/>
            <p:cNvSpPr/>
            <p:nvPr/>
          </p:nvSpPr>
          <p:spPr>
            <a:xfrm>
              <a:off x="7215863" y="231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2" name="pt21682"/>
            <p:cNvSpPr/>
            <p:nvPr/>
          </p:nvSpPr>
          <p:spPr>
            <a:xfrm>
              <a:off x="6710651" y="2365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3" name="pt21683"/>
            <p:cNvSpPr/>
            <p:nvPr/>
          </p:nvSpPr>
          <p:spPr>
            <a:xfrm>
              <a:off x="7073061" y="2177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4" name="pt21684"/>
            <p:cNvSpPr/>
            <p:nvPr/>
          </p:nvSpPr>
          <p:spPr>
            <a:xfrm>
              <a:off x="7211607" y="2280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5" name="pt21685"/>
            <p:cNvSpPr/>
            <p:nvPr/>
          </p:nvSpPr>
          <p:spPr>
            <a:xfrm>
              <a:off x="7252561" y="2045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6" name="pt21686"/>
            <p:cNvSpPr/>
            <p:nvPr/>
          </p:nvSpPr>
          <p:spPr>
            <a:xfrm>
              <a:off x="7340329" y="2054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7" name="pt21687"/>
            <p:cNvSpPr/>
            <p:nvPr/>
          </p:nvSpPr>
          <p:spPr>
            <a:xfrm>
              <a:off x="7135859" y="2201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8" name="pt21688"/>
            <p:cNvSpPr/>
            <p:nvPr/>
          </p:nvSpPr>
          <p:spPr>
            <a:xfrm>
              <a:off x="6788560" y="2730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9" name="pt21689"/>
            <p:cNvSpPr/>
            <p:nvPr/>
          </p:nvSpPr>
          <p:spPr>
            <a:xfrm>
              <a:off x="6939393" y="2175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0" name="pt21690"/>
            <p:cNvSpPr/>
            <p:nvPr/>
          </p:nvSpPr>
          <p:spPr>
            <a:xfrm>
              <a:off x="7327737" y="2020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1" name="pt21691"/>
            <p:cNvSpPr/>
            <p:nvPr/>
          </p:nvSpPr>
          <p:spPr>
            <a:xfrm>
              <a:off x="7036717" y="2152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2" name="pt21692"/>
            <p:cNvSpPr/>
            <p:nvPr/>
          </p:nvSpPr>
          <p:spPr>
            <a:xfrm>
              <a:off x="7030237" y="1767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3" name="pt21693"/>
            <p:cNvSpPr/>
            <p:nvPr/>
          </p:nvSpPr>
          <p:spPr>
            <a:xfrm>
              <a:off x="7063101" y="1834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4" name="pt21694"/>
            <p:cNvSpPr/>
            <p:nvPr/>
          </p:nvSpPr>
          <p:spPr>
            <a:xfrm>
              <a:off x="6943495" y="2156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5" name="pt21695"/>
            <p:cNvSpPr/>
            <p:nvPr/>
          </p:nvSpPr>
          <p:spPr>
            <a:xfrm>
              <a:off x="7099518" y="2226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6" name="pt21696"/>
            <p:cNvSpPr/>
            <p:nvPr/>
          </p:nvSpPr>
          <p:spPr>
            <a:xfrm>
              <a:off x="7032873" y="1833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7" name="pt21697"/>
            <p:cNvSpPr/>
            <p:nvPr/>
          </p:nvSpPr>
          <p:spPr>
            <a:xfrm>
              <a:off x="7246161" y="2187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8" name="pt21698"/>
            <p:cNvSpPr/>
            <p:nvPr/>
          </p:nvSpPr>
          <p:spPr>
            <a:xfrm>
              <a:off x="7290667" y="1830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9" name="pt21699"/>
            <p:cNvSpPr/>
            <p:nvPr/>
          </p:nvSpPr>
          <p:spPr>
            <a:xfrm>
              <a:off x="7034183" y="2101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0" name="pt21700"/>
            <p:cNvSpPr/>
            <p:nvPr/>
          </p:nvSpPr>
          <p:spPr>
            <a:xfrm>
              <a:off x="7150553" y="2316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1" name="pt21701"/>
            <p:cNvSpPr/>
            <p:nvPr/>
          </p:nvSpPr>
          <p:spPr>
            <a:xfrm>
              <a:off x="7085626" y="2201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2" name="pt21702"/>
            <p:cNvSpPr/>
            <p:nvPr/>
          </p:nvSpPr>
          <p:spPr>
            <a:xfrm>
              <a:off x="7066490" y="2078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3" name="pt21703"/>
            <p:cNvSpPr/>
            <p:nvPr/>
          </p:nvSpPr>
          <p:spPr>
            <a:xfrm>
              <a:off x="7258526" y="2051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4" name="pt21704"/>
            <p:cNvSpPr/>
            <p:nvPr/>
          </p:nvSpPr>
          <p:spPr>
            <a:xfrm>
              <a:off x="6977638" y="1949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5" name="pt21705"/>
            <p:cNvSpPr/>
            <p:nvPr/>
          </p:nvSpPr>
          <p:spPr>
            <a:xfrm>
              <a:off x="7253336" y="199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6" name="pt21706"/>
            <p:cNvSpPr/>
            <p:nvPr/>
          </p:nvSpPr>
          <p:spPr>
            <a:xfrm>
              <a:off x="7377670" y="2135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7" name="pt21707"/>
            <p:cNvSpPr/>
            <p:nvPr/>
          </p:nvSpPr>
          <p:spPr>
            <a:xfrm>
              <a:off x="7160225" y="2129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8" name="pt21708"/>
            <p:cNvSpPr/>
            <p:nvPr/>
          </p:nvSpPr>
          <p:spPr>
            <a:xfrm>
              <a:off x="7182336" y="2135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9" name="pt21709"/>
            <p:cNvSpPr/>
            <p:nvPr/>
          </p:nvSpPr>
          <p:spPr>
            <a:xfrm>
              <a:off x="7380906" y="2219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0" name="pt21710"/>
            <p:cNvSpPr/>
            <p:nvPr/>
          </p:nvSpPr>
          <p:spPr>
            <a:xfrm>
              <a:off x="6944033" y="2214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1" name="pt21711"/>
            <p:cNvSpPr/>
            <p:nvPr/>
          </p:nvSpPr>
          <p:spPr>
            <a:xfrm>
              <a:off x="7301272" y="1982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2" name="pt21712"/>
            <p:cNvSpPr/>
            <p:nvPr/>
          </p:nvSpPr>
          <p:spPr>
            <a:xfrm>
              <a:off x="6966548" y="2002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3" name="pt21713"/>
            <p:cNvSpPr/>
            <p:nvPr/>
          </p:nvSpPr>
          <p:spPr>
            <a:xfrm>
              <a:off x="7213409" y="2165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4" name="pt21714"/>
            <p:cNvSpPr/>
            <p:nvPr/>
          </p:nvSpPr>
          <p:spPr>
            <a:xfrm>
              <a:off x="6910288" y="2054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5" name="pt21715"/>
            <p:cNvSpPr/>
            <p:nvPr/>
          </p:nvSpPr>
          <p:spPr>
            <a:xfrm>
              <a:off x="7117786" y="2219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6" name="pt21716"/>
            <p:cNvSpPr/>
            <p:nvPr/>
          </p:nvSpPr>
          <p:spPr>
            <a:xfrm>
              <a:off x="7141988" y="2187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7" name="pt21717"/>
            <p:cNvSpPr/>
            <p:nvPr/>
          </p:nvSpPr>
          <p:spPr>
            <a:xfrm>
              <a:off x="7111727" y="2137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8" name="pt21718"/>
            <p:cNvSpPr/>
            <p:nvPr/>
          </p:nvSpPr>
          <p:spPr>
            <a:xfrm>
              <a:off x="7333622" y="2053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9" name="pt21719"/>
            <p:cNvSpPr/>
            <p:nvPr/>
          </p:nvSpPr>
          <p:spPr>
            <a:xfrm>
              <a:off x="6981774" y="2072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0" name="pt21720"/>
            <p:cNvSpPr/>
            <p:nvPr/>
          </p:nvSpPr>
          <p:spPr>
            <a:xfrm>
              <a:off x="7330223" y="1996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1" name="pt21721"/>
            <p:cNvSpPr/>
            <p:nvPr/>
          </p:nvSpPr>
          <p:spPr>
            <a:xfrm>
              <a:off x="6916419" y="2164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2" name="pt21722"/>
            <p:cNvSpPr/>
            <p:nvPr/>
          </p:nvSpPr>
          <p:spPr>
            <a:xfrm>
              <a:off x="7103068" y="2055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3" name="pt21723"/>
            <p:cNvSpPr/>
            <p:nvPr/>
          </p:nvSpPr>
          <p:spPr>
            <a:xfrm>
              <a:off x="7286369" y="2046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4" name="pt21724"/>
            <p:cNvSpPr/>
            <p:nvPr/>
          </p:nvSpPr>
          <p:spPr>
            <a:xfrm>
              <a:off x="7029099" y="1701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5" name="pt21725"/>
            <p:cNvSpPr/>
            <p:nvPr/>
          </p:nvSpPr>
          <p:spPr>
            <a:xfrm>
              <a:off x="7161407" y="201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6" name="pt21726"/>
            <p:cNvSpPr/>
            <p:nvPr/>
          </p:nvSpPr>
          <p:spPr>
            <a:xfrm>
              <a:off x="7120970" y="2148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7" name="pt21727"/>
            <p:cNvSpPr/>
            <p:nvPr/>
          </p:nvSpPr>
          <p:spPr>
            <a:xfrm>
              <a:off x="7300107" y="2050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8" name="pt21728"/>
            <p:cNvSpPr/>
            <p:nvPr/>
          </p:nvSpPr>
          <p:spPr>
            <a:xfrm>
              <a:off x="7425597" y="2621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9" name="pt21729"/>
            <p:cNvSpPr/>
            <p:nvPr/>
          </p:nvSpPr>
          <p:spPr>
            <a:xfrm>
              <a:off x="7493826" y="2406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0" name="pt21730"/>
            <p:cNvSpPr/>
            <p:nvPr/>
          </p:nvSpPr>
          <p:spPr>
            <a:xfrm>
              <a:off x="7126445" y="2119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1" name="pt21731"/>
            <p:cNvSpPr/>
            <p:nvPr/>
          </p:nvSpPr>
          <p:spPr>
            <a:xfrm>
              <a:off x="7376686" y="2196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2" name="pt21732"/>
            <p:cNvSpPr/>
            <p:nvPr/>
          </p:nvSpPr>
          <p:spPr>
            <a:xfrm>
              <a:off x="7018142" y="207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3" name="pt21733"/>
            <p:cNvSpPr/>
            <p:nvPr/>
          </p:nvSpPr>
          <p:spPr>
            <a:xfrm>
              <a:off x="7129158" y="2087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4" name="pt21734"/>
            <p:cNvSpPr/>
            <p:nvPr/>
          </p:nvSpPr>
          <p:spPr>
            <a:xfrm>
              <a:off x="6969991" y="2009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5" name="pt21735"/>
            <p:cNvSpPr/>
            <p:nvPr/>
          </p:nvSpPr>
          <p:spPr>
            <a:xfrm>
              <a:off x="7090908" y="2191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6" name="pt21736"/>
            <p:cNvSpPr/>
            <p:nvPr/>
          </p:nvSpPr>
          <p:spPr>
            <a:xfrm>
              <a:off x="6930347" y="2371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7" name="pt21737"/>
            <p:cNvSpPr/>
            <p:nvPr/>
          </p:nvSpPr>
          <p:spPr>
            <a:xfrm>
              <a:off x="7402715" y="2554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8" name="pt21738"/>
            <p:cNvSpPr/>
            <p:nvPr/>
          </p:nvSpPr>
          <p:spPr>
            <a:xfrm>
              <a:off x="7131060" y="2196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9" name="pt21739"/>
            <p:cNvSpPr/>
            <p:nvPr/>
          </p:nvSpPr>
          <p:spPr>
            <a:xfrm>
              <a:off x="7017184" y="2075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0" name="pt21740"/>
            <p:cNvSpPr/>
            <p:nvPr/>
          </p:nvSpPr>
          <p:spPr>
            <a:xfrm>
              <a:off x="7293469" y="1963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1" name="pt21741"/>
            <p:cNvSpPr/>
            <p:nvPr/>
          </p:nvSpPr>
          <p:spPr>
            <a:xfrm>
              <a:off x="6922274" y="2089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2" name="pt21742"/>
            <p:cNvSpPr/>
            <p:nvPr/>
          </p:nvSpPr>
          <p:spPr>
            <a:xfrm>
              <a:off x="7267277" y="2103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3" name="pt21743"/>
            <p:cNvSpPr/>
            <p:nvPr/>
          </p:nvSpPr>
          <p:spPr>
            <a:xfrm>
              <a:off x="7389081" y="2185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4" name="pt21744"/>
            <p:cNvSpPr/>
            <p:nvPr/>
          </p:nvSpPr>
          <p:spPr>
            <a:xfrm>
              <a:off x="6790835" y="2517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5" name="pt21745"/>
            <p:cNvSpPr/>
            <p:nvPr/>
          </p:nvSpPr>
          <p:spPr>
            <a:xfrm>
              <a:off x="7143722" y="2232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6" name="pt21746"/>
            <p:cNvSpPr/>
            <p:nvPr/>
          </p:nvSpPr>
          <p:spPr>
            <a:xfrm>
              <a:off x="6973209" y="2020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7" name="pt21747"/>
            <p:cNvSpPr/>
            <p:nvPr/>
          </p:nvSpPr>
          <p:spPr>
            <a:xfrm>
              <a:off x="7411224" y="2815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8" name="pt21748"/>
            <p:cNvSpPr/>
            <p:nvPr/>
          </p:nvSpPr>
          <p:spPr>
            <a:xfrm>
              <a:off x="7089064" y="2214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9" name="pt21749"/>
            <p:cNvSpPr/>
            <p:nvPr/>
          </p:nvSpPr>
          <p:spPr>
            <a:xfrm>
              <a:off x="7407948" y="2532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0" name="pt21750"/>
            <p:cNvSpPr/>
            <p:nvPr/>
          </p:nvSpPr>
          <p:spPr>
            <a:xfrm>
              <a:off x="7176463" y="2014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1" name="pt21751"/>
            <p:cNvSpPr/>
            <p:nvPr/>
          </p:nvSpPr>
          <p:spPr>
            <a:xfrm>
              <a:off x="6846678" y="2158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2" name="pt21752"/>
            <p:cNvSpPr/>
            <p:nvPr/>
          </p:nvSpPr>
          <p:spPr>
            <a:xfrm>
              <a:off x="7141706" y="2293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3" name="pt21753"/>
            <p:cNvSpPr/>
            <p:nvPr/>
          </p:nvSpPr>
          <p:spPr>
            <a:xfrm>
              <a:off x="7226479" y="2268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4" name="pt21754"/>
            <p:cNvSpPr/>
            <p:nvPr/>
          </p:nvSpPr>
          <p:spPr>
            <a:xfrm>
              <a:off x="6817512" y="2346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5" name="pt21755"/>
            <p:cNvSpPr/>
            <p:nvPr/>
          </p:nvSpPr>
          <p:spPr>
            <a:xfrm>
              <a:off x="7206346" y="2125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6" name="pt21756"/>
            <p:cNvSpPr/>
            <p:nvPr/>
          </p:nvSpPr>
          <p:spPr>
            <a:xfrm>
              <a:off x="7233363" y="2182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7" name="pt21757"/>
            <p:cNvSpPr/>
            <p:nvPr/>
          </p:nvSpPr>
          <p:spPr>
            <a:xfrm>
              <a:off x="7546170" y="2680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8" name="pt21758"/>
            <p:cNvSpPr/>
            <p:nvPr/>
          </p:nvSpPr>
          <p:spPr>
            <a:xfrm>
              <a:off x="7212517" y="2305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9" name="pt21759"/>
            <p:cNvSpPr/>
            <p:nvPr/>
          </p:nvSpPr>
          <p:spPr>
            <a:xfrm>
              <a:off x="7007142" y="1953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0" name="pt21760"/>
            <p:cNvSpPr/>
            <p:nvPr/>
          </p:nvSpPr>
          <p:spPr>
            <a:xfrm>
              <a:off x="7227486" y="2081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1" name="pt21761"/>
            <p:cNvSpPr/>
            <p:nvPr/>
          </p:nvSpPr>
          <p:spPr>
            <a:xfrm>
              <a:off x="7168864" y="2034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2" name="pt21762"/>
            <p:cNvSpPr/>
            <p:nvPr/>
          </p:nvSpPr>
          <p:spPr>
            <a:xfrm>
              <a:off x="7136419" y="2258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3" name="pt21763"/>
            <p:cNvSpPr/>
            <p:nvPr/>
          </p:nvSpPr>
          <p:spPr>
            <a:xfrm>
              <a:off x="7101332" y="2206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4" name="pt21764"/>
            <p:cNvSpPr/>
            <p:nvPr/>
          </p:nvSpPr>
          <p:spPr>
            <a:xfrm>
              <a:off x="7116937" y="2136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5" name="pt21765"/>
            <p:cNvSpPr/>
            <p:nvPr/>
          </p:nvSpPr>
          <p:spPr>
            <a:xfrm>
              <a:off x="6744893" y="2267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6" name="pt21766"/>
            <p:cNvSpPr/>
            <p:nvPr/>
          </p:nvSpPr>
          <p:spPr>
            <a:xfrm>
              <a:off x="7294100" y="2021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7" name="pt21767"/>
            <p:cNvSpPr/>
            <p:nvPr/>
          </p:nvSpPr>
          <p:spPr>
            <a:xfrm>
              <a:off x="7360066" y="2344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8" name="pt21768"/>
            <p:cNvSpPr/>
            <p:nvPr/>
          </p:nvSpPr>
          <p:spPr>
            <a:xfrm>
              <a:off x="7097289" y="2193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9" name="pt21769"/>
            <p:cNvSpPr/>
            <p:nvPr/>
          </p:nvSpPr>
          <p:spPr>
            <a:xfrm>
              <a:off x="7173631" y="2006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0" name="pt21770"/>
            <p:cNvSpPr/>
            <p:nvPr/>
          </p:nvSpPr>
          <p:spPr>
            <a:xfrm>
              <a:off x="7248622" y="2103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1" name="pt21771"/>
            <p:cNvSpPr/>
            <p:nvPr/>
          </p:nvSpPr>
          <p:spPr>
            <a:xfrm>
              <a:off x="7160392" y="2057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2" name="pt21772"/>
            <p:cNvSpPr/>
            <p:nvPr/>
          </p:nvSpPr>
          <p:spPr>
            <a:xfrm>
              <a:off x="7134824" y="214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3" name="pt21773"/>
            <p:cNvSpPr/>
            <p:nvPr/>
          </p:nvSpPr>
          <p:spPr>
            <a:xfrm>
              <a:off x="7065666" y="1720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4" name="pt21774"/>
            <p:cNvSpPr/>
            <p:nvPr/>
          </p:nvSpPr>
          <p:spPr>
            <a:xfrm>
              <a:off x="7390191" y="2005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5" name="pt21775"/>
            <p:cNvSpPr/>
            <p:nvPr/>
          </p:nvSpPr>
          <p:spPr>
            <a:xfrm>
              <a:off x="7198296" y="1986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6" name="pt21776"/>
            <p:cNvSpPr/>
            <p:nvPr/>
          </p:nvSpPr>
          <p:spPr>
            <a:xfrm>
              <a:off x="7131804" y="2111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7" name="pt21777"/>
            <p:cNvSpPr/>
            <p:nvPr/>
          </p:nvSpPr>
          <p:spPr>
            <a:xfrm>
              <a:off x="7206228" y="2274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8" name="pt21778"/>
            <p:cNvSpPr/>
            <p:nvPr/>
          </p:nvSpPr>
          <p:spPr>
            <a:xfrm>
              <a:off x="7057955" y="1884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9" name="pt21779"/>
            <p:cNvSpPr/>
            <p:nvPr/>
          </p:nvSpPr>
          <p:spPr>
            <a:xfrm>
              <a:off x="6909627" y="2001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0" name="pt21780"/>
            <p:cNvSpPr/>
            <p:nvPr/>
          </p:nvSpPr>
          <p:spPr>
            <a:xfrm>
              <a:off x="7047350" y="2207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1" name="pt21781"/>
            <p:cNvSpPr/>
            <p:nvPr/>
          </p:nvSpPr>
          <p:spPr>
            <a:xfrm>
              <a:off x="7156138" y="2332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2" name="pt21782"/>
            <p:cNvSpPr/>
            <p:nvPr/>
          </p:nvSpPr>
          <p:spPr>
            <a:xfrm>
              <a:off x="7047886" y="2210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3" name="pt21783"/>
            <p:cNvSpPr/>
            <p:nvPr/>
          </p:nvSpPr>
          <p:spPr>
            <a:xfrm>
              <a:off x="7378287" y="2238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4" name="pt21784"/>
            <p:cNvSpPr/>
            <p:nvPr/>
          </p:nvSpPr>
          <p:spPr>
            <a:xfrm>
              <a:off x="6669461" y="1884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5" name="pt21785"/>
            <p:cNvSpPr/>
            <p:nvPr/>
          </p:nvSpPr>
          <p:spPr>
            <a:xfrm>
              <a:off x="7299617" y="1980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6" name="pt21786"/>
            <p:cNvSpPr/>
            <p:nvPr/>
          </p:nvSpPr>
          <p:spPr>
            <a:xfrm>
              <a:off x="7218269" y="2382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7" name="pt21787"/>
            <p:cNvSpPr/>
            <p:nvPr/>
          </p:nvSpPr>
          <p:spPr>
            <a:xfrm>
              <a:off x="7497557" y="2286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8" name="pt21788"/>
            <p:cNvSpPr/>
            <p:nvPr/>
          </p:nvSpPr>
          <p:spPr>
            <a:xfrm>
              <a:off x="7181535" y="2132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9" name="pt21789"/>
            <p:cNvSpPr/>
            <p:nvPr/>
          </p:nvSpPr>
          <p:spPr>
            <a:xfrm>
              <a:off x="7270415" y="2083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0" name="pt21790"/>
            <p:cNvSpPr/>
            <p:nvPr/>
          </p:nvSpPr>
          <p:spPr>
            <a:xfrm>
              <a:off x="7183829" y="2129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1" name="pt21791"/>
            <p:cNvSpPr/>
            <p:nvPr/>
          </p:nvSpPr>
          <p:spPr>
            <a:xfrm>
              <a:off x="7388674" y="2123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2" name="pt21792"/>
            <p:cNvSpPr/>
            <p:nvPr/>
          </p:nvSpPr>
          <p:spPr>
            <a:xfrm>
              <a:off x="7109807" y="2184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3" name="pt21793"/>
            <p:cNvSpPr/>
            <p:nvPr/>
          </p:nvSpPr>
          <p:spPr>
            <a:xfrm>
              <a:off x="7130869" y="2181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4" name="pt21794"/>
            <p:cNvSpPr/>
            <p:nvPr/>
          </p:nvSpPr>
          <p:spPr>
            <a:xfrm>
              <a:off x="7042681" y="2271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5" name="pt21795"/>
            <p:cNvSpPr/>
            <p:nvPr/>
          </p:nvSpPr>
          <p:spPr>
            <a:xfrm>
              <a:off x="6952499" y="2188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6" name="pt21796"/>
            <p:cNvSpPr/>
            <p:nvPr/>
          </p:nvSpPr>
          <p:spPr>
            <a:xfrm>
              <a:off x="7158450" y="2182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7" name="pt21797"/>
            <p:cNvSpPr/>
            <p:nvPr/>
          </p:nvSpPr>
          <p:spPr>
            <a:xfrm>
              <a:off x="7484927" y="2223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8" name="pt21798"/>
            <p:cNvSpPr/>
            <p:nvPr/>
          </p:nvSpPr>
          <p:spPr>
            <a:xfrm>
              <a:off x="7015619" y="1831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9" name="pt21799"/>
            <p:cNvSpPr/>
            <p:nvPr/>
          </p:nvSpPr>
          <p:spPr>
            <a:xfrm>
              <a:off x="7218553" y="2110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0" name="pt21800"/>
            <p:cNvSpPr/>
            <p:nvPr/>
          </p:nvSpPr>
          <p:spPr>
            <a:xfrm>
              <a:off x="6921833" y="219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1" name="pt21801"/>
            <p:cNvSpPr/>
            <p:nvPr/>
          </p:nvSpPr>
          <p:spPr>
            <a:xfrm>
              <a:off x="7058731" y="1788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2" name="pt21802"/>
            <p:cNvSpPr/>
            <p:nvPr/>
          </p:nvSpPr>
          <p:spPr>
            <a:xfrm>
              <a:off x="7126485" y="2129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3" name="pt21803"/>
            <p:cNvSpPr/>
            <p:nvPr/>
          </p:nvSpPr>
          <p:spPr>
            <a:xfrm>
              <a:off x="7249306" y="2175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4" name="pt21804"/>
            <p:cNvSpPr/>
            <p:nvPr/>
          </p:nvSpPr>
          <p:spPr>
            <a:xfrm>
              <a:off x="7340814" y="1902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5" name="pt21805"/>
            <p:cNvSpPr/>
            <p:nvPr/>
          </p:nvSpPr>
          <p:spPr>
            <a:xfrm>
              <a:off x="7144117" y="2229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6" name="pt21806"/>
            <p:cNvSpPr/>
            <p:nvPr/>
          </p:nvSpPr>
          <p:spPr>
            <a:xfrm>
              <a:off x="7150864" y="2241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7" name="pt21807"/>
            <p:cNvSpPr/>
            <p:nvPr/>
          </p:nvSpPr>
          <p:spPr>
            <a:xfrm>
              <a:off x="7073245" y="2243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8" name="pt21808"/>
            <p:cNvSpPr/>
            <p:nvPr/>
          </p:nvSpPr>
          <p:spPr>
            <a:xfrm>
              <a:off x="7283613" y="1982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9" name="pt21809"/>
            <p:cNvSpPr/>
            <p:nvPr/>
          </p:nvSpPr>
          <p:spPr>
            <a:xfrm>
              <a:off x="7249638" y="2131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0" name="pt21810"/>
            <p:cNvSpPr/>
            <p:nvPr/>
          </p:nvSpPr>
          <p:spPr>
            <a:xfrm>
              <a:off x="7424581" y="2382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1" name="pt21811"/>
            <p:cNvSpPr/>
            <p:nvPr/>
          </p:nvSpPr>
          <p:spPr>
            <a:xfrm>
              <a:off x="7319270" y="2040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2" name="pt21812"/>
            <p:cNvSpPr/>
            <p:nvPr/>
          </p:nvSpPr>
          <p:spPr>
            <a:xfrm>
              <a:off x="7003993" y="1929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3" name="pt21813"/>
            <p:cNvSpPr/>
            <p:nvPr/>
          </p:nvSpPr>
          <p:spPr>
            <a:xfrm>
              <a:off x="7256303" y="2032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4" name="pt21814"/>
            <p:cNvSpPr/>
            <p:nvPr/>
          </p:nvSpPr>
          <p:spPr>
            <a:xfrm>
              <a:off x="7266242" y="2137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5" name="pt21815"/>
            <p:cNvSpPr/>
            <p:nvPr/>
          </p:nvSpPr>
          <p:spPr>
            <a:xfrm>
              <a:off x="7037299" y="221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6" name="pt21816"/>
            <p:cNvSpPr/>
            <p:nvPr/>
          </p:nvSpPr>
          <p:spPr>
            <a:xfrm>
              <a:off x="7271977" y="2075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7" name="pt21817"/>
            <p:cNvSpPr/>
            <p:nvPr/>
          </p:nvSpPr>
          <p:spPr>
            <a:xfrm>
              <a:off x="6929013" y="2176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8" name="pt21818"/>
            <p:cNvSpPr/>
            <p:nvPr/>
          </p:nvSpPr>
          <p:spPr>
            <a:xfrm>
              <a:off x="7074304" y="2255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9" name="pt21819"/>
            <p:cNvSpPr/>
            <p:nvPr/>
          </p:nvSpPr>
          <p:spPr>
            <a:xfrm>
              <a:off x="7151620" y="2208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0" name="pt21820"/>
            <p:cNvSpPr/>
            <p:nvPr/>
          </p:nvSpPr>
          <p:spPr>
            <a:xfrm>
              <a:off x="7260067" y="2199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1" name="pt21821"/>
            <p:cNvSpPr/>
            <p:nvPr/>
          </p:nvSpPr>
          <p:spPr>
            <a:xfrm>
              <a:off x="7169615" y="1990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2" name="pt21822"/>
            <p:cNvSpPr/>
            <p:nvPr/>
          </p:nvSpPr>
          <p:spPr>
            <a:xfrm>
              <a:off x="7203856" y="2215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3" name="pt21823"/>
            <p:cNvSpPr/>
            <p:nvPr/>
          </p:nvSpPr>
          <p:spPr>
            <a:xfrm>
              <a:off x="7226171" y="2042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4" name="pt21824"/>
            <p:cNvSpPr/>
            <p:nvPr/>
          </p:nvSpPr>
          <p:spPr>
            <a:xfrm>
              <a:off x="6906427" y="2204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5" name="pt21825"/>
            <p:cNvSpPr/>
            <p:nvPr/>
          </p:nvSpPr>
          <p:spPr>
            <a:xfrm>
              <a:off x="7272580" y="2076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6" name="pt21826"/>
            <p:cNvSpPr/>
            <p:nvPr/>
          </p:nvSpPr>
          <p:spPr>
            <a:xfrm>
              <a:off x="7069359" y="2141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7" name="pt21827"/>
            <p:cNvSpPr/>
            <p:nvPr/>
          </p:nvSpPr>
          <p:spPr>
            <a:xfrm>
              <a:off x="7120882" y="2081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8" name="pt21828"/>
            <p:cNvSpPr/>
            <p:nvPr/>
          </p:nvSpPr>
          <p:spPr>
            <a:xfrm>
              <a:off x="7169619" y="1928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9" name="pt21829"/>
            <p:cNvSpPr/>
            <p:nvPr/>
          </p:nvSpPr>
          <p:spPr>
            <a:xfrm>
              <a:off x="7103214" y="2211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0" name="pt21830"/>
            <p:cNvSpPr/>
            <p:nvPr/>
          </p:nvSpPr>
          <p:spPr>
            <a:xfrm>
              <a:off x="7255595" y="2032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1" name="pt21831"/>
            <p:cNvSpPr/>
            <p:nvPr/>
          </p:nvSpPr>
          <p:spPr>
            <a:xfrm>
              <a:off x="7037544" y="2161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2" name="pt21832"/>
            <p:cNvSpPr/>
            <p:nvPr/>
          </p:nvSpPr>
          <p:spPr>
            <a:xfrm>
              <a:off x="7295190" y="2075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3" name="pt21833"/>
            <p:cNvSpPr/>
            <p:nvPr/>
          </p:nvSpPr>
          <p:spPr>
            <a:xfrm>
              <a:off x="7241961" y="2080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4" name="pt21834"/>
            <p:cNvSpPr/>
            <p:nvPr/>
          </p:nvSpPr>
          <p:spPr>
            <a:xfrm>
              <a:off x="7201171" y="2085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5" name="pt21835"/>
            <p:cNvSpPr/>
            <p:nvPr/>
          </p:nvSpPr>
          <p:spPr>
            <a:xfrm>
              <a:off x="7123634" y="2116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6" name="pt21836"/>
            <p:cNvSpPr/>
            <p:nvPr/>
          </p:nvSpPr>
          <p:spPr>
            <a:xfrm>
              <a:off x="7193780" y="2033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7" name="pt21837"/>
            <p:cNvSpPr/>
            <p:nvPr/>
          </p:nvSpPr>
          <p:spPr>
            <a:xfrm>
              <a:off x="6920266" y="2139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8" name="pt21838"/>
            <p:cNvSpPr/>
            <p:nvPr/>
          </p:nvSpPr>
          <p:spPr>
            <a:xfrm>
              <a:off x="7107541" y="2064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9" name="pt21839"/>
            <p:cNvSpPr/>
            <p:nvPr/>
          </p:nvSpPr>
          <p:spPr>
            <a:xfrm>
              <a:off x="7344462" y="2124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0" name="pt21840"/>
            <p:cNvSpPr/>
            <p:nvPr/>
          </p:nvSpPr>
          <p:spPr>
            <a:xfrm>
              <a:off x="6976719" y="1874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1" name="pt21841"/>
            <p:cNvSpPr/>
            <p:nvPr/>
          </p:nvSpPr>
          <p:spPr>
            <a:xfrm>
              <a:off x="7144968" y="2207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2" name="pt21842"/>
            <p:cNvSpPr/>
            <p:nvPr/>
          </p:nvSpPr>
          <p:spPr>
            <a:xfrm>
              <a:off x="7315561" y="2078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3" name="pt21843"/>
            <p:cNvSpPr/>
            <p:nvPr/>
          </p:nvSpPr>
          <p:spPr>
            <a:xfrm>
              <a:off x="7251091" y="201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4" name="pt21844"/>
            <p:cNvSpPr/>
            <p:nvPr/>
          </p:nvSpPr>
          <p:spPr>
            <a:xfrm>
              <a:off x="6987788" y="1961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5" name="pt21845"/>
            <p:cNvSpPr/>
            <p:nvPr/>
          </p:nvSpPr>
          <p:spPr>
            <a:xfrm>
              <a:off x="6784420" y="2510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6" name="pt21846"/>
            <p:cNvSpPr/>
            <p:nvPr/>
          </p:nvSpPr>
          <p:spPr>
            <a:xfrm>
              <a:off x="6695427" y="2320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7" name="pt21847"/>
            <p:cNvSpPr/>
            <p:nvPr/>
          </p:nvSpPr>
          <p:spPr>
            <a:xfrm>
              <a:off x="7577854" y="1796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8" name="pt21848"/>
            <p:cNvSpPr/>
            <p:nvPr/>
          </p:nvSpPr>
          <p:spPr>
            <a:xfrm>
              <a:off x="7610156" y="2241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9" name="pt21849"/>
            <p:cNvSpPr/>
            <p:nvPr/>
          </p:nvSpPr>
          <p:spPr>
            <a:xfrm>
              <a:off x="6947162" y="2178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0" name="pt21850"/>
            <p:cNvSpPr/>
            <p:nvPr/>
          </p:nvSpPr>
          <p:spPr>
            <a:xfrm>
              <a:off x="7163404" y="2100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1" name="pt21851"/>
            <p:cNvSpPr/>
            <p:nvPr/>
          </p:nvSpPr>
          <p:spPr>
            <a:xfrm>
              <a:off x="7172346" y="2025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2" name="pt21852"/>
            <p:cNvSpPr/>
            <p:nvPr/>
          </p:nvSpPr>
          <p:spPr>
            <a:xfrm>
              <a:off x="7042729" y="2354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3" name="pt21853"/>
            <p:cNvSpPr/>
            <p:nvPr/>
          </p:nvSpPr>
          <p:spPr>
            <a:xfrm>
              <a:off x="7320875" y="2020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4" name="pt21854"/>
            <p:cNvSpPr/>
            <p:nvPr/>
          </p:nvSpPr>
          <p:spPr>
            <a:xfrm>
              <a:off x="7214961" y="2331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5" name="pt21855"/>
            <p:cNvSpPr/>
            <p:nvPr/>
          </p:nvSpPr>
          <p:spPr>
            <a:xfrm>
              <a:off x="7111632" y="2169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6" name="pt21856"/>
            <p:cNvSpPr/>
            <p:nvPr/>
          </p:nvSpPr>
          <p:spPr>
            <a:xfrm>
              <a:off x="7209564" y="2176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7" name="pt21857"/>
            <p:cNvSpPr/>
            <p:nvPr/>
          </p:nvSpPr>
          <p:spPr>
            <a:xfrm>
              <a:off x="7138139" y="2209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8" name="pt21858"/>
            <p:cNvSpPr/>
            <p:nvPr/>
          </p:nvSpPr>
          <p:spPr>
            <a:xfrm>
              <a:off x="7241108" y="1885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9" name="pt21859"/>
            <p:cNvSpPr/>
            <p:nvPr/>
          </p:nvSpPr>
          <p:spPr>
            <a:xfrm>
              <a:off x="7180440" y="205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0" name="pt21860"/>
            <p:cNvSpPr/>
            <p:nvPr/>
          </p:nvSpPr>
          <p:spPr>
            <a:xfrm>
              <a:off x="7269879" y="1950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1" name="pt21861"/>
            <p:cNvSpPr/>
            <p:nvPr/>
          </p:nvSpPr>
          <p:spPr>
            <a:xfrm>
              <a:off x="7297276" y="2027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2" name="pt21862"/>
            <p:cNvSpPr/>
            <p:nvPr/>
          </p:nvSpPr>
          <p:spPr>
            <a:xfrm>
              <a:off x="7186407" y="2137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3" name="pt21863"/>
            <p:cNvSpPr/>
            <p:nvPr/>
          </p:nvSpPr>
          <p:spPr>
            <a:xfrm>
              <a:off x="7190829" y="2014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4" name="pt21864"/>
            <p:cNvSpPr/>
            <p:nvPr/>
          </p:nvSpPr>
          <p:spPr>
            <a:xfrm>
              <a:off x="7025046" y="2009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5" name="pt21865"/>
            <p:cNvSpPr/>
            <p:nvPr/>
          </p:nvSpPr>
          <p:spPr>
            <a:xfrm>
              <a:off x="6908982" y="2030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6" name="pt21866"/>
            <p:cNvSpPr/>
            <p:nvPr/>
          </p:nvSpPr>
          <p:spPr>
            <a:xfrm>
              <a:off x="7200777" y="1961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7" name="pt21867"/>
            <p:cNvSpPr/>
            <p:nvPr/>
          </p:nvSpPr>
          <p:spPr>
            <a:xfrm>
              <a:off x="7182285" y="2116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8" name="pt21868"/>
            <p:cNvSpPr/>
            <p:nvPr/>
          </p:nvSpPr>
          <p:spPr>
            <a:xfrm>
              <a:off x="7051904" y="2315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9" name="pt21869"/>
            <p:cNvSpPr/>
            <p:nvPr/>
          </p:nvSpPr>
          <p:spPr>
            <a:xfrm>
              <a:off x="6926805" y="2150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0" name="pt21870"/>
            <p:cNvSpPr/>
            <p:nvPr/>
          </p:nvSpPr>
          <p:spPr>
            <a:xfrm>
              <a:off x="7199083" y="2019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1" name="pt21871"/>
            <p:cNvSpPr/>
            <p:nvPr/>
          </p:nvSpPr>
          <p:spPr>
            <a:xfrm>
              <a:off x="7160440" y="2017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2" name="pt21872"/>
            <p:cNvSpPr/>
            <p:nvPr/>
          </p:nvSpPr>
          <p:spPr>
            <a:xfrm>
              <a:off x="7578705" y="2249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3" name="pt21873"/>
            <p:cNvSpPr/>
            <p:nvPr/>
          </p:nvSpPr>
          <p:spPr>
            <a:xfrm>
              <a:off x="7172510" y="2023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4" name="pt21874"/>
            <p:cNvSpPr/>
            <p:nvPr/>
          </p:nvSpPr>
          <p:spPr>
            <a:xfrm>
              <a:off x="7239467" y="1767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5" name="pt21875"/>
            <p:cNvSpPr/>
            <p:nvPr/>
          </p:nvSpPr>
          <p:spPr>
            <a:xfrm>
              <a:off x="7654816" y="2273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6" name="pt21876"/>
            <p:cNvSpPr/>
            <p:nvPr/>
          </p:nvSpPr>
          <p:spPr>
            <a:xfrm>
              <a:off x="7205848" y="2182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7" name="pt21877"/>
            <p:cNvSpPr/>
            <p:nvPr/>
          </p:nvSpPr>
          <p:spPr>
            <a:xfrm>
              <a:off x="7087694" y="2165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8" name="pt21878"/>
            <p:cNvSpPr/>
            <p:nvPr/>
          </p:nvSpPr>
          <p:spPr>
            <a:xfrm>
              <a:off x="7226036" y="2284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9" name="pt21879"/>
            <p:cNvSpPr/>
            <p:nvPr/>
          </p:nvSpPr>
          <p:spPr>
            <a:xfrm>
              <a:off x="7102844" y="2170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0" name="pt21880"/>
            <p:cNvSpPr/>
            <p:nvPr/>
          </p:nvSpPr>
          <p:spPr>
            <a:xfrm>
              <a:off x="7234560" y="2054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1" name="pt21881"/>
            <p:cNvSpPr/>
            <p:nvPr/>
          </p:nvSpPr>
          <p:spPr>
            <a:xfrm>
              <a:off x="7516083" y="2216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2" name="pt21882"/>
            <p:cNvSpPr/>
            <p:nvPr/>
          </p:nvSpPr>
          <p:spPr>
            <a:xfrm>
              <a:off x="7124782" y="2082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3" name="pt21883"/>
            <p:cNvSpPr/>
            <p:nvPr/>
          </p:nvSpPr>
          <p:spPr>
            <a:xfrm>
              <a:off x="7318813" y="1972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4" name="pt21884"/>
            <p:cNvSpPr/>
            <p:nvPr/>
          </p:nvSpPr>
          <p:spPr>
            <a:xfrm>
              <a:off x="6954861" y="2144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5" name="pt21885"/>
            <p:cNvSpPr/>
            <p:nvPr/>
          </p:nvSpPr>
          <p:spPr>
            <a:xfrm>
              <a:off x="7216321" y="2221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6" name="pt21886"/>
            <p:cNvSpPr/>
            <p:nvPr/>
          </p:nvSpPr>
          <p:spPr>
            <a:xfrm>
              <a:off x="7215770" y="2215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7" name="pt21887"/>
            <p:cNvSpPr/>
            <p:nvPr/>
          </p:nvSpPr>
          <p:spPr>
            <a:xfrm>
              <a:off x="7544956" y="2236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8" name="pt21888"/>
            <p:cNvSpPr/>
            <p:nvPr/>
          </p:nvSpPr>
          <p:spPr>
            <a:xfrm>
              <a:off x="7471259" y="2423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9" name="pt21889"/>
            <p:cNvSpPr/>
            <p:nvPr/>
          </p:nvSpPr>
          <p:spPr>
            <a:xfrm>
              <a:off x="6940852" y="2249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0" name="pt21890"/>
            <p:cNvSpPr/>
            <p:nvPr/>
          </p:nvSpPr>
          <p:spPr>
            <a:xfrm>
              <a:off x="6981182" y="2051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1" name="pt21891"/>
            <p:cNvSpPr/>
            <p:nvPr/>
          </p:nvSpPr>
          <p:spPr>
            <a:xfrm>
              <a:off x="7160637" y="2039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2" name="pt21892"/>
            <p:cNvSpPr/>
            <p:nvPr/>
          </p:nvSpPr>
          <p:spPr>
            <a:xfrm>
              <a:off x="7158035" y="2238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3" name="pt21893"/>
            <p:cNvSpPr/>
            <p:nvPr/>
          </p:nvSpPr>
          <p:spPr>
            <a:xfrm>
              <a:off x="7096229" y="2214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4" name="pt21894"/>
            <p:cNvSpPr/>
            <p:nvPr/>
          </p:nvSpPr>
          <p:spPr>
            <a:xfrm>
              <a:off x="7194255" y="2050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5" name="pt21895"/>
            <p:cNvSpPr/>
            <p:nvPr/>
          </p:nvSpPr>
          <p:spPr>
            <a:xfrm>
              <a:off x="7041614" y="2136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6" name="pt21896"/>
            <p:cNvSpPr/>
            <p:nvPr/>
          </p:nvSpPr>
          <p:spPr>
            <a:xfrm>
              <a:off x="7134089" y="2195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7" name="pt21897"/>
            <p:cNvSpPr/>
            <p:nvPr/>
          </p:nvSpPr>
          <p:spPr>
            <a:xfrm>
              <a:off x="7223638" y="2034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8" name="pt21898"/>
            <p:cNvSpPr/>
            <p:nvPr/>
          </p:nvSpPr>
          <p:spPr>
            <a:xfrm>
              <a:off x="7124032" y="2129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9" name="pt21899"/>
            <p:cNvSpPr/>
            <p:nvPr/>
          </p:nvSpPr>
          <p:spPr>
            <a:xfrm>
              <a:off x="7218289" y="2184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0" name="pt21900"/>
            <p:cNvSpPr/>
            <p:nvPr/>
          </p:nvSpPr>
          <p:spPr>
            <a:xfrm>
              <a:off x="7236575" y="1980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1" name="pt21901"/>
            <p:cNvSpPr/>
            <p:nvPr/>
          </p:nvSpPr>
          <p:spPr>
            <a:xfrm>
              <a:off x="7210062" y="2383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2" name="pt21902"/>
            <p:cNvSpPr/>
            <p:nvPr/>
          </p:nvSpPr>
          <p:spPr>
            <a:xfrm>
              <a:off x="6940590" y="2261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3" name="pt21903"/>
            <p:cNvSpPr/>
            <p:nvPr/>
          </p:nvSpPr>
          <p:spPr>
            <a:xfrm>
              <a:off x="7340618" y="2063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4" name="pt21904"/>
            <p:cNvSpPr/>
            <p:nvPr/>
          </p:nvSpPr>
          <p:spPr>
            <a:xfrm>
              <a:off x="7107511" y="2119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5" name="pt21905"/>
            <p:cNvSpPr/>
            <p:nvPr/>
          </p:nvSpPr>
          <p:spPr>
            <a:xfrm>
              <a:off x="7108487" y="2000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6" name="pt21906"/>
            <p:cNvSpPr/>
            <p:nvPr/>
          </p:nvSpPr>
          <p:spPr>
            <a:xfrm>
              <a:off x="7296063" y="1834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7" name="pt21907"/>
            <p:cNvSpPr/>
            <p:nvPr/>
          </p:nvSpPr>
          <p:spPr>
            <a:xfrm>
              <a:off x="7348456" y="229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8" name="pt21908"/>
            <p:cNvSpPr/>
            <p:nvPr/>
          </p:nvSpPr>
          <p:spPr>
            <a:xfrm>
              <a:off x="7247059" y="2211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9" name="pt21909"/>
            <p:cNvSpPr/>
            <p:nvPr/>
          </p:nvSpPr>
          <p:spPr>
            <a:xfrm>
              <a:off x="7464412" y="2563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0" name="pt21910"/>
            <p:cNvSpPr/>
            <p:nvPr/>
          </p:nvSpPr>
          <p:spPr>
            <a:xfrm>
              <a:off x="7200817" y="1929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1" name="pt21911"/>
            <p:cNvSpPr/>
            <p:nvPr/>
          </p:nvSpPr>
          <p:spPr>
            <a:xfrm>
              <a:off x="7051053" y="227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2" name="pt21912"/>
            <p:cNvSpPr/>
            <p:nvPr/>
          </p:nvSpPr>
          <p:spPr>
            <a:xfrm>
              <a:off x="7260416" y="2082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3" name="pt21913"/>
            <p:cNvSpPr/>
            <p:nvPr/>
          </p:nvSpPr>
          <p:spPr>
            <a:xfrm>
              <a:off x="7055114" y="2248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4" name="pt21914"/>
            <p:cNvSpPr/>
            <p:nvPr/>
          </p:nvSpPr>
          <p:spPr>
            <a:xfrm>
              <a:off x="7215956" y="2273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5" name="pt21915"/>
            <p:cNvSpPr/>
            <p:nvPr/>
          </p:nvSpPr>
          <p:spPr>
            <a:xfrm>
              <a:off x="6792407" y="229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6" name="pt21916"/>
            <p:cNvSpPr/>
            <p:nvPr/>
          </p:nvSpPr>
          <p:spPr>
            <a:xfrm>
              <a:off x="7031520" y="1952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7" name="pt21917"/>
            <p:cNvSpPr/>
            <p:nvPr/>
          </p:nvSpPr>
          <p:spPr>
            <a:xfrm>
              <a:off x="7256627" y="2090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8" name="pt21918"/>
            <p:cNvSpPr/>
            <p:nvPr/>
          </p:nvSpPr>
          <p:spPr>
            <a:xfrm>
              <a:off x="7118516" y="2118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9" name="pt21919"/>
            <p:cNvSpPr/>
            <p:nvPr/>
          </p:nvSpPr>
          <p:spPr>
            <a:xfrm>
              <a:off x="7465929" y="2545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0" name="pt21920"/>
            <p:cNvSpPr/>
            <p:nvPr/>
          </p:nvSpPr>
          <p:spPr>
            <a:xfrm>
              <a:off x="7033355" y="207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1" name="pt21921"/>
            <p:cNvSpPr/>
            <p:nvPr/>
          </p:nvSpPr>
          <p:spPr>
            <a:xfrm>
              <a:off x="7123326" y="2092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2" name="pt21922"/>
            <p:cNvSpPr/>
            <p:nvPr/>
          </p:nvSpPr>
          <p:spPr>
            <a:xfrm>
              <a:off x="7197629" y="2039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3" name="pt21923"/>
            <p:cNvSpPr/>
            <p:nvPr/>
          </p:nvSpPr>
          <p:spPr>
            <a:xfrm>
              <a:off x="7269141" y="2013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4" name="pt21924"/>
            <p:cNvSpPr/>
            <p:nvPr/>
          </p:nvSpPr>
          <p:spPr>
            <a:xfrm>
              <a:off x="7165564" y="2093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5" name="pt21925"/>
            <p:cNvSpPr/>
            <p:nvPr/>
          </p:nvSpPr>
          <p:spPr>
            <a:xfrm>
              <a:off x="7289433" y="2030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6" name="pt21926"/>
            <p:cNvSpPr/>
            <p:nvPr/>
          </p:nvSpPr>
          <p:spPr>
            <a:xfrm>
              <a:off x="6947721" y="2144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7" name="pt21927"/>
            <p:cNvSpPr/>
            <p:nvPr/>
          </p:nvSpPr>
          <p:spPr>
            <a:xfrm>
              <a:off x="7195835" y="2037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8" name="pt21928"/>
            <p:cNvSpPr/>
            <p:nvPr/>
          </p:nvSpPr>
          <p:spPr>
            <a:xfrm>
              <a:off x="7174200" y="1986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9" name="pt21929"/>
            <p:cNvSpPr/>
            <p:nvPr/>
          </p:nvSpPr>
          <p:spPr>
            <a:xfrm>
              <a:off x="7217199" y="2274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0" name="pt21930"/>
            <p:cNvSpPr/>
            <p:nvPr/>
          </p:nvSpPr>
          <p:spPr>
            <a:xfrm>
              <a:off x="7083311" y="1991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1" name="pt21931"/>
            <p:cNvSpPr/>
            <p:nvPr/>
          </p:nvSpPr>
          <p:spPr>
            <a:xfrm>
              <a:off x="7257547" y="1999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2" name="pt21932"/>
            <p:cNvSpPr/>
            <p:nvPr/>
          </p:nvSpPr>
          <p:spPr>
            <a:xfrm>
              <a:off x="7199044" y="1930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3" name="pt21933"/>
            <p:cNvSpPr/>
            <p:nvPr/>
          </p:nvSpPr>
          <p:spPr>
            <a:xfrm>
              <a:off x="7420266" y="2700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4" name="pt21934"/>
            <p:cNvSpPr/>
            <p:nvPr/>
          </p:nvSpPr>
          <p:spPr>
            <a:xfrm>
              <a:off x="7339968" y="2111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5" name="pt21935"/>
            <p:cNvSpPr/>
            <p:nvPr/>
          </p:nvSpPr>
          <p:spPr>
            <a:xfrm>
              <a:off x="7371329" y="2376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6" name="pt21936"/>
            <p:cNvSpPr/>
            <p:nvPr/>
          </p:nvSpPr>
          <p:spPr>
            <a:xfrm>
              <a:off x="6955680" y="203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7" name="pt21937"/>
            <p:cNvSpPr/>
            <p:nvPr/>
          </p:nvSpPr>
          <p:spPr>
            <a:xfrm>
              <a:off x="7292030" y="1901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8" name="pt21938"/>
            <p:cNvSpPr/>
            <p:nvPr/>
          </p:nvSpPr>
          <p:spPr>
            <a:xfrm>
              <a:off x="7579964" y="1984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9" name="pt21939"/>
            <p:cNvSpPr/>
            <p:nvPr/>
          </p:nvSpPr>
          <p:spPr>
            <a:xfrm>
              <a:off x="7185376" y="217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0" name="pt21940"/>
            <p:cNvSpPr/>
            <p:nvPr/>
          </p:nvSpPr>
          <p:spPr>
            <a:xfrm>
              <a:off x="7108151" y="2164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1" name="pt21941"/>
            <p:cNvSpPr/>
            <p:nvPr/>
          </p:nvSpPr>
          <p:spPr>
            <a:xfrm>
              <a:off x="7375933" y="1979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2" name="pt21942"/>
            <p:cNvSpPr/>
            <p:nvPr/>
          </p:nvSpPr>
          <p:spPr>
            <a:xfrm>
              <a:off x="7011057" y="1837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3" name="pt21943"/>
            <p:cNvSpPr/>
            <p:nvPr/>
          </p:nvSpPr>
          <p:spPr>
            <a:xfrm>
              <a:off x="7143191" y="2183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4" name="pt21944"/>
            <p:cNvSpPr/>
            <p:nvPr/>
          </p:nvSpPr>
          <p:spPr>
            <a:xfrm>
              <a:off x="7137645" y="2121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5" name="pt21945"/>
            <p:cNvSpPr/>
            <p:nvPr/>
          </p:nvSpPr>
          <p:spPr>
            <a:xfrm>
              <a:off x="7273725" y="2096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6" name="pt21946"/>
            <p:cNvSpPr/>
            <p:nvPr/>
          </p:nvSpPr>
          <p:spPr>
            <a:xfrm>
              <a:off x="7130501" y="2104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7" name="pt21947"/>
            <p:cNvSpPr/>
            <p:nvPr/>
          </p:nvSpPr>
          <p:spPr>
            <a:xfrm>
              <a:off x="7014384" y="1796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8" name="pt21948"/>
            <p:cNvSpPr/>
            <p:nvPr/>
          </p:nvSpPr>
          <p:spPr>
            <a:xfrm>
              <a:off x="7036889" y="2232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9" name="pt21949"/>
            <p:cNvSpPr/>
            <p:nvPr/>
          </p:nvSpPr>
          <p:spPr>
            <a:xfrm>
              <a:off x="7081831" y="2107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0" name="pt21950"/>
            <p:cNvSpPr/>
            <p:nvPr/>
          </p:nvSpPr>
          <p:spPr>
            <a:xfrm>
              <a:off x="7086881" y="2191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1" name="pt21951"/>
            <p:cNvSpPr/>
            <p:nvPr/>
          </p:nvSpPr>
          <p:spPr>
            <a:xfrm>
              <a:off x="7181780" y="214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2" name="pt21952"/>
            <p:cNvSpPr/>
            <p:nvPr/>
          </p:nvSpPr>
          <p:spPr>
            <a:xfrm>
              <a:off x="7116613" y="2118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3" name="pt21953"/>
            <p:cNvSpPr/>
            <p:nvPr/>
          </p:nvSpPr>
          <p:spPr>
            <a:xfrm>
              <a:off x="7424411" y="254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4" name="pt21954"/>
            <p:cNvSpPr/>
            <p:nvPr/>
          </p:nvSpPr>
          <p:spPr>
            <a:xfrm>
              <a:off x="7036145" y="2193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5" name="pt21955"/>
            <p:cNvSpPr/>
            <p:nvPr/>
          </p:nvSpPr>
          <p:spPr>
            <a:xfrm>
              <a:off x="7516193" y="2574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6" name="pt21956"/>
            <p:cNvSpPr/>
            <p:nvPr/>
          </p:nvSpPr>
          <p:spPr>
            <a:xfrm>
              <a:off x="7178826" y="2030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7" name="pt21957"/>
            <p:cNvSpPr/>
            <p:nvPr/>
          </p:nvSpPr>
          <p:spPr>
            <a:xfrm>
              <a:off x="7158541" y="2217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8" name="pt21958"/>
            <p:cNvSpPr/>
            <p:nvPr/>
          </p:nvSpPr>
          <p:spPr>
            <a:xfrm>
              <a:off x="7162568" y="2104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9" name="pt21959"/>
            <p:cNvSpPr/>
            <p:nvPr/>
          </p:nvSpPr>
          <p:spPr>
            <a:xfrm>
              <a:off x="7244160" y="2186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0" name="pt21960"/>
            <p:cNvSpPr/>
            <p:nvPr/>
          </p:nvSpPr>
          <p:spPr>
            <a:xfrm>
              <a:off x="7143532" y="2146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1" name="pt21961"/>
            <p:cNvSpPr/>
            <p:nvPr/>
          </p:nvSpPr>
          <p:spPr>
            <a:xfrm>
              <a:off x="7164087" y="2112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2" name="pt21962"/>
            <p:cNvSpPr/>
            <p:nvPr/>
          </p:nvSpPr>
          <p:spPr>
            <a:xfrm>
              <a:off x="6973138" y="2013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3" name="pt21963"/>
            <p:cNvSpPr/>
            <p:nvPr/>
          </p:nvSpPr>
          <p:spPr>
            <a:xfrm>
              <a:off x="7555671" y="2043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4" name="pt21964"/>
            <p:cNvSpPr/>
            <p:nvPr/>
          </p:nvSpPr>
          <p:spPr>
            <a:xfrm>
              <a:off x="7249317" y="2061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5" name="pt21965"/>
            <p:cNvSpPr/>
            <p:nvPr/>
          </p:nvSpPr>
          <p:spPr>
            <a:xfrm>
              <a:off x="7066106" y="2069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6" name="pt21966"/>
            <p:cNvSpPr/>
            <p:nvPr/>
          </p:nvSpPr>
          <p:spPr>
            <a:xfrm>
              <a:off x="7111250" y="2001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7" name="pt21967"/>
            <p:cNvSpPr/>
            <p:nvPr/>
          </p:nvSpPr>
          <p:spPr>
            <a:xfrm>
              <a:off x="7112513" y="2070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8" name="pt21968"/>
            <p:cNvSpPr/>
            <p:nvPr/>
          </p:nvSpPr>
          <p:spPr>
            <a:xfrm>
              <a:off x="7116865" y="2223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9" name="pt21969"/>
            <p:cNvSpPr/>
            <p:nvPr/>
          </p:nvSpPr>
          <p:spPr>
            <a:xfrm>
              <a:off x="7009873" y="2005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0" name="pt21970"/>
            <p:cNvSpPr/>
            <p:nvPr/>
          </p:nvSpPr>
          <p:spPr>
            <a:xfrm>
              <a:off x="7329081" y="2061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1" name="pt21971"/>
            <p:cNvSpPr/>
            <p:nvPr/>
          </p:nvSpPr>
          <p:spPr>
            <a:xfrm>
              <a:off x="7030137" y="1903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2" name="pt21972"/>
            <p:cNvSpPr/>
            <p:nvPr/>
          </p:nvSpPr>
          <p:spPr>
            <a:xfrm>
              <a:off x="7280224" y="2082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3" name="pt21973"/>
            <p:cNvSpPr/>
            <p:nvPr/>
          </p:nvSpPr>
          <p:spPr>
            <a:xfrm>
              <a:off x="6967428" y="2049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4" name="pt21974"/>
            <p:cNvSpPr/>
            <p:nvPr/>
          </p:nvSpPr>
          <p:spPr>
            <a:xfrm>
              <a:off x="7163719" y="2015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5" name="pt21975"/>
            <p:cNvSpPr/>
            <p:nvPr/>
          </p:nvSpPr>
          <p:spPr>
            <a:xfrm>
              <a:off x="7198658" y="2018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6" name="pt21976"/>
            <p:cNvSpPr/>
            <p:nvPr/>
          </p:nvSpPr>
          <p:spPr>
            <a:xfrm>
              <a:off x="7217293" y="2343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7" name="pt21977"/>
            <p:cNvSpPr/>
            <p:nvPr/>
          </p:nvSpPr>
          <p:spPr>
            <a:xfrm>
              <a:off x="7250269" y="2183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8" name="pt21978"/>
            <p:cNvSpPr/>
            <p:nvPr/>
          </p:nvSpPr>
          <p:spPr>
            <a:xfrm>
              <a:off x="7030442" y="1849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9" name="pt21979"/>
            <p:cNvSpPr/>
            <p:nvPr/>
          </p:nvSpPr>
          <p:spPr>
            <a:xfrm>
              <a:off x="7198698" y="2014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0" name="pt21980"/>
            <p:cNvSpPr/>
            <p:nvPr/>
          </p:nvSpPr>
          <p:spPr>
            <a:xfrm>
              <a:off x="7274705" y="1803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1" name="pt21981"/>
            <p:cNvSpPr/>
            <p:nvPr/>
          </p:nvSpPr>
          <p:spPr>
            <a:xfrm>
              <a:off x="7082163" y="2147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2" name="pt21982"/>
            <p:cNvSpPr/>
            <p:nvPr/>
          </p:nvSpPr>
          <p:spPr>
            <a:xfrm>
              <a:off x="7415217" y="2502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3" name="pt21983"/>
            <p:cNvSpPr/>
            <p:nvPr/>
          </p:nvSpPr>
          <p:spPr>
            <a:xfrm>
              <a:off x="7252640" y="1968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4" name="pt21984"/>
            <p:cNvSpPr/>
            <p:nvPr/>
          </p:nvSpPr>
          <p:spPr>
            <a:xfrm>
              <a:off x="7192449" y="1994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5" name="pt21985"/>
            <p:cNvSpPr/>
            <p:nvPr/>
          </p:nvSpPr>
          <p:spPr>
            <a:xfrm>
              <a:off x="7001243" y="1963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6" name="pt21986"/>
            <p:cNvSpPr/>
            <p:nvPr/>
          </p:nvSpPr>
          <p:spPr>
            <a:xfrm>
              <a:off x="7129145" y="2124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7" name="pt21987"/>
            <p:cNvSpPr/>
            <p:nvPr/>
          </p:nvSpPr>
          <p:spPr>
            <a:xfrm>
              <a:off x="6995182" y="2111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8" name="pt21988"/>
            <p:cNvSpPr/>
            <p:nvPr/>
          </p:nvSpPr>
          <p:spPr>
            <a:xfrm>
              <a:off x="7210679" y="2375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9" name="pt21989"/>
            <p:cNvSpPr/>
            <p:nvPr/>
          </p:nvSpPr>
          <p:spPr>
            <a:xfrm>
              <a:off x="7010704" y="2018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0" name="pt21990"/>
            <p:cNvSpPr/>
            <p:nvPr/>
          </p:nvSpPr>
          <p:spPr>
            <a:xfrm>
              <a:off x="6982517" y="2061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1" name="pt21991"/>
            <p:cNvSpPr/>
            <p:nvPr/>
          </p:nvSpPr>
          <p:spPr>
            <a:xfrm>
              <a:off x="7036032" y="2220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2" name="pt21992"/>
            <p:cNvSpPr/>
            <p:nvPr/>
          </p:nvSpPr>
          <p:spPr>
            <a:xfrm>
              <a:off x="7199681" y="1954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3" name="pt21993"/>
            <p:cNvSpPr/>
            <p:nvPr/>
          </p:nvSpPr>
          <p:spPr>
            <a:xfrm>
              <a:off x="7181455" y="2156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4" name="pt21994"/>
            <p:cNvSpPr/>
            <p:nvPr/>
          </p:nvSpPr>
          <p:spPr>
            <a:xfrm>
              <a:off x="7195126" y="2035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5" name="pt21995"/>
            <p:cNvSpPr/>
            <p:nvPr/>
          </p:nvSpPr>
          <p:spPr>
            <a:xfrm>
              <a:off x="7227426" y="2071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6" name="pt21996"/>
            <p:cNvSpPr/>
            <p:nvPr/>
          </p:nvSpPr>
          <p:spPr>
            <a:xfrm>
              <a:off x="7149321" y="2240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7" name="pt21997"/>
            <p:cNvSpPr/>
            <p:nvPr/>
          </p:nvSpPr>
          <p:spPr>
            <a:xfrm>
              <a:off x="7240747" y="1846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8" name="pt21998"/>
            <p:cNvSpPr/>
            <p:nvPr/>
          </p:nvSpPr>
          <p:spPr>
            <a:xfrm>
              <a:off x="7096627" y="2206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9" name="pt21999"/>
            <p:cNvSpPr/>
            <p:nvPr/>
          </p:nvSpPr>
          <p:spPr>
            <a:xfrm>
              <a:off x="7177625" y="2069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0" name="pt22000"/>
            <p:cNvSpPr/>
            <p:nvPr/>
          </p:nvSpPr>
          <p:spPr>
            <a:xfrm>
              <a:off x="7313211" y="2028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1" name="pt22001"/>
            <p:cNvSpPr/>
            <p:nvPr/>
          </p:nvSpPr>
          <p:spPr>
            <a:xfrm>
              <a:off x="7230387" y="215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2" name="pt22002"/>
            <p:cNvSpPr/>
            <p:nvPr/>
          </p:nvSpPr>
          <p:spPr>
            <a:xfrm>
              <a:off x="7092902" y="2067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3" name="pt22003"/>
            <p:cNvSpPr/>
            <p:nvPr/>
          </p:nvSpPr>
          <p:spPr>
            <a:xfrm>
              <a:off x="6994302" y="2077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4" name="pt22004"/>
            <p:cNvSpPr/>
            <p:nvPr/>
          </p:nvSpPr>
          <p:spPr>
            <a:xfrm>
              <a:off x="7101794" y="2207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5" name="pt22005"/>
            <p:cNvSpPr/>
            <p:nvPr/>
          </p:nvSpPr>
          <p:spPr>
            <a:xfrm>
              <a:off x="6898749" y="1857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6" name="pt22006"/>
            <p:cNvSpPr/>
            <p:nvPr/>
          </p:nvSpPr>
          <p:spPr>
            <a:xfrm>
              <a:off x="7670165" y="2284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7" name="pt22007"/>
            <p:cNvSpPr/>
            <p:nvPr/>
          </p:nvSpPr>
          <p:spPr>
            <a:xfrm>
              <a:off x="7099621" y="2293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8" name="pt22008"/>
            <p:cNvSpPr/>
            <p:nvPr/>
          </p:nvSpPr>
          <p:spPr>
            <a:xfrm>
              <a:off x="6920300" y="2135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9" name="pt22009"/>
            <p:cNvSpPr/>
            <p:nvPr/>
          </p:nvSpPr>
          <p:spPr>
            <a:xfrm>
              <a:off x="7101072" y="2183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0" name="pt22010"/>
            <p:cNvSpPr/>
            <p:nvPr/>
          </p:nvSpPr>
          <p:spPr>
            <a:xfrm>
              <a:off x="6997418" y="2056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1" name="pt22011"/>
            <p:cNvSpPr/>
            <p:nvPr/>
          </p:nvSpPr>
          <p:spPr>
            <a:xfrm>
              <a:off x="6781869" y="2508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2" name="pt22012"/>
            <p:cNvSpPr/>
            <p:nvPr/>
          </p:nvSpPr>
          <p:spPr>
            <a:xfrm>
              <a:off x="7263115" y="2014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3" name="pt22013"/>
            <p:cNvSpPr/>
            <p:nvPr/>
          </p:nvSpPr>
          <p:spPr>
            <a:xfrm>
              <a:off x="7040322" y="2282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4" name="pt22014"/>
            <p:cNvSpPr/>
            <p:nvPr/>
          </p:nvSpPr>
          <p:spPr>
            <a:xfrm>
              <a:off x="7203959" y="2168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5" name="pt22015"/>
            <p:cNvSpPr/>
            <p:nvPr/>
          </p:nvSpPr>
          <p:spPr>
            <a:xfrm>
              <a:off x="7022201" y="1916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6" name="pt22016"/>
            <p:cNvSpPr/>
            <p:nvPr/>
          </p:nvSpPr>
          <p:spPr>
            <a:xfrm>
              <a:off x="7108381" y="2208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7" name="pt22017"/>
            <p:cNvSpPr/>
            <p:nvPr/>
          </p:nvSpPr>
          <p:spPr>
            <a:xfrm>
              <a:off x="7220814" y="2083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8" name="pt22018"/>
            <p:cNvSpPr/>
            <p:nvPr/>
          </p:nvSpPr>
          <p:spPr>
            <a:xfrm>
              <a:off x="7135604" y="2203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9" name="pt22019"/>
            <p:cNvSpPr/>
            <p:nvPr/>
          </p:nvSpPr>
          <p:spPr>
            <a:xfrm>
              <a:off x="7014662" y="2004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0" name="pt22020"/>
            <p:cNvSpPr/>
            <p:nvPr/>
          </p:nvSpPr>
          <p:spPr>
            <a:xfrm>
              <a:off x="7114729" y="209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1" name="pt22021"/>
            <p:cNvSpPr/>
            <p:nvPr/>
          </p:nvSpPr>
          <p:spPr>
            <a:xfrm>
              <a:off x="7132574" y="2116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2" name="pt22022"/>
            <p:cNvSpPr/>
            <p:nvPr/>
          </p:nvSpPr>
          <p:spPr>
            <a:xfrm>
              <a:off x="7251387" y="2006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3" name="pt22023"/>
            <p:cNvSpPr/>
            <p:nvPr/>
          </p:nvSpPr>
          <p:spPr>
            <a:xfrm>
              <a:off x="7114536" y="2048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4" name="pt22024"/>
            <p:cNvSpPr/>
            <p:nvPr/>
          </p:nvSpPr>
          <p:spPr>
            <a:xfrm>
              <a:off x="7132464" y="2185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5" name="pt22025"/>
            <p:cNvSpPr/>
            <p:nvPr/>
          </p:nvSpPr>
          <p:spPr>
            <a:xfrm>
              <a:off x="7123417" y="2113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6" name="pt22026"/>
            <p:cNvSpPr/>
            <p:nvPr/>
          </p:nvSpPr>
          <p:spPr>
            <a:xfrm>
              <a:off x="7214144" y="2274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7" name="pt22027"/>
            <p:cNvSpPr/>
            <p:nvPr/>
          </p:nvSpPr>
          <p:spPr>
            <a:xfrm>
              <a:off x="7084652" y="2135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8" name="pt22028"/>
            <p:cNvSpPr/>
            <p:nvPr/>
          </p:nvSpPr>
          <p:spPr>
            <a:xfrm>
              <a:off x="7214998" y="2216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9" name="pt22029"/>
            <p:cNvSpPr/>
            <p:nvPr/>
          </p:nvSpPr>
          <p:spPr>
            <a:xfrm>
              <a:off x="7212109" y="2253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0" name="pt22030"/>
            <p:cNvSpPr/>
            <p:nvPr/>
          </p:nvSpPr>
          <p:spPr>
            <a:xfrm>
              <a:off x="7034091" y="2033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1" name="pt22031"/>
            <p:cNvSpPr/>
            <p:nvPr/>
          </p:nvSpPr>
          <p:spPr>
            <a:xfrm>
              <a:off x="7235871" y="2020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2" name="pt22032"/>
            <p:cNvSpPr/>
            <p:nvPr/>
          </p:nvSpPr>
          <p:spPr>
            <a:xfrm>
              <a:off x="6986532" y="1998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3" name="pt22033"/>
            <p:cNvSpPr/>
            <p:nvPr/>
          </p:nvSpPr>
          <p:spPr>
            <a:xfrm>
              <a:off x="6774216" y="267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4" name="pt22034"/>
            <p:cNvSpPr/>
            <p:nvPr/>
          </p:nvSpPr>
          <p:spPr>
            <a:xfrm>
              <a:off x="7236297" y="2068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5" name="pt22035"/>
            <p:cNvSpPr/>
            <p:nvPr/>
          </p:nvSpPr>
          <p:spPr>
            <a:xfrm>
              <a:off x="7242088" y="2215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6" name="pt22036"/>
            <p:cNvSpPr/>
            <p:nvPr/>
          </p:nvSpPr>
          <p:spPr>
            <a:xfrm>
              <a:off x="7718571" y="2312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7" name="pt22037"/>
            <p:cNvSpPr/>
            <p:nvPr/>
          </p:nvSpPr>
          <p:spPr>
            <a:xfrm>
              <a:off x="7293544" y="2057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8" name="pt22038"/>
            <p:cNvSpPr/>
            <p:nvPr/>
          </p:nvSpPr>
          <p:spPr>
            <a:xfrm>
              <a:off x="7067759" y="2038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9" name="pt22039"/>
            <p:cNvSpPr/>
            <p:nvPr/>
          </p:nvSpPr>
          <p:spPr>
            <a:xfrm>
              <a:off x="7367033" y="2313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0" name="pt22040"/>
            <p:cNvSpPr/>
            <p:nvPr/>
          </p:nvSpPr>
          <p:spPr>
            <a:xfrm>
              <a:off x="7127601" y="2132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1" name="pt22041"/>
            <p:cNvSpPr/>
            <p:nvPr/>
          </p:nvSpPr>
          <p:spPr>
            <a:xfrm>
              <a:off x="7097608" y="2263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2" name="pt22042"/>
            <p:cNvSpPr/>
            <p:nvPr/>
          </p:nvSpPr>
          <p:spPr>
            <a:xfrm>
              <a:off x="7184008" y="2115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3" name="pt22043"/>
            <p:cNvSpPr/>
            <p:nvPr/>
          </p:nvSpPr>
          <p:spPr>
            <a:xfrm>
              <a:off x="7045979" y="2174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4" name="pt22044"/>
            <p:cNvSpPr/>
            <p:nvPr/>
          </p:nvSpPr>
          <p:spPr>
            <a:xfrm>
              <a:off x="6820146" y="2124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5" name="pt22045"/>
            <p:cNvSpPr/>
            <p:nvPr/>
          </p:nvSpPr>
          <p:spPr>
            <a:xfrm>
              <a:off x="7138216" y="2166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6" name="pt22046"/>
            <p:cNvSpPr/>
            <p:nvPr/>
          </p:nvSpPr>
          <p:spPr>
            <a:xfrm>
              <a:off x="7177712" y="2049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7" name="pt22047"/>
            <p:cNvSpPr/>
            <p:nvPr/>
          </p:nvSpPr>
          <p:spPr>
            <a:xfrm>
              <a:off x="7196917" y="1988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8" name="pt22048"/>
            <p:cNvSpPr/>
            <p:nvPr/>
          </p:nvSpPr>
          <p:spPr>
            <a:xfrm>
              <a:off x="7296769" y="1953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9" name="pt22049"/>
            <p:cNvSpPr/>
            <p:nvPr/>
          </p:nvSpPr>
          <p:spPr>
            <a:xfrm>
              <a:off x="6766577" y="2370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0" name="pt22050"/>
            <p:cNvSpPr/>
            <p:nvPr/>
          </p:nvSpPr>
          <p:spPr>
            <a:xfrm>
              <a:off x="7032441" y="1892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1" name="pt22051"/>
            <p:cNvSpPr/>
            <p:nvPr/>
          </p:nvSpPr>
          <p:spPr>
            <a:xfrm>
              <a:off x="7163822" y="2132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2" name="pt22052"/>
            <p:cNvSpPr/>
            <p:nvPr/>
          </p:nvSpPr>
          <p:spPr>
            <a:xfrm>
              <a:off x="7134397" y="2131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3" name="pt22053"/>
            <p:cNvSpPr/>
            <p:nvPr/>
          </p:nvSpPr>
          <p:spPr>
            <a:xfrm>
              <a:off x="7176445" y="2066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4" name="pt22054"/>
            <p:cNvSpPr/>
            <p:nvPr/>
          </p:nvSpPr>
          <p:spPr>
            <a:xfrm>
              <a:off x="7572521" y="2024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5" name="pt22055"/>
            <p:cNvSpPr/>
            <p:nvPr/>
          </p:nvSpPr>
          <p:spPr>
            <a:xfrm>
              <a:off x="7255189" y="2121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6" name="pt22056"/>
            <p:cNvSpPr/>
            <p:nvPr/>
          </p:nvSpPr>
          <p:spPr>
            <a:xfrm>
              <a:off x="7119671" y="2101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7" name="pt22057"/>
            <p:cNvSpPr/>
            <p:nvPr/>
          </p:nvSpPr>
          <p:spPr>
            <a:xfrm>
              <a:off x="7440034" y="2368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8" name="pt22058"/>
            <p:cNvSpPr/>
            <p:nvPr/>
          </p:nvSpPr>
          <p:spPr>
            <a:xfrm>
              <a:off x="6985275" y="2015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9" name="pt22059"/>
            <p:cNvSpPr/>
            <p:nvPr/>
          </p:nvSpPr>
          <p:spPr>
            <a:xfrm>
              <a:off x="6730260" y="1886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0" name="pt22060"/>
            <p:cNvSpPr/>
            <p:nvPr/>
          </p:nvSpPr>
          <p:spPr>
            <a:xfrm>
              <a:off x="7087896" y="2170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1" name="pt22061"/>
            <p:cNvSpPr/>
            <p:nvPr/>
          </p:nvSpPr>
          <p:spPr>
            <a:xfrm>
              <a:off x="7221664" y="2203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2" name="pt22062"/>
            <p:cNvSpPr/>
            <p:nvPr/>
          </p:nvSpPr>
          <p:spPr>
            <a:xfrm>
              <a:off x="7064931" y="1556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3" name="pt22063"/>
            <p:cNvSpPr/>
            <p:nvPr/>
          </p:nvSpPr>
          <p:spPr>
            <a:xfrm>
              <a:off x="7211948" y="2193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4" name="pt22064"/>
            <p:cNvSpPr/>
            <p:nvPr/>
          </p:nvSpPr>
          <p:spPr>
            <a:xfrm>
              <a:off x="7266144" y="1937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5" name="pt22065"/>
            <p:cNvSpPr/>
            <p:nvPr/>
          </p:nvSpPr>
          <p:spPr>
            <a:xfrm>
              <a:off x="6766926" y="2390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6" name="pt22066"/>
            <p:cNvSpPr/>
            <p:nvPr/>
          </p:nvSpPr>
          <p:spPr>
            <a:xfrm>
              <a:off x="7105777" y="2165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7" name="pt22067"/>
            <p:cNvSpPr/>
            <p:nvPr/>
          </p:nvSpPr>
          <p:spPr>
            <a:xfrm>
              <a:off x="7243659" y="2303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8" name="pt22068"/>
            <p:cNvSpPr/>
            <p:nvPr/>
          </p:nvSpPr>
          <p:spPr>
            <a:xfrm>
              <a:off x="7267511" y="1795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9" name="pt22069"/>
            <p:cNvSpPr/>
            <p:nvPr/>
          </p:nvSpPr>
          <p:spPr>
            <a:xfrm>
              <a:off x="6803106" y="2316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0" name="pt22070"/>
            <p:cNvSpPr/>
            <p:nvPr/>
          </p:nvSpPr>
          <p:spPr>
            <a:xfrm>
              <a:off x="7124603" y="2070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1" name="pt22071"/>
            <p:cNvSpPr/>
            <p:nvPr/>
          </p:nvSpPr>
          <p:spPr>
            <a:xfrm>
              <a:off x="7198086" y="1994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2" name="pt22072"/>
            <p:cNvSpPr/>
            <p:nvPr/>
          </p:nvSpPr>
          <p:spPr>
            <a:xfrm>
              <a:off x="7086976" y="2196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3" name="pt22073"/>
            <p:cNvSpPr/>
            <p:nvPr/>
          </p:nvSpPr>
          <p:spPr>
            <a:xfrm>
              <a:off x="7271317" y="2083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4" name="pt22074"/>
            <p:cNvSpPr/>
            <p:nvPr/>
          </p:nvSpPr>
          <p:spPr>
            <a:xfrm>
              <a:off x="7134854" y="2176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5" name="pt22075"/>
            <p:cNvSpPr/>
            <p:nvPr/>
          </p:nvSpPr>
          <p:spPr>
            <a:xfrm>
              <a:off x="7156058" y="2316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6" name="pt22076"/>
            <p:cNvSpPr/>
            <p:nvPr/>
          </p:nvSpPr>
          <p:spPr>
            <a:xfrm>
              <a:off x="7037753" y="2175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7" name="pt22077"/>
            <p:cNvSpPr/>
            <p:nvPr/>
          </p:nvSpPr>
          <p:spPr>
            <a:xfrm>
              <a:off x="7325565" y="2098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8" name="pt22078"/>
            <p:cNvSpPr/>
            <p:nvPr/>
          </p:nvSpPr>
          <p:spPr>
            <a:xfrm>
              <a:off x="6781258" y="2443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9" name="pt22079"/>
            <p:cNvSpPr/>
            <p:nvPr/>
          </p:nvSpPr>
          <p:spPr>
            <a:xfrm>
              <a:off x="7045511" y="2150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0" name="pt22080"/>
            <p:cNvSpPr/>
            <p:nvPr/>
          </p:nvSpPr>
          <p:spPr>
            <a:xfrm>
              <a:off x="7207136" y="2121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1" name="pt22081"/>
            <p:cNvSpPr/>
            <p:nvPr/>
          </p:nvSpPr>
          <p:spPr>
            <a:xfrm>
              <a:off x="7234701" y="2009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2" name="pt22082"/>
            <p:cNvSpPr/>
            <p:nvPr/>
          </p:nvSpPr>
          <p:spPr>
            <a:xfrm>
              <a:off x="7184099" y="2156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3" name="pt22083"/>
            <p:cNvSpPr/>
            <p:nvPr/>
          </p:nvSpPr>
          <p:spPr>
            <a:xfrm>
              <a:off x="6931399" y="2200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4" name="pt22084"/>
            <p:cNvSpPr/>
            <p:nvPr/>
          </p:nvSpPr>
          <p:spPr>
            <a:xfrm>
              <a:off x="7248434" y="2171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5" name="pt22085"/>
            <p:cNvSpPr/>
            <p:nvPr/>
          </p:nvSpPr>
          <p:spPr>
            <a:xfrm>
              <a:off x="6949468" y="2027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6" name="pt22086"/>
            <p:cNvSpPr/>
            <p:nvPr/>
          </p:nvSpPr>
          <p:spPr>
            <a:xfrm>
              <a:off x="7499691" y="2730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7" name="pt22087"/>
            <p:cNvSpPr/>
            <p:nvPr/>
          </p:nvSpPr>
          <p:spPr>
            <a:xfrm>
              <a:off x="7091583" y="2144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8" name="pt22088"/>
            <p:cNvSpPr/>
            <p:nvPr/>
          </p:nvSpPr>
          <p:spPr>
            <a:xfrm>
              <a:off x="7026950" y="1824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9" name="pt22089"/>
            <p:cNvSpPr/>
            <p:nvPr/>
          </p:nvSpPr>
          <p:spPr>
            <a:xfrm>
              <a:off x="6879248" y="2182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0" name="pt22090"/>
            <p:cNvSpPr/>
            <p:nvPr/>
          </p:nvSpPr>
          <p:spPr>
            <a:xfrm>
              <a:off x="7130877" y="224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1" name="pt22091"/>
            <p:cNvSpPr/>
            <p:nvPr/>
          </p:nvSpPr>
          <p:spPr>
            <a:xfrm>
              <a:off x="7076950" y="2137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2" name="pt22092"/>
            <p:cNvSpPr/>
            <p:nvPr/>
          </p:nvSpPr>
          <p:spPr>
            <a:xfrm>
              <a:off x="7225368" y="2036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3" name="pt22093"/>
            <p:cNvSpPr/>
            <p:nvPr/>
          </p:nvSpPr>
          <p:spPr>
            <a:xfrm>
              <a:off x="7287292" y="1920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4" name="pt22094"/>
            <p:cNvSpPr/>
            <p:nvPr/>
          </p:nvSpPr>
          <p:spPr>
            <a:xfrm>
              <a:off x="7221033" y="1982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5" name="pt22095"/>
            <p:cNvSpPr/>
            <p:nvPr/>
          </p:nvSpPr>
          <p:spPr>
            <a:xfrm>
              <a:off x="7068875" y="2100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6" name="pt22096"/>
            <p:cNvSpPr/>
            <p:nvPr/>
          </p:nvSpPr>
          <p:spPr>
            <a:xfrm>
              <a:off x="7446484" y="2689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7" name="pt22097"/>
            <p:cNvSpPr/>
            <p:nvPr/>
          </p:nvSpPr>
          <p:spPr>
            <a:xfrm>
              <a:off x="6994146" y="2063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8" name="pt22098"/>
            <p:cNvSpPr/>
            <p:nvPr/>
          </p:nvSpPr>
          <p:spPr>
            <a:xfrm>
              <a:off x="7138519" y="218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9" name="pt22099"/>
            <p:cNvSpPr/>
            <p:nvPr/>
          </p:nvSpPr>
          <p:spPr>
            <a:xfrm>
              <a:off x="7039373" y="2150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0" name="pt22100"/>
            <p:cNvSpPr/>
            <p:nvPr/>
          </p:nvSpPr>
          <p:spPr>
            <a:xfrm>
              <a:off x="7176617" y="2047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1" name="pt22101"/>
            <p:cNvSpPr/>
            <p:nvPr/>
          </p:nvSpPr>
          <p:spPr>
            <a:xfrm>
              <a:off x="7041955" y="231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2" name="pt22102"/>
            <p:cNvSpPr/>
            <p:nvPr/>
          </p:nvSpPr>
          <p:spPr>
            <a:xfrm>
              <a:off x="7402443" y="2702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3" name="pt22103"/>
            <p:cNvSpPr/>
            <p:nvPr/>
          </p:nvSpPr>
          <p:spPr>
            <a:xfrm>
              <a:off x="7004830" y="2021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4" name="pt22104"/>
            <p:cNvSpPr/>
            <p:nvPr/>
          </p:nvSpPr>
          <p:spPr>
            <a:xfrm>
              <a:off x="7051688" y="2325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5" name="pt22105"/>
            <p:cNvSpPr/>
            <p:nvPr/>
          </p:nvSpPr>
          <p:spPr>
            <a:xfrm>
              <a:off x="7191649" y="2014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6" name="pt22106"/>
            <p:cNvSpPr/>
            <p:nvPr/>
          </p:nvSpPr>
          <p:spPr>
            <a:xfrm>
              <a:off x="7001206" y="2020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7" name="pt22107"/>
            <p:cNvSpPr/>
            <p:nvPr/>
          </p:nvSpPr>
          <p:spPr>
            <a:xfrm>
              <a:off x="7111613" y="2031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8" name="pt22108"/>
            <p:cNvSpPr/>
            <p:nvPr/>
          </p:nvSpPr>
          <p:spPr>
            <a:xfrm>
              <a:off x="7151162" y="2294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9" name="pt22109"/>
            <p:cNvSpPr/>
            <p:nvPr/>
          </p:nvSpPr>
          <p:spPr>
            <a:xfrm>
              <a:off x="7094422" y="2263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0" name="pt22110"/>
            <p:cNvSpPr/>
            <p:nvPr/>
          </p:nvSpPr>
          <p:spPr>
            <a:xfrm>
              <a:off x="7875668" y="2337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1" name="pt22111"/>
            <p:cNvSpPr/>
            <p:nvPr/>
          </p:nvSpPr>
          <p:spPr>
            <a:xfrm>
              <a:off x="7108949" y="2145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2" name="pt22112"/>
            <p:cNvSpPr/>
            <p:nvPr/>
          </p:nvSpPr>
          <p:spPr>
            <a:xfrm>
              <a:off x="7188302" y="2083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3" name="pt22113"/>
            <p:cNvSpPr/>
            <p:nvPr/>
          </p:nvSpPr>
          <p:spPr>
            <a:xfrm>
              <a:off x="7244214" y="2223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4" name="pt22114"/>
            <p:cNvSpPr/>
            <p:nvPr/>
          </p:nvSpPr>
          <p:spPr>
            <a:xfrm>
              <a:off x="7423625" y="2411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5" name="pt22115"/>
            <p:cNvSpPr/>
            <p:nvPr/>
          </p:nvSpPr>
          <p:spPr>
            <a:xfrm>
              <a:off x="7149432" y="2303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6" name="pt22116"/>
            <p:cNvSpPr/>
            <p:nvPr/>
          </p:nvSpPr>
          <p:spPr>
            <a:xfrm>
              <a:off x="7070999" y="1992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7" name="pt22117"/>
            <p:cNvSpPr/>
            <p:nvPr/>
          </p:nvSpPr>
          <p:spPr>
            <a:xfrm>
              <a:off x="7265959" y="2041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8" name="pt22118"/>
            <p:cNvSpPr/>
            <p:nvPr/>
          </p:nvSpPr>
          <p:spPr>
            <a:xfrm>
              <a:off x="7149413" y="2324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9" name="pt22119"/>
            <p:cNvSpPr/>
            <p:nvPr/>
          </p:nvSpPr>
          <p:spPr>
            <a:xfrm>
              <a:off x="7071199" y="2066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0" name="pt22120"/>
            <p:cNvSpPr/>
            <p:nvPr/>
          </p:nvSpPr>
          <p:spPr>
            <a:xfrm>
              <a:off x="7040517" y="2247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1" name="pt22121"/>
            <p:cNvSpPr/>
            <p:nvPr/>
          </p:nvSpPr>
          <p:spPr>
            <a:xfrm>
              <a:off x="7165430" y="2048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2" name="pt22122"/>
            <p:cNvSpPr/>
            <p:nvPr/>
          </p:nvSpPr>
          <p:spPr>
            <a:xfrm>
              <a:off x="6937710" y="2196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3" name="pt22123"/>
            <p:cNvSpPr/>
            <p:nvPr/>
          </p:nvSpPr>
          <p:spPr>
            <a:xfrm>
              <a:off x="7319626" y="204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4" name="pt22124"/>
            <p:cNvSpPr/>
            <p:nvPr/>
          </p:nvSpPr>
          <p:spPr>
            <a:xfrm>
              <a:off x="7060080" y="2020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5" name="pt22125"/>
            <p:cNvSpPr/>
            <p:nvPr/>
          </p:nvSpPr>
          <p:spPr>
            <a:xfrm>
              <a:off x="7324210" y="1935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6" name="pt22126"/>
            <p:cNvSpPr/>
            <p:nvPr/>
          </p:nvSpPr>
          <p:spPr>
            <a:xfrm>
              <a:off x="6924398" y="2153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7" name="pt22127"/>
            <p:cNvSpPr/>
            <p:nvPr/>
          </p:nvSpPr>
          <p:spPr>
            <a:xfrm>
              <a:off x="7417275" y="252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8" name="pt22128"/>
            <p:cNvSpPr/>
            <p:nvPr/>
          </p:nvSpPr>
          <p:spPr>
            <a:xfrm>
              <a:off x="7065845" y="1767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9" name="pt22129"/>
            <p:cNvSpPr/>
            <p:nvPr/>
          </p:nvSpPr>
          <p:spPr>
            <a:xfrm>
              <a:off x="7173835" y="1987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0" name="pt22130"/>
            <p:cNvSpPr/>
            <p:nvPr/>
          </p:nvSpPr>
          <p:spPr>
            <a:xfrm>
              <a:off x="6995041" y="2074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1" name="pt22131"/>
            <p:cNvSpPr/>
            <p:nvPr/>
          </p:nvSpPr>
          <p:spPr>
            <a:xfrm>
              <a:off x="7085851" y="2229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2" name="pt22132"/>
            <p:cNvSpPr/>
            <p:nvPr/>
          </p:nvSpPr>
          <p:spPr>
            <a:xfrm>
              <a:off x="7093173" y="2193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3" name="pt22133"/>
            <p:cNvSpPr/>
            <p:nvPr/>
          </p:nvSpPr>
          <p:spPr>
            <a:xfrm>
              <a:off x="7327773" y="1925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4" name="pt22134"/>
            <p:cNvSpPr/>
            <p:nvPr/>
          </p:nvSpPr>
          <p:spPr>
            <a:xfrm>
              <a:off x="7160511" y="2108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5" name="pt22135"/>
            <p:cNvSpPr/>
            <p:nvPr/>
          </p:nvSpPr>
          <p:spPr>
            <a:xfrm>
              <a:off x="7335402" y="1974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6" name="pt22136"/>
            <p:cNvSpPr/>
            <p:nvPr/>
          </p:nvSpPr>
          <p:spPr>
            <a:xfrm>
              <a:off x="6905648" y="2090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7" name="pt22137"/>
            <p:cNvSpPr/>
            <p:nvPr/>
          </p:nvSpPr>
          <p:spPr>
            <a:xfrm>
              <a:off x="7371870" y="2317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8" name="pt22138"/>
            <p:cNvSpPr/>
            <p:nvPr/>
          </p:nvSpPr>
          <p:spPr>
            <a:xfrm>
              <a:off x="7143320" y="2284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9" name="pt22139"/>
            <p:cNvSpPr/>
            <p:nvPr/>
          </p:nvSpPr>
          <p:spPr>
            <a:xfrm>
              <a:off x="7000376" y="198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0" name="pt22140"/>
            <p:cNvSpPr/>
            <p:nvPr/>
          </p:nvSpPr>
          <p:spPr>
            <a:xfrm>
              <a:off x="7018588" y="2216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1" name="pt22141"/>
            <p:cNvSpPr/>
            <p:nvPr/>
          </p:nvSpPr>
          <p:spPr>
            <a:xfrm>
              <a:off x="7098733" y="2243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2" name="pt22142"/>
            <p:cNvSpPr/>
            <p:nvPr/>
          </p:nvSpPr>
          <p:spPr>
            <a:xfrm>
              <a:off x="7068461" y="2129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3" name="pt22143"/>
            <p:cNvSpPr/>
            <p:nvPr/>
          </p:nvSpPr>
          <p:spPr>
            <a:xfrm>
              <a:off x="7002023" y="1906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4" name="pt22144"/>
            <p:cNvSpPr/>
            <p:nvPr/>
          </p:nvSpPr>
          <p:spPr>
            <a:xfrm>
              <a:off x="6971958" y="1891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5" name="pt22145"/>
            <p:cNvSpPr/>
            <p:nvPr/>
          </p:nvSpPr>
          <p:spPr>
            <a:xfrm>
              <a:off x="7437303" y="2894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6" name="pt22146"/>
            <p:cNvSpPr/>
            <p:nvPr/>
          </p:nvSpPr>
          <p:spPr>
            <a:xfrm>
              <a:off x="7277098" y="1884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7" name="pt22147"/>
            <p:cNvSpPr/>
            <p:nvPr/>
          </p:nvSpPr>
          <p:spPr>
            <a:xfrm>
              <a:off x="7284272" y="2089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8" name="pt22148"/>
            <p:cNvSpPr/>
            <p:nvPr/>
          </p:nvSpPr>
          <p:spPr>
            <a:xfrm>
              <a:off x="7350076" y="2189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9" name="pt22149"/>
            <p:cNvSpPr/>
            <p:nvPr/>
          </p:nvSpPr>
          <p:spPr>
            <a:xfrm>
              <a:off x="7031252" y="1928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0" name="pt22150"/>
            <p:cNvSpPr/>
            <p:nvPr/>
          </p:nvSpPr>
          <p:spPr>
            <a:xfrm>
              <a:off x="7151859" y="2307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1" name="pt22151"/>
            <p:cNvSpPr/>
            <p:nvPr/>
          </p:nvSpPr>
          <p:spPr>
            <a:xfrm>
              <a:off x="7093581" y="2101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2" name="pt22152"/>
            <p:cNvSpPr/>
            <p:nvPr/>
          </p:nvSpPr>
          <p:spPr>
            <a:xfrm>
              <a:off x="7100637" y="2155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3" name="pt22153"/>
            <p:cNvSpPr/>
            <p:nvPr/>
          </p:nvSpPr>
          <p:spPr>
            <a:xfrm>
              <a:off x="7014652" y="1858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4" name="pt22154"/>
            <p:cNvSpPr/>
            <p:nvPr/>
          </p:nvSpPr>
          <p:spPr>
            <a:xfrm>
              <a:off x="7083642" y="2115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5" name="pt22155"/>
            <p:cNvSpPr/>
            <p:nvPr/>
          </p:nvSpPr>
          <p:spPr>
            <a:xfrm>
              <a:off x="6932881" y="2143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6" name="pt22156"/>
            <p:cNvSpPr/>
            <p:nvPr/>
          </p:nvSpPr>
          <p:spPr>
            <a:xfrm>
              <a:off x="7309202" y="2069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7" name="pt22157"/>
            <p:cNvSpPr/>
            <p:nvPr/>
          </p:nvSpPr>
          <p:spPr>
            <a:xfrm>
              <a:off x="6682993" y="1939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8" name="pt22158"/>
            <p:cNvSpPr/>
            <p:nvPr/>
          </p:nvSpPr>
          <p:spPr>
            <a:xfrm>
              <a:off x="6980294" y="1959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9" name="pt22159"/>
            <p:cNvSpPr/>
            <p:nvPr/>
          </p:nvSpPr>
          <p:spPr>
            <a:xfrm>
              <a:off x="7065969" y="2056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0" name="pt22160"/>
            <p:cNvSpPr/>
            <p:nvPr/>
          </p:nvSpPr>
          <p:spPr>
            <a:xfrm>
              <a:off x="7090075" y="2220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1" name="pt22161"/>
            <p:cNvSpPr/>
            <p:nvPr/>
          </p:nvSpPr>
          <p:spPr>
            <a:xfrm>
              <a:off x="7184631" y="2103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2" name="pt22162"/>
            <p:cNvSpPr/>
            <p:nvPr/>
          </p:nvSpPr>
          <p:spPr>
            <a:xfrm>
              <a:off x="6859117" y="220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3" name="pt22163"/>
            <p:cNvSpPr/>
            <p:nvPr/>
          </p:nvSpPr>
          <p:spPr>
            <a:xfrm>
              <a:off x="7249645" y="1941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4" name="pt22164"/>
            <p:cNvSpPr/>
            <p:nvPr/>
          </p:nvSpPr>
          <p:spPr>
            <a:xfrm>
              <a:off x="7264659" y="1944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5" name="pt22165"/>
            <p:cNvSpPr/>
            <p:nvPr/>
          </p:nvSpPr>
          <p:spPr>
            <a:xfrm>
              <a:off x="7037249" y="2153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6" name="pt22166"/>
            <p:cNvSpPr/>
            <p:nvPr/>
          </p:nvSpPr>
          <p:spPr>
            <a:xfrm>
              <a:off x="7022844" y="2017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7" name="pt22167"/>
            <p:cNvSpPr/>
            <p:nvPr/>
          </p:nvSpPr>
          <p:spPr>
            <a:xfrm>
              <a:off x="7099330" y="2230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8" name="pt22168"/>
            <p:cNvSpPr/>
            <p:nvPr/>
          </p:nvSpPr>
          <p:spPr>
            <a:xfrm>
              <a:off x="7392521" y="2130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9" name="pt22169"/>
            <p:cNvSpPr/>
            <p:nvPr/>
          </p:nvSpPr>
          <p:spPr>
            <a:xfrm>
              <a:off x="7123847" y="2048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0" name="pt22170"/>
            <p:cNvSpPr/>
            <p:nvPr/>
          </p:nvSpPr>
          <p:spPr>
            <a:xfrm>
              <a:off x="6977672" y="1952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1" name="pt22171"/>
            <p:cNvSpPr/>
            <p:nvPr/>
          </p:nvSpPr>
          <p:spPr>
            <a:xfrm>
              <a:off x="7193060" y="1968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2" name="pt22172"/>
            <p:cNvSpPr/>
            <p:nvPr/>
          </p:nvSpPr>
          <p:spPr>
            <a:xfrm>
              <a:off x="6914643" y="2245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3" name="pt22173"/>
            <p:cNvSpPr/>
            <p:nvPr/>
          </p:nvSpPr>
          <p:spPr>
            <a:xfrm>
              <a:off x="7089352" y="2287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4" name="pt22174"/>
            <p:cNvSpPr/>
            <p:nvPr/>
          </p:nvSpPr>
          <p:spPr>
            <a:xfrm>
              <a:off x="7056782" y="2155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5" name="pt22175"/>
            <p:cNvSpPr/>
            <p:nvPr/>
          </p:nvSpPr>
          <p:spPr>
            <a:xfrm>
              <a:off x="7084595" y="2037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6" name="pt22176"/>
            <p:cNvSpPr/>
            <p:nvPr/>
          </p:nvSpPr>
          <p:spPr>
            <a:xfrm>
              <a:off x="7084384" y="2096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7" name="pt22177"/>
            <p:cNvSpPr/>
            <p:nvPr/>
          </p:nvSpPr>
          <p:spPr>
            <a:xfrm>
              <a:off x="7160573" y="2112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8" name="pt22178"/>
            <p:cNvSpPr/>
            <p:nvPr/>
          </p:nvSpPr>
          <p:spPr>
            <a:xfrm>
              <a:off x="6934163" y="1963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9" name="pt22179"/>
            <p:cNvSpPr/>
            <p:nvPr/>
          </p:nvSpPr>
          <p:spPr>
            <a:xfrm>
              <a:off x="7441698" y="2536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0" name="pt22180"/>
            <p:cNvSpPr/>
            <p:nvPr/>
          </p:nvSpPr>
          <p:spPr>
            <a:xfrm>
              <a:off x="7307621" y="1880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1" name="pt22181"/>
            <p:cNvSpPr/>
            <p:nvPr/>
          </p:nvSpPr>
          <p:spPr>
            <a:xfrm>
              <a:off x="7300397" y="192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2" name="pt22182"/>
            <p:cNvSpPr/>
            <p:nvPr/>
          </p:nvSpPr>
          <p:spPr>
            <a:xfrm>
              <a:off x="6943849" y="1963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3" name="pt22183"/>
            <p:cNvSpPr/>
            <p:nvPr/>
          </p:nvSpPr>
          <p:spPr>
            <a:xfrm>
              <a:off x="7259731" y="2150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4" name="pt22184"/>
            <p:cNvSpPr/>
            <p:nvPr/>
          </p:nvSpPr>
          <p:spPr>
            <a:xfrm>
              <a:off x="7035344" y="2177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5" name="pt22185"/>
            <p:cNvSpPr/>
            <p:nvPr/>
          </p:nvSpPr>
          <p:spPr>
            <a:xfrm>
              <a:off x="7146252" y="2241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6" name="pt22186"/>
            <p:cNvSpPr/>
            <p:nvPr/>
          </p:nvSpPr>
          <p:spPr>
            <a:xfrm>
              <a:off x="7188164" y="1995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7" name="pt22187"/>
            <p:cNvSpPr/>
            <p:nvPr/>
          </p:nvSpPr>
          <p:spPr>
            <a:xfrm>
              <a:off x="6720906" y="2242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8" name="pt22188"/>
            <p:cNvSpPr/>
            <p:nvPr/>
          </p:nvSpPr>
          <p:spPr>
            <a:xfrm>
              <a:off x="7018858" y="2078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9" name="pt22189"/>
            <p:cNvSpPr/>
            <p:nvPr/>
          </p:nvSpPr>
          <p:spPr>
            <a:xfrm>
              <a:off x="7000034" y="1981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0" name="pt22190"/>
            <p:cNvSpPr/>
            <p:nvPr/>
          </p:nvSpPr>
          <p:spPr>
            <a:xfrm>
              <a:off x="7169666" y="1982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1" name="pt22191"/>
            <p:cNvSpPr/>
            <p:nvPr/>
          </p:nvSpPr>
          <p:spPr>
            <a:xfrm>
              <a:off x="6924952" y="2176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2" name="pt22192"/>
            <p:cNvSpPr/>
            <p:nvPr/>
          </p:nvSpPr>
          <p:spPr>
            <a:xfrm>
              <a:off x="7139012" y="2206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3" name="pt22193"/>
            <p:cNvSpPr/>
            <p:nvPr/>
          </p:nvSpPr>
          <p:spPr>
            <a:xfrm>
              <a:off x="7080312" y="2015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4" name="pt22194"/>
            <p:cNvSpPr/>
            <p:nvPr/>
          </p:nvSpPr>
          <p:spPr>
            <a:xfrm>
              <a:off x="7291938" y="1883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5" name="pt22195"/>
            <p:cNvSpPr/>
            <p:nvPr/>
          </p:nvSpPr>
          <p:spPr>
            <a:xfrm>
              <a:off x="7224763" y="2066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6" name="pt22196"/>
            <p:cNvSpPr/>
            <p:nvPr/>
          </p:nvSpPr>
          <p:spPr>
            <a:xfrm>
              <a:off x="7118434" y="211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7" name="pt22197"/>
            <p:cNvSpPr/>
            <p:nvPr/>
          </p:nvSpPr>
          <p:spPr>
            <a:xfrm>
              <a:off x="7316585" y="1876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8" name="pt22198"/>
            <p:cNvSpPr/>
            <p:nvPr/>
          </p:nvSpPr>
          <p:spPr>
            <a:xfrm>
              <a:off x="7042914" y="2196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9" name="pt22199"/>
            <p:cNvSpPr/>
            <p:nvPr/>
          </p:nvSpPr>
          <p:spPr>
            <a:xfrm>
              <a:off x="7217671" y="2112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0" name="pt22200"/>
            <p:cNvSpPr/>
            <p:nvPr/>
          </p:nvSpPr>
          <p:spPr>
            <a:xfrm>
              <a:off x="7028786" y="1976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1" name="pt22201"/>
            <p:cNvSpPr/>
            <p:nvPr/>
          </p:nvSpPr>
          <p:spPr>
            <a:xfrm>
              <a:off x="6996772" y="2095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2" name="pt22202"/>
            <p:cNvSpPr/>
            <p:nvPr/>
          </p:nvSpPr>
          <p:spPr>
            <a:xfrm>
              <a:off x="6969737" y="1993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3" name="pt22203"/>
            <p:cNvSpPr/>
            <p:nvPr/>
          </p:nvSpPr>
          <p:spPr>
            <a:xfrm>
              <a:off x="7240428" y="1657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4" name="pt22204"/>
            <p:cNvSpPr/>
            <p:nvPr/>
          </p:nvSpPr>
          <p:spPr>
            <a:xfrm>
              <a:off x="7199360" y="2074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5" name="pt22205"/>
            <p:cNvSpPr/>
            <p:nvPr/>
          </p:nvSpPr>
          <p:spPr>
            <a:xfrm>
              <a:off x="7192919" y="2069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6" name="pt22206"/>
            <p:cNvSpPr/>
            <p:nvPr/>
          </p:nvSpPr>
          <p:spPr>
            <a:xfrm>
              <a:off x="7094723" y="224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7" name="pt22207"/>
            <p:cNvSpPr/>
            <p:nvPr/>
          </p:nvSpPr>
          <p:spPr>
            <a:xfrm>
              <a:off x="7156864" y="2195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8" name="pt22208"/>
            <p:cNvSpPr/>
            <p:nvPr/>
          </p:nvSpPr>
          <p:spPr>
            <a:xfrm>
              <a:off x="7147321" y="2237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9" name="pt22209"/>
            <p:cNvSpPr/>
            <p:nvPr/>
          </p:nvSpPr>
          <p:spPr>
            <a:xfrm>
              <a:off x="7116578" y="219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0" name="pt22210"/>
            <p:cNvSpPr/>
            <p:nvPr/>
          </p:nvSpPr>
          <p:spPr>
            <a:xfrm>
              <a:off x="7232583" y="2075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1" name="pt22211"/>
            <p:cNvSpPr/>
            <p:nvPr/>
          </p:nvSpPr>
          <p:spPr>
            <a:xfrm>
              <a:off x="7087152" y="2158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2" name="pt22212"/>
            <p:cNvSpPr/>
            <p:nvPr/>
          </p:nvSpPr>
          <p:spPr>
            <a:xfrm>
              <a:off x="6848842" y="2446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3" name="pt22213"/>
            <p:cNvSpPr/>
            <p:nvPr/>
          </p:nvSpPr>
          <p:spPr>
            <a:xfrm>
              <a:off x="7064707" y="1867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4" name="pt22214"/>
            <p:cNvSpPr/>
            <p:nvPr/>
          </p:nvSpPr>
          <p:spPr>
            <a:xfrm>
              <a:off x="7091916" y="2223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5" name="pt22215"/>
            <p:cNvSpPr/>
            <p:nvPr/>
          </p:nvSpPr>
          <p:spPr>
            <a:xfrm>
              <a:off x="7162633" y="1915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6" name="pt22216"/>
            <p:cNvSpPr/>
            <p:nvPr/>
          </p:nvSpPr>
          <p:spPr>
            <a:xfrm>
              <a:off x="6939338" y="2260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7" name="pt22217"/>
            <p:cNvSpPr/>
            <p:nvPr/>
          </p:nvSpPr>
          <p:spPr>
            <a:xfrm>
              <a:off x="7139170" y="2151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8" name="pt22218"/>
            <p:cNvSpPr/>
            <p:nvPr/>
          </p:nvSpPr>
          <p:spPr>
            <a:xfrm>
              <a:off x="7524177" y="2509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9" name="pt22219"/>
            <p:cNvSpPr/>
            <p:nvPr/>
          </p:nvSpPr>
          <p:spPr>
            <a:xfrm>
              <a:off x="7725675" y="2250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0" name="pt22220"/>
            <p:cNvSpPr/>
            <p:nvPr/>
          </p:nvSpPr>
          <p:spPr>
            <a:xfrm>
              <a:off x="7073531" y="2250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1" name="pt22221"/>
            <p:cNvSpPr/>
            <p:nvPr/>
          </p:nvSpPr>
          <p:spPr>
            <a:xfrm>
              <a:off x="7046394" y="229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2" name="pt22222"/>
            <p:cNvSpPr/>
            <p:nvPr/>
          </p:nvSpPr>
          <p:spPr>
            <a:xfrm>
              <a:off x="7119901" y="2158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3" name="pt22223"/>
            <p:cNvSpPr/>
            <p:nvPr/>
          </p:nvSpPr>
          <p:spPr>
            <a:xfrm>
              <a:off x="7241966" y="2178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4" name="pt22224"/>
            <p:cNvSpPr/>
            <p:nvPr/>
          </p:nvSpPr>
          <p:spPr>
            <a:xfrm>
              <a:off x="7391697" y="2129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5" name="pt22225"/>
            <p:cNvSpPr/>
            <p:nvPr/>
          </p:nvSpPr>
          <p:spPr>
            <a:xfrm>
              <a:off x="7191167" y="2069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6" name="pt22226"/>
            <p:cNvSpPr/>
            <p:nvPr/>
          </p:nvSpPr>
          <p:spPr>
            <a:xfrm>
              <a:off x="7497999" y="2384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7" name="pt22227"/>
            <p:cNvSpPr/>
            <p:nvPr/>
          </p:nvSpPr>
          <p:spPr>
            <a:xfrm>
              <a:off x="7075530" y="2060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8" name="pt22228"/>
            <p:cNvSpPr/>
            <p:nvPr/>
          </p:nvSpPr>
          <p:spPr>
            <a:xfrm>
              <a:off x="7055239" y="2266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9" name="pt22229"/>
            <p:cNvSpPr/>
            <p:nvPr/>
          </p:nvSpPr>
          <p:spPr>
            <a:xfrm>
              <a:off x="7065812" y="2111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0" name="pt22230"/>
            <p:cNvSpPr/>
            <p:nvPr/>
          </p:nvSpPr>
          <p:spPr>
            <a:xfrm>
              <a:off x="7258640" y="2197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1" name="pt22231"/>
            <p:cNvSpPr/>
            <p:nvPr/>
          </p:nvSpPr>
          <p:spPr>
            <a:xfrm>
              <a:off x="7112250" y="2043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2" name="pt22232"/>
            <p:cNvSpPr/>
            <p:nvPr/>
          </p:nvSpPr>
          <p:spPr>
            <a:xfrm>
              <a:off x="7266469" y="1944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3" name="pt22233"/>
            <p:cNvSpPr/>
            <p:nvPr/>
          </p:nvSpPr>
          <p:spPr>
            <a:xfrm>
              <a:off x="7560083" y="1947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4" name="pt22234"/>
            <p:cNvSpPr/>
            <p:nvPr/>
          </p:nvSpPr>
          <p:spPr>
            <a:xfrm>
              <a:off x="7098676" y="2202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5" name="pt22235"/>
            <p:cNvSpPr/>
            <p:nvPr/>
          </p:nvSpPr>
          <p:spPr>
            <a:xfrm>
              <a:off x="7182459" y="2150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6" name="pt22236"/>
            <p:cNvSpPr/>
            <p:nvPr/>
          </p:nvSpPr>
          <p:spPr>
            <a:xfrm>
              <a:off x="6993165" y="1992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7" name="pt22237"/>
            <p:cNvSpPr/>
            <p:nvPr/>
          </p:nvSpPr>
          <p:spPr>
            <a:xfrm>
              <a:off x="6839842" y="2105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8" name="pt22238"/>
            <p:cNvSpPr/>
            <p:nvPr/>
          </p:nvSpPr>
          <p:spPr>
            <a:xfrm>
              <a:off x="7313199" y="2055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9" name="pt22239"/>
            <p:cNvSpPr/>
            <p:nvPr/>
          </p:nvSpPr>
          <p:spPr>
            <a:xfrm>
              <a:off x="7158939" y="2193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0" name="pt22240"/>
            <p:cNvSpPr/>
            <p:nvPr/>
          </p:nvSpPr>
          <p:spPr>
            <a:xfrm>
              <a:off x="6742062" y="2466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1" name="pt22241"/>
            <p:cNvSpPr/>
            <p:nvPr/>
          </p:nvSpPr>
          <p:spPr>
            <a:xfrm>
              <a:off x="7204949" y="2077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2" name="pt22242"/>
            <p:cNvSpPr/>
            <p:nvPr/>
          </p:nvSpPr>
          <p:spPr>
            <a:xfrm>
              <a:off x="6902182" y="2032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3" name="pt22243"/>
            <p:cNvSpPr/>
            <p:nvPr/>
          </p:nvSpPr>
          <p:spPr>
            <a:xfrm>
              <a:off x="7102792" y="2196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4" name="pt22244"/>
            <p:cNvSpPr/>
            <p:nvPr/>
          </p:nvSpPr>
          <p:spPr>
            <a:xfrm>
              <a:off x="7115469" y="2049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5" name="pt22245"/>
            <p:cNvSpPr/>
            <p:nvPr/>
          </p:nvSpPr>
          <p:spPr>
            <a:xfrm>
              <a:off x="7100185" y="2253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6" name="pt22246"/>
            <p:cNvSpPr/>
            <p:nvPr/>
          </p:nvSpPr>
          <p:spPr>
            <a:xfrm>
              <a:off x="7303783" y="2016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7" name="pt22247"/>
            <p:cNvSpPr/>
            <p:nvPr/>
          </p:nvSpPr>
          <p:spPr>
            <a:xfrm>
              <a:off x="7270787" y="1994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8" name="pt22248"/>
            <p:cNvSpPr/>
            <p:nvPr/>
          </p:nvSpPr>
          <p:spPr>
            <a:xfrm>
              <a:off x="6886110" y="1943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9" name="pt22249"/>
            <p:cNvSpPr/>
            <p:nvPr/>
          </p:nvSpPr>
          <p:spPr>
            <a:xfrm>
              <a:off x="6889122" y="1954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0" name="pt22250"/>
            <p:cNvSpPr/>
            <p:nvPr/>
          </p:nvSpPr>
          <p:spPr>
            <a:xfrm>
              <a:off x="7502670" y="2699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1" name="pt22251"/>
            <p:cNvSpPr/>
            <p:nvPr/>
          </p:nvSpPr>
          <p:spPr>
            <a:xfrm>
              <a:off x="7097653" y="2212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2" name="pt22252"/>
            <p:cNvSpPr/>
            <p:nvPr/>
          </p:nvSpPr>
          <p:spPr>
            <a:xfrm>
              <a:off x="6968154" y="2063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3" name="pt22253"/>
            <p:cNvSpPr/>
            <p:nvPr/>
          </p:nvSpPr>
          <p:spPr>
            <a:xfrm>
              <a:off x="7326388" y="1983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4" name="pt22254"/>
            <p:cNvSpPr/>
            <p:nvPr/>
          </p:nvSpPr>
          <p:spPr>
            <a:xfrm>
              <a:off x="7276097" y="2040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5" name="pt22255"/>
            <p:cNvSpPr/>
            <p:nvPr/>
          </p:nvSpPr>
          <p:spPr>
            <a:xfrm>
              <a:off x="7175419" y="2068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6" name="pt22256"/>
            <p:cNvSpPr/>
            <p:nvPr/>
          </p:nvSpPr>
          <p:spPr>
            <a:xfrm>
              <a:off x="7282455" y="209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7" name="pt22257"/>
            <p:cNvSpPr/>
            <p:nvPr/>
          </p:nvSpPr>
          <p:spPr>
            <a:xfrm>
              <a:off x="7149272" y="2251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8" name="pt22258"/>
            <p:cNvSpPr/>
            <p:nvPr/>
          </p:nvSpPr>
          <p:spPr>
            <a:xfrm>
              <a:off x="7422376" y="2503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9" name="pt22259"/>
            <p:cNvSpPr/>
            <p:nvPr/>
          </p:nvSpPr>
          <p:spPr>
            <a:xfrm>
              <a:off x="7223113" y="203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0" name="pt22260"/>
            <p:cNvSpPr/>
            <p:nvPr/>
          </p:nvSpPr>
          <p:spPr>
            <a:xfrm>
              <a:off x="7134824" y="2093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1" name="pt22261"/>
            <p:cNvSpPr/>
            <p:nvPr/>
          </p:nvSpPr>
          <p:spPr>
            <a:xfrm>
              <a:off x="7179934" y="2124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2" name="pt22262"/>
            <p:cNvSpPr/>
            <p:nvPr/>
          </p:nvSpPr>
          <p:spPr>
            <a:xfrm>
              <a:off x="7269534" y="1993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3" name="pt22263"/>
            <p:cNvSpPr/>
            <p:nvPr/>
          </p:nvSpPr>
          <p:spPr>
            <a:xfrm>
              <a:off x="7190296" y="2073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4" name="pt22264"/>
            <p:cNvSpPr/>
            <p:nvPr/>
          </p:nvSpPr>
          <p:spPr>
            <a:xfrm>
              <a:off x="7219272" y="2054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5" name="pt22265"/>
            <p:cNvSpPr/>
            <p:nvPr/>
          </p:nvSpPr>
          <p:spPr>
            <a:xfrm>
              <a:off x="7094673" y="2256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6" name="pt22266"/>
            <p:cNvSpPr/>
            <p:nvPr/>
          </p:nvSpPr>
          <p:spPr>
            <a:xfrm>
              <a:off x="7144628" y="2233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7" name="pt22267"/>
            <p:cNvSpPr/>
            <p:nvPr/>
          </p:nvSpPr>
          <p:spPr>
            <a:xfrm>
              <a:off x="7276413" y="2128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8" name="pt22268"/>
            <p:cNvSpPr/>
            <p:nvPr/>
          </p:nvSpPr>
          <p:spPr>
            <a:xfrm>
              <a:off x="7138976" y="2176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9" name="pt22269"/>
            <p:cNvSpPr/>
            <p:nvPr/>
          </p:nvSpPr>
          <p:spPr>
            <a:xfrm>
              <a:off x="7151153" y="2345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0" name="pt22270"/>
            <p:cNvSpPr/>
            <p:nvPr/>
          </p:nvSpPr>
          <p:spPr>
            <a:xfrm>
              <a:off x="7172103" y="1994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1" name="pt22271"/>
            <p:cNvSpPr/>
            <p:nvPr/>
          </p:nvSpPr>
          <p:spPr>
            <a:xfrm>
              <a:off x="7339464" y="212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2" name="pt22272"/>
            <p:cNvSpPr/>
            <p:nvPr/>
          </p:nvSpPr>
          <p:spPr>
            <a:xfrm>
              <a:off x="6903189" y="2071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3" name="pt22273"/>
            <p:cNvSpPr/>
            <p:nvPr/>
          </p:nvSpPr>
          <p:spPr>
            <a:xfrm>
              <a:off x="7224855" y="2080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4" name="pt22274"/>
            <p:cNvSpPr/>
            <p:nvPr/>
          </p:nvSpPr>
          <p:spPr>
            <a:xfrm>
              <a:off x="7070252" y="1850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5" name="pt22275"/>
            <p:cNvSpPr/>
            <p:nvPr/>
          </p:nvSpPr>
          <p:spPr>
            <a:xfrm>
              <a:off x="7133805" y="2074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6" name="pt22276"/>
            <p:cNvSpPr/>
            <p:nvPr/>
          </p:nvSpPr>
          <p:spPr>
            <a:xfrm>
              <a:off x="7186024" y="2108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7" name="pt22277"/>
            <p:cNvSpPr/>
            <p:nvPr/>
          </p:nvSpPr>
          <p:spPr>
            <a:xfrm>
              <a:off x="7496927" y="2180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8" name="pt22278"/>
            <p:cNvSpPr/>
            <p:nvPr/>
          </p:nvSpPr>
          <p:spPr>
            <a:xfrm>
              <a:off x="7034691" y="2064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9" name="pt22279"/>
            <p:cNvSpPr/>
            <p:nvPr/>
          </p:nvSpPr>
          <p:spPr>
            <a:xfrm>
              <a:off x="7172298" y="1987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0" name="pt22280"/>
            <p:cNvSpPr/>
            <p:nvPr/>
          </p:nvSpPr>
          <p:spPr>
            <a:xfrm>
              <a:off x="7188770" y="2063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1" name="pt22281"/>
            <p:cNvSpPr/>
            <p:nvPr/>
          </p:nvSpPr>
          <p:spPr>
            <a:xfrm>
              <a:off x="7661065" y="2356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2" name="pt22282"/>
            <p:cNvSpPr/>
            <p:nvPr/>
          </p:nvSpPr>
          <p:spPr>
            <a:xfrm>
              <a:off x="6937962" y="2015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3" name="pt22283"/>
            <p:cNvSpPr/>
            <p:nvPr/>
          </p:nvSpPr>
          <p:spPr>
            <a:xfrm>
              <a:off x="7299896" y="1990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4" name="pt22284"/>
            <p:cNvSpPr/>
            <p:nvPr/>
          </p:nvSpPr>
          <p:spPr>
            <a:xfrm>
              <a:off x="6982152" y="1960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5" name="pt22285"/>
            <p:cNvSpPr/>
            <p:nvPr/>
          </p:nvSpPr>
          <p:spPr>
            <a:xfrm>
              <a:off x="6947898" y="2180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6" name="pt22286"/>
            <p:cNvSpPr/>
            <p:nvPr/>
          </p:nvSpPr>
          <p:spPr>
            <a:xfrm>
              <a:off x="7075176" y="2256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7" name="pt22287"/>
            <p:cNvSpPr/>
            <p:nvPr/>
          </p:nvSpPr>
          <p:spPr>
            <a:xfrm>
              <a:off x="7143190" y="2171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8" name="pt22288"/>
            <p:cNvSpPr/>
            <p:nvPr/>
          </p:nvSpPr>
          <p:spPr>
            <a:xfrm>
              <a:off x="7167010" y="2074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9" name="pt22289"/>
            <p:cNvSpPr/>
            <p:nvPr/>
          </p:nvSpPr>
          <p:spPr>
            <a:xfrm>
              <a:off x="6575275" y="1650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0" name="pt22290"/>
            <p:cNvSpPr/>
            <p:nvPr/>
          </p:nvSpPr>
          <p:spPr>
            <a:xfrm>
              <a:off x="7291764" y="1931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1" name="pt22291"/>
            <p:cNvSpPr/>
            <p:nvPr/>
          </p:nvSpPr>
          <p:spPr>
            <a:xfrm>
              <a:off x="7035269" y="2177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2" name="pt22292"/>
            <p:cNvSpPr/>
            <p:nvPr/>
          </p:nvSpPr>
          <p:spPr>
            <a:xfrm>
              <a:off x="7119870" y="2116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3" name="pt22293"/>
            <p:cNvSpPr/>
            <p:nvPr/>
          </p:nvSpPr>
          <p:spPr>
            <a:xfrm>
              <a:off x="7110079" y="2162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4" name="pt22294"/>
            <p:cNvSpPr/>
            <p:nvPr/>
          </p:nvSpPr>
          <p:spPr>
            <a:xfrm>
              <a:off x="7004353" y="2007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5" name="pt22295"/>
            <p:cNvSpPr/>
            <p:nvPr/>
          </p:nvSpPr>
          <p:spPr>
            <a:xfrm>
              <a:off x="7441898" y="2779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6" name="pt22296"/>
            <p:cNvSpPr/>
            <p:nvPr/>
          </p:nvSpPr>
          <p:spPr>
            <a:xfrm>
              <a:off x="7259536" y="2076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7" name="pt22297"/>
            <p:cNvSpPr/>
            <p:nvPr/>
          </p:nvSpPr>
          <p:spPr>
            <a:xfrm>
              <a:off x="7129707" y="2133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8" name="pt22298"/>
            <p:cNvSpPr/>
            <p:nvPr/>
          </p:nvSpPr>
          <p:spPr>
            <a:xfrm>
              <a:off x="7202640" y="2110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9" name="pt22299"/>
            <p:cNvSpPr/>
            <p:nvPr/>
          </p:nvSpPr>
          <p:spPr>
            <a:xfrm>
              <a:off x="7271810" y="2025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0" name="pt22300"/>
            <p:cNvSpPr/>
            <p:nvPr/>
          </p:nvSpPr>
          <p:spPr>
            <a:xfrm>
              <a:off x="7171133" y="2018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1" name="pt22301"/>
            <p:cNvSpPr/>
            <p:nvPr/>
          </p:nvSpPr>
          <p:spPr>
            <a:xfrm>
              <a:off x="6979860" y="2093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2" name="pt22302"/>
            <p:cNvSpPr/>
            <p:nvPr/>
          </p:nvSpPr>
          <p:spPr>
            <a:xfrm>
              <a:off x="7614611" y="2396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3" name="pt22303"/>
            <p:cNvSpPr/>
            <p:nvPr/>
          </p:nvSpPr>
          <p:spPr>
            <a:xfrm>
              <a:off x="7325811" y="1998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4" name="pt22304"/>
            <p:cNvSpPr/>
            <p:nvPr/>
          </p:nvSpPr>
          <p:spPr>
            <a:xfrm>
              <a:off x="7190610" y="2077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5" name="pt22305"/>
            <p:cNvSpPr/>
            <p:nvPr/>
          </p:nvSpPr>
          <p:spPr>
            <a:xfrm>
              <a:off x="7345807" y="2053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6" name="pt22306"/>
            <p:cNvSpPr/>
            <p:nvPr/>
          </p:nvSpPr>
          <p:spPr>
            <a:xfrm>
              <a:off x="7443049" y="2486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7" name="pt22307"/>
            <p:cNvSpPr/>
            <p:nvPr/>
          </p:nvSpPr>
          <p:spPr>
            <a:xfrm>
              <a:off x="7121928" y="2011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8" name="pt22308"/>
            <p:cNvSpPr/>
            <p:nvPr/>
          </p:nvSpPr>
          <p:spPr>
            <a:xfrm>
              <a:off x="7183767" y="2176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9" name="pt22309"/>
            <p:cNvSpPr/>
            <p:nvPr/>
          </p:nvSpPr>
          <p:spPr>
            <a:xfrm>
              <a:off x="7239609" y="2011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0" name="pt22310"/>
            <p:cNvSpPr/>
            <p:nvPr/>
          </p:nvSpPr>
          <p:spPr>
            <a:xfrm>
              <a:off x="7301450" y="1932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1" name="pt22311"/>
            <p:cNvSpPr/>
            <p:nvPr/>
          </p:nvSpPr>
          <p:spPr>
            <a:xfrm>
              <a:off x="7262681" y="2103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2" name="pt22312"/>
            <p:cNvSpPr/>
            <p:nvPr/>
          </p:nvSpPr>
          <p:spPr>
            <a:xfrm>
              <a:off x="7111407" y="2053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3" name="pt22313"/>
            <p:cNvSpPr/>
            <p:nvPr/>
          </p:nvSpPr>
          <p:spPr>
            <a:xfrm>
              <a:off x="7179136" y="2121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4" name="pt22314"/>
            <p:cNvSpPr/>
            <p:nvPr/>
          </p:nvSpPr>
          <p:spPr>
            <a:xfrm>
              <a:off x="7391251" y="2157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5" name="pt22315"/>
            <p:cNvSpPr/>
            <p:nvPr/>
          </p:nvSpPr>
          <p:spPr>
            <a:xfrm>
              <a:off x="7133331" y="2147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6" name="pt22316"/>
            <p:cNvSpPr/>
            <p:nvPr/>
          </p:nvSpPr>
          <p:spPr>
            <a:xfrm>
              <a:off x="6797057" y="2301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7" name="pt22317"/>
            <p:cNvSpPr/>
            <p:nvPr/>
          </p:nvSpPr>
          <p:spPr>
            <a:xfrm>
              <a:off x="7243725" y="2158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8" name="pt22318"/>
            <p:cNvSpPr/>
            <p:nvPr/>
          </p:nvSpPr>
          <p:spPr>
            <a:xfrm>
              <a:off x="7176188" y="1992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9" name="pt22319"/>
            <p:cNvSpPr/>
            <p:nvPr/>
          </p:nvSpPr>
          <p:spPr>
            <a:xfrm>
              <a:off x="7122257" y="2059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0" name="pt22320"/>
            <p:cNvSpPr/>
            <p:nvPr/>
          </p:nvSpPr>
          <p:spPr>
            <a:xfrm>
              <a:off x="6803883" y="2317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1" name="pt22321"/>
            <p:cNvSpPr/>
            <p:nvPr/>
          </p:nvSpPr>
          <p:spPr>
            <a:xfrm>
              <a:off x="7383578" y="2249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2" name="pt22322"/>
            <p:cNvSpPr/>
            <p:nvPr/>
          </p:nvSpPr>
          <p:spPr>
            <a:xfrm>
              <a:off x="7177181" y="2107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3" name="pt22323"/>
            <p:cNvSpPr/>
            <p:nvPr/>
          </p:nvSpPr>
          <p:spPr>
            <a:xfrm>
              <a:off x="6998447" y="1929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4" name="pt22324"/>
            <p:cNvSpPr/>
            <p:nvPr/>
          </p:nvSpPr>
          <p:spPr>
            <a:xfrm>
              <a:off x="7420914" y="2433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5" name="pt22325"/>
            <p:cNvSpPr/>
            <p:nvPr/>
          </p:nvSpPr>
          <p:spPr>
            <a:xfrm>
              <a:off x="7115963" y="2206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6" name="pt22326"/>
            <p:cNvSpPr/>
            <p:nvPr/>
          </p:nvSpPr>
          <p:spPr>
            <a:xfrm>
              <a:off x="7248813" y="2151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7" name="pt22327"/>
            <p:cNvSpPr/>
            <p:nvPr/>
          </p:nvSpPr>
          <p:spPr>
            <a:xfrm>
              <a:off x="7307389" y="1979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8" name="pt22328"/>
            <p:cNvSpPr/>
            <p:nvPr/>
          </p:nvSpPr>
          <p:spPr>
            <a:xfrm>
              <a:off x="7095263" y="2082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9" name="pt22329"/>
            <p:cNvSpPr/>
            <p:nvPr/>
          </p:nvSpPr>
          <p:spPr>
            <a:xfrm>
              <a:off x="7045278" y="2194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0" name="pt22330"/>
            <p:cNvSpPr/>
            <p:nvPr/>
          </p:nvSpPr>
          <p:spPr>
            <a:xfrm>
              <a:off x="7222025" y="2241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1" name="pt22331"/>
            <p:cNvSpPr/>
            <p:nvPr/>
          </p:nvSpPr>
          <p:spPr>
            <a:xfrm>
              <a:off x="7073268" y="2248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2" name="pt22332"/>
            <p:cNvSpPr/>
            <p:nvPr/>
          </p:nvSpPr>
          <p:spPr>
            <a:xfrm>
              <a:off x="7181276" y="2152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3" name="pt22333"/>
            <p:cNvSpPr/>
            <p:nvPr/>
          </p:nvSpPr>
          <p:spPr>
            <a:xfrm>
              <a:off x="6973297" y="2019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4" name="pt22334"/>
            <p:cNvSpPr/>
            <p:nvPr/>
          </p:nvSpPr>
          <p:spPr>
            <a:xfrm>
              <a:off x="6967891" y="2084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5" name="pt22335"/>
            <p:cNvSpPr/>
            <p:nvPr/>
          </p:nvSpPr>
          <p:spPr>
            <a:xfrm>
              <a:off x="7412119" y="2330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6" name="pt22336"/>
            <p:cNvSpPr/>
            <p:nvPr/>
          </p:nvSpPr>
          <p:spPr>
            <a:xfrm>
              <a:off x="7143228" y="2228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7" name="pt22337"/>
            <p:cNvSpPr/>
            <p:nvPr/>
          </p:nvSpPr>
          <p:spPr>
            <a:xfrm>
              <a:off x="6857111" y="2398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8" name="pt22338"/>
            <p:cNvSpPr/>
            <p:nvPr/>
          </p:nvSpPr>
          <p:spPr>
            <a:xfrm>
              <a:off x="7345059" y="2058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9" name="pt22339"/>
            <p:cNvSpPr/>
            <p:nvPr/>
          </p:nvSpPr>
          <p:spPr>
            <a:xfrm>
              <a:off x="7068452" y="2080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0" name="pt22340"/>
            <p:cNvSpPr/>
            <p:nvPr/>
          </p:nvSpPr>
          <p:spPr>
            <a:xfrm>
              <a:off x="7172738" y="2007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1" name="pt22341"/>
            <p:cNvSpPr/>
            <p:nvPr/>
          </p:nvSpPr>
          <p:spPr>
            <a:xfrm>
              <a:off x="7067883" y="2161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2" name="pt22342"/>
            <p:cNvSpPr/>
            <p:nvPr/>
          </p:nvSpPr>
          <p:spPr>
            <a:xfrm>
              <a:off x="6971917" y="2014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3" name="pt22343"/>
            <p:cNvSpPr/>
            <p:nvPr/>
          </p:nvSpPr>
          <p:spPr>
            <a:xfrm>
              <a:off x="7195294" y="2045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4" name="pt22344"/>
            <p:cNvSpPr/>
            <p:nvPr/>
          </p:nvSpPr>
          <p:spPr>
            <a:xfrm>
              <a:off x="7325948" y="2037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5" name="pt22345"/>
            <p:cNvSpPr/>
            <p:nvPr/>
          </p:nvSpPr>
          <p:spPr>
            <a:xfrm>
              <a:off x="7108149" y="2144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6" name="pt22346"/>
            <p:cNvSpPr/>
            <p:nvPr/>
          </p:nvSpPr>
          <p:spPr>
            <a:xfrm>
              <a:off x="7305789" y="1835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7" name="pt22347"/>
            <p:cNvSpPr/>
            <p:nvPr/>
          </p:nvSpPr>
          <p:spPr>
            <a:xfrm>
              <a:off x="7175009" y="2011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8" name="pt22348"/>
            <p:cNvSpPr/>
            <p:nvPr/>
          </p:nvSpPr>
          <p:spPr>
            <a:xfrm>
              <a:off x="7353934" y="2028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9" name="pt22349"/>
            <p:cNvSpPr/>
            <p:nvPr/>
          </p:nvSpPr>
          <p:spPr>
            <a:xfrm>
              <a:off x="7400003" y="2688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0" name="pt22350"/>
            <p:cNvSpPr/>
            <p:nvPr/>
          </p:nvSpPr>
          <p:spPr>
            <a:xfrm>
              <a:off x="7235675" y="2166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1" name="pt22351"/>
            <p:cNvSpPr/>
            <p:nvPr/>
          </p:nvSpPr>
          <p:spPr>
            <a:xfrm>
              <a:off x="7246571" y="2173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2" name="pt22352"/>
            <p:cNvSpPr/>
            <p:nvPr/>
          </p:nvSpPr>
          <p:spPr>
            <a:xfrm>
              <a:off x="7162759" y="2081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3" name="pt22353"/>
            <p:cNvSpPr/>
            <p:nvPr/>
          </p:nvSpPr>
          <p:spPr>
            <a:xfrm>
              <a:off x="7047922" y="2144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4" name="pt22354"/>
            <p:cNvSpPr/>
            <p:nvPr/>
          </p:nvSpPr>
          <p:spPr>
            <a:xfrm>
              <a:off x="7349578" y="2159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5" name="pt22355"/>
            <p:cNvSpPr/>
            <p:nvPr/>
          </p:nvSpPr>
          <p:spPr>
            <a:xfrm>
              <a:off x="7428455" y="2384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6" name="pt22356"/>
            <p:cNvSpPr/>
            <p:nvPr/>
          </p:nvSpPr>
          <p:spPr>
            <a:xfrm>
              <a:off x="7080854" y="1988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7" name="pt22357"/>
            <p:cNvSpPr/>
            <p:nvPr/>
          </p:nvSpPr>
          <p:spPr>
            <a:xfrm>
              <a:off x="7099503" y="2201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8" name="pt22358"/>
            <p:cNvSpPr/>
            <p:nvPr/>
          </p:nvSpPr>
          <p:spPr>
            <a:xfrm>
              <a:off x="6929307" y="2181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9" name="pt22359"/>
            <p:cNvSpPr/>
            <p:nvPr/>
          </p:nvSpPr>
          <p:spPr>
            <a:xfrm>
              <a:off x="6952150" y="2143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0" name="pt22360"/>
            <p:cNvSpPr/>
            <p:nvPr/>
          </p:nvSpPr>
          <p:spPr>
            <a:xfrm>
              <a:off x="7074191" y="2227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1" name="pt22361"/>
            <p:cNvSpPr/>
            <p:nvPr/>
          </p:nvSpPr>
          <p:spPr>
            <a:xfrm>
              <a:off x="7061164" y="1882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2" name="pt22362"/>
            <p:cNvSpPr/>
            <p:nvPr/>
          </p:nvSpPr>
          <p:spPr>
            <a:xfrm>
              <a:off x="6855056" y="230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3" name="pt22363"/>
            <p:cNvSpPr/>
            <p:nvPr/>
          </p:nvSpPr>
          <p:spPr>
            <a:xfrm>
              <a:off x="7276684" y="1947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4" name="pt22364"/>
            <p:cNvSpPr/>
            <p:nvPr/>
          </p:nvSpPr>
          <p:spPr>
            <a:xfrm>
              <a:off x="7247399" y="2067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5" name="pt22365"/>
            <p:cNvSpPr/>
            <p:nvPr/>
          </p:nvSpPr>
          <p:spPr>
            <a:xfrm>
              <a:off x="7075946" y="2103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6" name="pt22366"/>
            <p:cNvSpPr/>
            <p:nvPr/>
          </p:nvSpPr>
          <p:spPr>
            <a:xfrm>
              <a:off x="7157695" y="2179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7" name="pt22367"/>
            <p:cNvSpPr/>
            <p:nvPr/>
          </p:nvSpPr>
          <p:spPr>
            <a:xfrm>
              <a:off x="7129089" y="2115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8" name="pt22368"/>
            <p:cNvSpPr/>
            <p:nvPr/>
          </p:nvSpPr>
          <p:spPr>
            <a:xfrm>
              <a:off x="6932353" y="2224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9" name="pt22369"/>
            <p:cNvSpPr/>
            <p:nvPr/>
          </p:nvSpPr>
          <p:spPr>
            <a:xfrm>
              <a:off x="7345834" y="2123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0" name="pt22370"/>
            <p:cNvSpPr/>
            <p:nvPr/>
          </p:nvSpPr>
          <p:spPr>
            <a:xfrm>
              <a:off x="7159686" y="2033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1" name="pt22371"/>
            <p:cNvSpPr/>
            <p:nvPr/>
          </p:nvSpPr>
          <p:spPr>
            <a:xfrm>
              <a:off x="7002746" y="1925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2" name="pt22372"/>
            <p:cNvSpPr/>
            <p:nvPr/>
          </p:nvSpPr>
          <p:spPr>
            <a:xfrm>
              <a:off x="6939626" y="2130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3" name="pt22373"/>
            <p:cNvSpPr/>
            <p:nvPr/>
          </p:nvSpPr>
          <p:spPr>
            <a:xfrm>
              <a:off x="7335460" y="1976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4" name="pt22374"/>
            <p:cNvSpPr/>
            <p:nvPr/>
          </p:nvSpPr>
          <p:spPr>
            <a:xfrm>
              <a:off x="7273064" y="2051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5" name="pt22375"/>
            <p:cNvSpPr/>
            <p:nvPr/>
          </p:nvSpPr>
          <p:spPr>
            <a:xfrm>
              <a:off x="7290917" y="1898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6" name="pt22376"/>
            <p:cNvSpPr/>
            <p:nvPr/>
          </p:nvSpPr>
          <p:spPr>
            <a:xfrm>
              <a:off x="7442081" y="2428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7" name="pt22377"/>
            <p:cNvSpPr/>
            <p:nvPr/>
          </p:nvSpPr>
          <p:spPr>
            <a:xfrm>
              <a:off x="7141910" y="2233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8" name="pt22378"/>
            <p:cNvSpPr/>
            <p:nvPr/>
          </p:nvSpPr>
          <p:spPr>
            <a:xfrm>
              <a:off x="7120381" y="2193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9" name="pt22379"/>
            <p:cNvSpPr/>
            <p:nvPr/>
          </p:nvSpPr>
          <p:spPr>
            <a:xfrm>
              <a:off x="6976408" y="2036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0" name="pt22380"/>
            <p:cNvSpPr/>
            <p:nvPr/>
          </p:nvSpPr>
          <p:spPr>
            <a:xfrm>
              <a:off x="6934848" y="2195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1" name="pt22381"/>
            <p:cNvSpPr/>
            <p:nvPr/>
          </p:nvSpPr>
          <p:spPr>
            <a:xfrm>
              <a:off x="7212365" y="2342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2" name="pt22382"/>
            <p:cNvSpPr/>
            <p:nvPr/>
          </p:nvSpPr>
          <p:spPr>
            <a:xfrm>
              <a:off x="7298907" y="2075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3" name="pt22383"/>
            <p:cNvSpPr/>
            <p:nvPr/>
          </p:nvSpPr>
          <p:spPr>
            <a:xfrm>
              <a:off x="6824788" y="2046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4" name="pt22384"/>
            <p:cNvSpPr/>
            <p:nvPr/>
          </p:nvSpPr>
          <p:spPr>
            <a:xfrm>
              <a:off x="7170231" y="1995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5" name="pt22385"/>
            <p:cNvSpPr/>
            <p:nvPr/>
          </p:nvSpPr>
          <p:spPr>
            <a:xfrm>
              <a:off x="7065580" y="1702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6" name="pt22386"/>
            <p:cNvSpPr/>
            <p:nvPr/>
          </p:nvSpPr>
          <p:spPr>
            <a:xfrm>
              <a:off x="6878470" y="2248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7" name="pt22387"/>
            <p:cNvSpPr/>
            <p:nvPr/>
          </p:nvSpPr>
          <p:spPr>
            <a:xfrm>
              <a:off x="7204396" y="2158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8" name="pt22388"/>
            <p:cNvSpPr/>
            <p:nvPr/>
          </p:nvSpPr>
          <p:spPr>
            <a:xfrm>
              <a:off x="7079832" y="2093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9" name="pt22389"/>
            <p:cNvSpPr/>
            <p:nvPr/>
          </p:nvSpPr>
          <p:spPr>
            <a:xfrm>
              <a:off x="7124078" y="2137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0" name="pt22390"/>
            <p:cNvSpPr/>
            <p:nvPr/>
          </p:nvSpPr>
          <p:spPr>
            <a:xfrm>
              <a:off x="7356148" y="232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1" name="pt22391"/>
            <p:cNvSpPr/>
            <p:nvPr/>
          </p:nvSpPr>
          <p:spPr>
            <a:xfrm>
              <a:off x="7172059" y="2023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2" name="pt22392"/>
            <p:cNvSpPr/>
            <p:nvPr/>
          </p:nvSpPr>
          <p:spPr>
            <a:xfrm>
              <a:off x="6962607" y="2062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3" name="pt22393"/>
            <p:cNvSpPr/>
            <p:nvPr/>
          </p:nvSpPr>
          <p:spPr>
            <a:xfrm>
              <a:off x="7200357" y="1969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4" name="pt22394"/>
            <p:cNvSpPr/>
            <p:nvPr/>
          </p:nvSpPr>
          <p:spPr>
            <a:xfrm>
              <a:off x="7139600" y="2267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5" name="pt22395"/>
            <p:cNvSpPr/>
            <p:nvPr/>
          </p:nvSpPr>
          <p:spPr>
            <a:xfrm>
              <a:off x="6963662" y="2061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6" name="pt22396"/>
            <p:cNvSpPr/>
            <p:nvPr/>
          </p:nvSpPr>
          <p:spPr>
            <a:xfrm>
              <a:off x="7116435" y="2111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7" name="pt22397"/>
            <p:cNvSpPr/>
            <p:nvPr/>
          </p:nvSpPr>
          <p:spPr>
            <a:xfrm>
              <a:off x="6923776" y="2098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8" name="pt22398"/>
            <p:cNvSpPr/>
            <p:nvPr/>
          </p:nvSpPr>
          <p:spPr>
            <a:xfrm>
              <a:off x="6850003" y="2243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9" name="pt22399"/>
            <p:cNvSpPr/>
            <p:nvPr/>
          </p:nvSpPr>
          <p:spPr>
            <a:xfrm>
              <a:off x="6954066" y="2229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0" name="pt22400"/>
            <p:cNvSpPr/>
            <p:nvPr/>
          </p:nvSpPr>
          <p:spPr>
            <a:xfrm>
              <a:off x="6814634" y="2450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1" name="pt22401"/>
            <p:cNvSpPr/>
            <p:nvPr/>
          </p:nvSpPr>
          <p:spPr>
            <a:xfrm>
              <a:off x="7173093" y="1992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2" name="pt22402"/>
            <p:cNvSpPr/>
            <p:nvPr/>
          </p:nvSpPr>
          <p:spPr>
            <a:xfrm>
              <a:off x="7047998" y="2202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3" name="pt22403"/>
            <p:cNvSpPr/>
            <p:nvPr/>
          </p:nvSpPr>
          <p:spPr>
            <a:xfrm>
              <a:off x="7278124" y="212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4" name="pt22404"/>
            <p:cNvSpPr/>
            <p:nvPr/>
          </p:nvSpPr>
          <p:spPr>
            <a:xfrm>
              <a:off x="7462866" y="2962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5" name="pt22405"/>
            <p:cNvSpPr/>
            <p:nvPr/>
          </p:nvSpPr>
          <p:spPr>
            <a:xfrm>
              <a:off x="7299019" y="1944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6" name="pt22406"/>
            <p:cNvSpPr/>
            <p:nvPr/>
          </p:nvSpPr>
          <p:spPr>
            <a:xfrm>
              <a:off x="7028659" y="1797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7" name="pt22407"/>
            <p:cNvSpPr/>
            <p:nvPr/>
          </p:nvSpPr>
          <p:spPr>
            <a:xfrm>
              <a:off x="6927395" y="2157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8" name="pt22408"/>
            <p:cNvSpPr/>
            <p:nvPr/>
          </p:nvSpPr>
          <p:spPr>
            <a:xfrm>
              <a:off x="7219996" y="2241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9" name="pt22409"/>
            <p:cNvSpPr/>
            <p:nvPr/>
          </p:nvSpPr>
          <p:spPr>
            <a:xfrm>
              <a:off x="7192593" y="2019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0" name="pt22410"/>
            <p:cNvSpPr/>
            <p:nvPr/>
          </p:nvSpPr>
          <p:spPr>
            <a:xfrm>
              <a:off x="7036498" y="2175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1" name="pt22411"/>
            <p:cNvSpPr/>
            <p:nvPr/>
          </p:nvSpPr>
          <p:spPr>
            <a:xfrm>
              <a:off x="6756799" y="247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2" name="pt22412"/>
            <p:cNvSpPr/>
            <p:nvPr/>
          </p:nvSpPr>
          <p:spPr>
            <a:xfrm>
              <a:off x="7200222" y="2009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3" name="pt22413"/>
            <p:cNvSpPr/>
            <p:nvPr/>
          </p:nvSpPr>
          <p:spPr>
            <a:xfrm>
              <a:off x="7222831" y="2082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4" name="pt22414"/>
            <p:cNvSpPr/>
            <p:nvPr/>
          </p:nvSpPr>
          <p:spPr>
            <a:xfrm>
              <a:off x="7095834" y="223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5" name="pt22415"/>
            <p:cNvSpPr/>
            <p:nvPr/>
          </p:nvSpPr>
          <p:spPr>
            <a:xfrm>
              <a:off x="6814106" y="2161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6" name="pt22416"/>
            <p:cNvSpPr/>
            <p:nvPr/>
          </p:nvSpPr>
          <p:spPr>
            <a:xfrm>
              <a:off x="7080098" y="2118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7" name="pt22417"/>
            <p:cNvSpPr/>
            <p:nvPr/>
          </p:nvSpPr>
          <p:spPr>
            <a:xfrm>
              <a:off x="7451889" y="275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8" name="pt22418"/>
            <p:cNvSpPr/>
            <p:nvPr/>
          </p:nvSpPr>
          <p:spPr>
            <a:xfrm>
              <a:off x="7016811" y="1999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9" name="pt22419"/>
            <p:cNvSpPr/>
            <p:nvPr/>
          </p:nvSpPr>
          <p:spPr>
            <a:xfrm>
              <a:off x="7047091" y="2232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0" name="pt22420"/>
            <p:cNvSpPr/>
            <p:nvPr/>
          </p:nvSpPr>
          <p:spPr>
            <a:xfrm>
              <a:off x="7209494" y="2176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1" name="pt22421"/>
            <p:cNvSpPr/>
            <p:nvPr/>
          </p:nvSpPr>
          <p:spPr>
            <a:xfrm>
              <a:off x="7216146" y="2213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2" name="pt22422"/>
            <p:cNvSpPr/>
            <p:nvPr/>
          </p:nvSpPr>
          <p:spPr>
            <a:xfrm>
              <a:off x="7080951" y="1981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3" name="pt22423"/>
            <p:cNvSpPr/>
            <p:nvPr/>
          </p:nvSpPr>
          <p:spPr>
            <a:xfrm>
              <a:off x="7089798" y="2162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4" name="pt22424"/>
            <p:cNvSpPr/>
            <p:nvPr/>
          </p:nvSpPr>
          <p:spPr>
            <a:xfrm>
              <a:off x="6929168" y="2185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5" name="pt22425"/>
            <p:cNvSpPr/>
            <p:nvPr/>
          </p:nvSpPr>
          <p:spPr>
            <a:xfrm>
              <a:off x="6822148" y="2124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6" name="pt22426"/>
            <p:cNvSpPr/>
            <p:nvPr/>
          </p:nvSpPr>
          <p:spPr>
            <a:xfrm>
              <a:off x="7167869" y="1997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7" name="pt22427"/>
            <p:cNvSpPr/>
            <p:nvPr/>
          </p:nvSpPr>
          <p:spPr>
            <a:xfrm>
              <a:off x="7077156" y="2146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8" name="pt22428"/>
            <p:cNvSpPr/>
            <p:nvPr/>
          </p:nvSpPr>
          <p:spPr>
            <a:xfrm>
              <a:off x="7064950" y="1667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9" name="pt22429"/>
            <p:cNvSpPr/>
            <p:nvPr/>
          </p:nvSpPr>
          <p:spPr>
            <a:xfrm>
              <a:off x="6933775" y="2201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0" name="pt22430"/>
            <p:cNvSpPr/>
            <p:nvPr/>
          </p:nvSpPr>
          <p:spPr>
            <a:xfrm>
              <a:off x="7412691" y="2609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1" name="pt22431"/>
            <p:cNvSpPr/>
            <p:nvPr/>
          </p:nvSpPr>
          <p:spPr>
            <a:xfrm>
              <a:off x="7297466" y="1865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2" name="pt22432"/>
            <p:cNvSpPr/>
            <p:nvPr/>
          </p:nvSpPr>
          <p:spPr>
            <a:xfrm>
              <a:off x="7206531" y="2288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3" name="pt22433"/>
            <p:cNvSpPr/>
            <p:nvPr/>
          </p:nvSpPr>
          <p:spPr>
            <a:xfrm>
              <a:off x="6822106" y="1965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4" name="pt22434"/>
            <p:cNvSpPr/>
            <p:nvPr/>
          </p:nvSpPr>
          <p:spPr>
            <a:xfrm>
              <a:off x="7149106" y="2308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5" name="pt22435"/>
            <p:cNvSpPr/>
            <p:nvPr/>
          </p:nvSpPr>
          <p:spPr>
            <a:xfrm>
              <a:off x="7180655" y="2041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6" name="pt22436"/>
            <p:cNvSpPr/>
            <p:nvPr/>
          </p:nvSpPr>
          <p:spPr>
            <a:xfrm>
              <a:off x="6854578" y="2084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7" name="pt22437"/>
            <p:cNvSpPr/>
            <p:nvPr/>
          </p:nvSpPr>
          <p:spPr>
            <a:xfrm>
              <a:off x="7167234" y="205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8" name="pt22438"/>
            <p:cNvSpPr/>
            <p:nvPr/>
          </p:nvSpPr>
          <p:spPr>
            <a:xfrm>
              <a:off x="7552627" y="1851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9" name="pt22439"/>
            <p:cNvSpPr/>
            <p:nvPr/>
          </p:nvSpPr>
          <p:spPr>
            <a:xfrm>
              <a:off x="7323489" y="1930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0" name="pt22440"/>
            <p:cNvSpPr/>
            <p:nvPr/>
          </p:nvSpPr>
          <p:spPr>
            <a:xfrm>
              <a:off x="7099607" y="2256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1" name="pt22441"/>
            <p:cNvSpPr/>
            <p:nvPr/>
          </p:nvSpPr>
          <p:spPr>
            <a:xfrm>
              <a:off x="7012740" y="1760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2" name="pt22442"/>
            <p:cNvSpPr/>
            <p:nvPr/>
          </p:nvSpPr>
          <p:spPr>
            <a:xfrm>
              <a:off x="7147230" y="2164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3" name="pt22443"/>
            <p:cNvSpPr/>
            <p:nvPr/>
          </p:nvSpPr>
          <p:spPr>
            <a:xfrm>
              <a:off x="7049773" y="2416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4" name="pt22444"/>
            <p:cNvSpPr/>
            <p:nvPr/>
          </p:nvSpPr>
          <p:spPr>
            <a:xfrm>
              <a:off x="7117702" y="2104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5" name="pt22445"/>
            <p:cNvSpPr/>
            <p:nvPr/>
          </p:nvSpPr>
          <p:spPr>
            <a:xfrm>
              <a:off x="6870729" y="2147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6" name="pt22446"/>
            <p:cNvSpPr/>
            <p:nvPr/>
          </p:nvSpPr>
          <p:spPr>
            <a:xfrm>
              <a:off x="7019900" y="2055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7" name="pt22447"/>
            <p:cNvSpPr/>
            <p:nvPr/>
          </p:nvSpPr>
          <p:spPr>
            <a:xfrm>
              <a:off x="7303304" y="1972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8" name="pt22448"/>
            <p:cNvSpPr/>
            <p:nvPr/>
          </p:nvSpPr>
          <p:spPr>
            <a:xfrm>
              <a:off x="6914589" y="2085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9" name="pt22449"/>
            <p:cNvSpPr/>
            <p:nvPr/>
          </p:nvSpPr>
          <p:spPr>
            <a:xfrm>
              <a:off x="7152259" y="2273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0" name="pt22450"/>
            <p:cNvSpPr/>
            <p:nvPr/>
          </p:nvSpPr>
          <p:spPr>
            <a:xfrm>
              <a:off x="7299419" y="2186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1" name="pt22451"/>
            <p:cNvSpPr/>
            <p:nvPr/>
          </p:nvSpPr>
          <p:spPr>
            <a:xfrm>
              <a:off x="7146142" y="2242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2" name="pt22452"/>
            <p:cNvSpPr/>
            <p:nvPr/>
          </p:nvSpPr>
          <p:spPr>
            <a:xfrm>
              <a:off x="7274113" y="2021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3" name="pt22453"/>
            <p:cNvSpPr/>
            <p:nvPr/>
          </p:nvSpPr>
          <p:spPr>
            <a:xfrm>
              <a:off x="7323575" y="2062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4" name="pt22454"/>
            <p:cNvSpPr/>
            <p:nvPr/>
          </p:nvSpPr>
          <p:spPr>
            <a:xfrm>
              <a:off x="7117753" y="2082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5" name="pt22455"/>
            <p:cNvSpPr/>
            <p:nvPr/>
          </p:nvSpPr>
          <p:spPr>
            <a:xfrm>
              <a:off x="7070453" y="2036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6" name="pt22456"/>
            <p:cNvSpPr/>
            <p:nvPr/>
          </p:nvSpPr>
          <p:spPr>
            <a:xfrm>
              <a:off x="7111801" y="2098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7" name="pt22457"/>
            <p:cNvSpPr/>
            <p:nvPr/>
          </p:nvSpPr>
          <p:spPr>
            <a:xfrm>
              <a:off x="7406715" y="2619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8" name="pt22458"/>
            <p:cNvSpPr/>
            <p:nvPr/>
          </p:nvSpPr>
          <p:spPr>
            <a:xfrm>
              <a:off x="7158474" y="2200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9" name="pt22459"/>
            <p:cNvSpPr/>
            <p:nvPr/>
          </p:nvSpPr>
          <p:spPr>
            <a:xfrm>
              <a:off x="6888763" y="1554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0" name="pt22460"/>
            <p:cNvSpPr/>
            <p:nvPr/>
          </p:nvSpPr>
          <p:spPr>
            <a:xfrm>
              <a:off x="7328031" y="1891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1" name="pt22461"/>
            <p:cNvSpPr/>
            <p:nvPr/>
          </p:nvSpPr>
          <p:spPr>
            <a:xfrm>
              <a:off x="7152754" y="2324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2" name="pt22462"/>
            <p:cNvSpPr/>
            <p:nvPr/>
          </p:nvSpPr>
          <p:spPr>
            <a:xfrm>
              <a:off x="7127154" y="2193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3" name="pt22463"/>
            <p:cNvSpPr/>
            <p:nvPr/>
          </p:nvSpPr>
          <p:spPr>
            <a:xfrm>
              <a:off x="7157506" y="2178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4" name="pt22464"/>
            <p:cNvSpPr/>
            <p:nvPr/>
          </p:nvSpPr>
          <p:spPr>
            <a:xfrm>
              <a:off x="7348867" y="2099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5" name="pt22465"/>
            <p:cNvSpPr/>
            <p:nvPr/>
          </p:nvSpPr>
          <p:spPr>
            <a:xfrm>
              <a:off x="7426398" y="2504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6" name="pt22466"/>
            <p:cNvSpPr/>
            <p:nvPr/>
          </p:nvSpPr>
          <p:spPr>
            <a:xfrm>
              <a:off x="7107843" y="2186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7" name="pt22467"/>
            <p:cNvSpPr/>
            <p:nvPr/>
          </p:nvSpPr>
          <p:spPr>
            <a:xfrm>
              <a:off x="7371955" y="2508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8" name="pt22468"/>
            <p:cNvSpPr/>
            <p:nvPr/>
          </p:nvSpPr>
          <p:spPr>
            <a:xfrm>
              <a:off x="7288643" y="1954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9" name="pt22469"/>
            <p:cNvSpPr/>
            <p:nvPr/>
          </p:nvSpPr>
          <p:spPr>
            <a:xfrm>
              <a:off x="7094934" y="2179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0" name="pt22470"/>
            <p:cNvSpPr/>
            <p:nvPr/>
          </p:nvSpPr>
          <p:spPr>
            <a:xfrm>
              <a:off x="7388003" y="2033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1" name="pt22471"/>
            <p:cNvSpPr/>
            <p:nvPr/>
          </p:nvSpPr>
          <p:spPr>
            <a:xfrm>
              <a:off x="6939536" y="2233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2" name="pt22472"/>
            <p:cNvSpPr/>
            <p:nvPr/>
          </p:nvSpPr>
          <p:spPr>
            <a:xfrm>
              <a:off x="6801941" y="2716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3" name="pt22473"/>
            <p:cNvSpPr/>
            <p:nvPr/>
          </p:nvSpPr>
          <p:spPr>
            <a:xfrm>
              <a:off x="6998462" y="2050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4" name="pt22474"/>
            <p:cNvSpPr/>
            <p:nvPr/>
          </p:nvSpPr>
          <p:spPr>
            <a:xfrm>
              <a:off x="6723587" y="2515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5" name="pt22475"/>
            <p:cNvSpPr/>
            <p:nvPr/>
          </p:nvSpPr>
          <p:spPr>
            <a:xfrm>
              <a:off x="7082597" y="2103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6" name="pt22476"/>
            <p:cNvSpPr/>
            <p:nvPr/>
          </p:nvSpPr>
          <p:spPr>
            <a:xfrm>
              <a:off x="7068082" y="2082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7" name="pt22477"/>
            <p:cNvSpPr/>
            <p:nvPr/>
          </p:nvSpPr>
          <p:spPr>
            <a:xfrm>
              <a:off x="6929380" y="228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8" name="pt22478"/>
            <p:cNvSpPr/>
            <p:nvPr/>
          </p:nvSpPr>
          <p:spPr>
            <a:xfrm>
              <a:off x="7060041" y="2090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9" name="pt22479"/>
            <p:cNvSpPr/>
            <p:nvPr/>
          </p:nvSpPr>
          <p:spPr>
            <a:xfrm>
              <a:off x="6980774" y="1985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0" name="pt22480"/>
            <p:cNvSpPr/>
            <p:nvPr/>
          </p:nvSpPr>
          <p:spPr>
            <a:xfrm>
              <a:off x="7232303" y="224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1" name="pt22481"/>
            <p:cNvSpPr/>
            <p:nvPr/>
          </p:nvSpPr>
          <p:spPr>
            <a:xfrm>
              <a:off x="7376100" y="2129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2" name="pt22482"/>
            <p:cNvSpPr/>
            <p:nvPr/>
          </p:nvSpPr>
          <p:spPr>
            <a:xfrm>
              <a:off x="7180038" y="2092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3" name="pt22483"/>
            <p:cNvSpPr/>
            <p:nvPr/>
          </p:nvSpPr>
          <p:spPr>
            <a:xfrm>
              <a:off x="7200595" y="2016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4" name="pt22484"/>
            <p:cNvSpPr/>
            <p:nvPr/>
          </p:nvSpPr>
          <p:spPr>
            <a:xfrm>
              <a:off x="7116004" y="218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5" name="pt22485"/>
            <p:cNvSpPr/>
            <p:nvPr/>
          </p:nvSpPr>
          <p:spPr>
            <a:xfrm>
              <a:off x="7108903" y="2143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6" name="pt22486"/>
            <p:cNvSpPr/>
            <p:nvPr/>
          </p:nvSpPr>
          <p:spPr>
            <a:xfrm>
              <a:off x="7136642" y="220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7" name="pt22487"/>
            <p:cNvSpPr/>
            <p:nvPr/>
          </p:nvSpPr>
          <p:spPr>
            <a:xfrm>
              <a:off x="6934550" y="2126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8" name="pt22488"/>
            <p:cNvSpPr/>
            <p:nvPr/>
          </p:nvSpPr>
          <p:spPr>
            <a:xfrm>
              <a:off x="7293468" y="2072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9" name="pt22489"/>
            <p:cNvSpPr/>
            <p:nvPr/>
          </p:nvSpPr>
          <p:spPr>
            <a:xfrm>
              <a:off x="6931474" y="2319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0" name="pt22490"/>
            <p:cNvSpPr/>
            <p:nvPr/>
          </p:nvSpPr>
          <p:spPr>
            <a:xfrm>
              <a:off x="7191356" y="1997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1" name="pt22491"/>
            <p:cNvSpPr/>
            <p:nvPr/>
          </p:nvSpPr>
          <p:spPr>
            <a:xfrm>
              <a:off x="7110025" y="2126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2" name="pt22492"/>
            <p:cNvSpPr/>
            <p:nvPr/>
          </p:nvSpPr>
          <p:spPr>
            <a:xfrm>
              <a:off x="7142694" y="2263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3" name="pt22493"/>
            <p:cNvSpPr/>
            <p:nvPr/>
          </p:nvSpPr>
          <p:spPr>
            <a:xfrm>
              <a:off x="7201333" y="1989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4" name="pt22494"/>
            <p:cNvSpPr/>
            <p:nvPr/>
          </p:nvSpPr>
          <p:spPr>
            <a:xfrm>
              <a:off x="7012887" y="1839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5" name="pt22495"/>
            <p:cNvSpPr/>
            <p:nvPr/>
          </p:nvSpPr>
          <p:spPr>
            <a:xfrm>
              <a:off x="7197007" y="2054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6" name="pt22496"/>
            <p:cNvSpPr/>
            <p:nvPr/>
          </p:nvSpPr>
          <p:spPr>
            <a:xfrm>
              <a:off x="7745813" y="2472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7" name="pt22497"/>
            <p:cNvSpPr/>
            <p:nvPr/>
          </p:nvSpPr>
          <p:spPr>
            <a:xfrm>
              <a:off x="7503569" y="2569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8" name="pt22498"/>
            <p:cNvSpPr/>
            <p:nvPr/>
          </p:nvSpPr>
          <p:spPr>
            <a:xfrm>
              <a:off x="6905901" y="1913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9" name="pt22499"/>
            <p:cNvSpPr/>
            <p:nvPr/>
          </p:nvSpPr>
          <p:spPr>
            <a:xfrm>
              <a:off x="7185579" y="2148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0" name="pt22500"/>
            <p:cNvSpPr/>
            <p:nvPr/>
          </p:nvSpPr>
          <p:spPr>
            <a:xfrm>
              <a:off x="6950919" y="2069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1" name="pt22501"/>
            <p:cNvSpPr/>
            <p:nvPr/>
          </p:nvSpPr>
          <p:spPr>
            <a:xfrm>
              <a:off x="7014177" y="1898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2" name="pt22502"/>
            <p:cNvSpPr/>
            <p:nvPr/>
          </p:nvSpPr>
          <p:spPr>
            <a:xfrm>
              <a:off x="6939188" y="2260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3" name="pt22503"/>
            <p:cNvSpPr/>
            <p:nvPr/>
          </p:nvSpPr>
          <p:spPr>
            <a:xfrm>
              <a:off x="7443702" y="2752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4" name="pt22504"/>
            <p:cNvSpPr/>
            <p:nvPr/>
          </p:nvSpPr>
          <p:spPr>
            <a:xfrm>
              <a:off x="7009011" y="2115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5" name="pt22505"/>
            <p:cNvSpPr/>
            <p:nvPr/>
          </p:nvSpPr>
          <p:spPr>
            <a:xfrm>
              <a:off x="7236230" y="2070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6" name="pt22506"/>
            <p:cNvSpPr/>
            <p:nvPr/>
          </p:nvSpPr>
          <p:spPr>
            <a:xfrm>
              <a:off x="7134988" y="2243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7" name="pt22507"/>
            <p:cNvSpPr/>
            <p:nvPr/>
          </p:nvSpPr>
          <p:spPr>
            <a:xfrm>
              <a:off x="7522240" y="2071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8" name="pt22508"/>
            <p:cNvSpPr/>
            <p:nvPr/>
          </p:nvSpPr>
          <p:spPr>
            <a:xfrm>
              <a:off x="7303999" y="2012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9" name="pt22509"/>
            <p:cNvSpPr/>
            <p:nvPr/>
          </p:nvSpPr>
          <p:spPr>
            <a:xfrm>
              <a:off x="7215119" y="2251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0" name="pt22510"/>
            <p:cNvSpPr/>
            <p:nvPr/>
          </p:nvSpPr>
          <p:spPr>
            <a:xfrm>
              <a:off x="7206545" y="2088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1" name="pt22511"/>
            <p:cNvSpPr/>
            <p:nvPr/>
          </p:nvSpPr>
          <p:spPr>
            <a:xfrm>
              <a:off x="7153273" y="2243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2" name="pt22512"/>
            <p:cNvSpPr/>
            <p:nvPr/>
          </p:nvSpPr>
          <p:spPr>
            <a:xfrm>
              <a:off x="7198657" y="1985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3" name="pt22513"/>
            <p:cNvSpPr/>
            <p:nvPr/>
          </p:nvSpPr>
          <p:spPr>
            <a:xfrm>
              <a:off x="7148523" y="2369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4" name="pt22514"/>
            <p:cNvSpPr/>
            <p:nvPr/>
          </p:nvSpPr>
          <p:spPr>
            <a:xfrm>
              <a:off x="7229106" y="1979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5" name="pt22515"/>
            <p:cNvSpPr/>
            <p:nvPr/>
          </p:nvSpPr>
          <p:spPr>
            <a:xfrm>
              <a:off x="7137339" y="2206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6" name="pt22516"/>
            <p:cNvSpPr/>
            <p:nvPr/>
          </p:nvSpPr>
          <p:spPr>
            <a:xfrm>
              <a:off x="7181200" y="2127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7" name="pt22517"/>
            <p:cNvSpPr/>
            <p:nvPr/>
          </p:nvSpPr>
          <p:spPr>
            <a:xfrm>
              <a:off x="7229398" y="2154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8" name="pt22518"/>
            <p:cNvSpPr/>
            <p:nvPr/>
          </p:nvSpPr>
          <p:spPr>
            <a:xfrm>
              <a:off x="6862717" y="2178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9" name="pt22519"/>
            <p:cNvSpPr/>
            <p:nvPr/>
          </p:nvSpPr>
          <p:spPr>
            <a:xfrm>
              <a:off x="6999561" y="1996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0" name="pt22520"/>
            <p:cNvSpPr/>
            <p:nvPr/>
          </p:nvSpPr>
          <p:spPr>
            <a:xfrm>
              <a:off x="7055302" y="2235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1" name="pt22521"/>
            <p:cNvSpPr/>
            <p:nvPr/>
          </p:nvSpPr>
          <p:spPr>
            <a:xfrm>
              <a:off x="7254121" y="195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2" name="pt22522"/>
            <p:cNvSpPr/>
            <p:nvPr/>
          </p:nvSpPr>
          <p:spPr>
            <a:xfrm>
              <a:off x="7118434" y="2105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3" name="pt22523"/>
            <p:cNvSpPr/>
            <p:nvPr/>
          </p:nvSpPr>
          <p:spPr>
            <a:xfrm>
              <a:off x="7158507" y="2183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4" name="pt22524"/>
            <p:cNvSpPr/>
            <p:nvPr/>
          </p:nvSpPr>
          <p:spPr>
            <a:xfrm>
              <a:off x="7110875" y="1982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5" name="pt22525"/>
            <p:cNvSpPr/>
            <p:nvPr/>
          </p:nvSpPr>
          <p:spPr>
            <a:xfrm>
              <a:off x="7210288" y="235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6" name="pt22526"/>
            <p:cNvSpPr/>
            <p:nvPr/>
          </p:nvSpPr>
          <p:spPr>
            <a:xfrm>
              <a:off x="7222295" y="2307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7" name="pt22527"/>
            <p:cNvSpPr/>
            <p:nvPr/>
          </p:nvSpPr>
          <p:spPr>
            <a:xfrm>
              <a:off x="7223138" y="2242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8" name="pt22528"/>
            <p:cNvSpPr/>
            <p:nvPr/>
          </p:nvSpPr>
          <p:spPr>
            <a:xfrm>
              <a:off x="7033221" y="2164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9" name="pt22529"/>
            <p:cNvSpPr/>
            <p:nvPr/>
          </p:nvSpPr>
          <p:spPr>
            <a:xfrm>
              <a:off x="7160127" y="2211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0" name="pt22530"/>
            <p:cNvSpPr/>
            <p:nvPr/>
          </p:nvSpPr>
          <p:spPr>
            <a:xfrm>
              <a:off x="6737463" y="1928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1" name="pt22531"/>
            <p:cNvSpPr/>
            <p:nvPr/>
          </p:nvSpPr>
          <p:spPr>
            <a:xfrm>
              <a:off x="7411933" y="2749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2" name="pt22532"/>
            <p:cNvSpPr/>
            <p:nvPr/>
          </p:nvSpPr>
          <p:spPr>
            <a:xfrm>
              <a:off x="7090064" y="2234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3" name="pt22533"/>
            <p:cNvSpPr/>
            <p:nvPr/>
          </p:nvSpPr>
          <p:spPr>
            <a:xfrm>
              <a:off x="6972879" y="1940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4" name="pt22534"/>
            <p:cNvSpPr/>
            <p:nvPr/>
          </p:nvSpPr>
          <p:spPr>
            <a:xfrm>
              <a:off x="7331226" y="1942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5" name="pt22535"/>
            <p:cNvSpPr/>
            <p:nvPr/>
          </p:nvSpPr>
          <p:spPr>
            <a:xfrm>
              <a:off x="7165794" y="2095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6" name="pt22536"/>
            <p:cNvSpPr/>
            <p:nvPr/>
          </p:nvSpPr>
          <p:spPr>
            <a:xfrm>
              <a:off x="7291923" y="1999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7" name="pt22537"/>
            <p:cNvSpPr/>
            <p:nvPr/>
          </p:nvSpPr>
          <p:spPr>
            <a:xfrm>
              <a:off x="6867429" y="2276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8" name="pt22538"/>
            <p:cNvSpPr/>
            <p:nvPr/>
          </p:nvSpPr>
          <p:spPr>
            <a:xfrm>
              <a:off x="7121779" y="2128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9" name="pt22539"/>
            <p:cNvSpPr/>
            <p:nvPr/>
          </p:nvSpPr>
          <p:spPr>
            <a:xfrm>
              <a:off x="7284419" y="2000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0" name="pt22540"/>
            <p:cNvSpPr/>
            <p:nvPr/>
          </p:nvSpPr>
          <p:spPr>
            <a:xfrm>
              <a:off x="7049074" y="2436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1" name="pt22541"/>
            <p:cNvSpPr/>
            <p:nvPr/>
          </p:nvSpPr>
          <p:spPr>
            <a:xfrm>
              <a:off x="7440969" y="2426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2" name="pt22542"/>
            <p:cNvSpPr/>
            <p:nvPr/>
          </p:nvSpPr>
          <p:spPr>
            <a:xfrm>
              <a:off x="7149280" y="2285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3" name="pt22543"/>
            <p:cNvSpPr/>
            <p:nvPr/>
          </p:nvSpPr>
          <p:spPr>
            <a:xfrm>
              <a:off x="7148239" y="2325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4" name="pt22544"/>
            <p:cNvSpPr/>
            <p:nvPr/>
          </p:nvSpPr>
          <p:spPr>
            <a:xfrm>
              <a:off x="7165753" y="2103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5" name="pt22545"/>
            <p:cNvSpPr/>
            <p:nvPr/>
          </p:nvSpPr>
          <p:spPr>
            <a:xfrm>
              <a:off x="7435503" y="2619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6" name="pt22546"/>
            <p:cNvSpPr/>
            <p:nvPr/>
          </p:nvSpPr>
          <p:spPr>
            <a:xfrm>
              <a:off x="7249196" y="2146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7" name="pt22547"/>
            <p:cNvSpPr/>
            <p:nvPr/>
          </p:nvSpPr>
          <p:spPr>
            <a:xfrm>
              <a:off x="7398338" y="2376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8" name="pt22548"/>
            <p:cNvSpPr/>
            <p:nvPr/>
          </p:nvSpPr>
          <p:spPr>
            <a:xfrm>
              <a:off x="7125523" y="218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9" name="pt22549"/>
            <p:cNvSpPr/>
            <p:nvPr/>
          </p:nvSpPr>
          <p:spPr>
            <a:xfrm>
              <a:off x="7284241" y="2060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0" name="pt22550"/>
            <p:cNvSpPr/>
            <p:nvPr/>
          </p:nvSpPr>
          <p:spPr>
            <a:xfrm>
              <a:off x="7279446" y="1994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1" name="pt22551"/>
            <p:cNvSpPr/>
            <p:nvPr/>
          </p:nvSpPr>
          <p:spPr>
            <a:xfrm>
              <a:off x="6806054" y="2709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2" name="pt22552"/>
            <p:cNvSpPr/>
            <p:nvPr/>
          </p:nvSpPr>
          <p:spPr>
            <a:xfrm>
              <a:off x="7276106" y="1889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3" name="pt22553"/>
            <p:cNvSpPr/>
            <p:nvPr/>
          </p:nvSpPr>
          <p:spPr>
            <a:xfrm>
              <a:off x="7615061" y="2184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4" name="pt22554"/>
            <p:cNvSpPr/>
            <p:nvPr/>
          </p:nvSpPr>
          <p:spPr>
            <a:xfrm>
              <a:off x="7114600" y="2009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5" name="pt22555"/>
            <p:cNvSpPr/>
            <p:nvPr/>
          </p:nvSpPr>
          <p:spPr>
            <a:xfrm>
              <a:off x="7379180" y="2399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6" name="pt22556"/>
            <p:cNvSpPr/>
            <p:nvPr/>
          </p:nvSpPr>
          <p:spPr>
            <a:xfrm>
              <a:off x="7292008" y="1924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7" name="pt22557"/>
            <p:cNvSpPr/>
            <p:nvPr/>
          </p:nvSpPr>
          <p:spPr>
            <a:xfrm>
              <a:off x="7187979" y="2024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8" name="pt22558"/>
            <p:cNvSpPr/>
            <p:nvPr/>
          </p:nvSpPr>
          <p:spPr>
            <a:xfrm>
              <a:off x="7185894" y="2095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9" name="pt22559"/>
            <p:cNvSpPr/>
            <p:nvPr/>
          </p:nvSpPr>
          <p:spPr>
            <a:xfrm>
              <a:off x="7246022" y="2198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0" name="pt22560"/>
            <p:cNvSpPr/>
            <p:nvPr/>
          </p:nvSpPr>
          <p:spPr>
            <a:xfrm>
              <a:off x="7322172" y="1912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1" name="pt22561"/>
            <p:cNvSpPr/>
            <p:nvPr/>
          </p:nvSpPr>
          <p:spPr>
            <a:xfrm>
              <a:off x="7016537" y="1980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2" name="pt22562"/>
            <p:cNvSpPr/>
            <p:nvPr/>
          </p:nvSpPr>
          <p:spPr>
            <a:xfrm>
              <a:off x="7102231" y="2208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3" name="pt22563"/>
            <p:cNvSpPr/>
            <p:nvPr/>
          </p:nvSpPr>
          <p:spPr>
            <a:xfrm>
              <a:off x="7142399" y="227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4" name="pt22564"/>
            <p:cNvSpPr/>
            <p:nvPr/>
          </p:nvSpPr>
          <p:spPr>
            <a:xfrm>
              <a:off x="7277076" y="2013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5" name="pt22565"/>
            <p:cNvSpPr/>
            <p:nvPr/>
          </p:nvSpPr>
          <p:spPr>
            <a:xfrm>
              <a:off x="7064349" y="1754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6" name="pt22566"/>
            <p:cNvSpPr/>
            <p:nvPr/>
          </p:nvSpPr>
          <p:spPr>
            <a:xfrm>
              <a:off x="7170781" y="2007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7" name="pt22567"/>
            <p:cNvSpPr/>
            <p:nvPr/>
          </p:nvSpPr>
          <p:spPr>
            <a:xfrm>
              <a:off x="6812935" y="2248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8" name="pt22568"/>
            <p:cNvSpPr/>
            <p:nvPr/>
          </p:nvSpPr>
          <p:spPr>
            <a:xfrm>
              <a:off x="6732551" y="1619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9" name="pt22569"/>
            <p:cNvSpPr/>
            <p:nvPr/>
          </p:nvSpPr>
          <p:spPr>
            <a:xfrm>
              <a:off x="7262934" y="1993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0" name="pt22570"/>
            <p:cNvSpPr/>
            <p:nvPr/>
          </p:nvSpPr>
          <p:spPr>
            <a:xfrm>
              <a:off x="7281584" y="2057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1" name="pt22571"/>
            <p:cNvSpPr/>
            <p:nvPr/>
          </p:nvSpPr>
          <p:spPr>
            <a:xfrm>
              <a:off x="7203769" y="2116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2" name="pt22572"/>
            <p:cNvSpPr/>
            <p:nvPr/>
          </p:nvSpPr>
          <p:spPr>
            <a:xfrm>
              <a:off x="7048741" y="2338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3" name="pt22573"/>
            <p:cNvSpPr/>
            <p:nvPr/>
          </p:nvSpPr>
          <p:spPr>
            <a:xfrm>
              <a:off x="7507156" y="2454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4" name="pt22574"/>
            <p:cNvSpPr/>
            <p:nvPr/>
          </p:nvSpPr>
          <p:spPr>
            <a:xfrm>
              <a:off x="7085617" y="2167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5" name="pt22575"/>
            <p:cNvSpPr/>
            <p:nvPr/>
          </p:nvSpPr>
          <p:spPr>
            <a:xfrm>
              <a:off x="7195792" y="2017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6" name="pt22576"/>
            <p:cNvSpPr/>
            <p:nvPr/>
          </p:nvSpPr>
          <p:spPr>
            <a:xfrm>
              <a:off x="7596921" y="2347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7" name="pt22577"/>
            <p:cNvSpPr/>
            <p:nvPr/>
          </p:nvSpPr>
          <p:spPr>
            <a:xfrm>
              <a:off x="6923998" y="2247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8" name="pt22578"/>
            <p:cNvSpPr/>
            <p:nvPr/>
          </p:nvSpPr>
          <p:spPr>
            <a:xfrm>
              <a:off x="6944965" y="2128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9" name="pt22579"/>
            <p:cNvSpPr/>
            <p:nvPr/>
          </p:nvSpPr>
          <p:spPr>
            <a:xfrm>
              <a:off x="7056719" y="2201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0" name="pt22580"/>
            <p:cNvSpPr/>
            <p:nvPr/>
          </p:nvSpPr>
          <p:spPr>
            <a:xfrm>
              <a:off x="7132845" y="2053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1" name="pt22581"/>
            <p:cNvSpPr/>
            <p:nvPr/>
          </p:nvSpPr>
          <p:spPr>
            <a:xfrm>
              <a:off x="7527606" y="275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2" name="pt22582"/>
            <p:cNvSpPr/>
            <p:nvPr/>
          </p:nvSpPr>
          <p:spPr>
            <a:xfrm>
              <a:off x="7262089" y="1999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3" name="pt22583"/>
            <p:cNvSpPr/>
            <p:nvPr/>
          </p:nvSpPr>
          <p:spPr>
            <a:xfrm>
              <a:off x="6980950" y="1886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4" name="pt22584"/>
            <p:cNvSpPr/>
            <p:nvPr/>
          </p:nvSpPr>
          <p:spPr>
            <a:xfrm>
              <a:off x="7239472" y="1788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5" name="pt22585"/>
            <p:cNvSpPr/>
            <p:nvPr/>
          </p:nvSpPr>
          <p:spPr>
            <a:xfrm>
              <a:off x="6958707" y="2060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6" name="pt22586"/>
            <p:cNvSpPr/>
            <p:nvPr/>
          </p:nvSpPr>
          <p:spPr>
            <a:xfrm>
              <a:off x="7086413" y="2175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7" name="pt22587"/>
            <p:cNvSpPr/>
            <p:nvPr/>
          </p:nvSpPr>
          <p:spPr>
            <a:xfrm>
              <a:off x="6953160" y="2095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8" name="pt22588"/>
            <p:cNvSpPr/>
            <p:nvPr/>
          </p:nvSpPr>
          <p:spPr>
            <a:xfrm>
              <a:off x="6894756" y="1844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9" name="pt22589"/>
            <p:cNvSpPr/>
            <p:nvPr/>
          </p:nvSpPr>
          <p:spPr>
            <a:xfrm>
              <a:off x="6978962" y="1974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0" name="pt22590"/>
            <p:cNvSpPr/>
            <p:nvPr/>
          </p:nvSpPr>
          <p:spPr>
            <a:xfrm>
              <a:off x="7518601" y="2519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1" name="pt22591"/>
            <p:cNvSpPr/>
            <p:nvPr/>
          </p:nvSpPr>
          <p:spPr>
            <a:xfrm>
              <a:off x="7173483" y="1959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2" name="pt22592"/>
            <p:cNvSpPr/>
            <p:nvPr/>
          </p:nvSpPr>
          <p:spPr>
            <a:xfrm>
              <a:off x="7049964" y="2293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3" name="pt22593"/>
            <p:cNvSpPr/>
            <p:nvPr/>
          </p:nvSpPr>
          <p:spPr>
            <a:xfrm>
              <a:off x="7234113" y="2222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4" name="pt22594"/>
            <p:cNvSpPr/>
            <p:nvPr/>
          </p:nvSpPr>
          <p:spPr>
            <a:xfrm>
              <a:off x="7164127" y="2069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5" name="pt22595"/>
            <p:cNvSpPr/>
            <p:nvPr/>
          </p:nvSpPr>
          <p:spPr>
            <a:xfrm>
              <a:off x="7168027" y="2028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6" name="pt22596"/>
            <p:cNvSpPr/>
            <p:nvPr/>
          </p:nvSpPr>
          <p:spPr>
            <a:xfrm>
              <a:off x="7091076" y="214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7" name="pt22597"/>
            <p:cNvSpPr/>
            <p:nvPr/>
          </p:nvSpPr>
          <p:spPr>
            <a:xfrm>
              <a:off x="6992497" y="1984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8" name="pt22598"/>
            <p:cNvSpPr/>
            <p:nvPr/>
          </p:nvSpPr>
          <p:spPr>
            <a:xfrm>
              <a:off x="7210280" y="2340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9" name="pt22599"/>
            <p:cNvSpPr/>
            <p:nvPr/>
          </p:nvSpPr>
          <p:spPr>
            <a:xfrm>
              <a:off x="7071063" y="2079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0" name="pt22600"/>
            <p:cNvSpPr/>
            <p:nvPr/>
          </p:nvSpPr>
          <p:spPr>
            <a:xfrm>
              <a:off x="7080417" y="2126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1" name="pt22601"/>
            <p:cNvSpPr/>
            <p:nvPr/>
          </p:nvSpPr>
          <p:spPr>
            <a:xfrm>
              <a:off x="7014736" y="1774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2" name="pt22602"/>
            <p:cNvSpPr/>
            <p:nvPr/>
          </p:nvSpPr>
          <p:spPr>
            <a:xfrm>
              <a:off x="7151878" y="235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3" name="pt22603"/>
            <p:cNvSpPr/>
            <p:nvPr/>
          </p:nvSpPr>
          <p:spPr>
            <a:xfrm>
              <a:off x="7303167" y="2094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4" name="pt22604"/>
            <p:cNvSpPr/>
            <p:nvPr/>
          </p:nvSpPr>
          <p:spPr>
            <a:xfrm>
              <a:off x="7176431" y="2011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5" name="pt22605"/>
            <p:cNvSpPr/>
            <p:nvPr/>
          </p:nvSpPr>
          <p:spPr>
            <a:xfrm>
              <a:off x="7135468" y="2145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6" name="pt22606"/>
            <p:cNvSpPr/>
            <p:nvPr/>
          </p:nvSpPr>
          <p:spPr>
            <a:xfrm>
              <a:off x="7064708" y="1614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7" name="pt22607"/>
            <p:cNvSpPr/>
            <p:nvPr/>
          </p:nvSpPr>
          <p:spPr>
            <a:xfrm>
              <a:off x="7283444" y="2139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8" name="pt22608"/>
            <p:cNvSpPr/>
            <p:nvPr/>
          </p:nvSpPr>
          <p:spPr>
            <a:xfrm>
              <a:off x="6932217" y="2255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9" name="pt22609"/>
            <p:cNvSpPr/>
            <p:nvPr/>
          </p:nvSpPr>
          <p:spPr>
            <a:xfrm>
              <a:off x="7132089" y="2143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0" name="pt22610"/>
            <p:cNvSpPr/>
            <p:nvPr/>
          </p:nvSpPr>
          <p:spPr>
            <a:xfrm>
              <a:off x="7234674" y="2001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1" name="pt22611"/>
            <p:cNvSpPr/>
            <p:nvPr/>
          </p:nvSpPr>
          <p:spPr>
            <a:xfrm>
              <a:off x="7305858" y="1871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2" name="pt22612"/>
            <p:cNvSpPr/>
            <p:nvPr/>
          </p:nvSpPr>
          <p:spPr>
            <a:xfrm>
              <a:off x="7191529" y="2037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3" name="pt22613"/>
            <p:cNvSpPr/>
            <p:nvPr/>
          </p:nvSpPr>
          <p:spPr>
            <a:xfrm>
              <a:off x="7041341" y="2415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4" name="pt22614"/>
            <p:cNvSpPr/>
            <p:nvPr/>
          </p:nvSpPr>
          <p:spPr>
            <a:xfrm>
              <a:off x="7177311" y="2060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5" name="pt22615"/>
            <p:cNvSpPr/>
            <p:nvPr/>
          </p:nvSpPr>
          <p:spPr>
            <a:xfrm>
              <a:off x="7072809" y="2192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6" name="pt22616"/>
            <p:cNvSpPr/>
            <p:nvPr/>
          </p:nvSpPr>
          <p:spPr>
            <a:xfrm>
              <a:off x="7265719" y="2050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7" name="pt22617"/>
            <p:cNvSpPr/>
            <p:nvPr/>
          </p:nvSpPr>
          <p:spPr>
            <a:xfrm>
              <a:off x="7165998" y="2075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8" name="pt22618"/>
            <p:cNvSpPr/>
            <p:nvPr/>
          </p:nvSpPr>
          <p:spPr>
            <a:xfrm>
              <a:off x="7202656" y="2121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9" name="pt22619"/>
            <p:cNvSpPr/>
            <p:nvPr/>
          </p:nvSpPr>
          <p:spPr>
            <a:xfrm>
              <a:off x="7529536" y="2444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0" name="pt22620"/>
            <p:cNvSpPr/>
            <p:nvPr/>
          </p:nvSpPr>
          <p:spPr>
            <a:xfrm>
              <a:off x="7248488" y="1968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1" name="pt22621"/>
            <p:cNvSpPr/>
            <p:nvPr/>
          </p:nvSpPr>
          <p:spPr>
            <a:xfrm>
              <a:off x="6940179" y="2081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2" name="pt22622"/>
            <p:cNvSpPr/>
            <p:nvPr/>
          </p:nvSpPr>
          <p:spPr>
            <a:xfrm>
              <a:off x="6994280" y="1928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3" name="pt22623"/>
            <p:cNvSpPr/>
            <p:nvPr/>
          </p:nvSpPr>
          <p:spPr>
            <a:xfrm>
              <a:off x="7294652" y="2053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4" name="pt22624"/>
            <p:cNvSpPr/>
            <p:nvPr/>
          </p:nvSpPr>
          <p:spPr>
            <a:xfrm>
              <a:off x="7002607" y="1967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5" name="pt22625"/>
            <p:cNvSpPr/>
            <p:nvPr/>
          </p:nvSpPr>
          <p:spPr>
            <a:xfrm>
              <a:off x="7372679" y="2665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6" name="pt22626"/>
            <p:cNvSpPr/>
            <p:nvPr/>
          </p:nvSpPr>
          <p:spPr>
            <a:xfrm>
              <a:off x="7094458" y="2186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7" name="pt22627"/>
            <p:cNvSpPr/>
            <p:nvPr/>
          </p:nvSpPr>
          <p:spPr>
            <a:xfrm>
              <a:off x="7369622" y="2474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8" name="pt22628"/>
            <p:cNvSpPr/>
            <p:nvPr/>
          </p:nvSpPr>
          <p:spPr>
            <a:xfrm>
              <a:off x="7335585" y="2161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9" name="pt22629"/>
            <p:cNvSpPr/>
            <p:nvPr/>
          </p:nvSpPr>
          <p:spPr>
            <a:xfrm>
              <a:off x="7099918" y="2151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0" name="pt22630"/>
            <p:cNvSpPr/>
            <p:nvPr/>
          </p:nvSpPr>
          <p:spPr>
            <a:xfrm>
              <a:off x="6982465" y="2041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1" name="pt22631"/>
            <p:cNvSpPr/>
            <p:nvPr/>
          </p:nvSpPr>
          <p:spPr>
            <a:xfrm>
              <a:off x="6985386" y="1982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2" name="pt22632"/>
            <p:cNvSpPr/>
            <p:nvPr/>
          </p:nvSpPr>
          <p:spPr>
            <a:xfrm>
              <a:off x="7110451" y="2050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3" name="pt22633"/>
            <p:cNvSpPr/>
            <p:nvPr/>
          </p:nvSpPr>
          <p:spPr>
            <a:xfrm>
              <a:off x="7156248" y="2325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4" name="pt22634"/>
            <p:cNvSpPr/>
            <p:nvPr/>
          </p:nvSpPr>
          <p:spPr>
            <a:xfrm>
              <a:off x="7153978" y="2301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5" name="pt22635"/>
            <p:cNvSpPr/>
            <p:nvPr/>
          </p:nvSpPr>
          <p:spPr>
            <a:xfrm>
              <a:off x="7259229" y="2120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6" name="pt22636"/>
            <p:cNvSpPr/>
            <p:nvPr/>
          </p:nvSpPr>
          <p:spPr>
            <a:xfrm>
              <a:off x="7063651" y="1781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7" name="pt22637"/>
            <p:cNvSpPr/>
            <p:nvPr/>
          </p:nvSpPr>
          <p:spPr>
            <a:xfrm>
              <a:off x="7113696" y="2103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8" name="pt22638"/>
            <p:cNvSpPr/>
            <p:nvPr/>
          </p:nvSpPr>
          <p:spPr>
            <a:xfrm>
              <a:off x="7411416" y="2615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9" name="pt22639"/>
            <p:cNvSpPr/>
            <p:nvPr/>
          </p:nvSpPr>
          <p:spPr>
            <a:xfrm>
              <a:off x="7016184" y="2108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0" name="pt22640"/>
            <p:cNvSpPr/>
            <p:nvPr/>
          </p:nvSpPr>
          <p:spPr>
            <a:xfrm>
              <a:off x="7107887" y="2158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1" name="pt22641"/>
            <p:cNvSpPr/>
            <p:nvPr/>
          </p:nvSpPr>
          <p:spPr>
            <a:xfrm>
              <a:off x="7086800" y="2205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2" name="pt22642"/>
            <p:cNvSpPr/>
            <p:nvPr/>
          </p:nvSpPr>
          <p:spPr>
            <a:xfrm>
              <a:off x="7069304" y="2037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3" name="pt22643"/>
            <p:cNvSpPr/>
            <p:nvPr/>
          </p:nvSpPr>
          <p:spPr>
            <a:xfrm>
              <a:off x="6942271" y="1970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4" name="pt22644"/>
            <p:cNvSpPr/>
            <p:nvPr/>
          </p:nvSpPr>
          <p:spPr>
            <a:xfrm>
              <a:off x="7245659" y="2262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5" name="pt22645"/>
            <p:cNvSpPr/>
            <p:nvPr/>
          </p:nvSpPr>
          <p:spPr>
            <a:xfrm>
              <a:off x="7131899" y="2123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6" name="pt22646"/>
            <p:cNvSpPr/>
            <p:nvPr/>
          </p:nvSpPr>
          <p:spPr>
            <a:xfrm>
              <a:off x="7237642" y="1981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7" name="pt22647"/>
            <p:cNvSpPr/>
            <p:nvPr/>
          </p:nvSpPr>
          <p:spPr>
            <a:xfrm>
              <a:off x="7107667" y="2144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8" name="pt22648"/>
            <p:cNvSpPr/>
            <p:nvPr/>
          </p:nvSpPr>
          <p:spPr>
            <a:xfrm>
              <a:off x="7030761" y="1892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9" name="pt22649"/>
            <p:cNvSpPr/>
            <p:nvPr/>
          </p:nvSpPr>
          <p:spPr>
            <a:xfrm>
              <a:off x="7173782" y="1968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0" name="pt22650"/>
            <p:cNvSpPr/>
            <p:nvPr/>
          </p:nvSpPr>
          <p:spPr>
            <a:xfrm>
              <a:off x="7215049" y="2254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1" name="pt22651"/>
            <p:cNvSpPr/>
            <p:nvPr/>
          </p:nvSpPr>
          <p:spPr>
            <a:xfrm>
              <a:off x="7156475" y="2135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2" name="pt22652"/>
            <p:cNvSpPr/>
            <p:nvPr/>
          </p:nvSpPr>
          <p:spPr>
            <a:xfrm>
              <a:off x="7143917" y="2252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3" name="pt22653"/>
            <p:cNvSpPr/>
            <p:nvPr/>
          </p:nvSpPr>
          <p:spPr>
            <a:xfrm>
              <a:off x="6975097" y="2025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4" name="pt22654"/>
            <p:cNvSpPr/>
            <p:nvPr/>
          </p:nvSpPr>
          <p:spPr>
            <a:xfrm>
              <a:off x="7039786" y="2232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5" name="pt22655"/>
            <p:cNvSpPr/>
            <p:nvPr/>
          </p:nvSpPr>
          <p:spPr>
            <a:xfrm>
              <a:off x="7094942" y="2207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6" name="pt22656"/>
            <p:cNvSpPr/>
            <p:nvPr/>
          </p:nvSpPr>
          <p:spPr>
            <a:xfrm>
              <a:off x="7156043" y="2369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7" name="pt22657"/>
            <p:cNvSpPr/>
            <p:nvPr/>
          </p:nvSpPr>
          <p:spPr>
            <a:xfrm>
              <a:off x="7184149" y="2171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8" name="pt22658"/>
            <p:cNvSpPr/>
            <p:nvPr/>
          </p:nvSpPr>
          <p:spPr>
            <a:xfrm>
              <a:off x="7278422" y="2027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9" name="pt22659"/>
            <p:cNvSpPr/>
            <p:nvPr/>
          </p:nvSpPr>
          <p:spPr>
            <a:xfrm>
              <a:off x="7155668" y="2310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0" name="pt22660"/>
            <p:cNvSpPr/>
            <p:nvPr/>
          </p:nvSpPr>
          <p:spPr>
            <a:xfrm>
              <a:off x="7042828" y="2297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1" name="pt22661"/>
            <p:cNvSpPr/>
            <p:nvPr/>
          </p:nvSpPr>
          <p:spPr>
            <a:xfrm>
              <a:off x="7252759" y="2100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2" name="pt22662"/>
            <p:cNvSpPr/>
            <p:nvPr/>
          </p:nvSpPr>
          <p:spPr>
            <a:xfrm>
              <a:off x="7142916" y="2233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3" name="pt22663"/>
            <p:cNvSpPr/>
            <p:nvPr/>
          </p:nvSpPr>
          <p:spPr>
            <a:xfrm>
              <a:off x="7126602" y="2115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4" name="pt22664"/>
            <p:cNvSpPr/>
            <p:nvPr/>
          </p:nvSpPr>
          <p:spPr>
            <a:xfrm>
              <a:off x="6840327" y="2111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5" name="pt22665"/>
            <p:cNvSpPr/>
            <p:nvPr/>
          </p:nvSpPr>
          <p:spPr>
            <a:xfrm>
              <a:off x="7150742" y="2333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6" name="pt22666"/>
            <p:cNvSpPr/>
            <p:nvPr/>
          </p:nvSpPr>
          <p:spPr>
            <a:xfrm>
              <a:off x="7265582" y="1975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7" name="pt22667"/>
            <p:cNvSpPr/>
            <p:nvPr/>
          </p:nvSpPr>
          <p:spPr>
            <a:xfrm>
              <a:off x="7264970" y="2055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8" name="pt22668"/>
            <p:cNvSpPr/>
            <p:nvPr/>
          </p:nvSpPr>
          <p:spPr>
            <a:xfrm>
              <a:off x="7260857" y="2069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9" name="pt22669"/>
            <p:cNvSpPr/>
            <p:nvPr/>
          </p:nvSpPr>
          <p:spPr>
            <a:xfrm>
              <a:off x="7177365" y="2035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0" name="pt22670"/>
            <p:cNvSpPr/>
            <p:nvPr/>
          </p:nvSpPr>
          <p:spPr>
            <a:xfrm>
              <a:off x="7119156" y="2186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1" name="pt22671"/>
            <p:cNvSpPr/>
            <p:nvPr/>
          </p:nvSpPr>
          <p:spPr>
            <a:xfrm>
              <a:off x="7082022" y="2026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2" name="pt22672"/>
            <p:cNvSpPr/>
            <p:nvPr/>
          </p:nvSpPr>
          <p:spPr>
            <a:xfrm>
              <a:off x="7108909" y="215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3" name="pt22673"/>
            <p:cNvSpPr/>
            <p:nvPr/>
          </p:nvSpPr>
          <p:spPr>
            <a:xfrm>
              <a:off x="7017798" y="2030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4" name="pt22674"/>
            <p:cNvSpPr/>
            <p:nvPr/>
          </p:nvSpPr>
          <p:spPr>
            <a:xfrm>
              <a:off x="7048148" y="2330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5" name="pt22675"/>
            <p:cNvSpPr/>
            <p:nvPr/>
          </p:nvSpPr>
          <p:spPr>
            <a:xfrm>
              <a:off x="7095007" y="2261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6" name="pt22676"/>
            <p:cNvSpPr/>
            <p:nvPr/>
          </p:nvSpPr>
          <p:spPr>
            <a:xfrm>
              <a:off x="6847911" y="2161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7" name="pt22677"/>
            <p:cNvSpPr/>
            <p:nvPr/>
          </p:nvSpPr>
          <p:spPr>
            <a:xfrm>
              <a:off x="6802274" y="2313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8" name="pt22678"/>
            <p:cNvSpPr/>
            <p:nvPr/>
          </p:nvSpPr>
          <p:spPr>
            <a:xfrm>
              <a:off x="7028999" y="1875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9" name="pt22679"/>
            <p:cNvSpPr/>
            <p:nvPr/>
          </p:nvSpPr>
          <p:spPr>
            <a:xfrm>
              <a:off x="7103958" y="2150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0" name="pt22680"/>
            <p:cNvSpPr/>
            <p:nvPr/>
          </p:nvSpPr>
          <p:spPr>
            <a:xfrm>
              <a:off x="7312702" y="208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1" name="pt22681"/>
            <p:cNvSpPr/>
            <p:nvPr/>
          </p:nvSpPr>
          <p:spPr>
            <a:xfrm>
              <a:off x="7142133" y="2165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2" name="pt22682"/>
            <p:cNvSpPr/>
            <p:nvPr/>
          </p:nvSpPr>
          <p:spPr>
            <a:xfrm>
              <a:off x="7147807" y="2360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3" name="pt22683"/>
            <p:cNvSpPr/>
            <p:nvPr/>
          </p:nvSpPr>
          <p:spPr>
            <a:xfrm>
              <a:off x="7331466" y="1957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4" name="pt22684"/>
            <p:cNvSpPr/>
            <p:nvPr/>
          </p:nvSpPr>
          <p:spPr>
            <a:xfrm>
              <a:off x="7154706" y="2283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5" name="pt22685"/>
            <p:cNvSpPr/>
            <p:nvPr/>
          </p:nvSpPr>
          <p:spPr>
            <a:xfrm>
              <a:off x="6959952" y="2092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6" name="pt22686"/>
            <p:cNvSpPr/>
            <p:nvPr/>
          </p:nvSpPr>
          <p:spPr>
            <a:xfrm>
              <a:off x="6711983" y="2019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7" name="pt22687"/>
            <p:cNvSpPr/>
            <p:nvPr/>
          </p:nvSpPr>
          <p:spPr>
            <a:xfrm>
              <a:off x="7369414" y="2413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8" name="pt22688"/>
            <p:cNvSpPr/>
            <p:nvPr/>
          </p:nvSpPr>
          <p:spPr>
            <a:xfrm>
              <a:off x="7276661" y="2061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9" name="pt22689"/>
            <p:cNvSpPr/>
            <p:nvPr/>
          </p:nvSpPr>
          <p:spPr>
            <a:xfrm>
              <a:off x="7081054" y="2114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0" name="pt22690"/>
            <p:cNvSpPr/>
            <p:nvPr/>
          </p:nvSpPr>
          <p:spPr>
            <a:xfrm>
              <a:off x="7061617" y="2009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1" name="pt22691"/>
            <p:cNvSpPr/>
            <p:nvPr/>
          </p:nvSpPr>
          <p:spPr>
            <a:xfrm>
              <a:off x="7477924" y="2243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2" name="pt22692"/>
            <p:cNvSpPr/>
            <p:nvPr/>
          </p:nvSpPr>
          <p:spPr>
            <a:xfrm>
              <a:off x="7116531" y="2214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3" name="pt22693"/>
            <p:cNvSpPr/>
            <p:nvPr/>
          </p:nvSpPr>
          <p:spPr>
            <a:xfrm>
              <a:off x="6995895" y="2103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4" name="pt22694"/>
            <p:cNvSpPr/>
            <p:nvPr/>
          </p:nvSpPr>
          <p:spPr>
            <a:xfrm>
              <a:off x="7487991" y="2502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5" name="pt22695"/>
            <p:cNvSpPr/>
            <p:nvPr/>
          </p:nvSpPr>
          <p:spPr>
            <a:xfrm>
              <a:off x="6966176" y="2062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6" name="pt22696"/>
            <p:cNvSpPr/>
            <p:nvPr/>
          </p:nvSpPr>
          <p:spPr>
            <a:xfrm>
              <a:off x="7348878" y="2103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7" name="pt22697"/>
            <p:cNvSpPr/>
            <p:nvPr/>
          </p:nvSpPr>
          <p:spPr>
            <a:xfrm>
              <a:off x="6876863" y="2246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8" name="pt22698"/>
            <p:cNvSpPr/>
            <p:nvPr/>
          </p:nvSpPr>
          <p:spPr>
            <a:xfrm>
              <a:off x="7146379" y="2279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9" name="pt22699"/>
            <p:cNvSpPr/>
            <p:nvPr/>
          </p:nvSpPr>
          <p:spPr>
            <a:xfrm>
              <a:off x="7406204" y="2787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0" name="pt22700"/>
            <p:cNvSpPr/>
            <p:nvPr/>
          </p:nvSpPr>
          <p:spPr>
            <a:xfrm>
              <a:off x="7055995" y="2286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1" name="pt22701"/>
            <p:cNvSpPr/>
            <p:nvPr/>
          </p:nvSpPr>
          <p:spPr>
            <a:xfrm>
              <a:off x="7179121" y="2087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2" name="pt22702"/>
            <p:cNvSpPr/>
            <p:nvPr/>
          </p:nvSpPr>
          <p:spPr>
            <a:xfrm>
              <a:off x="6992833" y="1864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3" name="pt22703"/>
            <p:cNvSpPr/>
            <p:nvPr/>
          </p:nvSpPr>
          <p:spPr>
            <a:xfrm>
              <a:off x="7115754" y="2171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4" name="pt22704"/>
            <p:cNvSpPr/>
            <p:nvPr/>
          </p:nvSpPr>
          <p:spPr>
            <a:xfrm>
              <a:off x="7193889" y="2050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5" name="pt22705"/>
            <p:cNvSpPr/>
            <p:nvPr/>
          </p:nvSpPr>
          <p:spPr>
            <a:xfrm>
              <a:off x="7347817" y="2096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6" name="pt22706"/>
            <p:cNvSpPr/>
            <p:nvPr/>
          </p:nvSpPr>
          <p:spPr>
            <a:xfrm>
              <a:off x="7090148" y="2194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7" name="pt22707"/>
            <p:cNvSpPr/>
            <p:nvPr/>
          </p:nvSpPr>
          <p:spPr>
            <a:xfrm>
              <a:off x="7183504" y="2117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8" name="pt22708"/>
            <p:cNvSpPr/>
            <p:nvPr/>
          </p:nvSpPr>
          <p:spPr>
            <a:xfrm>
              <a:off x="6952527" y="2184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9" name="pt22709"/>
            <p:cNvSpPr/>
            <p:nvPr/>
          </p:nvSpPr>
          <p:spPr>
            <a:xfrm>
              <a:off x="7115044" y="2040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0" name="pt22710"/>
            <p:cNvSpPr/>
            <p:nvPr/>
          </p:nvSpPr>
          <p:spPr>
            <a:xfrm>
              <a:off x="7244477" y="2263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1" name="pt22711"/>
            <p:cNvSpPr/>
            <p:nvPr/>
          </p:nvSpPr>
          <p:spPr>
            <a:xfrm>
              <a:off x="7167932" y="2018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2" name="pt22712"/>
            <p:cNvSpPr/>
            <p:nvPr/>
          </p:nvSpPr>
          <p:spPr>
            <a:xfrm>
              <a:off x="6907834" y="2002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3" name="pt22713"/>
            <p:cNvSpPr/>
            <p:nvPr/>
          </p:nvSpPr>
          <p:spPr>
            <a:xfrm>
              <a:off x="7293942" y="2018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4" name="pt22714"/>
            <p:cNvSpPr/>
            <p:nvPr/>
          </p:nvSpPr>
          <p:spPr>
            <a:xfrm>
              <a:off x="7526927" y="2498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5" name="pt22715"/>
            <p:cNvSpPr/>
            <p:nvPr/>
          </p:nvSpPr>
          <p:spPr>
            <a:xfrm>
              <a:off x="7026934" y="1853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6" name="pt22716"/>
            <p:cNvSpPr/>
            <p:nvPr/>
          </p:nvSpPr>
          <p:spPr>
            <a:xfrm>
              <a:off x="7144174" y="2198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7" name="pt22717"/>
            <p:cNvSpPr/>
            <p:nvPr/>
          </p:nvSpPr>
          <p:spPr>
            <a:xfrm>
              <a:off x="6866240" y="2203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8" name="pt22718"/>
            <p:cNvSpPr/>
            <p:nvPr/>
          </p:nvSpPr>
          <p:spPr>
            <a:xfrm>
              <a:off x="7344904" y="2105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9" name="pt22719"/>
            <p:cNvSpPr/>
            <p:nvPr/>
          </p:nvSpPr>
          <p:spPr>
            <a:xfrm>
              <a:off x="7335583" y="2022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0" name="pt22720"/>
            <p:cNvSpPr/>
            <p:nvPr/>
          </p:nvSpPr>
          <p:spPr>
            <a:xfrm>
              <a:off x="7120419" y="2159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1" name="pt22721"/>
            <p:cNvSpPr/>
            <p:nvPr/>
          </p:nvSpPr>
          <p:spPr>
            <a:xfrm>
              <a:off x="7212305" y="2187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2" name="pt22722"/>
            <p:cNvSpPr/>
            <p:nvPr/>
          </p:nvSpPr>
          <p:spPr>
            <a:xfrm>
              <a:off x="7217550" y="2072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3" name="pt22723"/>
            <p:cNvSpPr/>
            <p:nvPr/>
          </p:nvSpPr>
          <p:spPr>
            <a:xfrm>
              <a:off x="7204448" y="2205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4" name="pt22724"/>
            <p:cNvSpPr/>
            <p:nvPr/>
          </p:nvSpPr>
          <p:spPr>
            <a:xfrm>
              <a:off x="7117262" y="2132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5" name="pt22725"/>
            <p:cNvSpPr/>
            <p:nvPr/>
          </p:nvSpPr>
          <p:spPr>
            <a:xfrm>
              <a:off x="7262785" y="1754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6" name="pt22726"/>
            <p:cNvSpPr/>
            <p:nvPr/>
          </p:nvSpPr>
          <p:spPr>
            <a:xfrm>
              <a:off x="7030765" y="2044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7" name="pt22727"/>
            <p:cNvSpPr/>
            <p:nvPr/>
          </p:nvSpPr>
          <p:spPr>
            <a:xfrm>
              <a:off x="7022062" y="1859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8" name="pt22728"/>
            <p:cNvSpPr/>
            <p:nvPr/>
          </p:nvSpPr>
          <p:spPr>
            <a:xfrm>
              <a:off x="7370424" y="2517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9" name="pt22729"/>
            <p:cNvSpPr/>
            <p:nvPr/>
          </p:nvSpPr>
          <p:spPr>
            <a:xfrm>
              <a:off x="7453843" y="2536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0" name="pt22730"/>
            <p:cNvSpPr/>
            <p:nvPr/>
          </p:nvSpPr>
          <p:spPr>
            <a:xfrm>
              <a:off x="6933586" y="2207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1" name="pt22731"/>
            <p:cNvSpPr/>
            <p:nvPr/>
          </p:nvSpPr>
          <p:spPr>
            <a:xfrm>
              <a:off x="7237215" y="1982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2" name="pt22732"/>
            <p:cNvSpPr/>
            <p:nvPr/>
          </p:nvSpPr>
          <p:spPr>
            <a:xfrm>
              <a:off x="7391710" y="2193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3" name="pt22733"/>
            <p:cNvSpPr/>
            <p:nvPr/>
          </p:nvSpPr>
          <p:spPr>
            <a:xfrm>
              <a:off x="7176799" y="2134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4" name="pt22734"/>
            <p:cNvSpPr/>
            <p:nvPr/>
          </p:nvSpPr>
          <p:spPr>
            <a:xfrm>
              <a:off x="7139579" y="2200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5" name="pt22735"/>
            <p:cNvSpPr/>
            <p:nvPr/>
          </p:nvSpPr>
          <p:spPr>
            <a:xfrm>
              <a:off x="7227296" y="2195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6" name="pt22736"/>
            <p:cNvSpPr/>
            <p:nvPr/>
          </p:nvSpPr>
          <p:spPr>
            <a:xfrm>
              <a:off x="7017369" y="2122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7" name="pt22737"/>
            <p:cNvSpPr/>
            <p:nvPr/>
          </p:nvSpPr>
          <p:spPr>
            <a:xfrm>
              <a:off x="6913447" y="2252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8" name="pt22738"/>
            <p:cNvSpPr/>
            <p:nvPr/>
          </p:nvSpPr>
          <p:spPr>
            <a:xfrm>
              <a:off x="6867486" y="2286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9" name="pt22739"/>
            <p:cNvSpPr/>
            <p:nvPr/>
          </p:nvSpPr>
          <p:spPr>
            <a:xfrm>
              <a:off x="7128948" y="2075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0" name="pt22740"/>
            <p:cNvSpPr/>
            <p:nvPr/>
          </p:nvSpPr>
          <p:spPr>
            <a:xfrm>
              <a:off x="7096969" y="2084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1" name="pt22741"/>
            <p:cNvSpPr/>
            <p:nvPr/>
          </p:nvSpPr>
          <p:spPr>
            <a:xfrm>
              <a:off x="7209093" y="2217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2" name="pt22742"/>
            <p:cNvSpPr/>
            <p:nvPr/>
          </p:nvSpPr>
          <p:spPr>
            <a:xfrm>
              <a:off x="7089177" y="2212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3" name="pt22743"/>
            <p:cNvSpPr/>
            <p:nvPr/>
          </p:nvSpPr>
          <p:spPr>
            <a:xfrm>
              <a:off x="7107647" y="2132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4" name="pt22744"/>
            <p:cNvSpPr/>
            <p:nvPr/>
          </p:nvSpPr>
          <p:spPr>
            <a:xfrm>
              <a:off x="7210368" y="2194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5" name="pt22745"/>
            <p:cNvSpPr/>
            <p:nvPr/>
          </p:nvSpPr>
          <p:spPr>
            <a:xfrm>
              <a:off x="7028796" y="1808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6" name="pt22746"/>
            <p:cNvSpPr/>
            <p:nvPr/>
          </p:nvSpPr>
          <p:spPr>
            <a:xfrm>
              <a:off x="7012424" y="1970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7" name="pt22747"/>
            <p:cNvSpPr/>
            <p:nvPr/>
          </p:nvSpPr>
          <p:spPr>
            <a:xfrm>
              <a:off x="7201753" y="2052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8" name="pt22748"/>
            <p:cNvSpPr/>
            <p:nvPr/>
          </p:nvSpPr>
          <p:spPr>
            <a:xfrm>
              <a:off x="7235451" y="211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9" name="pt22749"/>
            <p:cNvSpPr/>
            <p:nvPr/>
          </p:nvSpPr>
          <p:spPr>
            <a:xfrm>
              <a:off x="6905337" y="1583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0" name="pt22750"/>
            <p:cNvSpPr/>
            <p:nvPr/>
          </p:nvSpPr>
          <p:spPr>
            <a:xfrm>
              <a:off x="7194122" y="2035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1" name="pt22751"/>
            <p:cNvSpPr/>
            <p:nvPr/>
          </p:nvSpPr>
          <p:spPr>
            <a:xfrm>
              <a:off x="7246946" y="2214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2" name="pt22752"/>
            <p:cNvSpPr/>
            <p:nvPr/>
          </p:nvSpPr>
          <p:spPr>
            <a:xfrm>
              <a:off x="7050567" y="2306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3" name="pt22753"/>
            <p:cNvSpPr/>
            <p:nvPr/>
          </p:nvSpPr>
          <p:spPr>
            <a:xfrm>
              <a:off x="7179670" y="2093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4" name="pt22754"/>
            <p:cNvSpPr/>
            <p:nvPr/>
          </p:nvSpPr>
          <p:spPr>
            <a:xfrm>
              <a:off x="7193296" y="1992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5" name="pt22755"/>
            <p:cNvSpPr/>
            <p:nvPr/>
          </p:nvSpPr>
          <p:spPr>
            <a:xfrm>
              <a:off x="7132846" y="2079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6" name="pt22756"/>
            <p:cNvSpPr/>
            <p:nvPr/>
          </p:nvSpPr>
          <p:spPr>
            <a:xfrm>
              <a:off x="6931500" y="2208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7" name="pt22757"/>
            <p:cNvSpPr/>
            <p:nvPr/>
          </p:nvSpPr>
          <p:spPr>
            <a:xfrm>
              <a:off x="7176635" y="2048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8" name="pt22758"/>
            <p:cNvSpPr/>
            <p:nvPr/>
          </p:nvSpPr>
          <p:spPr>
            <a:xfrm>
              <a:off x="7143375" y="2136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9" name="pt22759"/>
            <p:cNvSpPr/>
            <p:nvPr/>
          </p:nvSpPr>
          <p:spPr>
            <a:xfrm>
              <a:off x="7121781" y="2186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0" name="pt22760"/>
            <p:cNvSpPr/>
            <p:nvPr/>
          </p:nvSpPr>
          <p:spPr>
            <a:xfrm>
              <a:off x="7318706" y="1942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1" name="pt22761"/>
            <p:cNvSpPr/>
            <p:nvPr/>
          </p:nvSpPr>
          <p:spPr>
            <a:xfrm>
              <a:off x="7170486" y="2001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2" name="pt22762"/>
            <p:cNvSpPr/>
            <p:nvPr/>
          </p:nvSpPr>
          <p:spPr>
            <a:xfrm>
              <a:off x="7107940" y="2174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3" name="pt22763"/>
            <p:cNvSpPr/>
            <p:nvPr/>
          </p:nvSpPr>
          <p:spPr>
            <a:xfrm>
              <a:off x="7003409" y="1934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4" name="pt22764"/>
            <p:cNvSpPr/>
            <p:nvPr/>
          </p:nvSpPr>
          <p:spPr>
            <a:xfrm>
              <a:off x="7338416" y="2054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5" name="pt22765"/>
            <p:cNvSpPr/>
            <p:nvPr/>
          </p:nvSpPr>
          <p:spPr>
            <a:xfrm>
              <a:off x="7085550" y="2154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6" name="pt22766"/>
            <p:cNvSpPr/>
            <p:nvPr/>
          </p:nvSpPr>
          <p:spPr>
            <a:xfrm>
              <a:off x="7434462" y="2786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7" name="pt22767"/>
            <p:cNvSpPr/>
            <p:nvPr/>
          </p:nvSpPr>
          <p:spPr>
            <a:xfrm>
              <a:off x="7201392" y="2068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8" name="pt22768"/>
            <p:cNvSpPr/>
            <p:nvPr/>
          </p:nvSpPr>
          <p:spPr>
            <a:xfrm>
              <a:off x="7063305" y="1820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9" name="pt22769"/>
            <p:cNvSpPr/>
            <p:nvPr/>
          </p:nvSpPr>
          <p:spPr>
            <a:xfrm>
              <a:off x="7102940" y="2212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0" name="pt22770"/>
            <p:cNvSpPr/>
            <p:nvPr/>
          </p:nvSpPr>
          <p:spPr>
            <a:xfrm>
              <a:off x="7055896" y="2319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1" name="pt22771"/>
            <p:cNvSpPr/>
            <p:nvPr/>
          </p:nvSpPr>
          <p:spPr>
            <a:xfrm>
              <a:off x="6752613" y="1769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2" name="pt22772"/>
            <p:cNvSpPr/>
            <p:nvPr/>
          </p:nvSpPr>
          <p:spPr>
            <a:xfrm>
              <a:off x="7051923" y="2376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3" name="pt22773"/>
            <p:cNvSpPr/>
            <p:nvPr/>
          </p:nvSpPr>
          <p:spPr>
            <a:xfrm>
              <a:off x="7127560" y="2082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4" name="pt22774"/>
            <p:cNvSpPr/>
            <p:nvPr/>
          </p:nvSpPr>
          <p:spPr>
            <a:xfrm>
              <a:off x="7021910" y="2041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5" name="pt22775"/>
            <p:cNvSpPr/>
            <p:nvPr/>
          </p:nvSpPr>
          <p:spPr>
            <a:xfrm>
              <a:off x="7095507" y="2223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6" name="pt22776"/>
            <p:cNvSpPr/>
            <p:nvPr/>
          </p:nvSpPr>
          <p:spPr>
            <a:xfrm>
              <a:off x="7112957" y="2018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7" name="pt22777"/>
            <p:cNvSpPr/>
            <p:nvPr/>
          </p:nvSpPr>
          <p:spPr>
            <a:xfrm>
              <a:off x="7070322" y="1922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8" name="pt22778"/>
            <p:cNvSpPr/>
            <p:nvPr/>
          </p:nvSpPr>
          <p:spPr>
            <a:xfrm>
              <a:off x="7222781" y="2011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9" name="pt22779"/>
            <p:cNvSpPr/>
            <p:nvPr/>
          </p:nvSpPr>
          <p:spPr>
            <a:xfrm>
              <a:off x="6956623" y="1976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0" name="pt22780"/>
            <p:cNvSpPr/>
            <p:nvPr/>
          </p:nvSpPr>
          <p:spPr>
            <a:xfrm>
              <a:off x="7086288" y="2140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1" name="pt22781"/>
            <p:cNvSpPr/>
            <p:nvPr/>
          </p:nvSpPr>
          <p:spPr>
            <a:xfrm>
              <a:off x="7218525" y="206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2" name="pt22782"/>
            <p:cNvSpPr/>
            <p:nvPr/>
          </p:nvSpPr>
          <p:spPr>
            <a:xfrm>
              <a:off x="6905255" y="1916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3" name="pt22783"/>
            <p:cNvSpPr/>
            <p:nvPr/>
          </p:nvSpPr>
          <p:spPr>
            <a:xfrm>
              <a:off x="6786555" y="2531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4" name="pt22784"/>
            <p:cNvSpPr/>
            <p:nvPr/>
          </p:nvSpPr>
          <p:spPr>
            <a:xfrm>
              <a:off x="7292219" y="1989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5" name="pt22785"/>
            <p:cNvSpPr/>
            <p:nvPr/>
          </p:nvSpPr>
          <p:spPr>
            <a:xfrm>
              <a:off x="7168579" y="1998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6" name="pt22786"/>
            <p:cNvSpPr/>
            <p:nvPr/>
          </p:nvSpPr>
          <p:spPr>
            <a:xfrm>
              <a:off x="7424588" y="2732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7" name="pt22787"/>
            <p:cNvSpPr/>
            <p:nvPr/>
          </p:nvSpPr>
          <p:spPr>
            <a:xfrm>
              <a:off x="7165930" y="2034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8" name="pt22788"/>
            <p:cNvSpPr/>
            <p:nvPr/>
          </p:nvSpPr>
          <p:spPr>
            <a:xfrm>
              <a:off x="7080110" y="2167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9" name="pt22789"/>
            <p:cNvSpPr/>
            <p:nvPr/>
          </p:nvSpPr>
          <p:spPr>
            <a:xfrm>
              <a:off x="7153734" y="243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0" name="pt22790"/>
            <p:cNvSpPr/>
            <p:nvPr/>
          </p:nvSpPr>
          <p:spPr>
            <a:xfrm>
              <a:off x="7271609" y="2088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1" name="pt22791"/>
            <p:cNvSpPr/>
            <p:nvPr/>
          </p:nvSpPr>
          <p:spPr>
            <a:xfrm>
              <a:off x="7179556" y="2122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2" name="pt22792"/>
            <p:cNvSpPr/>
            <p:nvPr/>
          </p:nvSpPr>
          <p:spPr>
            <a:xfrm>
              <a:off x="7308447" y="1980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3" name="pt22793"/>
            <p:cNvSpPr/>
            <p:nvPr/>
          </p:nvSpPr>
          <p:spPr>
            <a:xfrm>
              <a:off x="7050821" y="2277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4" name="pt22794"/>
            <p:cNvSpPr/>
            <p:nvPr/>
          </p:nvSpPr>
          <p:spPr>
            <a:xfrm>
              <a:off x="7194367" y="1978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5" name="pt22795"/>
            <p:cNvSpPr/>
            <p:nvPr/>
          </p:nvSpPr>
          <p:spPr>
            <a:xfrm>
              <a:off x="7331993" y="2014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6" name="pt22796"/>
            <p:cNvSpPr/>
            <p:nvPr/>
          </p:nvSpPr>
          <p:spPr>
            <a:xfrm>
              <a:off x="7089051" y="2228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7" name="pt22797"/>
            <p:cNvSpPr/>
            <p:nvPr/>
          </p:nvSpPr>
          <p:spPr>
            <a:xfrm>
              <a:off x="7166647" y="2119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8" name="pt22798"/>
            <p:cNvSpPr/>
            <p:nvPr/>
          </p:nvSpPr>
          <p:spPr>
            <a:xfrm>
              <a:off x="7151731" y="2313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9" name="pt22799"/>
            <p:cNvSpPr/>
            <p:nvPr/>
          </p:nvSpPr>
          <p:spPr>
            <a:xfrm>
              <a:off x="6837705" y="2143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0" name="pt22800"/>
            <p:cNvSpPr/>
            <p:nvPr/>
          </p:nvSpPr>
          <p:spPr>
            <a:xfrm>
              <a:off x="7390958" y="2001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1" name="pt22801"/>
            <p:cNvSpPr/>
            <p:nvPr/>
          </p:nvSpPr>
          <p:spPr>
            <a:xfrm>
              <a:off x="7280795" y="1893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2" name="pt22802"/>
            <p:cNvSpPr/>
            <p:nvPr/>
          </p:nvSpPr>
          <p:spPr>
            <a:xfrm>
              <a:off x="7027155" y="1871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3" name="pt22803"/>
            <p:cNvSpPr/>
            <p:nvPr/>
          </p:nvSpPr>
          <p:spPr>
            <a:xfrm>
              <a:off x="7112579" y="2147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4" name="pt22804"/>
            <p:cNvSpPr/>
            <p:nvPr/>
          </p:nvSpPr>
          <p:spPr>
            <a:xfrm>
              <a:off x="7089099" y="224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5" name="pt22805"/>
            <p:cNvSpPr/>
            <p:nvPr/>
          </p:nvSpPr>
          <p:spPr>
            <a:xfrm>
              <a:off x="7207349" y="2314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6" name="pt22806"/>
            <p:cNvSpPr/>
            <p:nvPr/>
          </p:nvSpPr>
          <p:spPr>
            <a:xfrm>
              <a:off x="7077456" y="2124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7" name="pt22807"/>
            <p:cNvSpPr/>
            <p:nvPr/>
          </p:nvSpPr>
          <p:spPr>
            <a:xfrm>
              <a:off x="7085338" y="2139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8" name="pt22808"/>
            <p:cNvSpPr/>
            <p:nvPr/>
          </p:nvSpPr>
          <p:spPr>
            <a:xfrm>
              <a:off x="7198131" y="2050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9" name="pt22809"/>
            <p:cNvSpPr/>
            <p:nvPr/>
          </p:nvSpPr>
          <p:spPr>
            <a:xfrm>
              <a:off x="7095303" y="2193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0" name="pt22810"/>
            <p:cNvSpPr/>
            <p:nvPr/>
          </p:nvSpPr>
          <p:spPr>
            <a:xfrm>
              <a:off x="7183301" y="2068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1" name="pt22811"/>
            <p:cNvSpPr/>
            <p:nvPr/>
          </p:nvSpPr>
          <p:spPr>
            <a:xfrm>
              <a:off x="7052656" y="2436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2" name="pt22812"/>
            <p:cNvSpPr/>
            <p:nvPr/>
          </p:nvSpPr>
          <p:spPr>
            <a:xfrm>
              <a:off x="7007878" y="1972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3" name="pt22813"/>
            <p:cNvSpPr/>
            <p:nvPr/>
          </p:nvSpPr>
          <p:spPr>
            <a:xfrm>
              <a:off x="6871203" y="2125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4" name="pt22814"/>
            <p:cNvSpPr/>
            <p:nvPr/>
          </p:nvSpPr>
          <p:spPr>
            <a:xfrm>
              <a:off x="7189174" y="2098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5" name="pt22815"/>
            <p:cNvSpPr/>
            <p:nvPr/>
          </p:nvSpPr>
          <p:spPr>
            <a:xfrm>
              <a:off x="7170020" y="1990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6" name="pt22816"/>
            <p:cNvSpPr/>
            <p:nvPr/>
          </p:nvSpPr>
          <p:spPr>
            <a:xfrm>
              <a:off x="7017376" y="2044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7" name="pt22817"/>
            <p:cNvSpPr/>
            <p:nvPr/>
          </p:nvSpPr>
          <p:spPr>
            <a:xfrm>
              <a:off x="7118777" y="2203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8" name="pt22818"/>
            <p:cNvSpPr/>
            <p:nvPr/>
          </p:nvSpPr>
          <p:spPr>
            <a:xfrm>
              <a:off x="6916227" y="2282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9" name="pt22819"/>
            <p:cNvSpPr/>
            <p:nvPr/>
          </p:nvSpPr>
          <p:spPr>
            <a:xfrm>
              <a:off x="7150897" y="2284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0" name="pt22820"/>
            <p:cNvSpPr/>
            <p:nvPr/>
          </p:nvSpPr>
          <p:spPr>
            <a:xfrm>
              <a:off x="7218919" y="2182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1" name="pt22821"/>
            <p:cNvSpPr/>
            <p:nvPr/>
          </p:nvSpPr>
          <p:spPr>
            <a:xfrm>
              <a:off x="7510365" y="2261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2" name="pt22822"/>
            <p:cNvSpPr/>
            <p:nvPr/>
          </p:nvSpPr>
          <p:spPr>
            <a:xfrm>
              <a:off x="7064162" y="1673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3" name="pt22823"/>
            <p:cNvSpPr/>
            <p:nvPr/>
          </p:nvSpPr>
          <p:spPr>
            <a:xfrm>
              <a:off x="6952445" y="2097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4" name="pt22824"/>
            <p:cNvSpPr/>
            <p:nvPr/>
          </p:nvSpPr>
          <p:spPr>
            <a:xfrm>
              <a:off x="6991009" y="1928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5" name="pt22825"/>
            <p:cNvSpPr/>
            <p:nvPr/>
          </p:nvSpPr>
          <p:spPr>
            <a:xfrm>
              <a:off x="7153033" y="233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6" name="pt22826"/>
            <p:cNvSpPr/>
            <p:nvPr/>
          </p:nvSpPr>
          <p:spPr>
            <a:xfrm>
              <a:off x="7161941" y="214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7" name="pt22827"/>
            <p:cNvSpPr/>
            <p:nvPr/>
          </p:nvSpPr>
          <p:spPr>
            <a:xfrm>
              <a:off x="7084166" y="2185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8" name="pt22828"/>
            <p:cNvSpPr/>
            <p:nvPr/>
          </p:nvSpPr>
          <p:spPr>
            <a:xfrm>
              <a:off x="7333449" y="2058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9" name="pt22829"/>
            <p:cNvSpPr/>
            <p:nvPr/>
          </p:nvSpPr>
          <p:spPr>
            <a:xfrm>
              <a:off x="7015862" y="1884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0" name="pt22830"/>
            <p:cNvSpPr/>
            <p:nvPr/>
          </p:nvSpPr>
          <p:spPr>
            <a:xfrm>
              <a:off x="7217694" y="2234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1" name="pt22831"/>
            <p:cNvSpPr/>
            <p:nvPr/>
          </p:nvSpPr>
          <p:spPr>
            <a:xfrm>
              <a:off x="7137233" y="220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2" name="pt22832"/>
            <p:cNvSpPr/>
            <p:nvPr/>
          </p:nvSpPr>
          <p:spPr>
            <a:xfrm>
              <a:off x="6963832" y="2063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3" name="pt22833"/>
            <p:cNvSpPr/>
            <p:nvPr/>
          </p:nvSpPr>
          <p:spPr>
            <a:xfrm>
              <a:off x="7359746" y="2424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4" name="pt22834"/>
            <p:cNvSpPr/>
            <p:nvPr/>
          </p:nvSpPr>
          <p:spPr>
            <a:xfrm>
              <a:off x="6996653" y="2031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5" name="pt22835"/>
            <p:cNvSpPr/>
            <p:nvPr/>
          </p:nvSpPr>
          <p:spPr>
            <a:xfrm>
              <a:off x="6962650" y="1985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6" name="pt22836"/>
            <p:cNvSpPr/>
            <p:nvPr/>
          </p:nvSpPr>
          <p:spPr>
            <a:xfrm>
              <a:off x="7113133" y="2107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7" name="pt22837"/>
            <p:cNvSpPr/>
            <p:nvPr/>
          </p:nvSpPr>
          <p:spPr>
            <a:xfrm>
              <a:off x="7041624" y="2171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8" name="pt22838"/>
            <p:cNvSpPr/>
            <p:nvPr/>
          </p:nvSpPr>
          <p:spPr>
            <a:xfrm>
              <a:off x="7179616" y="210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9" name="pt22839"/>
            <p:cNvSpPr/>
            <p:nvPr/>
          </p:nvSpPr>
          <p:spPr>
            <a:xfrm>
              <a:off x="7131197" y="2142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0" name="pt22840"/>
            <p:cNvSpPr/>
            <p:nvPr/>
          </p:nvSpPr>
          <p:spPr>
            <a:xfrm>
              <a:off x="7391417" y="2096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1" name="pt22841"/>
            <p:cNvSpPr/>
            <p:nvPr/>
          </p:nvSpPr>
          <p:spPr>
            <a:xfrm>
              <a:off x="7091722" y="2228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2" name="pt22842"/>
            <p:cNvSpPr/>
            <p:nvPr/>
          </p:nvSpPr>
          <p:spPr>
            <a:xfrm>
              <a:off x="7208990" y="2190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3" name="pt22843"/>
            <p:cNvSpPr/>
            <p:nvPr/>
          </p:nvSpPr>
          <p:spPr>
            <a:xfrm>
              <a:off x="7095466" y="2261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4" name="pt22844"/>
            <p:cNvSpPr/>
            <p:nvPr/>
          </p:nvSpPr>
          <p:spPr>
            <a:xfrm>
              <a:off x="7111048" y="2095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5" name="pt22845"/>
            <p:cNvSpPr/>
            <p:nvPr/>
          </p:nvSpPr>
          <p:spPr>
            <a:xfrm>
              <a:off x="7196968" y="2046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6" name="pt22846"/>
            <p:cNvSpPr/>
            <p:nvPr/>
          </p:nvSpPr>
          <p:spPr>
            <a:xfrm>
              <a:off x="7012964" y="1888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7" name="pt22847"/>
            <p:cNvSpPr/>
            <p:nvPr/>
          </p:nvSpPr>
          <p:spPr>
            <a:xfrm>
              <a:off x="7259992" y="2160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8" name="pt22848"/>
            <p:cNvSpPr/>
            <p:nvPr/>
          </p:nvSpPr>
          <p:spPr>
            <a:xfrm>
              <a:off x="7174660" y="1969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9" name="pt22849"/>
            <p:cNvSpPr/>
            <p:nvPr/>
          </p:nvSpPr>
          <p:spPr>
            <a:xfrm>
              <a:off x="7095388" y="2185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0" name="pt22850"/>
            <p:cNvSpPr/>
            <p:nvPr/>
          </p:nvSpPr>
          <p:spPr>
            <a:xfrm>
              <a:off x="6855444" y="2323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1" name="pt22851"/>
            <p:cNvSpPr/>
            <p:nvPr/>
          </p:nvSpPr>
          <p:spPr>
            <a:xfrm>
              <a:off x="7086811" y="2115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2" name="pt22852"/>
            <p:cNvSpPr/>
            <p:nvPr/>
          </p:nvSpPr>
          <p:spPr>
            <a:xfrm>
              <a:off x="7054059" y="2137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3" name="pt22853"/>
            <p:cNvSpPr/>
            <p:nvPr/>
          </p:nvSpPr>
          <p:spPr>
            <a:xfrm>
              <a:off x="7519846" y="2577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4" name="pt22854"/>
            <p:cNvSpPr/>
            <p:nvPr/>
          </p:nvSpPr>
          <p:spPr>
            <a:xfrm>
              <a:off x="7292000" y="1945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5" name="pt22855"/>
            <p:cNvSpPr/>
            <p:nvPr/>
          </p:nvSpPr>
          <p:spPr>
            <a:xfrm>
              <a:off x="7273086" y="2095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6" name="pt22856"/>
            <p:cNvSpPr/>
            <p:nvPr/>
          </p:nvSpPr>
          <p:spPr>
            <a:xfrm>
              <a:off x="7132455" y="1982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7" name="pt22857"/>
            <p:cNvSpPr/>
            <p:nvPr/>
          </p:nvSpPr>
          <p:spPr>
            <a:xfrm>
              <a:off x="7436582" y="2200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8" name="pt22858"/>
            <p:cNvSpPr/>
            <p:nvPr/>
          </p:nvSpPr>
          <p:spPr>
            <a:xfrm>
              <a:off x="7291538" y="1996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9" name="pt22859"/>
            <p:cNvSpPr/>
            <p:nvPr/>
          </p:nvSpPr>
          <p:spPr>
            <a:xfrm>
              <a:off x="7195156" y="1988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0" name="pt22860"/>
            <p:cNvSpPr/>
            <p:nvPr/>
          </p:nvSpPr>
          <p:spPr>
            <a:xfrm>
              <a:off x="6796069" y="2456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1" name="pt22861"/>
            <p:cNvSpPr/>
            <p:nvPr/>
          </p:nvSpPr>
          <p:spPr>
            <a:xfrm>
              <a:off x="7055905" y="2202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2" name="pt22862"/>
            <p:cNvSpPr/>
            <p:nvPr/>
          </p:nvSpPr>
          <p:spPr>
            <a:xfrm>
              <a:off x="7194201" y="1999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3" name="pt22863"/>
            <p:cNvSpPr/>
            <p:nvPr/>
          </p:nvSpPr>
          <p:spPr>
            <a:xfrm>
              <a:off x="6975782" y="1976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4" name="pt22864"/>
            <p:cNvSpPr/>
            <p:nvPr/>
          </p:nvSpPr>
          <p:spPr>
            <a:xfrm>
              <a:off x="7518252" y="2486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5" name="pt22865"/>
            <p:cNvSpPr/>
            <p:nvPr/>
          </p:nvSpPr>
          <p:spPr>
            <a:xfrm>
              <a:off x="7388518" y="2118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6" name="pt22866"/>
            <p:cNvSpPr/>
            <p:nvPr/>
          </p:nvSpPr>
          <p:spPr>
            <a:xfrm>
              <a:off x="7220250" y="215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7" name="pt22867"/>
            <p:cNvSpPr/>
            <p:nvPr/>
          </p:nvSpPr>
          <p:spPr>
            <a:xfrm>
              <a:off x="7235419" y="2158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8" name="pt22868"/>
            <p:cNvSpPr/>
            <p:nvPr/>
          </p:nvSpPr>
          <p:spPr>
            <a:xfrm>
              <a:off x="6932504" y="2220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9" name="pt22869"/>
            <p:cNvSpPr/>
            <p:nvPr/>
          </p:nvSpPr>
          <p:spPr>
            <a:xfrm>
              <a:off x="7238364" y="1884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0" name="pt22870"/>
            <p:cNvSpPr/>
            <p:nvPr/>
          </p:nvSpPr>
          <p:spPr>
            <a:xfrm>
              <a:off x="7470310" y="2309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1" name="pt22871"/>
            <p:cNvSpPr/>
            <p:nvPr/>
          </p:nvSpPr>
          <p:spPr>
            <a:xfrm>
              <a:off x="7093866" y="2288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2" name="pt22872"/>
            <p:cNvSpPr/>
            <p:nvPr/>
          </p:nvSpPr>
          <p:spPr>
            <a:xfrm>
              <a:off x="6914804" y="208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3" name="pt22873"/>
            <p:cNvSpPr/>
            <p:nvPr/>
          </p:nvSpPr>
          <p:spPr>
            <a:xfrm>
              <a:off x="6971756" y="1988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4" name="pt22874"/>
            <p:cNvSpPr/>
            <p:nvPr/>
          </p:nvSpPr>
          <p:spPr>
            <a:xfrm>
              <a:off x="6807997" y="2119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5" name="pt22875"/>
            <p:cNvSpPr/>
            <p:nvPr/>
          </p:nvSpPr>
          <p:spPr>
            <a:xfrm>
              <a:off x="6977512" y="2035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6" name="pt22876"/>
            <p:cNvSpPr/>
            <p:nvPr/>
          </p:nvSpPr>
          <p:spPr>
            <a:xfrm>
              <a:off x="7070371" y="2112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7" name="pt22877"/>
            <p:cNvSpPr/>
            <p:nvPr/>
          </p:nvSpPr>
          <p:spPr>
            <a:xfrm>
              <a:off x="7071325" y="2198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8" name="pt22878"/>
            <p:cNvSpPr/>
            <p:nvPr/>
          </p:nvSpPr>
          <p:spPr>
            <a:xfrm>
              <a:off x="7203920" y="2152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9" name="pt22879"/>
            <p:cNvSpPr/>
            <p:nvPr/>
          </p:nvSpPr>
          <p:spPr>
            <a:xfrm>
              <a:off x="7109230" y="2108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0" name="pt22880"/>
            <p:cNvSpPr/>
            <p:nvPr/>
          </p:nvSpPr>
          <p:spPr>
            <a:xfrm>
              <a:off x="7106016" y="2196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1" name="pt22881"/>
            <p:cNvSpPr/>
            <p:nvPr/>
          </p:nvSpPr>
          <p:spPr>
            <a:xfrm>
              <a:off x="7064300" y="1628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2" name="pt22882"/>
            <p:cNvSpPr/>
            <p:nvPr/>
          </p:nvSpPr>
          <p:spPr>
            <a:xfrm>
              <a:off x="7038957" y="2201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3" name="pt22883"/>
            <p:cNvSpPr/>
            <p:nvPr/>
          </p:nvSpPr>
          <p:spPr>
            <a:xfrm>
              <a:off x="7083803" y="209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4" name="pt22884"/>
            <p:cNvSpPr/>
            <p:nvPr/>
          </p:nvSpPr>
          <p:spPr>
            <a:xfrm>
              <a:off x="7003192" y="1814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5" name="pt22885"/>
            <p:cNvSpPr/>
            <p:nvPr/>
          </p:nvSpPr>
          <p:spPr>
            <a:xfrm>
              <a:off x="7153753" y="2293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6" name="pt22886"/>
            <p:cNvSpPr/>
            <p:nvPr/>
          </p:nvSpPr>
          <p:spPr>
            <a:xfrm>
              <a:off x="7163402" y="2100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7" name="pt22887"/>
            <p:cNvSpPr/>
            <p:nvPr/>
          </p:nvSpPr>
          <p:spPr>
            <a:xfrm>
              <a:off x="7384309" y="2144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8" name="pt22888"/>
            <p:cNvSpPr/>
            <p:nvPr/>
          </p:nvSpPr>
          <p:spPr>
            <a:xfrm>
              <a:off x="6974261" y="1950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9" name="pt22889"/>
            <p:cNvSpPr/>
            <p:nvPr/>
          </p:nvSpPr>
          <p:spPr>
            <a:xfrm>
              <a:off x="7178302" y="2021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0" name="pt22890"/>
            <p:cNvSpPr/>
            <p:nvPr/>
          </p:nvSpPr>
          <p:spPr>
            <a:xfrm>
              <a:off x="6873174" y="2176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1" name="pt22891"/>
            <p:cNvSpPr/>
            <p:nvPr/>
          </p:nvSpPr>
          <p:spPr>
            <a:xfrm>
              <a:off x="7134312" y="2188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2" name="pt22892"/>
            <p:cNvSpPr/>
            <p:nvPr/>
          </p:nvSpPr>
          <p:spPr>
            <a:xfrm>
              <a:off x="7066316" y="2048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3" name="pt22893"/>
            <p:cNvSpPr/>
            <p:nvPr/>
          </p:nvSpPr>
          <p:spPr>
            <a:xfrm>
              <a:off x="7283254" y="2009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4" name="pt22894"/>
            <p:cNvSpPr/>
            <p:nvPr/>
          </p:nvSpPr>
          <p:spPr>
            <a:xfrm>
              <a:off x="7199014" y="2028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5" name="pt22895"/>
            <p:cNvSpPr/>
            <p:nvPr/>
          </p:nvSpPr>
          <p:spPr>
            <a:xfrm>
              <a:off x="7053664" y="2309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6" name="pt22896"/>
            <p:cNvSpPr/>
            <p:nvPr/>
          </p:nvSpPr>
          <p:spPr>
            <a:xfrm>
              <a:off x="7031054" y="2085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7" name="pt22897"/>
            <p:cNvSpPr/>
            <p:nvPr/>
          </p:nvSpPr>
          <p:spPr>
            <a:xfrm>
              <a:off x="7091226" y="2047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8" name="pt22898"/>
            <p:cNvSpPr/>
            <p:nvPr/>
          </p:nvSpPr>
          <p:spPr>
            <a:xfrm>
              <a:off x="7379724" y="2135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9" name="pt22899"/>
            <p:cNvSpPr/>
            <p:nvPr/>
          </p:nvSpPr>
          <p:spPr>
            <a:xfrm>
              <a:off x="7148905" y="2253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0" name="pt22900"/>
            <p:cNvSpPr/>
            <p:nvPr/>
          </p:nvSpPr>
          <p:spPr>
            <a:xfrm>
              <a:off x="7255006" y="2040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1" name="pt22901"/>
            <p:cNvSpPr/>
            <p:nvPr/>
          </p:nvSpPr>
          <p:spPr>
            <a:xfrm>
              <a:off x="7331124" y="2030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2" name="pt22902"/>
            <p:cNvSpPr/>
            <p:nvPr/>
          </p:nvSpPr>
          <p:spPr>
            <a:xfrm>
              <a:off x="7130903" y="2090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3" name="pt22903"/>
            <p:cNvSpPr/>
            <p:nvPr/>
          </p:nvSpPr>
          <p:spPr>
            <a:xfrm>
              <a:off x="7406205" y="2718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4" name="pt22904"/>
            <p:cNvSpPr/>
            <p:nvPr/>
          </p:nvSpPr>
          <p:spPr>
            <a:xfrm>
              <a:off x="7279135" y="2030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5" name="pt22905"/>
            <p:cNvSpPr/>
            <p:nvPr/>
          </p:nvSpPr>
          <p:spPr>
            <a:xfrm>
              <a:off x="6782822" y="2350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6" name="pt22906"/>
            <p:cNvSpPr/>
            <p:nvPr/>
          </p:nvSpPr>
          <p:spPr>
            <a:xfrm>
              <a:off x="7330562" y="2093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7" name="pt22907"/>
            <p:cNvSpPr/>
            <p:nvPr/>
          </p:nvSpPr>
          <p:spPr>
            <a:xfrm>
              <a:off x="7164975" y="2026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8" name="pt22908"/>
            <p:cNvSpPr/>
            <p:nvPr/>
          </p:nvSpPr>
          <p:spPr>
            <a:xfrm>
              <a:off x="7133440" y="2173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9" name="pt22909"/>
            <p:cNvSpPr/>
            <p:nvPr/>
          </p:nvSpPr>
          <p:spPr>
            <a:xfrm>
              <a:off x="7324316" y="2027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0" name="pt22910"/>
            <p:cNvSpPr/>
            <p:nvPr/>
          </p:nvSpPr>
          <p:spPr>
            <a:xfrm>
              <a:off x="7188544" y="2041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1" name="pt22911"/>
            <p:cNvSpPr/>
            <p:nvPr/>
          </p:nvSpPr>
          <p:spPr>
            <a:xfrm>
              <a:off x="7179054" y="210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2" name="pt22912"/>
            <p:cNvSpPr/>
            <p:nvPr/>
          </p:nvSpPr>
          <p:spPr>
            <a:xfrm>
              <a:off x="7153470" y="2341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3" name="pt22913"/>
            <p:cNvSpPr/>
            <p:nvPr/>
          </p:nvSpPr>
          <p:spPr>
            <a:xfrm>
              <a:off x="6722543" y="2117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4" name="pt22914"/>
            <p:cNvSpPr/>
            <p:nvPr/>
          </p:nvSpPr>
          <p:spPr>
            <a:xfrm>
              <a:off x="7444474" y="2542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5" name="pt22915"/>
            <p:cNvSpPr/>
            <p:nvPr/>
          </p:nvSpPr>
          <p:spPr>
            <a:xfrm>
              <a:off x="7079832" y="1978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6" name="pt22916"/>
            <p:cNvSpPr/>
            <p:nvPr/>
          </p:nvSpPr>
          <p:spPr>
            <a:xfrm>
              <a:off x="6751150" y="1801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7" name="pt22917"/>
            <p:cNvSpPr/>
            <p:nvPr/>
          </p:nvSpPr>
          <p:spPr>
            <a:xfrm>
              <a:off x="7223614" y="2220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8" name="pt22918"/>
            <p:cNvSpPr/>
            <p:nvPr/>
          </p:nvSpPr>
          <p:spPr>
            <a:xfrm>
              <a:off x="7033451" y="2131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9" name="pt22919"/>
            <p:cNvSpPr/>
            <p:nvPr/>
          </p:nvSpPr>
          <p:spPr>
            <a:xfrm>
              <a:off x="6885594" y="1767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0" name="pt22920"/>
            <p:cNvSpPr/>
            <p:nvPr/>
          </p:nvSpPr>
          <p:spPr>
            <a:xfrm>
              <a:off x="6731511" y="1583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1" name="pt22921"/>
            <p:cNvSpPr/>
            <p:nvPr/>
          </p:nvSpPr>
          <p:spPr>
            <a:xfrm>
              <a:off x="7157333" y="2242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2" name="pt22922"/>
            <p:cNvSpPr/>
            <p:nvPr/>
          </p:nvSpPr>
          <p:spPr>
            <a:xfrm>
              <a:off x="7345424" y="2331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3" name="pt22923"/>
            <p:cNvSpPr/>
            <p:nvPr/>
          </p:nvSpPr>
          <p:spPr>
            <a:xfrm>
              <a:off x="7205528" y="2121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4" name="pt22924"/>
            <p:cNvSpPr/>
            <p:nvPr/>
          </p:nvSpPr>
          <p:spPr>
            <a:xfrm>
              <a:off x="7397529" y="2132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5" name="pt22925"/>
            <p:cNvSpPr/>
            <p:nvPr/>
          </p:nvSpPr>
          <p:spPr>
            <a:xfrm>
              <a:off x="7297767" y="1980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6" name="pt22926"/>
            <p:cNvSpPr/>
            <p:nvPr/>
          </p:nvSpPr>
          <p:spPr>
            <a:xfrm>
              <a:off x="6920169" y="2162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7" name="pt22927"/>
            <p:cNvSpPr/>
            <p:nvPr/>
          </p:nvSpPr>
          <p:spPr>
            <a:xfrm>
              <a:off x="6882682" y="1873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8" name="pt22928"/>
            <p:cNvSpPr/>
            <p:nvPr/>
          </p:nvSpPr>
          <p:spPr>
            <a:xfrm>
              <a:off x="7192446" y="2051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9" name="pt22929"/>
            <p:cNvSpPr/>
            <p:nvPr/>
          </p:nvSpPr>
          <p:spPr>
            <a:xfrm>
              <a:off x="7486406" y="2179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0" name="pt22930"/>
            <p:cNvSpPr/>
            <p:nvPr/>
          </p:nvSpPr>
          <p:spPr>
            <a:xfrm>
              <a:off x="6973399" y="1960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1" name="pt22931"/>
            <p:cNvSpPr/>
            <p:nvPr/>
          </p:nvSpPr>
          <p:spPr>
            <a:xfrm>
              <a:off x="7276565" y="2075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2" name="pt22932"/>
            <p:cNvSpPr/>
            <p:nvPr/>
          </p:nvSpPr>
          <p:spPr>
            <a:xfrm>
              <a:off x="7154544" y="2356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3" name="pt22933"/>
            <p:cNvSpPr/>
            <p:nvPr/>
          </p:nvSpPr>
          <p:spPr>
            <a:xfrm>
              <a:off x="6850528" y="2369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4" name="pt22934"/>
            <p:cNvSpPr/>
            <p:nvPr/>
          </p:nvSpPr>
          <p:spPr>
            <a:xfrm>
              <a:off x="7083201" y="2040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5" name="pt22935"/>
            <p:cNvSpPr/>
            <p:nvPr/>
          </p:nvSpPr>
          <p:spPr>
            <a:xfrm>
              <a:off x="7102991" y="2224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6" name="pt22936"/>
            <p:cNvSpPr/>
            <p:nvPr/>
          </p:nvSpPr>
          <p:spPr>
            <a:xfrm>
              <a:off x="6988552" y="1938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7" name="pt22937"/>
            <p:cNvSpPr/>
            <p:nvPr/>
          </p:nvSpPr>
          <p:spPr>
            <a:xfrm>
              <a:off x="7126139" y="2140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8" name="pt22938"/>
            <p:cNvSpPr/>
            <p:nvPr/>
          </p:nvSpPr>
          <p:spPr>
            <a:xfrm>
              <a:off x="7076974" y="2096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9" name="pt22939"/>
            <p:cNvSpPr/>
            <p:nvPr/>
          </p:nvSpPr>
          <p:spPr>
            <a:xfrm>
              <a:off x="6769173" y="2424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0" name="pt22940"/>
            <p:cNvSpPr/>
            <p:nvPr/>
          </p:nvSpPr>
          <p:spPr>
            <a:xfrm>
              <a:off x="7086813" y="2180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1" name="pt22941"/>
            <p:cNvSpPr/>
            <p:nvPr/>
          </p:nvSpPr>
          <p:spPr>
            <a:xfrm>
              <a:off x="7349441" y="2210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2" name="pt22942"/>
            <p:cNvSpPr/>
            <p:nvPr/>
          </p:nvSpPr>
          <p:spPr>
            <a:xfrm>
              <a:off x="7065037" y="1838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3" name="pt22943"/>
            <p:cNvSpPr/>
            <p:nvPr/>
          </p:nvSpPr>
          <p:spPr>
            <a:xfrm>
              <a:off x="7387535" y="2081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4" name="pt22944"/>
            <p:cNvSpPr/>
            <p:nvPr/>
          </p:nvSpPr>
          <p:spPr>
            <a:xfrm>
              <a:off x="7196983" y="1991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5" name="pt22945"/>
            <p:cNvSpPr/>
            <p:nvPr/>
          </p:nvSpPr>
          <p:spPr>
            <a:xfrm>
              <a:off x="7208825" y="2282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6" name="pt22946"/>
            <p:cNvSpPr/>
            <p:nvPr/>
          </p:nvSpPr>
          <p:spPr>
            <a:xfrm>
              <a:off x="7044444" y="2161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7" name="pt22947"/>
            <p:cNvSpPr/>
            <p:nvPr/>
          </p:nvSpPr>
          <p:spPr>
            <a:xfrm>
              <a:off x="7507264" y="2133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8" name="pt22948"/>
            <p:cNvSpPr/>
            <p:nvPr/>
          </p:nvSpPr>
          <p:spPr>
            <a:xfrm>
              <a:off x="6802846" y="2321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9" name="pt22949"/>
            <p:cNvSpPr/>
            <p:nvPr/>
          </p:nvSpPr>
          <p:spPr>
            <a:xfrm>
              <a:off x="7282448" y="2036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0" name="pt22950"/>
            <p:cNvSpPr/>
            <p:nvPr/>
          </p:nvSpPr>
          <p:spPr>
            <a:xfrm>
              <a:off x="7058361" y="2061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1" name="pt22951"/>
            <p:cNvSpPr/>
            <p:nvPr/>
          </p:nvSpPr>
          <p:spPr>
            <a:xfrm>
              <a:off x="7267975" y="2000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2" name="pt22952"/>
            <p:cNvSpPr/>
            <p:nvPr/>
          </p:nvSpPr>
          <p:spPr>
            <a:xfrm>
              <a:off x="7276758" y="1949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3" name="pt22953"/>
            <p:cNvSpPr/>
            <p:nvPr/>
          </p:nvSpPr>
          <p:spPr>
            <a:xfrm>
              <a:off x="7233842" y="2088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4" name="pt22954"/>
            <p:cNvSpPr/>
            <p:nvPr/>
          </p:nvSpPr>
          <p:spPr>
            <a:xfrm>
              <a:off x="7101421" y="2266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5" name="pt22955"/>
            <p:cNvSpPr/>
            <p:nvPr/>
          </p:nvSpPr>
          <p:spPr>
            <a:xfrm>
              <a:off x="7228142" y="2214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6" name="pt22956"/>
            <p:cNvSpPr/>
            <p:nvPr/>
          </p:nvSpPr>
          <p:spPr>
            <a:xfrm>
              <a:off x="7034689" y="201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7" name="pt22957"/>
            <p:cNvSpPr/>
            <p:nvPr/>
          </p:nvSpPr>
          <p:spPr>
            <a:xfrm>
              <a:off x="6846099" y="2228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8" name="pt22958"/>
            <p:cNvSpPr/>
            <p:nvPr/>
          </p:nvSpPr>
          <p:spPr>
            <a:xfrm>
              <a:off x="7140989" y="2328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9" name="pt22959"/>
            <p:cNvSpPr/>
            <p:nvPr/>
          </p:nvSpPr>
          <p:spPr>
            <a:xfrm>
              <a:off x="7121632" y="2064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0" name="pt22960"/>
            <p:cNvSpPr/>
            <p:nvPr/>
          </p:nvSpPr>
          <p:spPr>
            <a:xfrm>
              <a:off x="7160931" y="1979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1" name="pt22961"/>
            <p:cNvSpPr/>
            <p:nvPr/>
          </p:nvSpPr>
          <p:spPr>
            <a:xfrm>
              <a:off x="7146101" y="2313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2" name="pt22962"/>
            <p:cNvSpPr/>
            <p:nvPr/>
          </p:nvSpPr>
          <p:spPr>
            <a:xfrm>
              <a:off x="7042406" y="2208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3" name="pt22963"/>
            <p:cNvSpPr/>
            <p:nvPr/>
          </p:nvSpPr>
          <p:spPr>
            <a:xfrm>
              <a:off x="7448391" y="2490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4" name="pt22964"/>
            <p:cNvSpPr/>
            <p:nvPr/>
          </p:nvSpPr>
          <p:spPr>
            <a:xfrm>
              <a:off x="7302743" y="210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5" name="pt22965"/>
            <p:cNvSpPr/>
            <p:nvPr/>
          </p:nvSpPr>
          <p:spPr>
            <a:xfrm>
              <a:off x="7203473" y="2209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6" name="pt22966"/>
            <p:cNvSpPr/>
            <p:nvPr/>
          </p:nvSpPr>
          <p:spPr>
            <a:xfrm>
              <a:off x="7050846" y="2327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7" name="pt22967"/>
            <p:cNvSpPr/>
            <p:nvPr/>
          </p:nvSpPr>
          <p:spPr>
            <a:xfrm>
              <a:off x="7163840" y="2034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8" name="pt22968"/>
            <p:cNvSpPr/>
            <p:nvPr/>
          </p:nvSpPr>
          <p:spPr>
            <a:xfrm>
              <a:off x="6937369" y="2162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9" name="pt22969"/>
            <p:cNvSpPr/>
            <p:nvPr/>
          </p:nvSpPr>
          <p:spPr>
            <a:xfrm>
              <a:off x="7118406" y="2154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0" name="pt22970"/>
            <p:cNvSpPr/>
            <p:nvPr/>
          </p:nvSpPr>
          <p:spPr>
            <a:xfrm>
              <a:off x="7202967" y="2088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1" name="pt22971"/>
            <p:cNvSpPr/>
            <p:nvPr/>
          </p:nvSpPr>
          <p:spPr>
            <a:xfrm>
              <a:off x="7138550" y="2166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2" name="pt22972"/>
            <p:cNvSpPr/>
            <p:nvPr/>
          </p:nvSpPr>
          <p:spPr>
            <a:xfrm>
              <a:off x="6803508" y="2217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3" name="pt22973"/>
            <p:cNvSpPr/>
            <p:nvPr/>
          </p:nvSpPr>
          <p:spPr>
            <a:xfrm>
              <a:off x="7033093" y="2159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4" name="pt22974"/>
            <p:cNvSpPr/>
            <p:nvPr/>
          </p:nvSpPr>
          <p:spPr>
            <a:xfrm>
              <a:off x="7717615" y="2257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5" name="pt22975"/>
            <p:cNvSpPr/>
            <p:nvPr/>
          </p:nvSpPr>
          <p:spPr>
            <a:xfrm>
              <a:off x="7216837" y="2377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6" name="pt22976"/>
            <p:cNvSpPr/>
            <p:nvPr/>
          </p:nvSpPr>
          <p:spPr>
            <a:xfrm>
              <a:off x="7001110" y="2005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7" name="pt22977"/>
            <p:cNvSpPr/>
            <p:nvPr/>
          </p:nvSpPr>
          <p:spPr>
            <a:xfrm>
              <a:off x="7107401" y="2150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8" name="pt22978"/>
            <p:cNvSpPr/>
            <p:nvPr/>
          </p:nvSpPr>
          <p:spPr>
            <a:xfrm>
              <a:off x="6869254" y="2238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9" name="pt22979"/>
            <p:cNvSpPr/>
            <p:nvPr/>
          </p:nvSpPr>
          <p:spPr>
            <a:xfrm>
              <a:off x="6849424" y="2270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0" name="pt22980"/>
            <p:cNvSpPr/>
            <p:nvPr/>
          </p:nvSpPr>
          <p:spPr>
            <a:xfrm>
              <a:off x="7308466" y="1970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1" name="pt22981"/>
            <p:cNvSpPr/>
            <p:nvPr/>
          </p:nvSpPr>
          <p:spPr>
            <a:xfrm>
              <a:off x="6942231" y="2185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2" name="pt22982"/>
            <p:cNvSpPr/>
            <p:nvPr/>
          </p:nvSpPr>
          <p:spPr>
            <a:xfrm>
              <a:off x="7176930" y="2068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3" name="pt22983"/>
            <p:cNvSpPr/>
            <p:nvPr/>
          </p:nvSpPr>
          <p:spPr>
            <a:xfrm>
              <a:off x="6791417" y="2468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4" name="pt22984"/>
            <p:cNvSpPr/>
            <p:nvPr/>
          </p:nvSpPr>
          <p:spPr>
            <a:xfrm>
              <a:off x="7319869" y="1933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5" name="pt22985"/>
            <p:cNvSpPr/>
            <p:nvPr/>
          </p:nvSpPr>
          <p:spPr>
            <a:xfrm>
              <a:off x="7256671" y="2088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6" name="pt22986"/>
            <p:cNvSpPr/>
            <p:nvPr/>
          </p:nvSpPr>
          <p:spPr>
            <a:xfrm>
              <a:off x="7195396" y="2019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7" name="pt22987"/>
            <p:cNvSpPr/>
            <p:nvPr/>
          </p:nvSpPr>
          <p:spPr>
            <a:xfrm>
              <a:off x="7157375" y="2204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8" name="pt22988"/>
            <p:cNvSpPr/>
            <p:nvPr/>
          </p:nvSpPr>
          <p:spPr>
            <a:xfrm>
              <a:off x="7191210" y="2072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9" name="pt22989"/>
            <p:cNvSpPr/>
            <p:nvPr/>
          </p:nvSpPr>
          <p:spPr>
            <a:xfrm>
              <a:off x="7048012" y="2252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0" name="pt22990"/>
            <p:cNvSpPr/>
            <p:nvPr/>
          </p:nvSpPr>
          <p:spPr>
            <a:xfrm>
              <a:off x="6988370" y="1898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1" name="pt22991"/>
            <p:cNvSpPr/>
            <p:nvPr/>
          </p:nvSpPr>
          <p:spPr>
            <a:xfrm>
              <a:off x="7194427" y="1871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2" name="pt22992"/>
            <p:cNvSpPr/>
            <p:nvPr/>
          </p:nvSpPr>
          <p:spPr>
            <a:xfrm>
              <a:off x="7369572" y="2496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3" name="pt22993"/>
            <p:cNvSpPr/>
            <p:nvPr/>
          </p:nvSpPr>
          <p:spPr>
            <a:xfrm>
              <a:off x="7265476" y="1957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4" name="pt22994"/>
            <p:cNvSpPr/>
            <p:nvPr/>
          </p:nvSpPr>
          <p:spPr>
            <a:xfrm>
              <a:off x="7039393" y="230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5" name="pt22995"/>
            <p:cNvSpPr/>
            <p:nvPr/>
          </p:nvSpPr>
          <p:spPr>
            <a:xfrm>
              <a:off x="7160226" y="2139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6" name="pt22996"/>
            <p:cNvSpPr/>
            <p:nvPr/>
          </p:nvSpPr>
          <p:spPr>
            <a:xfrm>
              <a:off x="6650439" y="2136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7" name="pt22997"/>
            <p:cNvSpPr/>
            <p:nvPr/>
          </p:nvSpPr>
          <p:spPr>
            <a:xfrm>
              <a:off x="7074478" y="2218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8" name="pt22998"/>
            <p:cNvSpPr/>
            <p:nvPr/>
          </p:nvSpPr>
          <p:spPr>
            <a:xfrm>
              <a:off x="7283322" y="1880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9" name="pt22999"/>
            <p:cNvSpPr/>
            <p:nvPr/>
          </p:nvSpPr>
          <p:spPr>
            <a:xfrm>
              <a:off x="7249141" y="2181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0" name="pt23000"/>
            <p:cNvSpPr/>
            <p:nvPr/>
          </p:nvSpPr>
          <p:spPr>
            <a:xfrm>
              <a:off x="7117243" y="2211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1" name="pt23001"/>
            <p:cNvSpPr/>
            <p:nvPr/>
          </p:nvSpPr>
          <p:spPr>
            <a:xfrm>
              <a:off x="7248702" y="1978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2" name="pt23002"/>
            <p:cNvSpPr/>
            <p:nvPr/>
          </p:nvSpPr>
          <p:spPr>
            <a:xfrm>
              <a:off x="6808455" y="2664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3" name="pt23003"/>
            <p:cNvSpPr/>
            <p:nvPr/>
          </p:nvSpPr>
          <p:spPr>
            <a:xfrm>
              <a:off x="6910268" y="2153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4" name="pt23004"/>
            <p:cNvSpPr/>
            <p:nvPr/>
          </p:nvSpPr>
          <p:spPr>
            <a:xfrm>
              <a:off x="7554203" y="2074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5" name="pt23005"/>
            <p:cNvSpPr/>
            <p:nvPr/>
          </p:nvSpPr>
          <p:spPr>
            <a:xfrm>
              <a:off x="7347431" y="2286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6" name="pt23006"/>
            <p:cNvSpPr/>
            <p:nvPr/>
          </p:nvSpPr>
          <p:spPr>
            <a:xfrm>
              <a:off x="7185849" y="2132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7" name="pt23007"/>
            <p:cNvSpPr/>
            <p:nvPr/>
          </p:nvSpPr>
          <p:spPr>
            <a:xfrm>
              <a:off x="7194939" y="2052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8" name="pt23008"/>
            <p:cNvSpPr/>
            <p:nvPr/>
          </p:nvSpPr>
          <p:spPr>
            <a:xfrm>
              <a:off x="7016534" y="2201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9" name="pt23009"/>
            <p:cNvSpPr/>
            <p:nvPr/>
          </p:nvSpPr>
          <p:spPr>
            <a:xfrm>
              <a:off x="7264387" y="2107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0" name="pt23010"/>
            <p:cNvSpPr/>
            <p:nvPr/>
          </p:nvSpPr>
          <p:spPr>
            <a:xfrm>
              <a:off x="6772274" y="248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1" name="pt23011"/>
            <p:cNvSpPr/>
            <p:nvPr/>
          </p:nvSpPr>
          <p:spPr>
            <a:xfrm>
              <a:off x="7244842" y="2216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2" name="pt23012"/>
            <p:cNvSpPr/>
            <p:nvPr/>
          </p:nvSpPr>
          <p:spPr>
            <a:xfrm>
              <a:off x="7039315" y="2219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3" name="pt23013"/>
            <p:cNvSpPr/>
            <p:nvPr/>
          </p:nvSpPr>
          <p:spPr>
            <a:xfrm>
              <a:off x="6817694" y="216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4" name="pt23014"/>
            <p:cNvSpPr/>
            <p:nvPr/>
          </p:nvSpPr>
          <p:spPr>
            <a:xfrm>
              <a:off x="7269405" y="2002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5" name="pt23015"/>
            <p:cNvSpPr/>
            <p:nvPr/>
          </p:nvSpPr>
          <p:spPr>
            <a:xfrm>
              <a:off x="7189970" y="2008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6" name="pt23016"/>
            <p:cNvSpPr/>
            <p:nvPr/>
          </p:nvSpPr>
          <p:spPr>
            <a:xfrm>
              <a:off x="7192395" y="2030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7" name="pt23017"/>
            <p:cNvSpPr/>
            <p:nvPr/>
          </p:nvSpPr>
          <p:spPr>
            <a:xfrm>
              <a:off x="7100173" y="2202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8" name="pt23018"/>
            <p:cNvSpPr/>
            <p:nvPr/>
          </p:nvSpPr>
          <p:spPr>
            <a:xfrm>
              <a:off x="7326047" y="2156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9" name="pt23019"/>
            <p:cNvSpPr/>
            <p:nvPr/>
          </p:nvSpPr>
          <p:spPr>
            <a:xfrm>
              <a:off x="7276472" y="1743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0" name="pt23020"/>
            <p:cNvSpPr/>
            <p:nvPr/>
          </p:nvSpPr>
          <p:spPr>
            <a:xfrm>
              <a:off x="7075954" y="2037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1" name="pt23021"/>
            <p:cNvSpPr/>
            <p:nvPr/>
          </p:nvSpPr>
          <p:spPr>
            <a:xfrm>
              <a:off x="7176458" y="2009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2" name="pt23022"/>
            <p:cNvSpPr/>
            <p:nvPr/>
          </p:nvSpPr>
          <p:spPr>
            <a:xfrm>
              <a:off x="7026829" y="1822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3" name="pt23023"/>
            <p:cNvSpPr/>
            <p:nvPr/>
          </p:nvSpPr>
          <p:spPr>
            <a:xfrm>
              <a:off x="7588184" y="2117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4" name="pt23024"/>
            <p:cNvSpPr/>
            <p:nvPr/>
          </p:nvSpPr>
          <p:spPr>
            <a:xfrm>
              <a:off x="7047457" y="230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5" name="pt23025"/>
            <p:cNvSpPr/>
            <p:nvPr/>
          </p:nvSpPr>
          <p:spPr>
            <a:xfrm>
              <a:off x="7141419" y="2169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6" name="pt23026"/>
            <p:cNvSpPr/>
            <p:nvPr/>
          </p:nvSpPr>
          <p:spPr>
            <a:xfrm>
              <a:off x="7040225" y="2256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7" name="pt23027"/>
            <p:cNvSpPr/>
            <p:nvPr/>
          </p:nvSpPr>
          <p:spPr>
            <a:xfrm>
              <a:off x="7250669" y="2180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8" name="pt23028"/>
            <p:cNvSpPr/>
            <p:nvPr/>
          </p:nvSpPr>
          <p:spPr>
            <a:xfrm>
              <a:off x="7227881" y="2011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9" name="pt23029"/>
            <p:cNvSpPr/>
            <p:nvPr/>
          </p:nvSpPr>
          <p:spPr>
            <a:xfrm>
              <a:off x="6829356" y="2145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0" name="pt23030"/>
            <p:cNvSpPr/>
            <p:nvPr/>
          </p:nvSpPr>
          <p:spPr>
            <a:xfrm>
              <a:off x="7092354" y="2178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1" name="pt23031"/>
            <p:cNvSpPr/>
            <p:nvPr/>
          </p:nvSpPr>
          <p:spPr>
            <a:xfrm>
              <a:off x="7178578" y="2118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2" name="pt23032"/>
            <p:cNvSpPr/>
            <p:nvPr/>
          </p:nvSpPr>
          <p:spPr>
            <a:xfrm>
              <a:off x="6921136" y="2140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3" name="pt23033"/>
            <p:cNvSpPr/>
            <p:nvPr/>
          </p:nvSpPr>
          <p:spPr>
            <a:xfrm>
              <a:off x="7110446" y="2166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4" name="pt23034"/>
            <p:cNvSpPr/>
            <p:nvPr/>
          </p:nvSpPr>
          <p:spPr>
            <a:xfrm>
              <a:off x="7004691" y="1937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5" name="pt23035"/>
            <p:cNvSpPr/>
            <p:nvPr/>
          </p:nvSpPr>
          <p:spPr>
            <a:xfrm>
              <a:off x="7470668" y="2436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6" name="pt23036"/>
            <p:cNvSpPr/>
            <p:nvPr/>
          </p:nvSpPr>
          <p:spPr>
            <a:xfrm>
              <a:off x="6784179" y="2490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7" name="pt23037"/>
            <p:cNvSpPr/>
            <p:nvPr/>
          </p:nvSpPr>
          <p:spPr>
            <a:xfrm>
              <a:off x="7070295" y="2117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8" name="pt23038"/>
            <p:cNvSpPr/>
            <p:nvPr/>
          </p:nvSpPr>
          <p:spPr>
            <a:xfrm>
              <a:off x="7281735" y="2099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9" name="pt23039"/>
            <p:cNvSpPr/>
            <p:nvPr/>
          </p:nvSpPr>
          <p:spPr>
            <a:xfrm>
              <a:off x="7184804" y="207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0" name="pt23040"/>
            <p:cNvSpPr/>
            <p:nvPr/>
          </p:nvSpPr>
          <p:spPr>
            <a:xfrm>
              <a:off x="7373277" y="2645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1" name="pt23041"/>
            <p:cNvSpPr/>
            <p:nvPr/>
          </p:nvSpPr>
          <p:spPr>
            <a:xfrm>
              <a:off x="7033815" y="2060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2" name="pt23042"/>
            <p:cNvSpPr/>
            <p:nvPr/>
          </p:nvSpPr>
          <p:spPr>
            <a:xfrm>
              <a:off x="7046993" y="2178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3" name="pt23043"/>
            <p:cNvSpPr/>
            <p:nvPr/>
          </p:nvSpPr>
          <p:spPr>
            <a:xfrm>
              <a:off x="7121905" y="2107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4" name="pt23044"/>
            <p:cNvSpPr/>
            <p:nvPr/>
          </p:nvSpPr>
          <p:spPr>
            <a:xfrm>
              <a:off x="7195128" y="1959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5" name="pt23045"/>
            <p:cNvSpPr/>
            <p:nvPr/>
          </p:nvSpPr>
          <p:spPr>
            <a:xfrm>
              <a:off x="7096342" y="2201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6" name="pt23046"/>
            <p:cNvSpPr/>
            <p:nvPr/>
          </p:nvSpPr>
          <p:spPr>
            <a:xfrm>
              <a:off x="7157271" y="2165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7" name="pt23047"/>
            <p:cNvSpPr/>
            <p:nvPr/>
          </p:nvSpPr>
          <p:spPr>
            <a:xfrm>
              <a:off x="7069151" y="2045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8" name="pt23048"/>
            <p:cNvSpPr/>
            <p:nvPr/>
          </p:nvSpPr>
          <p:spPr>
            <a:xfrm>
              <a:off x="7232873" y="2128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9" name="pt23049"/>
            <p:cNvSpPr/>
            <p:nvPr/>
          </p:nvSpPr>
          <p:spPr>
            <a:xfrm>
              <a:off x="7078881" y="223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0" name="pt23050"/>
            <p:cNvSpPr/>
            <p:nvPr/>
          </p:nvSpPr>
          <p:spPr>
            <a:xfrm>
              <a:off x="7101276" y="2134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1" name="pt23051"/>
            <p:cNvSpPr/>
            <p:nvPr/>
          </p:nvSpPr>
          <p:spPr>
            <a:xfrm>
              <a:off x="7706676" y="2137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2" name="pt23052"/>
            <p:cNvSpPr/>
            <p:nvPr/>
          </p:nvSpPr>
          <p:spPr>
            <a:xfrm>
              <a:off x="7369863" y="2630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3" name="pt23053"/>
            <p:cNvSpPr/>
            <p:nvPr/>
          </p:nvSpPr>
          <p:spPr>
            <a:xfrm>
              <a:off x="7218520" y="2077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4" name="pt23054"/>
            <p:cNvSpPr/>
            <p:nvPr/>
          </p:nvSpPr>
          <p:spPr>
            <a:xfrm>
              <a:off x="7177012" y="2098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5" name="pt23055"/>
            <p:cNvSpPr/>
            <p:nvPr/>
          </p:nvSpPr>
          <p:spPr>
            <a:xfrm>
              <a:off x="7231358" y="2075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6" name="pt23056"/>
            <p:cNvSpPr/>
            <p:nvPr/>
          </p:nvSpPr>
          <p:spPr>
            <a:xfrm>
              <a:off x="7258411" y="2121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7" name="pt23057"/>
            <p:cNvSpPr/>
            <p:nvPr/>
          </p:nvSpPr>
          <p:spPr>
            <a:xfrm>
              <a:off x="7531654" y="2528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8" name="pt23058"/>
            <p:cNvSpPr/>
            <p:nvPr/>
          </p:nvSpPr>
          <p:spPr>
            <a:xfrm>
              <a:off x="7090823" y="2159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9" name="pt23059"/>
            <p:cNvSpPr/>
            <p:nvPr/>
          </p:nvSpPr>
          <p:spPr>
            <a:xfrm>
              <a:off x="6952348" y="2198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0" name="pt23060"/>
            <p:cNvSpPr/>
            <p:nvPr/>
          </p:nvSpPr>
          <p:spPr>
            <a:xfrm>
              <a:off x="7016452" y="1941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1" name="pt23061"/>
            <p:cNvSpPr/>
            <p:nvPr/>
          </p:nvSpPr>
          <p:spPr>
            <a:xfrm>
              <a:off x="7107375" y="2190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2" name="pt23062"/>
            <p:cNvSpPr/>
            <p:nvPr/>
          </p:nvSpPr>
          <p:spPr>
            <a:xfrm>
              <a:off x="7117174" y="2203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3" name="pt23063"/>
            <p:cNvSpPr/>
            <p:nvPr/>
          </p:nvSpPr>
          <p:spPr>
            <a:xfrm>
              <a:off x="7438982" y="2707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4" name="pt23064"/>
            <p:cNvSpPr/>
            <p:nvPr/>
          </p:nvSpPr>
          <p:spPr>
            <a:xfrm>
              <a:off x="7232388" y="2284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5" name="pt23065"/>
            <p:cNvSpPr/>
            <p:nvPr/>
          </p:nvSpPr>
          <p:spPr>
            <a:xfrm>
              <a:off x="7323591" y="2022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6" name="pt23066"/>
            <p:cNvSpPr/>
            <p:nvPr/>
          </p:nvSpPr>
          <p:spPr>
            <a:xfrm>
              <a:off x="6518530" y="2043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7" name="pt23067"/>
            <p:cNvSpPr/>
            <p:nvPr/>
          </p:nvSpPr>
          <p:spPr>
            <a:xfrm>
              <a:off x="7033722" y="2094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8" name="pt23068"/>
            <p:cNvSpPr/>
            <p:nvPr/>
          </p:nvSpPr>
          <p:spPr>
            <a:xfrm>
              <a:off x="7368018" y="2605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9" name="pt23069"/>
            <p:cNvSpPr/>
            <p:nvPr/>
          </p:nvSpPr>
          <p:spPr>
            <a:xfrm>
              <a:off x="7278830" y="2047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0" name="pt23070"/>
            <p:cNvSpPr/>
            <p:nvPr/>
          </p:nvSpPr>
          <p:spPr>
            <a:xfrm>
              <a:off x="6959690" y="2007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1" name="pt23071"/>
            <p:cNvSpPr/>
            <p:nvPr/>
          </p:nvSpPr>
          <p:spPr>
            <a:xfrm>
              <a:off x="7024407" y="2017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2" name="pt23072"/>
            <p:cNvSpPr/>
            <p:nvPr/>
          </p:nvSpPr>
          <p:spPr>
            <a:xfrm>
              <a:off x="6804524" y="2148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3" name="pt23073"/>
            <p:cNvSpPr/>
            <p:nvPr/>
          </p:nvSpPr>
          <p:spPr>
            <a:xfrm>
              <a:off x="7107123" y="2231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4" name="pt23074"/>
            <p:cNvSpPr/>
            <p:nvPr/>
          </p:nvSpPr>
          <p:spPr>
            <a:xfrm>
              <a:off x="7059553" y="2036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5" name="pt23075"/>
            <p:cNvSpPr/>
            <p:nvPr/>
          </p:nvSpPr>
          <p:spPr>
            <a:xfrm>
              <a:off x="7240744" y="1758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6" name="pt23076"/>
            <p:cNvSpPr/>
            <p:nvPr/>
          </p:nvSpPr>
          <p:spPr>
            <a:xfrm>
              <a:off x="7302819" y="1955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7" name="pt23077"/>
            <p:cNvSpPr/>
            <p:nvPr/>
          </p:nvSpPr>
          <p:spPr>
            <a:xfrm>
              <a:off x="7075915" y="2229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8" name="pt23078"/>
            <p:cNvSpPr/>
            <p:nvPr/>
          </p:nvSpPr>
          <p:spPr>
            <a:xfrm>
              <a:off x="7186245" y="2142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9" name="pt23079"/>
            <p:cNvSpPr/>
            <p:nvPr/>
          </p:nvSpPr>
          <p:spPr>
            <a:xfrm>
              <a:off x="7058410" y="2087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0" name="pt23080"/>
            <p:cNvSpPr/>
            <p:nvPr/>
          </p:nvSpPr>
          <p:spPr>
            <a:xfrm>
              <a:off x="7330423" y="2183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1" name="pt23081"/>
            <p:cNvSpPr/>
            <p:nvPr/>
          </p:nvSpPr>
          <p:spPr>
            <a:xfrm>
              <a:off x="7148447" y="236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2" name="pt23082"/>
            <p:cNvSpPr/>
            <p:nvPr/>
          </p:nvSpPr>
          <p:spPr>
            <a:xfrm>
              <a:off x="7259568" y="2206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3" name="pt23083"/>
            <p:cNvSpPr/>
            <p:nvPr/>
          </p:nvSpPr>
          <p:spPr>
            <a:xfrm>
              <a:off x="7083698" y="2131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4" name="pt23084"/>
            <p:cNvSpPr/>
            <p:nvPr/>
          </p:nvSpPr>
          <p:spPr>
            <a:xfrm>
              <a:off x="7106851" y="2179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5" name="pt23085"/>
            <p:cNvSpPr/>
            <p:nvPr/>
          </p:nvSpPr>
          <p:spPr>
            <a:xfrm>
              <a:off x="6978845" y="2029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6" name="pt23086"/>
            <p:cNvSpPr/>
            <p:nvPr/>
          </p:nvSpPr>
          <p:spPr>
            <a:xfrm>
              <a:off x="7329542" y="1990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7" name="pt23087"/>
            <p:cNvSpPr/>
            <p:nvPr/>
          </p:nvSpPr>
          <p:spPr>
            <a:xfrm>
              <a:off x="6906651" y="1981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8" name="pt23088"/>
            <p:cNvSpPr/>
            <p:nvPr/>
          </p:nvSpPr>
          <p:spPr>
            <a:xfrm>
              <a:off x="7178600" y="2046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9" name="pt23089"/>
            <p:cNvSpPr/>
            <p:nvPr/>
          </p:nvSpPr>
          <p:spPr>
            <a:xfrm>
              <a:off x="7230398" y="2075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0" name="pt23090"/>
            <p:cNvSpPr/>
            <p:nvPr/>
          </p:nvSpPr>
          <p:spPr>
            <a:xfrm>
              <a:off x="7034153" y="2232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1" name="pt23091"/>
            <p:cNvSpPr/>
            <p:nvPr/>
          </p:nvSpPr>
          <p:spPr>
            <a:xfrm>
              <a:off x="7281177" y="2069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2" name="pt23092"/>
            <p:cNvSpPr/>
            <p:nvPr/>
          </p:nvSpPr>
          <p:spPr>
            <a:xfrm>
              <a:off x="6820038" y="2108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3" name="pt23093"/>
            <p:cNvSpPr/>
            <p:nvPr/>
          </p:nvSpPr>
          <p:spPr>
            <a:xfrm>
              <a:off x="6685753" y="1532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4" name="pt23094"/>
            <p:cNvSpPr/>
            <p:nvPr/>
          </p:nvSpPr>
          <p:spPr>
            <a:xfrm>
              <a:off x="7392542" y="2103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5" name="pt23095"/>
            <p:cNvSpPr/>
            <p:nvPr/>
          </p:nvSpPr>
          <p:spPr>
            <a:xfrm>
              <a:off x="7140439" y="2083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6" name="pt23096"/>
            <p:cNvSpPr/>
            <p:nvPr/>
          </p:nvSpPr>
          <p:spPr>
            <a:xfrm>
              <a:off x="6886848" y="1926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7" name="pt23097"/>
            <p:cNvSpPr/>
            <p:nvPr/>
          </p:nvSpPr>
          <p:spPr>
            <a:xfrm>
              <a:off x="7340839" y="205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8" name="pt23098"/>
            <p:cNvSpPr/>
            <p:nvPr/>
          </p:nvSpPr>
          <p:spPr>
            <a:xfrm>
              <a:off x="7155394" y="2321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9" name="pt23099"/>
            <p:cNvSpPr/>
            <p:nvPr/>
          </p:nvSpPr>
          <p:spPr>
            <a:xfrm>
              <a:off x="7303403" y="2036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0" name="pt23100"/>
            <p:cNvSpPr/>
            <p:nvPr/>
          </p:nvSpPr>
          <p:spPr>
            <a:xfrm>
              <a:off x="7207465" y="2220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1" name="pt23101"/>
            <p:cNvSpPr/>
            <p:nvPr/>
          </p:nvSpPr>
          <p:spPr>
            <a:xfrm>
              <a:off x="7006985" y="2035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2" name="pt23102"/>
            <p:cNvSpPr/>
            <p:nvPr/>
          </p:nvSpPr>
          <p:spPr>
            <a:xfrm>
              <a:off x="6914122" y="226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3" name="pt23103"/>
            <p:cNvSpPr/>
            <p:nvPr/>
          </p:nvSpPr>
          <p:spPr>
            <a:xfrm>
              <a:off x="7103768" y="218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4" name="pt23104"/>
            <p:cNvSpPr/>
            <p:nvPr/>
          </p:nvSpPr>
          <p:spPr>
            <a:xfrm>
              <a:off x="7005074" y="1937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5" name="pt23105"/>
            <p:cNvSpPr/>
            <p:nvPr/>
          </p:nvSpPr>
          <p:spPr>
            <a:xfrm>
              <a:off x="7170832" y="1975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6" name="pt23106"/>
            <p:cNvSpPr/>
            <p:nvPr/>
          </p:nvSpPr>
          <p:spPr>
            <a:xfrm>
              <a:off x="7098709" y="2257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7" name="pt23107"/>
            <p:cNvSpPr/>
            <p:nvPr/>
          </p:nvSpPr>
          <p:spPr>
            <a:xfrm>
              <a:off x="7326231" y="2218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8" name="pt23108"/>
            <p:cNvSpPr/>
            <p:nvPr/>
          </p:nvSpPr>
          <p:spPr>
            <a:xfrm>
              <a:off x="7115444" y="2107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9" name="pt23109"/>
            <p:cNvSpPr/>
            <p:nvPr/>
          </p:nvSpPr>
          <p:spPr>
            <a:xfrm>
              <a:off x="7067878" y="2167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0" name="pt23110"/>
            <p:cNvSpPr/>
            <p:nvPr/>
          </p:nvSpPr>
          <p:spPr>
            <a:xfrm>
              <a:off x="7003821" y="1762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1" name="pt23111"/>
            <p:cNvSpPr/>
            <p:nvPr/>
          </p:nvSpPr>
          <p:spPr>
            <a:xfrm>
              <a:off x="7261773" y="2008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2" name="pt23112"/>
            <p:cNvSpPr/>
            <p:nvPr/>
          </p:nvSpPr>
          <p:spPr>
            <a:xfrm>
              <a:off x="6851373" y="2395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3" name="pt23113"/>
            <p:cNvSpPr/>
            <p:nvPr/>
          </p:nvSpPr>
          <p:spPr>
            <a:xfrm>
              <a:off x="7104805" y="2181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4" name="pt23114"/>
            <p:cNvSpPr/>
            <p:nvPr/>
          </p:nvSpPr>
          <p:spPr>
            <a:xfrm>
              <a:off x="6981162" y="1996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5" name="pt23115"/>
            <p:cNvSpPr/>
            <p:nvPr/>
          </p:nvSpPr>
          <p:spPr>
            <a:xfrm>
              <a:off x="7075387" y="2249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6" name="pt23116"/>
            <p:cNvSpPr/>
            <p:nvPr/>
          </p:nvSpPr>
          <p:spPr>
            <a:xfrm>
              <a:off x="7016057" y="2192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7" name="pt23117"/>
            <p:cNvSpPr/>
            <p:nvPr/>
          </p:nvSpPr>
          <p:spPr>
            <a:xfrm>
              <a:off x="7405966" y="2402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8" name="pt23118"/>
            <p:cNvSpPr/>
            <p:nvPr/>
          </p:nvSpPr>
          <p:spPr>
            <a:xfrm>
              <a:off x="7203112" y="2255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9" name="pt23119"/>
            <p:cNvSpPr/>
            <p:nvPr/>
          </p:nvSpPr>
          <p:spPr>
            <a:xfrm>
              <a:off x="7184241" y="2129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0" name="pt23120"/>
            <p:cNvSpPr/>
            <p:nvPr/>
          </p:nvSpPr>
          <p:spPr>
            <a:xfrm>
              <a:off x="7089518" y="2128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1" name="pt23121"/>
            <p:cNvSpPr/>
            <p:nvPr/>
          </p:nvSpPr>
          <p:spPr>
            <a:xfrm>
              <a:off x="7194677" y="2003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2" name="pt23122"/>
            <p:cNvSpPr/>
            <p:nvPr/>
          </p:nvSpPr>
          <p:spPr>
            <a:xfrm>
              <a:off x="7297209" y="2142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3" name="pt23123"/>
            <p:cNvSpPr/>
            <p:nvPr/>
          </p:nvSpPr>
          <p:spPr>
            <a:xfrm>
              <a:off x="7384212" y="2164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4" name="pt23124"/>
            <p:cNvSpPr/>
            <p:nvPr/>
          </p:nvSpPr>
          <p:spPr>
            <a:xfrm>
              <a:off x="7324673" y="1957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5" name="pt23125"/>
            <p:cNvSpPr/>
            <p:nvPr/>
          </p:nvSpPr>
          <p:spPr>
            <a:xfrm>
              <a:off x="7358705" y="2310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6" name="pt23126"/>
            <p:cNvSpPr/>
            <p:nvPr/>
          </p:nvSpPr>
          <p:spPr>
            <a:xfrm>
              <a:off x="7329976" y="1969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7" name="pt23127"/>
            <p:cNvSpPr/>
            <p:nvPr/>
          </p:nvSpPr>
          <p:spPr>
            <a:xfrm>
              <a:off x="7198859" y="1928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8" name="pt23128"/>
            <p:cNvSpPr/>
            <p:nvPr/>
          </p:nvSpPr>
          <p:spPr>
            <a:xfrm>
              <a:off x="7410321" y="2471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9" name="pt23129"/>
            <p:cNvSpPr/>
            <p:nvPr/>
          </p:nvSpPr>
          <p:spPr>
            <a:xfrm>
              <a:off x="7283464" y="2061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0" name="pt23130"/>
            <p:cNvSpPr/>
            <p:nvPr/>
          </p:nvSpPr>
          <p:spPr>
            <a:xfrm>
              <a:off x="7201342" y="2037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1" name="pt23131"/>
            <p:cNvSpPr/>
            <p:nvPr/>
          </p:nvSpPr>
          <p:spPr>
            <a:xfrm>
              <a:off x="7121159" y="2152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2" name="pt23132"/>
            <p:cNvSpPr/>
            <p:nvPr/>
          </p:nvSpPr>
          <p:spPr>
            <a:xfrm>
              <a:off x="7062015" y="2015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3" name="pt23133"/>
            <p:cNvSpPr/>
            <p:nvPr/>
          </p:nvSpPr>
          <p:spPr>
            <a:xfrm>
              <a:off x="6860125" y="2153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4" name="pt23134"/>
            <p:cNvSpPr/>
            <p:nvPr/>
          </p:nvSpPr>
          <p:spPr>
            <a:xfrm>
              <a:off x="7160199" y="2021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5" name="pt23135"/>
            <p:cNvSpPr/>
            <p:nvPr/>
          </p:nvSpPr>
          <p:spPr>
            <a:xfrm>
              <a:off x="6926260" y="2111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6" name="pt23136"/>
            <p:cNvSpPr/>
            <p:nvPr/>
          </p:nvSpPr>
          <p:spPr>
            <a:xfrm>
              <a:off x="7133483" y="207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7" name="pt23137"/>
            <p:cNvSpPr/>
            <p:nvPr/>
          </p:nvSpPr>
          <p:spPr>
            <a:xfrm>
              <a:off x="6935022" y="2231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8" name="pt23138"/>
            <p:cNvSpPr/>
            <p:nvPr/>
          </p:nvSpPr>
          <p:spPr>
            <a:xfrm>
              <a:off x="6795801" y="2427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9" name="pt23139"/>
            <p:cNvSpPr/>
            <p:nvPr/>
          </p:nvSpPr>
          <p:spPr>
            <a:xfrm>
              <a:off x="6932534" y="2185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0" name="pt23140"/>
            <p:cNvSpPr/>
            <p:nvPr/>
          </p:nvSpPr>
          <p:spPr>
            <a:xfrm>
              <a:off x="7429795" y="2236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1" name="pt23141"/>
            <p:cNvSpPr/>
            <p:nvPr/>
          </p:nvSpPr>
          <p:spPr>
            <a:xfrm>
              <a:off x="7196601" y="1966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2" name="pt23142"/>
            <p:cNvSpPr/>
            <p:nvPr/>
          </p:nvSpPr>
          <p:spPr>
            <a:xfrm>
              <a:off x="7340283" y="2271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3" name="pt23143"/>
            <p:cNvSpPr/>
            <p:nvPr/>
          </p:nvSpPr>
          <p:spPr>
            <a:xfrm>
              <a:off x="6677681" y="1990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4" name="pt23144"/>
            <p:cNvSpPr/>
            <p:nvPr/>
          </p:nvSpPr>
          <p:spPr>
            <a:xfrm>
              <a:off x="7221577" y="2151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5" name="pt23145"/>
            <p:cNvSpPr/>
            <p:nvPr/>
          </p:nvSpPr>
          <p:spPr>
            <a:xfrm>
              <a:off x="6897855" y="1751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6" name="pt23146"/>
            <p:cNvSpPr/>
            <p:nvPr/>
          </p:nvSpPr>
          <p:spPr>
            <a:xfrm>
              <a:off x="7143872" y="2212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7" name="pt23147"/>
            <p:cNvSpPr/>
            <p:nvPr/>
          </p:nvSpPr>
          <p:spPr>
            <a:xfrm>
              <a:off x="7077799" y="2165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8" name="pt23148"/>
            <p:cNvSpPr/>
            <p:nvPr/>
          </p:nvSpPr>
          <p:spPr>
            <a:xfrm>
              <a:off x="7038171" y="2249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9" name="pt23149"/>
            <p:cNvSpPr/>
            <p:nvPr/>
          </p:nvSpPr>
          <p:spPr>
            <a:xfrm>
              <a:off x="7386158" y="2262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0" name="pt23150"/>
            <p:cNvSpPr/>
            <p:nvPr/>
          </p:nvSpPr>
          <p:spPr>
            <a:xfrm>
              <a:off x="7509610" y="2643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1" name="pt23151"/>
            <p:cNvSpPr/>
            <p:nvPr/>
          </p:nvSpPr>
          <p:spPr>
            <a:xfrm>
              <a:off x="6992776" y="1940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2" name="pt23152"/>
            <p:cNvSpPr/>
            <p:nvPr/>
          </p:nvSpPr>
          <p:spPr>
            <a:xfrm>
              <a:off x="7236971" y="2005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3" name="pt23153"/>
            <p:cNvSpPr/>
            <p:nvPr/>
          </p:nvSpPr>
          <p:spPr>
            <a:xfrm>
              <a:off x="7232754" y="2160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4" name="pt23154"/>
            <p:cNvSpPr/>
            <p:nvPr/>
          </p:nvSpPr>
          <p:spPr>
            <a:xfrm>
              <a:off x="7383056" y="2177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5" name="pt23155"/>
            <p:cNvSpPr/>
            <p:nvPr/>
          </p:nvSpPr>
          <p:spPr>
            <a:xfrm>
              <a:off x="7148479" y="2388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6" name="pt23156"/>
            <p:cNvSpPr/>
            <p:nvPr/>
          </p:nvSpPr>
          <p:spPr>
            <a:xfrm>
              <a:off x="7113114" y="2037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7" name="pt23157"/>
            <p:cNvSpPr/>
            <p:nvPr/>
          </p:nvSpPr>
          <p:spPr>
            <a:xfrm>
              <a:off x="7202943" y="2124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8" name="pt23158"/>
            <p:cNvSpPr/>
            <p:nvPr/>
          </p:nvSpPr>
          <p:spPr>
            <a:xfrm>
              <a:off x="7174431" y="1991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9" name="pt23159"/>
            <p:cNvSpPr/>
            <p:nvPr/>
          </p:nvSpPr>
          <p:spPr>
            <a:xfrm>
              <a:off x="7248092" y="2157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0" name="pt23160"/>
            <p:cNvSpPr/>
            <p:nvPr/>
          </p:nvSpPr>
          <p:spPr>
            <a:xfrm>
              <a:off x="7166250" y="2087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1" name="pt23161"/>
            <p:cNvSpPr/>
            <p:nvPr/>
          </p:nvSpPr>
          <p:spPr>
            <a:xfrm>
              <a:off x="7311639" y="2018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2" name="pt23162"/>
            <p:cNvSpPr/>
            <p:nvPr/>
          </p:nvSpPr>
          <p:spPr>
            <a:xfrm>
              <a:off x="7234297" y="1991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3" name="pt23163"/>
            <p:cNvSpPr/>
            <p:nvPr/>
          </p:nvSpPr>
          <p:spPr>
            <a:xfrm>
              <a:off x="7129260" y="2165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4" name="pt23164"/>
            <p:cNvSpPr/>
            <p:nvPr/>
          </p:nvSpPr>
          <p:spPr>
            <a:xfrm>
              <a:off x="7043042" y="2253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5" name="pt23165"/>
            <p:cNvSpPr/>
            <p:nvPr/>
          </p:nvSpPr>
          <p:spPr>
            <a:xfrm>
              <a:off x="6992020" y="1991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6" name="pt23166"/>
            <p:cNvSpPr/>
            <p:nvPr/>
          </p:nvSpPr>
          <p:spPr>
            <a:xfrm>
              <a:off x="6865157" y="2342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7" name="pt23167"/>
            <p:cNvSpPr/>
            <p:nvPr/>
          </p:nvSpPr>
          <p:spPr>
            <a:xfrm>
              <a:off x="7083979" y="2132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8" name="pt23168"/>
            <p:cNvSpPr/>
            <p:nvPr/>
          </p:nvSpPr>
          <p:spPr>
            <a:xfrm>
              <a:off x="7217639" y="2312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9" name="pt23169"/>
            <p:cNvSpPr/>
            <p:nvPr/>
          </p:nvSpPr>
          <p:spPr>
            <a:xfrm>
              <a:off x="7146956" y="2141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0" name="pt23170"/>
            <p:cNvSpPr/>
            <p:nvPr/>
          </p:nvSpPr>
          <p:spPr>
            <a:xfrm>
              <a:off x="7307592" y="1995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1" name="pt23171"/>
            <p:cNvSpPr/>
            <p:nvPr/>
          </p:nvSpPr>
          <p:spPr>
            <a:xfrm>
              <a:off x="7042553" y="2336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2" name="pt23172"/>
            <p:cNvSpPr/>
            <p:nvPr/>
          </p:nvSpPr>
          <p:spPr>
            <a:xfrm>
              <a:off x="7116860" y="2209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3" name="pt23173"/>
            <p:cNvSpPr/>
            <p:nvPr/>
          </p:nvSpPr>
          <p:spPr>
            <a:xfrm>
              <a:off x="7146631" y="2234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4" name="pt23174"/>
            <p:cNvSpPr/>
            <p:nvPr/>
          </p:nvSpPr>
          <p:spPr>
            <a:xfrm>
              <a:off x="7099574" y="2262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5" name="pt23175"/>
            <p:cNvSpPr/>
            <p:nvPr/>
          </p:nvSpPr>
          <p:spPr>
            <a:xfrm>
              <a:off x="6868832" y="2025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6" name="pt23176"/>
            <p:cNvSpPr/>
            <p:nvPr/>
          </p:nvSpPr>
          <p:spPr>
            <a:xfrm>
              <a:off x="6976991" y="2043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7" name="pt23177"/>
            <p:cNvSpPr/>
            <p:nvPr/>
          </p:nvSpPr>
          <p:spPr>
            <a:xfrm>
              <a:off x="6756302" y="1596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8" name="pt23178"/>
            <p:cNvSpPr/>
            <p:nvPr/>
          </p:nvSpPr>
          <p:spPr>
            <a:xfrm>
              <a:off x="6887999" y="1782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9" name="pt23179"/>
            <p:cNvSpPr/>
            <p:nvPr/>
          </p:nvSpPr>
          <p:spPr>
            <a:xfrm>
              <a:off x="7097911" y="2253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0" name="pt23180"/>
            <p:cNvSpPr/>
            <p:nvPr/>
          </p:nvSpPr>
          <p:spPr>
            <a:xfrm>
              <a:off x="7346722" y="2116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1" name="pt23181"/>
            <p:cNvSpPr/>
            <p:nvPr/>
          </p:nvSpPr>
          <p:spPr>
            <a:xfrm>
              <a:off x="7421142" y="2324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2" name="pt23182"/>
            <p:cNvSpPr/>
            <p:nvPr/>
          </p:nvSpPr>
          <p:spPr>
            <a:xfrm>
              <a:off x="7247007" y="2134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3" name="pt23183"/>
            <p:cNvSpPr/>
            <p:nvPr/>
          </p:nvSpPr>
          <p:spPr>
            <a:xfrm>
              <a:off x="7422394" y="2383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4" name="pt23184"/>
            <p:cNvSpPr/>
            <p:nvPr/>
          </p:nvSpPr>
          <p:spPr>
            <a:xfrm>
              <a:off x="7312178" y="2017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5" name="pt23185"/>
            <p:cNvSpPr/>
            <p:nvPr/>
          </p:nvSpPr>
          <p:spPr>
            <a:xfrm>
              <a:off x="7159696" y="2205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6" name="pt23186"/>
            <p:cNvSpPr/>
            <p:nvPr/>
          </p:nvSpPr>
          <p:spPr>
            <a:xfrm>
              <a:off x="7252091" y="2111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7" name="pt23187"/>
            <p:cNvSpPr/>
            <p:nvPr/>
          </p:nvSpPr>
          <p:spPr>
            <a:xfrm>
              <a:off x="7428269" y="2613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8" name="pt23188"/>
            <p:cNvSpPr/>
            <p:nvPr/>
          </p:nvSpPr>
          <p:spPr>
            <a:xfrm>
              <a:off x="7199581" y="1964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9" name="pt23189"/>
            <p:cNvSpPr/>
            <p:nvPr/>
          </p:nvSpPr>
          <p:spPr>
            <a:xfrm>
              <a:off x="7094968" y="2128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0" name="pt23190"/>
            <p:cNvSpPr/>
            <p:nvPr/>
          </p:nvSpPr>
          <p:spPr>
            <a:xfrm>
              <a:off x="7006211" y="2045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1" name="pt23191"/>
            <p:cNvSpPr/>
            <p:nvPr/>
          </p:nvSpPr>
          <p:spPr>
            <a:xfrm>
              <a:off x="7185458" y="2153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2" name="pt23192"/>
            <p:cNvSpPr/>
            <p:nvPr/>
          </p:nvSpPr>
          <p:spPr>
            <a:xfrm>
              <a:off x="7327484" y="1902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3" name="pt23193"/>
            <p:cNvSpPr/>
            <p:nvPr/>
          </p:nvSpPr>
          <p:spPr>
            <a:xfrm>
              <a:off x="7320099" y="1967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4" name="pt23194"/>
            <p:cNvSpPr/>
            <p:nvPr/>
          </p:nvSpPr>
          <p:spPr>
            <a:xfrm>
              <a:off x="7164858" y="2127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5" name="pt23195"/>
            <p:cNvSpPr/>
            <p:nvPr/>
          </p:nvSpPr>
          <p:spPr>
            <a:xfrm>
              <a:off x="7130995" y="2116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6" name="pt23196"/>
            <p:cNvSpPr/>
            <p:nvPr/>
          </p:nvSpPr>
          <p:spPr>
            <a:xfrm>
              <a:off x="7026901" y="1938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7" name="pt23197"/>
            <p:cNvSpPr/>
            <p:nvPr/>
          </p:nvSpPr>
          <p:spPr>
            <a:xfrm>
              <a:off x="7110944" y="2116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8" name="pt23198"/>
            <p:cNvSpPr/>
            <p:nvPr/>
          </p:nvSpPr>
          <p:spPr>
            <a:xfrm>
              <a:off x="7470645" y="2865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9" name="pt23199"/>
            <p:cNvSpPr/>
            <p:nvPr/>
          </p:nvSpPr>
          <p:spPr>
            <a:xfrm>
              <a:off x="7106459" y="2197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0" name="pt23200"/>
            <p:cNvSpPr/>
            <p:nvPr/>
          </p:nvSpPr>
          <p:spPr>
            <a:xfrm>
              <a:off x="7162842" y="2039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1" name="pt23201"/>
            <p:cNvSpPr/>
            <p:nvPr/>
          </p:nvSpPr>
          <p:spPr>
            <a:xfrm>
              <a:off x="7144317" y="2227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2" name="pt23202"/>
            <p:cNvSpPr/>
            <p:nvPr/>
          </p:nvSpPr>
          <p:spPr>
            <a:xfrm>
              <a:off x="7235640" y="2040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3" name="pt23203"/>
            <p:cNvSpPr/>
            <p:nvPr/>
          </p:nvSpPr>
          <p:spPr>
            <a:xfrm>
              <a:off x="6894120" y="2080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4" name="pt23204"/>
            <p:cNvSpPr/>
            <p:nvPr/>
          </p:nvSpPr>
          <p:spPr>
            <a:xfrm>
              <a:off x="7278971" y="1843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5" name="pt23205"/>
            <p:cNvSpPr/>
            <p:nvPr/>
          </p:nvSpPr>
          <p:spPr>
            <a:xfrm>
              <a:off x="7335778" y="2050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6" name="pt23206"/>
            <p:cNvSpPr/>
            <p:nvPr/>
          </p:nvSpPr>
          <p:spPr>
            <a:xfrm>
              <a:off x="7061970" y="1986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7" name="pt23207"/>
            <p:cNvSpPr/>
            <p:nvPr/>
          </p:nvSpPr>
          <p:spPr>
            <a:xfrm>
              <a:off x="7223301" y="2055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8" name="pt23208"/>
            <p:cNvSpPr/>
            <p:nvPr/>
          </p:nvSpPr>
          <p:spPr>
            <a:xfrm>
              <a:off x="7411736" y="2780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9" name="pt23209"/>
            <p:cNvSpPr/>
            <p:nvPr/>
          </p:nvSpPr>
          <p:spPr>
            <a:xfrm>
              <a:off x="7314847" y="1993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0" name="pt23210"/>
            <p:cNvSpPr/>
            <p:nvPr/>
          </p:nvSpPr>
          <p:spPr>
            <a:xfrm>
              <a:off x="7158858" y="2098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1" name="pt23211"/>
            <p:cNvSpPr/>
            <p:nvPr/>
          </p:nvSpPr>
          <p:spPr>
            <a:xfrm>
              <a:off x="7248130" y="2065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2" name="pt23212"/>
            <p:cNvSpPr/>
            <p:nvPr/>
          </p:nvSpPr>
          <p:spPr>
            <a:xfrm>
              <a:off x="7252616" y="2138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3" name="pt23213"/>
            <p:cNvSpPr/>
            <p:nvPr/>
          </p:nvSpPr>
          <p:spPr>
            <a:xfrm>
              <a:off x="7253126" y="2085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4" name="pt23214"/>
            <p:cNvSpPr/>
            <p:nvPr/>
          </p:nvSpPr>
          <p:spPr>
            <a:xfrm>
              <a:off x="7089638" y="2229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5" name="pt23215"/>
            <p:cNvSpPr/>
            <p:nvPr/>
          </p:nvSpPr>
          <p:spPr>
            <a:xfrm>
              <a:off x="6941030" y="2202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6" name="pt23216"/>
            <p:cNvSpPr/>
            <p:nvPr/>
          </p:nvSpPr>
          <p:spPr>
            <a:xfrm>
              <a:off x="7063714" y="1756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7" name="pt23217"/>
            <p:cNvSpPr/>
            <p:nvPr/>
          </p:nvSpPr>
          <p:spPr>
            <a:xfrm>
              <a:off x="7160392" y="2101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8" name="pt23218"/>
            <p:cNvSpPr/>
            <p:nvPr/>
          </p:nvSpPr>
          <p:spPr>
            <a:xfrm>
              <a:off x="6961403" y="2059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9" name="pt23219"/>
            <p:cNvSpPr/>
            <p:nvPr/>
          </p:nvSpPr>
          <p:spPr>
            <a:xfrm>
              <a:off x="7149052" y="2255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0" name="pt23220"/>
            <p:cNvSpPr/>
            <p:nvPr/>
          </p:nvSpPr>
          <p:spPr>
            <a:xfrm>
              <a:off x="7117034" y="2175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1" name="pt23221"/>
            <p:cNvSpPr/>
            <p:nvPr/>
          </p:nvSpPr>
          <p:spPr>
            <a:xfrm>
              <a:off x="7238943" y="1918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2" name="pt23222"/>
            <p:cNvSpPr/>
            <p:nvPr/>
          </p:nvSpPr>
          <p:spPr>
            <a:xfrm>
              <a:off x="7308913" y="2043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3" name="pt23223"/>
            <p:cNvSpPr/>
            <p:nvPr/>
          </p:nvSpPr>
          <p:spPr>
            <a:xfrm>
              <a:off x="7116900" y="2170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4" name="pt23224"/>
            <p:cNvSpPr/>
            <p:nvPr/>
          </p:nvSpPr>
          <p:spPr>
            <a:xfrm>
              <a:off x="6821037" y="2218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5" name="pt23225"/>
            <p:cNvSpPr/>
            <p:nvPr/>
          </p:nvSpPr>
          <p:spPr>
            <a:xfrm>
              <a:off x="7165152" y="2130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6" name="pt23226"/>
            <p:cNvSpPr/>
            <p:nvPr/>
          </p:nvSpPr>
          <p:spPr>
            <a:xfrm>
              <a:off x="7044065" y="221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7" name="pt23227"/>
            <p:cNvSpPr/>
            <p:nvPr/>
          </p:nvSpPr>
          <p:spPr>
            <a:xfrm>
              <a:off x="7069735" y="2080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8" name="pt23228"/>
            <p:cNvSpPr/>
            <p:nvPr/>
          </p:nvSpPr>
          <p:spPr>
            <a:xfrm>
              <a:off x="7065610" y="1673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9" name="pt23229"/>
            <p:cNvSpPr/>
            <p:nvPr/>
          </p:nvSpPr>
          <p:spPr>
            <a:xfrm>
              <a:off x="7209979" y="2337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0" name="pt23230"/>
            <p:cNvSpPr/>
            <p:nvPr/>
          </p:nvSpPr>
          <p:spPr>
            <a:xfrm>
              <a:off x="7155116" y="2346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1" name="pt23231"/>
            <p:cNvSpPr/>
            <p:nvPr/>
          </p:nvSpPr>
          <p:spPr>
            <a:xfrm>
              <a:off x="7336519" y="2116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2" name="pt23232"/>
            <p:cNvSpPr/>
            <p:nvPr/>
          </p:nvSpPr>
          <p:spPr>
            <a:xfrm>
              <a:off x="7197383" y="2024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3" name="pt23233"/>
            <p:cNvSpPr/>
            <p:nvPr/>
          </p:nvSpPr>
          <p:spPr>
            <a:xfrm>
              <a:off x="7070614" y="1861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4" name="pt23234"/>
            <p:cNvSpPr/>
            <p:nvPr/>
          </p:nvSpPr>
          <p:spPr>
            <a:xfrm>
              <a:off x="7032726" y="1999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5" name="pt23235"/>
            <p:cNvSpPr/>
            <p:nvPr/>
          </p:nvSpPr>
          <p:spPr>
            <a:xfrm>
              <a:off x="7133383" y="2100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6" name="pt23236"/>
            <p:cNvSpPr/>
            <p:nvPr/>
          </p:nvSpPr>
          <p:spPr>
            <a:xfrm>
              <a:off x="7155367" y="2218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7" name="pt23237"/>
            <p:cNvSpPr/>
            <p:nvPr/>
          </p:nvSpPr>
          <p:spPr>
            <a:xfrm>
              <a:off x="7126254" y="2098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8" name="pt23238"/>
            <p:cNvSpPr/>
            <p:nvPr/>
          </p:nvSpPr>
          <p:spPr>
            <a:xfrm>
              <a:off x="7156008" y="2228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9" name="pt23239"/>
            <p:cNvSpPr/>
            <p:nvPr/>
          </p:nvSpPr>
          <p:spPr>
            <a:xfrm>
              <a:off x="7251185" y="2224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0" name="pt23240"/>
            <p:cNvSpPr/>
            <p:nvPr/>
          </p:nvSpPr>
          <p:spPr>
            <a:xfrm>
              <a:off x="7122620" y="2145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1" name="pt23241"/>
            <p:cNvSpPr/>
            <p:nvPr/>
          </p:nvSpPr>
          <p:spPr>
            <a:xfrm>
              <a:off x="7066259" y="2066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2" name="pt23242"/>
            <p:cNvSpPr/>
            <p:nvPr/>
          </p:nvSpPr>
          <p:spPr>
            <a:xfrm>
              <a:off x="7219853" y="2129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3" name="pt23243"/>
            <p:cNvSpPr/>
            <p:nvPr/>
          </p:nvSpPr>
          <p:spPr>
            <a:xfrm>
              <a:off x="7333845" y="1919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4" name="pt23244"/>
            <p:cNvSpPr/>
            <p:nvPr/>
          </p:nvSpPr>
          <p:spPr>
            <a:xfrm>
              <a:off x="7220888" y="2021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5" name="pt23245"/>
            <p:cNvSpPr/>
            <p:nvPr/>
          </p:nvSpPr>
          <p:spPr>
            <a:xfrm>
              <a:off x="7282850" y="2125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6" name="pt23246"/>
            <p:cNvSpPr/>
            <p:nvPr/>
          </p:nvSpPr>
          <p:spPr>
            <a:xfrm>
              <a:off x="7319343" y="1918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7" name="pt23247"/>
            <p:cNvSpPr/>
            <p:nvPr/>
          </p:nvSpPr>
          <p:spPr>
            <a:xfrm>
              <a:off x="7068343" y="2062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8" name="pt23248"/>
            <p:cNvSpPr/>
            <p:nvPr/>
          </p:nvSpPr>
          <p:spPr>
            <a:xfrm>
              <a:off x="6933167" y="2194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9" name="pt23249"/>
            <p:cNvSpPr/>
            <p:nvPr/>
          </p:nvSpPr>
          <p:spPr>
            <a:xfrm>
              <a:off x="7237083" y="1857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0" name="pt23250"/>
            <p:cNvSpPr/>
            <p:nvPr/>
          </p:nvSpPr>
          <p:spPr>
            <a:xfrm>
              <a:off x="7160872" y="203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1" name="pt23251"/>
            <p:cNvSpPr/>
            <p:nvPr/>
          </p:nvSpPr>
          <p:spPr>
            <a:xfrm>
              <a:off x="7141628" y="2194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2" name="pt23252"/>
            <p:cNvSpPr/>
            <p:nvPr/>
          </p:nvSpPr>
          <p:spPr>
            <a:xfrm>
              <a:off x="6907830" y="1997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3" name="pt23253"/>
            <p:cNvSpPr/>
            <p:nvPr/>
          </p:nvSpPr>
          <p:spPr>
            <a:xfrm>
              <a:off x="6908995" y="2055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4" name="pt23254"/>
            <p:cNvSpPr/>
            <p:nvPr/>
          </p:nvSpPr>
          <p:spPr>
            <a:xfrm>
              <a:off x="7129206" y="2070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5" name="pt23255"/>
            <p:cNvSpPr/>
            <p:nvPr/>
          </p:nvSpPr>
          <p:spPr>
            <a:xfrm>
              <a:off x="7221160" y="2037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6" name="pt23256"/>
            <p:cNvSpPr/>
            <p:nvPr/>
          </p:nvSpPr>
          <p:spPr>
            <a:xfrm>
              <a:off x="7389491" y="2247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7" name="pt23257"/>
            <p:cNvSpPr/>
            <p:nvPr/>
          </p:nvSpPr>
          <p:spPr>
            <a:xfrm>
              <a:off x="7044401" y="2249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8" name="pt23258"/>
            <p:cNvSpPr/>
            <p:nvPr/>
          </p:nvSpPr>
          <p:spPr>
            <a:xfrm>
              <a:off x="7155997" y="231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9" name="pt23259"/>
            <p:cNvSpPr/>
            <p:nvPr/>
          </p:nvSpPr>
          <p:spPr>
            <a:xfrm>
              <a:off x="7172611" y="1972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0" name="pt23260"/>
            <p:cNvSpPr/>
            <p:nvPr/>
          </p:nvSpPr>
          <p:spPr>
            <a:xfrm>
              <a:off x="7360631" y="2491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1" name="pt23261"/>
            <p:cNvSpPr/>
            <p:nvPr/>
          </p:nvSpPr>
          <p:spPr>
            <a:xfrm>
              <a:off x="6759633" y="1804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2" name="pt23262"/>
            <p:cNvSpPr/>
            <p:nvPr/>
          </p:nvSpPr>
          <p:spPr>
            <a:xfrm>
              <a:off x="6925101" y="2046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3" name="pt23263"/>
            <p:cNvSpPr/>
            <p:nvPr/>
          </p:nvSpPr>
          <p:spPr>
            <a:xfrm>
              <a:off x="7250740" y="2134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4" name="pt23264"/>
            <p:cNvSpPr/>
            <p:nvPr/>
          </p:nvSpPr>
          <p:spPr>
            <a:xfrm>
              <a:off x="7401459" y="2357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5" name="pt23265"/>
            <p:cNvSpPr/>
            <p:nvPr/>
          </p:nvSpPr>
          <p:spPr>
            <a:xfrm>
              <a:off x="7115451" y="2112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6" name="pt23266"/>
            <p:cNvSpPr/>
            <p:nvPr/>
          </p:nvSpPr>
          <p:spPr>
            <a:xfrm>
              <a:off x="7060444" y="1999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7" name="pt23267"/>
            <p:cNvSpPr/>
            <p:nvPr/>
          </p:nvSpPr>
          <p:spPr>
            <a:xfrm>
              <a:off x="7158408" y="2062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8" name="pt23268"/>
            <p:cNvSpPr/>
            <p:nvPr/>
          </p:nvSpPr>
          <p:spPr>
            <a:xfrm>
              <a:off x="7156387" y="2342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9" name="pt23269"/>
            <p:cNvSpPr/>
            <p:nvPr/>
          </p:nvSpPr>
          <p:spPr>
            <a:xfrm>
              <a:off x="7293608" y="1987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0" name="pt23270"/>
            <p:cNvSpPr/>
            <p:nvPr/>
          </p:nvSpPr>
          <p:spPr>
            <a:xfrm>
              <a:off x="6941774" y="2151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1" name="pt23271"/>
            <p:cNvSpPr/>
            <p:nvPr/>
          </p:nvSpPr>
          <p:spPr>
            <a:xfrm>
              <a:off x="7090980" y="2177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2" name="pt23272"/>
            <p:cNvSpPr/>
            <p:nvPr/>
          </p:nvSpPr>
          <p:spPr>
            <a:xfrm>
              <a:off x="7106007" y="2275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3" name="pt23273"/>
            <p:cNvSpPr/>
            <p:nvPr/>
          </p:nvSpPr>
          <p:spPr>
            <a:xfrm>
              <a:off x="7187369" y="2136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4" name="pt23274"/>
            <p:cNvSpPr/>
            <p:nvPr/>
          </p:nvSpPr>
          <p:spPr>
            <a:xfrm>
              <a:off x="6816396" y="2317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5" name="pt23275"/>
            <p:cNvSpPr/>
            <p:nvPr/>
          </p:nvSpPr>
          <p:spPr>
            <a:xfrm>
              <a:off x="7098786" y="2179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6" name="pt23276"/>
            <p:cNvSpPr/>
            <p:nvPr/>
          </p:nvSpPr>
          <p:spPr>
            <a:xfrm>
              <a:off x="7088423" y="2254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7" name="pt23277"/>
            <p:cNvSpPr/>
            <p:nvPr/>
          </p:nvSpPr>
          <p:spPr>
            <a:xfrm>
              <a:off x="6873953" y="2024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8" name="pt23278"/>
            <p:cNvSpPr/>
            <p:nvPr/>
          </p:nvSpPr>
          <p:spPr>
            <a:xfrm>
              <a:off x="7062907" y="164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9" name="pt23279"/>
            <p:cNvSpPr/>
            <p:nvPr/>
          </p:nvSpPr>
          <p:spPr>
            <a:xfrm>
              <a:off x="7330368" y="2062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0" name="pt23280"/>
            <p:cNvSpPr/>
            <p:nvPr/>
          </p:nvSpPr>
          <p:spPr>
            <a:xfrm>
              <a:off x="7099430" y="2210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1" name="pt23281"/>
            <p:cNvSpPr/>
            <p:nvPr/>
          </p:nvSpPr>
          <p:spPr>
            <a:xfrm>
              <a:off x="7031777" y="1689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2" name="pt23282"/>
            <p:cNvSpPr/>
            <p:nvPr/>
          </p:nvSpPr>
          <p:spPr>
            <a:xfrm>
              <a:off x="7199173" y="2095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3" name="pt23283"/>
            <p:cNvSpPr/>
            <p:nvPr/>
          </p:nvSpPr>
          <p:spPr>
            <a:xfrm>
              <a:off x="7108254" y="2205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4" name="pt23284"/>
            <p:cNvSpPr/>
            <p:nvPr/>
          </p:nvSpPr>
          <p:spPr>
            <a:xfrm>
              <a:off x="7183217" y="2157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5" name="pt23285"/>
            <p:cNvSpPr/>
            <p:nvPr/>
          </p:nvSpPr>
          <p:spPr>
            <a:xfrm>
              <a:off x="6955160" y="219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6" name="pt23286"/>
            <p:cNvSpPr/>
            <p:nvPr/>
          </p:nvSpPr>
          <p:spPr>
            <a:xfrm>
              <a:off x="7064952" y="1835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7" name="pt23287"/>
            <p:cNvSpPr/>
            <p:nvPr/>
          </p:nvSpPr>
          <p:spPr>
            <a:xfrm>
              <a:off x="7060839" y="2071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8" name="pt23288"/>
            <p:cNvSpPr/>
            <p:nvPr/>
          </p:nvSpPr>
          <p:spPr>
            <a:xfrm>
              <a:off x="7085456" y="2144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9" name="pt23289"/>
            <p:cNvSpPr/>
            <p:nvPr/>
          </p:nvSpPr>
          <p:spPr>
            <a:xfrm>
              <a:off x="7381162" y="2443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0" name="pt23290"/>
            <p:cNvSpPr/>
            <p:nvPr/>
          </p:nvSpPr>
          <p:spPr>
            <a:xfrm>
              <a:off x="7392442" y="1786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1" name="pt23291"/>
            <p:cNvSpPr/>
            <p:nvPr/>
          </p:nvSpPr>
          <p:spPr>
            <a:xfrm>
              <a:off x="7052155" y="2354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2" name="pt23292"/>
            <p:cNvSpPr/>
            <p:nvPr/>
          </p:nvSpPr>
          <p:spPr>
            <a:xfrm>
              <a:off x="7111590" y="2145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3" name="pt23293"/>
            <p:cNvSpPr/>
            <p:nvPr/>
          </p:nvSpPr>
          <p:spPr>
            <a:xfrm>
              <a:off x="7285449" y="2039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4" name="pt23294"/>
            <p:cNvSpPr/>
            <p:nvPr/>
          </p:nvSpPr>
          <p:spPr>
            <a:xfrm>
              <a:off x="7422404" y="2526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5" name="pt23295"/>
            <p:cNvSpPr/>
            <p:nvPr/>
          </p:nvSpPr>
          <p:spPr>
            <a:xfrm>
              <a:off x="7051935" y="2252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6" name="pt23296"/>
            <p:cNvSpPr/>
            <p:nvPr/>
          </p:nvSpPr>
          <p:spPr>
            <a:xfrm>
              <a:off x="7181988" y="2131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7" name="pt23297"/>
            <p:cNvSpPr/>
            <p:nvPr/>
          </p:nvSpPr>
          <p:spPr>
            <a:xfrm>
              <a:off x="7163538" y="2048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8" name="pt23298"/>
            <p:cNvSpPr/>
            <p:nvPr/>
          </p:nvSpPr>
          <p:spPr>
            <a:xfrm>
              <a:off x="6935800" y="2255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9" name="pt23299"/>
            <p:cNvSpPr/>
            <p:nvPr/>
          </p:nvSpPr>
          <p:spPr>
            <a:xfrm>
              <a:off x="7259409" y="2182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0" name="pt23300"/>
            <p:cNvSpPr/>
            <p:nvPr/>
          </p:nvSpPr>
          <p:spPr>
            <a:xfrm>
              <a:off x="7164644" y="2095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1" name="pt23301"/>
            <p:cNvSpPr/>
            <p:nvPr/>
          </p:nvSpPr>
          <p:spPr>
            <a:xfrm>
              <a:off x="6743262" y="1535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2" name="pt23302"/>
            <p:cNvSpPr/>
            <p:nvPr/>
          </p:nvSpPr>
          <p:spPr>
            <a:xfrm>
              <a:off x="7041849" y="2068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3" name="pt23303"/>
            <p:cNvSpPr/>
            <p:nvPr/>
          </p:nvSpPr>
          <p:spPr>
            <a:xfrm>
              <a:off x="7150116" y="2321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4" name="pt23304"/>
            <p:cNvSpPr/>
            <p:nvPr/>
          </p:nvSpPr>
          <p:spPr>
            <a:xfrm>
              <a:off x="7010309" y="1915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5" name="pt23305"/>
            <p:cNvSpPr/>
            <p:nvPr/>
          </p:nvSpPr>
          <p:spPr>
            <a:xfrm>
              <a:off x="7106726" y="2175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6" name="pt23306"/>
            <p:cNvSpPr/>
            <p:nvPr/>
          </p:nvSpPr>
          <p:spPr>
            <a:xfrm>
              <a:off x="7154723" y="2340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7" name="pt23307"/>
            <p:cNvSpPr/>
            <p:nvPr/>
          </p:nvSpPr>
          <p:spPr>
            <a:xfrm>
              <a:off x="6968922" y="1948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8" name="pt23308"/>
            <p:cNvSpPr/>
            <p:nvPr/>
          </p:nvSpPr>
          <p:spPr>
            <a:xfrm>
              <a:off x="7106569" y="2251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9" name="pt23309"/>
            <p:cNvSpPr/>
            <p:nvPr/>
          </p:nvSpPr>
          <p:spPr>
            <a:xfrm>
              <a:off x="7233669" y="2210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0" name="pt23310"/>
            <p:cNvSpPr/>
            <p:nvPr/>
          </p:nvSpPr>
          <p:spPr>
            <a:xfrm>
              <a:off x="7402827" y="2702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1" name="pt23311"/>
            <p:cNvSpPr/>
            <p:nvPr/>
          </p:nvSpPr>
          <p:spPr>
            <a:xfrm>
              <a:off x="7064140" y="1680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2" name="pt23312"/>
            <p:cNvSpPr/>
            <p:nvPr/>
          </p:nvSpPr>
          <p:spPr>
            <a:xfrm>
              <a:off x="7265374" y="2064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3" name="pt23313"/>
            <p:cNvSpPr/>
            <p:nvPr/>
          </p:nvSpPr>
          <p:spPr>
            <a:xfrm>
              <a:off x="7204137" y="2015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4" name="pt23314"/>
            <p:cNvSpPr/>
            <p:nvPr/>
          </p:nvSpPr>
          <p:spPr>
            <a:xfrm>
              <a:off x="7309401" y="2073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5" name="pt23315"/>
            <p:cNvSpPr/>
            <p:nvPr/>
          </p:nvSpPr>
          <p:spPr>
            <a:xfrm>
              <a:off x="7282899" y="196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6" name="pt23316"/>
            <p:cNvSpPr/>
            <p:nvPr/>
          </p:nvSpPr>
          <p:spPr>
            <a:xfrm>
              <a:off x="7214545" y="2266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7" name="pt23317"/>
            <p:cNvSpPr/>
            <p:nvPr/>
          </p:nvSpPr>
          <p:spPr>
            <a:xfrm>
              <a:off x="7222349" y="2208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8" name="pt23318"/>
            <p:cNvSpPr/>
            <p:nvPr/>
          </p:nvSpPr>
          <p:spPr>
            <a:xfrm>
              <a:off x="7242612" y="2102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9" name="pt23319"/>
            <p:cNvSpPr/>
            <p:nvPr/>
          </p:nvSpPr>
          <p:spPr>
            <a:xfrm>
              <a:off x="7000013" y="1891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0" name="pt23320"/>
            <p:cNvSpPr/>
            <p:nvPr/>
          </p:nvSpPr>
          <p:spPr>
            <a:xfrm>
              <a:off x="7268346" y="2023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1" name="pt23321"/>
            <p:cNvSpPr/>
            <p:nvPr/>
          </p:nvSpPr>
          <p:spPr>
            <a:xfrm>
              <a:off x="7007384" y="1953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2" name="pt23322"/>
            <p:cNvSpPr/>
            <p:nvPr/>
          </p:nvSpPr>
          <p:spPr>
            <a:xfrm>
              <a:off x="7314612" y="2190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3" name="pt23323"/>
            <p:cNvSpPr/>
            <p:nvPr/>
          </p:nvSpPr>
          <p:spPr>
            <a:xfrm>
              <a:off x="7267807" y="1964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4" name="pt23324"/>
            <p:cNvSpPr/>
            <p:nvPr/>
          </p:nvSpPr>
          <p:spPr>
            <a:xfrm>
              <a:off x="7172260" y="1925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5" name="pt23325"/>
            <p:cNvSpPr/>
            <p:nvPr/>
          </p:nvSpPr>
          <p:spPr>
            <a:xfrm>
              <a:off x="7210029" y="2334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6" name="pt23326"/>
            <p:cNvSpPr/>
            <p:nvPr/>
          </p:nvSpPr>
          <p:spPr>
            <a:xfrm>
              <a:off x="7083745" y="2084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7" name="pt23327"/>
            <p:cNvSpPr/>
            <p:nvPr/>
          </p:nvSpPr>
          <p:spPr>
            <a:xfrm>
              <a:off x="7161349" y="2076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8" name="pt23328"/>
            <p:cNvSpPr/>
            <p:nvPr/>
          </p:nvSpPr>
          <p:spPr>
            <a:xfrm>
              <a:off x="7132518" y="2159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9" name="pt23329"/>
            <p:cNvSpPr/>
            <p:nvPr/>
          </p:nvSpPr>
          <p:spPr>
            <a:xfrm>
              <a:off x="6830139" y="1762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0" name="pt23330"/>
            <p:cNvSpPr/>
            <p:nvPr/>
          </p:nvSpPr>
          <p:spPr>
            <a:xfrm>
              <a:off x="7015795" y="1919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1" name="pt23331"/>
            <p:cNvSpPr/>
            <p:nvPr/>
          </p:nvSpPr>
          <p:spPr>
            <a:xfrm>
              <a:off x="6771299" y="2529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2" name="pt23332"/>
            <p:cNvSpPr/>
            <p:nvPr/>
          </p:nvSpPr>
          <p:spPr>
            <a:xfrm>
              <a:off x="6974085" y="2006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3" name="pt23333"/>
            <p:cNvSpPr/>
            <p:nvPr/>
          </p:nvSpPr>
          <p:spPr>
            <a:xfrm>
              <a:off x="7183835" y="2113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4" name="pt23334"/>
            <p:cNvSpPr/>
            <p:nvPr/>
          </p:nvSpPr>
          <p:spPr>
            <a:xfrm>
              <a:off x="7123136" y="2126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5" name="pt23335"/>
            <p:cNvSpPr/>
            <p:nvPr/>
          </p:nvSpPr>
          <p:spPr>
            <a:xfrm>
              <a:off x="7188169" y="2060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6" name="pt23336"/>
            <p:cNvSpPr/>
            <p:nvPr/>
          </p:nvSpPr>
          <p:spPr>
            <a:xfrm>
              <a:off x="6950171" y="2215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7" name="pt23337"/>
            <p:cNvSpPr/>
            <p:nvPr/>
          </p:nvSpPr>
          <p:spPr>
            <a:xfrm>
              <a:off x="7239825" y="1791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8" name="pt23338"/>
            <p:cNvSpPr/>
            <p:nvPr/>
          </p:nvSpPr>
          <p:spPr>
            <a:xfrm>
              <a:off x="7173462" y="1934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9" name="pt23339"/>
            <p:cNvSpPr/>
            <p:nvPr/>
          </p:nvSpPr>
          <p:spPr>
            <a:xfrm>
              <a:off x="7116712" y="2117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0" name="pt23340"/>
            <p:cNvSpPr/>
            <p:nvPr/>
          </p:nvSpPr>
          <p:spPr>
            <a:xfrm>
              <a:off x="7525896" y="2313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1" name="pt23341"/>
            <p:cNvSpPr/>
            <p:nvPr/>
          </p:nvSpPr>
          <p:spPr>
            <a:xfrm>
              <a:off x="7231325" y="2155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2" name="pt23342"/>
            <p:cNvSpPr/>
            <p:nvPr/>
          </p:nvSpPr>
          <p:spPr>
            <a:xfrm>
              <a:off x="7155282" y="2356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3" name="pt23343"/>
            <p:cNvSpPr/>
            <p:nvPr/>
          </p:nvSpPr>
          <p:spPr>
            <a:xfrm>
              <a:off x="7208160" y="2231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4" name="pt23344"/>
            <p:cNvSpPr/>
            <p:nvPr/>
          </p:nvSpPr>
          <p:spPr>
            <a:xfrm>
              <a:off x="6985460" y="1895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5" name="pt23345"/>
            <p:cNvSpPr/>
            <p:nvPr/>
          </p:nvSpPr>
          <p:spPr>
            <a:xfrm>
              <a:off x="7084979" y="2213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6" name="pt23346"/>
            <p:cNvSpPr/>
            <p:nvPr/>
          </p:nvSpPr>
          <p:spPr>
            <a:xfrm>
              <a:off x="7212210" y="2132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7" name="pt23347"/>
            <p:cNvSpPr/>
            <p:nvPr/>
          </p:nvSpPr>
          <p:spPr>
            <a:xfrm>
              <a:off x="7104393" y="2203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8" name="pt23348"/>
            <p:cNvSpPr/>
            <p:nvPr/>
          </p:nvSpPr>
          <p:spPr>
            <a:xfrm>
              <a:off x="7317878" y="2038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9" name="pt23349"/>
            <p:cNvSpPr/>
            <p:nvPr/>
          </p:nvSpPr>
          <p:spPr>
            <a:xfrm>
              <a:off x="7373014" y="2700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0" name="pt23350"/>
            <p:cNvSpPr/>
            <p:nvPr/>
          </p:nvSpPr>
          <p:spPr>
            <a:xfrm>
              <a:off x="7146026" y="2287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1" name="pt23351"/>
            <p:cNvSpPr/>
            <p:nvPr/>
          </p:nvSpPr>
          <p:spPr>
            <a:xfrm>
              <a:off x="7296326" y="2002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2" name="pt23352"/>
            <p:cNvSpPr/>
            <p:nvPr/>
          </p:nvSpPr>
          <p:spPr>
            <a:xfrm>
              <a:off x="7277789" y="1805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3" name="pt23353"/>
            <p:cNvSpPr/>
            <p:nvPr/>
          </p:nvSpPr>
          <p:spPr>
            <a:xfrm>
              <a:off x="7090414" y="2200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4" name="pt23354"/>
            <p:cNvSpPr/>
            <p:nvPr/>
          </p:nvSpPr>
          <p:spPr>
            <a:xfrm>
              <a:off x="7222700" y="2048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5" name="pt23355"/>
            <p:cNvSpPr/>
            <p:nvPr/>
          </p:nvSpPr>
          <p:spPr>
            <a:xfrm>
              <a:off x="7059408" y="2106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6" name="pt23356"/>
            <p:cNvSpPr/>
            <p:nvPr/>
          </p:nvSpPr>
          <p:spPr>
            <a:xfrm>
              <a:off x="7011495" y="1770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7" name="pt23357"/>
            <p:cNvSpPr/>
            <p:nvPr/>
          </p:nvSpPr>
          <p:spPr>
            <a:xfrm>
              <a:off x="7114151" y="2118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8" name="pt23358"/>
            <p:cNvSpPr/>
            <p:nvPr/>
          </p:nvSpPr>
          <p:spPr>
            <a:xfrm>
              <a:off x="6929701" y="2136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9" name="pt23359"/>
            <p:cNvSpPr/>
            <p:nvPr/>
          </p:nvSpPr>
          <p:spPr>
            <a:xfrm>
              <a:off x="7133974" y="2069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0" name="pt23360"/>
            <p:cNvSpPr/>
            <p:nvPr/>
          </p:nvSpPr>
          <p:spPr>
            <a:xfrm>
              <a:off x="7171704" y="2010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1" name="pt23361"/>
            <p:cNvSpPr/>
            <p:nvPr/>
          </p:nvSpPr>
          <p:spPr>
            <a:xfrm>
              <a:off x="7160030" y="2174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2" name="pt23362"/>
            <p:cNvSpPr/>
            <p:nvPr/>
          </p:nvSpPr>
          <p:spPr>
            <a:xfrm>
              <a:off x="7522115" y="2470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3" name="pt23363"/>
            <p:cNvSpPr/>
            <p:nvPr/>
          </p:nvSpPr>
          <p:spPr>
            <a:xfrm>
              <a:off x="6833752" y="2124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4" name="pt23364"/>
            <p:cNvSpPr/>
            <p:nvPr/>
          </p:nvSpPr>
          <p:spPr>
            <a:xfrm>
              <a:off x="6912021" y="2150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5" name="pt23365"/>
            <p:cNvSpPr/>
            <p:nvPr/>
          </p:nvSpPr>
          <p:spPr>
            <a:xfrm>
              <a:off x="7353397" y="2057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6" name="pt23366"/>
            <p:cNvSpPr/>
            <p:nvPr/>
          </p:nvSpPr>
          <p:spPr>
            <a:xfrm>
              <a:off x="7015164" y="1717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7" name="pt23367"/>
            <p:cNvSpPr/>
            <p:nvPr/>
          </p:nvSpPr>
          <p:spPr>
            <a:xfrm>
              <a:off x="7158894" y="2198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8" name="pt23368"/>
            <p:cNvSpPr/>
            <p:nvPr/>
          </p:nvSpPr>
          <p:spPr>
            <a:xfrm>
              <a:off x="6974819" y="2001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9" name="pt23369"/>
            <p:cNvSpPr/>
            <p:nvPr/>
          </p:nvSpPr>
          <p:spPr>
            <a:xfrm>
              <a:off x="7226227" y="2243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0" name="pt23370"/>
            <p:cNvSpPr/>
            <p:nvPr/>
          </p:nvSpPr>
          <p:spPr>
            <a:xfrm>
              <a:off x="6999752" y="1966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1" name="pt23371"/>
            <p:cNvSpPr/>
            <p:nvPr/>
          </p:nvSpPr>
          <p:spPr>
            <a:xfrm>
              <a:off x="7265821" y="198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2" name="pt23372"/>
            <p:cNvSpPr/>
            <p:nvPr/>
          </p:nvSpPr>
          <p:spPr>
            <a:xfrm>
              <a:off x="7057357" y="2138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3" name="pt23373"/>
            <p:cNvSpPr/>
            <p:nvPr/>
          </p:nvSpPr>
          <p:spPr>
            <a:xfrm>
              <a:off x="7231139" y="2030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4" name="pt23374"/>
            <p:cNvSpPr/>
            <p:nvPr/>
          </p:nvSpPr>
          <p:spPr>
            <a:xfrm>
              <a:off x="7148950" y="2317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5" name="pt23375"/>
            <p:cNvSpPr/>
            <p:nvPr/>
          </p:nvSpPr>
          <p:spPr>
            <a:xfrm>
              <a:off x="7305125" y="1932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6" name="pt23376"/>
            <p:cNvSpPr/>
            <p:nvPr/>
          </p:nvSpPr>
          <p:spPr>
            <a:xfrm>
              <a:off x="7110708" y="2055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7" name="pt23377"/>
            <p:cNvSpPr/>
            <p:nvPr/>
          </p:nvSpPr>
          <p:spPr>
            <a:xfrm>
              <a:off x="7128527" y="2134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8" name="pt23378"/>
            <p:cNvSpPr/>
            <p:nvPr/>
          </p:nvSpPr>
          <p:spPr>
            <a:xfrm>
              <a:off x="7152744" y="232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9" name="pt23379"/>
            <p:cNvSpPr/>
            <p:nvPr/>
          </p:nvSpPr>
          <p:spPr>
            <a:xfrm>
              <a:off x="7262357" y="1935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0" name="pt23380"/>
            <p:cNvSpPr/>
            <p:nvPr/>
          </p:nvSpPr>
          <p:spPr>
            <a:xfrm>
              <a:off x="7573587" y="2078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1" name="pt23381"/>
            <p:cNvSpPr/>
            <p:nvPr/>
          </p:nvSpPr>
          <p:spPr>
            <a:xfrm>
              <a:off x="7000770" y="1920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2" name="pt23382"/>
            <p:cNvSpPr/>
            <p:nvPr/>
          </p:nvSpPr>
          <p:spPr>
            <a:xfrm>
              <a:off x="7151386" y="2242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3" name="pt23383"/>
            <p:cNvSpPr/>
            <p:nvPr/>
          </p:nvSpPr>
          <p:spPr>
            <a:xfrm>
              <a:off x="6860255" y="2239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4" name="pt23384"/>
            <p:cNvSpPr/>
            <p:nvPr/>
          </p:nvSpPr>
          <p:spPr>
            <a:xfrm>
              <a:off x="6862051" y="2150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5" name="pt23385"/>
            <p:cNvSpPr/>
            <p:nvPr/>
          </p:nvSpPr>
          <p:spPr>
            <a:xfrm>
              <a:off x="7396719" y="2146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6" name="pt23386"/>
            <p:cNvSpPr/>
            <p:nvPr/>
          </p:nvSpPr>
          <p:spPr>
            <a:xfrm>
              <a:off x="7003416" y="1797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7" name="pt23387"/>
            <p:cNvSpPr/>
            <p:nvPr/>
          </p:nvSpPr>
          <p:spPr>
            <a:xfrm>
              <a:off x="7127090" y="2074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8" name="pt23388"/>
            <p:cNvSpPr/>
            <p:nvPr/>
          </p:nvSpPr>
          <p:spPr>
            <a:xfrm>
              <a:off x="7466911" y="2351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9" name="pt23389"/>
            <p:cNvSpPr/>
            <p:nvPr/>
          </p:nvSpPr>
          <p:spPr>
            <a:xfrm>
              <a:off x="7085110" y="2185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0" name="pt23390"/>
            <p:cNvSpPr/>
            <p:nvPr/>
          </p:nvSpPr>
          <p:spPr>
            <a:xfrm>
              <a:off x="7239673" y="1995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1" name="pt23391"/>
            <p:cNvSpPr/>
            <p:nvPr/>
          </p:nvSpPr>
          <p:spPr>
            <a:xfrm>
              <a:off x="7171473" y="1960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2" name="pt23392"/>
            <p:cNvSpPr/>
            <p:nvPr/>
          </p:nvSpPr>
          <p:spPr>
            <a:xfrm>
              <a:off x="6830689" y="2034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3" name="pt23393"/>
            <p:cNvSpPr/>
            <p:nvPr/>
          </p:nvSpPr>
          <p:spPr>
            <a:xfrm>
              <a:off x="7210457" y="2187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4" name="pt23394"/>
            <p:cNvSpPr/>
            <p:nvPr/>
          </p:nvSpPr>
          <p:spPr>
            <a:xfrm>
              <a:off x="6989042" y="1998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5" name="pt23395"/>
            <p:cNvSpPr/>
            <p:nvPr/>
          </p:nvSpPr>
          <p:spPr>
            <a:xfrm>
              <a:off x="7076992" y="2075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6" name="pt23396"/>
            <p:cNvSpPr/>
            <p:nvPr/>
          </p:nvSpPr>
          <p:spPr>
            <a:xfrm>
              <a:off x="6971759" y="2072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7" name="pt23397"/>
            <p:cNvSpPr/>
            <p:nvPr/>
          </p:nvSpPr>
          <p:spPr>
            <a:xfrm>
              <a:off x="7163214" y="2131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8" name="pt23398"/>
            <p:cNvSpPr/>
            <p:nvPr/>
          </p:nvSpPr>
          <p:spPr>
            <a:xfrm>
              <a:off x="7190683" y="2072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9" name="pt23399"/>
            <p:cNvSpPr/>
            <p:nvPr/>
          </p:nvSpPr>
          <p:spPr>
            <a:xfrm>
              <a:off x="7002088" y="1973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0" name="pt23400"/>
            <p:cNvSpPr/>
            <p:nvPr/>
          </p:nvSpPr>
          <p:spPr>
            <a:xfrm>
              <a:off x="7388366" y="1765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1" name="pt23401"/>
            <p:cNvSpPr/>
            <p:nvPr/>
          </p:nvSpPr>
          <p:spPr>
            <a:xfrm>
              <a:off x="6985843" y="1976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2" name="pt23402"/>
            <p:cNvSpPr/>
            <p:nvPr/>
          </p:nvSpPr>
          <p:spPr>
            <a:xfrm>
              <a:off x="7358313" y="2149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3" name="pt23403"/>
            <p:cNvSpPr/>
            <p:nvPr/>
          </p:nvSpPr>
          <p:spPr>
            <a:xfrm>
              <a:off x="7203168" y="2135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4" name="pt23404"/>
            <p:cNvSpPr/>
            <p:nvPr/>
          </p:nvSpPr>
          <p:spPr>
            <a:xfrm>
              <a:off x="7116486" y="2210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5" name="pt23405"/>
            <p:cNvSpPr/>
            <p:nvPr/>
          </p:nvSpPr>
          <p:spPr>
            <a:xfrm>
              <a:off x="7207422" y="233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6" name="pt23406"/>
            <p:cNvSpPr/>
            <p:nvPr/>
          </p:nvSpPr>
          <p:spPr>
            <a:xfrm>
              <a:off x="7067578" y="2111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7" name="pt23407"/>
            <p:cNvSpPr/>
            <p:nvPr/>
          </p:nvSpPr>
          <p:spPr>
            <a:xfrm>
              <a:off x="7076697" y="1871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8" name="pt23408"/>
            <p:cNvSpPr/>
            <p:nvPr/>
          </p:nvSpPr>
          <p:spPr>
            <a:xfrm>
              <a:off x="7076241" y="2314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9" name="pt23409"/>
            <p:cNvSpPr/>
            <p:nvPr/>
          </p:nvSpPr>
          <p:spPr>
            <a:xfrm>
              <a:off x="7153903" y="2302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0" name="pt23410"/>
            <p:cNvSpPr/>
            <p:nvPr/>
          </p:nvSpPr>
          <p:spPr>
            <a:xfrm>
              <a:off x="7214017" y="2183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1" name="pt23411"/>
            <p:cNvSpPr/>
            <p:nvPr/>
          </p:nvSpPr>
          <p:spPr>
            <a:xfrm>
              <a:off x="7126271" y="2145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2" name="pt23412"/>
            <p:cNvSpPr/>
            <p:nvPr/>
          </p:nvSpPr>
          <p:spPr>
            <a:xfrm>
              <a:off x="7393272" y="215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3" name="pt23413"/>
            <p:cNvSpPr/>
            <p:nvPr/>
          </p:nvSpPr>
          <p:spPr>
            <a:xfrm>
              <a:off x="7368976" y="2728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4" name="pt23414"/>
            <p:cNvSpPr/>
            <p:nvPr/>
          </p:nvSpPr>
          <p:spPr>
            <a:xfrm>
              <a:off x="7386613" y="2030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5" name="pt23415"/>
            <p:cNvSpPr/>
            <p:nvPr/>
          </p:nvSpPr>
          <p:spPr>
            <a:xfrm>
              <a:off x="7302096" y="2003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6" name="pt23416"/>
            <p:cNvSpPr/>
            <p:nvPr/>
          </p:nvSpPr>
          <p:spPr>
            <a:xfrm>
              <a:off x="7067150" y="2081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7" name="pt23417"/>
            <p:cNvSpPr/>
            <p:nvPr/>
          </p:nvSpPr>
          <p:spPr>
            <a:xfrm>
              <a:off x="6984588" y="2065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8" name="pt23418"/>
            <p:cNvSpPr/>
            <p:nvPr/>
          </p:nvSpPr>
          <p:spPr>
            <a:xfrm>
              <a:off x="7091942" y="2214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9" name="pt23419"/>
            <p:cNvSpPr/>
            <p:nvPr/>
          </p:nvSpPr>
          <p:spPr>
            <a:xfrm>
              <a:off x="7124264" y="2065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0" name="pt23420"/>
            <p:cNvSpPr/>
            <p:nvPr/>
          </p:nvSpPr>
          <p:spPr>
            <a:xfrm>
              <a:off x="7134856" y="2259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1" name="pt23421"/>
            <p:cNvSpPr/>
            <p:nvPr/>
          </p:nvSpPr>
          <p:spPr>
            <a:xfrm>
              <a:off x="7122418" y="2143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2" name="pt23422"/>
            <p:cNvSpPr/>
            <p:nvPr/>
          </p:nvSpPr>
          <p:spPr>
            <a:xfrm>
              <a:off x="7244308" y="2307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3" name="pt23423"/>
            <p:cNvSpPr/>
            <p:nvPr/>
          </p:nvSpPr>
          <p:spPr>
            <a:xfrm>
              <a:off x="6857794" y="2393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4" name="pt23424"/>
            <p:cNvSpPr/>
            <p:nvPr/>
          </p:nvSpPr>
          <p:spPr>
            <a:xfrm>
              <a:off x="7085876" y="2092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5" name="pt23425"/>
            <p:cNvSpPr/>
            <p:nvPr/>
          </p:nvSpPr>
          <p:spPr>
            <a:xfrm>
              <a:off x="7274903" y="1930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6" name="pt23426"/>
            <p:cNvSpPr/>
            <p:nvPr/>
          </p:nvSpPr>
          <p:spPr>
            <a:xfrm>
              <a:off x="7259681" y="2053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7" name="pt23427"/>
            <p:cNvSpPr/>
            <p:nvPr/>
          </p:nvSpPr>
          <p:spPr>
            <a:xfrm>
              <a:off x="7048370" y="2095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8" name="pt23428"/>
            <p:cNvSpPr/>
            <p:nvPr/>
          </p:nvSpPr>
          <p:spPr>
            <a:xfrm>
              <a:off x="7432291" y="229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9" name="pt23429"/>
            <p:cNvSpPr/>
            <p:nvPr/>
          </p:nvSpPr>
          <p:spPr>
            <a:xfrm>
              <a:off x="6683483" y="2144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0" name="pt23430"/>
            <p:cNvSpPr/>
            <p:nvPr/>
          </p:nvSpPr>
          <p:spPr>
            <a:xfrm>
              <a:off x="6991698" y="1847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1" name="pt23431"/>
            <p:cNvSpPr/>
            <p:nvPr/>
          </p:nvSpPr>
          <p:spPr>
            <a:xfrm>
              <a:off x="7015341" y="1912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2" name="pt23432"/>
            <p:cNvSpPr/>
            <p:nvPr/>
          </p:nvSpPr>
          <p:spPr>
            <a:xfrm>
              <a:off x="7225531" y="2185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3" name="pt23433"/>
            <p:cNvSpPr/>
            <p:nvPr/>
          </p:nvSpPr>
          <p:spPr>
            <a:xfrm>
              <a:off x="7197658" y="2086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4" name="pt23434"/>
            <p:cNvSpPr/>
            <p:nvPr/>
          </p:nvSpPr>
          <p:spPr>
            <a:xfrm>
              <a:off x="7074044" y="2219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5" name="pt23435"/>
            <p:cNvSpPr/>
            <p:nvPr/>
          </p:nvSpPr>
          <p:spPr>
            <a:xfrm>
              <a:off x="7137252" y="2221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6" name="pt23436"/>
            <p:cNvSpPr/>
            <p:nvPr/>
          </p:nvSpPr>
          <p:spPr>
            <a:xfrm>
              <a:off x="7107935" y="2153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7" name="pt23437"/>
            <p:cNvSpPr/>
            <p:nvPr/>
          </p:nvSpPr>
          <p:spPr>
            <a:xfrm>
              <a:off x="6921863" y="2119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8" name="pt23438"/>
            <p:cNvSpPr/>
            <p:nvPr/>
          </p:nvSpPr>
          <p:spPr>
            <a:xfrm>
              <a:off x="7073853" y="2235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9" name="pt23439"/>
            <p:cNvSpPr/>
            <p:nvPr/>
          </p:nvSpPr>
          <p:spPr>
            <a:xfrm>
              <a:off x="7080257" y="2089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0" name="pt23440"/>
            <p:cNvSpPr/>
            <p:nvPr/>
          </p:nvSpPr>
          <p:spPr>
            <a:xfrm>
              <a:off x="7150518" y="2342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1" name="pt23441"/>
            <p:cNvSpPr/>
            <p:nvPr/>
          </p:nvSpPr>
          <p:spPr>
            <a:xfrm>
              <a:off x="7172079" y="2026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2" name="pt23442"/>
            <p:cNvSpPr/>
            <p:nvPr/>
          </p:nvSpPr>
          <p:spPr>
            <a:xfrm>
              <a:off x="7088063" y="2223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3" name="pt23443"/>
            <p:cNvSpPr/>
            <p:nvPr/>
          </p:nvSpPr>
          <p:spPr>
            <a:xfrm>
              <a:off x="7293467" y="196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4" name="pt23444"/>
            <p:cNvSpPr/>
            <p:nvPr/>
          </p:nvSpPr>
          <p:spPr>
            <a:xfrm>
              <a:off x="7024602" y="2008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5" name="pt23445"/>
            <p:cNvSpPr/>
            <p:nvPr/>
          </p:nvSpPr>
          <p:spPr>
            <a:xfrm>
              <a:off x="7160958" y="2073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6" name="pt23446"/>
            <p:cNvSpPr/>
            <p:nvPr/>
          </p:nvSpPr>
          <p:spPr>
            <a:xfrm>
              <a:off x="7095117" y="2030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7" name="pt23447"/>
            <p:cNvSpPr/>
            <p:nvPr/>
          </p:nvSpPr>
          <p:spPr>
            <a:xfrm>
              <a:off x="7337450" y="1973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8" name="pt23448"/>
            <p:cNvSpPr/>
            <p:nvPr/>
          </p:nvSpPr>
          <p:spPr>
            <a:xfrm>
              <a:off x="7230885" y="2218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9" name="pt23449"/>
            <p:cNvSpPr/>
            <p:nvPr/>
          </p:nvSpPr>
          <p:spPr>
            <a:xfrm>
              <a:off x="7067389" y="2092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0" name="pt23450"/>
            <p:cNvSpPr/>
            <p:nvPr/>
          </p:nvSpPr>
          <p:spPr>
            <a:xfrm>
              <a:off x="7260400" y="2080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1" name="pt23451"/>
            <p:cNvSpPr/>
            <p:nvPr/>
          </p:nvSpPr>
          <p:spPr>
            <a:xfrm>
              <a:off x="7068856" y="2138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2" name="pt23452"/>
            <p:cNvSpPr/>
            <p:nvPr/>
          </p:nvSpPr>
          <p:spPr>
            <a:xfrm>
              <a:off x="7130876" y="2173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3" name="pt23453"/>
            <p:cNvSpPr/>
            <p:nvPr/>
          </p:nvSpPr>
          <p:spPr>
            <a:xfrm>
              <a:off x="7034748" y="1983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4" name="pt23454"/>
            <p:cNvSpPr/>
            <p:nvPr/>
          </p:nvSpPr>
          <p:spPr>
            <a:xfrm>
              <a:off x="7369926" y="2504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5" name="pt23455"/>
            <p:cNvSpPr/>
            <p:nvPr/>
          </p:nvSpPr>
          <p:spPr>
            <a:xfrm>
              <a:off x="7205870" y="2113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6" name="pt23456"/>
            <p:cNvSpPr/>
            <p:nvPr/>
          </p:nvSpPr>
          <p:spPr>
            <a:xfrm>
              <a:off x="7286137" y="2079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7" name="pt23457"/>
            <p:cNvSpPr/>
            <p:nvPr/>
          </p:nvSpPr>
          <p:spPr>
            <a:xfrm>
              <a:off x="7218539" y="2119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8" name="pt23458"/>
            <p:cNvSpPr/>
            <p:nvPr/>
          </p:nvSpPr>
          <p:spPr>
            <a:xfrm>
              <a:off x="7174944" y="2010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9" name="pt23459"/>
            <p:cNvSpPr/>
            <p:nvPr/>
          </p:nvSpPr>
          <p:spPr>
            <a:xfrm>
              <a:off x="7143803" y="2154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0" name="pt23460"/>
            <p:cNvSpPr/>
            <p:nvPr/>
          </p:nvSpPr>
          <p:spPr>
            <a:xfrm>
              <a:off x="7360119" y="2353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1" name="pt23461"/>
            <p:cNvSpPr/>
            <p:nvPr/>
          </p:nvSpPr>
          <p:spPr>
            <a:xfrm>
              <a:off x="7392179" y="2072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2" name="pt23462"/>
            <p:cNvSpPr/>
            <p:nvPr/>
          </p:nvSpPr>
          <p:spPr>
            <a:xfrm>
              <a:off x="7340877" y="2035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3" name="pt23463"/>
            <p:cNvSpPr/>
            <p:nvPr/>
          </p:nvSpPr>
          <p:spPr>
            <a:xfrm>
              <a:off x="6716667" y="1898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4" name="pt23464"/>
            <p:cNvSpPr/>
            <p:nvPr/>
          </p:nvSpPr>
          <p:spPr>
            <a:xfrm>
              <a:off x="7132137" y="2151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5" name="pt23465"/>
            <p:cNvSpPr/>
            <p:nvPr/>
          </p:nvSpPr>
          <p:spPr>
            <a:xfrm>
              <a:off x="7041675" y="2251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6" name="pt23466"/>
            <p:cNvSpPr/>
            <p:nvPr/>
          </p:nvSpPr>
          <p:spPr>
            <a:xfrm>
              <a:off x="7033048" y="2005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7" name="pt23467"/>
            <p:cNvSpPr/>
            <p:nvPr/>
          </p:nvSpPr>
          <p:spPr>
            <a:xfrm>
              <a:off x="7232326" y="2130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8" name="pt23468"/>
            <p:cNvSpPr/>
            <p:nvPr/>
          </p:nvSpPr>
          <p:spPr>
            <a:xfrm>
              <a:off x="7031355" y="1787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9" name="pt23469"/>
            <p:cNvSpPr/>
            <p:nvPr/>
          </p:nvSpPr>
          <p:spPr>
            <a:xfrm>
              <a:off x="7012641" y="164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0" name="pt23470"/>
            <p:cNvSpPr/>
            <p:nvPr/>
          </p:nvSpPr>
          <p:spPr>
            <a:xfrm>
              <a:off x="7318589" y="2008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1" name="pt23471"/>
            <p:cNvSpPr/>
            <p:nvPr/>
          </p:nvSpPr>
          <p:spPr>
            <a:xfrm>
              <a:off x="7075235" y="2170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2" name="pt23472"/>
            <p:cNvSpPr/>
            <p:nvPr/>
          </p:nvSpPr>
          <p:spPr>
            <a:xfrm>
              <a:off x="7500674" y="2457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3" name="pt23473"/>
            <p:cNvSpPr/>
            <p:nvPr/>
          </p:nvSpPr>
          <p:spPr>
            <a:xfrm>
              <a:off x="7267785" y="2047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4" name="pt23474"/>
            <p:cNvSpPr/>
            <p:nvPr/>
          </p:nvSpPr>
          <p:spPr>
            <a:xfrm>
              <a:off x="7101871" y="2136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5" name="pt23475"/>
            <p:cNvSpPr/>
            <p:nvPr/>
          </p:nvSpPr>
          <p:spPr>
            <a:xfrm>
              <a:off x="6789884" y="2615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6" name="pt23476"/>
            <p:cNvSpPr/>
            <p:nvPr/>
          </p:nvSpPr>
          <p:spPr>
            <a:xfrm>
              <a:off x="7337785" y="2066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7" name="pt23477"/>
            <p:cNvSpPr/>
            <p:nvPr/>
          </p:nvSpPr>
          <p:spPr>
            <a:xfrm>
              <a:off x="7250120" y="2197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8" name="pt23478"/>
            <p:cNvSpPr/>
            <p:nvPr/>
          </p:nvSpPr>
          <p:spPr>
            <a:xfrm>
              <a:off x="6973186" y="2027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9" name="pt23479"/>
            <p:cNvSpPr/>
            <p:nvPr/>
          </p:nvSpPr>
          <p:spPr>
            <a:xfrm>
              <a:off x="7113165" y="2148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0" name="pt23480"/>
            <p:cNvSpPr/>
            <p:nvPr/>
          </p:nvSpPr>
          <p:spPr>
            <a:xfrm>
              <a:off x="7095745" y="2222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1" name="pt23481"/>
            <p:cNvSpPr/>
            <p:nvPr/>
          </p:nvSpPr>
          <p:spPr>
            <a:xfrm>
              <a:off x="7112275" y="2132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2" name="pt23482"/>
            <p:cNvSpPr/>
            <p:nvPr/>
          </p:nvSpPr>
          <p:spPr>
            <a:xfrm>
              <a:off x="7530443" y="2133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3" name="pt23483"/>
            <p:cNvSpPr/>
            <p:nvPr/>
          </p:nvSpPr>
          <p:spPr>
            <a:xfrm>
              <a:off x="7303933" y="2005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4" name="pt23484"/>
            <p:cNvSpPr/>
            <p:nvPr/>
          </p:nvSpPr>
          <p:spPr>
            <a:xfrm>
              <a:off x="7405877" y="260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5" name="pt23485"/>
            <p:cNvSpPr/>
            <p:nvPr/>
          </p:nvSpPr>
          <p:spPr>
            <a:xfrm>
              <a:off x="7401588" y="2916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6" name="pt23486"/>
            <p:cNvSpPr/>
            <p:nvPr/>
          </p:nvSpPr>
          <p:spPr>
            <a:xfrm>
              <a:off x="7185753" y="2171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7" name="pt23487"/>
            <p:cNvSpPr/>
            <p:nvPr/>
          </p:nvSpPr>
          <p:spPr>
            <a:xfrm>
              <a:off x="6799363" y="2150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8" name="pt23488"/>
            <p:cNvSpPr/>
            <p:nvPr/>
          </p:nvSpPr>
          <p:spPr>
            <a:xfrm>
              <a:off x="7100720" y="2241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9" name="pt23489"/>
            <p:cNvSpPr/>
            <p:nvPr/>
          </p:nvSpPr>
          <p:spPr>
            <a:xfrm>
              <a:off x="7121570" y="2111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0" name="pt23490"/>
            <p:cNvSpPr/>
            <p:nvPr/>
          </p:nvSpPr>
          <p:spPr>
            <a:xfrm>
              <a:off x="6953932" y="2192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1" name="pt23491"/>
            <p:cNvSpPr/>
            <p:nvPr/>
          </p:nvSpPr>
          <p:spPr>
            <a:xfrm>
              <a:off x="7153950" y="2356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2" name="pt23492"/>
            <p:cNvSpPr/>
            <p:nvPr/>
          </p:nvSpPr>
          <p:spPr>
            <a:xfrm>
              <a:off x="6781950" y="2471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3" name="pt23493"/>
            <p:cNvSpPr/>
            <p:nvPr/>
          </p:nvSpPr>
          <p:spPr>
            <a:xfrm>
              <a:off x="7507796" y="2530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4" name="pt23494"/>
            <p:cNvSpPr/>
            <p:nvPr/>
          </p:nvSpPr>
          <p:spPr>
            <a:xfrm>
              <a:off x="7354585" y="1964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5" name="pt23495"/>
            <p:cNvSpPr/>
            <p:nvPr/>
          </p:nvSpPr>
          <p:spPr>
            <a:xfrm>
              <a:off x="7192106" y="2069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6" name="pt23496"/>
            <p:cNvSpPr/>
            <p:nvPr/>
          </p:nvSpPr>
          <p:spPr>
            <a:xfrm>
              <a:off x="7226180" y="2033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7" name="pt23497"/>
            <p:cNvSpPr/>
            <p:nvPr/>
          </p:nvSpPr>
          <p:spPr>
            <a:xfrm>
              <a:off x="7202124" y="204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8" name="pt23498"/>
            <p:cNvSpPr/>
            <p:nvPr/>
          </p:nvSpPr>
          <p:spPr>
            <a:xfrm>
              <a:off x="7251762" y="2152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9" name="pt23499"/>
            <p:cNvSpPr/>
            <p:nvPr/>
          </p:nvSpPr>
          <p:spPr>
            <a:xfrm>
              <a:off x="7066653" y="2042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0" name="pt23500"/>
            <p:cNvSpPr/>
            <p:nvPr/>
          </p:nvSpPr>
          <p:spPr>
            <a:xfrm>
              <a:off x="7239992" y="1632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1" name="pt23501"/>
            <p:cNvSpPr/>
            <p:nvPr/>
          </p:nvSpPr>
          <p:spPr>
            <a:xfrm>
              <a:off x="7060977" y="2029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2" name="pt23502"/>
            <p:cNvSpPr/>
            <p:nvPr/>
          </p:nvSpPr>
          <p:spPr>
            <a:xfrm>
              <a:off x="7248739" y="2078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3" name="pt23503"/>
            <p:cNvSpPr/>
            <p:nvPr/>
          </p:nvSpPr>
          <p:spPr>
            <a:xfrm>
              <a:off x="7207618" y="2399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4" name="pt23504"/>
            <p:cNvSpPr/>
            <p:nvPr/>
          </p:nvSpPr>
          <p:spPr>
            <a:xfrm>
              <a:off x="7076415" y="2164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5" name="pt23505"/>
            <p:cNvSpPr/>
            <p:nvPr/>
          </p:nvSpPr>
          <p:spPr>
            <a:xfrm>
              <a:off x="7235056" y="2109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6" name="pt23506"/>
            <p:cNvSpPr/>
            <p:nvPr/>
          </p:nvSpPr>
          <p:spPr>
            <a:xfrm>
              <a:off x="7139153" y="2128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7" name="pt23507"/>
            <p:cNvSpPr/>
            <p:nvPr/>
          </p:nvSpPr>
          <p:spPr>
            <a:xfrm>
              <a:off x="7148047" y="2284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8" name="pt23508"/>
            <p:cNvSpPr/>
            <p:nvPr/>
          </p:nvSpPr>
          <p:spPr>
            <a:xfrm>
              <a:off x="7246374" y="2061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9" name="pt23509"/>
            <p:cNvSpPr/>
            <p:nvPr/>
          </p:nvSpPr>
          <p:spPr>
            <a:xfrm>
              <a:off x="7326171" y="1941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0" name="pt23510"/>
            <p:cNvSpPr/>
            <p:nvPr/>
          </p:nvSpPr>
          <p:spPr>
            <a:xfrm>
              <a:off x="6987573" y="1961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1" name="pt23511"/>
            <p:cNvSpPr/>
            <p:nvPr/>
          </p:nvSpPr>
          <p:spPr>
            <a:xfrm>
              <a:off x="7085656" y="2168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2" name="pt23512"/>
            <p:cNvSpPr/>
            <p:nvPr/>
          </p:nvSpPr>
          <p:spPr>
            <a:xfrm>
              <a:off x="6925846" y="2171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3" name="pt23513"/>
            <p:cNvSpPr/>
            <p:nvPr/>
          </p:nvSpPr>
          <p:spPr>
            <a:xfrm>
              <a:off x="7333758" y="2057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4" name="pt23514"/>
            <p:cNvSpPr/>
            <p:nvPr/>
          </p:nvSpPr>
          <p:spPr>
            <a:xfrm>
              <a:off x="7250255" y="2128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5" name="pt23515"/>
            <p:cNvSpPr/>
            <p:nvPr/>
          </p:nvSpPr>
          <p:spPr>
            <a:xfrm>
              <a:off x="7074764" y="2253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6" name="pt23516"/>
            <p:cNvSpPr/>
            <p:nvPr/>
          </p:nvSpPr>
          <p:spPr>
            <a:xfrm>
              <a:off x="7147249" y="2202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7" name="pt23517"/>
            <p:cNvSpPr/>
            <p:nvPr/>
          </p:nvSpPr>
          <p:spPr>
            <a:xfrm>
              <a:off x="7244474" y="2161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8" name="pt23518"/>
            <p:cNvSpPr/>
            <p:nvPr/>
          </p:nvSpPr>
          <p:spPr>
            <a:xfrm>
              <a:off x="7187997" y="2034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9" name="pt23519"/>
            <p:cNvSpPr/>
            <p:nvPr/>
          </p:nvSpPr>
          <p:spPr>
            <a:xfrm>
              <a:off x="7016180" y="2098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0" name="pt23520"/>
            <p:cNvSpPr/>
            <p:nvPr/>
          </p:nvSpPr>
          <p:spPr>
            <a:xfrm>
              <a:off x="6997801" y="2112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1" name="pt23521"/>
            <p:cNvSpPr/>
            <p:nvPr/>
          </p:nvSpPr>
          <p:spPr>
            <a:xfrm>
              <a:off x="7192103" y="2033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2" name="pt23522"/>
            <p:cNvSpPr/>
            <p:nvPr/>
          </p:nvSpPr>
          <p:spPr>
            <a:xfrm>
              <a:off x="7005184" y="2022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3" name="pt23523"/>
            <p:cNvSpPr/>
            <p:nvPr/>
          </p:nvSpPr>
          <p:spPr>
            <a:xfrm>
              <a:off x="7012778" y="1735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4" name="pt23524"/>
            <p:cNvSpPr/>
            <p:nvPr/>
          </p:nvSpPr>
          <p:spPr>
            <a:xfrm>
              <a:off x="7090016" y="2193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5" name="pt23525"/>
            <p:cNvSpPr/>
            <p:nvPr/>
          </p:nvSpPr>
          <p:spPr>
            <a:xfrm>
              <a:off x="7116557" y="2202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6" name="pt23526"/>
            <p:cNvSpPr/>
            <p:nvPr/>
          </p:nvSpPr>
          <p:spPr>
            <a:xfrm>
              <a:off x="7076858" y="205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7" name="pt23527"/>
            <p:cNvSpPr/>
            <p:nvPr/>
          </p:nvSpPr>
          <p:spPr>
            <a:xfrm>
              <a:off x="7261417" y="2134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8" name="pt23528"/>
            <p:cNvSpPr/>
            <p:nvPr/>
          </p:nvSpPr>
          <p:spPr>
            <a:xfrm>
              <a:off x="7063274" y="1730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9" name="pt23529"/>
            <p:cNvSpPr/>
            <p:nvPr/>
          </p:nvSpPr>
          <p:spPr>
            <a:xfrm>
              <a:off x="7142532" y="2192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0" name="pt23530"/>
            <p:cNvSpPr/>
            <p:nvPr/>
          </p:nvSpPr>
          <p:spPr>
            <a:xfrm>
              <a:off x="7130733" y="2078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1" name="pt23531"/>
            <p:cNvSpPr/>
            <p:nvPr/>
          </p:nvSpPr>
          <p:spPr>
            <a:xfrm>
              <a:off x="7276608" y="2037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2" name="pt23532"/>
            <p:cNvSpPr/>
            <p:nvPr/>
          </p:nvSpPr>
          <p:spPr>
            <a:xfrm>
              <a:off x="7016121" y="2102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3" name="pt23533"/>
            <p:cNvSpPr/>
            <p:nvPr/>
          </p:nvSpPr>
          <p:spPr>
            <a:xfrm>
              <a:off x="7111119" y="2167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4" name="pt23534"/>
            <p:cNvSpPr/>
            <p:nvPr/>
          </p:nvSpPr>
          <p:spPr>
            <a:xfrm>
              <a:off x="7456629" y="2389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5" name="pt23535"/>
            <p:cNvSpPr/>
            <p:nvPr/>
          </p:nvSpPr>
          <p:spPr>
            <a:xfrm>
              <a:off x="7283160" y="2080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6" name="pt23536"/>
            <p:cNvSpPr/>
            <p:nvPr/>
          </p:nvSpPr>
          <p:spPr>
            <a:xfrm>
              <a:off x="7137817" y="2182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7" name="pt23537"/>
            <p:cNvSpPr/>
            <p:nvPr/>
          </p:nvSpPr>
          <p:spPr>
            <a:xfrm>
              <a:off x="7195120" y="2027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8" name="pt23538"/>
            <p:cNvSpPr/>
            <p:nvPr/>
          </p:nvSpPr>
          <p:spPr>
            <a:xfrm>
              <a:off x="7240191" y="1865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9" name="pt23539"/>
            <p:cNvSpPr/>
            <p:nvPr/>
          </p:nvSpPr>
          <p:spPr>
            <a:xfrm>
              <a:off x="7115256" y="2092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0" name="pt23540"/>
            <p:cNvSpPr/>
            <p:nvPr/>
          </p:nvSpPr>
          <p:spPr>
            <a:xfrm>
              <a:off x="6845588" y="2379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1" name="pt23541"/>
            <p:cNvSpPr/>
            <p:nvPr/>
          </p:nvSpPr>
          <p:spPr>
            <a:xfrm>
              <a:off x="7576069" y="1914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2" name="pt23542"/>
            <p:cNvSpPr/>
            <p:nvPr/>
          </p:nvSpPr>
          <p:spPr>
            <a:xfrm>
              <a:off x="6921773" y="2211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3" name="pt23543"/>
            <p:cNvSpPr/>
            <p:nvPr/>
          </p:nvSpPr>
          <p:spPr>
            <a:xfrm>
              <a:off x="7210981" y="2382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4" name="pt23544"/>
            <p:cNvSpPr/>
            <p:nvPr/>
          </p:nvSpPr>
          <p:spPr>
            <a:xfrm>
              <a:off x="6952958" y="213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5" name="pt23545"/>
            <p:cNvSpPr/>
            <p:nvPr/>
          </p:nvSpPr>
          <p:spPr>
            <a:xfrm>
              <a:off x="7032086" y="1896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6" name="pt23546"/>
            <p:cNvSpPr/>
            <p:nvPr/>
          </p:nvSpPr>
          <p:spPr>
            <a:xfrm>
              <a:off x="7164436" y="2093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7" name="pt23547"/>
            <p:cNvSpPr/>
            <p:nvPr/>
          </p:nvSpPr>
          <p:spPr>
            <a:xfrm>
              <a:off x="7124229" y="2123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8" name="pt23548"/>
            <p:cNvSpPr/>
            <p:nvPr/>
          </p:nvSpPr>
          <p:spPr>
            <a:xfrm>
              <a:off x="6778905" y="2429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9" name="pt23549"/>
            <p:cNvSpPr/>
            <p:nvPr/>
          </p:nvSpPr>
          <p:spPr>
            <a:xfrm>
              <a:off x="7413450" y="2402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0" name="pt23550"/>
            <p:cNvSpPr/>
            <p:nvPr/>
          </p:nvSpPr>
          <p:spPr>
            <a:xfrm>
              <a:off x="7265156" y="1944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1" name="pt23551"/>
            <p:cNvSpPr/>
            <p:nvPr/>
          </p:nvSpPr>
          <p:spPr>
            <a:xfrm>
              <a:off x="7103242" y="2255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2" name="pt23552"/>
            <p:cNvSpPr/>
            <p:nvPr/>
          </p:nvSpPr>
          <p:spPr>
            <a:xfrm>
              <a:off x="7164131" y="2112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3" name="pt23553"/>
            <p:cNvSpPr/>
            <p:nvPr/>
          </p:nvSpPr>
          <p:spPr>
            <a:xfrm>
              <a:off x="7095830" y="2181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4" name="pt23554"/>
            <p:cNvSpPr/>
            <p:nvPr/>
          </p:nvSpPr>
          <p:spPr>
            <a:xfrm>
              <a:off x="7010550" y="1967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5" name="pt23555"/>
            <p:cNvSpPr/>
            <p:nvPr/>
          </p:nvSpPr>
          <p:spPr>
            <a:xfrm>
              <a:off x="7128623" y="2167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6" name="pt23556"/>
            <p:cNvSpPr/>
            <p:nvPr/>
          </p:nvSpPr>
          <p:spPr>
            <a:xfrm>
              <a:off x="7086106" y="2145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7" name="pt23557"/>
            <p:cNvSpPr/>
            <p:nvPr/>
          </p:nvSpPr>
          <p:spPr>
            <a:xfrm>
              <a:off x="7277049" y="2018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8" name="pt23558"/>
            <p:cNvSpPr/>
            <p:nvPr/>
          </p:nvSpPr>
          <p:spPr>
            <a:xfrm>
              <a:off x="6894498" y="1635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9" name="pt23559"/>
            <p:cNvSpPr/>
            <p:nvPr/>
          </p:nvSpPr>
          <p:spPr>
            <a:xfrm>
              <a:off x="7091360" y="2188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0" name="pt23560"/>
            <p:cNvSpPr/>
            <p:nvPr/>
          </p:nvSpPr>
          <p:spPr>
            <a:xfrm>
              <a:off x="7618100" y="2183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1" name="pt23561"/>
            <p:cNvSpPr/>
            <p:nvPr/>
          </p:nvSpPr>
          <p:spPr>
            <a:xfrm>
              <a:off x="7204724" y="2239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2" name="pt23562"/>
            <p:cNvSpPr/>
            <p:nvPr/>
          </p:nvSpPr>
          <p:spPr>
            <a:xfrm>
              <a:off x="7104893" y="2160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3" name="pt23563"/>
            <p:cNvSpPr/>
            <p:nvPr/>
          </p:nvSpPr>
          <p:spPr>
            <a:xfrm>
              <a:off x="6951145" y="203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4" name="pt23564"/>
            <p:cNvSpPr/>
            <p:nvPr/>
          </p:nvSpPr>
          <p:spPr>
            <a:xfrm>
              <a:off x="7030684" y="1939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5" name="pt23565"/>
            <p:cNvSpPr/>
            <p:nvPr/>
          </p:nvSpPr>
          <p:spPr>
            <a:xfrm>
              <a:off x="7321118" y="1985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6" name="pt23566"/>
            <p:cNvSpPr/>
            <p:nvPr/>
          </p:nvSpPr>
          <p:spPr>
            <a:xfrm>
              <a:off x="7583845" y="2110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7" name="pt23567"/>
            <p:cNvSpPr/>
            <p:nvPr/>
          </p:nvSpPr>
          <p:spPr>
            <a:xfrm>
              <a:off x="6885138" y="174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8" name="pt23568"/>
            <p:cNvSpPr/>
            <p:nvPr/>
          </p:nvSpPr>
          <p:spPr>
            <a:xfrm>
              <a:off x="6913917" y="2161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9" name="pt23569"/>
            <p:cNvSpPr/>
            <p:nvPr/>
          </p:nvSpPr>
          <p:spPr>
            <a:xfrm>
              <a:off x="7363880" y="2510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0" name="pt23570"/>
            <p:cNvSpPr/>
            <p:nvPr/>
          </p:nvSpPr>
          <p:spPr>
            <a:xfrm>
              <a:off x="7210877" y="2230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1" name="pt23571"/>
            <p:cNvSpPr/>
            <p:nvPr/>
          </p:nvSpPr>
          <p:spPr>
            <a:xfrm>
              <a:off x="7088259" y="2200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2" name="pt23572"/>
            <p:cNvSpPr/>
            <p:nvPr/>
          </p:nvSpPr>
          <p:spPr>
            <a:xfrm>
              <a:off x="7172563" y="1942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3" name="pt23573"/>
            <p:cNvSpPr/>
            <p:nvPr/>
          </p:nvSpPr>
          <p:spPr>
            <a:xfrm>
              <a:off x="7072720" y="2025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4" name="pt23574"/>
            <p:cNvSpPr/>
            <p:nvPr/>
          </p:nvSpPr>
          <p:spPr>
            <a:xfrm>
              <a:off x="7115268" y="2032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5" name="pt23575"/>
            <p:cNvSpPr/>
            <p:nvPr/>
          </p:nvSpPr>
          <p:spPr>
            <a:xfrm>
              <a:off x="6983766" y="199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6" name="pt23576"/>
            <p:cNvSpPr/>
            <p:nvPr/>
          </p:nvSpPr>
          <p:spPr>
            <a:xfrm>
              <a:off x="7307111" y="1998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7" name="pt23577"/>
            <p:cNvSpPr/>
            <p:nvPr/>
          </p:nvSpPr>
          <p:spPr>
            <a:xfrm>
              <a:off x="7063043" y="1749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8" name="pt23578"/>
            <p:cNvSpPr/>
            <p:nvPr/>
          </p:nvSpPr>
          <p:spPr>
            <a:xfrm>
              <a:off x="7129094" y="2195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9" name="pt23579"/>
            <p:cNvSpPr/>
            <p:nvPr/>
          </p:nvSpPr>
          <p:spPr>
            <a:xfrm>
              <a:off x="7152781" y="2380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0" name="pt23580"/>
            <p:cNvSpPr/>
            <p:nvPr/>
          </p:nvSpPr>
          <p:spPr>
            <a:xfrm>
              <a:off x="6814331" y="2302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1" name="pt23581"/>
            <p:cNvSpPr/>
            <p:nvPr/>
          </p:nvSpPr>
          <p:spPr>
            <a:xfrm>
              <a:off x="7133138" y="2119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2" name="pt23582"/>
            <p:cNvSpPr/>
            <p:nvPr/>
          </p:nvSpPr>
          <p:spPr>
            <a:xfrm>
              <a:off x="6930612" y="2196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3" name="pt23583"/>
            <p:cNvSpPr/>
            <p:nvPr/>
          </p:nvSpPr>
          <p:spPr>
            <a:xfrm>
              <a:off x="7043878" y="2244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4" name="pt23584"/>
            <p:cNvSpPr/>
            <p:nvPr/>
          </p:nvSpPr>
          <p:spPr>
            <a:xfrm>
              <a:off x="7129571" y="2180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5" name="pt23585"/>
            <p:cNvSpPr/>
            <p:nvPr/>
          </p:nvSpPr>
          <p:spPr>
            <a:xfrm>
              <a:off x="7197166" y="1943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6" name="pt23586"/>
            <p:cNvSpPr/>
            <p:nvPr/>
          </p:nvSpPr>
          <p:spPr>
            <a:xfrm>
              <a:off x="7240290" y="1707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7" name="pt23587"/>
            <p:cNvSpPr/>
            <p:nvPr/>
          </p:nvSpPr>
          <p:spPr>
            <a:xfrm>
              <a:off x="7064759" y="1808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8" name="pt23588"/>
            <p:cNvSpPr/>
            <p:nvPr/>
          </p:nvSpPr>
          <p:spPr>
            <a:xfrm>
              <a:off x="7130609" y="2169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9" name="pt23589"/>
            <p:cNvSpPr/>
            <p:nvPr/>
          </p:nvSpPr>
          <p:spPr>
            <a:xfrm>
              <a:off x="6846341" y="2227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0" name="pt23590"/>
            <p:cNvSpPr/>
            <p:nvPr/>
          </p:nvSpPr>
          <p:spPr>
            <a:xfrm>
              <a:off x="7062844" y="1717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1" name="pt23591"/>
            <p:cNvSpPr/>
            <p:nvPr/>
          </p:nvSpPr>
          <p:spPr>
            <a:xfrm>
              <a:off x="7343775" y="2250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2" name="pt23592"/>
            <p:cNvSpPr/>
            <p:nvPr/>
          </p:nvSpPr>
          <p:spPr>
            <a:xfrm>
              <a:off x="7207461" y="2251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3" name="pt23593"/>
            <p:cNvSpPr/>
            <p:nvPr/>
          </p:nvSpPr>
          <p:spPr>
            <a:xfrm>
              <a:off x="7080353" y="2055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4" name="pt23594"/>
            <p:cNvSpPr/>
            <p:nvPr/>
          </p:nvSpPr>
          <p:spPr>
            <a:xfrm>
              <a:off x="7443709" y="2417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5" name="pt23595"/>
            <p:cNvSpPr/>
            <p:nvPr/>
          </p:nvSpPr>
          <p:spPr>
            <a:xfrm>
              <a:off x="6989585" y="1951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6" name="pt23596"/>
            <p:cNvSpPr/>
            <p:nvPr/>
          </p:nvSpPr>
          <p:spPr>
            <a:xfrm>
              <a:off x="7126460" y="2112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7" name="pt23597"/>
            <p:cNvSpPr/>
            <p:nvPr/>
          </p:nvSpPr>
          <p:spPr>
            <a:xfrm>
              <a:off x="7243267" y="2224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8" name="pt23598"/>
            <p:cNvSpPr/>
            <p:nvPr/>
          </p:nvSpPr>
          <p:spPr>
            <a:xfrm>
              <a:off x="7174117" y="1976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9" name="pt23599"/>
            <p:cNvSpPr/>
            <p:nvPr/>
          </p:nvSpPr>
          <p:spPr>
            <a:xfrm>
              <a:off x="7224185" y="1962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0" name="pt23600"/>
            <p:cNvSpPr/>
            <p:nvPr/>
          </p:nvSpPr>
          <p:spPr>
            <a:xfrm>
              <a:off x="7083227" y="2120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1" name="pt23601"/>
            <p:cNvSpPr/>
            <p:nvPr/>
          </p:nvSpPr>
          <p:spPr>
            <a:xfrm>
              <a:off x="6973386" y="1992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2" name="pt23602"/>
            <p:cNvSpPr/>
            <p:nvPr/>
          </p:nvSpPr>
          <p:spPr>
            <a:xfrm>
              <a:off x="7069568" y="1932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3" name="pt23603"/>
            <p:cNvSpPr/>
            <p:nvPr/>
          </p:nvSpPr>
          <p:spPr>
            <a:xfrm>
              <a:off x="7141862" y="2209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4" name="pt23604"/>
            <p:cNvSpPr/>
            <p:nvPr/>
          </p:nvSpPr>
          <p:spPr>
            <a:xfrm>
              <a:off x="7210770" y="2443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5" name="pt23605"/>
            <p:cNvSpPr/>
            <p:nvPr/>
          </p:nvSpPr>
          <p:spPr>
            <a:xfrm>
              <a:off x="7051385" y="2302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6" name="pt23606"/>
            <p:cNvSpPr/>
            <p:nvPr/>
          </p:nvSpPr>
          <p:spPr>
            <a:xfrm>
              <a:off x="7195689" y="2113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7" name="pt23607"/>
            <p:cNvSpPr/>
            <p:nvPr/>
          </p:nvSpPr>
          <p:spPr>
            <a:xfrm>
              <a:off x="7197449" y="2103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8" name="pt23608"/>
            <p:cNvSpPr/>
            <p:nvPr/>
          </p:nvSpPr>
          <p:spPr>
            <a:xfrm>
              <a:off x="6990270" y="1943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9" name="pt23609"/>
            <p:cNvSpPr/>
            <p:nvPr/>
          </p:nvSpPr>
          <p:spPr>
            <a:xfrm>
              <a:off x="7136896" y="2276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0" name="pt23610"/>
            <p:cNvSpPr/>
            <p:nvPr/>
          </p:nvSpPr>
          <p:spPr>
            <a:xfrm>
              <a:off x="6845288" y="2117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1" name="pt23611"/>
            <p:cNvSpPr/>
            <p:nvPr/>
          </p:nvSpPr>
          <p:spPr>
            <a:xfrm>
              <a:off x="7212294" y="2379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2" name="pt23612"/>
            <p:cNvSpPr/>
            <p:nvPr/>
          </p:nvSpPr>
          <p:spPr>
            <a:xfrm>
              <a:off x="6785756" y="2466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3" name="pt23613"/>
            <p:cNvSpPr/>
            <p:nvPr/>
          </p:nvSpPr>
          <p:spPr>
            <a:xfrm>
              <a:off x="7101075" y="2227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4" name="pt23614"/>
            <p:cNvSpPr/>
            <p:nvPr/>
          </p:nvSpPr>
          <p:spPr>
            <a:xfrm>
              <a:off x="6784987" y="263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5" name="pt23615"/>
            <p:cNvSpPr/>
            <p:nvPr/>
          </p:nvSpPr>
          <p:spPr>
            <a:xfrm>
              <a:off x="7224710" y="2026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6" name="pt23616"/>
            <p:cNvSpPr/>
            <p:nvPr/>
          </p:nvSpPr>
          <p:spPr>
            <a:xfrm>
              <a:off x="6938042" y="2044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7" name="pt23617"/>
            <p:cNvSpPr/>
            <p:nvPr/>
          </p:nvSpPr>
          <p:spPr>
            <a:xfrm>
              <a:off x="7112164" y="2034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8" name="pt23618"/>
            <p:cNvSpPr/>
            <p:nvPr/>
          </p:nvSpPr>
          <p:spPr>
            <a:xfrm>
              <a:off x="7356151" y="2345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9" name="pt23619"/>
            <p:cNvSpPr/>
            <p:nvPr/>
          </p:nvSpPr>
          <p:spPr>
            <a:xfrm>
              <a:off x="6729343" y="1645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0" name="pt23620"/>
            <p:cNvSpPr/>
            <p:nvPr/>
          </p:nvSpPr>
          <p:spPr>
            <a:xfrm>
              <a:off x="7151755" y="2309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1" name="pt23621"/>
            <p:cNvSpPr/>
            <p:nvPr/>
          </p:nvSpPr>
          <p:spPr>
            <a:xfrm>
              <a:off x="6957096" y="2051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2" name="pt23622"/>
            <p:cNvSpPr/>
            <p:nvPr/>
          </p:nvSpPr>
          <p:spPr>
            <a:xfrm>
              <a:off x="7160658" y="2127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3" name="pt23623"/>
            <p:cNvSpPr/>
            <p:nvPr/>
          </p:nvSpPr>
          <p:spPr>
            <a:xfrm>
              <a:off x="7090658" y="2202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4" name="pt23624"/>
            <p:cNvSpPr/>
            <p:nvPr/>
          </p:nvSpPr>
          <p:spPr>
            <a:xfrm>
              <a:off x="7140439" y="2208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5" name="pt23625"/>
            <p:cNvSpPr/>
            <p:nvPr/>
          </p:nvSpPr>
          <p:spPr>
            <a:xfrm>
              <a:off x="6803266" y="2372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6" name="pt23626"/>
            <p:cNvSpPr/>
            <p:nvPr/>
          </p:nvSpPr>
          <p:spPr>
            <a:xfrm>
              <a:off x="7329092" y="2111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7" name="pt23627"/>
            <p:cNvSpPr/>
            <p:nvPr/>
          </p:nvSpPr>
          <p:spPr>
            <a:xfrm>
              <a:off x="7233242" y="2067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8" name="pt23628"/>
            <p:cNvSpPr/>
            <p:nvPr/>
          </p:nvSpPr>
          <p:spPr>
            <a:xfrm>
              <a:off x="7152717" y="2299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9" name="pt23629"/>
            <p:cNvSpPr/>
            <p:nvPr/>
          </p:nvSpPr>
          <p:spPr>
            <a:xfrm>
              <a:off x="7236972" y="1911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0" name="pt23630"/>
            <p:cNvSpPr/>
            <p:nvPr/>
          </p:nvSpPr>
          <p:spPr>
            <a:xfrm>
              <a:off x="6949970" y="2169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1" name="pt23631"/>
            <p:cNvSpPr/>
            <p:nvPr/>
          </p:nvSpPr>
          <p:spPr>
            <a:xfrm>
              <a:off x="7359657" y="2591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2" name="pt23632"/>
            <p:cNvSpPr/>
            <p:nvPr/>
          </p:nvSpPr>
          <p:spPr>
            <a:xfrm>
              <a:off x="7456208" y="3053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3" name="pt23633"/>
            <p:cNvSpPr/>
            <p:nvPr/>
          </p:nvSpPr>
          <p:spPr>
            <a:xfrm>
              <a:off x="7247119" y="2275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4" name="pt23634"/>
            <p:cNvSpPr/>
            <p:nvPr/>
          </p:nvSpPr>
          <p:spPr>
            <a:xfrm>
              <a:off x="7109122" y="2081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5" name="pt23635"/>
            <p:cNvSpPr/>
            <p:nvPr/>
          </p:nvSpPr>
          <p:spPr>
            <a:xfrm>
              <a:off x="7078160" y="2121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6" name="pt23636"/>
            <p:cNvSpPr/>
            <p:nvPr/>
          </p:nvSpPr>
          <p:spPr>
            <a:xfrm>
              <a:off x="7107234" y="2172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7" name="pt23637"/>
            <p:cNvSpPr/>
            <p:nvPr/>
          </p:nvSpPr>
          <p:spPr>
            <a:xfrm>
              <a:off x="7211151" y="2129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8" name="pt23638"/>
            <p:cNvSpPr/>
            <p:nvPr/>
          </p:nvSpPr>
          <p:spPr>
            <a:xfrm>
              <a:off x="6967647" y="1919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9" name="pt23639"/>
            <p:cNvSpPr/>
            <p:nvPr/>
          </p:nvSpPr>
          <p:spPr>
            <a:xfrm>
              <a:off x="7240960" y="1884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0" name="pt23640"/>
            <p:cNvSpPr/>
            <p:nvPr/>
          </p:nvSpPr>
          <p:spPr>
            <a:xfrm>
              <a:off x="7147672" y="2378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1" name="pt23641"/>
            <p:cNvSpPr/>
            <p:nvPr/>
          </p:nvSpPr>
          <p:spPr>
            <a:xfrm>
              <a:off x="7011763" y="1777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2" name="pt23642"/>
            <p:cNvSpPr/>
            <p:nvPr/>
          </p:nvSpPr>
          <p:spPr>
            <a:xfrm>
              <a:off x="7245519" y="2208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3" name="pt23643"/>
            <p:cNvSpPr/>
            <p:nvPr/>
          </p:nvSpPr>
          <p:spPr>
            <a:xfrm>
              <a:off x="7276336" y="1877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4" name="pt23644"/>
            <p:cNvSpPr/>
            <p:nvPr/>
          </p:nvSpPr>
          <p:spPr>
            <a:xfrm>
              <a:off x="6993161" y="1912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5" name="pt23645"/>
            <p:cNvSpPr/>
            <p:nvPr/>
          </p:nvSpPr>
          <p:spPr>
            <a:xfrm>
              <a:off x="7087107" y="2200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6" name="pt23646"/>
            <p:cNvSpPr/>
            <p:nvPr/>
          </p:nvSpPr>
          <p:spPr>
            <a:xfrm>
              <a:off x="7094091" y="2170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7" name="pt23647"/>
            <p:cNvSpPr/>
            <p:nvPr/>
          </p:nvSpPr>
          <p:spPr>
            <a:xfrm>
              <a:off x="7066790" y="1816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8" name="pt23648"/>
            <p:cNvSpPr/>
            <p:nvPr/>
          </p:nvSpPr>
          <p:spPr>
            <a:xfrm>
              <a:off x="7150515" y="2347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9" name="pt23649"/>
            <p:cNvSpPr/>
            <p:nvPr/>
          </p:nvSpPr>
          <p:spPr>
            <a:xfrm>
              <a:off x="6789281" y="2364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0" name="pt23650"/>
            <p:cNvSpPr/>
            <p:nvPr/>
          </p:nvSpPr>
          <p:spPr>
            <a:xfrm>
              <a:off x="7133052" y="2123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1" name="pt23651"/>
            <p:cNvSpPr/>
            <p:nvPr/>
          </p:nvSpPr>
          <p:spPr>
            <a:xfrm>
              <a:off x="6978851" y="2032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2" name="pt23652"/>
            <p:cNvSpPr/>
            <p:nvPr/>
          </p:nvSpPr>
          <p:spPr>
            <a:xfrm>
              <a:off x="7139044" y="2046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3" name="pt23653"/>
            <p:cNvSpPr/>
            <p:nvPr/>
          </p:nvSpPr>
          <p:spPr>
            <a:xfrm>
              <a:off x="7155037" y="2387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4" name="pt23654"/>
            <p:cNvSpPr/>
            <p:nvPr/>
          </p:nvSpPr>
          <p:spPr>
            <a:xfrm>
              <a:off x="7165724" y="2118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5" name="pt23655"/>
            <p:cNvSpPr/>
            <p:nvPr/>
          </p:nvSpPr>
          <p:spPr>
            <a:xfrm>
              <a:off x="7111205" y="2078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6" name="pt23656"/>
            <p:cNvSpPr/>
            <p:nvPr/>
          </p:nvSpPr>
          <p:spPr>
            <a:xfrm>
              <a:off x="7257356" y="2045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7" name="pt23657"/>
            <p:cNvSpPr/>
            <p:nvPr/>
          </p:nvSpPr>
          <p:spPr>
            <a:xfrm>
              <a:off x="6955670" y="2105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8" name="pt23658"/>
            <p:cNvSpPr/>
            <p:nvPr/>
          </p:nvSpPr>
          <p:spPr>
            <a:xfrm>
              <a:off x="7159392" y="2185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9" name="pt23659"/>
            <p:cNvSpPr/>
            <p:nvPr/>
          </p:nvSpPr>
          <p:spPr>
            <a:xfrm>
              <a:off x="7166257" y="2087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0" name="pt23660"/>
            <p:cNvSpPr/>
            <p:nvPr/>
          </p:nvSpPr>
          <p:spPr>
            <a:xfrm>
              <a:off x="6997273" y="1966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1" name="pt23661"/>
            <p:cNvSpPr/>
            <p:nvPr/>
          </p:nvSpPr>
          <p:spPr>
            <a:xfrm>
              <a:off x="7353114" y="2101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2" name="pt23662"/>
            <p:cNvSpPr/>
            <p:nvPr/>
          </p:nvSpPr>
          <p:spPr>
            <a:xfrm>
              <a:off x="7304375" y="1977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3" name="pt23663"/>
            <p:cNvSpPr/>
            <p:nvPr/>
          </p:nvSpPr>
          <p:spPr>
            <a:xfrm>
              <a:off x="7068164" y="2121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4" name="pt23664"/>
            <p:cNvSpPr/>
            <p:nvPr/>
          </p:nvSpPr>
          <p:spPr>
            <a:xfrm>
              <a:off x="7083902" y="1972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5" name="pt23665"/>
            <p:cNvSpPr/>
            <p:nvPr/>
          </p:nvSpPr>
          <p:spPr>
            <a:xfrm>
              <a:off x="7279858" y="2120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6" name="pt23666"/>
            <p:cNvSpPr/>
            <p:nvPr/>
          </p:nvSpPr>
          <p:spPr>
            <a:xfrm>
              <a:off x="7387344" y="2295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7" name="pt23667"/>
            <p:cNvSpPr/>
            <p:nvPr/>
          </p:nvSpPr>
          <p:spPr>
            <a:xfrm>
              <a:off x="7261250" y="205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8" name="pt23668"/>
            <p:cNvSpPr/>
            <p:nvPr/>
          </p:nvSpPr>
          <p:spPr>
            <a:xfrm>
              <a:off x="6962955" y="2017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9" name="pt23669"/>
            <p:cNvSpPr/>
            <p:nvPr/>
          </p:nvSpPr>
          <p:spPr>
            <a:xfrm>
              <a:off x="7470586" y="2703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0" name="pt23670"/>
            <p:cNvSpPr/>
            <p:nvPr/>
          </p:nvSpPr>
          <p:spPr>
            <a:xfrm>
              <a:off x="7228540" y="2224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1" name="pt23671"/>
            <p:cNvSpPr/>
            <p:nvPr/>
          </p:nvSpPr>
          <p:spPr>
            <a:xfrm>
              <a:off x="6982756" y="2044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2" name="pt23672"/>
            <p:cNvSpPr/>
            <p:nvPr/>
          </p:nvSpPr>
          <p:spPr>
            <a:xfrm>
              <a:off x="6924393" y="2216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3" name="pt23673"/>
            <p:cNvSpPr/>
            <p:nvPr/>
          </p:nvSpPr>
          <p:spPr>
            <a:xfrm>
              <a:off x="7062443" y="1713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4" name="pt23674"/>
            <p:cNvSpPr/>
            <p:nvPr/>
          </p:nvSpPr>
          <p:spPr>
            <a:xfrm>
              <a:off x="7272255" y="2076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5" name="pt23675"/>
            <p:cNvSpPr/>
            <p:nvPr/>
          </p:nvSpPr>
          <p:spPr>
            <a:xfrm>
              <a:off x="7196698" y="2042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6" name="pt23676"/>
            <p:cNvSpPr/>
            <p:nvPr/>
          </p:nvSpPr>
          <p:spPr>
            <a:xfrm>
              <a:off x="7152434" y="2387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7" name="pt23677"/>
            <p:cNvSpPr/>
            <p:nvPr/>
          </p:nvSpPr>
          <p:spPr>
            <a:xfrm>
              <a:off x="7046028" y="2246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8" name="pt23678"/>
            <p:cNvSpPr/>
            <p:nvPr/>
          </p:nvSpPr>
          <p:spPr>
            <a:xfrm>
              <a:off x="7276963" y="2013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9" name="pt23679"/>
            <p:cNvSpPr/>
            <p:nvPr/>
          </p:nvSpPr>
          <p:spPr>
            <a:xfrm>
              <a:off x="7230826" y="2180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0" name="pt23680"/>
            <p:cNvSpPr/>
            <p:nvPr/>
          </p:nvSpPr>
          <p:spPr>
            <a:xfrm>
              <a:off x="7227694" y="2079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1" name="pt23681"/>
            <p:cNvSpPr/>
            <p:nvPr/>
          </p:nvSpPr>
          <p:spPr>
            <a:xfrm>
              <a:off x="7119342" y="2186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2" name="pt23682"/>
            <p:cNvSpPr/>
            <p:nvPr/>
          </p:nvSpPr>
          <p:spPr>
            <a:xfrm>
              <a:off x="7024444" y="1761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3" name="pt23683"/>
            <p:cNvSpPr/>
            <p:nvPr/>
          </p:nvSpPr>
          <p:spPr>
            <a:xfrm>
              <a:off x="7072094" y="2281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4" name="pt23684"/>
            <p:cNvSpPr/>
            <p:nvPr/>
          </p:nvSpPr>
          <p:spPr>
            <a:xfrm>
              <a:off x="6853326" y="245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5" name="pt23685"/>
            <p:cNvSpPr/>
            <p:nvPr/>
          </p:nvSpPr>
          <p:spPr>
            <a:xfrm>
              <a:off x="7010040" y="1966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6" name="pt23686"/>
            <p:cNvSpPr/>
            <p:nvPr/>
          </p:nvSpPr>
          <p:spPr>
            <a:xfrm>
              <a:off x="7266413" y="1916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7" name="pt23687"/>
            <p:cNvSpPr/>
            <p:nvPr/>
          </p:nvSpPr>
          <p:spPr>
            <a:xfrm>
              <a:off x="6799070" y="2327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8" name="pt23688"/>
            <p:cNvSpPr/>
            <p:nvPr/>
          </p:nvSpPr>
          <p:spPr>
            <a:xfrm>
              <a:off x="7182797" y="2118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9" name="pt23689"/>
            <p:cNvSpPr/>
            <p:nvPr/>
          </p:nvSpPr>
          <p:spPr>
            <a:xfrm>
              <a:off x="7104624" y="2249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0" name="pt23690"/>
            <p:cNvSpPr/>
            <p:nvPr/>
          </p:nvSpPr>
          <p:spPr>
            <a:xfrm>
              <a:off x="6902762" y="2094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1" name="pt23691"/>
            <p:cNvSpPr/>
            <p:nvPr/>
          </p:nvSpPr>
          <p:spPr>
            <a:xfrm>
              <a:off x="7124875" y="2224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2" name="pt23692"/>
            <p:cNvSpPr/>
            <p:nvPr/>
          </p:nvSpPr>
          <p:spPr>
            <a:xfrm>
              <a:off x="7177286" y="2007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3" name="pt23693"/>
            <p:cNvSpPr/>
            <p:nvPr/>
          </p:nvSpPr>
          <p:spPr>
            <a:xfrm>
              <a:off x="7112280" y="2064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4" name="pt23694"/>
            <p:cNvSpPr/>
            <p:nvPr/>
          </p:nvSpPr>
          <p:spPr>
            <a:xfrm>
              <a:off x="7179247" y="2112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5" name="pt23695"/>
            <p:cNvSpPr/>
            <p:nvPr/>
          </p:nvSpPr>
          <p:spPr>
            <a:xfrm>
              <a:off x="7210026" y="2150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6" name="pt23696"/>
            <p:cNvSpPr/>
            <p:nvPr/>
          </p:nvSpPr>
          <p:spPr>
            <a:xfrm>
              <a:off x="7311492" y="2118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7" name="pt23697"/>
            <p:cNvSpPr/>
            <p:nvPr/>
          </p:nvSpPr>
          <p:spPr>
            <a:xfrm>
              <a:off x="7200180" y="1971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8" name="pt23698"/>
            <p:cNvSpPr/>
            <p:nvPr/>
          </p:nvSpPr>
          <p:spPr>
            <a:xfrm>
              <a:off x="7332034" y="2062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9" name="pt23699"/>
            <p:cNvSpPr/>
            <p:nvPr/>
          </p:nvSpPr>
          <p:spPr>
            <a:xfrm>
              <a:off x="7132176" y="2185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0" name="pt23700"/>
            <p:cNvSpPr/>
            <p:nvPr/>
          </p:nvSpPr>
          <p:spPr>
            <a:xfrm>
              <a:off x="7524233" y="2540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1" name="pt23701"/>
            <p:cNvSpPr/>
            <p:nvPr/>
          </p:nvSpPr>
          <p:spPr>
            <a:xfrm>
              <a:off x="6922767" y="2101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2" name="pt23702"/>
            <p:cNvSpPr/>
            <p:nvPr/>
          </p:nvSpPr>
          <p:spPr>
            <a:xfrm>
              <a:off x="7042426" y="2229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3" name="pt23703"/>
            <p:cNvSpPr/>
            <p:nvPr/>
          </p:nvSpPr>
          <p:spPr>
            <a:xfrm>
              <a:off x="7042798" y="2185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4" name="pt23704"/>
            <p:cNvSpPr/>
            <p:nvPr/>
          </p:nvSpPr>
          <p:spPr>
            <a:xfrm>
              <a:off x="7079739" y="2000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5" name="pt23705"/>
            <p:cNvSpPr/>
            <p:nvPr/>
          </p:nvSpPr>
          <p:spPr>
            <a:xfrm>
              <a:off x="7096817" y="2039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6" name="pt23706"/>
            <p:cNvSpPr/>
            <p:nvPr/>
          </p:nvSpPr>
          <p:spPr>
            <a:xfrm>
              <a:off x="7250833" y="2155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7" name="pt23707"/>
            <p:cNvSpPr/>
            <p:nvPr/>
          </p:nvSpPr>
          <p:spPr>
            <a:xfrm>
              <a:off x="7365193" y="2695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8" name="pt23708"/>
            <p:cNvSpPr/>
            <p:nvPr/>
          </p:nvSpPr>
          <p:spPr>
            <a:xfrm>
              <a:off x="6941135" y="216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9" name="pt23709"/>
            <p:cNvSpPr/>
            <p:nvPr/>
          </p:nvSpPr>
          <p:spPr>
            <a:xfrm>
              <a:off x="7039335" y="2151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0" name="pt23710"/>
            <p:cNvSpPr/>
            <p:nvPr/>
          </p:nvSpPr>
          <p:spPr>
            <a:xfrm>
              <a:off x="7101342" y="2132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1" name="pt23711"/>
            <p:cNvSpPr/>
            <p:nvPr/>
          </p:nvSpPr>
          <p:spPr>
            <a:xfrm>
              <a:off x="7342430" y="2221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2" name="pt23712"/>
            <p:cNvSpPr/>
            <p:nvPr/>
          </p:nvSpPr>
          <p:spPr>
            <a:xfrm>
              <a:off x="7301540" y="2000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3" name="pt23713"/>
            <p:cNvSpPr/>
            <p:nvPr/>
          </p:nvSpPr>
          <p:spPr>
            <a:xfrm>
              <a:off x="7231822" y="2210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4" name="pt23714"/>
            <p:cNvSpPr/>
            <p:nvPr/>
          </p:nvSpPr>
          <p:spPr>
            <a:xfrm>
              <a:off x="7204617" y="2102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5" name="pt23715"/>
            <p:cNvSpPr/>
            <p:nvPr/>
          </p:nvSpPr>
          <p:spPr>
            <a:xfrm>
              <a:off x="7203991" y="2247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6" name="pt23716"/>
            <p:cNvSpPr/>
            <p:nvPr/>
          </p:nvSpPr>
          <p:spPr>
            <a:xfrm>
              <a:off x="7171339" y="2024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7" name="pt23717"/>
            <p:cNvSpPr/>
            <p:nvPr/>
          </p:nvSpPr>
          <p:spPr>
            <a:xfrm>
              <a:off x="6942001" y="220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8" name="pt23718"/>
            <p:cNvSpPr/>
            <p:nvPr/>
          </p:nvSpPr>
          <p:spPr>
            <a:xfrm>
              <a:off x="6811054" y="2257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9" name="pt23719"/>
            <p:cNvSpPr/>
            <p:nvPr/>
          </p:nvSpPr>
          <p:spPr>
            <a:xfrm>
              <a:off x="7256348" y="2173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0" name="pt23720"/>
            <p:cNvSpPr/>
            <p:nvPr/>
          </p:nvSpPr>
          <p:spPr>
            <a:xfrm>
              <a:off x="6937499" y="1919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1" name="pt23721"/>
            <p:cNvSpPr/>
            <p:nvPr/>
          </p:nvSpPr>
          <p:spPr>
            <a:xfrm>
              <a:off x="7073936" y="2267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2" name="pt23722"/>
            <p:cNvSpPr/>
            <p:nvPr/>
          </p:nvSpPr>
          <p:spPr>
            <a:xfrm>
              <a:off x="7239820" y="1824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3" name="pt23723"/>
            <p:cNvSpPr/>
            <p:nvPr/>
          </p:nvSpPr>
          <p:spPr>
            <a:xfrm>
              <a:off x="7155553" y="2271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4" name="pt23724"/>
            <p:cNvSpPr/>
            <p:nvPr/>
          </p:nvSpPr>
          <p:spPr>
            <a:xfrm>
              <a:off x="7308977" y="2007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5" name="pt23725"/>
            <p:cNvSpPr/>
            <p:nvPr/>
          </p:nvSpPr>
          <p:spPr>
            <a:xfrm>
              <a:off x="7236444" y="2139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6" name="pt23726"/>
            <p:cNvSpPr/>
            <p:nvPr/>
          </p:nvSpPr>
          <p:spPr>
            <a:xfrm>
              <a:off x="7224204" y="2008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7" name="pt23727"/>
            <p:cNvSpPr/>
            <p:nvPr/>
          </p:nvSpPr>
          <p:spPr>
            <a:xfrm>
              <a:off x="7054169" y="2310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8" name="pt23728"/>
            <p:cNvSpPr/>
            <p:nvPr/>
          </p:nvSpPr>
          <p:spPr>
            <a:xfrm>
              <a:off x="7219198" y="216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9" name="pt23729"/>
            <p:cNvSpPr/>
            <p:nvPr/>
          </p:nvSpPr>
          <p:spPr>
            <a:xfrm>
              <a:off x="7058403" y="1667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0" name="pt23730"/>
            <p:cNvSpPr/>
            <p:nvPr/>
          </p:nvSpPr>
          <p:spPr>
            <a:xfrm>
              <a:off x="7147429" y="2080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1" name="pt23731"/>
            <p:cNvSpPr/>
            <p:nvPr/>
          </p:nvSpPr>
          <p:spPr>
            <a:xfrm>
              <a:off x="7206977" y="2111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2" name="pt23732"/>
            <p:cNvSpPr/>
            <p:nvPr/>
          </p:nvSpPr>
          <p:spPr>
            <a:xfrm>
              <a:off x="7129159" y="2107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3" name="pt23733"/>
            <p:cNvSpPr/>
            <p:nvPr/>
          </p:nvSpPr>
          <p:spPr>
            <a:xfrm>
              <a:off x="7283877" y="2120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4" name="pt23734"/>
            <p:cNvSpPr/>
            <p:nvPr/>
          </p:nvSpPr>
          <p:spPr>
            <a:xfrm>
              <a:off x="7397791" y="1915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5" name="pt23735"/>
            <p:cNvSpPr/>
            <p:nvPr/>
          </p:nvSpPr>
          <p:spPr>
            <a:xfrm>
              <a:off x="7244658" y="2158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6" name="pt23736"/>
            <p:cNvSpPr/>
            <p:nvPr/>
          </p:nvSpPr>
          <p:spPr>
            <a:xfrm>
              <a:off x="7015987" y="1775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7" name="pt23737"/>
            <p:cNvSpPr/>
            <p:nvPr/>
          </p:nvSpPr>
          <p:spPr>
            <a:xfrm>
              <a:off x="7140210" y="2201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8" name="pt23738"/>
            <p:cNvSpPr/>
            <p:nvPr/>
          </p:nvSpPr>
          <p:spPr>
            <a:xfrm>
              <a:off x="6970856" y="1900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9" name="pt23739"/>
            <p:cNvSpPr/>
            <p:nvPr/>
          </p:nvSpPr>
          <p:spPr>
            <a:xfrm>
              <a:off x="7177108" y="2072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0" name="pt23740"/>
            <p:cNvSpPr/>
            <p:nvPr/>
          </p:nvSpPr>
          <p:spPr>
            <a:xfrm>
              <a:off x="7244759" y="2240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1" name="pt23741"/>
            <p:cNvSpPr/>
            <p:nvPr/>
          </p:nvSpPr>
          <p:spPr>
            <a:xfrm>
              <a:off x="7172366" y="1971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2" name="pt23742"/>
            <p:cNvSpPr/>
            <p:nvPr/>
          </p:nvSpPr>
          <p:spPr>
            <a:xfrm>
              <a:off x="7122355" y="2149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3" name="pt23743"/>
            <p:cNvSpPr/>
            <p:nvPr/>
          </p:nvSpPr>
          <p:spPr>
            <a:xfrm>
              <a:off x="6771545" y="2736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4" name="pt23744"/>
            <p:cNvSpPr/>
            <p:nvPr/>
          </p:nvSpPr>
          <p:spPr>
            <a:xfrm>
              <a:off x="7266593" y="2017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5" name="pt23745"/>
            <p:cNvSpPr/>
            <p:nvPr/>
          </p:nvSpPr>
          <p:spPr>
            <a:xfrm>
              <a:off x="7275086" y="2095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6" name="pt23746"/>
            <p:cNvSpPr/>
            <p:nvPr/>
          </p:nvSpPr>
          <p:spPr>
            <a:xfrm>
              <a:off x="7081028" y="2105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7" name="pt23747"/>
            <p:cNvSpPr/>
            <p:nvPr/>
          </p:nvSpPr>
          <p:spPr>
            <a:xfrm>
              <a:off x="6679646" y="199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8" name="pt23748"/>
            <p:cNvSpPr/>
            <p:nvPr/>
          </p:nvSpPr>
          <p:spPr>
            <a:xfrm>
              <a:off x="7213082" y="2199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9" name="pt23749"/>
            <p:cNvSpPr/>
            <p:nvPr/>
          </p:nvSpPr>
          <p:spPr>
            <a:xfrm>
              <a:off x="7395959" y="2062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0" name="pt23750"/>
            <p:cNvSpPr/>
            <p:nvPr/>
          </p:nvSpPr>
          <p:spPr>
            <a:xfrm>
              <a:off x="6992539" y="1990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1" name="pt23751"/>
            <p:cNvSpPr/>
            <p:nvPr/>
          </p:nvSpPr>
          <p:spPr>
            <a:xfrm>
              <a:off x="7165043" y="2113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2" name="pt23752"/>
            <p:cNvSpPr/>
            <p:nvPr/>
          </p:nvSpPr>
          <p:spPr>
            <a:xfrm>
              <a:off x="7003411" y="2091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3" name="pt23753"/>
            <p:cNvSpPr/>
            <p:nvPr/>
          </p:nvSpPr>
          <p:spPr>
            <a:xfrm>
              <a:off x="7240477" y="1851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4" name="pt23754"/>
            <p:cNvSpPr/>
            <p:nvPr/>
          </p:nvSpPr>
          <p:spPr>
            <a:xfrm>
              <a:off x="7256338" y="2171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5" name="pt23755"/>
            <p:cNvSpPr/>
            <p:nvPr/>
          </p:nvSpPr>
          <p:spPr>
            <a:xfrm>
              <a:off x="7004981" y="2082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6" name="pt23756"/>
            <p:cNvSpPr/>
            <p:nvPr/>
          </p:nvSpPr>
          <p:spPr>
            <a:xfrm>
              <a:off x="7190060" y="2043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7" name="pt23757"/>
            <p:cNvSpPr/>
            <p:nvPr/>
          </p:nvSpPr>
          <p:spPr>
            <a:xfrm>
              <a:off x="7097124" y="2195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8" name="pt23758"/>
            <p:cNvSpPr/>
            <p:nvPr/>
          </p:nvSpPr>
          <p:spPr>
            <a:xfrm>
              <a:off x="7239447" y="1979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9" name="pt23759"/>
            <p:cNvSpPr/>
            <p:nvPr/>
          </p:nvSpPr>
          <p:spPr>
            <a:xfrm>
              <a:off x="7140138" y="2140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0" name="pt23760"/>
            <p:cNvSpPr/>
            <p:nvPr/>
          </p:nvSpPr>
          <p:spPr>
            <a:xfrm>
              <a:off x="7137649" y="2160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1" name="pt23761"/>
            <p:cNvSpPr/>
            <p:nvPr/>
          </p:nvSpPr>
          <p:spPr>
            <a:xfrm>
              <a:off x="7027597" y="1750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2" name="pt23762"/>
            <p:cNvSpPr/>
            <p:nvPr/>
          </p:nvSpPr>
          <p:spPr>
            <a:xfrm>
              <a:off x="6993604" y="2036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3" name="pt23763"/>
            <p:cNvSpPr/>
            <p:nvPr/>
          </p:nvSpPr>
          <p:spPr>
            <a:xfrm>
              <a:off x="7150029" y="2386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4" name="pt23764"/>
            <p:cNvSpPr/>
            <p:nvPr/>
          </p:nvSpPr>
          <p:spPr>
            <a:xfrm>
              <a:off x="7114413" y="2057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5" name="pt23765"/>
            <p:cNvSpPr/>
            <p:nvPr/>
          </p:nvSpPr>
          <p:spPr>
            <a:xfrm>
              <a:off x="7177355" y="2110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6" name="pt23766"/>
            <p:cNvSpPr/>
            <p:nvPr/>
          </p:nvSpPr>
          <p:spPr>
            <a:xfrm>
              <a:off x="7487023" y="2627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7" name="pt23767"/>
            <p:cNvSpPr/>
            <p:nvPr/>
          </p:nvSpPr>
          <p:spPr>
            <a:xfrm>
              <a:off x="7182455" y="2147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8" name="pt23768"/>
            <p:cNvSpPr/>
            <p:nvPr/>
          </p:nvSpPr>
          <p:spPr>
            <a:xfrm>
              <a:off x="7119864" y="2149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9" name="pt23769"/>
            <p:cNvSpPr/>
            <p:nvPr/>
          </p:nvSpPr>
          <p:spPr>
            <a:xfrm>
              <a:off x="7155507" y="235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0" name="pt23770"/>
            <p:cNvSpPr/>
            <p:nvPr/>
          </p:nvSpPr>
          <p:spPr>
            <a:xfrm>
              <a:off x="7373042" y="2477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1" name="pt23771"/>
            <p:cNvSpPr/>
            <p:nvPr/>
          </p:nvSpPr>
          <p:spPr>
            <a:xfrm>
              <a:off x="7299705" y="1872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2" name="pt23772"/>
            <p:cNvSpPr/>
            <p:nvPr/>
          </p:nvSpPr>
          <p:spPr>
            <a:xfrm>
              <a:off x="7165641" y="2111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3" name="pt23773"/>
            <p:cNvSpPr/>
            <p:nvPr/>
          </p:nvSpPr>
          <p:spPr>
            <a:xfrm>
              <a:off x="6941049" y="2231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4" name="pt23774"/>
            <p:cNvSpPr/>
            <p:nvPr/>
          </p:nvSpPr>
          <p:spPr>
            <a:xfrm>
              <a:off x="6904823" y="1977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5" name="pt23775"/>
            <p:cNvSpPr/>
            <p:nvPr/>
          </p:nvSpPr>
          <p:spPr>
            <a:xfrm>
              <a:off x="7165027" y="2044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6" name="pt23776"/>
            <p:cNvSpPr/>
            <p:nvPr/>
          </p:nvSpPr>
          <p:spPr>
            <a:xfrm>
              <a:off x="7259245" y="2078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7" name="pt23777"/>
            <p:cNvSpPr/>
            <p:nvPr/>
          </p:nvSpPr>
          <p:spPr>
            <a:xfrm>
              <a:off x="7269103" y="2098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8" name="pt23778"/>
            <p:cNvSpPr/>
            <p:nvPr/>
          </p:nvSpPr>
          <p:spPr>
            <a:xfrm>
              <a:off x="7139340" y="2162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9" name="pt23779"/>
            <p:cNvSpPr/>
            <p:nvPr/>
          </p:nvSpPr>
          <p:spPr>
            <a:xfrm>
              <a:off x="7507537" y="2265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0" name="pt23780"/>
            <p:cNvSpPr/>
            <p:nvPr/>
          </p:nvSpPr>
          <p:spPr>
            <a:xfrm>
              <a:off x="7152870" y="2380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1" name="pt23781"/>
            <p:cNvSpPr/>
            <p:nvPr/>
          </p:nvSpPr>
          <p:spPr>
            <a:xfrm>
              <a:off x="7042857" y="2220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2" name="pt23782"/>
            <p:cNvSpPr/>
            <p:nvPr/>
          </p:nvSpPr>
          <p:spPr>
            <a:xfrm>
              <a:off x="7209441" y="2350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3" name="pt23783"/>
            <p:cNvSpPr/>
            <p:nvPr/>
          </p:nvSpPr>
          <p:spPr>
            <a:xfrm>
              <a:off x="7247919" y="2085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4" name="pt23784"/>
            <p:cNvSpPr/>
            <p:nvPr/>
          </p:nvSpPr>
          <p:spPr>
            <a:xfrm>
              <a:off x="7231627" y="2281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5" name="pt23785"/>
            <p:cNvSpPr/>
            <p:nvPr/>
          </p:nvSpPr>
          <p:spPr>
            <a:xfrm>
              <a:off x="7255187" y="2081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6" name="pt23786"/>
            <p:cNvSpPr/>
            <p:nvPr/>
          </p:nvSpPr>
          <p:spPr>
            <a:xfrm>
              <a:off x="7246387" y="2217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7" name="pt23787"/>
            <p:cNvSpPr/>
            <p:nvPr/>
          </p:nvSpPr>
          <p:spPr>
            <a:xfrm>
              <a:off x="7102315" y="2139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8" name="pt23788"/>
            <p:cNvSpPr/>
            <p:nvPr/>
          </p:nvSpPr>
          <p:spPr>
            <a:xfrm>
              <a:off x="7034046" y="2095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9" name="pt23789"/>
            <p:cNvSpPr/>
            <p:nvPr/>
          </p:nvSpPr>
          <p:spPr>
            <a:xfrm>
              <a:off x="6896841" y="2010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0" name="pt23790"/>
            <p:cNvSpPr/>
            <p:nvPr/>
          </p:nvSpPr>
          <p:spPr>
            <a:xfrm>
              <a:off x="6924874" y="2128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1" name="pt23791"/>
            <p:cNvSpPr/>
            <p:nvPr/>
          </p:nvSpPr>
          <p:spPr>
            <a:xfrm>
              <a:off x="7117873" y="2140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2" name="pt23792"/>
            <p:cNvSpPr/>
            <p:nvPr/>
          </p:nvSpPr>
          <p:spPr>
            <a:xfrm>
              <a:off x="7319021" y="1921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3" name="pt23793"/>
            <p:cNvSpPr/>
            <p:nvPr/>
          </p:nvSpPr>
          <p:spPr>
            <a:xfrm>
              <a:off x="7102381" y="2160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4" name="pt23794"/>
            <p:cNvSpPr/>
            <p:nvPr/>
          </p:nvSpPr>
          <p:spPr>
            <a:xfrm>
              <a:off x="7056142" y="2226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5" name="pt23795"/>
            <p:cNvSpPr/>
            <p:nvPr/>
          </p:nvSpPr>
          <p:spPr>
            <a:xfrm>
              <a:off x="7072535" y="224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6" name="pt23796"/>
            <p:cNvSpPr/>
            <p:nvPr/>
          </p:nvSpPr>
          <p:spPr>
            <a:xfrm>
              <a:off x="7110149" y="2172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7" name="pt23797"/>
            <p:cNvSpPr/>
            <p:nvPr/>
          </p:nvSpPr>
          <p:spPr>
            <a:xfrm>
              <a:off x="7183192" y="2133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8" name="pt23798"/>
            <p:cNvSpPr/>
            <p:nvPr/>
          </p:nvSpPr>
          <p:spPr>
            <a:xfrm>
              <a:off x="6947611" y="2131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9" name="pt23799"/>
            <p:cNvSpPr/>
            <p:nvPr/>
          </p:nvSpPr>
          <p:spPr>
            <a:xfrm>
              <a:off x="7088046" y="2192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0" name="pt23800"/>
            <p:cNvSpPr/>
            <p:nvPr/>
          </p:nvSpPr>
          <p:spPr>
            <a:xfrm>
              <a:off x="7125942" y="2086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1" name="pt23801"/>
            <p:cNvSpPr/>
            <p:nvPr/>
          </p:nvSpPr>
          <p:spPr>
            <a:xfrm>
              <a:off x="7292212" y="1993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2" name="pt23802"/>
            <p:cNvSpPr/>
            <p:nvPr/>
          </p:nvSpPr>
          <p:spPr>
            <a:xfrm>
              <a:off x="7206591" y="2191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3" name="pt23803"/>
            <p:cNvSpPr/>
            <p:nvPr/>
          </p:nvSpPr>
          <p:spPr>
            <a:xfrm>
              <a:off x="7213863" y="2146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4" name="pt23804"/>
            <p:cNvSpPr/>
            <p:nvPr/>
          </p:nvSpPr>
          <p:spPr>
            <a:xfrm>
              <a:off x="7130147" y="2101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5" name="pt23805"/>
            <p:cNvSpPr/>
            <p:nvPr/>
          </p:nvSpPr>
          <p:spPr>
            <a:xfrm>
              <a:off x="7405128" y="2466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6" name="pt23806"/>
            <p:cNvSpPr/>
            <p:nvPr/>
          </p:nvSpPr>
          <p:spPr>
            <a:xfrm>
              <a:off x="7253090" y="210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7" name="pt23807"/>
            <p:cNvSpPr/>
            <p:nvPr/>
          </p:nvSpPr>
          <p:spPr>
            <a:xfrm>
              <a:off x="7353000" y="1875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8" name="pt23808"/>
            <p:cNvSpPr/>
            <p:nvPr/>
          </p:nvSpPr>
          <p:spPr>
            <a:xfrm>
              <a:off x="6797088" y="2440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9" name="pt23809"/>
            <p:cNvSpPr/>
            <p:nvPr/>
          </p:nvSpPr>
          <p:spPr>
            <a:xfrm>
              <a:off x="7134755" y="2170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0" name="pt23810"/>
            <p:cNvSpPr/>
            <p:nvPr/>
          </p:nvSpPr>
          <p:spPr>
            <a:xfrm>
              <a:off x="7008687" y="1999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1" name="pt23811"/>
            <p:cNvSpPr/>
            <p:nvPr/>
          </p:nvSpPr>
          <p:spPr>
            <a:xfrm>
              <a:off x="6982322" y="1971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2" name="pt23812"/>
            <p:cNvSpPr/>
            <p:nvPr/>
          </p:nvSpPr>
          <p:spPr>
            <a:xfrm>
              <a:off x="7027080" y="1882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3" name="pt23813"/>
            <p:cNvSpPr/>
            <p:nvPr/>
          </p:nvSpPr>
          <p:spPr>
            <a:xfrm>
              <a:off x="6992072" y="1935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4" name="pt23814"/>
            <p:cNvSpPr/>
            <p:nvPr/>
          </p:nvSpPr>
          <p:spPr>
            <a:xfrm>
              <a:off x="6852644" y="2281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5" name="pt23815"/>
            <p:cNvSpPr/>
            <p:nvPr/>
          </p:nvSpPr>
          <p:spPr>
            <a:xfrm>
              <a:off x="7253391" y="2208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6" name="pt23816"/>
            <p:cNvSpPr/>
            <p:nvPr/>
          </p:nvSpPr>
          <p:spPr>
            <a:xfrm>
              <a:off x="7113644" y="2204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7" name="pt23817"/>
            <p:cNvSpPr/>
            <p:nvPr/>
          </p:nvSpPr>
          <p:spPr>
            <a:xfrm>
              <a:off x="6827872" y="2060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8" name="pt23818"/>
            <p:cNvSpPr/>
            <p:nvPr/>
          </p:nvSpPr>
          <p:spPr>
            <a:xfrm>
              <a:off x="6769034" y="2711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9" name="pt23819"/>
            <p:cNvSpPr/>
            <p:nvPr/>
          </p:nvSpPr>
          <p:spPr>
            <a:xfrm>
              <a:off x="7366685" y="2787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0" name="pt23820"/>
            <p:cNvSpPr/>
            <p:nvPr/>
          </p:nvSpPr>
          <p:spPr>
            <a:xfrm>
              <a:off x="7282643" y="2016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1" name="pt23821"/>
            <p:cNvSpPr/>
            <p:nvPr/>
          </p:nvSpPr>
          <p:spPr>
            <a:xfrm>
              <a:off x="7116673" y="2223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2" name="pt23822"/>
            <p:cNvSpPr/>
            <p:nvPr/>
          </p:nvSpPr>
          <p:spPr>
            <a:xfrm>
              <a:off x="7478174" y="2319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3" name="pt23823"/>
            <p:cNvSpPr/>
            <p:nvPr/>
          </p:nvSpPr>
          <p:spPr>
            <a:xfrm>
              <a:off x="7123716" y="2147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4" name="pt23824"/>
            <p:cNvSpPr/>
            <p:nvPr/>
          </p:nvSpPr>
          <p:spPr>
            <a:xfrm>
              <a:off x="7090173" y="2180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5" name="pt23825"/>
            <p:cNvSpPr/>
            <p:nvPr/>
          </p:nvSpPr>
          <p:spPr>
            <a:xfrm>
              <a:off x="7284914" y="1996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6" name="pt23826"/>
            <p:cNvSpPr/>
            <p:nvPr/>
          </p:nvSpPr>
          <p:spPr>
            <a:xfrm>
              <a:off x="6928283" y="2135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7" name="pt23827"/>
            <p:cNvSpPr/>
            <p:nvPr/>
          </p:nvSpPr>
          <p:spPr>
            <a:xfrm>
              <a:off x="7114163" y="2141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8" name="pt23828"/>
            <p:cNvSpPr/>
            <p:nvPr/>
          </p:nvSpPr>
          <p:spPr>
            <a:xfrm>
              <a:off x="7272778" y="1904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9" name="pt23829"/>
            <p:cNvSpPr/>
            <p:nvPr/>
          </p:nvSpPr>
          <p:spPr>
            <a:xfrm>
              <a:off x="7175398" y="2082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0" name="pt23830"/>
            <p:cNvSpPr/>
            <p:nvPr/>
          </p:nvSpPr>
          <p:spPr>
            <a:xfrm>
              <a:off x="7161746" y="2061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1" name="pt23831"/>
            <p:cNvSpPr/>
            <p:nvPr/>
          </p:nvSpPr>
          <p:spPr>
            <a:xfrm>
              <a:off x="7206427" y="2091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2" name="pt23832"/>
            <p:cNvSpPr/>
            <p:nvPr/>
          </p:nvSpPr>
          <p:spPr>
            <a:xfrm>
              <a:off x="7282840" y="2017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3" name="pt23833"/>
            <p:cNvSpPr/>
            <p:nvPr/>
          </p:nvSpPr>
          <p:spPr>
            <a:xfrm>
              <a:off x="7126947" y="2122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4" name="pt23834"/>
            <p:cNvSpPr/>
            <p:nvPr/>
          </p:nvSpPr>
          <p:spPr>
            <a:xfrm>
              <a:off x="6966232" y="1931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5" name="pt23835"/>
            <p:cNvSpPr/>
            <p:nvPr/>
          </p:nvSpPr>
          <p:spPr>
            <a:xfrm>
              <a:off x="7012972" y="1834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6" name="pt23836"/>
            <p:cNvSpPr/>
            <p:nvPr/>
          </p:nvSpPr>
          <p:spPr>
            <a:xfrm>
              <a:off x="7209005" y="2428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7" name="pt23837"/>
            <p:cNvSpPr/>
            <p:nvPr/>
          </p:nvSpPr>
          <p:spPr>
            <a:xfrm>
              <a:off x="7471289" y="2489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8" name="pt23838"/>
            <p:cNvSpPr/>
            <p:nvPr/>
          </p:nvSpPr>
          <p:spPr>
            <a:xfrm>
              <a:off x="7099227" y="2219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9" name="pt23839"/>
            <p:cNvSpPr/>
            <p:nvPr/>
          </p:nvSpPr>
          <p:spPr>
            <a:xfrm>
              <a:off x="7086223" y="214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0" name="pt23840"/>
            <p:cNvSpPr/>
            <p:nvPr/>
          </p:nvSpPr>
          <p:spPr>
            <a:xfrm>
              <a:off x="7168720" y="1994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1" name="pt23841"/>
            <p:cNvSpPr/>
            <p:nvPr/>
          </p:nvSpPr>
          <p:spPr>
            <a:xfrm>
              <a:off x="7105650" y="2174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2" name="pt23842"/>
            <p:cNvSpPr/>
            <p:nvPr/>
          </p:nvSpPr>
          <p:spPr>
            <a:xfrm>
              <a:off x="7022735" y="1981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3" name="pt23843"/>
            <p:cNvSpPr/>
            <p:nvPr/>
          </p:nvSpPr>
          <p:spPr>
            <a:xfrm>
              <a:off x="7388361" y="2085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4" name="pt23844"/>
            <p:cNvSpPr/>
            <p:nvPr/>
          </p:nvSpPr>
          <p:spPr>
            <a:xfrm>
              <a:off x="7118261" y="2085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5" name="pt23845"/>
            <p:cNvSpPr/>
            <p:nvPr/>
          </p:nvSpPr>
          <p:spPr>
            <a:xfrm>
              <a:off x="7335712" y="2003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6" name="pt23846"/>
            <p:cNvSpPr/>
            <p:nvPr/>
          </p:nvSpPr>
          <p:spPr>
            <a:xfrm>
              <a:off x="7230990" y="2243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7" name="pt23847"/>
            <p:cNvSpPr/>
            <p:nvPr/>
          </p:nvSpPr>
          <p:spPr>
            <a:xfrm>
              <a:off x="7117282" y="2176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8" name="pt23848"/>
            <p:cNvSpPr/>
            <p:nvPr/>
          </p:nvSpPr>
          <p:spPr>
            <a:xfrm>
              <a:off x="7273751" y="2061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9" name="pt23849"/>
            <p:cNvSpPr/>
            <p:nvPr/>
          </p:nvSpPr>
          <p:spPr>
            <a:xfrm>
              <a:off x="7139269" y="2124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0" name="pt23850"/>
            <p:cNvSpPr/>
            <p:nvPr/>
          </p:nvSpPr>
          <p:spPr>
            <a:xfrm>
              <a:off x="7287499" y="1728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1" name="pt23851"/>
            <p:cNvSpPr/>
            <p:nvPr/>
          </p:nvSpPr>
          <p:spPr>
            <a:xfrm>
              <a:off x="7371576" y="2760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2" name="pt23852"/>
            <p:cNvSpPr/>
            <p:nvPr/>
          </p:nvSpPr>
          <p:spPr>
            <a:xfrm>
              <a:off x="7237965" y="1790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3" name="pt23853"/>
            <p:cNvSpPr/>
            <p:nvPr/>
          </p:nvSpPr>
          <p:spPr>
            <a:xfrm>
              <a:off x="7326968" y="1946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4" name="pt23854"/>
            <p:cNvSpPr/>
            <p:nvPr/>
          </p:nvSpPr>
          <p:spPr>
            <a:xfrm>
              <a:off x="6882541" y="177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5" name="pt23855"/>
            <p:cNvSpPr/>
            <p:nvPr/>
          </p:nvSpPr>
          <p:spPr>
            <a:xfrm>
              <a:off x="6850419" y="216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6" name="pt23856"/>
            <p:cNvSpPr/>
            <p:nvPr/>
          </p:nvSpPr>
          <p:spPr>
            <a:xfrm>
              <a:off x="7187432" y="2121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7" name="pt23857"/>
            <p:cNvSpPr/>
            <p:nvPr/>
          </p:nvSpPr>
          <p:spPr>
            <a:xfrm>
              <a:off x="7145455" y="2235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8" name="pt23858"/>
            <p:cNvSpPr/>
            <p:nvPr/>
          </p:nvSpPr>
          <p:spPr>
            <a:xfrm>
              <a:off x="6963289" y="2067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9" name="pt23859"/>
            <p:cNvSpPr/>
            <p:nvPr/>
          </p:nvSpPr>
          <p:spPr>
            <a:xfrm>
              <a:off x="7089319" y="2254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0" name="pt23860"/>
            <p:cNvSpPr/>
            <p:nvPr/>
          </p:nvSpPr>
          <p:spPr>
            <a:xfrm>
              <a:off x="7260142" y="2089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1" name="pt23861"/>
            <p:cNvSpPr/>
            <p:nvPr/>
          </p:nvSpPr>
          <p:spPr>
            <a:xfrm>
              <a:off x="6854533" y="2108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2" name="pt23862"/>
            <p:cNvSpPr/>
            <p:nvPr/>
          </p:nvSpPr>
          <p:spPr>
            <a:xfrm>
              <a:off x="7052780" y="2075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3" name="pt23863"/>
            <p:cNvSpPr/>
            <p:nvPr/>
          </p:nvSpPr>
          <p:spPr>
            <a:xfrm>
              <a:off x="7121856" y="2150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4" name="pt23864"/>
            <p:cNvSpPr/>
            <p:nvPr/>
          </p:nvSpPr>
          <p:spPr>
            <a:xfrm>
              <a:off x="7272432" y="1982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5" name="pt23865"/>
            <p:cNvSpPr/>
            <p:nvPr/>
          </p:nvSpPr>
          <p:spPr>
            <a:xfrm>
              <a:off x="7281033" y="2063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6" name="pt23866"/>
            <p:cNvSpPr/>
            <p:nvPr/>
          </p:nvSpPr>
          <p:spPr>
            <a:xfrm>
              <a:off x="7079500" y="2128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7" name="pt23867"/>
            <p:cNvSpPr/>
            <p:nvPr/>
          </p:nvSpPr>
          <p:spPr>
            <a:xfrm>
              <a:off x="7223251" y="2288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8" name="pt23868"/>
            <p:cNvSpPr/>
            <p:nvPr/>
          </p:nvSpPr>
          <p:spPr>
            <a:xfrm>
              <a:off x="7168906" y="2027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9" name="pt23869"/>
            <p:cNvSpPr/>
            <p:nvPr/>
          </p:nvSpPr>
          <p:spPr>
            <a:xfrm>
              <a:off x="7346652" y="2084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0" name="pt23870"/>
            <p:cNvSpPr/>
            <p:nvPr/>
          </p:nvSpPr>
          <p:spPr>
            <a:xfrm>
              <a:off x="7067859" y="2125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1" name="pt23871"/>
            <p:cNvSpPr/>
            <p:nvPr/>
          </p:nvSpPr>
          <p:spPr>
            <a:xfrm>
              <a:off x="7089102" y="2216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2" name="pt23872"/>
            <p:cNvSpPr/>
            <p:nvPr/>
          </p:nvSpPr>
          <p:spPr>
            <a:xfrm>
              <a:off x="7348220" y="2112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3" name="pt23873"/>
            <p:cNvSpPr/>
            <p:nvPr/>
          </p:nvSpPr>
          <p:spPr>
            <a:xfrm>
              <a:off x="7219503" y="2261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4" name="pt23874"/>
            <p:cNvSpPr/>
            <p:nvPr/>
          </p:nvSpPr>
          <p:spPr>
            <a:xfrm>
              <a:off x="7319911" y="1994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5" name="pt23875"/>
            <p:cNvSpPr/>
            <p:nvPr/>
          </p:nvSpPr>
          <p:spPr>
            <a:xfrm>
              <a:off x="7123385" y="2147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6" name="pt23876"/>
            <p:cNvSpPr/>
            <p:nvPr/>
          </p:nvSpPr>
          <p:spPr>
            <a:xfrm>
              <a:off x="7223236" y="204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7" name="pt23877"/>
            <p:cNvSpPr/>
            <p:nvPr/>
          </p:nvSpPr>
          <p:spPr>
            <a:xfrm>
              <a:off x="7420870" y="212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8" name="pt23878"/>
            <p:cNvSpPr/>
            <p:nvPr/>
          </p:nvSpPr>
          <p:spPr>
            <a:xfrm>
              <a:off x="7136919" y="2147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9" name="pt23879"/>
            <p:cNvSpPr/>
            <p:nvPr/>
          </p:nvSpPr>
          <p:spPr>
            <a:xfrm>
              <a:off x="6913975" y="2171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0" name="pt23880"/>
            <p:cNvSpPr/>
            <p:nvPr/>
          </p:nvSpPr>
          <p:spPr>
            <a:xfrm>
              <a:off x="7190194" y="2008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1" name="pt23881"/>
            <p:cNvSpPr/>
            <p:nvPr/>
          </p:nvSpPr>
          <p:spPr>
            <a:xfrm>
              <a:off x="7079961" y="2058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2" name="pt23882"/>
            <p:cNvSpPr/>
            <p:nvPr/>
          </p:nvSpPr>
          <p:spPr>
            <a:xfrm>
              <a:off x="7036765" y="2186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3" name="pt23883"/>
            <p:cNvSpPr/>
            <p:nvPr/>
          </p:nvSpPr>
          <p:spPr>
            <a:xfrm>
              <a:off x="7076724" y="2119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4" name="pt23884"/>
            <p:cNvSpPr/>
            <p:nvPr/>
          </p:nvSpPr>
          <p:spPr>
            <a:xfrm>
              <a:off x="7114373" y="2116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5" name="pt23885"/>
            <p:cNvSpPr/>
            <p:nvPr/>
          </p:nvSpPr>
          <p:spPr>
            <a:xfrm>
              <a:off x="6758757" y="2133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6" name="pt23886"/>
            <p:cNvSpPr/>
            <p:nvPr/>
          </p:nvSpPr>
          <p:spPr>
            <a:xfrm>
              <a:off x="7017600" y="2158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7" name="pt23887"/>
            <p:cNvSpPr/>
            <p:nvPr/>
          </p:nvSpPr>
          <p:spPr>
            <a:xfrm>
              <a:off x="7103435" y="2202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8" name="pt23888"/>
            <p:cNvSpPr/>
            <p:nvPr/>
          </p:nvSpPr>
          <p:spPr>
            <a:xfrm>
              <a:off x="7169463" y="2027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9" name="pt23889"/>
            <p:cNvSpPr/>
            <p:nvPr/>
          </p:nvSpPr>
          <p:spPr>
            <a:xfrm>
              <a:off x="7087476" y="2232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0" name="pt23890"/>
            <p:cNvSpPr/>
            <p:nvPr/>
          </p:nvSpPr>
          <p:spPr>
            <a:xfrm>
              <a:off x="7186411" y="2168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1" name="pt23891"/>
            <p:cNvSpPr/>
            <p:nvPr/>
          </p:nvSpPr>
          <p:spPr>
            <a:xfrm>
              <a:off x="7040695" y="2224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2" name="pt23892"/>
            <p:cNvSpPr/>
            <p:nvPr/>
          </p:nvSpPr>
          <p:spPr>
            <a:xfrm>
              <a:off x="7069089" y="2209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3" name="pt23893"/>
            <p:cNvSpPr/>
            <p:nvPr/>
          </p:nvSpPr>
          <p:spPr>
            <a:xfrm>
              <a:off x="7168253" y="2083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4" name="pt23894"/>
            <p:cNvSpPr/>
            <p:nvPr/>
          </p:nvSpPr>
          <p:spPr>
            <a:xfrm>
              <a:off x="6770912" y="2482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5" name="pt23895"/>
            <p:cNvSpPr/>
            <p:nvPr/>
          </p:nvSpPr>
          <p:spPr>
            <a:xfrm>
              <a:off x="7070796" y="2077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6" name="pt23896"/>
            <p:cNvSpPr/>
            <p:nvPr/>
          </p:nvSpPr>
          <p:spPr>
            <a:xfrm>
              <a:off x="7013984" y="1777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7" name="pt23897"/>
            <p:cNvSpPr/>
            <p:nvPr/>
          </p:nvSpPr>
          <p:spPr>
            <a:xfrm>
              <a:off x="7124093" y="2198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8" name="pt23898"/>
            <p:cNvSpPr/>
            <p:nvPr/>
          </p:nvSpPr>
          <p:spPr>
            <a:xfrm>
              <a:off x="7363276" y="2464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9" name="pt23899"/>
            <p:cNvSpPr/>
            <p:nvPr/>
          </p:nvSpPr>
          <p:spPr>
            <a:xfrm>
              <a:off x="7038313" y="2245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0" name="pt23900"/>
            <p:cNvSpPr/>
            <p:nvPr/>
          </p:nvSpPr>
          <p:spPr>
            <a:xfrm>
              <a:off x="6976336" y="1947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1" name="pt23901"/>
            <p:cNvSpPr/>
            <p:nvPr/>
          </p:nvSpPr>
          <p:spPr>
            <a:xfrm>
              <a:off x="7036350" y="2213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2" name="pt23902"/>
            <p:cNvSpPr/>
            <p:nvPr/>
          </p:nvSpPr>
          <p:spPr>
            <a:xfrm>
              <a:off x="7045962" y="2230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3" name="pt23903"/>
            <p:cNvSpPr/>
            <p:nvPr/>
          </p:nvSpPr>
          <p:spPr>
            <a:xfrm>
              <a:off x="6845623" y="2184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4" name="pt23904"/>
            <p:cNvSpPr/>
            <p:nvPr/>
          </p:nvSpPr>
          <p:spPr>
            <a:xfrm>
              <a:off x="7088805" y="220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5" name="pt23905"/>
            <p:cNvSpPr/>
            <p:nvPr/>
          </p:nvSpPr>
          <p:spPr>
            <a:xfrm>
              <a:off x="7007285" y="2041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6" name="pt23906"/>
            <p:cNvSpPr/>
            <p:nvPr/>
          </p:nvSpPr>
          <p:spPr>
            <a:xfrm>
              <a:off x="7004414" y="2140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7" name="pt23907"/>
            <p:cNvSpPr/>
            <p:nvPr/>
          </p:nvSpPr>
          <p:spPr>
            <a:xfrm>
              <a:off x="7305356" y="1966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8" name="pt23908"/>
            <p:cNvSpPr/>
            <p:nvPr/>
          </p:nvSpPr>
          <p:spPr>
            <a:xfrm>
              <a:off x="7117253" y="2112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9" name="pt23909"/>
            <p:cNvSpPr/>
            <p:nvPr/>
          </p:nvSpPr>
          <p:spPr>
            <a:xfrm>
              <a:off x="7067637" y="2122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0" name="pt23910"/>
            <p:cNvSpPr/>
            <p:nvPr/>
          </p:nvSpPr>
          <p:spPr>
            <a:xfrm>
              <a:off x="6952610" y="216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1" name="pt23911"/>
            <p:cNvSpPr/>
            <p:nvPr/>
          </p:nvSpPr>
          <p:spPr>
            <a:xfrm>
              <a:off x="6766307" y="2485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2" name="pt23912"/>
            <p:cNvSpPr/>
            <p:nvPr/>
          </p:nvSpPr>
          <p:spPr>
            <a:xfrm>
              <a:off x="7332164" y="1899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3" name="pt23913"/>
            <p:cNvSpPr/>
            <p:nvPr/>
          </p:nvSpPr>
          <p:spPr>
            <a:xfrm>
              <a:off x="7282694" y="2010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4" name="pt23914"/>
            <p:cNvSpPr/>
            <p:nvPr/>
          </p:nvSpPr>
          <p:spPr>
            <a:xfrm>
              <a:off x="7279097" y="2060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5" name="pt23915"/>
            <p:cNvSpPr/>
            <p:nvPr/>
          </p:nvSpPr>
          <p:spPr>
            <a:xfrm>
              <a:off x="7179387" y="2053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6" name="pt23916"/>
            <p:cNvSpPr/>
            <p:nvPr/>
          </p:nvSpPr>
          <p:spPr>
            <a:xfrm>
              <a:off x="7114791" y="2015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7" name="pt23917"/>
            <p:cNvSpPr/>
            <p:nvPr/>
          </p:nvSpPr>
          <p:spPr>
            <a:xfrm>
              <a:off x="6883514" y="2130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8" name="pt23918"/>
            <p:cNvSpPr/>
            <p:nvPr/>
          </p:nvSpPr>
          <p:spPr>
            <a:xfrm>
              <a:off x="7161717" y="2090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9" name="pt23919"/>
            <p:cNvSpPr/>
            <p:nvPr/>
          </p:nvSpPr>
          <p:spPr>
            <a:xfrm>
              <a:off x="7305881" y="1961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0" name="pt23920"/>
            <p:cNvSpPr/>
            <p:nvPr/>
          </p:nvSpPr>
          <p:spPr>
            <a:xfrm>
              <a:off x="7134406" y="2174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1" name="pt23921"/>
            <p:cNvSpPr/>
            <p:nvPr/>
          </p:nvSpPr>
          <p:spPr>
            <a:xfrm>
              <a:off x="7152004" y="2109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2" name="pt23922"/>
            <p:cNvSpPr/>
            <p:nvPr/>
          </p:nvSpPr>
          <p:spPr>
            <a:xfrm>
              <a:off x="7232669" y="2116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3" name="pt23923"/>
            <p:cNvSpPr/>
            <p:nvPr/>
          </p:nvSpPr>
          <p:spPr>
            <a:xfrm>
              <a:off x="7159159" y="2144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4" name="pt23924"/>
            <p:cNvSpPr/>
            <p:nvPr/>
          </p:nvSpPr>
          <p:spPr>
            <a:xfrm>
              <a:off x="6978780" y="1861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5" name="pt23925"/>
            <p:cNvSpPr/>
            <p:nvPr/>
          </p:nvSpPr>
          <p:spPr>
            <a:xfrm>
              <a:off x="7115463" y="2041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6" name="pt23926"/>
            <p:cNvSpPr/>
            <p:nvPr/>
          </p:nvSpPr>
          <p:spPr>
            <a:xfrm>
              <a:off x="7229991" y="1994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7" name="pt23927"/>
            <p:cNvSpPr/>
            <p:nvPr/>
          </p:nvSpPr>
          <p:spPr>
            <a:xfrm>
              <a:off x="7261429" y="2101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8" name="pt23928"/>
            <p:cNvSpPr/>
            <p:nvPr/>
          </p:nvSpPr>
          <p:spPr>
            <a:xfrm>
              <a:off x="6866790" y="2317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9" name="pt23929"/>
            <p:cNvSpPr/>
            <p:nvPr/>
          </p:nvSpPr>
          <p:spPr>
            <a:xfrm>
              <a:off x="7065865" y="2041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0" name="pt23930"/>
            <p:cNvSpPr/>
            <p:nvPr/>
          </p:nvSpPr>
          <p:spPr>
            <a:xfrm>
              <a:off x="7112923" y="2089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1" name="pt23931"/>
            <p:cNvSpPr/>
            <p:nvPr/>
          </p:nvSpPr>
          <p:spPr>
            <a:xfrm>
              <a:off x="7459936" y="2593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2" name="pt23932"/>
            <p:cNvSpPr/>
            <p:nvPr/>
          </p:nvSpPr>
          <p:spPr>
            <a:xfrm>
              <a:off x="7178216" y="2065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3" name="pt23933"/>
            <p:cNvSpPr/>
            <p:nvPr/>
          </p:nvSpPr>
          <p:spPr>
            <a:xfrm>
              <a:off x="7188035" y="2045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4" name="pt23934"/>
            <p:cNvSpPr/>
            <p:nvPr/>
          </p:nvSpPr>
          <p:spPr>
            <a:xfrm>
              <a:off x="7269088" y="2043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5" name="pt23935"/>
            <p:cNvSpPr/>
            <p:nvPr/>
          </p:nvSpPr>
          <p:spPr>
            <a:xfrm>
              <a:off x="7128534" y="2130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6" name="pt23936"/>
            <p:cNvSpPr/>
            <p:nvPr/>
          </p:nvSpPr>
          <p:spPr>
            <a:xfrm>
              <a:off x="7049593" y="2261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7" name="pt23937"/>
            <p:cNvSpPr/>
            <p:nvPr/>
          </p:nvSpPr>
          <p:spPr>
            <a:xfrm>
              <a:off x="7197870" y="1996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8" name="pt23938"/>
            <p:cNvSpPr/>
            <p:nvPr/>
          </p:nvSpPr>
          <p:spPr>
            <a:xfrm>
              <a:off x="7091972" y="2177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9" name="pt23939"/>
            <p:cNvSpPr/>
            <p:nvPr/>
          </p:nvSpPr>
          <p:spPr>
            <a:xfrm>
              <a:off x="6753711" y="203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0" name="pt23940"/>
            <p:cNvSpPr/>
            <p:nvPr/>
          </p:nvSpPr>
          <p:spPr>
            <a:xfrm>
              <a:off x="6967603" y="2058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1" name="pt23941"/>
            <p:cNvSpPr/>
            <p:nvPr/>
          </p:nvSpPr>
          <p:spPr>
            <a:xfrm>
              <a:off x="7277033" y="2033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2" name="pt23942"/>
            <p:cNvSpPr/>
            <p:nvPr/>
          </p:nvSpPr>
          <p:spPr>
            <a:xfrm>
              <a:off x="7093280" y="2220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3" name="pt23943"/>
            <p:cNvSpPr/>
            <p:nvPr/>
          </p:nvSpPr>
          <p:spPr>
            <a:xfrm>
              <a:off x="7083733" y="2132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4" name="pt23944"/>
            <p:cNvSpPr/>
            <p:nvPr/>
          </p:nvSpPr>
          <p:spPr>
            <a:xfrm>
              <a:off x="7429473" y="2430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5" name="pt23945"/>
            <p:cNvSpPr/>
            <p:nvPr/>
          </p:nvSpPr>
          <p:spPr>
            <a:xfrm>
              <a:off x="7346992" y="2123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6" name="pt23946"/>
            <p:cNvSpPr/>
            <p:nvPr/>
          </p:nvSpPr>
          <p:spPr>
            <a:xfrm>
              <a:off x="7139108" y="2262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7" name="pt23947"/>
            <p:cNvSpPr/>
            <p:nvPr/>
          </p:nvSpPr>
          <p:spPr>
            <a:xfrm>
              <a:off x="7302517" y="1936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8" name="pt23948"/>
            <p:cNvSpPr/>
            <p:nvPr/>
          </p:nvSpPr>
          <p:spPr>
            <a:xfrm>
              <a:off x="7197895" y="2117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9" name="pt23949"/>
            <p:cNvSpPr/>
            <p:nvPr/>
          </p:nvSpPr>
          <p:spPr>
            <a:xfrm>
              <a:off x="7101147" y="2220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0" name="pt23950"/>
            <p:cNvSpPr/>
            <p:nvPr/>
          </p:nvSpPr>
          <p:spPr>
            <a:xfrm>
              <a:off x="7232542" y="2080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1" name="pt23951"/>
            <p:cNvSpPr/>
            <p:nvPr/>
          </p:nvSpPr>
          <p:spPr>
            <a:xfrm>
              <a:off x="6823382" y="1848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2" name="pt23952"/>
            <p:cNvSpPr/>
            <p:nvPr/>
          </p:nvSpPr>
          <p:spPr>
            <a:xfrm>
              <a:off x="7340687" y="2192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3" name="pt23953"/>
            <p:cNvSpPr/>
            <p:nvPr/>
          </p:nvSpPr>
          <p:spPr>
            <a:xfrm>
              <a:off x="7212877" y="2269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4" name="pt23954"/>
            <p:cNvSpPr/>
            <p:nvPr/>
          </p:nvSpPr>
          <p:spPr>
            <a:xfrm>
              <a:off x="7099391" y="2223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5" name="pt23955"/>
            <p:cNvSpPr/>
            <p:nvPr/>
          </p:nvSpPr>
          <p:spPr>
            <a:xfrm>
              <a:off x="7253864" y="2051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6" name="pt23956"/>
            <p:cNvSpPr/>
            <p:nvPr/>
          </p:nvSpPr>
          <p:spPr>
            <a:xfrm>
              <a:off x="6972815" y="2010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7" name="pt23957"/>
            <p:cNvSpPr/>
            <p:nvPr/>
          </p:nvSpPr>
          <p:spPr>
            <a:xfrm>
              <a:off x="7140932" y="2199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8" name="pt23958"/>
            <p:cNvSpPr/>
            <p:nvPr/>
          </p:nvSpPr>
          <p:spPr>
            <a:xfrm>
              <a:off x="7151268" y="2305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9" name="pt23959"/>
            <p:cNvSpPr/>
            <p:nvPr/>
          </p:nvSpPr>
          <p:spPr>
            <a:xfrm>
              <a:off x="7390981" y="2196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0" name="pt23960"/>
            <p:cNvSpPr/>
            <p:nvPr/>
          </p:nvSpPr>
          <p:spPr>
            <a:xfrm>
              <a:off x="7043676" y="2192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1" name="pt23961"/>
            <p:cNvSpPr/>
            <p:nvPr/>
          </p:nvSpPr>
          <p:spPr>
            <a:xfrm>
              <a:off x="7163861" y="2110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2" name="pt23962"/>
            <p:cNvSpPr/>
            <p:nvPr/>
          </p:nvSpPr>
          <p:spPr>
            <a:xfrm>
              <a:off x="7042144" y="2220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3" name="pt23963"/>
            <p:cNvSpPr/>
            <p:nvPr/>
          </p:nvSpPr>
          <p:spPr>
            <a:xfrm>
              <a:off x="7065022" y="1773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4" name="pt23964"/>
            <p:cNvSpPr/>
            <p:nvPr/>
          </p:nvSpPr>
          <p:spPr>
            <a:xfrm>
              <a:off x="7203225" y="2137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5" name="pt23965"/>
            <p:cNvSpPr/>
            <p:nvPr/>
          </p:nvSpPr>
          <p:spPr>
            <a:xfrm>
              <a:off x="6990967" y="1929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6" name="pt23966"/>
            <p:cNvSpPr/>
            <p:nvPr/>
          </p:nvSpPr>
          <p:spPr>
            <a:xfrm>
              <a:off x="7047283" y="2074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7" name="pt23967"/>
            <p:cNvSpPr/>
            <p:nvPr/>
          </p:nvSpPr>
          <p:spPr>
            <a:xfrm>
              <a:off x="7158940" y="2093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8" name="pt23968"/>
            <p:cNvSpPr/>
            <p:nvPr/>
          </p:nvSpPr>
          <p:spPr>
            <a:xfrm>
              <a:off x="6990618" y="1907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9" name="pt23969"/>
            <p:cNvSpPr/>
            <p:nvPr/>
          </p:nvSpPr>
          <p:spPr>
            <a:xfrm>
              <a:off x="7246851" y="2197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0" name="pt23970"/>
            <p:cNvSpPr/>
            <p:nvPr/>
          </p:nvSpPr>
          <p:spPr>
            <a:xfrm>
              <a:off x="7131662" y="2035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1" name="pt23971"/>
            <p:cNvSpPr/>
            <p:nvPr/>
          </p:nvSpPr>
          <p:spPr>
            <a:xfrm>
              <a:off x="7219923" y="2315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2" name="pt23972"/>
            <p:cNvSpPr/>
            <p:nvPr/>
          </p:nvSpPr>
          <p:spPr>
            <a:xfrm>
              <a:off x="7319067" y="1946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3" name="pt23973"/>
            <p:cNvSpPr/>
            <p:nvPr/>
          </p:nvSpPr>
          <p:spPr>
            <a:xfrm>
              <a:off x="7175099" y="1970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4" name="pt23974"/>
            <p:cNvSpPr/>
            <p:nvPr/>
          </p:nvSpPr>
          <p:spPr>
            <a:xfrm>
              <a:off x="7168160" y="1963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5" name="pt23975"/>
            <p:cNvSpPr/>
            <p:nvPr/>
          </p:nvSpPr>
          <p:spPr>
            <a:xfrm>
              <a:off x="7035155" y="2056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6" name="pt23976"/>
            <p:cNvSpPr/>
            <p:nvPr/>
          </p:nvSpPr>
          <p:spPr>
            <a:xfrm>
              <a:off x="7176555" y="2017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7" name="pt23977"/>
            <p:cNvSpPr/>
            <p:nvPr/>
          </p:nvSpPr>
          <p:spPr>
            <a:xfrm>
              <a:off x="7261497" y="2150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8" name="pt23978"/>
            <p:cNvSpPr/>
            <p:nvPr/>
          </p:nvSpPr>
          <p:spPr>
            <a:xfrm>
              <a:off x="6920150" y="2231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9" name="pt23979"/>
            <p:cNvSpPr/>
            <p:nvPr/>
          </p:nvSpPr>
          <p:spPr>
            <a:xfrm>
              <a:off x="7181288" y="2111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0" name="pt23980"/>
            <p:cNvSpPr/>
            <p:nvPr/>
          </p:nvSpPr>
          <p:spPr>
            <a:xfrm>
              <a:off x="7227751" y="2005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1" name="pt23981"/>
            <p:cNvSpPr/>
            <p:nvPr/>
          </p:nvSpPr>
          <p:spPr>
            <a:xfrm>
              <a:off x="7292669" y="2044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2" name="pt23982"/>
            <p:cNvSpPr/>
            <p:nvPr/>
          </p:nvSpPr>
          <p:spPr>
            <a:xfrm>
              <a:off x="7137494" y="2234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3" name="pt23983"/>
            <p:cNvSpPr/>
            <p:nvPr/>
          </p:nvSpPr>
          <p:spPr>
            <a:xfrm>
              <a:off x="7115641" y="2231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4" name="pt23984"/>
            <p:cNvSpPr/>
            <p:nvPr/>
          </p:nvSpPr>
          <p:spPr>
            <a:xfrm>
              <a:off x="7014548" y="1892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5" name="pt23985"/>
            <p:cNvSpPr/>
            <p:nvPr/>
          </p:nvSpPr>
          <p:spPr>
            <a:xfrm>
              <a:off x="7141158" y="2366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6" name="pt23986"/>
            <p:cNvSpPr/>
            <p:nvPr/>
          </p:nvSpPr>
          <p:spPr>
            <a:xfrm>
              <a:off x="7481125" y="2605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7" name="pt23987"/>
            <p:cNvSpPr/>
            <p:nvPr/>
          </p:nvSpPr>
          <p:spPr>
            <a:xfrm>
              <a:off x="6887636" y="1718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8" name="pt23988"/>
            <p:cNvSpPr/>
            <p:nvPr/>
          </p:nvSpPr>
          <p:spPr>
            <a:xfrm>
              <a:off x="6870310" y="2184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9" name="pt23989"/>
            <p:cNvSpPr/>
            <p:nvPr/>
          </p:nvSpPr>
          <p:spPr>
            <a:xfrm>
              <a:off x="6719400" y="2278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0" name="pt23990"/>
            <p:cNvSpPr/>
            <p:nvPr/>
          </p:nvSpPr>
          <p:spPr>
            <a:xfrm>
              <a:off x="7098102" y="2234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1" name="pt23991"/>
            <p:cNvSpPr/>
            <p:nvPr/>
          </p:nvSpPr>
          <p:spPr>
            <a:xfrm>
              <a:off x="7338365" y="2160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2" name="pt23992"/>
            <p:cNvSpPr/>
            <p:nvPr/>
          </p:nvSpPr>
          <p:spPr>
            <a:xfrm>
              <a:off x="7126779" y="2097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3" name="pt23993"/>
            <p:cNvSpPr/>
            <p:nvPr/>
          </p:nvSpPr>
          <p:spPr>
            <a:xfrm>
              <a:off x="7046153" y="2382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4" name="pt23994"/>
            <p:cNvSpPr/>
            <p:nvPr/>
          </p:nvSpPr>
          <p:spPr>
            <a:xfrm>
              <a:off x="7482791" y="2223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5" name="pt23995"/>
            <p:cNvSpPr/>
            <p:nvPr/>
          </p:nvSpPr>
          <p:spPr>
            <a:xfrm>
              <a:off x="7279327" y="2072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6" name="pt23996"/>
            <p:cNvSpPr/>
            <p:nvPr/>
          </p:nvSpPr>
          <p:spPr>
            <a:xfrm>
              <a:off x="6962990" y="1985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7" name="pt23997"/>
            <p:cNvSpPr/>
            <p:nvPr/>
          </p:nvSpPr>
          <p:spPr>
            <a:xfrm>
              <a:off x="7146566" y="2316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8" name="pt23998"/>
            <p:cNvSpPr/>
            <p:nvPr/>
          </p:nvSpPr>
          <p:spPr>
            <a:xfrm>
              <a:off x="7193757" y="2062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9" name="pt23999"/>
            <p:cNvSpPr/>
            <p:nvPr/>
          </p:nvSpPr>
          <p:spPr>
            <a:xfrm>
              <a:off x="7083954" y="2116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0" name="pt24000"/>
            <p:cNvSpPr/>
            <p:nvPr/>
          </p:nvSpPr>
          <p:spPr>
            <a:xfrm>
              <a:off x="6993453" y="1984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1" name="pt24001"/>
            <p:cNvSpPr/>
            <p:nvPr/>
          </p:nvSpPr>
          <p:spPr>
            <a:xfrm>
              <a:off x="6945444" y="2122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2" name="pt24002"/>
            <p:cNvSpPr/>
            <p:nvPr/>
          </p:nvSpPr>
          <p:spPr>
            <a:xfrm>
              <a:off x="7221969" y="2225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3" name="pt24003"/>
            <p:cNvSpPr/>
            <p:nvPr/>
          </p:nvSpPr>
          <p:spPr>
            <a:xfrm>
              <a:off x="7128647" y="2184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4" name="pt24004"/>
            <p:cNvSpPr/>
            <p:nvPr/>
          </p:nvSpPr>
          <p:spPr>
            <a:xfrm>
              <a:off x="7455252" y="2667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5" name="pt24005"/>
            <p:cNvSpPr/>
            <p:nvPr/>
          </p:nvSpPr>
          <p:spPr>
            <a:xfrm>
              <a:off x="7194548" y="2028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6" name="pt24006"/>
            <p:cNvSpPr/>
            <p:nvPr/>
          </p:nvSpPr>
          <p:spPr>
            <a:xfrm>
              <a:off x="7281608" y="2014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7" name="pt24007"/>
            <p:cNvSpPr/>
            <p:nvPr/>
          </p:nvSpPr>
          <p:spPr>
            <a:xfrm>
              <a:off x="7344303" y="2033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8" name="pt24008"/>
            <p:cNvSpPr/>
            <p:nvPr/>
          </p:nvSpPr>
          <p:spPr>
            <a:xfrm>
              <a:off x="7265112" y="2063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9" name="pt24009"/>
            <p:cNvSpPr/>
            <p:nvPr/>
          </p:nvSpPr>
          <p:spPr>
            <a:xfrm>
              <a:off x="6923068" y="2223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0" name="pt24010"/>
            <p:cNvSpPr/>
            <p:nvPr/>
          </p:nvSpPr>
          <p:spPr>
            <a:xfrm>
              <a:off x="7288319" y="1911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1" name="pt24011"/>
            <p:cNvSpPr/>
            <p:nvPr/>
          </p:nvSpPr>
          <p:spPr>
            <a:xfrm>
              <a:off x="7136830" y="2163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2" name="pt24012"/>
            <p:cNvSpPr/>
            <p:nvPr/>
          </p:nvSpPr>
          <p:spPr>
            <a:xfrm>
              <a:off x="7246884" y="2201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3" name="pt24013"/>
            <p:cNvSpPr/>
            <p:nvPr/>
          </p:nvSpPr>
          <p:spPr>
            <a:xfrm>
              <a:off x="7015674" y="1952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4" name="pt24014"/>
            <p:cNvSpPr/>
            <p:nvPr/>
          </p:nvSpPr>
          <p:spPr>
            <a:xfrm>
              <a:off x="7159954" y="2107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5" name="pt24015"/>
            <p:cNvSpPr/>
            <p:nvPr/>
          </p:nvSpPr>
          <p:spPr>
            <a:xfrm>
              <a:off x="7207589" y="2350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6" name="pt24016"/>
            <p:cNvSpPr/>
            <p:nvPr/>
          </p:nvSpPr>
          <p:spPr>
            <a:xfrm>
              <a:off x="7222488" y="2012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7" name="pt24017"/>
            <p:cNvSpPr/>
            <p:nvPr/>
          </p:nvSpPr>
          <p:spPr>
            <a:xfrm>
              <a:off x="7326298" y="2062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8" name="pt24018"/>
            <p:cNvSpPr/>
            <p:nvPr/>
          </p:nvSpPr>
          <p:spPr>
            <a:xfrm>
              <a:off x="7050089" y="2243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9" name="pt24019"/>
            <p:cNvSpPr/>
            <p:nvPr/>
          </p:nvSpPr>
          <p:spPr>
            <a:xfrm>
              <a:off x="7003449" y="1922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0" name="pt24020"/>
            <p:cNvSpPr/>
            <p:nvPr/>
          </p:nvSpPr>
          <p:spPr>
            <a:xfrm>
              <a:off x="7505013" y="2270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1" name="pt24021"/>
            <p:cNvSpPr/>
            <p:nvPr/>
          </p:nvSpPr>
          <p:spPr>
            <a:xfrm>
              <a:off x="7081501" y="2010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2" name="pt24022"/>
            <p:cNvSpPr/>
            <p:nvPr/>
          </p:nvSpPr>
          <p:spPr>
            <a:xfrm>
              <a:off x="7428461" y="2669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3" name="pt24023"/>
            <p:cNvSpPr/>
            <p:nvPr/>
          </p:nvSpPr>
          <p:spPr>
            <a:xfrm>
              <a:off x="7069973" y="2022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4" name="pt24024"/>
            <p:cNvSpPr/>
            <p:nvPr/>
          </p:nvSpPr>
          <p:spPr>
            <a:xfrm>
              <a:off x="7066650" y="2122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5" name="pt24025"/>
            <p:cNvSpPr/>
            <p:nvPr/>
          </p:nvSpPr>
          <p:spPr>
            <a:xfrm>
              <a:off x="6983403" y="1978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6" name="pt24026"/>
            <p:cNvSpPr/>
            <p:nvPr/>
          </p:nvSpPr>
          <p:spPr>
            <a:xfrm>
              <a:off x="7191908" y="2044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7" name="pt24027"/>
            <p:cNvSpPr/>
            <p:nvPr/>
          </p:nvSpPr>
          <p:spPr>
            <a:xfrm>
              <a:off x="7268777" y="2073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8" name="pt24028"/>
            <p:cNvSpPr/>
            <p:nvPr/>
          </p:nvSpPr>
          <p:spPr>
            <a:xfrm>
              <a:off x="7287595" y="1689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9" name="pt24029"/>
            <p:cNvSpPr/>
            <p:nvPr/>
          </p:nvSpPr>
          <p:spPr>
            <a:xfrm>
              <a:off x="7219521" y="2090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0" name="pt24030"/>
            <p:cNvSpPr/>
            <p:nvPr/>
          </p:nvSpPr>
          <p:spPr>
            <a:xfrm>
              <a:off x="7086562" y="2192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1" name="pt24031"/>
            <p:cNvSpPr/>
            <p:nvPr/>
          </p:nvSpPr>
          <p:spPr>
            <a:xfrm>
              <a:off x="7277014" y="1999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2" name="pt24032"/>
            <p:cNvSpPr/>
            <p:nvPr/>
          </p:nvSpPr>
          <p:spPr>
            <a:xfrm>
              <a:off x="6910983" y="2170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3" name="pt24033"/>
            <p:cNvSpPr/>
            <p:nvPr/>
          </p:nvSpPr>
          <p:spPr>
            <a:xfrm>
              <a:off x="7046681" y="2165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4" name="pt24034"/>
            <p:cNvSpPr/>
            <p:nvPr/>
          </p:nvSpPr>
          <p:spPr>
            <a:xfrm>
              <a:off x="7109448" y="2126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5" name="pt24035"/>
            <p:cNvSpPr/>
            <p:nvPr/>
          </p:nvSpPr>
          <p:spPr>
            <a:xfrm>
              <a:off x="7075130" y="2236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6" name="pt24036"/>
            <p:cNvSpPr/>
            <p:nvPr/>
          </p:nvSpPr>
          <p:spPr>
            <a:xfrm>
              <a:off x="7359510" y="2462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7" name="pt24037"/>
            <p:cNvSpPr/>
            <p:nvPr/>
          </p:nvSpPr>
          <p:spPr>
            <a:xfrm>
              <a:off x="7370634" y="2373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8" name="pt24038"/>
            <p:cNvSpPr/>
            <p:nvPr/>
          </p:nvSpPr>
          <p:spPr>
            <a:xfrm>
              <a:off x="7161392" y="2094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9" name="pt24039"/>
            <p:cNvSpPr/>
            <p:nvPr/>
          </p:nvSpPr>
          <p:spPr>
            <a:xfrm>
              <a:off x="7090046" y="2281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0" name="pt24040"/>
            <p:cNvSpPr/>
            <p:nvPr/>
          </p:nvSpPr>
          <p:spPr>
            <a:xfrm>
              <a:off x="7244307" y="2220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1" name="pt24041"/>
            <p:cNvSpPr/>
            <p:nvPr/>
          </p:nvSpPr>
          <p:spPr>
            <a:xfrm>
              <a:off x="7180039" y="2152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2" name="pt24042"/>
            <p:cNvSpPr/>
            <p:nvPr/>
          </p:nvSpPr>
          <p:spPr>
            <a:xfrm>
              <a:off x="7146126" y="2188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3" name="pt24043"/>
            <p:cNvSpPr/>
            <p:nvPr/>
          </p:nvSpPr>
          <p:spPr>
            <a:xfrm>
              <a:off x="7246216" y="2226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4" name="pt24044"/>
            <p:cNvSpPr/>
            <p:nvPr/>
          </p:nvSpPr>
          <p:spPr>
            <a:xfrm>
              <a:off x="7383268" y="2154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5" name="pt24045"/>
            <p:cNvSpPr/>
            <p:nvPr/>
          </p:nvSpPr>
          <p:spPr>
            <a:xfrm>
              <a:off x="7161716" y="2044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6" name="pt24046"/>
            <p:cNvSpPr/>
            <p:nvPr/>
          </p:nvSpPr>
          <p:spPr>
            <a:xfrm>
              <a:off x="7075074" y="2241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7" name="pt24047"/>
            <p:cNvSpPr/>
            <p:nvPr/>
          </p:nvSpPr>
          <p:spPr>
            <a:xfrm>
              <a:off x="6928719" y="2078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8" name="pt24048"/>
            <p:cNvSpPr/>
            <p:nvPr/>
          </p:nvSpPr>
          <p:spPr>
            <a:xfrm>
              <a:off x="7167048" y="1971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9" name="pt24049"/>
            <p:cNvSpPr/>
            <p:nvPr/>
          </p:nvSpPr>
          <p:spPr>
            <a:xfrm>
              <a:off x="7121717" y="2124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0" name="pt24050"/>
            <p:cNvSpPr/>
            <p:nvPr/>
          </p:nvSpPr>
          <p:spPr>
            <a:xfrm>
              <a:off x="7033662" y="2064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1" name="pt24051"/>
            <p:cNvSpPr/>
            <p:nvPr/>
          </p:nvSpPr>
          <p:spPr>
            <a:xfrm>
              <a:off x="7337818" y="2126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2" name="pt24052"/>
            <p:cNvSpPr/>
            <p:nvPr/>
          </p:nvSpPr>
          <p:spPr>
            <a:xfrm>
              <a:off x="6940634" y="2049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3" name="pt24053"/>
            <p:cNvSpPr/>
            <p:nvPr/>
          </p:nvSpPr>
          <p:spPr>
            <a:xfrm>
              <a:off x="7098078" y="2215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4" name="pt24054"/>
            <p:cNvSpPr/>
            <p:nvPr/>
          </p:nvSpPr>
          <p:spPr>
            <a:xfrm>
              <a:off x="7200418" y="2047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5" name="pt24055"/>
            <p:cNvSpPr/>
            <p:nvPr/>
          </p:nvSpPr>
          <p:spPr>
            <a:xfrm>
              <a:off x="7085921" y="2078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6" name="pt24056"/>
            <p:cNvSpPr/>
            <p:nvPr/>
          </p:nvSpPr>
          <p:spPr>
            <a:xfrm>
              <a:off x="7043917" y="2310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7" name="pt24057"/>
            <p:cNvSpPr/>
            <p:nvPr/>
          </p:nvSpPr>
          <p:spPr>
            <a:xfrm>
              <a:off x="7033244" y="2134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8" name="pt24058"/>
            <p:cNvSpPr/>
            <p:nvPr/>
          </p:nvSpPr>
          <p:spPr>
            <a:xfrm>
              <a:off x="7271108" y="2068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9" name="pt24059"/>
            <p:cNvSpPr/>
            <p:nvPr/>
          </p:nvSpPr>
          <p:spPr>
            <a:xfrm>
              <a:off x="7068834" y="2114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0" name="pt24060"/>
            <p:cNvSpPr/>
            <p:nvPr/>
          </p:nvSpPr>
          <p:spPr>
            <a:xfrm>
              <a:off x="7138884" y="2053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1" name="pt24061"/>
            <p:cNvSpPr/>
            <p:nvPr/>
          </p:nvSpPr>
          <p:spPr>
            <a:xfrm>
              <a:off x="6950111" y="2204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2" name="pt24062"/>
            <p:cNvSpPr/>
            <p:nvPr/>
          </p:nvSpPr>
          <p:spPr>
            <a:xfrm>
              <a:off x="7087506" y="2203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3" name="pt24063"/>
            <p:cNvSpPr/>
            <p:nvPr/>
          </p:nvSpPr>
          <p:spPr>
            <a:xfrm>
              <a:off x="7001873" y="1984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4" name="pt24064"/>
            <p:cNvSpPr/>
            <p:nvPr/>
          </p:nvSpPr>
          <p:spPr>
            <a:xfrm>
              <a:off x="6968698" y="1973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5" name="pt24065"/>
            <p:cNvSpPr/>
            <p:nvPr/>
          </p:nvSpPr>
          <p:spPr>
            <a:xfrm>
              <a:off x="7219546" y="2085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6" name="pt24066"/>
            <p:cNvSpPr/>
            <p:nvPr/>
          </p:nvSpPr>
          <p:spPr>
            <a:xfrm>
              <a:off x="7159010" y="2205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7" name="pt24067"/>
            <p:cNvSpPr/>
            <p:nvPr/>
          </p:nvSpPr>
          <p:spPr>
            <a:xfrm>
              <a:off x="7138977" y="216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8" name="pt24068"/>
            <p:cNvSpPr/>
            <p:nvPr/>
          </p:nvSpPr>
          <p:spPr>
            <a:xfrm>
              <a:off x="7107525" y="2113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9" name="pt24069"/>
            <p:cNvSpPr/>
            <p:nvPr/>
          </p:nvSpPr>
          <p:spPr>
            <a:xfrm>
              <a:off x="7101262" y="2213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0" name="pt24070"/>
            <p:cNvSpPr/>
            <p:nvPr/>
          </p:nvSpPr>
          <p:spPr>
            <a:xfrm>
              <a:off x="7373550" y="2643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1" name="pt24071"/>
            <p:cNvSpPr/>
            <p:nvPr/>
          </p:nvSpPr>
          <p:spPr>
            <a:xfrm>
              <a:off x="7077303" y="1977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2" name="pt24072"/>
            <p:cNvSpPr/>
            <p:nvPr/>
          </p:nvSpPr>
          <p:spPr>
            <a:xfrm>
              <a:off x="7189210" y="2102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3" name="pt24073"/>
            <p:cNvSpPr/>
            <p:nvPr/>
          </p:nvSpPr>
          <p:spPr>
            <a:xfrm>
              <a:off x="7140339" y="2192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4" name="pt24074"/>
            <p:cNvSpPr/>
            <p:nvPr/>
          </p:nvSpPr>
          <p:spPr>
            <a:xfrm>
              <a:off x="7005661" y="1964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5" name="pt24075"/>
            <p:cNvSpPr/>
            <p:nvPr/>
          </p:nvSpPr>
          <p:spPr>
            <a:xfrm>
              <a:off x="7198285" y="1994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6" name="pt24076"/>
            <p:cNvSpPr/>
            <p:nvPr/>
          </p:nvSpPr>
          <p:spPr>
            <a:xfrm>
              <a:off x="7141728" y="2320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7" name="pt24077"/>
            <p:cNvSpPr/>
            <p:nvPr/>
          </p:nvSpPr>
          <p:spPr>
            <a:xfrm>
              <a:off x="7178909" y="2075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8" name="pt24078"/>
            <p:cNvSpPr/>
            <p:nvPr/>
          </p:nvSpPr>
          <p:spPr>
            <a:xfrm>
              <a:off x="7201139" y="2058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9" name="pt24079"/>
            <p:cNvSpPr/>
            <p:nvPr/>
          </p:nvSpPr>
          <p:spPr>
            <a:xfrm>
              <a:off x="7294038" y="2091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0" name="pt24080"/>
            <p:cNvSpPr/>
            <p:nvPr/>
          </p:nvSpPr>
          <p:spPr>
            <a:xfrm>
              <a:off x="6867682" y="2234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1" name="pt24081"/>
            <p:cNvSpPr/>
            <p:nvPr/>
          </p:nvSpPr>
          <p:spPr>
            <a:xfrm>
              <a:off x="7028631" y="1960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2" name="pt24082"/>
            <p:cNvSpPr/>
            <p:nvPr/>
          </p:nvSpPr>
          <p:spPr>
            <a:xfrm>
              <a:off x="7352791" y="2107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3" name="pt24083"/>
            <p:cNvSpPr/>
            <p:nvPr/>
          </p:nvSpPr>
          <p:spPr>
            <a:xfrm>
              <a:off x="7170217" y="1920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4" name="pt24084"/>
            <p:cNvSpPr/>
            <p:nvPr/>
          </p:nvSpPr>
          <p:spPr>
            <a:xfrm>
              <a:off x="6990876" y="1873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5" name="pt24085"/>
            <p:cNvSpPr/>
            <p:nvPr/>
          </p:nvSpPr>
          <p:spPr>
            <a:xfrm>
              <a:off x="7136156" y="2252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6" name="pt24086"/>
            <p:cNvSpPr/>
            <p:nvPr/>
          </p:nvSpPr>
          <p:spPr>
            <a:xfrm>
              <a:off x="7265528" y="2234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7" name="pt24087"/>
            <p:cNvSpPr/>
            <p:nvPr/>
          </p:nvSpPr>
          <p:spPr>
            <a:xfrm>
              <a:off x="7194737" y="2010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8" name="pt24088"/>
            <p:cNvSpPr/>
            <p:nvPr/>
          </p:nvSpPr>
          <p:spPr>
            <a:xfrm>
              <a:off x="7071177" y="2024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9" name="pt24089"/>
            <p:cNvSpPr/>
            <p:nvPr/>
          </p:nvSpPr>
          <p:spPr>
            <a:xfrm>
              <a:off x="7146727" y="2152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0" name="pt24090"/>
            <p:cNvSpPr/>
            <p:nvPr/>
          </p:nvSpPr>
          <p:spPr>
            <a:xfrm>
              <a:off x="7075357" y="2242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1" name="pt24091"/>
            <p:cNvSpPr/>
            <p:nvPr/>
          </p:nvSpPr>
          <p:spPr>
            <a:xfrm>
              <a:off x="7251242" y="2123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2" name="pt24092"/>
            <p:cNvSpPr/>
            <p:nvPr/>
          </p:nvSpPr>
          <p:spPr>
            <a:xfrm>
              <a:off x="7058135" y="2201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3" name="pt24093"/>
            <p:cNvSpPr/>
            <p:nvPr/>
          </p:nvSpPr>
          <p:spPr>
            <a:xfrm>
              <a:off x="6998159" y="1920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4" name="pt24094"/>
            <p:cNvSpPr/>
            <p:nvPr/>
          </p:nvSpPr>
          <p:spPr>
            <a:xfrm>
              <a:off x="6977821" y="2087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5" name="pt24095"/>
            <p:cNvSpPr/>
            <p:nvPr/>
          </p:nvSpPr>
          <p:spPr>
            <a:xfrm>
              <a:off x="7286643" y="1939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6" name="pt24096"/>
            <p:cNvSpPr/>
            <p:nvPr/>
          </p:nvSpPr>
          <p:spPr>
            <a:xfrm>
              <a:off x="7502036" y="2409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7" name="pt24097"/>
            <p:cNvSpPr/>
            <p:nvPr/>
          </p:nvSpPr>
          <p:spPr>
            <a:xfrm>
              <a:off x="7252078" y="2093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8" name="pt24098"/>
            <p:cNvSpPr/>
            <p:nvPr/>
          </p:nvSpPr>
          <p:spPr>
            <a:xfrm>
              <a:off x="6952081" y="2141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9" name="pt24099"/>
            <p:cNvSpPr/>
            <p:nvPr/>
          </p:nvSpPr>
          <p:spPr>
            <a:xfrm>
              <a:off x="7072557" y="2348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0" name="pt24100"/>
            <p:cNvSpPr/>
            <p:nvPr/>
          </p:nvSpPr>
          <p:spPr>
            <a:xfrm>
              <a:off x="6804174" y="2424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1" name="pt24101"/>
            <p:cNvSpPr/>
            <p:nvPr/>
          </p:nvSpPr>
          <p:spPr>
            <a:xfrm>
              <a:off x="7028562" y="1865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2" name="pt24102"/>
            <p:cNvSpPr/>
            <p:nvPr/>
          </p:nvSpPr>
          <p:spPr>
            <a:xfrm>
              <a:off x="6822090" y="2053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3" name="pt24103"/>
            <p:cNvSpPr/>
            <p:nvPr/>
          </p:nvSpPr>
          <p:spPr>
            <a:xfrm>
              <a:off x="7151829" y="2204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4" name="pt24104"/>
            <p:cNvSpPr/>
            <p:nvPr/>
          </p:nvSpPr>
          <p:spPr>
            <a:xfrm>
              <a:off x="6800384" y="2450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5" name="pt24105"/>
            <p:cNvSpPr/>
            <p:nvPr/>
          </p:nvSpPr>
          <p:spPr>
            <a:xfrm>
              <a:off x="6934584" y="2225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6" name="pt24106"/>
            <p:cNvSpPr/>
            <p:nvPr/>
          </p:nvSpPr>
          <p:spPr>
            <a:xfrm>
              <a:off x="7171945" y="2002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7" name="pt24107"/>
            <p:cNvSpPr/>
            <p:nvPr/>
          </p:nvSpPr>
          <p:spPr>
            <a:xfrm>
              <a:off x="7332919" y="1965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8" name="pt24108"/>
            <p:cNvSpPr/>
            <p:nvPr/>
          </p:nvSpPr>
          <p:spPr>
            <a:xfrm>
              <a:off x="7434531" y="2419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9" name="pt24109"/>
            <p:cNvSpPr/>
            <p:nvPr/>
          </p:nvSpPr>
          <p:spPr>
            <a:xfrm>
              <a:off x="6927570" y="2133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0" name="pt24110"/>
            <p:cNvSpPr/>
            <p:nvPr/>
          </p:nvSpPr>
          <p:spPr>
            <a:xfrm>
              <a:off x="7265550" y="2032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1" name="pt24111"/>
            <p:cNvSpPr/>
            <p:nvPr/>
          </p:nvSpPr>
          <p:spPr>
            <a:xfrm>
              <a:off x="7209319" y="2209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2" name="pt24112"/>
            <p:cNvSpPr/>
            <p:nvPr/>
          </p:nvSpPr>
          <p:spPr>
            <a:xfrm>
              <a:off x="7137843" y="2248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3" name="pt24113"/>
            <p:cNvSpPr/>
            <p:nvPr/>
          </p:nvSpPr>
          <p:spPr>
            <a:xfrm>
              <a:off x="7142626" y="2202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4" name="pt24114"/>
            <p:cNvSpPr/>
            <p:nvPr/>
          </p:nvSpPr>
          <p:spPr>
            <a:xfrm>
              <a:off x="6914911" y="2022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5" name="pt24115"/>
            <p:cNvSpPr/>
            <p:nvPr/>
          </p:nvSpPr>
          <p:spPr>
            <a:xfrm>
              <a:off x="7279526" y="2015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6" name="pt24116"/>
            <p:cNvSpPr/>
            <p:nvPr/>
          </p:nvSpPr>
          <p:spPr>
            <a:xfrm>
              <a:off x="7066943" y="2105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7" name="pt24117"/>
            <p:cNvSpPr/>
            <p:nvPr/>
          </p:nvSpPr>
          <p:spPr>
            <a:xfrm>
              <a:off x="7282560" y="2140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8" name="pt24118"/>
            <p:cNvSpPr/>
            <p:nvPr/>
          </p:nvSpPr>
          <p:spPr>
            <a:xfrm>
              <a:off x="7214239" y="2159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9" name="pt24119"/>
            <p:cNvSpPr/>
            <p:nvPr/>
          </p:nvSpPr>
          <p:spPr>
            <a:xfrm>
              <a:off x="7187977" y="2116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0" name="pt24120"/>
            <p:cNvSpPr/>
            <p:nvPr/>
          </p:nvSpPr>
          <p:spPr>
            <a:xfrm>
              <a:off x="7139774" y="2119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1" name="pt24121"/>
            <p:cNvSpPr/>
            <p:nvPr/>
          </p:nvSpPr>
          <p:spPr>
            <a:xfrm>
              <a:off x="6709632" y="2231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2" name="pt24122"/>
            <p:cNvSpPr/>
            <p:nvPr/>
          </p:nvSpPr>
          <p:spPr>
            <a:xfrm>
              <a:off x="7104755" y="2178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3" name="pt24123"/>
            <p:cNvSpPr/>
            <p:nvPr/>
          </p:nvSpPr>
          <p:spPr>
            <a:xfrm>
              <a:off x="7221543" y="2076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4" name="pt24124"/>
            <p:cNvSpPr/>
            <p:nvPr/>
          </p:nvSpPr>
          <p:spPr>
            <a:xfrm>
              <a:off x="7315305" y="2056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5" name="pt24125"/>
            <p:cNvSpPr/>
            <p:nvPr/>
          </p:nvSpPr>
          <p:spPr>
            <a:xfrm>
              <a:off x="7320763" y="2016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6" name="pt24126"/>
            <p:cNvSpPr/>
            <p:nvPr/>
          </p:nvSpPr>
          <p:spPr>
            <a:xfrm>
              <a:off x="7059888" y="1898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7" name="pt24127"/>
            <p:cNvSpPr/>
            <p:nvPr/>
          </p:nvSpPr>
          <p:spPr>
            <a:xfrm>
              <a:off x="7311892" y="2014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8" name="pt24128"/>
            <p:cNvSpPr/>
            <p:nvPr/>
          </p:nvSpPr>
          <p:spPr>
            <a:xfrm>
              <a:off x="6925579" y="2122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9" name="pt24129"/>
            <p:cNvSpPr/>
            <p:nvPr/>
          </p:nvSpPr>
          <p:spPr>
            <a:xfrm>
              <a:off x="7144328" y="2195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0" name="pt24130"/>
            <p:cNvSpPr/>
            <p:nvPr/>
          </p:nvSpPr>
          <p:spPr>
            <a:xfrm>
              <a:off x="7232802" y="2078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1" name="pt24131"/>
            <p:cNvSpPr/>
            <p:nvPr/>
          </p:nvSpPr>
          <p:spPr>
            <a:xfrm>
              <a:off x="7136644" y="2170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2" name="pt24132"/>
            <p:cNvSpPr/>
            <p:nvPr/>
          </p:nvSpPr>
          <p:spPr>
            <a:xfrm>
              <a:off x="7339728" y="1987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3" name="pt24133"/>
            <p:cNvSpPr/>
            <p:nvPr/>
          </p:nvSpPr>
          <p:spPr>
            <a:xfrm>
              <a:off x="7072991" y="2229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4" name="pt24134"/>
            <p:cNvSpPr/>
            <p:nvPr/>
          </p:nvSpPr>
          <p:spPr>
            <a:xfrm>
              <a:off x="7169802" y="1995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5" name="pt24135"/>
            <p:cNvSpPr/>
            <p:nvPr/>
          </p:nvSpPr>
          <p:spPr>
            <a:xfrm>
              <a:off x="7114224" y="209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6" name="pt24136"/>
            <p:cNvSpPr/>
            <p:nvPr/>
          </p:nvSpPr>
          <p:spPr>
            <a:xfrm>
              <a:off x="6775620" y="2452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7" name="pt24137"/>
            <p:cNvSpPr/>
            <p:nvPr/>
          </p:nvSpPr>
          <p:spPr>
            <a:xfrm>
              <a:off x="7187408" y="2112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8" name="pt24138"/>
            <p:cNvSpPr/>
            <p:nvPr/>
          </p:nvSpPr>
          <p:spPr>
            <a:xfrm>
              <a:off x="7044767" y="2216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9" name="pt24139"/>
            <p:cNvSpPr/>
            <p:nvPr/>
          </p:nvSpPr>
          <p:spPr>
            <a:xfrm>
              <a:off x="7278606" y="2081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0" name="pt24140"/>
            <p:cNvSpPr/>
            <p:nvPr/>
          </p:nvSpPr>
          <p:spPr>
            <a:xfrm>
              <a:off x="7191767" y="2066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1" name="pt24141"/>
            <p:cNvSpPr/>
            <p:nvPr/>
          </p:nvSpPr>
          <p:spPr>
            <a:xfrm>
              <a:off x="7111273" y="2052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2" name="pt24142"/>
            <p:cNvSpPr/>
            <p:nvPr/>
          </p:nvSpPr>
          <p:spPr>
            <a:xfrm>
              <a:off x="7403402" y="2393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3" name="pt24143"/>
            <p:cNvSpPr/>
            <p:nvPr/>
          </p:nvSpPr>
          <p:spPr>
            <a:xfrm>
              <a:off x="7121750" y="2113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4" name="pt24144"/>
            <p:cNvSpPr/>
            <p:nvPr/>
          </p:nvSpPr>
          <p:spPr>
            <a:xfrm>
              <a:off x="7064699" y="1660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5" name="pt24145"/>
            <p:cNvSpPr/>
            <p:nvPr/>
          </p:nvSpPr>
          <p:spPr>
            <a:xfrm>
              <a:off x="7294664" y="1913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6" name="pt24146"/>
            <p:cNvSpPr/>
            <p:nvPr/>
          </p:nvSpPr>
          <p:spPr>
            <a:xfrm>
              <a:off x="7263264" y="2091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7" name="pt24147"/>
            <p:cNvSpPr/>
            <p:nvPr/>
          </p:nvSpPr>
          <p:spPr>
            <a:xfrm>
              <a:off x="7117793" y="2192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8" name="pt24148"/>
            <p:cNvSpPr/>
            <p:nvPr/>
          </p:nvSpPr>
          <p:spPr>
            <a:xfrm>
              <a:off x="7076661" y="2124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9" name="pt24149"/>
            <p:cNvSpPr/>
            <p:nvPr/>
          </p:nvSpPr>
          <p:spPr>
            <a:xfrm>
              <a:off x="7276046" y="207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0" name="pt24150"/>
            <p:cNvSpPr/>
            <p:nvPr/>
          </p:nvSpPr>
          <p:spPr>
            <a:xfrm>
              <a:off x="6825343" y="1927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1" name="pt24151"/>
            <p:cNvSpPr/>
            <p:nvPr/>
          </p:nvSpPr>
          <p:spPr>
            <a:xfrm>
              <a:off x="7280976" y="1892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2" name="pt24152"/>
            <p:cNvSpPr/>
            <p:nvPr/>
          </p:nvSpPr>
          <p:spPr>
            <a:xfrm>
              <a:off x="7480575" y="2637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3" name="pt24153"/>
            <p:cNvSpPr/>
            <p:nvPr/>
          </p:nvSpPr>
          <p:spPr>
            <a:xfrm>
              <a:off x="7168313" y="1950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4" name="pt24154"/>
            <p:cNvSpPr/>
            <p:nvPr/>
          </p:nvSpPr>
          <p:spPr>
            <a:xfrm>
              <a:off x="7111457" y="2111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5" name="pt24155"/>
            <p:cNvSpPr/>
            <p:nvPr/>
          </p:nvSpPr>
          <p:spPr>
            <a:xfrm>
              <a:off x="6944376" y="2134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6" name="pt24156"/>
            <p:cNvSpPr/>
            <p:nvPr/>
          </p:nvSpPr>
          <p:spPr>
            <a:xfrm>
              <a:off x="7217339" y="2212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7" name="pt24157"/>
            <p:cNvSpPr/>
            <p:nvPr/>
          </p:nvSpPr>
          <p:spPr>
            <a:xfrm>
              <a:off x="7508246" y="2236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8" name="pt24158"/>
            <p:cNvSpPr/>
            <p:nvPr/>
          </p:nvSpPr>
          <p:spPr>
            <a:xfrm>
              <a:off x="7101079" y="2142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9" name="pt24159"/>
            <p:cNvSpPr/>
            <p:nvPr/>
          </p:nvSpPr>
          <p:spPr>
            <a:xfrm>
              <a:off x="7367970" y="2622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0" name="pt24160"/>
            <p:cNvSpPr/>
            <p:nvPr/>
          </p:nvSpPr>
          <p:spPr>
            <a:xfrm>
              <a:off x="7040606" y="2182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1" name="pt24161"/>
            <p:cNvSpPr/>
            <p:nvPr/>
          </p:nvSpPr>
          <p:spPr>
            <a:xfrm>
              <a:off x="7069056" y="2111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2" name="pt24162"/>
            <p:cNvSpPr/>
            <p:nvPr/>
          </p:nvSpPr>
          <p:spPr>
            <a:xfrm>
              <a:off x="7227288" y="2196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3" name="pt24163"/>
            <p:cNvSpPr/>
            <p:nvPr/>
          </p:nvSpPr>
          <p:spPr>
            <a:xfrm>
              <a:off x="6969816" y="192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4" name="pt24164"/>
            <p:cNvSpPr/>
            <p:nvPr/>
          </p:nvSpPr>
          <p:spPr>
            <a:xfrm>
              <a:off x="7164289" y="2083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5" name="pt24165"/>
            <p:cNvSpPr/>
            <p:nvPr/>
          </p:nvSpPr>
          <p:spPr>
            <a:xfrm>
              <a:off x="6865131" y="2343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6" name="pt24166"/>
            <p:cNvSpPr/>
            <p:nvPr/>
          </p:nvSpPr>
          <p:spPr>
            <a:xfrm>
              <a:off x="6916388" y="2123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7" name="pt24167"/>
            <p:cNvSpPr/>
            <p:nvPr/>
          </p:nvSpPr>
          <p:spPr>
            <a:xfrm>
              <a:off x="7029556" y="1847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8" name="pt24168"/>
            <p:cNvSpPr/>
            <p:nvPr/>
          </p:nvSpPr>
          <p:spPr>
            <a:xfrm>
              <a:off x="7179427" y="2055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9" name="pt24169"/>
            <p:cNvSpPr/>
            <p:nvPr/>
          </p:nvSpPr>
          <p:spPr>
            <a:xfrm>
              <a:off x="6917207" y="2125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0" name="pt24170"/>
            <p:cNvSpPr/>
            <p:nvPr/>
          </p:nvSpPr>
          <p:spPr>
            <a:xfrm>
              <a:off x="7263610" y="1997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1" name="pt24171"/>
            <p:cNvSpPr/>
            <p:nvPr/>
          </p:nvSpPr>
          <p:spPr>
            <a:xfrm>
              <a:off x="6862795" y="2251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2" name="pt24172"/>
            <p:cNvSpPr/>
            <p:nvPr/>
          </p:nvSpPr>
          <p:spPr>
            <a:xfrm>
              <a:off x="7213178" y="2292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3" name="pt24173"/>
            <p:cNvSpPr/>
            <p:nvPr/>
          </p:nvSpPr>
          <p:spPr>
            <a:xfrm>
              <a:off x="6921502" y="2160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4" name="pt24174"/>
            <p:cNvSpPr/>
            <p:nvPr/>
          </p:nvSpPr>
          <p:spPr>
            <a:xfrm>
              <a:off x="7167694" y="2022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5" name="pt24175"/>
            <p:cNvSpPr/>
            <p:nvPr/>
          </p:nvSpPr>
          <p:spPr>
            <a:xfrm>
              <a:off x="7145599" y="2295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6" name="pt24176"/>
            <p:cNvSpPr/>
            <p:nvPr/>
          </p:nvSpPr>
          <p:spPr>
            <a:xfrm>
              <a:off x="6796616" y="2439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7" name="pt24177"/>
            <p:cNvSpPr/>
            <p:nvPr/>
          </p:nvSpPr>
          <p:spPr>
            <a:xfrm>
              <a:off x="7074009" y="2186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8" name="pt24178"/>
            <p:cNvSpPr/>
            <p:nvPr/>
          </p:nvSpPr>
          <p:spPr>
            <a:xfrm>
              <a:off x="7139737" y="2101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9" name="pt24179"/>
            <p:cNvSpPr/>
            <p:nvPr/>
          </p:nvSpPr>
          <p:spPr>
            <a:xfrm>
              <a:off x="7075659" y="2299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0" name="pt24180"/>
            <p:cNvSpPr/>
            <p:nvPr/>
          </p:nvSpPr>
          <p:spPr>
            <a:xfrm>
              <a:off x="6630836" y="2206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1" name="pt24181"/>
            <p:cNvSpPr/>
            <p:nvPr/>
          </p:nvSpPr>
          <p:spPr>
            <a:xfrm>
              <a:off x="7191594" y="2035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2" name="pt24182"/>
            <p:cNvSpPr/>
            <p:nvPr/>
          </p:nvSpPr>
          <p:spPr>
            <a:xfrm>
              <a:off x="7063859" y="1846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3" name="pt24183"/>
            <p:cNvSpPr/>
            <p:nvPr/>
          </p:nvSpPr>
          <p:spPr>
            <a:xfrm>
              <a:off x="6875879" y="2282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4" name="pt24184"/>
            <p:cNvSpPr/>
            <p:nvPr/>
          </p:nvSpPr>
          <p:spPr>
            <a:xfrm>
              <a:off x="7262689" y="1933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5" name="pt24185"/>
            <p:cNvSpPr/>
            <p:nvPr/>
          </p:nvSpPr>
          <p:spPr>
            <a:xfrm>
              <a:off x="6755884" y="1908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6" name="pt24186"/>
            <p:cNvSpPr/>
            <p:nvPr/>
          </p:nvSpPr>
          <p:spPr>
            <a:xfrm>
              <a:off x="7197679" y="200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7" name="pt24187"/>
            <p:cNvSpPr/>
            <p:nvPr/>
          </p:nvSpPr>
          <p:spPr>
            <a:xfrm>
              <a:off x="7305294" y="2197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8" name="pt24188"/>
            <p:cNvSpPr/>
            <p:nvPr/>
          </p:nvSpPr>
          <p:spPr>
            <a:xfrm>
              <a:off x="7013457" y="1733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9" name="pt24189"/>
            <p:cNvSpPr/>
            <p:nvPr/>
          </p:nvSpPr>
          <p:spPr>
            <a:xfrm>
              <a:off x="7169488" y="2050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0" name="pt24190"/>
            <p:cNvSpPr/>
            <p:nvPr/>
          </p:nvSpPr>
          <p:spPr>
            <a:xfrm>
              <a:off x="7168283" y="1966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1" name="pt24191"/>
            <p:cNvSpPr/>
            <p:nvPr/>
          </p:nvSpPr>
          <p:spPr>
            <a:xfrm>
              <a:off x="7170657" y="2001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2" name="pt24192"/>
            <p:cNvSpPr/>
            <p:nvPr/>
          </p:nvSpPr>
          <p:spPr>
            <a:xfrm>
              <a:off x="7094641" y="218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3" name="pt24193"/>
            <p:cNvSpPr/>
            <p:nvPr/>
          </p:nvSpPr>
          <p:spPr>
            <a:xfrm>
              <a:off x="7259235" y="2243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4" name="pt24194"/>
            <p:cNvSpPr/>
            <p:nvPr/>
          </p:nvSpPr>
          <p:spPr>
            <a:xfrm>
              <a:off x="7071279" y="2252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5" name="pt24195"/>
            <p:cNvSpPr/>
            <p:nvPr/>
          </p:nvSpPr>
          <p:spPr>
            <a:xfrm>
              <a:off x="7376017" y="1736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6" name="pt24196"/>
            <p:cNvSpPr/>
            <p:nvPr/>
          </p:nvSpPr>
          <p:spPr>
            <a:xfrm>
              <a:off x="7232029" y="2057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7" name="pt24197"/>
            <p:cNvSpPr/>
            <p:nvPr/>
          </p:nvSpPr>
          <p:spPr>
            <a:xfrm>
              <a:off x="7322545" y="2007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8" name="pt24198"/>
            <p:cNvSpPr/>
            <p:nvPr/>
          </p:nvSpPr>
          <p:spPr>
            <a:xfrm>
              <a:off x="7259706" y="2041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9" name="pt24199"/>
            <p:cNvSpPr/>
            <p:nvPr/>
          </p:nvSpPr>
          <p:spPr>
            <a:xfrm>
              <a:off x="7074207" y="215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0" name="pt24200"/>
            <p:cNvSpPr/>
            <p:nvPr/>
          </p:nvSpPr>
          <p:spPr>
            <a:xfrm>
              <a:off x="7529587" y="2409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1" name="pt24201"/>
            <p:cNvSpPr/>
            <p:nvPr/>
          </p:nvSpPr>
          <p:spPr>
            <a:xfrm>
              <a:off x="7053713" y="2333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2" name="pt24202"/>
            <p:cNvSpPr/>
            <p:nvPr/>
          </p:nvSpPr>
          <p:spPr>
            <a:xfrm>
              <a:off x="7254085" y="1993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3" name="pt24203"/>
            <p:cNvSpPr/>
            <p:nvPr/>
          </p:nvSpPr>
          <p:spPr>
            <a:xfrm>
              <a:off x="7218928" y="2221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4" name="pt24204"/>
            <p:cNvSpPr/>
            <p:nvPr/>
          </p:nvSpPr>
          <p:spPr>
            <a:xfrm>
              <a:off x="7041587" y="2272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5" name="pt24205"/>
            <p:cNvSpPr/>
            <p:nvPr/>
          </p:nvSpPr>
          <p:spPr>
            <a:xfrm>
              <a:off x="7253369" y="2004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6" name="pt24206"/>
            <p:cNvSpPr/>
            <p:nvPr/>
          </p:nvSpPr>
          <p:spPr>
            <a:xfrm>
              <a:off x="6988532" y="1956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7" name="pt24207"/>
            <p:cNvSpPr/>
            <p:nvPr/>
          </p:nvSpPr>
          <p:spPr>
            <a:xfrm>
              <a:off x="7223628" y="213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8" name="pt24208"/>
            <p:cNvSpPr/>
            <p:nvPr/>
          </p:nvSpPr>
          <p:spPr>
            <a:xfrm>
              <a:off x="7202301" y="2020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9" name="pt24209"/>
            <p:cNvSpPr/>
            <p:nvPr/>
          </p:nvSpPr>
          <p:spPr>
            <a:xfrm>
              <a:off x="7143092" y="2223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0" name="pt24210"/>
            <p:cNvSpPr/>
            <p:nvPr/>
          </p:nvSpPr>
          <p:spPr>
            <a:xfrm>
              <a:off x="6996827" y="2016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1" name="pt24211"/>
            <p:cNvSpPr/>
            <p:nvPr/>
          </p:nvSpPr>
          <p:spPr>
            <a:xfrm>
              <a:off x="7282649" y="2122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2" name="pt24212"/>
            <p:cNvSpPr/>
            <p:nvPr/>
          </p:nvSpPr>
          <p:spPr>
            <a:xfrm>
              <a:off x="7176616" y="2080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3" name="pt24213"/>
            <p:cNvSpPr/>
            <p:nvPr/>
          </p:nvSpPr>
          <p:spPr>
            <a:xfrm>
              <a:off x="7198743" y="2063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4" name="pt24214"/>
            <p:cNvSpPr/>
            <p:nvPr/>
          </p:nvSpPr>
          <p:spPr>
            <a:xfrm>
              <a:off x="7278931" y="1956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5" name="pt24215"/>
            <p:cNvSpPr/>
            <p:nvPr/>
          </p:nvSpPr>
          <p:spPr>
            <a:xfrm>
              <a:off x="7099501" y="222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6" name="pt24216"/>
            <p:cNvSpPr/>
            <p:nvPr/>
          </p:nvSpPr>
          <p:spPr>
            <a:xfrm>
              <a:off x="7224443" y="2086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7" name="pt24217"/>
            <p:cNvSpPr/>
            <p:nvPr/>
          </p:nvSpPr>
          <p:spPr>
            <a:xfrm>
              <a:off x="7103896" y="2190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8" name="pt24218"/>
            <p:cNvSpPr/>
            <p:nvPr/>
          </p:nvSpPr>
          <p:spPr>
            <a:xfrm>
              <a:off x="7141857" y="222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9" name="pt24219"/>
            <p:cNvSpPr/>
            <p:nvPr/>
          </p:nvSpPr>
          <p:spPr>
            <a:xfrm>
              <a:off x="7137730" y="2155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0" name="pt24220"/>
            <p:cNvSpPr/>
            <p:nvPr/>
          </p:nvSpPr>
          <p:spPr>
            <a:xfrm>
              <a:off x="7077696" y="2145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1" name="pt24221"/>
            <p:cNvSpPr/>
            <p:nvPr/>
          </p:nvSpPr>
          <p:spPr>
            <a:xfrm>
              <a:off x="7323845" y="2021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2" name="pt24222"/>
            <p:cNvSpPr/>
            <p:nvPr/>
          </p:nvSpPr>
          <p:spPr>
            <a:xfrm>
              <a:off x="7170379" y="1950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3" name="pt24223"/>
            <p:cNvSpPr/>
            <p:nvPr/>
          </p:nvSpPr>
          <p:spPr>
            <a:xfrm>
              <a:off x="7045428" y="2298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4" name="pt24224"/>
            <p:cNvSpPr/>
            <p:nvPr/>
          </p:nvSpPr>
          <p:spPr>
            <a:xfrm>
              <a:off x="7151507" y="2256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5" name="pt24225"/>
            <p:cNvSpPr/>
            <p:nvPr/>
          </p:nvSpPr>
          <p:spPr>
            <a:xfrm>
              <a:off x="7100395" y="2113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6" name="pt24226"/>
            <p:cNvSpPr/>
            <p:nvPr/>
          </p:nvSpPr>
          <p:spPr>
            <a:xfrm>
              <a:off x="7113270" y="2106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7" name="pt24227"/>
            <p:cNvSpPr/>
            <p:nvPr/>
          </p:nvSpPr>
          <p:spPr>
            <a:xfrm>
              <a:off x="7155231" y="2318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8" name="pt24228"/>
            <p:cNvSpPr/>
            <p:nvPr/>
          </p:nvSpPr>
          <p:spPr>
            <a:xfrm>
              <a:off x="7209614" y="2173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9" name="pt24229"/>
            <p:cNvSpPr/>
            <p:nvPr/>
          </p:nvSpPr>
          <p:spPr>
            <a:xfrm>
              <a:off x="7071537" y="2253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0" name="pt24230"/>
            <p:cNvSpPr/>
            <p:nvPr/>
          </p:nvSpPr>
          <p:spPr>
            <a:xfrm>
              <a:off x="7014968" y="1847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1" name="pt24231"/>
            <p:cNvSpPr/>
            <p:nvPr/>
          </p:nvSpPr>
          <p:spPr>
            <a:xfrm>
              <a:off x="6645962" y="230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2" name="pt24232"/>
            <p:cNvSpPr/>
            <p:nvPr/>
          </p:nvSpPr>
          <p:spPr>
            <a:xfrm>
              <a:off x="7028179" y="1895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3" name="pt24233"/>
            <p:cNvSpPr/>
            <p:nvPr/>
          </p:nvSpPr>
          <p:spPr>
            <a:xfrm>
              <a:off x="7309706" y="2061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4" name="pt24234"/>
            <p:cNvSpPr/>
            <p:nvPr/>
          </p:nvSpPr>
          <p:spPr>
            <a:xfrm>
              <a:off x="7243209" y="2200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5" name="pt24235"/>
            <p:cNvSpPr/>
            <p:nvPr/>
          </p:nvSpPr>
          <p:spPr>
            <a:xfrm>
              <a:off x="7166977" y="1934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6" name="pt24236"/>
            <p:cNvSpPr/>
            <p:nvPr/>
          </p:nvSpPr>
          <p:spPr>
            <a:xfrm>
              <a:off x="7375312" y="2143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7" name="pt24237"/>
            <p:cNvSpPr/>
            <p:nvPr/>
          </p:nvSpPr>
          <p:spPr>
            <a:xfrm>
              <a:off x="7160086" y="2179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8" name="pt24238"/>
            <p:cNvSpPr/>
            <p:nvPr/>
          </p:nvSpPr>
          <p:spPr>
            <a:xfrm>
              <a:off x="7113398" y="2145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9" name="pt24239"/>
            <p:cNvSpPr/>
            <p:nvPr/>
          </p:nvSpPr>
          <p:spPr>
            <a:xfrm>
              <a:off x="7515737" y="2644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0" name="pt24240"/>
            <p:cNvSpPr/>
            <p:nvPr/>
          </p:nvSpPr>
          <p:spPr>
            <a:xfrm>
              <a:off x="6857470" y="2173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1" name="pt24241"/>
            <p:cNvSpPr/>
            <p:nvPr/>
          </p:nvSpPr>
          <p:spPr>
            <a:xfrm>
              <a:off x="6890806" y="1923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2" name="pt24242"/>
            <p:cNvSpPr/>
            <p:nvPr/>
          </p:nvSpPr>
          <p:spPr>
            <a:xfrm>
              <a:off x="7212829" y="2130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3" name="pt24243"/>
            <p:cNvSpPr/>
            <p:nvPr/>
          </p:nvSpPr>
          <p:spPr>
            <a:xfrm>
              <a:off x="7210347" y="2150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4" name="pt24244"/>
            <p:cNvSpPr/>
            <p:nvPr/>
          </p:nvSpPr>
          <p:spPr>
            <a:xfrm>
              <a:off x="7035546" y="2187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5" name="pt24245"/>
            <p:cNvSpPr/>
            <p:nvPr/>
          </p:nvSpPr>
          <p:spPr>
            <a:xfrm>
              <a:off x="7019526" y="2082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6" name="pt24246"/>
            <p:cNvSpPr/>
            <p:nvPr/>
          </p:nvSpPr>
          <p:spPr>
            <a:xfrm>
              <a:off x="7169108" y="2010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7" name="pt24247"/>
            <p:cNvSpPr/>
            <p:nvPr/>
          </p:nvSpPr>
          <p:spPr>
            <a:xfrm>
              <a:off x="7007264" y="2016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8" name="pt24248"/>
            <p:cNvSpPr/>
            <p:nvPr/>
          </p:nvSpPr>
          <p:spPr>
            <a:xfrm>
              <a:off x="7164730" y="2103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9" name="pt24249"/>
            <p:cNvSpPr/>
            <p:nvPr/>
          </p:nvSpPr>
          <p:spPr>
            <a:xfrm>
              <a:off x="7092217" y="2160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0" name="pt24250"/>
            <p:cNvSpPr/>
            <p:nvPr/>
          </p:nvSpPr>
          <p:spPr>
            <a:xfrm>
              <a:off x="7391870" y="2104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1" name="pt24251"/>
            <p:cNvSpPr/>
            <p:nvPr/>
          </p:nvSpPr>
          <p:spPr>
            <a:xfrm>
              <a:off x="6823735" y="2062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2" name="pt24252"/>
            <p:cNvSpPr/>
            <p:nvPr/>
          </p:nvSpPr>
          <p:spPr>
            <a:xfrm>
              <a:off x="6888731" y="1961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3" name="pt24253"/>
            <p:cNvSpPr/>
            <p:nvPr/>
          </p:nvSpPr>
          <p:spPr>
            <a:xfrm>
              <a:off x="7454722" y="2522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4" name="pt24254"/>
            <p:cNvSpPr/>
            <p:nvPr/>
          </p:nvSpPr>
          <p:spPr>
            <a:xfrm>
              <a:off x="7156268" y="2369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5" name="pt24255"/>
            <p:cNvSpPr/>
            <p:nvPr/>
          </p:nvSpPr>
          <p:spPr>
            <a:xfrm>
              <a:off x="7110060" y="2168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6" name="pt24256"/>
            <p:cNvSpPr/>
            <p:nvPr/>
          </p:nvSpPr>
          <p:spPr>
            <a:xfrm>
              <a:off x="7192782" y="2035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7" name="pt24257"/>
            <p:cNvSpPr/>
            <p:nvPr/>
          </p:nvSpPr>
          <p:spPr>
            <a:xfrm>
              <a:off x="7129892" y="2111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8" name="pt24258"/>
            <p:cNvSpPr/>
            <p:nvPr/>
          </p:nvSpPr>
          <p:spPr>
            <a:xfrm>
              <a:off x="7242975" y="2229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9" name="pt24259"/>
            <p:cNvSpPr/>
            <p:nvPr/>
          </p:nvSpPr>
          <p:spPr>
            <a:xfrm>
              <a:off x="6953648" y="2088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0" name="pt24260"/>
            <p:cNvSpPr/>
            <p:nvPr/>
          </p:nvSpPr>
          <p:spPr>
            <a:xfrm>
              <a:off x="7081871" y="2086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1" name="pt24261"/>
            <p:cNvSpPr/>
            <p:nvPr/>
          </p:nvSpPr>
          <p:spPr>
            <a:xfrm>
              <a:off x="7436762" y="2295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2" name="pt24262"/>
            <p:cNvSpPr/>
            <p:nvPr/>
          </p:nvSpPr>
          <p:spPr>
            <a:xfrm>
              <a:off x="7400638" y="2430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3" name="pt24263"/>
            <p:cNvSpPr/>
            <p:nvPr/>
          </p:nvSpPr>
          <p:spPr>
            <a:xfrm>
              <a:off x="7031527" y="1786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4" name="pt24264"/>
            <p:cNvSpPr/>
            <p:nvPr/>
          </p:nvSpPr>
          <p:spPr>
            <a:xfrm>
              <a:off x="7212160" y="2229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5" name="pt24265"/>
            <p:cNvSpPr/>
            <p:nvPr/>
          </p:nvSpPr>
          <p:spPr>
            <a:xfrm>
              <a:off x="7116946" y="2218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6" name="pt24266"/>
            <p:cNvSpPr/>
            <p:nvPr/>
          </p:nvSpPr>
          <p:spPr>
            <a:xfrm>
              <a:off x="7070208" y="2127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7" name="pt24267"/>
            <p:cNvSpPr/>
            <p:nvPr/>
          </p:nvSpPr>
          <p:spPr>
            <a:xfrm>
              <a:off x="7115801" y="2154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8" name="pt24268"/>
            <p:cNvSpPr/>
            <p:nvPr/>
          </p:nvSpPr>
          <p:spPr>
            <a:xfrm>
              <a:off x="7192799" y="1885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9" name="pt24269"/>
            <p:cNvSpPr/>
            <p:nvPr/>
          </p:nvSpPr>
          <p:spPr>
            <a:xfrm>
              <a:off x="7010955" y="1877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0" name="pt24270"/>
            <p:cNvSpPr/>
            <p:nvPr/>
          </p:nvSpPr>
          <p:spPr>
            <a:xfrm>
              <a:off x="7144230" y="2236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1" name="pt24271"/>
            <p:cNvSpPr/>
            <p:nvPr/>
          </p:nvSpPr>
          <p:spPr>
            <a:xfrm>
              <a:off x="7138386" y="2224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2" name="pt24272"/>
            <p:cNvSpPr/>
            <p:nvPr/>
          </p:nvSpPr>
          <p:spPr>
            <a:xfrm>
              <a:off x="6865601" y="2114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3" name="pt24273"/>
            <p:cNvSpPr/>
            <p:nvPr/>
          </p:nvSpPr>
          <p:spPr>
            <a:xfrm>
              <a:off x="7063054" y="1828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4" name="pt24274"/>
            <p:cNvSpPr/>
            <p:nvPr/>
          </p:nvSpPr>
          <p:spPr>
            <a:xfrm>
              <a:off x="7291276" y="1906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5" name="pt24275"/>
            <p:cNvSpPr/>
            <p:nvPr/>
          </p:nvSpPr>
          <p:spPr>
            <a:xfrm>
              <a:off x="7340523" y="2054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6" name="pt24276"/>
            <p:cNvSpPr/>
            <p:nvPr/>
          </p:nvSpPr>
          <p:spPr>
            <a:xfrm>
              <a:off x="7223716" y="221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7" name="pt24277"/>
            <p:cNvSpPr/>
            <p:nvPr/>
          </p:nvSpPr>
          <p:spPr>
            <a:xfrm>
              <a:off x="7371553" y="2539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8" name="pt24278"/>
            <p:cNvSpPr/>
            <p:nvPr/>
          </p:nvSpPr>
          <p:spPr>
            <a:xfrm>
              <a:off x="7378004" y="2272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9" name="pt24279"/>
            <p:cNvSpPr/>
            <p:nvPr/>
          </p:nvSpPr>
          <p:spPr>
            <a:xfrm>
              <a:off x="7510755" y="2369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0" name="pt24280"/>
            <p:cNvSpPr/>
            <p:nvPr/>
          </p:nvSpPr>
          <p:spPr>
            <a:xfrm>
              <a:off x="7139817" y="2132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1" name="pt24281"/>
            <p:cNvSpPr/>
            <p:nvPr/>
          </p:nvSpPr>
          <p:spPr>
            <a:xfrm>
              <a:off x="6937529" y="2143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2" name="pt24282"/>
            <p:cNvSpPr/>
            <p:nvPr/>
          </p:nvSpPr>
          <p:spPr>
            <a:xfrm>
              <a:off x="7265177" y="2074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3" name="pt24283"/>
            <p:cNvSpPr/>
            <p:nvPr/>
          </p:nvSpPr>
          <p:spPr>
            <a:xfrm>
              <a:off x="6944227" y="2115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4" name="pt24284"/>
            <p:cNvSpPr/>
            <p:nvPr/>
          </p:nvSpPr>
          <p:spPr>
            <a:xfrm>
              <a:off x="7345739" y="2209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5" name="pt24285"/>
            <p:cNvSpPr/>
            <p:nvPr/>
          </p:nvSpPr>
          <p:spPr>
            <a:xfrm>
              <a:off x="7194215" y="203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6" name="pt24286"/>
            <p:cNvSpPr/>
            <p:nvPr/>
          </p:nvSpPr>
          <p:spPr>
            <a:xfrm>
              <a:off x="7127458" y="2138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7" name="pt24287"/>
            <p:cNvSpPr/>
            <p:nvPr/>
          </p:nvSpPr>
          <p:spPr>
            <a:xfrm>
              <a:off x="7489956" y="2547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8" name="pt24288"/>
            <p:cNvSpPr/>
            <p:nvPr/>
          </p:nvSpPr>
          <p:spPr>
            <a:xfrm>
              <a:off x="7191858" y="1978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9" name="pt24289"/>
            <p:cNvSpPr/>
            <p:nvPr/>
          </p:nvSpPr>
          <p:spPr>
            <a:xfrm>
              <a:off x="7289161" y="2001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0" name="pt24290"/>
            <p:cNvSpPr/>
            <p:nvPr/>
          </p:nvSpPr>
          <p:spPr>
            <a:xfrm>
              <a:off x="7167448" y="1956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1" name="pt24291"/>
            <p:cNvSpPr/>
            <p:nvPr/>
          </p:nvSpPr>
          <p:spPr>
            <a:xfrm>
              <a:off x="7227050" y="2261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2" name="pt24292"/>
            <p:cNvSpPr/>
            <p:nvPr/>
          </p:nvSpPr>
          <p:spPr>
            <a:xfrm>
              <a:off x="7136735" y="2191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3" name="pt24293"/>
            <p:cNvSpPr/>
            <p:nvPr/>
          </p:nvSpPr>
          <p:spPr>
            <a:xfrm>
              <a:off x="7178196" y="2056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4" name="pt24294"/>
            <p:cNvSpPr/>
            <p:nvPr/>
          </p:nvSpPr>
          <p:spPr>
            <a:xfrm>
              <a:off x="7107486" y="2094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5" name="pt24295"/>
            <p:cNvSpPr/>
            <p:nvPr/>
          </p:nvSpPr>
          <p:spPr>
            <a:xfrm>
              <a:off x="7315154" y="1862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6" name="pt24296"/>
            <p:cNvSpPr/>
            <p:nvPr/>
          </p:nvSpPr>
          <p:spPr>
            <a:xfrm>
              <a:off x="7336614" y="200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7" name="pt24297"/>
            <p:cNvSpPr/>
            <p:nvPr/>
          </p:nvSpPr>
          <p:spPr>
            <a:xfrm>
              <a:off x="7296266" y="193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8" name="pt24298"/>
            <p:cNvSpPr/>
            <p:nvPr/>
          </p:nvSpPr>
          <p:spPr>
            <a:xfrm>
              <a:off x="7144382" y="2254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9" name="pt24299"/>
            <p:cNvSpPr/>
            <p:nvPr/>
          </p:nvSpPr>
          <p:spPr>
            <a:xfrm>
              <a:off x="7026392" y="1830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0" name="pt24300"/>
            <p:cNvSpPr/>
            <p:nvPr/>
          </p:nvSpPr>
          <p:spPr>
            <a:xfrm>
              <a:off x="7242093" y="2201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1" name="pt24301"/>
            <p:cNvSpPr/>
            <p:nvPr/>
          </p:nvSpPr>
          <p:spPr>
            <a:xfrm>
              <a:off x="7133880" y="210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2" name="pt24302"/>
            <p:cNvSpPr/>
            <p:nvPr/>
          </p:nvSpPr>
          <p:spPr>
            <a:xfrm>
              <a:off x="6880621" y="1858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3" name="pt24303"/>
            <p:cNvSpPr/>
            <p:nvPr/>
          </p:nvSpPr>
          <p:spPr>
            <a:xfrm>
              <a:off x="7275127" y="1996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4" name="pt24304"/>
            <p:cNvSpPr/>
            <p:nvPr/>
          </p:nvSpPr>
          <p:spPr>
            <a:xfrm>
              <a:off x="7182552" y="2130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5" name="pt24305"/>
            <p:cNvSpPr/>
            <p:nvPr/>
          </p:nvSpPr>
          <p:spPr>
            <a:xfrm>
              <a:off x="7092566" y="2183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6" name="pt24306"/>
            <p:cNvSpPr/>
            <p:nvPr/>
          </p:nvSpPr>
          <p:spPr>
            <a:xfrm>
              <a:off x="7182809" y="2094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7" name="pt24307"/>
            <p:cNvSpPr/>
            <p:nvPr/>
          </p:nvSpPr>
          <p:spPr>
            <a:xfrm>
              <a:off x="7238480" y="1785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8" name="pt24308"/>
            <p:cNvSpPr/>
            <p:nvPr/>
          </p:nvSpPr>
          <p:spPr>
            <a:xfrm>
              <a:off x="7209514" y="2294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9" name="pt24309"/>
            <p:cNvSpPr/>
            <p:nvPr/>
          </p:nvSpPr>
          <p:spPr>
            <a:xfrm>
              <a:off x="7201918" y="2012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0" name="pt24310"/>
            <p:cNvSpPr/>
            <p:nvPr/>
          </p:nvSpPr>
          <p:spPr>
            <a:xfrm>
              <a:off x="7199750" y="1953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1" name="pt24311"/>
            <p:cNvSpPr/>
            <p:nvPr/>
          </p:nvSpPr>
          <p:spPr>
            <a:xfrm>
              <a:off x="7099486" y="214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2" name="pt24312"/>
            <p:cNvSpPr/>
            <p:nvPr/>
          </p:nvSpPr>
          <p:spPr>
            <a:xfrm>
              <a:off x="7441983" y="2744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3" name="pt24313"/>
            <p:cNvSpPr/>
            <p:nvPr/>
          </p:nvSpPr>
          <p:spPr>
            <a:xfrm>
              <a:off x="7302213" y="1947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4" name="pt24314"/>
            <p:cNvSpPr/>
            <p:nvPr/>
          </p:nvSpPr>
          <p:spPr>
            <a:xfrm>
              <a:off x="7032536" y="1781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5" name="pt24315"/>
            <p:cNvSpPr/>
            <p:nvPr/>
          </p:nvSpPr>
          <p:spPr>
            <a:xfrm>
              <a:off x="7265380" y="213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6" name="pt24316"/>
            <p:cNvSpPr/>
            <p:nvPr/>
          </p:nvSpPr>
          <p:spPr>
            <a:xfrm>
              <a:off x="7362984" y="2515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7" name="pt24317"/>
            <p:cNvSpPr/>
            <p:nvPr/>
          </p:nvSpPr>
          <p:spPr>
            <a:xfrm>
              <a:off x="7042593" y="2115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8" name="pt24318"/>
            <p:cNvSpPr/>
            <p:nvPr/>
          </p:nvSpPr>
          <p:spPr>
            <a:xfrm>
              <a:off x="7183762" y="2102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9" name="pt24319"/>
            <p:cNvSpPr/>
            <p:nvPr/>
          </p:nvSpPr>
          <p:spPr>
            <a:xfrm>
              <a:off x="6953372" y="2254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0" name="pt24320"/>
            <p:cNvSpPr/>
            <p:nvPr/>
          </p:nvSpPr>
          <p:spPr>
            <a:xfrm>
              <a:off x="7558118" y="1824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1" name="pt24321"/>
            <p:cNvSpPr/>
            <p:nvPr/>
          </p:nvSpPr>
          <p:spPr>
            <a:xfrm>
              <a:off x="7012715" y="1914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2" name="pt24322"/>
            <p:cNvSpPr/>
            <p:nvPr/>
          </p:nvSpPr>
          <p:spPr>
            <a:xfrm>
              <a:off x="7170060" y="1948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3" name="pt24323"/>
            <p:cNvSpPr/>
            <p:nvPr/>
          </p:nvSpPr>
          <p:spPr>
            <a:xfrm>
              <a:off x="6836958" y="1961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4" name="pt24324"/>
            <p:cNvSpPr/>
            <p:nvPr/>
          </p:nvSpPr>
          <p:spPr>
            <a:xfrm>
              <a:off x="7344223" y="2085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5" name="pt24325"/>
            <p:cNvSpPr/>
            <p:nvPr/>
          </p:nvSpPr>
          <p:spPr>
            <a:xfrm>
              <a:off x="7183086" y="2020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6" name="pt24326"/>
            <p:cNvSpPr/>
            <p:nvPr/>
          </p:nvSpPr>
          <p:spPr>
            <a:xfrm>
              <a:off x="7304245" y="1990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7" name="pt24327"/>
            <p:cNvSpPr/>
            <p:nvPr/>
          </p:nvSpPr>
          <p:spPr>
            <a:xfrm>
              <a:off x="7176861" y="2109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8" name="pt24328"/>
            <p:cNvSpPr/>
            <p:nvPr/>
          </p:nvSpPr>
          <p:spPr>
            <a:xfrm>
              <a:off x="7149568" y="2305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9" name="pt24329"/>
            <p:cNvSpPr/>
            <p:nvPr/>
          </p:nvSpPr>
          <p:spPr>
            <a:xfrm>
              <a:off x="7143932" y="2185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0" name="pt24330"/>
            <p:cNvSpPr/>
            <p:nvPr/>
          </p:nvSpPr>
          <p:spPr>
            <a:xfrm>
              <a:off x="7084795" y="2107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1" name="pt24331"/>
            <p:cNvSpPr/>
            <p:nvPr/>
          </p:nvSpPr>
          <p:spPr>
            <a:xfrm>
              <a:off x="6938915" y="1951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2" name="pt24332"/>
            <p:cNvSpPr/>
            <p:nvPr/>
          </p:nvSpPr>
          <p:spPr>
            <a:xfrm>
              <a:off x="6882435" y="2158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3" name="pt24333"/>
            <p:cNvSpPr/>
            <p:nvPr/>
          </p:nvSpPr>
          <p:spPr>
            <a:xfrm>
              <a:off x="7195617" y="2104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4" name="pt24334"/>
            <p:cNvSpPr/>
            <p:nvPr/>
          </p:nvSpPr>
          <p:spPr>
            <a:xfrm>
              <a:off x="7032225" y="1791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5" name="pt24335"/>
            <p:cNvSpPr/>
            <p:nvPr/>
          </p:nvSpPr>
          <p:spPr>
            <a:xfrm>
              <a:off x="7176041" y="2086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6" name="pt24336"/>
            <p:cNvSpPr/>
            <p:nvPr/>
          </p:nvSpPr>
          <p:spPr>
            <a:xfrm>
              <a:off x="7032101" y="1970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7" name="pt24337"/>
            <p:cNvSpPr/>
            <p:nvPr/>
          </p:nvSpPr>
          <p:spPr>
            <a:xfrm>
              <a:off x="7147004" y="2222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8" name="pt24338"/>
            <p:cNvSpPr/>
            <p:nvPr/>
          </p:nvSpPr>
          <p:spPr>
            <a:xfrm>
              <a:off x="7298072" y="2028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9" name="pt24339"/>
            <p:cNvSpPr/>
            <p:nvPr/>
          </p:nvSpPr>
          <p:spPr>
            <a:xfrm>
              <a:off x="7017224" y="2057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0" name="pt24340"/>
            <p:cNvSpPr/>
            <p:nvPr/>
          </p:nvSpPr>
          <p:spPr>
            <a:xfrm>
              <a:off x="7302109" y="2074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1" name="pt24341"/>
            <p:cNvSpPr/>
            <p:nvPr/>
          </p:nvSpPr>
          <p:spPr>
            <a:xfrm>
              <a:off x="7082247" y="2048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2" name="pt24342"/>
            <p:cNvSpPr/>
            <p:nvPr/>
          </p:nvSpPr>
          <p:spPr>
            <a:xfrm>
              <a:off x="7050850" y="2246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3" name="pt24343"/>
            <p:cNvSpPr/>
            <p:nvPr/>
          </p:nvSpPr>
          <p:spPr>
            <a:xfrm>
              <a:off x="7092398" y="2233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4" name="pt24344"/>
            <p:cNvSpPr/>
            <p:nvPr/>
          </p:nvSpPr>
          <p:spPr>
            <a:xfrm>
              <a:off x="7067115" y="2042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5" name="pt24345"/>
            <p:cNvSpPr/>
            <p:nvPr/>
          </p:nvSpPr>
          <p:spPr>
            <a:xfrm>
              <a:off x="6746843" y="1854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6" name="pt24346"/>
            <p:cNvSpPr/>
            <p:nvPr/>
          </p:nvSpPr>
          <p:spPr>
            <a:xfrm>
              <a:off x="7100112" y="2136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7" name="pt24347"/>
            <p:cNvSpPr/>
            <p:nvPr/>
          </p:nvSpPr>
          <p:spPr>
            <a:xfrm>
              <a:off x="7171636" y="1952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8" name="pt24348"/>
            <p:cNvSpPr/>
            <p:nvPr/>
          </p:nvSpPr>
          <p:spPr>
            <a:xfrm>
              <a:off x="7170208" y="1911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9" name="pt24349"/>
            <p:cNvSpPr/>
            <p:nvPr/>
          </p:nvSpPr>
          <p:spPr>
            <a:xfrm>
              <a:off x="7058986" y="1975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0" name="pt24350"/>
            <p:cNvSpPr/>
            <p:nvPr/>
          </p:nvSpPr>
          <p:spPr>
            <a:xfrm>
              <a:off x="7215040" y="2216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1" name="pt24351"/>
            <p:cNvSpPr/>
            <p:nvPr/>
          </p:nvSpPr>
          <p:spPr>
            <a:xfrm>
              <a:off x="7249745" y="2053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2" name="pt24352"/>
            <p:cNvSpPr/>
            <p:nvPr/>
          </p:nvSpPr>
          <p:spPr>
            <a:xfrm>
              <a:off x="7252819" y="1995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3" name="pt24353"/>
            <p:cNvSpPr/>
            <p:nvPr/>
          </p:nvSpPr>
          <p:spPr>
            <a:xfrm>
              <a:off x="7077509" y="2150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4" name="pt24354"/>
            <p:cNvSpPr/>
            <p:nvPr/>
          </p:nvSpPr>
          <p:spPr>
            <a:xfrm>
              <a:off x="7138050" y="2230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5" name="pt24355"/>
            <p:cNvSpPr/>
            <p:nvPr/>
          </p:nvSpPr>
          <p:spPr>
            <a:xfrm>
              <a:off x="7160964" y="2045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6" name="pt24356"/>
            <p:cNvSpPr/>
            <p:nvPr/>
          </p:nvSpPr>
          <p:spPr>
            <a:xfrm>
              <a:off x="7278317" y="2078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7" name="pt24357"/>
            <p:cNvSpPr/>
            <p:nvPr/>
          </p:nvSpPr>
          <p:spPr>
            <a:xfrm>
              <a:off x="7430390" y="2254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8" name="pt24358"/>
            <p:cNvSpPr/>
            <p:nvPr/>
          </p:nvSpPr>
          <p:spPr>
            <a:xfrm>
              <a:off x="7098881" y="2230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9" name="pt24359"/>
            <p:cNvSpPr/>
            <p:nvPr/>
          </p:nvSpPr>
          <p:spPr>
            <a:xfrm>
              <a:off x="7197612" y="2068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0" name="pt24360"/>
            <p:cNvSpPr/>
            <p:nvPr/>
          </p:nvSpPr>
          <p:spPr>
            <a:xfrm>
              <a:off x="7604603" y="2341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1" name="pt24361"/>
            <p:cNvSpPr/>
            <p:nvPr/>
          </p:nvSpPr>
          <p:spPr>
            <a:xfrm>
              <a:off x="7361969" y="2410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2" name="pt24362"/>
            <p:cNvSpPr/>
            <p:nvPr/>
          </p:nvSpPr>
          <p:spPr>
            <a:xfrm>
              <a:off x="6770408" y="2715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3" name="pt24363"/>
            <p:cNvSpPr/>
            <p:nvPr/>
          </p:nvSpPr>
          <p:spPr>
            <a:xfrm>
              <a:off x="7217053" y="2394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4" name="pt24364"/>
            <p:cNvSpPr/>
            <p:nvPr/>
          </p:nvSpPr>
          <p:spPr>
            <a:xfrm>
              <a:off x="7321506" y="2028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5" name="pt24365"/>
            <p:cNvSpPr/>
            <p:nvPr/>
          </p:nvSpPr>
          <p:spPr>
            <a:xfrm>
              <a:off x="7255938" y="1958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6" name="pt24366"/>
            <p:cNvSpPr/>
            <p:nvPr/>
          </p:nvSpPr>
          <p:spPr>
            <a:xfrm>
              <a:off x="6822908" y="1976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7" name="pt24367"/>
            <p:cNvSpPr/>
            <p:nvPr/>
          </p:nvSpPr>
          <p:spPr>
            <a:xfrm>
              <a:off x="7129945" y="2039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8" name="pt24368"/>
            <p:cNvSpPr/>
            <p:nvPr/>
          </p:nvSpPr>
          <p:spPr>
            <a:xfrm>
              <a:off x="7187688" y="2157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9" name="pt24369"/>
            <p:cNvSpPr/>
            <p:nvPr/>
          </p:nvSpPr>
          <p:spPr>
            <a:xfrm>
              <a:off x="7067181" y="2082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0" name="pt24370"/>
            <p:cNvSpPr/>
            <p:nvPr/>
          </p:nvSpPr>
          <p:spPr>
            <a:xfrm>
              <a:off x="7290319" y="1932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1" name="pt24371"/>
            <p:cNvSpPr/>
            <p:nvPr/>
          </p:nvSpPr>
          <p:spPr>
            <a:xfrm>
              <a:off x="7197185" y="2072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2" name="pt24372"/>
            <p:cNvSpPr/>
            <p:nvPr/>
          </p:nvSpPr>
          <p:spPr>
            <a:xfrm>
              <a:off x="7251439" y="2056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3" name="pt24373"/>
            <p:cNvSpPr/>
            <p:nvPr/>
          </p:nvSpPr>
          <p:spPr>
            <a:xfrm>
              <a:off x="7165888" y="2119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4" name="pt24374"/>
            <p:cNvSpPr/>
            <p:nvPr/>
          </p:nvSpPr>
          <p:spPr>
            <a:xfrm>
              <a:off x="7057533" y="2226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5" name="pt24375"/>
            <p:cNvSpPr/>
            <p:nvPr/>
          </p:nvSpPr>
          <p:spPr>
            <a:xfrm>
              <a:off x="7092551" y="2233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6" name="pt24376"/>
            <p:cNvSpPr/>
            <p:nvPr/>
          </p:nvSpPr>
          <p:spPr>
            <a:xfrm>
              <a:off x="7084769" y="2107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7" name="pt24377"/>
            <p:cNvSpPr/>
            <p:nvPr/>
          </p:nvSpPr>
          <p:spPr>
            <a:xfrm>
              <a:off x="6708409" y="1825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8" name="pt24378"/>
            <p:cNvSpPr/>
            <p:nvPr/>
          </p:nvSpPr>
          <p:spPr>
            <a:xfrm>
              <a:off x="7184289" y="2135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9" name="pt24379"/>
            <p:cNvSpPr/>
            <p:nvPr/>
          </p:nvSpPr>
          <p:spPr>
            <a:xfrm>
              <a:off x="6984705" y="2046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0" name="pt24380"/>
            <p:cNvSpPr/>
            <p:nvPr/>
          </p:nvSpPr>
          <p:spPr>
            <a:xfrm>
              <a:off x="6959178" y="2029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1" name="pt24381"/>
            <p:cNvSpPr/>
            <p:nvPr/>
          </p:nvSpPr>
          <p:spPr>
            <a:xfrm>
              <a:off x="7190757" y="2034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2" name="pt24382"/>
            <p:cNvSpPr/>
            <p:nvPr/>
          </p:nvSpPr>
          <p:spPr>
            <a:xfrm>
              <a:off x="7042427" y="2195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3" name="pt24383"/>
            <p:cNvSpPr/>
            <p:nvPr/>
          </p:nvSpPr>
          <p:spPr>
            <a:xfrm>
              <a:off x="7008365" y="2004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4" name="pt24384"/>
            <p:cNvSpPr/>
            <p:nvPr/>
          </p:nvSpPr>
          <p:spPr>
            <a:xfrm>
              <a:off x="7051891" y="2424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5" name="pt24385"/>
            <p:cNvSpPr/>
            <p:nvPr/>
          </p:nvSpPr>
          <p:spPr>
            <a:xfrm>
              <a:off x="7149738" y="243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6" name="pt24386"/>
            <p:cNvSpPr/>
            <p:nvPr/>
          </p:nvSpPr>
          <p:spPr>
            <a:xfrm>
              <a:off x="6938561" y="2098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7" name="pt24387"/>
            <p:cNvSpPr/>
            <p:nvPr/>
          </p:nvSpPr>
          <p:spPr>
            <a:xfrm>
              <a:off x="6994296" y="2078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8" name="pt24388"/>
            <p:cNvSpPr/>
            <p:nvPr/>
          </p:nvSpPr>
          <p:spPr>
            <a:xfrm>
              <a:off x="7166273" y="2040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9" name="pt24389"/>
            <p:cNvSpPr/>
            <p:nvPr/>
          </p:nvSpPr>
          <p:spPr>
            <a:xfrm>
              <a:off x="7056822" y="2251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0" name="pt24390"/>
            <p:cNvSpPr/>
            <p:nvPr/>
          </p:nvSpPr>
          <p:spPr>
            <a:xfrm>
              <a:off x="6739610" y="2216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1" name="pt24391"/>
            <p:cNvSpPr/>
            <p:nvPr/>
          </p:nvSpPr>
          <p:spPr>
            <a:xfrm>
              <a:off x="6925234" y="2250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2" name="pt24392"/>
            <p:cNvSpPr/>
            <p:nvPr/>
          </p:nvSpPr>
          <p:spPr>
            <a:xfrm>
              <a:off x="7252427" y="1994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3" name="pt24393"/>
            <p:cNvSpPr/>
            <p:nvPr/>
          </p:nvSpPr>
          <p:spPr>
            <a:xfrm>
              <a:off x="7122358" y="2113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4" name="pt24394"/>
            <p:cNvSpPr/>
            <p:nvPr/>
          </p:nvSpPr>
          <p:spPr>
            <a:xfrm>
              <a:off x="7184599" y="2176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5" name="pt24395"/>
            <p:cNvSpPr/>
            <p:nvPr/>
          </p:nvSpPr>
          <p:spPr>
            <a:xfrm>
              <a:off x="7353312" y="2006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6" name="pt24396"/>
            <p:cNvSpPr/>
            <p:nvPr/>
          </p:nvSpPr>
          <p:spPr>
            <a:xfrm>
              <a:off x="7129005" y="2154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7" name="pt24397"/>
            <p:cNvSpPr/>
            <p:nvPr/>
          </p:nvSpPr>
          <p:spPr>
            <a:xfrm>
              <a:off x="7112981" y="2097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8" name="pt24398"/>
            <p:cNvSpPr/>
            <p:nvPr/>
          </p:nvSpPr>
          <p:spPr>
            <a:xfrm>
              <a:off x="7190827" y="2030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9" name="pt24399"/>
            <p:cNvSpPr/>
            <p:nvPr/>
          </p:nvSpPr>
          <p:spPr>
            <a:xfrm>
              <a:off x="7077633" y="2138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0" name="pt24400"/>
            <p:cNvSpPr/>
            <p:nvPr/>
          </p:nvSpPr>
          <p:spPr>
            <a:xfrm>
              <a:off x="7170839" y="1947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1" name="pt24401"/>
            <p:cNvSpPr/>
            <p:nvPr/>
          </p:nvSpPr>
          <p:spPr>
            <a:xfrm>
              <a:off x="7308243" y="1950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2" name="pt24402"/>
            <p:cNvSpPr/>
            <p:nvPr/>
          </p:nvSpPr>
          <p:spPr>
            <a:xfrm>
              <a:off x="7252593" y="2043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3" name="pt24403"/>
            <p:cNvSpPr/>
            <p:nvPr/>
          </p:nvSpPr>
          <p:spPr>
            <a:xfrm>
              <a:off x="7160088" y="219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4" name="pt24404"/>
            <p:cNvSpPr/>
            <p:nvPr/>
          </p:nvSpPr>
          <p:spPr>
            <a:xfrm>
              <a:off x="7131919" y="2140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5" name="pt24405"/>
            <p:cNvSpPr/>
            <p:nvPr/>
          </p:nvSpPr>
          <p:spPr>
            <a:xfrm>
              <a:off x="7158155" y="2002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6" name="pt24406"/>
            <p:cNvSpPr/>
            <p:nvPr/>
          </p:nvSpPr>
          <p:spPr>
            <a:xfrm>
              <a:off x="7124018" y="2134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7" name="pt24407"/>
            <p:cNvSpPr/>
            <p:nvPr/>
          </p:nvSpPr>
          <p:spPr>
            <a:xfrm>
              <a:off x="7090790" y="2156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8" name="pt24408"/>
            <p:cNvSpPr/>
            <p:nvPr/>
          </p:nvSpPr>
          <p:spPr>
            <a:xfrm>
              <a:off x="7121275" y="2106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9" name="pt24409"/>
            <p:cNvSpPr/>
            <p:nvPr/>
          </p:nvSpPr>
          <p:spPr>
            <a:xfrm>
              <a:off x="6930177" y="2172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0" name="pt24410"/>
            <p:cNvSpPr/>
            <p:nvPr/>
          </p:nvSpPr>
          <p:spPr>
            <a:xfrm>
              <a:off x="7248447" y="2158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1" name="pt24411"/>
            <p:cNvSpPr/>
            <p:nvPr/>
          </p:nvSpPr>
          <p:spPr>
            <a:xfrm>
              <a:off x="7607227" y="2580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2" name="pt24412"/>
            <p:cNvSpPr/>
            <p:nvPr/>
          </p:nvSpPr>
          <p:spPr>
            <a:xfrm>
              <a:off x="7062986" y="1738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3" name="pt24413"/>
            <p:cNvSpPr/>
            <p:nvPr/>
          </p:nvSpPr>
          <p:spPr>
            <a:xfrm>
              <a:off x="7300663" y="1980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4" name="pt24414"/>
            <p:cNvSpPr/>
            <p:nvPr/>
          </p:nvSpPr>
          <p:spPr>
            <a:xfrm>
              <a:off x="7675745" y="2303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5" name="pt24415"/>
            <p:cNvSpPr/>
            <p:nvPr/>
          </p:nvSpPr>
          <p:spPr>
            <a:xfrm>
              <a:off x="7502220" y="2650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6" name="pt24416"/>
            <p:cNvSpPr/>
            <p:nvPr/>
          </p:nvSpPr>
          <p:spPr>
            <a:xfrm>
              <a:off x="6942591" y="2181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7" name="pt24417"/>
            <p:cNvSpPr/>
            <p:nvPr/>
          </p:nvSpPr>
          <p:spPr>
            <a:xfrm>
              <a:off x="7089450" y="220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8" name="pt24418"/>
            <p:cNvSpPr/>
            <p:nvPr/>
          </p:nvSpPr>
          <p:spPr>
            <a:xfrm>
              <a:off x="7033456" y="2056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9" name="pt24419"/>
            <p:cNvSpPr/>
            <p:nvPr/>
          </p:nvSpPr>
          <p:spPr>
            <a:xfrm>
              <a:off x="6957029" y="2023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0" name="pt24420"/>
            <p:cNvSpPr/>
            <p:nvPr/>
          </p:nvSpPr>
          <p:spPr>
            <a:xfrm>
              <a:off x="7228514" y="2230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1" name="pt24421"/>
            <p:cNvSpPr/>
            <p:nvPr/>
          </p:nvSpPr>
          <p:spPr>
            <a:xfrm>
              <a:off x="7196391" y="2049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2" name="pt24422"/>
            <p:cNvSpPr/>
            <p:nvPr/>
          </p:nvSpPr>
          <p:spPr>
            <a:xfrm>
              <a:off x="7177369" y="2083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3" name="pt24423"/>
            <p:cNvSpPr/>
            <p:nvPr/>
          </p:nvSpPr>
          <p:spPr>
            <a:xfrm>
              <a:off x="7326060" y="2100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4" name="pt24424"/>
            <p:cNvSpPr/>
            <p:nvPr/>
          </p:nvSpPr>
          <p:spPr>
            <a:xfrm>
              <a:off x="7159716" y="2152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5" name="pt24425"/>
            <p:cNvSpPr/>
            <p:nvPr/>
          </p:nvSpPr>
          <p:spPr>
            <a:xfrm>
              <a:off x="6981020" y="2007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6" name="pt24426"/>
            <p:cNvSpPr/>
            <p:nvPr/>
          </p:nvSpPr>
          <p:spPr>
            <a:xfrm>
              <a:off x="6778909" y="273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7" name="pt24427"/>
            <p:cNvSpPr/>
            <p:nvPr/>
          </p:nvSpPr>
          <p:spPr>
            <a:xfrm>
              <a:off x="7364302" y="250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8" name="pt24428"/>
            <p:cNvSpPr/>
            <p:nvPr/>
          </p:nvSpPr>
          <p:spPr>
            <a:xfrm>
              <a:off x="6991731" y="2020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9" name="pt24429"/>
            <p:cNvSpPr/>
            <p:nvPr/>
          </p:nvSpPr>
          <p:spPr>
            <a:xfrm>
              <a:off x="6861487" y="1982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0" name="pt24430"/>
            <p:cNvSpPr/>
            <p:nvPr/>
          </p:nvSpPr>
          <p:spPr>
            <a:xfrm>
              <a:off x="6813630" y="237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1" name="pt24431"/>
            <p:cNvSpPr/>
            <p:nvPr/>
          </p:nvSpPr>
          <p:spPr>
            <a:xfrm>
              <a:off x="7160761" y="1972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2" name="pt24432"/>
            <p:cNvSpPr/>
            <p:nvPr/>
          </p:nvSpPr>
          <p:spPr>
            <a:xfrm>
              <a:off x="7003010" y="198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3" name="pt24433"/>
            <p:cNvSpPr/>
            <p:nvPr/>
          </p:nvSpPr>
          <p:spPr>
            <a:xfrm>
              <a:off x="7128888" y="2096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4" name="pt24434"/>
            <p:cNvSpPr/>
            <p:nvPr/>
          </p:nvSpPr>
          <p:spPr>
            <a:xfrm>
              <a:off x="7181811" y="2079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5" name="pt24435"/>
            <p:cNvSpPr/>
            <p:nvPr/>
          </p:nvSpPr>
          <p:spPr>
            <a:xfrm>
              <a:off x="7474470" y="2409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6" name="pt24436"/>
            <p:cNvSpPr/>
            <p:nvPr/>
          </p:nvSpPr>
          <p:spPr>
            <a:xfrm>
              <a:off x="6979048" y="2041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7" name="pt24437"/>
            <p:cNvSpPr/>
            <p:nvPr/>
          </p:nvSpPr>
          <p:spPr>
            <a:xfrm>
              <a:off x="7133347" y="2047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8" name="pt24438"/>
            <p:cNvSpPr/>
            <p:nvPr/>
          </p:nvSpPr>
          <p:spPr>
            <a:xfrm>
              <a:off x="7107871" y="212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9" name="pt24439"/>
            <p:cNvSpPr/>
            <p:nvPr/>
          </p:nvSpPr>
          <p:spPr>
            <a:xfrm>
              <a:off x="6930562" y="2234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0" name="pt24440"/>
            <p:cNvSpPr/>
            <p:nvPr/>
          </p:nvSpPr>
          <p:spPr>
            <a:xfrm>
              <a:off x="6995649" y="2086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1" name="pt24441"/>
            <p:cNvSpPr/>
            <p:nvPr/>
          </p:nvSpPr>
          <p:spPr>
            <a:xfrm>
              <a:off x="6992655" y="1926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2" name="pt24442"/>
            <p:cNvSpPr/>
            <p:nvPr/>
          </p:nvSpPr>
          <p:spPr>
            <a:xfrm>
              <a:off x="6738189" y="2017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3" name="pt24443"/>
            <p:cNvSpPr/>
            <p:nvPr/>
          </p:nvSpPr>
          <p:spPr>
            <a:xfrm>
              <a:off x="7114150" y="2119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4" name="pt24444"/>
            <p:cNvSpPr/>
            <p:nvPr/>
          </p:nvSpPr>
          <p:spPr>
            <a:xfrm>
              <a:off x="6845479" y="2258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5" name="pt24445"/>
            <p:cNvSpPr/>
            <p:nvPr/>
          </p:nvSpPr>
          <p:spPr>
            <a:xfrm>
              <a:off x="7303260" y="2015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6" name="pt24446"/>
            <p:cNvSpPr/>
            <p:nvPr/>
          </p:nvSpPr>
          <p:spPr>
            <a:xfrm>
              <a:off x="7149773" y="2338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7" name="pt24447"/>
            <p:cNvSpPr/>
            <p:nvPr/>
          </p:nvSpPr>
          <p:spPr>
            <a:xfrm>
              <a:off x="7306848" y="1934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8" name="pt24448"/>
            <p:cNvSpPr/>
            <p:nvPr/>
          </p:nvSpPr>
          <p:spPr>
            <a:xfrm>
              <a:off x="7082522" y="2105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9" name="pt24449"/>
            <p:cNvSpPr/>
            <p:nvPr/>
          </p:nvSpPr>
          <p:spPr>
            <a:xfrm>
              <a:off x="7074475" y="1946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0" name="pt24450"/>
            <p:cNvSpPr/>
            <p:nvPr/>
          </p:nvSpPr>
          <p:spPr>
            <a:xfrm>
              <a:off x="7066998" y="2057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1" name="pt24451"/>
            <p:cNvSpPr/>
            <p:nvPr/>
          </p:nvSpPr>
          <p:spPr>
            <a:xfrm>
              <a:off x="6787839" y="2383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2" name="pt24452"/>
            <p:cNvSpPr/>
            <p:nvPr/>
          </p:nvSpPr>
          <p:spPr>
            <a:xfrm>
              <a:off x="6885462" y="1930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3" name="pt24453"/>
            <p:cNvSpPr/>
            <p:nvPr/>
          </p:nvSpPr>
          <p:spPr>
            <a:xfrm>
              <a:off x="7096488" y="2173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4" name="pt24454"/>
            <p:cNvSpPr/>
            <p:nvPr/>
          </p:nvSpPr>
          <p:spPr>
            <a:xfrm>
              <a:off x="6944047" y="2149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5" name="pt24455"/>
            <p:cNvSpPr/>
            <p:nvPr/>
          </p:nvSpPr>
          <p:spPr>
            <a:xfrm>
              <a:off x="7270186" y="2007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6" name="pt24456"/>
            <p:cNvSpPr/>
            <p:nvPr/>
          </p:nvSpPr>
          <p:spPr>
            <a:xfrm>
              <a:off x="7121211" y="2152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7" name="pt24457"/>
            <p:cNvSpPr/>
            <p:nvPr/>
          </p:nvSpPr>
          <p:spPr>
            <a:xfrm>
              <a:off x="7498331" y="214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8" name="pt24458"/>
            <p:cNvSpPr/>
            <p:nvPr/>
          </p:nvSpPr>
          <p:spPr>
            <a:xfrm>
              <a:off x="7175219" y="1969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9" name="pt24459"/>
            <p:cNvSpPr/>
            <p:nvPr/>
          </p:nvSpPr>
          <p:spPr>
            <a:xfrm>
              <a:off x="7254608" y="1975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0" name="pt24460"/>
            <p:cNvSpPr/>
            <p:nvPr/>
          </p:nvSpPr>
          <p:spPr>
            <a:xfrm>
              <a:off x="7342868" y="2130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1" name="pt24461"/>
            <p:cNvSpPr/>
            <p:nvPr/>
          </p:nvSpPr>
          <p:spPr>
            <a:xfrm>
              <a:off x="6999266" y="1983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2" name="pt24462"/>
            <p:cNvSpPr/>
            <p:nvPr/>
          </p:nvSpPr>
          <p:spPr>
            <a:xfrm>
              <a:off x="6994383" y="2186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3" name="pt24463"/>
            <p:cNvSpPr/>
            <p:nvPr/>
          </p:nvSpPr>
          <p:spPr>
            <a:xfrm>
              <a:off x="6931588" y="2227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4" name="pt24464"/>
            <p:cNvSpPr/>
            <p:nvPr/>
          </p:nvSpPr>
          <p:spPr>
            <a:xfrm>
              <a:off x="6856551" y="2443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5" name="pt24465"/>
            <p:cNvSpPr/>
            <p:nvPr/>
          </p:nvSpPr>
          <p:spPr>
            <a:xfrm>
              <a:off x="7345576" y="2143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6" name="pt24466"/>
            <p:cNvSpPr/>
            <p:nvPr/>
          </p:nvSpPr>
          <p:spPr>
            <a:xfrm>
              <a:off x="7463329" y="2644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7" name="pt24467"/>
            <p:cNvSpPr/>
            <p:nvPr/>
          </p:nvSpPr>
          <p:spPr>
            <a:xfrm>
              <a:off x="7099468" y="2080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8" name="pt24468"/>
            <p:cNvSpPr/>
            <p:nvPr/>
          </p:nvSpPr>
          <p:spPr>
            <a:xfrm>
              <a:off x="7311348" y="2120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9" name="pt24469"/>
            <p:cNvSpPr/>
            <p:nvPr/>
          </p:nvSpPr>
          <p:spPr>
            <a:xfrm>
              <a:off x="7505974" y="2148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0" name="pt24470"/>
            <p:cNvSpPr/>
            <p:nvPr/>
          </p:nvSpPr>
          <p:spPr>
            <a:xfrm>
              <a:off x="7074046" y="2227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1" name="pt24471"/>
            <p:cNvSpPr/>
            <p:nvPr/>
          </p:nvSpPr>
          <p:spPr>
            <a:xfrm>
              <a:off x="7115261" y="211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2" name="pt24472"/>
            <p:cNvSpPr/>
            <p:nvPr/>
          </p:nvSpPr>
          <p:spPr>
            <a:xfrm>
              <a:off x="7537028" y="2619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3" name="pt24473"/>
            <p:cNvSpPr/>
            <p:nvPr/>
          </p:nvSpPr>
          <p:spPr>
            <a:xfrm>
              <a:off x="6916171" y="2069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4" name="pt24474"/>
            <p:cNvSpPr/>
            <p:nvPr/>
          </p:nvSpPr>
          <p:spPr>
            <a:xfrm>
              <a:off x="7393702" y="2124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5" name="pt24475"/>
            <p:cNvSpPr/>
            <p:nvPr/>
          </p:nvSpPr>
          <p:spPr>
            <a:xfrm>
              <a:off x="7276457" y="2059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6" name="pt24476"/>
            <p:cNvSpPr/>
            <p:nvPr/>
          </p:nvSpPr>
          <p:spPr>
            <a:xfrm>
              <a:off x="7021430" y="1944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7" name="pt24477"/>
            <p:cNvSpPr/>
            <p:nvPr/>
          </p:nvSpPr>
          <p:spPr>
            <a:xfrm>
              <a:off x="7257760" y="2094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8" name="pt24478"/>
            <p:cNvSpPr/>
            <p:nvPr/>
          </p:nvSpPr>
          <p:spPr>
            <a:xfrm>
              <a:off x="7161122" y="2123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9" name="pt24479"/>
            <p:cNvSpPr/>
            <p:nvPr/>
          </p:nvSpPr>
          <p:spPr>
            <a:xfrm>
              <a:off x="7117064" y="2180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0" name="pt24480"/>
            <p:cNvSpPr/>
            <p:nvPr/>
          </p:nvSpPr>
          <p:spPr>
            <a:xfrm>
              <a:off x="7232490" y="2258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1" name="pt24481"/>
            <p:cNvSpPr/>
            <p:nvPr/>
          </p:nvSpPr>
          <p:spPr>
            <a:xfrm>
              <a:off x="7119861" y="2190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2" name="pt24482"/>
            <p:cNvSpPr/>
            <p:nvPr/>
          </p:nvSpPr>
          <p:spPr>
            <a:xfrm>
              <a:off x="6994181" y="2043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3" name="pt24483"/>
            <p:cNvSpPr/>
            <p:nvPr/>
          </p:nvSpPr>
          <p:spPr>
            <a:xfrm>
              <a:off x="7056191" y="2266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4" name="pt24484"/>
            <p:cNvSpPr/>
            <p:nvPr/>
          </p:nvSpPr>
          <p:spPr>
            <a:xfrm>
              <a:off x="7123673" y="2134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5" name="pt24485"/>
            <p:cNvSpPr/>
            <p:nvPr/>
          </p:nvSpPr>
          <p:spPr>
            <a:xfrm>
              <a:off x="7326728" y="1972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6" name="pt24486"/>
            <p:cNvSpPr/>
            <p:nvPr/>
          </p:nvSpPr>
          <p:spPr>
            <a:xfrm>
              <a:off x="7108052" y="213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7" name="pt24487"/>
            <p:cNvSpPr/>
            <p:nvPr/>
          </p:nvSpPr>
          <p:spPr>
            <a:xfrm>
              <a:off x="7118107" y="2164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8" name="pt24488"/>
            <p:cNvSpPr/>
            <p:nvPr/>
          </p:nvSpPr>
          <p:spPr>
            <a:xfrm>
              <a:off x="7089653" y="2231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9" name="pt24489"/>
            <p:cNvSpPr/>
            <p:nvPr/>
          </p:nvSpPr>
          <p:spPr>
            <a:xfrm>
              <a:off x="7140920" y="210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0" name="pt24490"/>
            <p:cNvSpPr/>
            <p:nvPr/>
          </p:nvSpPr>
          <p:spPr>
            <a:xfrm>
              <a:off x="6962417" y="1969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1" name="pt24491"/>
            <p:cNvSpPr/>
            <p:nvPr/>
          </p:nvSpPr>
          <p:spPr>
            <a:xfrm>
              <a:off x="7109023" y="2119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2" name="pt24492"/>
            <p:cNvSpPr/>
            <p:nvPr/>
          </p:nvSpPr>
          <p:spPr>
            <a:xfrm>
              <a:off x="7329642" y="1944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3" name="pt24493"/>
            <p:cNvSpPr/>
            <p:nvPr/>
          </p:nvSpPr>
          <p:spPr>
            <a:xfrm>
              <a:off x="7172686" y="1987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4" name="pt24494"/>
            <p:cNvSpPr/>
            <p:nvPr/>
          </p:nvSpPr>
          <p:spPr>
            <a:xfrm>
              <a:off x="7818790" y="2142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5" name="pt24495"/>
            <p:cNvSpPr/>
            <p:nvPr/>
          </p:nvSpPr>
          <p:spPr>
            <a:xfrm>
              <a:off x="7138498" y="2144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6" name="pt24496"/>
            <p:cNvSpPr/>
            <p:nvPr/>
          </p:nvSpPr>
          <p:spPr>
            <a:xfrm>
              <a:off x="7013875" y="1804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7" name="pt24497"/>
            <p:cNvSpPr/>
            <p:nvPr/>
          </p:nvSpPr>
          <p:spPr>
            <a:xfrm>
              <a:off x="7054273" y="2508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8" name="pt24498"/>
            <p:cNvSpPr/>
            <p:nvPr/>
          </p:nvSpPr>
          <p:spPr>
            <a:xfrm>
              <a:off x="7059832" y="2081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9" name="pt24499"/>
            <p:cNvSpPr/>
            <p:nvPr/>
          </p:nvSpPr>
          <p:spPr>
            <a:xfrm>
              <a:off x="7174648" y="2040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0" name="pt24500"/>
            <p:cNvSpPr/>
            <p:nvPr/>
          </p:nvSpPr>
          <p:spPr>
            <a:xfrm>
              <a:off x="7159002" y="2118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1" name="pt24501"/>
            <p:cNvSpPr/>
            <p:nvPr/>
          </p:nvSpPr>
          <p:spPr>
            <a:xfrm>
              <a:off x="6921391" y="2230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2" name="pt24502"/>
            <p:cNvSpPr/>
            <p:nvPr/>
          </p:nvSpPr>
          <p:spPr>
            <a:xfrm>
              <a:off x="7032313" y="1805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3" name="pt24503"/>
            <p:cNvSpPr/>
            <p:nvPr/>
          </p:nvSpPr>
          <p:spPr>
            <a:xfrm>
              <a:off x="7107013" y="2230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4" name="pt24504"/>
            <p:cNvSpPr/>
            <p:nvPr/>
          </p:nvSpPr>
          <p:spPr>
            <a:xfrm>
              <a:off x="7135028" y="2121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5" name="pt24505"/>
            <p:cNvSpPr/>
            <p:nvPr/>
          </p:nvSpPr>
          <p:spPr>
            <a:xfrm>
              <a:off x="7137877" y="2189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6" name="pt24506"/>
            <p:cNvSpPr/>
            <p:nvPr/>
          </p:nvSpPr>
          <p:spPr>
            <a:xfrm>
              <a:off x="6762269" y="2493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7" name="pt24507"/>
            <p:cNvSpPr/>
            <p:nvPr/>
          </p:nvSpPr>
          <p:spPr>
            <a:xfrm>
              <a:off x="7091792" y="2246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8" name="pt24508"/>
            <p:cNvSpPr/>
            <p:nvPr/>
          </p:nvSpPr>
          <p:spPr>
            <a:xfrm>
              <a:off x="7080093" y="1982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9" name="pt24509"/>
            <p:cNvSpPr/>
            <p:nvPr/>
          </p:nvSpPr>
          <p:spPr>
            <a:xfrm>
              <a:off x="6822071" y="2136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0" name="pt24510"/>
            <p:cNvSpPr/>
            <p:nvPr/>
          </p:nvSpPr>
          <p:spPr>
            <a:xfrm>
              <a:off x="7188588" y="206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1" name="pt24511"/>
            <p:cNvSpPr/>
            <p:nvPr/>
          </p:nvSpPr>
          <p:spPr>
            <a:xfrm>
              <a:off x="6948530" y="192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2" name="pt24512"/>
            <p:cNvSpPr/>
            <p:nvPr/>
          </p:nvSpPr>
          <p:spPr>
            <a:xfrm>
              <a:off x="7013579" y="1736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3" name="pt24513"/>
            <p:cNvSpPr/>
            <p:nvPr/>
          </p:nvSpPr>
          <p:spPr>
            <a:xfrm>
              <a:off x="7335229" y="219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4" name="pt24514"/>
            <p:cNvSpPr/>
            <p:nvPr/>
          </p:nvSpPr>
          <p:spPr>
            <a:xfrm>
              <a:off x="7384594" y="2366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5" name="pt24515"/>
            <p:cNvSpPr/>
            <p:nvPr/>
          </p:nvSpPr>
          <p:spPr>
            <a:xfrm>
              <a:off x="7349796" y="2245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6" name="pt24516"/>
            <p:cNvSpPr/>
            <p:nvPr/>
          </p:nvSpPr>
          <p:spPr>
            <a:xfrm>
              <a:off x="7043767" y="2223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7" name="pt24517"/>
            <p:cNvSpPr/>
            <p:nvPr/>
          </p:nvSpPr>
          <p:spPr>
            <a:xfrm>
              <a:off x="7089224" y="2273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8" name="pt24518"/>
            <p:cNvSpPr/>
            <p:nvPr/>
          </p:nvSpPr>
          <p:spPr>
            <a:xfrm>
              <a:off x="7114802" y="1996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9" name="pt24519"/>
            <p:cNvSpPr/>
            <p:nvPr/>
          </p:nvSpPr>
          <p:spPr>
            <a:xfrm>
              <a:off x="7437753" y="2391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0" name="pt24520"/>
            <p:cNvSpPr/>
            <p:nvPr/>
          </p:nvSpPr>
          <p:spPr>
            <a:xfrm>
              <a:off x="7213971" y="2193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1" name="pt24521"/>
            <p:cNvSpPr/>
            <p:nvPr/>
          </p:nvSpPr>
          <p:spPr>
            <a:xfrm>
              <a:off x="7027454" y="1925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2" name="pt24522"/>
            <p:cNvSpPr/>
            <p:nvPr/>
          </p:nvSpPr>
          <p:spPr>
            <a:xfrm>
              <a:off x="7099533" y="2262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3" name="pt24523"/>
            <p:cNvSpPr/>
            <p:nvPr/>
          </p:nvSpPr>
          <p:spPr>
            <a:xfrm>
              <a:off x="7344722" y="2055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4" name="pt24524"/>
            <p:cNvSpPr/>
            <p:nvPr/>
          </p:nvSpPr>
          <p:spPr>
            <a:xfrm>
              <a:off x="6739949" y="1920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5" name="pt24525"/>
            <p:cNvSpPr/>
            <p:nvPr/>
          </p:nvSpPr>
          <p:spPr>
            <a:xfrm>
              <a:off x="7187341" y="2152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6" name="pt24526"/>
            <p:cNvSpPr/>
            <p:nvPr/>
          </p:nvSpPr>
          <p:spPr>
            <a:xfrm>
              <a:off x="7086582" y="2203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7" name="pt24527"/>
            <p:cNvSpPr/>
            <p:nvPr/>
          </p:nvSpPr>
          <p:spPr>
            <a:xfrm>
              <a:off x="7175027" y="1955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8" name="pt24528"/>
            <p:cNvSpPr/>
            <p:nvPr/>
          </p:nvSpPr>
          <p:spPr>
            <a:xfrm>
              <a:off x="6841429" y="2242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9" name="pt24529"/>
            <p:cNvSpPr/>
            <p:nvPr/>
          </p:nvSpPr>
          <p:spPr>
            <a:xfrm>
              <a:off x="7078580" y="2250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0" name="pt24530"/>
            <p:cNvSpPr/>
            <p:nvPr/>
          </p:nvSpPr>
          <p:spPr>
            <a:xfrm>
              <a:off x="7048525" y="2277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1" name="pt24531"/>
            <p:cNvSpPr/>
            <p:nvPr/>
          </p:nvSpPr>
          <p:spPr>
            <a:xfrm>
              <a:off x="7298904" y="2003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2" name="pt24532"/>
            <p:cNvSpPr/>
            <p:nvPr/>
          </p:nvSpPr>
          <p:spPr>
            <a:xfrm>
              <a:off x="7335448" y="2025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3" name="pt24533"/>
            <p:cNvSpPr/>
            <p:nvPr/>
          </p:nvSpPr>
          <p:spPr>
            <a:xfrm>
              <a:off x="7088925" y="2198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4" name="pt24534"/>
            <p:cNvSpPr/>
            <p:nvPr/>
          </p:nvSpPr>
          <p:spPr>
            <a:xfrm>
              <a:off x="7297083" y="2023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5" name="pt24535"/>
            <p:cNvSpPr/>
            <p:nvPr/>
          </p:nvSpPr>
          <p:spPr>
            <a:xfrm>
              <a:off x="7086717" y="2219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6" name="pt24536"/>
            <p:cNvSpPr/>
            <p:nvPr/>
          </p:nvSpPr>
          <p:spPr>
            <a:xfrm>
              <a:off x="7064773" y="1677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7" name="pt24537"/>
            <p:cNvSpPr/>
            <p:nvPr/>
          </p:nvSpPr>
          <p:spPr>
            <a:xfrm>
              <a:off x="7898222" y="2418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8" name="pt24538"/>
            <p:cNvSpPr/>
            <p:nvPr/>
          </p:nvSpPr>
          <p:spPr>
            <a:xfrm>
              <a:off x="7403824" y="2381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9" name="pt24539"/>
            <p:cNvSpPr/>
            <p:nvPr/>
          </p:nvSpPr>
          <p:spPr>
            <a:xfrm>
              <a:off x="7378558" y="2226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0" name="pt24540"/>
            <p:cNvSpPr/>
            <p:nvPr/>
          </p:nvSpPr>
          <p:spPr>
            <a:xfrm>
              <a:off x="7068885" y="2071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1" name="pt24541"/>
            <p:cNvSpPr/>
            <p:nvPr/>
          </p:nvSpPr>
          <p:spPr>
            <a:xfrm>
              <a:off x="7179145" y="1995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2" name="pt24542"/>
            <p:cNvSpPr/>
            <p:nvPr/>
          </p:nvSpPr>
          <p:spPr>
            <a:xfrm>
              <a:off x="6949462" y="2188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3" name="pt24543"/>
            <p:cNvSpPr/>
            <p:nvPr/>
          </p:nvSpPr>
          <p:spPr>
            <a:xfrm>
              <a:off x="7409484" y="2383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4" name="pt24544"/>
            <p:cNvSpPr/>
            <p:nvPr/>
          </p:nvSpPr>
          <p:spPr>
            <a:xfrm>
              <a:off x="7148067" y="2332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5" name="pt24545"/>
            <p:cNvSpPr/>
            <p:nvPr/>
          </p:nvSpPr>
          <p:spPr>
            <a:xfrm>
              <a:off x="7135253" y="2106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6" name="pt24546"/>
            <p:cNvSpPr/>
            <p:nvPr/>
          </p:nvSpPr>
          <p:spPr>
            <a:xfrm>
              <a:off x="7245016" y="2279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7" name="pt24547"/>
            <p:cNvSpPr/>
            <p:nvPr/>
          </p:nvSpPr>
          <p:spPr>
            <a:xfrm>
              <a:off x="7127959" y="2106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8" name="pt24548"/>
            <p:cNvSpPr/>
            <p:nvPr/>
          </p:nvSpPr>
          <p:spPr>
            <a:xfrm>
              <a:off x="6956630" y="2095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9" name="pt24549"/>
            <p:cNvSpPr/>
            <p:nvPr/>
          </p:nvSpPr>
          <p:spPr>
            <a:xfrm>
              <a:off x="7531206" y="2331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0" name="pt24550"/>
            <p:cNvSpPr/>
            <p:nvPr/>
          </p:nvSpPr>
          <p:spPr>
            <a:xfrm>
              <a:off x="7103136" y="2195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1" name="pt24551"/>
            <p:cNvSpPr/>
            <p:nvPr/>
          </p:nvSpPr>
          <p:spPr>
            <a:xfrm>
              <a:off x="7197930" y="2072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2" name="pt24552"/>
            <p:cNvSpPr/>
            <p:nvPr/>
          </p:nvSpPr>
          <p:spPr>
            <a:xfrm>
              <a:off x="6727383" y="2002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3" name="pt24553"/>
            <p:cNvSpPr/>
            <p:nvPr/>
          </p:nvSpPr>
          <p:spPr>
            <a:xfrm>
              <a:off x="6921268" y="2065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4" name="pt24554"/>
            <p:cNvSpPr/>
            <p:nvPr/>
          </p:nvSpPr>
          <p:spPr>
            <a:xfrm>
              <a:off x="7350597" y="2044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5" name="pt24555"/>
            <p:cNvSpPr/>
            <p:nvPr/>
          </p:nvSpPr>
          <p:spPr>
            <a:xfrm>
              <a:off x="7038960" y="2216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6" name="pt24556"/>
            <p:cNvSpPr/>
            <p:nvPr/>
          </p:nvSpPr>
          <p:spPr>
            <a:xfrm>
              <a:off x="7158493" y="2129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7" name="pt24557"/>
            <p:cNvSpPr/>
            <p:nvPr/>
          </p:nvSpPr>
          <p:spPr>
            <a:xfrm>
              <a:off x="7581458" y="2007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8" name="pt24558"/>
            <p:cNvSpPr/>
            <p:nvPr/>
          </p:nvSpPr>
          <p:spPr>
            <a:xfrm>
              <a:off x="7271522" y="1994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9" name="pt24559"/>
            <p:cNvSpPr/>
            <p:nvPr/>
          </p:nvSpPr>
          <p:spPr>
            <a:xfrm>
              <a:off x="7164487" y="2037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0" name="pt24560"/>
            <p:cNvSpPr/>
            <p:nvPr/>
          </p:nvSpPr>
          <p:spPr>
            <a:xfrm>
              <a:off x="7034784" y="2109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1" name="pt24561"/>
            <p:cNvSpPr/>
            <p:nvPr/>
          </p:nvSpPr>
          <p:spPr>
            <a:xfrm>
              <a:off x="6924209" y="2207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2" name="pt24562"/>
            <p:cNvSpPr/>
            <p:nvPr/>
          </p:nvSpPr>
          <p:spPr>
            <a:xfrm>
              <a:off x="7220617" y="2232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3" name="pt24563"/>
            <p:cNvSpPr/>
            <p:nvPr/>
          </p:nvSpPr>
          <p:spPr>
            <a:xfrm>
              <a:off x="7039214" y="2136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4" name="pt24564"/>
            <p:cNvSpPr/>
            <p:nvPr/>
          </p:nvSpPr>
          <p:spPr>
            <a:xfrm>
              <a:off x="7299950" y="1986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5" name="pt24565"/>
            <p:cNvSpPr/>
            <p:nvPr/>
          </p:nvSpPr>
          <p:spPr>
            <a:xfrm>
              <a:off x="7027203" y="1827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6" name="pt24566"/>
            <p:cNvSpPr/>
            <p:nvPr/>
          </p:nvSpPr>
          <p:spPr>
            <a:xfrm>
              <a:off x="7522458" y="2281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7" name="pt24567"/>
            <p:cNvSpPr/>
            <p:nvPr/>
          </p:nvSpPr>
          <p:spPr>
            <a:xfrm>
              <a:off x="7243818" y="2212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8" name="pt24568"/>
            <p:cNvSpPr/>
            <p:nvPr/>
          </p:nvSpPr>
          <p:spPr>
            <a:xfrm>
              <a:off x="7200006" y="1936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9" name="pt24569"/>
            <p:cNvSpPr/>
            <p:nvPr/>
          </p:nvSpPr>
          <p:spPr>
            <a:xfrm>
              <a:off x="7193169" y="2013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0" name="pt24570"/>
            <p:cNvSpPr/>
            <p:nvPr/>
          </p:nvSpPr>
          <p:spPr>
            <a:xfrm>
              <a:off x="7110536" y="2049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1" name="pt24571"/>
            <p:cNvSpPr/>
            <p:nvPr/>
          </p:nvSpPr>
          <p:spPr>
            <a:xfrm>
              <a:off x="7242266" y="2235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2" name="pt24572"/>
            <p:cNvSpPr/>
            <p:nvPr/>
          </p:nvSpPr>
          <p:spPr>
            <a:xfrm>
              <a:off x="7048500" y="2328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3" name="pt24573"/>
            <p:cNvSpPr/>
            <p:nvPr/>
          </p:nvSpPr>
          <p:spPr>
            <a:xfrm>
              <a:off x="7074989" y="2215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4" name="pt24574"/>
            <p:cNvSpPr/>
            <p:nvPr/>
          </p:nvSpPr>
          <p:spPr>
            <a:xfrm>
              <a:off x="6948142" y="2188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5" name="pt24575"/>
            <p:cNvSpPr/>
            <p:nvPr/>
          </p:nvSpPr>
          <p:spPr>
            <a:xfrm>
              <a:off x="7042609" y="2193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6" name="pt24576"/>
            <p:cNvSpPr/>
            <p:nvPr/>
          </p:nvSpPr>
          <p:spPr>
            <a:xfrm>
              <a:off x="7221093" y="2024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7" name="pt24577"/>
            <p:cNvSpPr/>
            <p:nvPr/>
          </p:nvSpPr>
          <p:spPr>
            <a:xfrm>
              <a:off x="7242117" y="2140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8" name="pt24578"/>
            <p:cNvSpPr/>
            <p:nvPr/>
          </p:nvSpPr>
          <p:spPr>
            <a:xfrm>
              <a:off x="7102256" y="2131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9" name="pt24579"/>
            <p:cNvSpPr/>
            <p:nvPr/>
          </p:nvSpPr>
          <p:spPr>
            <a:xfrm>
              <a:off x="7264895" y="2121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0" name="pt24580"/>
            <p:cNvSpPr/>
            <p:nvPr/>
          </p:nvSpPr>
          <p:spPr>
            <a:xfrm>
              <a:off x="7195571" y="1973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1" name="pt24581"/>
            <p:cNvSpPr/>
            <p:nvPr/>
          </p:nvSpPr>
          <p:spPr>
            <a:xfrm>
              <a:off x="7070906" y="2104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2" name="pt24582"/>
            <p:cNvSpPr/>
            <p:nvPr/>
          </p:nvSpPr>
          <p:spPr>
            <a:xfrm>
              <a:off x="7122979" y="2214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3" name="pt24583"/>
            <p:cNvSpPr/>
            <p:nvPr/>
          </p:nvSpPr>
          <p:spPr>
            <a:xfrm>
              <a:off x="7131138" y="2100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4" name="pt24584"/>
            <p:cNvSpPr/>
            <p:nvPr/>
          </p:nvSpPr>
          <p:spPr>
            <a:xfrm>
              <a:off x="7185769" y="2078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5" name="pt24585"/>
            <p:cNvSpPr/>
            <p:nvPr/>
          </p:nvSpPr>
          <p:spPr>
            <a:xfrm>
              <a:off x="7205712" y="2191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6" name="pt24586"/>
            <p:cNvSpPr/>
            <p:nvPr/>
          </p:nvSpPr>
          <p:spPr>
            <a:xfrm>
              <a:off x="6743915" y="2043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7" name="pt24587"/>
            <p:cNvSpPr/>
            <p:nvPr/>
          </p:nvSpPr>
          <p:spPr>
            <a:xfrm>
              <a:off x="7189032" y="2087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8" name="pt24588"/>
            <p:cNvSpPr/>
            <p:nvPr/>
          </p:nvSpPr>
          <p:spPr>
            <a:xfrm>
              <a:off x="7238489" y="1861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9" name="pt24589"/>
            <p:cNvSpPr/>
            <p:nvPr/>
          </p:nvSpPr>
          <p:spPr>
            <a:xfrm>
              <a:off x="7098681" y="2246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0" name="pt24590"/>
            <p:cNvSpPr/>
            <p:nvPr/>
          </p:nvSpPr>
          <p:spPr>
            <a:xfrm>
              <a:off x="7175163" y="1987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1" name="pt24591"/>
            <p:cNvSpPr/>
            <p:nvPr/>
          </p:nvSpPr>
          <p:spPr>
            <a:xfrm>
              <a:off x="7093734" y="2174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2" name="pt24592"/>
            <p:cNvSpPr/>
            <p:nvPr/>
          </p:nvSpPr>
          <p:spPr>
            <a:xfrm>
              <a:off x="7256211" y="2115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3" name="pt24593"/>
            <p:cNvSpPr/>
            <p:nvPr/>
          </p:nvSpPr>
          <p:spPr>
            <a:xfrm>
              <a:off x="7143095" y="2271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4" name="pt24594"/>
            <p:cNvSpPr/>
            <p:nvPr/>
          </p:nvSpPr>
          <p:spPr>
            <a:xfrm>
              <a:off x="7273708" y="2023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5" name="pt24595"/>
            <p:cNvSpPr/>
            <p:nvPr/>
          </p:nvSpPr>
          <p:spPr>
            <a:xfrm>
              <a:off x="7215878" y="2180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6" name="pt24596"/>
            <p:cNvSpPr/>
            <p:nvPr/>
          </p:nvSpPr>
          <p:spPr>
            <a:xfrm>
              <a:off x="7169093" y="1982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7" name="pt24597"/>
            <p:cNvSpPr/>
            <p:nvPr/>
          </p:nvSpPr>
          <p:spPr>
            <a:xfrm>
              <a:off x="7093510" y="2206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8" name="pt24598"/>
            <p:cNvSpPr/>
            <p:nvPr/>
          </p:nvSpPr>
          <p:spPr>
            <a:xfrm>
              <a:off x="7358880" y="2143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9" name="pt24599"/>
            <p:cNvSpPr/>
            <p:nvPr/>
          </p:nvSpPr>
          <p:spPr>
            <a:xfrm>
              <a:off x="7123226" y="2150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0" name="pt24600"/>
            <p:cNvSpPr/>
            <p:nvPr/>
          </p:nvSpPr>
          <p:spPr>
            <a:xfrm>
              <a:off x="7226210" y="2068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1" name="pt24601"/>
            <p:cNvSpPr/>
            <p:nvPr/>
          </p:nvSpPr>
          <p:spPr>
            <a:xfrm>
              <a:off x="6928605" y="2251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2" name="pt24602"/>
            <p:cNvSpPr/>
            <p:nvPr/>
          </p:nvSpPr>
          <p:spPr>
            <a:xfrm>
              <a:off x="7203238" y="2110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3" name="pt24603"/>
            <p:cNvSpPr/>
            <p:nvPr/>
          </p:nvSpPr>
          <p:spPr>
            <a:xfrm>
              <a:off x="7297371" y="2014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4" name="pt24604"/>
            <p:cNvSpPr/>
            <p:nvPr/>
          </p:nvSpPr>
          <p:spPr>
            <a:xfrm>
              <a:off x="7267948" y="2182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5" name="pt24605"/>
            <p:cNvSpPr/>
            <p:nvPr/>
          </p:nvSpPr>
          <p:spPr>
            <a:xfrm>
              <a:off x="7029048" y="1815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6" name="pt24606"/>
            <p:cNvSpPr/>
            <p:nvPr/>
          </p:nvSpPr>
          <p:spPr>
            <a:xfrm>
              <a:off x="7144411" y="2212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7" name="pt24607"/>
            <p:cNvSpPr/>
            <p:nvPr/>
          </p:nvSpPr>
          <p:spPr>
            <a:xfrm>
              <a:off x="7131812" y="2061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8" name="pt24608"/>
            <p:cNvSpPr/>
            <p:nvPr/>
          </p:nvSpPr>
          <p:spPr>
            <a:xfrm>
              <a:off x="6977817" y="1975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9" name="pt24609"/>
            <p:cNvSpPr/>
            <p:nvPr/>
          </p:nvSpPr>
          <p:spPr>
            <a:xfrm>
              <a:off x="7262298" y="1835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0" name="pt24610"/>
            <p:cNvSpPr/>
            <p:nvPr/>
          </p:nvSpPr>
          <p:spPr>
            <a:xfrm>
              <a:off x="7111081" y="2089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1" name="pt24611"/>
            <p:cNvSpPr/>
            <p:nvPr/>
          </p:nvSpPr>
          <p:spPr>
            <a:xfrm>
              <a:off x="6985499" y="1967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2" name="pt24612"/>
            <p:cNvSpPr/>
            <p:nvPr/>
          </p:nvSpPr>
          <p:spPr>
            <a:xfrm>
              <a:off x="7274997" y="202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3" name="pt24613"/>
            <p:cNvSpPr/>
            <p:nvPr/>
          </p:nvSpPr>
          <p:spPr>
            <a:xfrm>
              <a:off x="7057961" y="1846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4" name="pt24614"/>
            <p:cNvSpPr/>
            <p:nvPr/>
          </p:nvSpPr>
          <p:spPr>
            <a:xfrm>
              <a:off x="6870357" y="2221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5" name="pt24615"/>
            <p:cNvSpPr/>
            <p:nvPr/>
          </p:nvSpPr>
          <p:spPr>
            <a:xfrm>
              <a:off x="7206916" y="2054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6" name="pt24616"/>
            <p:cNvSpPr/>
            <p:nvPr/>
          </p:nvSpPr>
          <p:spPr>
            <a:xfrm>
              <a:off x="6922225" y="2170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7" name="pt24617"/>
            <p:cNvSpPr/>
            <p:nvPr/>
          </p:nvSpPr>
          <p:spPr>
            <a:xfrm>
              <a:off x="7151024" y="2366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8" name="pt24618"/>
            <p:cNvSpPr/>
            <p:nvPr/>
          </p:nvSpPr>
          <p:spPr>
            <a:xfrm>
              <a:off x="7343480" y="2094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9" name="pt24619"/>
            <p:cNvSpPr/>
            <p:nvPr/>
          </p:nvSpPr>
          <p:spPr>
            <a:xfrm>
              <a:off x="7348032" y="2264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0" name="pt24620"/>
            <p:cNvSpPr/>
            <p:nvPr/>
          </p:nvSpPr>
          <p:spPr>
            <a:xfrm>
              <a:off x="7037400" y="2155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1" name="pt24621"/>
            <p:cNvSpPr/>
            <p:nvPr/>
          </p:nvSpPr>
          <p:spPr>
            <a:xfrm>
              <a:off x="7085363" y="2110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2" name="pt24622"/>
            <p:cNvSpPr/>
            <p:nvPr/>
          </p:nvSpPr>
          <p:spPr>
            <a:xfrm>
              <a:off x="7159996" y="2137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3" name="pt24623"/>
            <p:cNvSpPr/>
            <p:nvPr/>
          </p:nvSpPr>
          <p:spPr>
            <a:xfrm>
              <a:off x="7042365" y="2197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4" name="pt24624"/>
            <p:cNvSpPr/>
            <p:nvPr/>
          </p:nvSpPr>
          <p:spPr>
            <a:xfrm>
              <a:off x="7085069" y="2172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5" name="pt24625"/>
            <p:cNvSpPr/>
            <p:nvPr/>
          </p:nvSpPr>
          <p:spPr>
            <a:xfrm>
              <a:off x="7284090" y="2104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6" name="pt24626"/>
            <p:cNvSpPr/>
            <p:nvPr/>
          </p:nvSpPr>
          <p:spPr>
            <a:xfrm>
              <a:off x="7199912" y="1925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7" name="pt24627"/>
            <p:cNvSpPr/>
            <p:nvPr/>
          </p:nvSpPr>
          <p:spPr>
            <a:xfrm>
              <a:off x="7180360" y="2066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8" name="pt24628"/>
            <p:cNvSpPr/>
            <p:nvPr/>
          </p:nvSpPr>
          <p:spPr>
            <a:xfrm>
              <a:off x="7244196" y="2182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9" name="pt24629"/>
            <p:cNvSpPr/>
            <p:nvPr/>
          </p:nvSpPr>
          <p:spPr>
            <a:xfrm>
              <a:off x="7080175" y="2108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0" name="pt24630"/>
            <p:cNvSpPr/>
            <p:nvPr/>
          </p:nvSpPr>
          <p:spPr>
            <a:xfrm>
              <a:off x="6976126" y="1913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1" name="pt24631"/>
            <p:cNvSpPr/>
            <p:nvPr/>
          </p:nvSpPr>
          <p:spPr>
            <a:xfrm>
              <a:off x="7282460" y="2045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2" name="pt24632"/>
            <p:cNvSpPr/>
            <p:nvPr/>
          </p:nvSpPr>
          <p:spPr>
            <a:xfrm>
              <a:off x="7072103" y="232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3" name="pt24633"/>
            <p:cNvSpPr/>
            <p:nvPr/>
          </p:nvSpPr>
          <p:spPr>
            <a:xfrm>
              <a:off x="7315773" y="1874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4" name="pt24634"/>
            <p:cNvSpPr/>
            <p:nvPr/>
          </p:nvSpPr>
          <p:spPr>
            <a:xfrm>
              <a:off x="7167523" y="2039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5" name="pt24635"/>
            <p:cNvSpPr/>
            <p:nvPr/>
          </p:nvSpPr>
          <p:spPr>
            <a:xfrm>
              <a:off x="7209825" y="2335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6" name="pt24636"/>
            <p:cNvSpPr/>
            <p:nvPr/>
          </p:nvSpPr>
          <p:spPr>
            <a:xfrm>
              <a:off x="7245431" y="226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7" name="pt24637"/>
            <p:cNvSpPr/>
            <p:nvPr/>
          </p:nvSpPr>
          <p:spPr>
            <a:xfrm>
              <a:off x="7310928" y="2011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8" name="pt24638"/>
            <p:cNvSpPr/>
            <p:nvPr/>
          </p:nvSpPr>
          <p:spPr>
            <a:xfrm>
              <a:off x="7200340" y="1987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9" name="pt24639"/>
            <p:cNvSpPr/>
            <p:nvPr/>
          </p:nvSpPr>
          <p:spPr>
            <a:xfrm>
              <a:off x="7612118" y="2647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0" name="pt24640"/>
            <p:cNvSpPr/>
            <p:nvPr/>
          </p:nvSpPr>
          <p:spPr>
            <a:xfrm>
              <a:off x="7204159" y="2227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1" name="pt24641"/>
            <p:cNvSpPr/>
            <p:nvPr/>
          </p:nvSpPr>
          <p:spPr>
            <a:xfrm>
              <a:off x="7076781" y="2142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2" name="pt24642"/>
            <p:cNvSpPr/>
            <p:nvPr/>
          </p:nvSpPr>
          <p:spPr>
            <a:xfrm>
              <a:off x="7015620" y="1846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3" name="pt24643"/>
            <p:cNvSpPr/>
            <p:nvPr/>
          </p:nvSpPr>
          <p:spPr>
            <a:xfrm>
              <a:off x="7272092" y="204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4" name="pt24644"/>
            <p:cNvSpPr/>
            <p:nvPr/>
          </p:nvSpPr>
          <p:spPr>
            <a:xfrm>
              <a:off x="7287101" y="1949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5" name="pt24645"/>
            <p:cNvSpPr/>
            <p:nvPr/>
          </p:nvSpPr>
          <p:spPr>
            <a:xfrm>
              <a:off x="7091727" y="2195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6" name="pt24646"/>
            <p:cNvSpPr/>
            <p:nvPr/>
          </p:nvSpPr>
          <p:spPr>
            <a:xfrm>
              <a:off x="7188817" y="2141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7" name="pt24647"/>
            <p:cNvSpPr/>
            <p:nvPr/>
          </p:nvSpPr>
          <p:spPr>
            <a:xfrm>
              <a:off x="7076421" y="2240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8" name="pt24648"/>
            <p:cNvSpPr/>
            <p:nvPr/>
          </p:nvSpPr>
          <p:spPr>
            <a:xfrm>
              <a:off x="7136493" y="2101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9" name="pt24649"/>
            <p:cNvSpPr/>
            <p:nvPr/>
          </p:nvSpPr>
          <p:spPr>
            <a:xfrm>
              <a:off x="7266637" y="2135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0" name="pt24650"/>
            <p:cNvSpPr/>
            <p:nvPr/>
          </p:nvSpPr>
          <p:spPr>
            <a:xfrm>
              <a:off x="7213505" y="2257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1" name="pt24651"/>
            <p:cNvSpPr/>
            <p:nvPr/>
          </p:nvSpPr>
          <p:spPr>
            <a:xfrm>
              <a:off x="7019262" y="2113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2" name="pt24652"/>
            <p:cNvSpPr/>
            <p:nvPr/>
          </p:nvSpPr>
          <p:spPr>
            <a:xfrm>
              <a:off x="6783078" y="2615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3" name="pt24653"/>
            <p:cNvSpPr/>
            <p:nvPr/>
          </p:nvSpPr>
          <p:spPr>
            <a:xfrm>
              <a:off x="7103244" y="220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4" name="pt24654"/>
            <p:cNvSpPr/>
            <p:nvPr/>
          </p:nvSpPr>
          <p:spPr>
            <a:xfrm>
              <a:off x="7235341" y="2140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5" name="pt24655"/>
            <p:cNvSpPr/>
            <p:nvPr/>
          </p:nvSpPr>
          <p:spPr>
            <a:xfrm>
              <a:off x="6939204" y="2012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6" name="pt24656"/>
            <p:cNvSpPr/>
            <p:nvPr/>
          </p:nvSpPr>
          <p:spPr>
            <a:xfrm>
              <a:off x="7144246" y="2220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7" name="pt24657"/>
            <p:cNvSpPr/>
            <p:nvPr/>
          </p:nvSpPr>
          <p:spPr>
            <a:xfrm>
              <a:off x="7137451" y="2198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8" name="pt24658"/>
            <p:cNvSpPr/>
            <p:nvPr/>
          </p:nvSpPr>
          <p:spPr>
            <a:xfrm>
              <a:off x="6933130" y="2128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9" name="pt24659"/>
            <p:cNvSpPr/>
            <p:nvPr/>
          </p:nvSpPr>
          <p:spPr>
            <a:xfrm>
              <a:off x="7309173" y="2105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0" name="pt24660"/>
            <p:cNvSpPr/>
            <p:nvPr/>
          </p:nvSpPr>
          <p:spPr>
            <a:xfrm>
              <a:off x="7003602" y="1863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1" name="pt24661"/>
            <p:cNvSpPr/>
            <p:nvPr/>
          </p:nvSpPr>
          <p:spPr>
            <a:xfrm>
              <a:off x="7178188" y="2000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2" name="pt24662"/>
            <p:cNvSpPr/>
            <p:nvPr/>
          </p:nvSpPr>
          <p:spPr>
            <a:xfrm>
              <a:off x="7181396" y="2120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3" name="pt24663"/>
            <p:cNvSpPr/>
            <p:nvPr/>
          </p:nvSpPr>
          <p:spPr>
            <a:xfrm>
              <a:off x="7220997" y="2016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4" name="pt24664"/>
            <p:cNvSpPr/>
            <p:nvPr/>
          </p:nvSpPr>
          <p:spPr>
            <a:xfrm>
              <a:off x="7126311" y="2194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5" name="pt24665"/>
            <p:cNvSpPr/>
            <p:nvPr/>
          </p:nvSpPr>
          <p:spPr>
            <a:xfrm>
              <a:off x="7167910" y="2052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6" name="pt24666"/>
            <p:cNvSpPr/>
            <p:nvPr/>
          </p:nvSpPr>
          <p:spPr>
            <a:xfrm>
              <a:off x="7159641" y="2196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7" name="pt24667"/>
            <p:cNvSpPr/>
            <p:nvPr/>
          </p:nvSpPr>
          <p:spPr>
            <a:xfrm>
              <a:off x="7011510" y="1942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8" name="pt24668"/>
            <p:cNvSpPr/>
            <p:nvPr/>
          </p:nvSpPr>
          <p:spPr>
            <a:xfrm>
              <a:off x="7120832" y="2137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9" name="pt24669"/>
            <p:cNvSpPr/>
            <p:nvPr/>
          </p:nvSpPr>
          <p:spPr>
            <a:xfrm>
              <a:off x="7159941" y="2060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0" name="pt24670"/>
            <p:cNvSpPr/>
            <p:nvPr/>
          </p:nvSpPr>
          <p:spPr>
            <a:xfrm>
              <a:off x="6931983" y="2192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1" name="pt24671"/>
            <p:cNvSpPr/>
            <p:nvPr/>
          </p:nvSpPr>
          <p:spPr>
            <a:xfrm>
              <a:off x="7190366" y="1992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2" name="pt24672"/>
            <p:cNvSpPr/>
            <p:nvPr/>
          </p:nvSpPr>
          <p:spPr>
            <a:xfrm>
              <a:off x="6976250" y="2090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3" name="pt24673"/>
            <p:cNvSpPr/>
            <p:nvPr/>
          </p:nvSpPr>
          <p:spPr>
            <a:xfrm>
              <a:off x="7186564" y="2148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4" name="pt24674"/>
            <p:cNvSpPr/>
            <p:nvPr/>
          </p:nvSpPr>
          <p:spPr>
            <a:xfrm>
              <a:off x="7042536" y="2294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5" name="pt24675"/>
            <p:cNvSpPr/>
            <p:nvPr/>
          </p:nvSpPr>
          <p:spPr>
            <a:xfrm>
              <a:off x="7277868" y="1893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6" name="pt24676"/>
            <p:cNvSpPr/>
            <p:nvPr/>
          </p:nvSpPr>
          <p:spPr>
            <a:xfrm>
              <a:off x="7284370" y="2084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7" name="pt24677"/>
            <p:cNvSpPr/>
            <p:nvPr/>
          </p:nvSpPr>
          <p:spPr>
            <a:xfrm>
              <a:off x="7307471" y="2119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8" name="pt24678"/>
            <p:cNvSpPr/>
            <p:nvPr/>
          </p:nvSpPr>
          <p:spPr>
            <a:xfrm>
              <a:off x="7320309" y="1912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9" name="pt24679"/>
            <p:cNvSpPr/>
            <p:nvPr/>
          </p:nvSpPr>
          <p:spPr>
            <a:xfrm>
              <a:off x="7342269" y="2092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0" name="pt24680"/>
            <p:cNvSpPr/>
            <p:nvPr/>
          </p:nvSpPr>
          <p:spPr>
            <a:xfrm>
              <a:off x="7283410" y="2154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1" name="pt24681"/>
            <p:cNvSpPr/>
            <p:nvPr/>
          </p:nvSpPr>
          <p:spPr>
            <a:xfrm>
              <a:off x="6969157" y="1921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2" name="pt24682"/>
            <p:cNvSpPr/>
            <p:nvPr/>
          </p:nvSpPr>
          <p:spPr>
            <a:xfrm>
              <a:off x="6870080" y="2102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3" name="pt24683"/>
            <p:cNvSpPr/>
            <p:nvPr/>
          </p:nvSpPr>
          <p:spPr>
            <a:xfrm>
              <a:off x="7255623" y="1884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4" name="pt24684"/>
            <p:cNvSpPr/>
            <p:nvPr/>
          </p:nvSpPr>
          <p:spPr>
            <a:xfrm>
              <a:off x="7113297" y="2150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5" name="pt24685"/>
            <p:cNvSpPr/>
            <p:nvPr/>
          </p:nvSpPr>
          <p:spPr>
            <a:xfrm>
              <a:off x="7168084" y="1970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6" name="pt24686"/>
            <p:cNvSpPr/>
            <p:nvPr/>
          </p:nvSpPr>
          <p:spPr>
            <a:xfrm>
              <a:off x="7086725" y="2160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7" name="pt24687"/>
            <p:cNvSpPr/>
            <p:nvPr/>
          </p:nvSpPr>
          <p:spPr>
            <a:xfrm>
              <a:off x="7178521" y="205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8" name="pt24688"/>
            <p:cNvSpPr/>
            <p:nvPr/>
          </p:nvSpPr>
          <p:spPr>
            <a:xfrm>
              <a:off x="7162092" y="2140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9" name="pt24689"/>
            <p:cNvSpPr/>
            <p:nvPr/>
          </p:nvSpPr>
          <p:spPr>
            <a:xfrm>
              <a:off x="7209252" y="2410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0" name="pt24690"/>
            <p:cNvSpPr/>
            <p:nvPr/>
          </p:nvSpPr>
          <p:spPr>
            <a:xfrm>
              <a:off x="6849096" y="2259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1" name="pt24691"/>
            <p:cNvSpPr/>
            <p:nvPr/>
          </p:nvSpPr>
          <p:spPr>
            <a:xfrm>
              <a:off x="7076792" y="2071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2" name="pt24692"/>
            <p:cNvSpPr/>
            <p:nvPr/>
          </p:nvSpPr>
          <p:spPr>
            <a:xfrm>
              <a:off x="7159978" y="2193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3" name="pt24693"/>
            <p:cNvSpPr/>
            <p:nvPr/>
          </p:nvSpPr>
          <p:spPr>
            <a:xfrm>
              <a:off x="7129991" y="2089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4" name="pt24694"/>
            <p:cNvSpPr/>
            <p:nvPr/>
          </p:nvSpPr>
          <p:spPr>
            <a:xfrm>
              <a:off x="7313236" y="1998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5" name="pt24695"/>
            <p:cNvSpPr/>
            <p:nvPr/>
          </p:nvSpPr>
          <p:spPr>
            <a:xfrm>
              <a:off x="7159926" y="2182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6" name="pt24696"/>
            <p:cNvSpPr/>
            <p:nvPr/>
          </p:nvSpPr>
          <p:spPr>
            <a:xfrm>
              <a:off x="7154380" y="2335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7" name="pt24697"/>
            <p:cNvSpPr/>
            <p:nvPr/>
          </p:nvSpPr>
          <p:spPr>
            <a:xfrm>
              <a:off x="7309988" y="2083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8" name="pt24698"/>
            <p:cNvSpPr/>
            <p:nvPr/>
          </p:nvSpPr>
          <p:spPr>
            <a:xfrm>
              <a:off x="7342784" y="2109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9" name="pt24699"/>
            <p:cNvSpPr/>
            <p:nvPr/>
          </p:nvSpPr>
          <p:spPr>
            <a:xfrm>
              <a:off x="7206841" y="2092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0" name="pt24700"/>
            <p:cNvSpPr/>
            <p:nvPr/>
          </p:nvSpPr>
          <p:spPr>
            <a:xfrm>
              <a:off x="7202198" y="2071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1" name="pt24701"/>
            <p:cNvSpPr/>
            <p:nvPr/>
          </p:nvSpPr>
          <p:spPr>
            <a:xfrm>
              <a:off x="7120372" y="2137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2" name="pt24702"/>
            <p:cNvSpPr/>
            <p:nvPr/>
          </p:nvSpPr>
          <p:spPr>
            <a:xfrm>
              <a:off x="7371575" y="2506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3" name="pt24703"/>
            <p:cNvSpPr/>
            <p:nvPr/>
          </p:nvSpPr>
          <p:spPr>
            <a:xfrm>
              <a:off x="7371295" y="2484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4" name="pt24704"/>
            <p:cNvSpPr/>
            <p:nvPr/>
          </p:nvSpPr>
          <p:spPr>
            <a:xfrm>
              <a:off x="7409680" y="2565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5" name="pt24705"/>
            <p:cNvSpPr/>
            <p:nvPr/>
          </p:nvSpPr>
          <p:spPr>
            <a:xfrm>
              <a:off x="7008355" y="2052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6" name="pt24706"/>
            <p:cNvSpPr/>
            <p:nvPr/>
          </p:nvSpPr>
          <p:spPr>
            <a:xfrm>
              <a:off x="7625644" y="2678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7" name="pt24707"/>
            <p:cNvSpPr/>
            <p:nvPr/>
          </p:nvSpPr>
          <p:spPr>
            <a:xfrm>
              <a:off x="7185956" y="2147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8" name="pt24708"/>
            <p:cNvSpPr/>
            <p:nvPr/>
          </p:nvSpPr>
          <p:spPr>
            <a:xfrm>
              <a:off x="7091482" y="2245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9" name="pt24709"/>
            <p:cNvSpPr/>
            <p:nvPr/>
          </p:nvSpPr>
          <p:spPr>
            <a:xfrm>
              <a:off x="7192321" y="1982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0" name="pt24710"/>
            <p:cNvSpPr/>
            <p:nvPr/>
          </p:nvSpPr>
          <p:spPr>
            <a:xfrm>
              <a:off x="7148232" y="2426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1" name="pt24711"/>
            <p:cNvSpPr/>
            <p:nvPr/>
          </p:nvSpPr>
          <p:spPr>
            <a:xfrm>
              <a:off x="7041548" y="2315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2" name="pt24712"/>
            <p:cNvSpPr/>
            <p:nvPr/>
          </p:nvSpPr>
          <p:spPr>
            <a:xfrm>
              <a:off x="6985853" y="2009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3" name="pt24713"/>
            <p:cNvSpPr/>
            <p:nvPr/>
          </p:nvSpPr>
          <p:spPr>
            <a:xfrm>
              <a:off x="7289366" y="1969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4" name="pt24714"/>
            <p:cNvSpPr/>
            <p:nvPr/>
          </p:nvSpPr>
          <p:spPr>
            <a:xfrm>
              <a:off x="7182864" y="2120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5" name="pt24715"/>
            <p:cNvSpPr/>
            <p:nvPr/>
          </p:nvSpPr>
          <p:spPr>
            <a:xfrm>
              <a:off x="7190310" y="2070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6" name="pt24716"/>
            <p:cNvSpPr/>
            <p:nvPr/>
          </p:nvSpPr>
          <p:spPr>
            <a:xfrm>
              <a:off x="7136163" y="2228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7" name="pt24717"/>
            <p:cNvSpPr/>
            <p:nvPr/>
          </p:nvSpPr>
          <p:spPr>
            <a:xfrm>
              <a:off x="7264368" y="1906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8" name="pt24718"/>
            <p:cNvSpPr/>
            <p:nvPr/>
          </p:nvSpPr>
          <p:spPr>
            <a:xfrm>
              <a:off x="7121220" y="2057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9" name="pt24719"/>
            <p:cNvSpPr/>
            <p:nvPr/>
          </p:nvSpPr>
          <p:spPr>
            <a:xfrm>
              <a:off x="7205265" y="2167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0" name="pt24720"/>
            <p:cNvSpPr/>
            <p:nvPr/>
          </p:nvSpPr>
          <p:spPr>
            <a:xfrm>
              <a:off x="7337791" y="205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1" name="pt24721"/>
            <p:cNvSpPr/>
            <p:nvPr/>
          </p:nvSpPr>
          <p:spPr>
            <a:xfrm>
              <a:off x="7159845" y="2155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2" name="pt24722"/>
            <p:cNvSpPr/>
            <p:nvPr/>
          </p:nvSpPr>
          <p:spPr>
            <a:xfrm>
              <a:off x="7504650" y="2745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3" name="pt24723"/>
            <p:cNvSpPr/>
            <p:nvPr/>
          </p:nvSpPr>
          <p:spPr>
            <a:xfrm>
              <a:off x="7524481" y="2297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4" name="pt24724"/>
            <p:cNvSpPr/>
            <p:nvPr/>
          </p:nvSpPr>
          <p:spPr>
            <a:xfrm>
              <a:off x="7419527" y="2271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5" name="pt24725"/>
            <p:cNvSpPr/>
            <p:nvPr/>
          </p:nvSpPr>
          <p:spPr>
            <a:xfrm>
              <a:off x="7314738" y="1978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6" name="pt24726"/>
            <p:cNvSpPr/>
            <p:nvPr/>
          </p:nvSpPr>
          <p:spPr>
            <a:xfrm>
              <a:off x="7189937" y="2055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7" name="pt24727"/>
            <p:cNvSpPr/>
            <p:nvPr/>
          </p:nvSpPr>
          <p:spPr>
            <a:xfrm>
              <a:off x="7193198" y="2007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8" name="pt24728"/>
            <p:cNvSpPr/>
            <p:nvPr/>
          </p:nvSpPr>
          <p:spPr>
            <a:xfrm>
              <a:off x="7052761" y="2306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9" name="pt24729"/>
            <p:cNvSpPr/>
            <p:nvPr/>
          </p:nvSpPr>
          <p:spPr>
            <a:xfrm>
              <a:off x="6988526" y="1898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0" name="pt24730"/>
            <p:cNvSpPr/>
            <p:nvPr/>
          </p:nvSpPr>
          <p:spPr>
            <a:xfrm>
              <a:off x="7206409" y="2210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1" name="pt24731"/>
            <p:cNvSpPr/>
            <p:nvPr/>
          </p:nvSpPr>
          <p:spPr>
            <a:xfrm>
              <a:off x="6747039" y="1340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2" name="pt24732"/>
            <p:cNvSpPr/>
            <p:nvPr/>
          </p:nvSpPr>
          <p:spPr>
            <a:xfrm>
              <a:off x="7235456" y="2083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3" name="pt24733"/>
            <p:cNvSpPr/>
            <p:nvPr/>
          </p:nvSpPr>
          <p:spPr>
            <a:xfrm>
              <a:off x="7023960" y="1765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4" name="pt24734"/>
            <p:cNvSpPr/>
            <p:nvPr/>
          </p:nvSpPr>
          <p:spPr>
            <a:xfrm>
              <a:off x="7067902" y="2175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5" name="pt24735"/>
            <p:cNvSpPr/>
            <p:nvPr/>
          </p:nvSpPr>
          <p:spPr>
            <a:xfrm>
              <a:off x="7071060" y="2126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6" name="pt24736"/>
            <p:cNvSpPr/>
            <p:nvPr/>
          </p:nvSpPr>
          <p:spPr>
            <a:xfrm>
              <a:off x="6986377" y="1971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7" name="pt24737"/>
            <p:cNvSpPr/>
            <p:nvPr/>
          </p:nvSpPr>
          <p:spPr>
            <a:xfrm>
              <a:off x="6912078" y="2137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8" name="pt24738"/>
            <p:cNvSpPr/>
            <p:nvPr/>
          </p:nvSpPr>
          <p:spPr>
            <a:xfrm>
              <a:off x="7193287" y="1995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9" name="pt24739"/>
            <p:cNvSpPr/>
            <p:nvPr/>
          </p:nvSpPr>
          <p:spPr>
            <a:xfrm>
              <a:off x="7248865" y="2060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0" name="pt24740"/>
            <p:cNvSpPr/>
            <p:nvPr/>
          </p:nvSpPr>
          <p:spPr>
            <a:xfrm>
              <a:off x="6968913" y="1931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1" name="pt24741"/>
            <p:cNvSpPr/>
            <p:nvPr/>
          </p:nvSpPr>
          <p:spPr>
            <a:xfrm>
              <a:off x="7240047" y="1780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2" name="pt24742"/>
            <p:cNvSpPr/>
            <p:nvPr/>
          </p:nvSpPr>
          <p:spPr>
            <a:xfrm>
              <a:off x="7155730" y="2241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3" name="pt24743"/>
            <p:cNvSpPr/>
            <p:nvPr/>
          </p:nvSpPr>
          <p:spPr>
            <a:xfrm>
              <a:off x="7123551" y="2071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4" name="pt24744"/>
            <p:cNvSpPr/>
            <p:nvPr/>
          </p:nvSpPr>
          <p:spPr>
            <a:xfrm>
              <a:off x="7398246" y="2276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5" name="pt24745"/>
            <p:cNvSpPr/>
            <p:nvPr/>
          </p:nvSpPr>
          <p:spPr>
            <a:xfrm>
              <a:off x="7123518" y="2151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6" name="pt24746"/>
            <p:cNvSpPr/>
            <p:nvPr/>
          </p:nvSpPr>
          <p:spPr>
            <a:xfrm>
              <a:off x="7169501" y="1927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7" name="pt24747"/>
            <p:cNvSpPr/>
            <p:nvPr/>
          </p:nvSpPr>
          <p:spPr>
            <a:xfrm>
              <a:off x="7045924" y="2190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8" name="pt24748"/>
            <p:cNvSpPr/>
            <p:nvPr/>
          </p:nvSpPr>
          <p:spPr>
            <a:xfrm>
              <a:off x="6955756" y="2128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9" name="pt24749"/>
            <p:cNvSpPr/>
            <p:nvPr/>
          </p:nvSpPr>
          <p:spPr>
            <a:xfrm>
              <a:off x="7250524" y="2124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0" name="pt24750"/>
            <p:cNvSpPr/>
            <p:nvPr/>
          </p:nvSpPr>
          <p:spPr>
            <a:xfrm>
              <a:off x="7206113" y="2115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1" name="pt24751"/>
            <p:cNvSpPr/>
            <p:nvPr/>
          </p:nvSpPr>
          <p:spPr>
            <a:xfrm>
              <a:off x="7380938" y="2461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2" name="pt24752"/>
            <p:cNvSpPr/>
            <p:nvPr/>
          </p:nvSpPr>
          <p:spPr>
            <a:xfrm>
              <a:off x="7178616" y="2105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3" name="pt24753"/>
            <p:cNvSpPr/>
            <p:nvPr/>
          </p:nvSpPr>
          <p:spPr>
            <a:xfrm>
              <a:off x="6955287" y="2187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4" name="pt24754"/>
            <p:cNvSpPr/>
            <p:nvPr/>
          </p:nvSpPr>
          <p:spPr>
            <a:xfrm>
              <a:off x="7141785" y="2306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5" name="pt24755"/>
            <p:cNvSpPr/>
            <p:nvPr/>
          </p:nvSpPr>
          <p:spPr>
            <a:xfrm>
              <a:off x="7121332" y="2134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6" name="pt24756"/>
            <p:cNvSpPr/>
            <p:nvPr/>
          </p:nvSpPr>
          <p:spPr>
            <a:xfrm>
              <a:off x="7110736" y="2062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7" name="pt24757"/>
            <p:cNvSpPr/>
            <p:nvPr/>
          </p:nvSpPr>
          <p:spPr>
            <a:xfrm>
              <a:off x="6894261" y="1901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8" name="pt24758"/>
            <p:cNvSpPr/>
            <p:nvPr/>
          </p:nvSpPr>
          <p:spPr>
            <a:xfrm>
              <a:off x="7256689" y="2077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9" name="pt24759"/>
            <p:cNvSpPr/>
            <p:nvPr/>
          </p:nvSpPr>
          <p:spPr>
            <a:xfrm>
              <a:off x="7144844" y="2297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0" name="pt24760"/>
            <p:cNvSpPr/>
            <p:nvPr/>
          </p:nvSpPr>
          <p:spPr>
            <a:xfrm>
              <a:off x="7199910" y="2032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1" name="pt24761"/>
            <p:cNvSpPr/>
            <p:nvPr/>
          </p:nvSpPr>
          <p:spPr>
            <a:xfrm>
              <a:off x="7029835" y="1804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2" name="pt24762"/>
            <p:cNvSpPr/>
            <p:nvPr/>
          </p:nvSpPr>
          <p:spPr>
            <a:xfrm>
              <a:off x="7156857" y="2119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3" name="pt24763"/>
            <p:cNvSpPr/>
            <p:nvPr/>
          </p:nvSpPr>
          <p:spPr>
            <a:xfrm>
              <a:off x="6798520" y="2212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4" name="pt24764"/>
            <p:cNvSpPr/>
            <p:nvPr/>
          </p:nvSpPr>
          <p:spPr>
            <a:xfrm>
              <a:off x="7198824" y="2005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5" name="pt24765"/>
            <p:cNvSpPr/>
            <p:nvPr/>
          </p:nvSpPr>
          <p:spPr>
            <a:xfrm>
              <a:off x="7407417" y="2386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6" name="pt24766"/>
            <p:cNvSpPr/>
            <p:nvPr/>
          </p:nvSpPr>
          <p:spPr>
            <a:xfrm>
              <a:off x="7506550" y="2212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7" name="pt24767"/>
            <p:cNvSpPr/>
            <p:nvPr/>
          </p:nvSpPr>
          <p:spPr>
            <a:xfrm>
              <a:off x="7359220" y="2406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8" name="pt24768"/>
            <p:cNvSpPr/>
            <p:nvPr/>
          </p:nvSpPr>
          <p:spPr>
            <a:xfrm>
              <a:off x="7110257" y="2077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9" name="pt24769"/>
            <p:cNvSpPr/>
            <p:nvPr/>
          </p:nvSpPr>
          <p:spPr>
            <a:xfrm>
              <a:off x="7083626" y="2010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0" name="pt24770"/>
            <p:cNvSpPr/>
            <p:nvPr/>
          </p:nvSpPr>
          <p:spPr>
            <a:xfrm>
              <a:off x="7275598" y="2113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1" name="pt24771"/>
            <p:cNvSpPr/>
            <p:nvPr/>
          </p:nvSpPr>
          <p:spPr>
            <a:xfrm>
              <a:off x="7307699" y="207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2" name="pt24772"/>
            <p:cNvSpPr/>
            <p:nvPr/>
          </p:nvSpPr>
          <p:spPr>
            <a:xfrm>
              <a:off x="6978057" y="2103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3" name="pt24773"/>
            <p:cNvSpPr/>
            <p:nvPr/>
          </p:nvSpPr>
          <p:spPr>
            <a:xfrm>
              <a:off x="7112987" y="2105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4" name="pt24774"/>
            <p:cNvSpPr/>
            <p:nvPr/>
          </p:nvSpPr>
          <p:spPr>
            <a:xfrm>
              <a:off x="7668423" y="2407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5" name="pt24775"/>
            <p:cNvSpPr/>
            <p:nvPr/>
          </p:nvSpPr>
          <p:spPr>
            <a:xfrm>
              <a:off x="7055640" y="2216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6" name="pt24776"/>
            <p:cNvSpPr/>
            <p:nvPr/>
          </p:nvSpPr>
          <p:spPr>
            <a:xfrm>
              <a:off x="7184695" y="2239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7" name="pt24777"/>
            <p:cNvSpPr/>
            <p:nvPr/>
          </p:nvSpPr>
          <p:spPr>
            <a:xfrm>
              <a:off x="6909222" y="2144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8" name="pt24778"/>
            <p:cNvSpPr/>
            <p:nvPr/>
          </p:nvSpPr>
          <p:spPr>
            <a:xfrm>
              <a:off x="7013330" y="1789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9" name="pt24779"/>
            <p:cNvSpPr/>
            <p:nvPr/>
          </p:nvSpPr>
          <p:spPr>
            <a:xfrm>
              <a:off x="7297456" y="1944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0" name="pt24780"/>
            <p:cNvSpPr/>
            <p:nvPr/>
          </p:nvSpPr>
          <p:spPr>
            <a:xfrm>
              <a:off x="7014707" y="1932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1" name="pt24781"/>
            <p:cNvSpPr/>
            <p:nvPr/>
          </p:nvSpPr>
          <p:spPr>
            <a:xfrm>
              <a:off x="7338589" y="1682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2" name="pt24782"/>
            <p:cNvSpPr/>
            <p:nvPr/>
          </p:nvSpPr>
          <p:spPr>
            <a:xfrm>
              <a:off x="7112992" y="2154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3" name="pt24783"/>
            <p:cNvSpPr/>
            <p:nvPr/>
          </p:nvSpPr>
          <p:spPr>
            <a:xfrm>
              <a:off x="7025966" y="1819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4" name="pt24784"/>
            <p:cNvSpPr/>
            <p:nvPr/>
          </p:nvSpPr>
          <p:spPr>
            <a:xfrm>
              <a:off x="7089307" y="2222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5" name="pt24785"/>
            <p:cNvSpPr/>
            <p:nvPr/>
          </p:nvSpPr>
          <p:spPr>
            <a:xfrm>
              <a:off x="7328253" y="1890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6" name="pt24786"/>
            <p:cNvSpPr/>
            <p:nvPr/>
          </p:nvSpPr>
          <p:spPr>
            <a:xfrm>
              <a:off x="7325279" y="2000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7" name="pt24787"/>
            <p:cNvSpPr/>
            <p:nvPr/>
          </p:nvSpPr>
          <p:spPr>
            <a:xfrm>
              <a:off x="7108123" y="2118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8" name="pt24788"/>
            <p:cNvSpPr/>
            <p:nvPr/>
          </p:nvSpPr>
          <p:spPr>
            <a:xfrm>
              <a:off x="7148662" y="2304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9" name="pt24789"/>
            <p:cNvSpPr/>
            <p:nvPr/>
          </p:nvSpPr>
          <p:spPr>
            <a:xfrm>
              <a:off x="7084008" y="2129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0" name="pt24790"/>
            <p:cNvSpPr/>
            <p:nvPr/>
          </p:nvSpPr>
          <p:spPr>
            <a:xfrm>
              <a:off x="7073237" y="2270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1" name="pt24791"/>
            <p:cNvSpPr/>
            <p:nvPr/>
          </p:nvSpPr>
          <p:spPr>
            <a:xfrm>
              <a:off x="6990538" y="1813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2" name="pt24792"/>
            <p:cNvSpPr/>
            <p:nvPr/>
          </p:nvSpPr>
          <p:spPr>
            <a:xfrm>
              <a:off x="6997583" y="1951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3" name="pt24793"/>
            <p:cNvSpPr/>
            <p:nvPr/>
          </p:nvSpPr>
          <p:spPr>
            <a:xfrm>
              <a:off x="7207150" y="2165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4" name="pt24794"/>
            <p:cNvSpPr/>
            <p:nvPr/>
          </p:nvSpPr>
          <p:spPr>
            <a:xfrm>
              <a:off x="7502288" y="2594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5" name="pt24795"/>
            <p:cNvSpPr/>
            <p:nvPr/>
          </p:nvSpPr>
          <p:spPr>
            <a:xfrm>
              <a:off x="7153986" y="2353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6" name="pt24796"/>
            <p:cNvSpPr/>
            <p:nvPr/>
          </p:nvSpPr>
          <p:spPr>
            <a:xfrm>
              <a:off x="7215332" y="2191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7" name="pt24797"/>
            <p:cNvSpPr/>
            <p:nvPr/>
          </p:nvSpPr>
          <p:spPr>
            <a:xfrm>
              <a:off x="7269896" y="2082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8" name="pt24798"/>
            <p:cNvSpPr/>
            <p:nvPr/>
          </p:nvSpPr>
          <p:spPr>
            <a:xfrm>
              <a:off x="7186963" y="2155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9" name="pt24799"/>
            <p:cNvSpPr/>
            <p:nvPr/>
          </p:nvSpPr>
          <p:spPr>
            <a:xfrm>
              <a:off x="7147379" y="2191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0" name="pt24800"/>
            <p:cNvSpPr/>
            <p:nvPr/>
          </p:nvSpPr>
          <p:spPr>
            <a:xfrm>
              <a:off x="7280331" y="1970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1" name="pt24801"/>
            <p:cNvSpPr/>
            <p:nvPr/>
          </p:nvSpPr>
          <p:spPr>
            <a:xfrm>
              <a:off x="7212726" y="2237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2" name="pt24802"/>
            <p:cNvSpPr/>
            <p:nvPr/>
          </p:nvSpPr>
          <p:spPr>
            <a:xfrm>
              <a:off x="7238640" y="1912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3" name="pt24803"/>
            <p:cNvSpPr/>
            <p:nvPr/>
          </p:nvSpPr>
          <p:spPr>
            <a:xfrm>
              <a:off x="7226331" y="2199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4" name="pt24804"/>
            <p:cNvSpPr/>
            <p:nvPr/>
          </p:nvSpPr>
          <p:spPr>
            <a:xfrm>
              <a:off x="6996083" y="2196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5" name="pt24805"/>
            <p:cNvSpPr/>
            <p:nvPr/>
          </p:nvSpPr>
          <p:spPr>
            <a:xfrm>
              <a:off x="7129320" y="2085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6" name="pt24806"/>
            <p:cNvSpPr/>
            <p:nvPr/>
          </p:nvSpPr>
          <p:spPr>
            <a:xfrm>
              <a:off x="7126184" y="2196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7" name="pt24807"/>
            <p:cNvSpPr/>
            <p:nvPr/>
          </p:nvSpPr>
          <p:spPr>
            <a:xfrm>
              <a:off x="7492658" y="2317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8" name="pt24808"/>
            <p:cNvSpPr/>
            <p:nvPr/>
          </p:nvSpPr>
          <p:spPr>
            <a:xfrm>
              <a:off x="7273666" y="2036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9" name="pt24809"/>
            <p:cNvSpPr/>
            <p:nvPr/>
          </p:nvSpPr>
          <p:spPr>
            <a:xfrm>
              <a:off x="7050577" y="2087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0" name="pt24810"/>
            <p:cNvSpPr/>
            <p:nvPr/>
          </p:nvSpPr>
          <p:spPr>
            <a:xfrm>
              <a:off x="7410833" y="2433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1" name="pt24811"/>
            <p:cNvSpPr/>
            <p:nvPr/>
          </p:nvSpPr>
          <p:spPr>
            <a:xfrm>
              <a:off x="7204139" y="2175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2" name="pt24812"/>
            <p:cNvSpPr/>
            <p:nvPr/>
          </p:nvSpPr>
          <p:spPr>
            <a:xfrm>
              <a:off x="7125595" y="2124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3" name="pt24813"/>
            <p:cNvSpPr/>
            <p:nvPr/>
          </p:nvSpPr>
          <p:spPr>
            <a:xfrm>
              <a:off x="7061957" y="2069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4" name="pt24814"/>
            <p:cNvSpPr/>
            <p:nvPr/>
          </p:nvSpPr>
          <p:spPr>
            <a:xfrm>
              <a:off x="7293131" y="1983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5" name="pt24815"/>
            <p:cNvSpPr/>
            <p:nvPr/>
          </p:nvSpPr>
          <p:spPr>
            <a:xfrm>
              <a:off x="7030332" y="1991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6" name="pt24816"/>
            <p:cNvSpPr/>
            <p:nvPr/>
          </p:nvSpPr>
          <p:spPr>
            <a:xfrm>
              <a:off x="7190799" y="2031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7" name="pt24817"/>
            <p:cNvSpPr/>
            <p:nvPr/>
          </p:nvSpPr>
          <p:spPr>
            <a:xfrm>
              <a:off x="7197023" y="2008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8" name="pt24818"/>
            <p:cNvSpPr/>
            <p:nvPr/>
          </p:nvSpPr>
          <p:spPr>
            <a:xfrm>
              <a:off x="7430288" y="2434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9" name="pt24819"/>
            <p:cNvSpPr/>
            <p:nvPr/>
          </p:nvSpPr>
          <p:spPr>
            <a:xfrm>
              <a:off x="6934093" y="2204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0" name="pt24820"/>
            <p:cNvSpPr/>
            <p:nvPr/>
          </p:nvSpPr>
          <p:spPr>
            <a:xfrm>
              <a:off x="7187788" y="2123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1" name="pt24821"/>
            <p:cNvSpPr/>
            <p:nvPr/>
          </p:nvSpPr>
          <p:spPr>
            <a:xfrm>
              <a:off x="6695061" y="1879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2" name="pt24822"/>
            <p:cNvSpPr/>
            <p:nvPr/>
          </p:nvSpPr>
          <p:spPr>
            <a:xfrm>
              <a:off x="6941720" y="2113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3" name="pt24823"/>
            <p:cNvSpPr/>
            <p:nvPr/>
          </p:nvSpPr>
          <p:spPr>
            <a:xfrm>
              <a:off x="6900204" y="1972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4" name="pt24824"/>
            <p:cNvSpPr/>
            <p:nvPr/>
          </p:nvSpPr>
          <p:spPr>
            <a:xfrm>
              <a:off x="6983545" y="1935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5" name="pt24825"/>
            <p:cNvSpPr/>
            <p:nvPr/>
          </p:nvSpPr>
          <p:spPr>
            <a:xfrm>
              <a:off x="6981496" y="2102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6" name="pt24826"/>
            <p:cNvSpPr/>
            <p:nvPr/>
          </p:nvSpPr>
          <p:spPr>
            <a:xfrm>
              <a:off x="7003826" y="1957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7" name="pt24827"/>
            <p:cNvSpPr/>
            <p:nvPr/>
          </p:nvSpPr>
          <p:spPr>
            <a:xfrm>
              <a:off x="7189679" y="2048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8" name="pt24828"/>
            <p:cNvSpPr/>
            <p:nvPr/>
          </p:nvSpPr>
          <p:spPr>
            <a:xfrm>
              <a:off x="7208805" y="2232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9" name="pt24829"/>
            <p:cNvSpPr/>
            <p:nvPr/>
          </p:nvSpPr>
          <p:spPr>
            <a:xfrm>
              <a:off x="7232502" y="2052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0" name="pt24830"/>
            <p:cNvSpPr/>
            <p:nvPr/>
          </p:nvSpPr>
          <p:spPr>
            <a:xfrm>
              <a:off x="7133059" y="2102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1" name="pt24831"/>
            <p:cNvSpPr/>
            <p:nvPr/>
          </p:nvSpPr>
          <p:spPr>
            <a:xfrm>
              <a:off x="7026416" y="180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2" name="pt24832"/>
            <p:cNvSpPr/>
            <p:nvPr/>
          </p:nvSpPr>
          <p:spPr>
            <a:xfrm>
              <a:off x="7156050" y="2248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3" name="pt24833"/>
            <p:cNvSpPr/>
            <p:nvPr/>
          </p:nvSpPr>
          <p:spPr>
            <a:xfrm>
              <a:off x="6771404" y="2760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4" name="pt24834"/>
            <p:cNvSpPr/>
            <p:nvPr/>
          </p:nvSpPr>
          <p:spPr>
            <a:xfrm>
              <a:off x="7232450" y="2246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5" name="pt24835"/>
            <p:cNvSpPr/>
            <p:nvPr/>
          </p:nvSpPr>
          <p:spPr>
            <a:xfrm>
              <a:off x="7206232" y="205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6" name="pt24836"/>
            <p:cNvSpPr/>
            <p:nvPr/>
          </p:nvSpPr>
          <p:spPr>
            <a:xfrm>
              <a:off x="7556646" y="2303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7" name="pt24837"/>
            <p:cNvSpPr/>
            <p:nvPr/>
          </p:nvSpPr>
          <p:spPr>
            <a:xfrm>
              <a:off x="7186735" y="2105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8" name="pt24838"/>
            <p:cNvSpPr/>
            <p:nvPr/>
          </p:nvSpPr>
          <p:spPr>
            <a:xfrm>
              <a:off x="6813731" y="2494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9" name="pt24839"/>
            <p:cNvSpPr/>
            <p:nvPr/>
          </p:nvSpPr>
          <p:spPr>
            <a:xfrm>
              <a:off x="7144343" y="2256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0" name="pt24840"/>
            <p:cNvSpPr/>
            <p:nvPr/>
          </p:nvSpPr>
          <p:spPr>
            <a:xfrm>
              <a:off x="7045300" y="2160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1" name="pt24841"/>
            <p:cNvSpPr/>
            <p:nvPr/>
          </p:nvSpPr>
          <p:spPr>
            <a:xfrm>
              <a:off x="7288133" y="1860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2" name="pt24842"/>
            <p:cNvSpPr/>
            <p:nvPr/>
          </p:nvSpPr>
          <p:spPr>
            <a:xfrm>
              <a:off x="7182436" y="2146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3" name="pt24843"/>
            <p:cNvSpPr/>
            <p:nvPr/>
          </p:nvSpPr>
          <p:spPr>
            <a:xfrm>
              <a:off x="7098825" y="2179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4" name="pt24844"/>
            <p:cNvSpPr/>
            <p:nvPr/>
          </p:nvSpPr>
          <p:spPr>
            <a:xfrm>
              <a:off x="6886709" y="1943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5" name="pt24845"/>
            <p:cNvSpPr/>
            <p:nvPr/>
          </p:nvSpPr>
          <p:spPr>
            <a:xfrm>
              <a:off x="6945715" y="200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6" name="pt24846"/>
            <p:cNvSpPr/>
            <p:nvPr/>
          </p:nvSpPr>
          <p:spPr>
            <a:xfrm>
              <a:off x="7577871" y="2284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7" name="pt24847"/>
            <p:cNvSpPr/>
            <p:nvPr/>
          </p:nvSpPr>
          <p:spPr>
            <a:xfrm>
              <a:off x="7101394" y="2246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8" name="pt24848"/>
            <p:cNvSpPr/>
            <p:nvPr/>
          </p:nvSpPr>
          <p:spPr>
            <a:xfrm>
              <a:off x="7068175" y="1947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9" name="pt24849"/>
            <p:cNvSpPr/>
            <p:nvPr/>
          </p:nvSpPr>
          <p:spPr>
            <a:xfrm>
              <a:off x="7482090" y="2375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0" name="pt24850"/>
            <p:cNvSpPr/>
            <p:nvPr/>
          </p:nvSpPr>
          <p:spPr>
            <a:xfrm>
              <a:off x="7213030" y="2320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1" name="pt24851"/>
            <p:cNvSpPr/>
            <p:nvPr/>
          </p:nvSpPr>
          <p:spPr>
            <a:xfrm>
              <a:off x="7142687" y="2176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2" name="pt24852"/>
            <p:cNvSpPr/>
            <p:nvPr/>
          </p:nvSpPr>
          <p:spPr>
            <a:xfrm>
              <a:off x="7218073" y="2073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3" name="pt24853"/>
            <p:cNvSpPr/>
            <p:nvPr/>
          </p:nvSpPr>
          <p:spPr>
            <a:xfrm>
              <a:off x="7149823" y="2325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4" name="pt24854"/>
            <p:cNvSpPr/>
            <p:nvPr/>
          </p:nvSpPr>
          <p:spPr>
            <a:xfrm>
              <a:off x="7121259" y="2188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5" name="pt24855"/>
            <p:cNvSpPr/>
            <p:nvPr/>
          </p:nvSpPr>
          <p:spPr>
            <a:xfrm>
              <a:off x="7122391" y="2178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6" name="pt24856"/>
            <p:cNvSpPr/>
            <p:nvPr/>
          </p:nvSpPr>
          <p:spPr>
            <a:xfrm>
              <a:off x="6881916" y="2109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7" name="pt24857"/>
            <p:cNvSpPr/>
            <p:nvPr/>
          </p:nvSpPr>
          <p:spPr>
            <a:xfrm>
              <a:off x="6862796" y="2025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8" name="pt24858"/>
            <p:cNvSpPr/>
            <p:nvPr/>
          </p:nvSpPr>
          <p:spPr>
            <a:xfrm>
              <a:off x="6975006" y="2021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9" name="pt24859"/>
            <p:cNvSpPr/>
            <p:nvPr/>
          </p:nvSpPr>
          <p:spPr>
            <a:xfrm>
              <a:off x="6785392" y="2665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0" name="pt24860"/>
            <p:cNvSpPr/>
            <p:nvPr/>
          </p:nvSpPr>
          <p:spPr>
            <a:xfrm>
              <a:off x="7362809" y="2516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1" name="pt24861"/>
            <p:cNvSpPr/>
            <p:nvPr/>
          </p:nvSpPr>
          <p:spPr>
            <a:xfrm>
              <a:off x="7123005" y="2167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2" name="pt24862"/>
            <p:cNvSpPr/>
            <p:nvPr/>
          </p:nvSpPr>
          <p:spPr>
            <a:xfrm>
              <a:off x="7166854" y="2102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3" name="pt24863"/>
            <p:cNvSpPr/>
            <p:nvPr/>
          </p:nvSpPr>
          <p:spPr>
            <a:xfrm>
              <a:off x="7053205" y="2255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4" name="pt24864"/>
            <p:cNvSpPr/>
            <p:nvPr/>
          </p:nvSpPr>
          <p:spPr>
            <a:xfrm>
              <a:off x="7189480" y="2054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5" name="pt24865"/>
            <p:cNvSpPr/>
            <p:nvPr/>
          </p:nvSpPr>
          <p:spPr>
            <a:xfrm>
              <a:off x="7233953" y="2072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6" name="pt24866"/>
            <p:cNvSpPr/>
            <p:nvPr/>
          </p:nvSpPr>
          <p:spPr>
            <a:xfrm>
              <a:off x="7093417" y="2227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7" name="pt24867"/>
            <p:cNvSpPr/>
            <p:nvPr/>
          </p:nvSpPr>
          <p:spPr>
            <a:xfrm>
              <a:off x="7060551" y="2008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8" name="pt24868"/>
            <p:cNvSpPr/>
            <p:nvPr/>
          </p:nvSpPr>
          <p:spPr>
            <a:xfrm>
              <a:off x="7121182" y="2100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9" name="pt24869"/>
            <p:cNvSpPr/>
            <p:nvPr/>
          </p:nvSpPr>
          <p:spPr>
            <a:xfrm>
              <a:off x="7277620" y="2005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0" name="pt24870"/>
            <p:cNvSpPr/>
            <p:nvPr/>
          </p:nvSpPr>
          <p:spPr>
            <a:xfrm>
              <a:off x="6980463" y="1930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1" name="pt24871"/>
            <p:cNvSpPr/>
            <p:nvPr/>
          </p:nvSpPr>
          <p:spPr>
            <a:xfrm>
              <a:off x="7092150" y="2254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2" name="pt24872"/>
            <p:cNvSpPr/>
            <p:nvPr/>
          </p:nvSpPr>
          <p:spPr>
            <a:xfrm>
              <a:off x="7251659" y="205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3" name="pt24873"/>
            <p:cNvSpPr/>
            <p:nvPr/>
          </p:nvSpPr>
          <p:spPr>
            <a:xfrm>
              <a:off x="7359560" y="2446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4" name="pt24874"/>
            <p:cNvSpPr/>
            <p:nvPr/>
          </p:nvSpPr>
          <p:spPr>
            <a:xfrm>
              <a:off x="7208757" y="2140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5" name="pt24875"/>
            <p:cNvSpPr/>
            <p:nvPr/>
          </p:nvSpPr>
          <p:spPr>
            <a:xfrm>
              <a:off x="6964859" y="1894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6" name="pt24876"/>
            <p:cNvSpPr/>
            <p:nvPr/>
          </p:nvSpPr>
          <p:spPr>
            <a:xfrm>
              <a:off x="6980193" y="1959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7" name="pt24877"/>
            <p:cNvSpPr/>
            <p:nvPr/>
          </p:nvSpPr>
          <p:spPr>
            <a:xfrm>
              <a:off x="7194045" y="2009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8" name="pt24878"/>
            <p:cNvSpPr/>
            <p:nvPr/>
          </p:nvSpPr>
          <p:spPr>
            <a:xfrm>
              <a:off x="7081594" y="2015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9" name="pt24879"/>
            <p:cNvSpPr/>
            <p:nvPr/>
          </p:nvSpPr>
          <p:spPr>
            <a:xfrm>
              <a:off x="7339925" y="2059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0" name="pt24880"/>
            <p:cNvSpPr/>
            <p:nvPr/>
          </p:nvSpPr>
          <p:spPr>
            <a:xfrm>
              <a:off x="7286037" y="1904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1" name="pt24881"/>
            <p:cNvSpPr/>
            <p:nvPr/>
          </p:nvSpPr>
          <p:spPr>
            <a:xfrm>
              <a:off x="7488109" y="2078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2" name="pt24882"/>
            <p:cNvSpPr/>
            <p:nvPr/>
          </p:nvSpPr>
          <p:spPr>
            <a:xfrm>
              <a:off x="7166350" y="2116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3" name="pt24883"/>
            <p:cNvSpPr/>
            <p:nvPr/>
          </p:nvSpPr>
          <p:spPr>
            <a:xfrm>
              <a:off x="7208549" y="2304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4" name="pt24884"/>
            <p:cNvSpPr/>
            <p:nvPr/>
          </p:nvSpPr>
          <p:spPr>
            <a:xfrm>
              <a:off x="7366730" y="2695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5" name="pt24885"/>
            <p:cNvSpPr/>
            <p:nvPr/>
          </p:nvSpPr>
          <p:spPr>
            <a:xfrm>
              <a:off x="7239622" y="1928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6" name="pt24886"/>
            <p:cNvSpPr/>
            <p:nvPr/>
          </p:nvSpPr>
          <p:spPr>
            <a:xfrm>
              <a:off x="7350618" y="2196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7" name="pt24887"/>
            <p:cNvSpPr/>
            <p:nvPr/>
          </p:nvSpPr>
          <p:spPr>
            <a:xfrm>
              <a:off x="7053310" y="2300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8" name="pt24888"/>
            <p:cNvSpPr/>
            <p:nvPr/>
          </p:nvSpPr>
          <p:spPr>
            <a:xfrm>
              <a:off x="6933838" y="2011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9" name="pt24889"/>
            <p:cNvSpPr/>
            <p:nvPr/>
          </p:nvSpPr>
          <p:spPr>
            <a:xfrm>
              <a:off x="7023524" y="203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0" name="pt24890"/>
            <p:cNvSpPr/>
            <p:nvPr/>
          </p:nvSpPr>
          <p:spPr>
            <a:xfrm>
              <a:off x="7108287" y="2205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1" name="pt24891"/>
            <p:cNvSpPr/>
            <p:nvPr/>
          </p:nvSpPr>
          <p:spPr>
            <a:xfrm>
              <a:off x="7200321" y="1931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2" name="pt24892"/>
            <p:cNvSpPr/>
            <p:nvPr/>
          </p:nvSpPr>
          <p:spPr>
            <a:xfrm>
              <a:off x="7226330" y="2004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3" name="pt24893"/>
            <p:cNvSpPr/>
            <p:nvPr/>
          </p:nvSpPr>
          <p:spPr>
            <a:xfrm>
              <a:off x="6972531" y="2022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4" name="pt24894"/>
            <p:cNvSpPr/>
            <p:nvPr/>
          </p:nvSpPr>
          <p:spPr>
            <a:xfrm>
              <a:off x="7121759" y="217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5" name="pt24895"/>
            <p:cNvSpPr/>
            <p:nvPr/>
          </p:nvSpPr>
          <p:spPr>
            <a:xfrm>
              <a:off x="7248141" y="1994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6" name="pt24896"/>
            <p:cNvSpPr/>
            <p:nvPr/>
          </p:nvSpPr>
          <p:spPr>
            <a:xfrm>
              <a:off x="7079509" y="1904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7" name="pt24897"/>
            <p:cNvSpPr/>
            <p:nvPr/>
          </p:nvSpPr>
          <p:spPr>
            <a:xfrm>
              <a:off x="7148173" y="2307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8" name="pt24898"/>
            <p:cNvSpPr/>
            <p:nvPr/>
          </p:nvSpPr>
          <p:spPr>
            <a:xfrm>
              <a:off x="7130698" y="2135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9" name="pt24899"/>
            <p:cNvSpPr/>
            <p:nvPr/>
          </p:nvSpPr>
          <p:spPr>
            <a:xfrm>
              <a:off x="7055591" y="2224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0" name="pt24900"/>
            <p:cNvSpPr/>
            <p:nvPr/>
          </p:nvSpPr>
          <p:spPr>
            <a:xfrm>
              <a:off x="7161491" y="2072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1" name="pt24901"/>
            <p:cNvSpPr/>
            <p:nvPr/>
          </p:nvSpPr>
          <p:spPr>
            <a:xfrm>
              <a:off x="7497021" y="2268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2" name="pt24902"/>
            <p:cNvSpPr/>
            <p:nvPr/>
          </p:nvSpPr>
          <p:spPr>
            <a:xfrm>
              <a:off x="7150939" y="2254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3" name="pt24903"/>
            <p:cNvSpPr/>
            <p:nvPr/>
          </p:nvSpPr>
          <p:spPr>
            <a:xfrm>
              <a:off x="7205558" y="2297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4" name="pt24904"/>
            <p:cNvSpPr/>
            <p:nvPr/>
          </p:nvSpPr>
          <p:spPr>
            <a:xfrm>
              <a:off x="7212580" y="2313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5" name="pt24905"/>
            <p:cNvSpPr/>
            <p:nvPr/>
          </p:nvSpPr>
          <p:spPr>
            <a:xfrm>
              <a:off x="7243464" y="2174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6" name="pt24906"/>
            <p:cNvSpPr/>
            <p:nvPr/>
          </p:nvSpPr>
          <p:spPr>
            <a:xfrm>
              <a:off x="7380233" y="2286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7" name="pt24907"/>
            <p:cNvSpPr/>
            <p:nvPr/>
          </p:nvSpPr>
          <p:spPr>
            <a:xfrm>
              <a:off x="6793727" y="2427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8" name="pt24908"/>
            <p:cNvSpPr/>
            <p:nvPr/>
          </p:nvSpPr>
          <p:spPr>
            <a:xfrm>
              <a:off x="7121182" y="2146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9" name="pt24909"/>
            <p:cNvSpPr/>
            <p:nvPr/>
          </p:nvSpPr>
          <p:spPr>
            <a:xfrm>
              <a:off x="7203784" y="2220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0" name="pt24910"/>
            <p:cNvSpPr/>
            <p:nvPr/>
          </p:nvSpPr>
          <p:spPr>
            <a:xfrm>
              <a:off x="7247962" y="1998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1" name="pt24911"/>
            <p:cNvSpPr/>
            <p:nvPr/>
          </p:nvSpPr>
          <p:spPr>
            <a:xfrm>
              <a:off x="6960668" y="2028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2" name="pt24912"/>
            <p:cNvSpPr/>
            <p:nvPr/>
          </p:nvSpPr>
          <p:spPr>
            <a:xfrm>
              <a:off x="7256273" y="2090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3" name="pt24913"/>
            <p:cNvSpPr/>
            <p:nvPr/>
          </p:nvSpPr>
          <p:spPr>
            <a:xfrm>
              <a:off x="7118768" y="2174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4" name="pt24914"/>
            <p:cNvSpPr/>
            <p:nvPr/>
          </p:nvSpPr>
          <p:spPr>
            <a:xfrm>
              <a:off x="7225767" y="2013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5" name="pt24915"/>
            <p:cNvSpPr/>
            <p:nvPr/>
          </p:nvSpPr>
          <p:spPr>
            <a:xfrm>
              <a:off x="7336507" y="1977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6" name="pt24916"/>
            <p:cNvSpPr/>
            <p:nvPr/>
          </p:nvSpPr>
          <p:spPr>
            <a:xfrm>
              <a:off x="7278484" y="2012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7" name="pt24917"/>
            <p:cNvSpPr/>
            <p:nvPr/>
          </p:nvSpPr>
          <p:spPr>
            <a:xfrm>
              <a:off x="7136557" y="2161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8" name="pt24918"/>
            <p:cNvSpPr/>
            <p:nvPr/>
          </p:nvSpPr>
          <p:spPr>
            <a:xfrm>
              <a:off x="6835410" y="2029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9" name="pt24919"/>
            <p:cNvSpPr/>
            <p:nvPr/>
          </p:nvSpPr>
          <p:spPr>
            <a:xfrm>
              <a:off x="6880594" y="2300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0" name="pt24920"/>
            <p:cNvSpPr/>
            <p:nvPr/>
          </p:nvSpPr>
          <p:spPr>
            <a:xfrm>
              <a:off x="7265916" y="2157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1" name="pt24921"/>
            <p:cNvSpPr/>
            <p:nvPr/>
          </p:nvSpPr>
          <p:spPr>
            <a:xfrm>
              <a:off x="7242783" y="2219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2" name="pt24922"/>
            <p:cNvSpPr/>
            <p:nvPr/>
          </p:nvSpPr>
          <p:spPr>
            <a:xfrm>
              <a:off x="7347647" y="2155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3" name="pt24923"/>
            <p:cNvSpPr/>
            <p:nvPr/>
          </p:nvSpPr>
          <p:spPr>
            <a:xfrm>
              <a:off x="7389655" y="2158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4" name="pt24924"/>
            <p:cNvSpPr/>
            <p:nvPr/>
          </p:nvSpPr>
          <p:spPr>
            <a:xfrm>
              <a:off x="7144788" y="2192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5" name="pt24925"/>
            <p:cNvSpPr/>
            <p:nvPr/>
          </p:nvSpPr>
          <p:spPr>
            <a:xfrm>
              <a:off x="7182034" y="2090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6" name="pt24926"/>
            <p:cNvSpPr/>
            <p:nvPr/>
          </p:nvSpPr>
          <p:spPr>
            <a:xfrm>
              <a:off x="7087082" y="2191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7" name="pt24927"/>
            <p:cNvSpPr/>
            <p:nvPr/>
          </p:nvSpPr>
          <p:spPr>
            <a:xfrm>
              <a:off x="7052324" y="2410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8" name="pt24928"/>
            <p:cNvSpPr/>
            <p:nvPr/>
          </p:nvSpPr>
          <p:spPr>
            <a:xfrm>
              <a:off x="7203155" y="2075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9" name="pt24929"/>
            <p:cNvSpPr/>
            <p:nvPr/>
          </p:nvSpPr>
          <p:spPr>
            <a:xfrm>
              <a:off x="7196606" y="1997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0" name="pt24930"/>
            <p:cNvSpPr/>
            <p:nvPr/>
          </p:nvSpPr>
          <p:spPr>
            <a:xfrm>
              <a:off x="7167141" y="1961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1" name="pt24931"/>
            <p:cNvSpPr/>
            <p:nvPr/>
          </p:nvSpPr>
          <p:spPr>
            <a:xfrm>
              <a:off x="7044306" y="1994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2" name="pt24932"/>
            <p:cNvSpPr/>
            <p:nvPr/>
          </p:nvSpPr>
          <p:spPr>
            <a:xfrm>
              <a:off x="6906373" y="1804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3" name="pt24933"/>
            <p:cNvSpPr/>
            <p:nvPr/>
          </p:nvSpPr>
          <p:spPr>
            <a:xfrm>
              <a:off x="7076774" y="2090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4" name="pt24934"/>
            <p:cNvSpPr/>
            <p:nvPr/>
          </p:nvSpPr>
          <p:spPr>
            <a:xfrm>
              <a:off x="7208466" y="2195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5" name="pt24935"/>
            <p:cNvSpPr/>
            <p:nvPr/>
          </p:nvSpPr>
          <p:spPr>
            <a:xfrm>
              <a:off x="7255254" y="2068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6" name="pt24936"/>
            <p:cNvSpPr/>
            <p:nvPr/>
          </p:nvSpPr>
          <p:spPr>
            <a:xfrm>
              <a:off x="7204091" y="2096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7" name="pt24937"/>
            <p:cNvSpPr/>
            <p:nvPr/>
          </p:nvSpPr>
          <p:spPr>
            <a:xfrm>
              <a:off x="7468635" y="2684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8" name="pt24938"/>
            <p:cNvSpPr/>
            <p:nvPr/>
          </p:nvSpPr>
          <p:spPr>
            <a:xfrm>
              <a:off x="6926538" y="1942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9" name="pt24939"/>
            <p:cNvSpPr/>
            <p:nvPr/>
          </p:nvSpPr>
          <p:spPr>
            <a:xfrm>
              <a:off x="7028463" y="2035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0" name="pt24940"/>
            <p:cNvSpPr/>
            <p:nvPr/>
          </p:nvSpPr>
          <p:spPr>
            <a:xfrm>
              <a:off x="6732295" y="1764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1" name="pt24941"/>
            <p:cNvSpPr/>
            <p:nvPr/>
          </p:nvSpPr>
          <p:spPr>
            <a:xfrm>
              <a:off x="7108899" y="2078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2" name="pt24942"/>
            <p:cNvSpPr/>
            <p:nvPr/>
          </p:nvSpPr>
          <p:spPr>
            <a:xfrm>
              <a:off x="7116296" y="211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3" name="pt24943"/>
            <p:cNvSpPr/>
            <p:nvPr/>
          </p:nvSpPr>
          <p:spPr>
            <a:xfrm>
              <a:off x="7149439" y="240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4" name="pt24944"/>
            <p:cNvSpPr/>
            <p:nvPr/>
          </p:nvSpPr>
          <p:spPr>
            <a:xfrm>
              <a:off x="6964287" y="2002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5" name="pt24945"/>
            <p:cNvSpPr/>
            <p:nvPr/>
          </p:nvSpPr>
          <p:spPr>
            <a:xfrm>
              <a:off x="7107150" y="2160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6" name="pt24946"/>
            <p:cNvSpPr/>
            <p:nvPr/>
          </p:nvSpPr>
          <p:spPr>
            <a:xfrm>
              <a:off x="7091086" y="2132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7" name="pt24947"/>
            <p:cNvSpPr/>
            <p:nvPr/>
          </p:nvSpPr>
          <p:spPr>
            <a:xfrm>
              <a:off x="7134720" y="2191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8" name="pt24948"/>
            <p:cNvSpPr/>
            <p:nvPr/>
          </p:nvSpPr>
          <p:spPr>
            <a:xfrm>
              <a:off x="7430078" y="2341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9" name="pt24949"/>
            <p:cNvSpPr/>
            <p:nvPr/>
          </p:nvSpPr>
          <p:spPr>
            <a:xfrm>
              <a:off x="7110194" y="2135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0" name="pt24950"/>
            <p:cNvSpPr/>
            <p:nvPr/>
          </p:nvSpPr>
          <p:spPr>
            <a:xfrm>
              <a:off x="7382122" y="2274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1" name="pt24951"/>
            <p:cNvSpPr/>
            <p:nvPr/>
          </p:nvSpPr>
          <p:spPr>
            <a:xfrm>
              <a:off x="7297087" y="207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2" name="pt24952"/>
            <p:cNvSpPr/>
            <p:nvPr/>
          </p:nvSpPr>
          <p:spPr>
            <a:xfrm>
              <a:off x="7072637" y="2248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3" name="pt24953"/>
            <p:cNvSpPr/>
            <p:nvPr/>
          </p:nvSpPr>
          <p:spPr>
            <a:xfrm>
              <a:off x="7288425" y="1843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4" name="pt24954"/>
            <p:cNvSpPr/>
            <p:nvPr/>
          </p:nvSpPr>
          <p:spPr>
            <a:xfrm>
              <a:off x="7723282" y="2172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5" name="pt24955"/>
            <p:cNvSpPr/>
            <p:nvPr/>
          </p:nvSpPr>
          <p:spPr>
            <a:xfrm>
              <a:off x="6934048" y="2054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6" name="pt24956"/>
            <p:cNvSpPr/>
            <p:nvPr/>
          </p:nvSpPr>
          <p:spPr>
            <a:xfrm>
              <a:off x="6796672" y="2718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7" name="pt24957"/>
            <p:cNvSpPr/>
            <p:nvPr/>
          </p:nvSpPr>
          <p:spPr>
            <a:xfrm>
              <a:off x="6897166" y="2073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8" name="pt24958"/>
            <p:cNvSpPr/>
            <p:nvPr/>
          </p:nvSpPr>
          <p:spPr>
            <a:xfrm>
              <a:off x="7342509" y="2058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9" name="pt24959"/>
            <p:cNvSpPr/>
            <p:nvPr/>
          </p:nvSpPr>
          <p:spPr>
            <a:xfrm>
              <a:off x="7283242" y="2053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0" name="pt24960"/>
            <p:cNvSpPr/>
            <p:nvPr/>
          </p:nvSpPr>
          <p:spPr>
            <a:xfrm>
              <a:off x="6972675" y="2037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1" name="pt24961"/>
            <p:cNvSpPr/>
            <p:nvPr/>
          </p:nvSpPr>
          <p:spPr>
            <a:xfrm>
              <a:off x="6980348" y="1975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2" name="pt24962"/>
            <p:cNvSpPr/>
            <p:nvPr/>
          </p:nvSpPr>
          <p:spPr>
            <a:xfrm>
              <a:off x="7111967" y="2169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3" name="pt24963"/>
            <p:cNvSpPr/>
            <p:nvPr/>
          </p:nvSpPr>
          <p:spPr>
            <a:xfrm>
              <a:off x="7099708" y="2190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4" name="pt24964"/>
            <p:cNvSpPr/>
            <p:nvPr/>
          </p:nvSpPr>
          <p:spPr>
            <a:xfrm>
              <a:off x="7208164" y="2262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5" name="pt24965"/>
            <p:cNvSpPr/>
            <p:nvPr/>
          </p:nvSpPr>
          <p:spPr>
            <a:xfrm>
              <a:off x="7309833" y="2263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6" name="pt24966"/>
            <p:cNvSpPr/>
            <p:nvPr/>
          </p:nvSpPr>
          <p:spPr>
            <a:xfrm>
              <a:off x="7147265" y="2288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7" name="pt24967"/>
            <p:cNvSpPr/>
            <p:nvPr/>
          </p:nvSpPr>
          <p:spPr>
            <a:xfrm>
              <a:off x="6956932" y="2108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8" name="pt24968"/>
            <p:cNvSpPr/>
            <p:nvPr/>
          </p:nvSpPr>
          <p:spPr>
            <a:xfrm>
              <a:off x="7205992" y="2182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9" name="pt24969"/>
            <p:cNvSpPr/>
            <p:nvPr/>
          </p:nvSpPr>
          <p:spPr>
            <a:xfrm>
              <a:off x="7217848" y="2130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0" name="pt24970"/>
            <p:cNvSpPr/>
            <p:nvPr/>
          </p:nvSpPr>
          <p:spPr>
            <a:xfrm>
              <a:off x="7189364" y="2099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1" name="pt24971"/>
            <p:cNvSpPr/>
            <p:nvPr/>
          </p:nvSpPr>
          <p:spPr>
            <a:xfrm>
              <a:off x="7262092" y="1955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2" name="pt24972"/>
            <p:cNvSpPr/>
            <p:nvPr/>
          </p:nvSpPr>
          <p:spPr>
            <a:xfrm>
              <a:off x="7006923" y="2039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3" name="pt24973"/>
            <p:cNvSpPr/>
            <p:nvPr/>
          </p:nvSpPr>
          <p:spPr>
            <a:xfrm>
              <a:off x="6990748" y="1870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4" name="pt24974"/>
            <p:cNvSpPr/>
            <p:nvPr/>
          </p:nvSpPr>
          <p:spPr>
            <a:xfrm>
              <a:off x="6983891" y="1896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5" name="pt24975"/>
            <p:cNvSpPr/>
            <p:nvPr/>
          </p:nvSpPr>
          <p:spPr>
            <a:xfrm>
              <a:off x="7123258" y="2154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6" name="pt24976"/>
            <p:cNvSpPr/>
            <p:nvPr/>
          </p:nvSpPr>
          <p:spPr>
            <a:xfrm>
              <a:off x="7065364" y="1665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7" name="pt24977"/>
            <p:cNvSpPr/>
            <p:nvPr/>
          </p:nvSpPr>
          <p:spPr>
            <a:xfrm>
              <a:off x="7233792" y="2177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8" name="pt24978"/>
            <p:cNvSpPr/>
            <p:nvPr/>
          </p:nvSpPr>
          <p:spPr>
            <a:xfrm>
              <a:off x="7022140" y="2063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9" name="pt24979"/>
            <p:cNvSpPr/>
            <p:nvPr/>
          </p:nvSpPr>
          <p:spPr>
            <a:xfrm>
              <a:off x="7129748" y="207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0" name="pt24980"/>
            <p:cNvSpPr/>
            <p:nvPr/>
          </p:nvSpPr>
          <p:spPr>
            <a:xfrm>
              <a:off x="7342650" y="2031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1" name="pt24981"/>
            <p:cNvSpPr/>
            <p:nvPr/>
          </p:nvSpPr>
          <p:spPr>
            <a:xfrm>
              <a:off x="7228748" y="2016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2" name="pt24982"/>
            <p:cNvSpPr/>
            <p:nvPr/>
          </p:nvSpPr>
          <p:spPr>
            <a:xfrm>
              <a:off x="7313886" y="2041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3" name="pt24983"/>
            <p:cNvSpPr/>
            <p:nvPr/>
          </p:nvSpPr>
          <p:spPr>
            <a:xfrm>
              <a:off x="7085961" y="2135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4" name="pt24984"/>
            <p:cNvSpPr/>
            <p:nvPr/>
          </p:nvSpPr>
          <p:spPr>
            <a:xfrm>
              <a:off x="7161556" y="2123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5" name="pt24985"/>
            <p:cNvSpPr/>
            <p:nvPr/>
          </p:nvSpPr>
          <p:spPr>
            <a:xfrm>
              <a:off x="7122628" y="2164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6" name="pt24986"/>
            <p:cNvSpPr/>
            <p:nvPr/>
          </p:nvSpPr>
          <p:spPr>
            <a:xfrm>
              <a:off x="7323637" y="1922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7" name="pt24987"/>
            <p:cNvSpPr/>
            <p:nvPr/>
          </p:nvSpPr>
          <p:spPr>
            <a:xfrm>
              <a:off x="7149950" y="2322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8" name="pt24988"/>
            <p:cNvSpPr/>
            <p:nvPr/>
          </p:nvSpPr>
          <p:spPr>
            <a:xfrm>
              <a:off x="7257148" y="1914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9" name="pt24989"/>
            <p:cNvSpPr/>
            <p:nvPr/>
          </p:nvSpPr>
          <p:spPr>
            <a:xfrm>
              <a:off x="7158777" y="2168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0" name="pt24990"/>
            <p:cNvSpPr/>
            <p:nvPr/>
          </p:nvSpPr>
          <p:spPr>
            <a:xfrm>
              <a:off x="7832550" y="2393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1" name="pt24991"/>
            <p:cNvSpPr/>
            <p:nvPr/>
          </p:nvSpPr>
          <p:spPr>
            <a:xfrm>
              <a:off x="7159601" y="2226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2" name="pt24992"/>
            <p:cNvSpPr/>
            <p:nvPr/>
          </p:nvSpPr>
          <p:spPr>
            <a:xfrm>
              <a:off x="7195477" y="2109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3" name="pt24993"/>
            <p:cNvSpPr/>
            <p:nvPr/>
          </p:nvSpPr>
          <p:spPr>
            <a:xfrm>
              <a:off x="7387884" y="1983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4" name="pt24994"/>
            <p:cNvSpPr/>
            <p:nvPr/>
          </p:nvSpPr>
          <p:spPr>
            <a:xfrm>
              <a:off x="6951470" y="2021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5" name="pt24995"/>
            <p:cNvSpPr/>
            <p:nvPr/>
          </p:nvSpPr>
          <p:spPr>
            <a:xfrm>
              <a:off x="7094668" y="2111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6" name="pt24996"/>
            <p:cNvSpPr/>
            <p:nvPr/>
          </p:nvSpPr>
          <p:spPr>
            <a:xfrm>
              <a:off x="7253883" y="2046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7" name="pt24997"/>
            <p:cNvSpPr/>
            <p:nvPr/>
          </p:nvSpPr>
          <p:spPr>
            <a:xfrm>
              <a:off x="7192638" y="2060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8" name="pt24998"/>
            <p:cNvSpPr/>
            <p:nvPr/>
          </p:nvSpPr>
          <p:spPr>
            <a:xfrm>
              <a:off x="7278626" y="2056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9" name="pt24999"/>
            <p:cNvSpPr/>
            <p:nvPr/>
          </p:nvSpPr>
          <p:spPr>
            <a:xfrm>
              <a:off x="7024039" y="1881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0" name="pt25000"/>
            <p:cNvSpPr/>
            <p:nvPr/>
          </p:nvSpPr>
          <p:spPr>
            <a:xfrm>
              <a:off x="7098092" y="2250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1" name="pt25001"/>
            <p:cNvSpPr/>
            <p:nvPr/>
          </p:nvSpPr>
          <p:spPr>
            <a:xfrm>
              <a:off x="7296990" y="2038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2" name="pt25002"/>
            <p:cNvSpPr/>
            <p:nvPr/>
          </p:nvSpPr>
          <p:spPr>
            <a:xfrm>
              <a:off x="7169225" y="2004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3" name="pt25003"/>
            <p:cNvSpPr/>
            <p:nvPr/>
          </p:nvSpPr>
          <p:spPr>
            <a:xfrm>
              <a:off x="7100042" y="2258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4" name="pt25004"/>
            <p:cNvSpPr/>
            <p:nvPr/>
          </p:nvSpPr>
          <p:spPr>
            <a:xfrm>
              <a:off x="6939060" y="1997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5" name="pt25005"/>
            <p:cNvSpPr/>
            <p:nvPr/>
          </p:nvSpPr>
          <p:spPr>
            <a:xfrm>
              <a:off x="6991760" y="1634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6" name="pt25006"/>
            <p:cNvSpPr/>
            <p:nvPr/>
          </p:nvSpPr>
          <p:spPr>
            <a:xfrm>
              <a:off x="7113526" y="2044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7" name="pt25007"/>
            <p:cNvSpPr/>
            <p:nvPr/>
          </p:nvSpPr>
          <p:spPr>
            <a:xfrm>
              <a:off x="7077587" y="2164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8" name="pt25008"/>
            <p:cNvSpPr/>
            <p:nvPr/>
          </p:nvSpPr>
          <p:spPr>
            <a:xfrm>
              <a:off x="7273717" y="1984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9" name="pt25009"/>
            <p:cNvSpPr/>
            <p:nvPr/>
          </p:nvSpPr>
          <p:spPr>
            <a:xfrm>
              <a:off x="7535205" y="2170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0" name="pt25010"/>
            <p:cNvSpPr/>
            <p:nvPr/>
          </p:nvSpPr>
          <p:spPr>
            <a:xfrm>
              <a:off x="7250379" y="2137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1" name="pt25011"/>
            <p:cNvSpPr/>
            <p:nvPr/>
          </p:nvSpPr>
          <p:spPr>
            <a:xfrm>
              <a:off x="7087045" y="2162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2" name="pt25012"/>
            <p:cNvSpPr/>
            <p:nvPr/>
          </p:nvSpPr>
          <p:spPr>
            <a:xfrm>
              <a:off x="7398765" y="204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3" name="pt25013"/>
            <p:cNvSpPr/>
            <p:nvPr/>
          </p:nvSpPr>
          <p:spPr>
            <a:xfrm>
              <a:off x="7038058" y="2125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4" name="pt25014"/>
            <p:cNvSpPr/>
            <p:nvPr/>
          </p:nvSpPr>
          <p:spPr>
            <a:xfrm>
              <a:off x="7268723" y="1941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5" name="pt25015"/>
            <p:cNvSpPr/>
            <p:nvPr/>
          </p:nvSpPr>
          <p:spPr>
            <a:xfrm>
              <a:off x="7175546" y="2089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6" name="pt25016"/>
            <p:cNvSpPr/>
            <p:nvPr/>
          </p:nvSpPr>
          <p:spPr>
            <a:xfrm>
              <a:off x="7275344" y="2008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7" name="pt25017"/>
            <p:cNvSpPr/>
            <p:nvPr/>
          </p:nvSpPr>
          <p:spPr>
            <a:xfrm>
              <a:off x="7186163" y="2182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8" name="pt25018"/>
            <p:cNvSpPr/>
            <p:nvPr/>
          </p:nvSpPr>
          <p:spPr>
            <a:xfrm>
              <a:off x="7429990" y="2570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9" name="pt25019"/>
            <p:cNvSpPr/>
            <p:nvPr/>
          </p:nvSpPr>
          <p:spPr>
            <a:xfrm>
              <a:off x="7120125" y="2090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0" name="pt25020"/>
            <p:cNvSpPr/>
            <p:nvPr/>
          </p:nvSpPr>
          <p:spPr>
            <a:xfrm>
              <a:off x="7260244" y="2103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1" name="pt25021"/>
            <p:cNvSpPr/>
            <p:nvPr/>
          </p:nvSpPr>
          <p:spPr>
            <a:xfrm>
              <a:off x="7159066" y="2199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2" name="pt25022"/>
            <p:cNvSpPr/>
            <p:nvPr/>
          </p:nvSpPr>
          <p:spPr>
            <a:xfrm>
              <a:off x="7614473" y="2070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3" name="pt25023"/>
            <p:cNvSpPr/>
            <p:nvPr/>
          </p:nvSpPr>
          <p:spPr>
            <a:xfrm>
              <a:off x="7067742" y="2134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4" name="pt25024"/>
            <p:cNvSpPr/>
            <p:nvPr/>
          </p:nvSpPr>
          <p:spPr>
            <a:xfrm>
              <a:off x="7046569" y="2190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5" name="pt25025"/>
            <p:cNvSpPr/>
            <p:nvPr/>
          </p:nvSpPr>
          <p:spPr>
            <a:xfrm>
              <a:off x="7362375" y="2368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6" name="pt25026"/>
            <p:cNvSpPr/>
            <p:nvPr/>
          </p:nvSpPr>
          <p:spPr>
            <a:xfrm>
              <a:off x="7021551" y="2131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7" name="pt25027"/>
            <p:cNvSpPr/>
            <p:nvPr/>
          </p:nvSpPr>
          <p:spPr>
            <a:xfrm>
              <a:off x="7117436" y="2204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8" name="pt25028"/>
            <p:cNvSpPr/>
            <p:nvPr/>
          </p:nvSpPr>
          <p:spPr>
            <a:xfrm>
              <a:off x="7123627" y="2124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9" name="pt25029"/>
            <p:cNvSpPr/>
            <p:nvPr/>
          </p:nvSpPr>
          <p:spPr>
            <a:xfrm>
              <a:off x="7064812" y="1841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0" name="pt25030"/>
            <p:cNvSpPr/>
            <p:nvPr/>
          </p:nvSpPr>
          <p:spPr>
            <a:xfrm>
              <a:off x="7277357" y="1978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1" name="pt25031"/>
            <p:cNvSpPr/>
            <p:nvPr/>
          </p:nvSpPr>
          <p:spPr>
            <a:xfrm>
              <a:off x="7124637" y="2119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2" name="pt25032"/>
            <p:cNvSpPr/>
            <p:nvPr/>
          </p:nvSpPr>
          <p:spPr>
            <a:xfrm>
              <a:off x="7281503" y="202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3" name="pt25033"/>
            <p:cNvSpPr/>
            <p:nvPr/>
          </p:nvSpPr>
          <p:spPr>
            <a:xfrm>
              <a:off x="6896691" y="1638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4" name="pt25034"/>
            <p:cNvSpPr/>
            <p:nvPr/>
          </p:nvSpPr>
          <p:spPr>
            <a:xfrm>
              <a:off x="7020522" y="2100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5" name="pt25035"/>
            <p:cNvSpPr/>
            <p:nvPr/>
          </p:nvSpPr>
          <p:spPr>
            <a:xfrm>
              <a:off x="7009551" y="2030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6" name="pt25036"/>
            <p:cNvSpPr/>
            <p:nvPr/>
          </p:nvSpPr>
          <p:spPr>
            <a:xfrm>
              <a:off x="7240991" y="1842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7" name="pt25037"/>
            <p:cNvSpPr/>
            <p:nvPr/>
          </p:nvSpPr>
          <p:spPr>
            <a:xfrm>
              <a:off x="6809482" y="2284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8" name="pt25038"/>
            <p:cNvSpPr/>
            <p:nvPr/>
          </p:nvSpPr>
          <p:spPr>
            <a:xfrm>
              <a:off x="7194907" y="2024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9" name="pt25039"/>
            <p:cNvSpPr/>
            <p:nvPr/>
          </p:nvSpPr>
          <p:spPr>
            <a:xfrm>
              <a:off x="7515462" y="2070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0" name="pt25040"/>
            <p:cNvSpPr/>
            <p:nvPr/>
          </p:nvSpPr>
          <p:spPr>
            <a:xfrm>
              <a:off x="7302302" y="2017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1" name="pt25041"/>
            <p:cNvSpPr/>
            <p:nvPr/>
          </p:nvSpPr>
          <p:spPr>
            <a:xfrm>
              <a:off x="7060003" y="1992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2" name="pt25042"/>
            <p:cNvSpPr/>
            <p:nvPr/>
          </p:nvSpPr>
          <p:spPr>
            <a:xfrm>
              <a:off x="7152328" y="2247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3" name="pt25043"/>
            <p:cNvSpPr/>
            <p:nvPr/>
          </p:nvSpPr>
          <p:spPr>
            <a:xfrm>
              <a:off x="7286533" y="2071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4" name="pt25044"/>
            <p:cNvSpPr/>
            <p:nvPr/>
          </p:nvSpPr>
          <p:spPr>
            <a:xfrm>
              <a:off x="6849127" y="2281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5" name="pt25045"/>
            <p:cNvSpPr/>
            <p:nvPr/>
          </p:nvSpPr>
          <p:spPr>
            <a:xfrm>
              <a:off x="7012768" y="1752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6" name="pt25046"/>
            <p:cNvSpPr/>
            <p:nvPr/>
          </p:nvSpPr>
          <p:spPr>
            <a:xfrm>
              <a:off x="7105333" y="2126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7" name="pt25047"/>
            <p:cNvSpPr/>
            <p:nvPr/>
          </p:nvSpPr>
          <p:spPr>
            <a:xfrm>
              <a:off x="7184746" y="2075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8" name="pt25048"/>
            <p:cNvSpPr/>
            <p:nvPr/>
          </p:nvSpPr>
          <p:spPr>
            <a:xfrm>
              <a:off x="7667603" y="2279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9" name="pt25049"/>
            <p:cNvSpPr/>
            <p:nvPr/>
          </p:nvSpPr>
          <p:spPr>
            <a:xfrm>
              <a:off x="7406660" y="2732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0" name="pt25050"/>
            <p:cNvSpPr/>
            <p:nvPr/>
          </p:nvSpPr>
          <p:spPr>
            <a:xfrm>
              <a:off x="7126571" y="2104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1" name="pt25051"/>
            <p:cNvSpPr/>
            <p:nvPr/>
          </p:nvSpPr>
          <p:spPr>
            <a:xfrm>
              <a:off x="7039271" y="2142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2" name="pt25052"/>
            <p:cNvSpPr/>
            <p:nvPr/>
          </p:nvSpPr>
          <p:spPr>
            <a:xfrm>
              <a:off x="6974949" y="194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3" name="pt25053"/>
            <p:cNvSpPr/>
            <p:nvPr/>
          </p:nvSpPr>
          <p:spPr>
            <a:xfrm>
              <a:off x="7107521" y="2158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4" name="pt25054"/>
            <p:cNvSpPr/>
            <p:nvPr/>
          </p:nvSpPr>
          <p:spPr>
            <a:xfrm>
              <a:off x="7023001" y="1819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5" name="pt25055"/>
            <p:cNvSpPr/>
            <p:nvPr/>
          </p:nvSpPr>
          <p:spPr>
            <a:xfrm>
              <a:off x="7075689" y="2132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6" name="pt25056"/>
            <p:cNvSpPr/>
            <p:nvPr/>
          </p:nvSpPr>
          <p:spPr>
            <a:xfrm>
              <a:off x="7089265" y="2267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7" name="pt25057"/>
            <p:cNvSpPr/>
            <p:nvPr/>
          </p:nvSpPr>
          <p:spPr>
            <a:xfrm>
              <a:off x="7642522" y="2147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8" name="pt25058"/>
            <p:cNvSpPr/>
            <p:nvPr/>
          </p:nvSpPr>
          <p:spPr>
            <a:xfrm>
              <a:off x="7198697" y="1966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9" name="pt25059"/>
            <p:cNvSpPr/>
            <p:nvPr/>
          </p:nvSpPr>
          <p:spPr>
            <a:xfrm>
              <a:off x="7169003" y="2021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0" name="pt25060"/>
            <p:cNvSpPr/>
            <p:nvPr/>
          </p:nvSpPr>
          <p:spPr>
            <a:xfrm>
              <a:off x="7254421" y="2064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1" name="pt25061"/>
            <p:cNvSpPr/>
            <p:nvPr/>
          </p:nvSpPr>
          <p:spPr>
            <a:xfrm>
              <a:off x="7112184" y="2071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2" name="pt25062"/>
            <p:cNvSpPr/>
            <p:nvPr/>
          </p:nvSpPr>
          <p:spPr>
            <a:xfrm>
              <a:off x="7113755" y="2153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3" name="pt25063"/>
            <p:cNvSpPr/>
            <p:nvPr/>
          </p:nvSpPr>
          <p:spPr>
            <a:xfrm>
              <a:off x="7190638" y="2100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4" name="pt25064"/>
            <p:cNvSpPr/>
            <p:nvPr/>
          </p:nvSpPr>
          <p:spPr>
            <a:xfrm>
              <a:off x="7096324" y="2166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5" name="pt25065"/>
            <p:cNvSpPr/>
            <p:nvPr/>
          </p:nvSpPr>
          <p:spPr>
            <a:xfrm>
              <a:off x="7091012" y="2200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6" name="pt25066"/>
            <p:cNvSpPr/>
            <p:nvPr/>
          </p:nvSpPr>
          <p:spPr>
            <a:xfrm>
              <a:off x="7194873" y="2011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7" name="pt25067"/>
            <p:cNvSpPr/>
            <p:nvPr/>
          </p:nvSpPr>
          <p:spPr>
            <a:xfrm>
              <a:off x="6960465" y="2092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8" name="pt25068"/>
            <p:cNvSpPr/>
            <p:nvPr/>
          </p:nvSpPr>
          <p:spPr>
            <a:xfrm>
              <a:off x="7175113" y="1983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9" name="pt25069"/>
            <p:cNvSpPr/>
            <p:nvPr/>
          </p:nvSpPr>
          <p:spPr>
            <a:xfrm>
              <a:off x="7200891" y="2013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0" name="pt25070"/>
            <p:cNvSpPr/>
            <p:nvPr/>
          </p:nvSpPr>
          <p:spPr>
            <a:xfrm>
              <a:off x="7146526" y="2241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1" name="pt25071"/>
            <p:cNvSpPr/>
            <p:nvPr/>
          </p:nvSpPr>
          <p:spPr>
            <a:xfrm>
              <a:off x="7147110" y="2275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2" name="pt25072"/>
            <p:cNvSpPr/>
            <p:nvPr/>
          </p:nvSpPr>
          <p:spPr>
            <a:xfrm>
              <a:off x="7049659" y="2197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3" name="pt25073"/>
            <p:cNvSpPr/>
            <p:nvPr/>
          </p:nvSpPr>
          <p:spPr>
            <a:xfrm>
              <a:off x="7164857" y="2076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4" name="pt25074"/>
            <p:cNvSpPr/>
            <p:nvPr/>
          </p:nvSpPr>
          <p:spPr>
            <a:xfrm>
              <a:off x="7293889" y="1901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5" name="pt25075"/>
            <p:cNvSpPr/>
            <p:nvPr/>
          </p:nvSpPr>
          <p:spPr>
            <a:xfrm>
              <a:off x="7274601" y="2027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6" name="pt25076"/>
            <p:cNvSpPr/>
            <p:nvPr/>
          </p:nvSpPr>
          <p:spPr>
            <a:xfrm>
              <a:off x="6975113" y="2081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7" name="pt25077"/>
            <p:cNvSpPr/>
            <p:nvPr/>
          </p:nvSpPr>
          <p:spPr>
            <a:xfrm>
              <a:off x="7133926" y="2073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8" name="pt25078"/>
            <p:cNvSpPr/>
            <p:nvPr/>
          </p:nvSpPr>
          <p:spPr>
            <a:xfrm>
              <a:off x="7263008" y="2035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9" name="pt25079"/>
            <p:cNvSpPr/>
            <p:nvPr/>
          </p:nvSpPr>
          <p:spPr>
            <a:xfrm>
              <a:off x="7208719" y="2365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0" name="pt25080"/>
            <p:cNvSpPr/>
            <p:nvPr/>
          </p:nvSpPr>
          <p:spPr>
            <a:xfrm>
              <a:off x="7249601" y="2041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1" name="pt25081"/>
            <p:cNvSpPr/>
            <p:nvPr/>
          </p:nvSpPr>
          <p:spPr>
            <a:xfrm>
              <a:off x="7192702" y="2023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2" name="pt25082"/>
            <p:cNvSpPr/>
            <p:nvPr/>
          </p:nvSpPr>
          <p:spPr>
            <a:xfrm>
              <a:off x="7117504" y="2181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3" name="pt25083"/>
            <p:cNvSpPr/>
            <p:nvPr/>
          </p:nvSpPr>
          <p:spPr>
            <a:xfrm>
              <a:off x="7051858" y="2343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4" name="pt25084"/>
            <p:cNvSpPr/>
            <p:nvPr/>
          </p:nvSpPr>
          <p:spPr>
            <a:xfrm>
              <a:off x="6964973" y="2043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5" name="pt25085"/>
            <p:cNvSpPr/>
            <p:nvPr/>
          </p:nvSpPr>
          <p:spPr>
            <a:xfrm>
              <a:off x="7223097" y="2203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6" name="pt25086"/>
            <p:cNvSpPr/>
            <p:nvPr/>
          </p:nvSpPr>
          <p:spPr>
            <a:xfrm>
              <a:off x="7272987" y="2064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7" name="pt25087"/>
            <p:cNvSpPr/>
            <p:nvPr/>
          </p:nvSpPr>
          <p:spPr>
            <a:xfrm>
              <a:off x="7071741" y="2274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8" name="pt25088"/>
            <p:cNvSpPr/>
            <p:nvPr/>
          </p:nvSpPr>
          <p:spPr>
            <a:xfrm>
              <a:off x="7127038" y="2163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9" name="pt25089"/>
            <p:cNvSpPr/>
            <p:nvPr/>
          </p:nvSpPr>
          <p:spPr>
            <a:xfrm>
              <a:off x="7419164" y="2771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0" name="pt25090"/>
            <p:cNvSpPr/>
            <p:nvPr/>
          </p:nvSpPr>
          <p:spPr>
            <a:xfrm>
              <a:off x="6759718" y="2160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1" name="pt25091"/>
            <p:cNvSpPr/>
            <p:nvPr/>
          </p:nvSpPr>
          <p:spPr>
            <a:xfrm>
              <a:off x="7285002" y="2023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2" name="pt25092"/>
            <p:cNvSpPr/>
            <p:nvPr/>
          </p:nvSpPr>
          <p:spPr>
            <a:xfrm>
              <a:off x="6924773" y="2263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3" name="pt25093"/>
            <p:cNvSpPr/>
            <p:nvPr/>
          </p:nvSpPr>
          <p:spPr>
            <a:xfrm>
              <a:off x="6788823" y="2424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4" name="pt25094"/>
            <p:cNvSpPr/>
            <p:nvPr/>
          </p:nvSpPr>
          <p:spPr>
            <a:xfrm>
              <a:off x="7297670" y="2036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5" name="pt25095"/>
            <p:cNvSpPr/>
            <p:nvPr/>
          </p:nvSpPr>
          <p:spPr>
            <a:xfrm>
              <a:off x="6909641" y="2267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6" name="pt25096"/>
            <p:cNvSpPr/>
            <p:nvPr/>
          </p:nvSpPr>
          <p:spPr>
            <a:xfrm>
              <a:off x="7039875" y="2220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7" name="pt25097"/>
            <p:cNvSpPr/>
            <p:nvPr/>
          </p:nvSpPr>
          <p:spPr>
            <a:xfrm>
              <a:off x="7415408" y="2669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8" name="pt25098"/>
            <p:cNvSpPr/>
            <p:nvPr/>
          </p:nvSpPr>
          <p:spPr>
            <a:xfrm>
              <a:off x="6980738" y="1938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9" name="pt25099"/>
            <p:cNvSpPr/>
            <p:nvPr/>
          </p:nvSpPr>
          <p:spPr>
            <a:xfrm>
              <a:off x="6884414" y="1835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0" name="pt25100"/>
            <p:cNvSpPr/>
            <p:nvPr/>
          </p:nvSpPr>
          <p:spPr>
            <a:xfrm>
              <a:off x="7010510" y="1986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1" name="pt25101"/>
            <p:cNvSpPr/>
            <p:nvPr/>
          </p:nvSpPr>
          <p:spPr>
            <a:xfrm>
              <a:off x="7150944" y="2221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2" name="pt25102"/>
            <p:cNvSpPr/>
            <p:nvPr/>
          </p:nvSpPr>
          <p:spPr>
            <a:xfrm>
              <a:off x="7214571" y="2266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3" name="pt25103"/>
            <p:cNvSpPr/>
            <p:nvPr/>
          </p:nvSpPr>
          <p:spPr>
            <a:xfrm>
              <a:off x="7188398" y="2089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4" name="pt25104"/>
            <p:cNvSpPr/>
            <p:nvPr/>
          </p:nvSpPr>
          <p:spPr>
            <a:xfrm>
              <a:off x="7101272" y="2233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5" name="pt25105"/>
            <p:cNvSpPr/>
            <p:nvPr/>
          </p:nvSpPr>
          <p:spPr>
            <a:xfrm>
              <a:off x="7700711" y="2567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6" name="pt25106"/>
            <p:cNvSpPr/>
            <p:nvPr/>
          </p:nvSpPr>
          <p:spPr>
            <a:xfrm>
              <a:off x="7157352" y="2112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7" name="pt25107"/>
            <p:cNvSpPr/>
            <p:nvPr/>
          </p:nvSpPr>
          <p:spPr>
            <a:xfrm>
              <a:off x="7303803" y="2036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8" name="pt25108"/>
            <p:cNvSpPr/>
            <p:nvPr/>
          </p:nvSpPr>
          <p:spPr>
            <a:xfrm>
              <a:off x="7167780" y="2051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9" name="pt25109"/>
            <p:cNvSpPr/>
            <p:nvPr/>
          </p:nvSpPr>
          <p:spPr>
            <a:xfrm>
              <a:off x="6927077" y="2088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0" name="pt25110"/>
            <p:cNvSpPr/>
            <p:nvPr/>
          </p:nvSpPr>
          <p:spPr>
            <a:xfrm>
              <a:off x="7108268" y="2126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1" name="pt25111"/>
            <p:cNvSpPr/>
            <p:nvPr/>
          </p:nvSpPr>
          <p:spPr>
            <a:xfrm>
              <a:off x="7232649" y="2094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2" name="pt25112"/>
            <p:cNvSpPr/>
            <p:nvPr/>
          </p:nvSpPr>
          <p:spPr>
            <a:xfrm>
              <a:off x="7190780" y="2030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3" name="pt25113"/>
            <p:cNvSpPr/>
            <p:nvPr/>
          </p:nvSpPr>
          <p:spPr>
            <a:xfrm>
              <a:off x="7312611" y="1940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4" name="pt25114"/>
            <p:cNvSpPr/>
            <p:nvPr/>
          </p:nvSpPr>
          <p:spPr>
            <a:xfrm>
              <a:off x="6674062" y="1511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5" name="pt25115"/>
            <p:cNvSpPr/>
            <p:nvPr/>
          </p:nvSpPr>
          <p:spPr>
            <a:xfrm>
              <a:off x="7308854" y="2064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6" name="pt25116"/>
            <p:cNvSpPr/>
            <p:nvPr/>
          </p:nvSpPr>
          <p:spPr>
            <a:xfrm>
              <a:off x="7378242" y="2119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7" name="pt25117"/>
            <p:cNvSpPr/>
            <p:nvPr/>
          </p:nvSpPr>
          <p:spPr>
            <a:xfrm>
              <a:off x="7130332" y="2176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8" name="pt25118"/>
            <p:cNvSpPr/>
            <p:nvPr/>
          </p:nvSpPr>
          <p:spPr>
            <a:xfrm>
              <a:off x="7160214" y="2071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9" name="pt25119"/>
            <p:cNvSpPr/>
            <p:nvPr/>
          </p:nvSpPr>
          <p:spPr>
            <a:xfrm>
              <a:off x="7533885" y="1918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0" name="pt25120"/>
            <p:cNvSpPr/>
            <p:nvPr/>
          </p:nvSpPr>
          <p:spPr>
            <a:xfrm>
              <a:off x="6882829" y="2000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1" name="pt25121"/>
            <p:cNvSpPr/>
            <p:nvPr/>
          </p:nvSpPr>
          <p:spPr>
            <a:xfrm>
              <a:off x="7149652" y="2252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2" name="pt25122"/>
            <p:cNvSpPr/>
            <p:nvPr/>
          </p:nvSpPr>
          <p:spPr>
            <a:xfrm>
              <a:off x="7145972" y="2297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3" name="pt25123"/>
            <p:cNvSpPr/>
            <p:nvPr/>
          </p:nvSpPr>
          <p:spPr>
            <a:xfrm>
              <a:off x="7058619" y="2094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4" name="pt25124"/>
            <p:cNvSpPr/>
            <p:nvPr/>
          </p:nvSpPr>
          <p:spPr>
            <a:xfrm>
              <a:off x="7056098" y="2254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5" name="pt25125"/>
            <p:cNvSpPr/>
            <p:nvPr/>
          </p:nvSpPr>
          <p:spPr>
            <a:xfrm>
              <a:off x="7247336" y="2138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6" name="pt25126"/>
            <p:cNvSpPr/>
            <p:nvPr/>
          </p:nvSpPr>
          <p:spPr>
            <a:xfrm>
              <a:off x="7289571" y="1887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7" name="pt25127"/>
            <p:cNvSpPr/>
            <p:nvPr/>
          </p:nvSpPr>
          <p:spPr>
            <a:xfrm>
              <a:off x="7015798" y="1723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8" name="pt25128"/>
            <p:cNvSpPr/>
            <p:nvPr/>
          </p:nvSpPr>
          <p:spPr>
            <a:xfrm>
              <a:off x="7424841" y="2668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9" name="pt25129"/>
            <p:cNvSpPr/>
            <p:nvPr/>
          </p:nvSpPr>
          <p:spPr>
            <a:xfrm>
              <a:off x="7180932" y="2088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0" name="pt25130"/>
            <p:cNvSpPr/>
            <p:nvPr/>
          </p:nvSpPr>
          <p:spPr>
            <a:xfrm>
              <a:off x="6898284" y="1831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1" name="pt25131"/>
            <p:cNvSpPr/>
            <p:nvPr/>
          </p:nvSpPr>
          <p:spPr>
            <a:xfrm>
              <a:off x="7176052" y="2096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2" name="pt25132"/>
            <p:cNvSpPr/>
            <p:nvPr/>
          </p:nvSpPr>
          <p:spPr>
            <a:xfrm>
              <a:off x="7156012" y="2298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3" name="pt25133"/>
            <p:cNvSpPr/>
            <p:nvPr/>
          </p:nvSpPr>
          <p:spPr>
            <a:xfrm>
              <a:off x="7364417" y="2074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4" name="pt25134"/>
            <p:cNvSpPr/>
            <p:nvPr/>
          </p:nvSpPr>
          <p:spPr>
            <a:xfrm>
              <a:off x="7201049" y="2090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5" name="pt25135"/>
            <p:cNvSpPr/>
            <p:nvPr/>
          </p:nvSpPr>
          <p:spPr>
            <a:xfrm>
              <a:off x="7059869" y="2101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6" name="pt25136"/>
            <p:cNvSpPr/>
            <p:nvPr/>
          </p:nvSpPr>
          <p:spPr>
            <a:xfrm>
              <a:off x="7195132" y="2049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7" name="pt25137"/>
            <p:cNvSpPr/>
            <p:nvPr/>
          </p:nvSpPr>
          <p:spPr>
            <a:xfrm>
              <a:off x="6802435" y="2298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8" name="pt25138"/>
            <p:cNvSpPr/>
            <p:nvPr/>
          </p:nvSpPr>
          <p:spPr>
            <a:xfrm>
              <a:off x="7052032" y="2218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9" name="pt25139"/>
            <p:cNvSpPr/>
            <p:nvPr/>
          </p:nvSpPr>
          <p:spPr>
            <a:xfrm>
              <a:off x="6972558" y="1885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0" name="pt25140"/>
            <p:cNvSpPr/>
            <p:nvPr/>
          </p:nvSpPr>
          <p:spPr>
            <a:xfrm>
              <a:off x="7283646" y="2018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1" name="pt25141"/>
            <p:cNvSpPr/>
            <p:nvPr/>
          </p:nvSpPr>
          <p:spPr>
            <a:xfrm>
              <a:off x="7332885" y="2038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2" name="pt25142"/>
            <p:cNvSpPr/>
            <p:nvPr/>
          </p:nvSpPr>
          <p:spPr>
            <a:xfrm>
              <a:off x="6974390" y="2023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3" name="pt25143"/>
            <p:cNvSpPr/>
            <p:nvPr/>
          </p:nvSpPr>
          <p:spPr>
            <a:xfrm>
              <a:off x="7315202" y="1924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4" name="pt25144"/>
            <p:cNvSpPr/>
            <p:nvPr/>
          </p:nvSpPr>
          <p:spPr>
            <a:xfrm>
              <a:off x="7013361" y="1841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5" name="pt25145"/>
            <p:cNvSpPr/>
            <p:nvPr/>
          </p:nvSpPr>
          <p:spPr>
            <a:xfrm>
              <a:off x="7075939" y="2223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6" name="pt25146"/>
            <p:cNvSpPr/>
            <p:nvPr/>
          </p:nvSpPr>
          <p:spPr>
            <a:xfrm>
              <a:off x="7107160" y="2110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7" name="pt25147"/>
            <p:cNvSpPr/>
            <p:nvPr/>
          </p:nvSpPr>
          <p:spPr>
            <a:xfrm>
              <a:off x="7323931" y="1931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8" name="pt25148"/>
            <p:cNvSpPr/>
            <p:nvPr/>
          </p:nvSpPr>
          <p:spPr>
            <a:xfrm>
              <a:off x="7143418" y="2229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9" name="pt25149"/>
            <p:cNvSpPr/>
            <p:nvPr/>
          </p:nvSpPr>
          <p:spPr>
            <a:xfrm>
              <a:off x="7458589" y="2477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0" name="pt25150"/>
            <p:cNvSpPr/>
            <p:nvPr/>
          </p:nvSpPr>
          <p:spPr>
            <a:xfrm>
              <a:off x="7271037" y="2057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1" name="pt25151"/>
            <p:cNvSpPr/>
            <p:nvPr/>
          </p:nvSpPr>
          <p:spPr>
            <a:xfrm>
              <a:off x="7116979" y="219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2" name="pt25152"/>
            <p:cNvSpPr/>
            <p:nvPr/>
          </p:nvSpPr>
          <p:spPr>
            <a:xfrm>
              <a:off x="7111239" y="2124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3" name="pt25153"/>
            <p:cNvSpPr/>
            <p:nvPr/>
          </p:nvSpPr>
          <p:spPr>
            <a:xfrm>
              <a:off x="7186438" y="2090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4" name="pt25154"/>
            <p:cNvSpPr/>
            <p:nvPr/>
          </p:nvSpPr>
          <p:spPr>
            <a:xfrm>
              <a:off x="6793840" y="2282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5" name="pt25155"/>
            <p:cNvSpPr/>
            <p:nvPr/>
          </p:nvSpPr>
          <p:spPr>
            <a:xfrm>
              <a:off x="7130427" y="2132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6" name="pt25156"/>
            <p:cNvSpPr/>
            <p:nvPr/>
          </p:nvSpPr>
          <p:spPr>
            <a:xfrm>
              <a:off x="7245850" y="2235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7" name="pt25157"/>
            <p:cNvSpPr/>
            <p:nvPr/>
          </p:nvSpPr>
          <p:spPr>
            <a:xfrm>
              <a:off x="7171583" y="2013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8" name="pt25158"/>
            <p:cNvSpPr/>
            <p:nvPr/>
          </p:nvSpPr>
          <p:spPr>
            <a:xfrm>
              <a:off x="7314411" y="1965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9" name="pt25159"/>
            <p:cNvSpPr/>
            <p:nvPr/>
          </p:nvSpPr>
          <p:spPr>
            <a:xfrm>
              <a:off x="7220996" y="203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0" name="pt25160"/>
            <p:cNvSpPr/>
            <p:nvPr/>
          </p:nvSpPr>
          <p:spPr>
            <a:xfrm>
              <a:off x="7135897" y="2201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1" name="pt25161"/>
            <p:cNvSpPr/>
            <p:nvPr/>
          </p:nvSpPr>
          <p:spPr>
            <a:xfrm>
              <a:off x="7237152" y="1944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2" name="pt25162"/>
            <p:cNvSpPr/>
            <p:nvPr/>
          </p:nvSpPr>
          <p:spPr>
            <a:xfrm>
              <a:off x="7236916" y="2057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3" name="pt25163"/>
            <p:cNvSpPr/>
            <p:nvPr/>
          </p:nvSpPr>
          <p:spPr>
            <a:xfrm>
              <a:off x="7184143" y="2101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4" name="pt25164"/>
            <p:cNvSpPr/>
            <p:nvPr/>
          </p:nvSpPr>
          <p:spPr>
            <a:xfrm>
              <a:off x="7176488" y="2114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5" name="pt25165"/>
            <p:cNvSpPr/>
            <p:nvPr/>
          </p:nvSpPr>
          <p:spPr>
            <a:xfrm>
              <a:off x="7059058" y="2136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6" name="pt25166"/>
            <p:cNvSpPr/>
            <p:nvPr/>
          </p:nvSpPr>
          <p:spPr>
            <a:xfrm>
              <a:off x="7227173" y="2147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7" name="pt25167"/>
            <p:cNvSpPr/>
            <p:nvPr/>
          </p:nvSpPr>
          <p:spPr>
            <a:xfrm>
              <a:off x="6918984" y="217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8" name="pt25168"/>
            <p:cNvSpPr/>
            <p:nvPr/>
          </p:nvSpPr>
          <p:spPr>
            <a:xfrm>
              <a:off x="7003986" y="1983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9" name="pt25169"/>
            <p:cNvSpPr/>
            <p:nvPr/>
          </p:nvSpPr>
          <p:spPr>
            <a:xfrm>
              <a:off x="7037491" y="1979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0" name="pt25170"/>
            <p:cNvSpPr/>
            <p:nvPr/>
          </p:nvSpPr>
          <p:spPr>
            <a:xfrm>
              <a:off x="7075560" y="2079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1" name="pt25171"/>
            <p:cNvSpPr/>
            <p:nvPr/>
          </p:nvSpPr>
          <p:spPr>
            <a:xfrm>
              <a:off x="7033017" y="2061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2" name="pt25172"/>
            <p:cNvSpPr/>
            <p:nvPr/>
          </p:nvSpPr>
          <p:spPr>
            <a:xfrm>
              <a:off x="7202280" y="2072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3" name="pt25173"/>
            <p:cNvSpPr/>
            <p:nvPr/>
          </p:nvSpPr>
          <p:spPr>
            <a:xfrm>
              <a:off x="7157135" y="2116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4" name="pt25174"/>
            <p:cNvSpPr/>
            <p:nvPr/>
          </p:nvSpPr>
          <p:spPr>
            <a:xfrm>
              <a:off x="7123885" y="2135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5" name="pt25175"/>
            <p:cNvSpPr/>
            <p:nvPr/>
          </p:nvSpPr>
          <p:spPr>
            <a:xfrm>
              <a:off x="6969623" y="1953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6" name="pt25176"/>
            <p:cNvSpPr/>
            <p:nvPr/>
          </p:nvSpPr>
          <p:spPr>
            <a:xfrm>
              <a:off x="6914671" y="2046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7" name="pt25177"/>
            <p:cNvSpPr/>
            <p:nvPr/>
          </p:nvSpPr>
          <p:spPr>
            <a:xfrm>
              <a:off x="7129665" y="2077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8" name="pt25178"/>
            <p:cNvSpPr/>
            <p:nvPr/>
          </p:nvSpPr>
          <p:spPr>
            <a:xfrm>
              <a:off x="7173441" y="2001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9" name="pt25179"/>
            <p:cNvSpPr/>
            <p:nvPr/>
          </p:nvSpPr>
          <p:spPr>
            <a:xfrm>
              <a:off x="7196814" y="2003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0" name="pt25180"/>
            <p:cNvSpPr/>
            <p:nvPr/>
          </p:nvSpPr>
          <p:spPr>
            <a:xfrm>
              <a:off x="6929483" y="2285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1" name="pt25181"/>
            <p:cNvSpPr/>
            <p:nvPr/>
          </p:nvSpPr>
          <p:spPr>
            <a:xfrm>
              <a:off x="7129988" y="2073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2" name="pt25182"/>
            <p:cNvSpPr/>
            <p:nvPr/>
          </p:nvSpPr>
          <p:spPr>
            <a:xfrm>
              <a:off x="7124417" y="2120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3" name="pt25183"/>
            <p:cNvSpPr/>
            <p:nvPr/>
          </p:nvSpPr>
          <p:spPr>
            <a:xfrm>
              <a:off x="7246686" y="2147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4" name="pt25184"/>
            <p:cNvSpPr/>
            <p:nvPr/>
          </p:nvSpPr>
          <p:spPr>
            <a:xfrm>
              <a:off x="7482737" y="2470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5" name="pt25185"/>
            <p:cNvSpPr/>
            <p:nvPr/>
          </p:nvSpPr>
          <p:spPr>
            <a:xfrm>
              <a:off x="7125151" y="2160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6" name="pt25186"/>
            <p:cNvSpPr/>
            <p:nvPr/>
          </p:nvSpPr>
          <p:spPr>
            <a:xfrm>
              <a:off x="6917093" y="2206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7" name="pt25187"/>
            <p:cNvSpPr/>
            <p:nvPr/>
          </p:nvSpPr>
          <p:spPr>
            <a:xfrm>
              <a:off x="7053767" y="2388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8" name="pt25188"/>
            <p:cNvSpPr/>
            <p:nvPr/>
          </p:nvSpPr>
          <p:spPr>
            <a:xfrm>
              <a:off x="7015087" y="1892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9" name="pt25189"/>
            <p:cNvSpPr/>
            <p:nvPr/>
          </p:nvSpPr>
          <p:spPr>
            <a:xfrm>
              <a:off x="7071115" y="2073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0" name="pt25190"/>
            <p:cNvSpPr/>
            <p:nvPr/>
          </p:nvSpPr>
          <p:spPr>
            <a:xfrm>
              <a:off x="7193733" y="2121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1" name="pt25191"/>
            <p:cNvSpPr/>
            <p:nvPr/>
          </p:nvSpPr>
          <p:spPr>
            <a:xfrm>
              <a:off x="7031196" y="1996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2" name="pt25192"/>
            <p:cNvSpPr/>
            <p:nvPr/>
          </p:nvSpPr>
          <p:spPr>
            <a:xfrm>
              <a:off x="7379004" y="2093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3" name="pt25193"/>
            <p:cNvSpPr/>
            <p:nvPr/>
          </p:nvSpPr>
          <p:spPr>
            <a:xfrm>
              <a:off x="7094379" y="2230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4" name="pt25194"/>
            <p:cNvSpPr/>
            <p:nvPr/>
          </p:nvSpPr>
          <p:spPr>
            <a:xfrm>
              <a:off x="7115117" y="1944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5" name="pt25195"/>
            <p:cNvSpPr/>
            <p:nvPr/>
          </p:nvSpPr>
          <p:spPr>
            <a:xfrm>
              <a:off x="7331535" y="191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6" name="pt25196"/>
            <p:cNvSpPr/>
            <p:nvPr/>
          </p:nvSpPr>
          <p:spPr>
            <a:xfrm>
              <a:off x="7383080" y="2229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7" name="pt25197"/>
            <p:cNvSpPr/>
            <p:nvPr/>
          </p:nvSpPr>
          <p:spPr>
            <a:xfrm>
              <a:off x="7147058" y="2127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8" name="pt25198"/>
            <p:cNvSpPr/>
            <p:nvPr/>
          </p:nvSpPr>
          <p:spPr>
            <a:xfrm>
              <a:off x="7117281" y="2095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9" name="pt25199"/>
            <p:cNvSpPr/>
            <p:nvPr/>
          </p:nvSpPr>
          <p:spPr>
            <a:xfrm>
              <a:off x="7143549" y="2216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0" name="pt25200"/>
            <p:cNvSpPr/>
            <p:nvPr/>
          </p:nvSpPr>
          <p:spPr>
            <a:xfrm>
              <a:off x="7044336" y="2247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1" name="pt25201"/>
            <p:cNvSpPr/>
            <p:nvPr/>
          </p:nvSpPr>
          <p:spPr>
            <a:xfrm>
              <a:off x="7264845" y="2013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2" name="pt25202"/>
            <p:cNvSpPr/>
            <p:nvPr/>
          </p:nvSpPr>
          <p:spPr>
            <a:xfrm>
              <a:off x="7204995" y="2261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3" name="pt25203"/>
            <p:cNvSpPr/>
            <p:nvPr/>
          </p:nvSpPr>
          <p:spPr>
            <a:xfrm>
              <a:off x="7198632" y="2029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4" name="pt25204"/>
            <p:cNvSpPr/>
            <p:nvPr/>
          </p:nvSpPr>
          <p:spPr>
            <a:xfrm>
              <a:off x="7085729" y="2142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5" name="pt25205"/>
            <p:cNvSpPr/>
            <p:nvPr/>
          </p:nvSpPr>
          <p:spPr>
            <a:xfrm>
              <a:off x="7130443" y="2155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6" name="pt25206"/>
            <p:cNvSpPr/>
            <p:nvPr/>
          </p:nvSpPr>
          <p:spPr>
            <a:xfrm>
              <a:off x="6964481" y="1995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7" name="pt25207"/>
            <p:cNvSpPr/>
            <p:nvPr/>
          </p:nvSpPr>
          <p:spPr>
            <a:xfrm>
              <a:off x="7266545" y="2098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8" name="pt25208"/>
            <p:cNvSpPr/>
            <p:nvPr/>
          </p:nvSpPr>
          <p:spPr>
            <a:xfrm>
              <a:off x="7261537" y="2169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9" name="pt25209"/>
            <p:cNvSpPr/>
            <p:nvPr/>
          </p:nvSpPr>
          <p:spPr>
            <a:xfrm>
              <a:off x="7215800" y="2395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0" name="pt25210"/>
            <p:cNvSpPr/>
            <p:nvPr/>
          </p:nvSpPr>
          <p:spPr>
            <a:xfrm>
              <a:off x="7116242" y="2178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1" name="pt25211"/>
            <p:cNvSpPr/>
            <p:nvPr/>
          </p:nvSpPr>
          <p:spPr>
            <a:xfrm>
              <a:off x="7229227" y="2186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2" name="pt25212"/>
            <p:cNvSpPr/>
            <p:nvPr/>
          </p:nvSpPr>
          <p:spPr>
            <a:xfrm>
              <a:off x="7275204" y="2039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3" name="pt25213"/>
            <p:cNvSpPr/>
            <p:nvPr/>
          </p:nvSpPr>
          <p:spPr>
            <a:xfrm>
              <a:off x="7292908" y="2038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4" name="pt25214"/>
            <p:cNvSpPr/>
            <p:nvPr/>
          </p:nvSpPr>
          <p:spPr>
            <a:xfrm>
              <a:off x="7126297" y="2108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5" name="pt25215"/>
            <p:cNvSpPr/>
            <p:nvPr/>
          </p:nvSpPr>
          <p:spPr>
            <a:xfrm>
              <a:off x="6969229" y="1949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6" name="pt25216"/>
            <p:cNvSpPr/>
            <p:nvPr/>
          </p:nvSpPr>
          <p:spPr>
            <a:xfrm>
              <a:off x="7301522" y="2012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7" name="pt25217"/>
            <p:cNvSpPr/>
            <p:nvPr/>
          </p:nvSpPr>
          <p:spPr>
            <a:xfrm>
              <a:off x="7107856" y="2158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8" name="pt25218"/>
            <p:cNvSpPr/>
            <p:nvPr/>
          </p:nvSpPr>
          <p:spPr>
            <a:xfrm>
              <a:off x="6921570" y="2070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9" name="pt25219"/>
            <p:cNvSpPr/>
            <p:nvPr/>
          </p:nvSpPr>
          <p:spPr>
            <a:xfrm>
              <a:off x="7263737" y="2098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0" name="pt25220"/>
            <p:cNvSpPr/>
            <p:nvPr/>
          </p:nvSpPr>
          <p:spPr>
            <a:xfrm>
              <a:off x="7189298" y="2068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1" name="pt25221"/>
            <p:cNvSpPr/>
            <p:nvPr/>
          </p:nvSpPr>
          <p:spPr>
            <a:xfrm>
              <a:off x="7100535" y="2135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2" name="pt25222"/>
            <p:cNvSpPr/>
            <p:nvPr/>
          </p:nvSpPr>
          <p:spPr>
            <a:xfrm>
              <a:off x="7116830" y="2147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3" name="pt25223"/>
            <p:cNvSpPr/>
            <p:nvPr/>
          </p:nvSpPr>
          <p:spPr>
            <a:xfrm>
              <a:off x="6995369" y="1947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4" name="pt25224"/>
            <p:cNvSpPr/>
            <p:nvPr/>
          </p:nvSpPr>
          <p:spPr>
            <a:xfrm>
              <a:off x="7249502" y="2079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5" name="pt25225"/>
            <p:cNvSpPr/>
            <p:nvPr/>
          </p:nvSpPr>
          <p:spPr>
            <a:xfrm>
              <a:off x="7086316" y="2216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6" name="pt25226"/>
            <p:cNvSpPr/>
            <p:nvPr/>
          </p:nvSpPr>
          <p:spPr>
            <a:xfrm>
              <a:off x="7125646" y="2164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7" name="pt25227"/>
            <p:cNvSpPr/>
            <p:nvPr/>
          </p:nvSpPr>
          <p:spPr>
            <a:xfrm>
              <a:off x="6908252" y="2067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8" name="pt25228"/>
            <p:cNvSpPr/>
            <p:nvPr/>
          </p:nvSpPr>
          <p:spPr>
            <a:xfrm>
              <a:off x="7082190" y="1948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9" name="pt25229"/>
            <p:cNvSpPr/>
            <p:nvPr/>
          </p:nvSpPr>
          <p:spPr>
            <a:xfrm>
              <a:off x="7069648" y="2105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0" name="pt25230"/>
            <p:cNvSpPr/>
            <p:nvPr/>
          </p:nvSpPr>
          <p:spPr>
            <a:xfrm>
              <a:off x="6900003" y="1744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1" name="pt25231"/>
            <p:cNvSpPr/>
            <p:nvPr/>
          </p:nvSpPr>
          <p:spPr>
            <a:xfrm>
              <a:off x="7158282" y="2232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2" name="pt25232"/>
            <p:cNvSpPr/>
            <p:nvPr/>
          </p:nvSpPr>
          <p:spPr>
            <a:xfrm>
              <a:off x="7399636" y="2655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3" name="pt25233"/>
            <p:cNvSpPr/>
            <p:nvPr/>
          </p:nvSpPr>
          <p:spPr>
            <a:xfrm>
              <a:off x="7100454" y="2117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4" name="pt25234"/>
            <p:cNvSpPr/>
            <p:nvPr/>
          </p:nvSpPr>
          <p:spPr>
            <a:xfrm>
              <a:off x="7374921" y="2514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5" name="pt25235"/>
            <p:cNvSpPr/>
            <p:nvPr/>
          </p:nvSpPr>
          <p:spPr>
            <a:xfrm>
              <a:off x="7060648" y="2073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6" name="pt25236"/>
            <p:cNvSpPr/>
            <p:nvPr/>
          </p:nvSpPr>
          <p:spPr>
            <a:xfrm>
              <a:off x="7208205" y="2355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7" name="pt25237"/>
            <p:cNvSpPr/>
            <p:nvPr/>
          </p:nvSpPr>
          <p:spPr>
            <a:xfrm>
              <a:off x="7181526" y="2129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8" name="pt25238"/>
            <p:cNvSpPr/>
            <p:nvPr/>
          </p:nvSpPr>
          <p:spPr>
            <a:xfrm>
              <a:off x="7115511" y="2132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9" name="pt25239"/>
            <p:cNvSpPr/>
            <p:nvPr/>
          </p:nvSpPr>
          <p:spPr>
            <a:xfrm>
              <a:off x="7308804" y="2090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0" name="pt25240"/>
            <p:cNvSpPr/>
            <p:nvPr/>
          </p:nvSpPr>
          <p:spPr>
            <a:xfrm>
              <a:off x="6979129" y="2042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1" name="pt25241"/>
            <p:cNvSpPr/>
            <p:nvPr/>
          </p:nvSpPr>
          <p:spPr>
            <a:xfrm>
              <a:off x="6889474" y="2069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2" name="pt25242"/>
            <p:cNvSpPr/>
            <p:nvPr/>
          </p:nvSpPr>
          <p:spPr>
            <a:xfrm>
              <a:off x="6921223" y="2065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3" name="pt25243"/>
            <p:cNvSpPr/>
            <p:nvPr/>
          </p:nvSpPr>
          <p:spPr>
            <a:xfrm>
              <a:off x="7156580" y="199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4" name="pt25244"/>
            <p:cNvSpPr/>
            <p:nvPr/>
          </p:nvSpPr>
          <p:spPr>
            <a:xfrm>
              <a:off x="7052208" y="2152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5" name="pt25245"/>
            <p:cNvSpPr/>
            <p:nvPr/>
          </p:nvSpPr>
          <p:spPr>
            <a:xfrm>
              <a:off x="7665871" y="2390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6" name="pt25246"/>
            <p:cNvSpPr/>
            <p:nvPr/>
          </p:nvSpPr>
          <p:spPr>
            <a:xfrm>
              <a:off x="7177732" y="2114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7" name="pt25247"/>
            <p:cNvSpPr/>
            <p:nvPr/>
          </p:nvSpPr>
          <p:spPr>
            <a:xfrm>
              <a:off x="7308228" y="1993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8" name="pt25248"/>
            <p:cNvSpPr/>
            <p:nvPr/>
          </p:nvSpPr>
          <p:spPr>
            <a:xfrm>
              <a:off x="7163677" y="2082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9" name="pt25249"/>
            <p:cNvSpPr/>
            <p:nvPr/>
          </p:nvSpPr>
          <p:spPr>
            <a:xfrm>
              <a:off x="7071044" y="2138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0" name="pt25250"/>
            <p:cNvSpPr/>
            <p:nvPr/>
          </p:nvSpPr>
          <p:spPr>
            <a:xfrm>
              <a:off x="7132760" y="2107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1" name="pt25251"/>
            <p:cNvSpPr/>
            <p:nvPr/>
          </p:nvSpPr>
          <p:spPr>
            <a:xfrm>
              <a:off x="7391264" y="2079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2" name="pt25252"/>
            <p:cNvSpPr/>
            <p:nvPr/>
          </p:nvSpPr>
          <p:spPr>
            <a:xfrm>
              <a:off x="7333093" y="1991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3" name="pt25253"/>
            <p:cNvSpPr/>
            <p:nvPr/>
          </p:nvSpPr>
          <p:spPr>
            <a:xfrm>
              <a:off x="7239623" y="2033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4" name="pt25254"/>
            <p:cNvSpPr/>
            <p:nvPr/>
          </p:nvSpPr>
          <p:spPr>
            <a:xfrm>
              <a:off x="7182716" y="2143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5" name="pt25255"/>
            <p:cNvSpPr/>
            <p:nvPr/>
          </p:nvSpPr>
          <p:spPr>
            <a:xfrm>
              <a:off x="6938086" y="1972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6" name="pt25256"/>
            <p:cNvSpPr/>
            <p:nvPr/>
          </p:nvSpPr>
          <p:spPr>
            <a:xfrm>
              <a:off x="7320116" y="1709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7" name="pt25257"/>
            <p:cNvSpPr/>
            <p:nvPr/>
          </p:nvSpPr>
          <p:spPr>
            <a:xfrm>
              <a:off x="7055983" y="1980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8" name="pt25258"/>
            <p:cNvSpPr/>
            <p:nvPr/>
          </p:nvSpPr>
          <p:spPr>
            <a:xfrm>
              <a:off x="7249447" y="2095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9" name="pt25259"/>
            <p:cNvSpPr/>
            <p:nvPr/>
          </p:nvSpPr>
          <p:spPr>
            <a:xfrm>
              <a:off x="7093530" y="2177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0" name="pt25260"/>
            <p:cNvSpPr/>
            <p:nvPr/>
          </p:nvSpPr>
          <p:spPr>
            <a:xfrm>
              <a:off x="7262876" y="2100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1" name="pt25261"/>
            <p:cNvSpPr/>
            <p:nvPr/>
          </p:nvSpPr>
          <p:spPr>
            <a:xfrm>
              <a:off x="7104805" y="2262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2" name="pt25262"/>
            <p:cNvSpPr/>
            <p:nvPr/>
          </p:nvSpPr>
          <p:spPr>
            <a:xfrm>
              <a:off x="7123918" y="218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3" name="pt25263"/>
            <p:cNvSpPr/>
            <p:nvPr/>
          </p:nvSpPr>
          <p:spPr>
            <a:xfrm>
              <a:off x="7131573" y="2104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4" name="pt25264"/>
            <p:cNvSpPr/>
            <p:nvPr/>
          </p:nvSpPr>
          <p:spPr>
            <a:xfrm>
              <a:off x="7188203" y="2039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5" name="pt25265"/>
            <p:cNvSpPr/>
            <p:nvPr/>
          </p:nvSpPr>
          <p:spPr>
            <a:xfrm>
              <a:off x="7281260" y="2109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6" name="pt25266"/>
            <p:cNvSpPr/>
            <p:nvPr/>
          </p:nvSpPr>
          <p:spPr>
            <a:xfrm>
              <a:off x="7485408" y="2259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7" name="pt25267"/>
            <p:cNvSpPr/>
            <p:nvPr/>
          </p:nvSpPr>
          <p:spPr>
            <a:xfrm>
              <a:off x="7098848" y="2247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8" name="pt25268"/>
            <p:cNvSpPr/>
            <p:nvPr/>
          </p:nvSpPr>
          <p:spPr>
            <a:xfrm>
              <a:off x="7073246" y="2254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9" name="pt25269"/>
            <p:cNvSpPr/>
            <p:nvPr/>
          </p:nvSpPr>
          <p:spPr>
            <a:xfrm>
              <a:off x="7086388" y="2182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0" name="pt25270"/>
            <p:cNvSpPr/>
            <p:nvPr/>
          </p:nvSpPr>
          <p:spPr>
            <a:xfrm>
              <a:off x="7066923" y="1765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1" name="pt25271"/>
            <p:cNvSpPr/>
            <p:nvPr/>
          </p:nvSpPr>
          <p:spPr>
            <a:xfrm>
              <a:off x="7263976" y="2025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2" name="pt25272"/>
            <p:cNvSpPr/>
            <p:nvPr/>
          </p:nvSpPr>
          <p:spPr>
            <a:xfrm>
              <a:off x="7035016" y="2077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3" name="pt25273"/>
            <p:cNvSpPr/>
            <p:nvPr/>
          </p:nvSpPr>
          <p:spPr>
            <a:xfrm>
              <a:off x="7409382" y="242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4" name="pt25274"/>
            <p:cNvSpPr/>
            <p:nvPr/>
          </p:nvSpPr>
          <p:spPr>
            <a:xfrm>
              <a:off x="7383592" y="1913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5" name="pt25275"/>
            <p:cNvSpPr/>
            <p:nvPr/>
          </p:nvSpPr>
          <p:spPr>
            <a:xfrm>
              <a:off x="6983149" y="1964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6" name="pt25276"/>
            <p:cNvSpPr/>
            <p:nvPr/>
          </p:nvSpPr>
          <p:spPr>
            <a:xfrm>
              <a:off x="7257349" y="2096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7" name="pt25277"/>
            <p:cNvSpPr/>
            <p:nvPr/>
          </p:nvSpPr>
          <p:spPr>
            <a:xfrm>
              <a:off x="7290627" y="1976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8" name="pt25278"/>
            <p:cNvSpPr/>
            <p:nvPr/>
          </p:nvSpPr>
          <p:spPr>
            <a:xfrm>
              <a:off x="6916028" y="2161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9" name="pt25279"/>
            <p:cNvSpPr/>
            <p:nvPr/>
          </p:nvSpPr>
          <p:spPr>
            <a:xfrm>
              <a:off x="7088474" y="2171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0" name="pt25280"/>
            <p:cNvSpPr/>
            <p:nvPr/>
          </p:nvSpPr>
          <p:spPr>
            <a:xfrm>
              <a:off x="7063476" y="1743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1" name="pt25281"/>
            <p:cNvSpPr/>
            <p:nvPr/>
          </p:nvSpPr>
          <p:spPr>
            <a:xfrm>
              <a:off x="7044699" y="2236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2" name="pt25282"/>
            <p:cNvSpPr/>
            <p:nvPr/>
          </p:nvSpPr>
          <p:spPr>
            <a:xfrm>
              <a:off x="7323806" y="2036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3" name="pt25283"/>
            <p:cNvSpPr/>
            <p:nvPr/>
          </p:nvSpPr>
          <p:spPr>
            <a:xfrm>
              <a:off x="7107376" y="2154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4" name="pt25284"/>
            <p:cNvSpPr/>
            <p:nvPr/>
          </p:nvSpPr>
          <p:spPr>
            <a:xfrm>
              <a:off x="7104132" y="2148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5" name="pt25285"/>
            <p:cNvSpPr/>
            <p:nvPr/>
          </p:nvSpPr>
          <p:spPr>
            <a:xfrm>
              <a:off x="7292511" y="2013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6" name="pt25286"/>
            <p:cNvSpPr/>
            <p:nvPr/>
          </p:nvSpPr>
          <p:spPr>
            <a:xfrm>
              <a:off x="6988796" y="1885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7" name="pt25287"/>
            <p:cNvSpPr/>
            <p:nvPr/>
          </p:nvSpPr>
          <p:spPr>
            <a:xfrm>
              <a:off x="6792298" y="2468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8" name="pt25288"/>
            <p:cNvSpPr/>
            <p:nvPr/>
          </p:nvSpPr>
          <p:spPr>
            <a:xfrm>
              <a:off x="6703621" y="1802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9" name="pt25289"/>
            <p:cNvSpPr/>
            <p:nvPr/>
          </p:nvSpPr>
          <p:spPr>
            <a:xfrm>
              <a:off x="7259577" y="1949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0" name="pt25290"/>
            <p:cNvSpPr/>
            <p:nvPr/>
          </p:nvSpPr>
          <p:spPr>
            <a:xfrm>
              <a:off x="7052176" y="2369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1" name="pt25291"/>
            <p:cNvSpPr/>
            <p:nvPr/>
          </p:nvSpPr>
          <p:spPr>
            <a:xfrm>
              <a:off x="6886730" y="1978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2" name="pt25292"/>
            <p:cNvSpPr/>
            <p:nvPr/>
          </p:nvSpPr>
          <p:spPr>
            <a:xfrm>
              <a:off x="7225462" y="2087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3" name="pt25293"/>
            <p:cNvSpPr/>
            <p:nvPr/>
          </p:nvSpPr>
          <p:spPr>
            <a:xfrm>
              <a:off x="7241276" y="1654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4" name="pt25294"/>
            <p:cNvSpPr/>
            <p:nvPr/>
          </p:nvSpPr>
          <p:spPr>
            <a:xfrm>
              <a:off x="7091712" y="2256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5" name="pt25295"/>
            <p:cNvSpPr/>
            <p:nvPr/>
          </p:nvSpPr>
          <p:spPr>
            <a:xfrm>
              <a:off x="7134208" y="2163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6" name="pt25296"/>
            <p:cNvSpPr/>
            <p:nvPr/>
          </p:nvSpPr>
          <p:spPr>
            <a:xfrm>
              <a:off x="7306579" y="1985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7" name="pt25297"/>
            <p:cNvSpPr/>
            <p:nvPr/>
          </p:nvSpPr>
          <p:spPr>
            <a:xfrm>
              <a:off x="7179055" y="2054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8" name="pt25298"/>
            <p:cNvSpPr/>
            <p:nvPr/>
          </p:nvSpPr>
          <p:spPr>
            <a:xfrm>
              <a:off x="7324136" y="206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9" name="pt25299"/>
            <p:cNvSpPr/>
            <p:nvPr/>
          </p:nvSpPr>
          <p:spPr>
            <a:xfrm>
              <a:off x="7136976" y="2182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0" name="pt25300"/>
            <p:cNvSpPr/>
            <p:nvPr/>
          </p:nvSpPr>
          <p:spPr>
            <a:xfrm>
              <a:off x="7256993" y="2064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1" name="pt25301"/>
            <p:cNvSpPr/>
            <p:nvPr/>
          </p:nvSpPr>
          <p:spPr>
            <a:xfrm>
              <a:off x="7192744" y="1843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2" name="pt25302"/>
            <p:cNvSpPr/>
            <p:nvPr/>
          </p:nvSpPr>
          <p:spPr>
            <a:xfrm>
              <a:off x="7111287" y="2131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3" name="pt25303"/>
            <p:cNvSpPr/>
            <p:nvPr/>
          </p:nvSpPr>
          <p:spPr>
            <a:xfrm>
              <a:off x="7272809" y="1943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4" name="pt25304"/>
            <p:cNvSpPr/>
            <p:nvPr/>
          </p:nvSpPr>
          <p:spPr>
            <a:xfrm>
              <a:off x="7195563" y="2011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5" name="pt25305"/>
            <p:cNvSpPr/>
            <p:nvPr/>
          </p:nvSpPr>
          <p:spPr>
            <a:xfrm>
              <a:off x="7111635" y="2151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6" name="pt25306"/>
            <p:cNvSpPr/>
            <p:nvPr/>
          </p:nvSpPr>
          <p:spPr>
            <a:xfrm>
              <a:off x="6999712" y="1963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7" name="pt25307"/>
            <p:cNvSpPr/>
            <p:nvPr/>
          </p:nvSpPr>
          <p:spPr>
            <a:xfrm>
              <a:off x="7153295" y="2392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8" name="pt25308"/>
            <p:cNvSpPr/>
            <p:nvPr/>
          </p:nvSpPr>
          <p:spPr>
            <a:xfrm>
              <a:off x="6951778" y="2150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9" name="pt25309"/>
            <p:cNvSpPr/>
            <p:nvPr/>
          </p:nvSpPr>
          <p:spPr>
            <a:xfrm>
              <a:off x="7325143" y="1978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0" name="pt25310"/>
            <p:cNvSpPr/>
            <p:nvPr/>
          </p:nvSpPr>
          <p:spPr>
            <a:xfrm>
              <a:off x="6987494" y="1903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1" name="pt25311"/>
            <p:cNvSpPr/>
            <p:nvPr/>
          </p:nvSpPr>
          <p:spPr>
            <a:xfrm>
              <a:off x="7235637" y="2096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2" name="pt25312"/>
            <p:cNvSpPr/>
            <p:nvPr/>
          </p:nvSpPr>
          <p:spPr>
            <a:xfrm>
              <a:off x="7051742" y="2414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3" name="pt25313"/>
            <p:cNvSpPr/>
            <p:nvPr/>
          </p:nvSpPr>
          <p:spPr>
            <a:xfrm>
              <a:off x="7257142" y="2215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4" name="pt25314"/>
            <p:cNvSpPr/>
            <p:nvPr/>
          </p:nvSpPr>
          <p:spPr>
            <a:xfrm>
              <a:off x="7468340" y="2661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5" name="pt25315"/>
            <p:cNvSpPr/>
            <p:nvPr/>
          </p:nvSpPr>
          <p:spPr>
            <a:xfrm>
              <a:off x="7276875" y="2060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6" name="pt25316"/>
            <p:cNvSpPr/>
            <p:nvPr/>
          </p:nvSpPr>
          <p:spPr>
            <a:xfrm>
              <a:off x="7067418" y="2097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7" name="pt25317"/>
            <p:cNvSpPr/>
            <p:nvPr/>
          </p:nvSpPr>
          <p:spPr>
            <a:xfrm>
              <a:off x="7348823" y="2373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8" name="pt25318"/>
            <p:cNvSpPr/>
            <p:nvPr/>
          </p:nvSpPr>
          <p:spPr>
            <a:xfrm>
              <a:off x="7276061" y="2036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9" name="pt25319"/>
            <p:cNvSpPr/>
            <p:nvPr/>
          </p:nvSpPr>
          <p:spPr>
            <a:xfrm>
              <a:off x="7163736" y="2109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0" name="pt25320"/>
            <p:cNvSpPr/>
            <p:nvPr/>
          </p:nvSpPr>
          <p:spPr>
            <a:xfrm>
              <a:off x="7288972" y="177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1" name="pt25321"/>
            <p:cNvSpPr/>
            <p:nvPr/>
          </p:nvSpPr>
          <p:spPr>
            <a:xfrm>
              <a:off x="6990670" y="1941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2" name="pt25322"/>
            <p:cNvSpPr/>
            <p:nvPr/>
          </p:nvSpPr>
          <p:spPr>
            <a:xfrm>
              <a:off x="7101184" y="2180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3" name="pt25323"/>
            <p:cNvSpPr/>
            <p:nvPr/>
          </p:nvSpPr>
          <p:spPr>
            <a:xfrm>
              <a:off x="7293472" y="2010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4" name="pt25324"/>
            <p:cNvSpPr/>
            <p:nvPr/>
          </p:nvSpPr>
          <p:spPr>
            <a:xfrm>
              <a:off x="7202004" y="2036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5" name="pt25325"/>
            <p:cNvSpPr/>
            <p:nvPr/>
          </p:nvSpPr>
          <p:spPr>
            <a:xfrm>
              <a:off x="7104250" y="2271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6" name="pt25326"/>
            <p:cNvSpPr/>
            <p:nvPr/>
          </p:nvSpPr>
          <p:spPr>
            <a:xfrm>
              <a:off x="7078115" y="2100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7" name="pt25327"/>
            <p:cNvSpPr/>
            <p:nvPr/>
          </p:nvSpPr>
          <p:spPr>
            <a:xfrm>
              <a:off x="6802091" y="2077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8" name="pt25328"/>
            <p:cNvSpPr/>
            <p:nvPr/>
          </p:nvSpPr>
          <p:spPr>
            <a:xfrm>
              <a:off x="7081138" y="2130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9" name="pt25329"/>
            <p:cNvSpPr/>
            <p:nvPr/>
          </p:nvSpPr>
          <p:spPr>
            <a:xfrm>
              <a:off x="7306890" y="2005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0" name="pt25330"/>
            <p:cNvSpPr/>
            <p:nvPr/>
          </p:nvSpPr>
          <p:spPr>
            <a:xfrm>
              <a:off x="7336871" y="2065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1" name="pt25331"/>
            <p:cNvSpPr/>
            <p:nvPr/>
          </p:nvSpPr>
          <p:spPr>
            <a:xfrm>
              <a:off x="7155265" y="2332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2" name="pt25332"/>
            <p:cNvSpPr/>
            <p:nvPr/>
          </p:nvSpPr>
          <p:spPr>
            <a:xfrm>
              <a:off x="7183527" y="203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3" name="pt25333"/>
            <p:cNvSpPr/>
            <p:nvPr/>
          </p:nvSpPr>
          <p:spPr>
            <a:xfrm>
              <a:off x="7378616" y="2414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4" name="pt25334"/>
            <p:cNvSpPr/>
            <p:nvPr/>
          </p:nvSpPr>
          <p:spPr>
            <a:xfrm>
              <a:off x="7195570" y="2008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5" name="pt25335"/>
            <p:cNvSpPr/>
            <p:nvPr/>
          </p:nvSpPr>
          <p:spPr>
            <a:xfrm>
              <a:off x="7136313" y="213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6" name="pt25336"/>
            <p:cNvSpPr/>
            <p:nvPr/>
          </p:nvSpPr>
          <p:spPr>
            <a:xfrm>
              <a:off x="7037257" y="218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7" name="pt25337"/>
            <p:cNvSpPr/>
            <p:nvPr/>
          </p:nvSpPr>
          <p:spPr>
            <a:xfrm>
              <a:off x="7166467" y="2114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8" name="pt25338"/>
            <p:cNvSpPr/>
            <p:nvPr/>
          </p:nvSpPr>
          <p:spPr>
            <a:xfrm>
              <a:off x="7000761" y="1933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9" name="pt25339"/>
            <p:cNvSpPr/>
            <p:nvPr/>
          </p:nvSpPr>
          <p:spPr>
            <a:xfrm>
              <a:off x="7292519" y="2070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0" name="pt25340"/>
            <p:cNvSpPr/>
            <p:nvPr/>
          </p:nvSpPr>
          <p:spPr>
            <a:xfrm>
              <a:off x="6945265" y="2200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1" name="pt25341"/>
            <p:cNvSpPr/>
            <p:nvPr/>
          </p:nvSpPr>
          <p:spPr>
            <a:xfrm>
              <a:off x="7253281" y="202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2" name="pt25342"/>
            <p:cNvSpPr/>
            <p:nvPr/>
          </p:nvSpPr>
          <p:spPr>
            <a:xfrm>
              <a:off x="7111776" y="2047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3" name="pt25343"/>
            <p:cNvSpPr/>
            <p:nvPr/>
          </p:nvSpPr>
          <p:spPr>
            <a:xfrm>
              <a:off x="7088218" y="2186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4" name="pt25344"/>
            <p:cNvSpPr/>
            <p:nvPr/>
          </p:nvSpPr>
          <p:spPr>
            <a:xfrm>
              <a:off x="7100028" y="2266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5" name="pt25345"/>
            <p:cNvSpPr/>
            <p:nvPr/>
          </p:nvSpPr>
          <p:spPr>
            <a:xfrm>
              <a:off x="7267091" y="2046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6" name="pt25346"/>
            <p:cNvSpPr/>
            <p:nvPr/>
          </p:nvSpPr>
          <p:spPr>
            <a:xfrm>
              <a:off x="6925654" y="2099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7" name="pt25347"/>
            <p:cNvSpPr/>
            <p:nvPr/>
          </p:nvSpPr>
          <p:spPr>
            <a:xfrm>
              <a:off x="7215527" y="2134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8" name="pt25348"/>
            <p:cNvSpPr/>
            <p:nvPr/>
          </p:nvSpPr>
          <p:spPr>
            <a:xfrm>
              <a:off x="7180753" y="2128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9" name="pt25349"/>
            <p:cNvSpPr/>
            <p:nvPr/>
          </p:nvSpPr>
          <p:spPr>
            <a:xfrm>
              <a:off x="7127064" y="2065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0" name="pt25350"/>
            <p:cNvSpPr/>
            <p:nvPr/>
          </p:nvSpPr>
          <p:spPr>
            <a:xfrm>
              <a:off x="7146996" y="2167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1" name="pt25351"/>
            <p:cNvSpPr/>
            <p:nvPr/>
          </p:nvSpPr>
          <p:spPr>
            <a:xfrm>
              <a:off x="7198308" y="1961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2" name="pt25352"/>
            <p:cNvSpPr/>
            <p:nvPr/>
          </p:nvSpPr>
          <p:spPr>
            <a:xfrm>
              <a:off x="6622864" y="1590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3" name="pt25353"/>
            <p:cNvSpPr/>
            <p:nvPr/>
          </p:nvSpPr>
          <p:spPr>
            <a:xfrm>
              <a:off x="7113107" y="2074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4" name="pt25354"/>
            <p:cNvSpPr/>
            <p:nvPr/>
          </p:nvSpPr>
          <p:spPr>
            <a:xfrm>
              <a:off x="6926283" y="2103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5" name="pt25355"/>
            <p:cNvSpPr/>
            <p:nvPr/>
          </p:nvSpPr>
          <p:spPr>
            <a:xfrm>
              <a:off x="7076106" y="2240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6" name="pt25356"/>
            <p:cNvSpPr/>
            <p:nvPr/>
          </p:nvSpPr>
          <p:spPr>
            <a:xfrm>
              <a:off x="7305389" y="1941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7" name="pt25357"/>
            <p:cNvSpPr/>
            <p:nvPr/>
          </p:nvSpPr>
          <p:spPr>
            <a:xfrm>
              <a:off x="7265037" y="1982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8" name="pt25358"/>
            <p:cNvSpPr/>
            <p:nvPr/>
          </p:nvSpPr>
          <p:spPr>
            <a:xfrm>
              <a:off x="7270169" y="2037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9" name="pt25359"/>
            <p:cNvSpPr/>
            <p:nvPr/>
          </p:nvSpPr>
          <p:spPr>
            <a:xfrm>
              <a:off x="7135532" y="2221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0" name="pt25360"/>
            <p:cNvSpPr/>
            <p:nvPr/>
          </p:nvSpPr>
          <p:spPr>
            <a:xfrm>
              <a:off x="6726812" y="2361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1" name="pt25361"/>
            <p:cNvSpPr/>
            <p:nvPr/>
          </p:nvSpPr>
          <p:spPr>
            <a:xfrm>
              <a:off x="7185413" y="2074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2" name="pt25362"/>
            <p:cNvSpPr/>
            <p:nvPr/>
          </p:nvSpPr>
          <p:spPr>
            <a:xfrm>
              <a:off x="7149390" y="2299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3" name="pt25363"/>
            <p:cNvSpPr/>
            <p:nvPr/>
          </p:nvSpPr>
          <p:spPr>
            <a:xfrm>
              <a:off x="7218576" y="2243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4" name="pt25364"/>
            <p:cNvSpPr/>
            <p:nvPr/>
          </p:nvSpPr>
          <p:spPr>
            <a:xfrm>
              <a:off x="7181271" y="2135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5" name="pt25365"/>
            <p:cNvSpPr/>
            <p:nvPr/>
          </p:nvSpPr>
          <p:spPr>
            <a:xfrm>
              <a:off x="7176060" y="2015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6" name="pt25366"/>
            <p:cNvSpPr/>
            <p:nvPr/>
          </p:nvSpPr>
          <p:spPr>
            <a:xfrm>
              <a:off x="7056006" y="2259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7" name="pt25367"/>
            <p:cNvSpPr/>
            <p:nvPr/>
          </p:nvSpPr>
          <p:spPr>
            <a:xfrm>
              <a:off x="7385963" y="229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8" name="pt25368"/>
            <p:cNvSpPr/>
            <p:nvPr/>
          </p:nvSpPr>
          <p:spPr>
            <a:xfrm>
              <a:off x="7124053" y="2154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9" name="pt25369"/>
            <p:cNvSpPr/>
            <p:nvPr/>
          </p:nvSpPr>
          <p:spPr>
            <a:xfrm>
              <a:off x="6762521" y="2254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0" name="pt25370"/>
            <p:cNvSpPr/>
            <p:nvPr/>
          </p:nvSpPr>
          <p:spPr>
            <a:xfrm>
              <a:off x="6830773" y="2040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1" name="pt25371"/>
            <p:cNvSpPr/>
            <p:nvPr/>
          </p:nvSpPr>
          <p:spPr>
            <a:xfrm>
              <a:off x="6970829" y="1925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2" name="pt25372"/>
            <p:cNvSpPr/>
            <p:nvPr/>
          </p:nvSpPr>
          <p:spPr>
            <a:xfrm>
              <a:off x="7238461" y="1979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3" name="pt25373"/>
            <p:cNvSpPr/>
            <p:nvPr/>
          </p:nvSpPr>
          <p:spPr>
            <a:xfrm>
              <a:off x="7103562" y="2155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4" name="pt25374"/>
            <p:cNvSpPr/>
            <p:nvPr/>
          </p:nvSpPr>
          <p:spPr>
            <a:xfrm>
              <a:off x="7380738" y="2267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5" name="pt25375"/>
            <p:cNvSpPr/>
            <p:nvPr/>
          </p:nvSpPr>
          <p:spPr>
            <a:xfrm>
              <a:off x="7053461" y="2312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6" name="pt25376"/>
            <p:cNvSpPr/>
            <p:nvPr/>
          </p:nvSpPr>
          <p:spPr>
            <a:xfrm>
              <a:off x="6858010" y="2315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7" name="pt25377"/>
            <p:cNvSpPr/>
            <p:nvPr/>
          </p:nvSpPr>
          <p:spPr>
            <a:xfrm>
              <a:off x="7054461" y="2326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8" name="pt25378"/>
            <p:cNvSpPr/>
            <p:nvPr/>
          </p:nvSpPr>
          <p:spPr>
            <a:xfrm>
              <a:off x="7183950" y="2117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9" name="pt25379"/>
            <p:cNvSpPr/>
            <p:nvPr/>
          </p:nvSpPr>
          <p:spPr>
            <a:xfrm>
              <a:off x="7073512" y="2303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0" name="pt25380"/>
            <p:cNvSpPr/>
            <p:nvPr/>
          </p:nvSpPr>
          <p:spPr>
            <a:xfrm>
              <a:off x="7327900" y="1941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1" name="pt25381"/>
            <p:cNvSpPr/>
            <p:nvPr/>
          </p:nvSpPr>
          <p:spPr>
            <a:xfrm>
              <a:off x="7112303" y="214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2" name="pt25382"/>
            <p:cNvSpPr/>
            <p:nvPr/>
          </p:nvSpPr>
          <p:spPr>
            <a:xfrm>
              <a:off x="6915824" y="2227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3" name="pt25383"/>
            <p:cNvSpPr/>
            <p:nvPr/>
          </p:nvSpPr>
          <p:spPr>
            <a:xfrm>
              <a:off x="7203812" y="2162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4" name="pt25384"/>
            <p:cNvSpPr/>
            <p:nvPr/>
          </p:nvSpPr>
          <p:spPr>
            <a:xfrm>
              <a:off x="7056891" y="188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5" name="pt25385"/>
            <p:cNvSpPr/>
            <p:nvPr/>
          </p:nvSpPr>
          <p:spPr>
            <a:xfrm>
              <a:off x="7079054" y="2158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6" name="pt25386"/>
            <p:cNvSpPr/>
            <p:nvPr/>
          </p:nvSpPr>
          <p:spPr>
            <a:xfrm>
              <a:off x="7147750" y="2420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7" name="pt25387"/>
            <p:cNvSpPr/>
            <p:nvPr/>
          </p:nvSpPr>
          <p:spPr>
            <a:xfrm>
              <a:off x="7285704" y="2098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8" name="pt25388"/>
            <p:cNvSpPr/>
            <p:nvPr/>
          </p:nvSpPr>
          <p:spPr>
            <a:xfrm>
              <a:off x="7145311" y="2322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9" name="pt25389"/>
            <p:cNvSpPr/>
            <p:nvPr/>
          </p:nvSpPr>
          <p:spPr>
            <a:xfrm>
              <a:off x="7084210" y="2108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0" name="pt25390"/>
            <p:cNvSpPr/>
            <p:nvPr/>
          </p:nvSpPr>
          <p:spPr>
            <a:xfrm>
              <a:off x="7140487" y="2096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1" name="pt25391"/>
            <p:cNvSpPr/>
            <p:nvPr/>
          </p:nvSpPr>
          <p:spPr>
            <a:xfrm>
              <a:off x="7297797" y="2013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2" name="pt25392"/>
            <p:cNvSpPr/>
            <p:nvPr/>
          </p:nvSpPr>
          <p:spPr>
            <a:xfrm>
              <a:off x="7160278" y="2092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3" name="pt25393"/>
            <p:cNvSpPr/>
            <p:nvPr/>
          </p:nvSpPr>
          <p:spPr>
            <a:xfrm>
              <a:off x="7216530" y="222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4" name="pt25394"/>
            <p:cNvSpPr/>
            <p:nvPr/>
          </p:nvSpPr>
          <p:spPr>
            <a:xfrm>
              <a:off x="7319181" y="1900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5" name="pt25395"/>
            <p:cNvSpPr/>
            <p:nvPr/>
          </p:nvSpPr>
          <p:spPr>
            <a:xfrm>
              <a:off x="7348308" y="2193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6" name="pt25396"/>
            <p:cNvSpPr/>
            <p:nvPr/>
          </p:nvSpPr>
          <p:spPr>
            <a:xfrm>
              <a:off x="7386271" y="2123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7" name="pt25397"/>
            <p:cNvSpPr/>
            <p:nvPr/>
          </p:nvSpPr>
          <p:spPr>
            <a:xfrm>
              <a:off x="7488105" y="2460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8" name="pt25398"/>
            <p:cNvSpPr/>
            <p:nvPr/>
          </p:nvSpPr>
          <p:spPr>
            <a:xfrm>
              <a:off x="6912325" y="2221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9" name="pt25399"/>
            <p:cNvSpPr/>
            <p:nvPr/>
          </p:nvSpPr>
          <p:spPr>
            <a:xfrm>
              <a:off x="7046912" y="2189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0" name="pt25400"/>
            <p:cNvSpPr/>
            <p:nvPr/>
          </p:nvSpPr>
          <p:spPr>
            <a:xfrm>
              <a:off x="7290793" y="1987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1" name="pt25401"/>
            <p:cNvSpPr/>
            <p:nvPr/>
          </p:nvSpPr>
          <p:spPr>
            <a:xfrm>
              <a:off x="6979083" y="2046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2" name="pt25402"/>
            <p:cNvSpPr/>
            <p:nvPr/>
          </p:nvSpPr>
          <p:spPr>
            <a:xfrm>
              <a:off x="7188307" y="2044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3" name="pt25403"/>
            <p:cNvSpPr/>
            <p:nvPr/>
          </p:nvSpPr>
          <p:spPr>
            <a:xfrm>
              <a:off x="7022418" y="1981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4" name="pt25404"/>
            <p:cNvSpPr/>
            <p:nvPr/>
          </p:nvSpPr>
          <p:spPr>
            <a:xfrm>
              <a:off x="7182678" y="2105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5" name="pt25405"/>
            <p:cNvSpPr/>
            <p:nvPr/>
          </p:nvSpPr>
          <p:spPr>
            <a:xfrm>
              <a:off x="6943404" y="2135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6" name="pt25406"/>
            <p:cNvSpPr/>
            <p:nvPr/>
          </p:nvSpPr>
          <p:spPr>
            <a:xfrm>
              <a:off x="7240058" y="1911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7" name="pt25407"/>
            <p:cNvSpPr/>
            <p:nvPr/>
          </p:nvSpPr>
          <p:spPr>
            <a:xfrm>
              <a:off x="7190604" y="2061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8" name="pt25408"/>
            <p:cNvSpPr/>
            <p:nvPr/>
          </p:nvSpPr>
          <p:spPr>
            <a:xfrm>
              <a:off x="7045156" y="2086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9" name="pt25409"/>
            <p:cNvSpPr/>
            <p:nvPr/>
          </p:nvSpPr>
          <p:spPr>
            <a:xfrm>
              <a:off x="7065386" y="1785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0" name="pt25410"/>
            <p:cNvSpPr/>
            <p:nvPr/>
          </p:nvSpPr>
          <p:spPr>
            <a:xfrm>
              <a:off x="7364987" y="2523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1" name="pt25411"/>
            <p:cNvSpPr/>
            <p:nvPr/>
          </p:nvSpPr>
          <p:spPr>
            <a:xfrm>
              <a:off x="6687423" y="1905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2" name="pt25412"/>
            <p:cNvSpPr/>
            <p:nvPr/>
          </p:nvSpPr>
          <p:spPr>
            <a:xfrm>
              <a:off x="7212262" y="2184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3" name="pt25413"/>
            <p:cNvSpPr/>
            <p:nvPr/>
          </p:nvSpPr>
          <p:spPr>
            <a:xfrm>
              <a:off x="6966700" y="2010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4" name="pt25414"/>
            <p:cNvSpPr/>
            <p:nvPr/>
          </p:nvSpPr>
          <p:spPr>
            <a:xfrm>
              <a:off x="7360333" y="241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5" name="pt25415"/>
            <p:cNvSpPr/>
            <p:nvPr/>
          </p:nvSpPr>
          <p:spPr>
            <a:xfrm>
              <a:off x="7029926" y="1772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6" name="pt25416"/>
            <p:cNvSpPr/>
            <p:nvPr/>
          </p:nvSpPr>
          <p:spPr>
            <a:xfrm>
              <a:off x="7327929" y="2049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7" name="pt25417"/>
            <p:cNvSpPr/>
            <p:nvPr/>
          </p:nvSpPr>
          <p:spPr>
            <a:xfrm>
              <a:off x="7267962" y="2031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8" name="pt25418"/>
            <p:cNvSpPr/>
            <p:nvPr/>
          </p:nvSpPr>
          <p:spPr>
            <a:xfrm>
              <a:off x="6851449" y="2310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9" name="pt25419"/>
            <p:cNvSpPr/>
            <p:nvPr/>
          </p:nvSpPr>
          <p:spPr>
            <a:xfrm>
              <a:off x="7238460" y="1951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0" name="pt25420"/>
            <p:cNvSpPr/>
            <p:nvPr/>
          </p:nvSpPr>
          <p:spPr>
            <a:xfrm>
              <a:off x="7273322" y="1944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1" name="pt25421"/>
            <p:cNvSpPr/>
            <p:nvPr/>
          </p:nvSpPr>
          <p:spPr>
            <a:xfrm>
              <a:off x="7125514" y="2187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2" name="pt25422"/>
            <p:cNvSpPr/>
            <p:nvPr/>
          </p:nvSpPr>
          <p:spPr>
            <a:xfrm>
              <a:off x="7119518" y="2181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3" name="pt25423"/>
            <p:cNvSpPr/>
            <p:nvPr/>
          </p:nvSpPr>
          <p:spPr>
            <a:xfrm>
              <a:off x="6865972" y="2296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4" name="pt25424"/>
            <p:cNvSpPr/>
            <p:nvPr/>
          </p:nvSpPr>
          <p:spPr>
            <a:xfrm>
              <a:off x="7274307" y="1899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5" name="pt25425"/>
            <p:cNvSpPr/>
            <p:nvPr/>
          </p:nvSpPr>
          <p:spPr>
            <a:xfrm>
              <a:off x="7026141" y="1955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6" name="pt25426"/>
            <p:cNvSpPr/>
            <p:nvPr/>
          </p:nvSpPr>
          <p:spPr>
            <a:xfrm>
              <a:off x="7134891" y="2118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7" name="pt25427"/>
            <p:cNvSpPr/>
            <p:nvPr/>
          </p:nvSpPr>
          <p:spPr>
            <a:xfrm>
              <a:off x="6881591" y="2208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8" name="pt25428"/>
            <p:cNvSpPr/>
            <p:nvPr/>
          </p:nvSpPr>
          <p:spPr>
            <a:xfrm>
              <a:off x="7177666" y="2033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9" name="pt25429"/>
            <p:cNvSpPr/>
            <p:nvPr/>
          </p:nvSpPr>
          <p:spPr>
            <a:xfrm>
              <a:off x="7109192" y="2067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0" name="pt25430"/>
            <p:cNvSpPr/>
            <p:nvPr/>
          </p:nvSpPr>
          <p:spPr>
            <a:xfrm>
              <a:off x="7166864" y="2130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1" name="pt25431"/>
            <p:cNvSpPr/>
            <p:nvPr/>
          </p:nvSpPr>
          <p:spPr>
            <a:xfrm>
              <a:off x="7204568" y="2112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2" name="pt25432"/>
            <p:cNvSpPr/>
            <p:nvPr/>
          </p:nvSpPr>
          <p:spPr>
            <a:xfrm>
              <a:off x="7088293" y="2284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3" name="pt25433"/>
            <p:cNvSpPr/>
            <p:nvPr/>
          </p:nvSpPr>
          <p:spPr>
            <a:xfrm>
              <a:off x="6688913" y="2292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4" name="pt25434"/>
            <p:cNvSpPr/>
            <p:nvPr/>
          </p:nvSpPr>
          <p:spPr>
            <a:xfrm>
              <a:off x="7267408" y="2169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5" name="pt25435"/>
            <p:cNvSpPr/>
            <p:nvPr/>
          </p:nvSpPr>
          <p:spPr>
            <a:xfrm>
              <a:off x="7166265" y="2102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6" name="pt25436"/>
            <p:cNvSpPr/>
            <p:nvPr/>
          </p:nvSpPr>
          <p:spPr>
            <a:xfrm>
              <a:off x="6791078" y="2557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7" name="pt25437"/>
            <p:cNvSpPr/>
            <p:nvPr/>
          </p:nvSpPr>
          <p:spPr>
            <a:xfrm>
              <a:off x="6898822" y="1680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8" name="pt25438"/>
            <p:cNvSpPr/>
            <p:nvPr/>
          </p:nvSpPr>
          <p:spPr>
            <a:xfrm>
              <a:off x="7237075" y="2087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9" name="pt25439"/>
            <p:cNvSpPr/>
            <p:nvPr/>
          </p:nvSpPr>
          <p:spPr>
            <a:xfrm>
              <a:off x="7361631" y="244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0" name="pt25440"/>
            <p:cNvSpPr/>
            <p:nvPr/>
          </p:nvSpPr>
          <p:spPr>
            <a:xfrm>
              <a:off x="7054146" y="2314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1" name="pt25441"/>
            <p:cNvSpPr/>
            <p:nvPr/>
          </p:nvSpPr>
          <p:spPr>
            <a:xfrm>
              <a:off x="7181964" y="2175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2" name="pt25442"/>
            <p:cNvSpPr/>
            <p:nvPr/>
          </p:nvSpPr>
          <p:spPr>
            <a:xfrm>
              <a:off x="7189063" y="2045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3" name="pt25443"/>
            <p:cNvSpPr/>
            <p:nvPr/>
          </p:nvSpPr>
          <p:spPr>
            <a:xfrm>
              <a:off x="7067622" y="2051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4" name="pt25444"/>
            <p:cNvSpPr/>
            <p:nvPr/>
          </p:nvSpPr>
          <p:spPr>
            <a:xfrm>
              <a:off x="6865551" y="2180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5" name="pt25445"/>
            <p:cNvSpPr/>
            <p:nvPr/>
          </p:nvSpPr>
          <p:spPr>
            <a:xfrm>
              <a:off x="7314899" y="1981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6" name="pt25446"/>
            <p:cNvSpPr/>
            <p:nvPr/>
          </p:nvSpPr>
          <p:spPr>
            <a:xfrm>
              <a:off x="7490019" y="2374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7" name="pt25447"/>
            <p:cNvSpPr/>
            <p:nvPr/>
          </p:nvSpPr>
          <p:spPr>
            <a:xfrm>
              <a:off x="7166678" y="2069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8" name="pt25448"/>
            <p:cNvSpPr/>
            <p:nvPr/>
          </p:nvSpPr>
          <p:spPr>
            <a:xfrm>
              <a:off x="7130894" y="2114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9" name="pt25449"/>
            <p:cNvSpPr/>
            <p:nvPr/>
          </p:nvSpPr>
          <p:spPr>
            <a:xfrm>
              <a:off x="6747686" y="2009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0" name="pt25450"/>
            <p:cNvSpPr/>
            <p:nvPr/>
          </p:nvSpPr>
          <p:spPr>
            <a:xfrm>
              <a:off x="7111486" y="2134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1" name="pt25451"/>
            <p:cNvSpPr/>
            <p:nvPr/>
          </p:nvSpPr>
          <p:spPr>
            <a:xfrm>
              <a:off x="7116633" y="2187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2" name="pt25452"/>
            <p:cNvSpPr/>
            <p:nvPr/>
          </p:nvSpPr>
          <p:spPr>
            <a:xfrm>
              <a:off x="7226206" y="2053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3" name="pt25453"/>
            <p:cNvSpPr/>
            <p:nvPr/>
          </p:nvSpPr>
          <p:spPr>
            <a:xfrm>
              <a:off x="7452861" y="2650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4" name="pt25454"/>
            <p:cNvSpPr/>
            <p:nvPr/>
          </p:nvSpPr>
          <p:spPr>
            <a:xfrm>
              <a:off x="7160111" y="2182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5" name="pt25455"/>
            <p:cNvSpPr/>
            <p:nvPr/>
          </p:nvSpPr>
          <p:spPr>
            <a:xfrm>
              <a:off x="7196487" y="2073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6" name="pt25456"/>
            <p:cNvSpPr/>
            <p:nvPr/>
          </p:nvSpPr>
          <p:spPr>
            <a:xfrm>
              <a:off x="7239206" y="1989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7" name="pt25457"/>
            <p:cNvSpPr/>
            <p:nvPr/>
          </p:nvSpPr>
          <p:spPr>
            <a:xfrm>
              <a:off x="7093416" y="219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8" name="pt25458"/>
            <p:cNvSpPr/>
            <p:nvPr/>
          </p:nvSpPr>
          <p:spPr>
            <a:xfrm>
              <a:off x="6692453" y="2126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9" name="pt25459"/>
            <p:cNvSpPr/>
            <p:nvPr/>
          </p:nvSpPr>
          <p:spPr>
            <a:xfrm>
              <a:off x="6901980" y="2037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0" name="pt25460"/>
            <p:cNvSpPr/>
            <p:nvPr/>
          </p:nvSpPr>
          <p:spPr>
            <a:xfrm>
              <a:off x="7103847" y="2180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1" name="pt25461"/>
            <p:cNvSpPr/>
            <p:nvPr/>
          </p:nvSpPr>
          <p:spPr>
            <a:xfrm>
              <a:off x="7002902" y="1941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2" name="pt25462"/>
            <p:cNvSpPr/>
            <p:nvPr/>
          </p:nvSpPr>
          <p:spPr>
            <a:xfrm>
              <a:off x="7052029" y="2344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3" name="pt25463"/>
            <p:cNvSpPr/>
            <p:nvPr/>
          </p:nvSpPr>
          <p:spPr>
            <a:xfrm>
              <a:off x="6964128" y="2035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4" name="pt25464"/>
            <p:cNvSpPr/>
            <p:nvPr/>
          </p:nvSpPr>
          <p:spPr>
            <a:xfrm>
              <a:off x="7320924" y="1835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5" name="pt25465"/>
            <p:cNvSpPr/>
            <p:nvPr/>
          </p:nvSpPr>
          <p:spPr>
            <a:xfrm>
              <a:off x="7212982" y="2270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6" name="pt25466"/>
            <p:cNvSpPr/>
            <p:nvPr/>
          </p:nvSpPr>
          <p:spPr>
            <a:xfrm>
              <a:off x="7174089" y="200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7" name="pt25467"/>
            <p:cNvSpPr/>
            <p:nvPr/>
          </p:nvSpPr>
          <p:spPr>
            <a:xfrm>
              <a:off x="7238940" y="1847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8" name="pt25468"/>
            <p:cNvSpPr/>
            <p:nvPr/>
          </p:nvSpPr>
          <p:spPr>
            <a:xfrm>
              <a:off x="7199462" y="1996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9" name="pt25469"/>
            <p:cNvSpPr/>
            <p:nvPr/>
          </p:nvSpPr>
          <p:spPr>
            <a:xfrm>
              <a:off x="7425144" y="2131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0" name="pt25470"/>
            <p:cNvSpPr/>
            <p:nvPr/>
          </p:nvSpPr>
          <p:spPr>
            <a:xfrm>
              <a:off x="7573722" y="2021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1" name="pt25471"/>
            <p:cNvSpPr/>
            <p:nvPr/>
          </p:nvSpPr>
          <p:spPr>
            <a:xfrm>
              <a:off x="7343315" y="2062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2" name="pt25472"/>
            <p:cNvSpPr/>
            <p:nvPr/>
          </p:nvSpPr>
          <p:spPr>
            <a:xfrm>
              <a:off x="7290541" y="1888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3" name="pt25473"/>
            <p:cNvSpPr/>
            <p:nvPr/>
          </p:nvSpPr>
          <p:spPr>
            <a:xfrm>
              <a:off x="7311097" y="2100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4" name="pt25474"/>
            <p:cNvSpPr/>
            <p:nvPr/>
          </p:nvSpPr>
          <p:spPr>
            <a:xfrm>
              <a:off x="7039490" y="2215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5" name="pt25475"/>
            <p:cNvSpPr/>
            <p:nvPr/>
          </p:nvSpPr>
          <p:spPr>
            <a:xfrm>
              <a:off x="7558916" y="2403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6" name="pt25476"/>
            <p:cNvSpPr/>
            <p:nvPr/>
          </p:nvSpPr>
          <p:spPr>
            <a:xfrm>
              <a:off x="6965819" y="2063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7" name="pt25477"/>
            <p:cNvSpPr/>
            <p:nvPr/>
          </p:nvSpPr>
          <p:spPr>
            <a:xfrm>
              <a:off x="7238369" y="1884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8" name="pt25478"/>
            <p:cNvSpPr/>
            <p:nvPr/>
          </p:nvSpPr>
          <p:spPr>
            <a:xfrm>
              <a:off x="7367477" y="2402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9" name="pt25479"/>
            <p:cNvSpPr/>
            <p:nvPr/>
          </p:nvSpPr>
          <p:spPr>
            <a:xfrm>
              <a:off x="7112483" y="2031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0" name="pt25480"/>
            <p:cNvSpPr/>
            <p:nvPr/>
          </p:nvSpPr>
          <p:spPr>
            <a:xfrm>
              <a:off x="7123361" y="2180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1" name="pt25481"/>
            <p:cNvSpPr/>
            <p:nvPr/>
          </p:nvSpPr>
          <p:spPr>
            <a:xfrm>
              <a:off x="7143634" y="2182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2" name="pt25482"/>
            <p:cNvSpPr/>
            <p:nvPr/>
          </p:nvSpPr>
          <p:spPr>
            <a:xfrm>
              <a:off x="7331257" y="2027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3" name="pt25483"/>
            <p:cNvSpPr/>
            <p:nvPr/>
          </p:nvSpPr>
          <p:spPr>
            <a:xfrm>
              <a:off x="6952626" y="1956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4" name="pt25484"/>
            <p:cNvSpPr/>
            <p:nvPr/>
          </p:nvSpPr>
          <p:spPr>
            <a:xfrm>
              <a:off x="7206527" y="2139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5" name="pt25485"/>
            <p:cNvSpPr/>
            <p:nvPr/>
          </p:nvSpPr>
          <p:spPr>
            <a:xfrm>
              <a:off x="7177740" y="2190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6" name="pt25486"/>
            <p:cNvSpPr/>
            <p:nvPr/>
          </p:nvSpPr>
          <p:spPr>
            <a:xfrm>
              <a:off x="7149777" y="2358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7" name="pt25487"/>
            <p:cNvSpPr/>
            <p:nvPr/>
          </p:nvSpPr>
          <p:spPr>
            <a:xfrm>
              <a:off x="7406530" y="2934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8" name="pt25488"/>
            <p:cNvSpPr/>
            <p:nvPr/>
          </p:nvSpPr>
          <p:spPr>
            <a:xfrm>
              <a:off x="7270014" y="2041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9" name="pt25489"/>
            <p:cNvSpPr/>
            <p:nvPr/>
          </p:nvSpPr>
          <p:spPr>
            <a:xfrm>
              <a:off x="7270259" y="2070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0" name="pt25490"/>
            <p:cNvSpPr/>
            <p:nvPr/>
          </p:nvSpPr>
          <p:spPr>
            <a:xfrm>
              <a:off x="7004652" y="2114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1" name="pt25491"/>
            <p:cNvSpPr/>
            <p:nvPr/>
          </p:nvSpPr>
          <p:spPr>
            <a:xfrm>
              <a:off x="7263000" y="2056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2" name="pt25492"/>
            <p:cNvSpPr/>
            <p:nvPr/>
          </p:nvSpPr>
          <p:spPr>
            <a:xfrm>
              <a:off x="7150296" y="2278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3" name="pt25493"/>
            <p:cNvSpPr/>
            <p:nvPr/>
          </p:nvSpPr>
          <p:spPr>
            <a:xfrm>
              <a:off x="7174612" y="201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4" name="pt25494"/>
            <p:cNvSpPr/>
            <p:nvPr/>
          </p:nvSpPr>
          <p:spPr>
            <a:xfrm>
              <a:off x="7225402" y="2099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5" name="pt25495"/>
            <p:cNvSpPr/>
            <p:nvPr/>
          </p:nvSpPr>
          <p:spPr>
            <a:xfrm>
              <a:off x="7291537" y="1980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6" name="pt25496"/>
            <p:cNvSpPr/>
            <p:nvPr/>
          </p:nvSpPr>
          <p:spPr>
            <a:xfrm>
              <a:off x="6986139" y="1933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7" name="pt25497"/>
            <p:cNvSpPr/>
            <p:nvPr/>
          </p:nvSpPr>
          <p:spPr>
            <a:xfrm>
              <a:off x="7165453" y="2106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8" name="pt25498"/>
            <p:cNvSpPr/>
            <p:nvPr/>
          </p:nvSpPr>
          <p:spPr>
            <a:xfrm>
              <a:off x="7228547" y="2227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9" name="pt25499"/>
            <p:cNvSpPr/>
            <p:nvPr/>
          </p:nvSpPr>
          <p:spPr>
            <a:xfrm>
              <a:off x="6929240" y="2213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0" name="pt25500"/>
            <p:cNvSpPr/>
            <p:nvPr/>
          </p:nvSpPr>
          <p:spPr>
            <a:xfrm>
              <a:off x="6956743" y="2048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1" name="pt25501"/>
            <p:cNvSpPr/>
            <p:nvPr/>
          </p:nvSpPr>
          <p:spPr>
            <a:xfrm>
              <a:off x="7145886" y="2237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2" name="pt25502"/>
            <p:cNvSpPr/>
            <p:nvPr/>
          </p:nvSpPr>
          <p:spPr>
            <a:xfrm>
              <a:off x="7271570" y="2130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3" name="pt25503"/>
            <p:cNvSpPr/>
            <p:nvPr/>
          </p:nvSpPr>
          <p:spPr>
            <a:xfrm>
              <a:off x="7082159" y="2081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4" name="pt25504"/>
            <p:cNvSpPr/>
            <p:nvPr/>
          </p:nvSpPr>
          <p:spPr>
            <a:xfrm>
              <a:off x="7207332" y="2152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5" name="pt25505"/>
            <p:cNvSpPr/>
            <p:nvPr/>
          </p:nvSpPr>
          <p:spPr>
            <a:xfrm>
              <a:off x="7150971" y="2337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6" name="pt25506"/>
            <p:cNvSpPr/>
            <p:nvPr/>
          </p:nvSpPr>
          <p:spPr>
            <a:xfrm>
              <a:off x="7173832" y="1990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7" name="pt25507"/>
            <p:cNvSpPr/>
            <p:nvPr/>
          </p:nvSpPr>
          <p:spPr>
            <a:xfrm>
              <a:off x="7033076" y="2155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8" name="pt25508"/>
            <p:cNvSpPr/>
            <p:nvPr/>
          </p:nvSpPr>
          <p:spPr>
            <a:xfrm>
              <a:off x="7266060" y="2088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9" name="pt25509"/>
            <p:cNvSpPr/>
            <p:nvPr/>
          </p:nvSpPr>
          <p:spPr>
            <a:xfrm>
              <a:off x="7385240" y="2215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0" name="pt25510"/>
            <p:cNvSpPr/>
            <p:nvPr/>
          </p:nvSpPr>
          <p:spPr>
            <a:xfrm>
              <a:off x="7404252" y="2652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1" name="pt25511"/>
            <p:cNvSpPr/>
            <p:nvPr/>
          </p:nvSpPr>
          <p:spPr>
            <a:xfrm>
              <a:off x="7098732" y="2215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2" name="pt25512"/>
            <p:cNvSpPr/>
            <p:nvPr/>
          </p:nvSpPr>
          <p:spPr>
            <a:xfrm>
              <a:off x="7040401" y="2185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3" name="pt25513"/>
            <p:cNvSpPr/>
            <p:nvPr/>
          </p:nvSpPr>
          <p:spPr>
            <a:xfrm>
              <a:off x="7050419" y="2335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4" name="pt25514"/>
            <p:cNvSpPr/>
            <p:nvPr/>
          </p:nvSpPr>
          <p:spPr>
            <a:xfrm>
              <a:off x="7058522" y="2072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5" name="pt25515"/>
            <p:cNvSpPr/>
            <p:nvPr/>
          </p:nvSpPr>
          <p:spPr>
            <a:xfrm>
              <a:off x="7329439" y="2046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6" name="pt25516"/>
            <p:cNvSpPr/>
            <p:nvPr/>
          </p:nvSpPr>
          <p:spPr>
            <a:xfrm>
              <a:off x="7053277" y="2333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7" name="pt25517"/>
            <p:cNvSpPr/>
            <p:nvPr/>
          </p:nvSpPr>
          <p:spPr>
            <a:xfrm>
              <a:off x="7340942" y="2234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8" name="pt25518"/>
            <p:cNvSpPr/>
            <p:nvPr/>
          </p:nvSpPr>
          <p:spPr>
            <a:xfrm>
              <a:off x="7469960" y="2663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9" name="pt25519"/>
            <p:cNvSpPr/>
            <p:nvPr/>
          </p:nvSpPr>
          <p:spPr>
            <a:xfrm>
              <a:off x="7341677" y="2091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0" name="pt25520"/>
            <p:cNvSpPr/>
            <p:nvPr/>
          </p:nvSpPr>
          <p:spPr>
            <a:xfrm>
              <a:off x="6987925" y="2007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1" name="pt25521"/>
            <p:cNvSpPr/>
            <p:nvPr/>
          </p:nvSpPr>
          <p:spPr>
            <a:xfrm>
              <a:off x="7101800" y="2183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2" name="pt25522"/>
            <p:cNvSpPr/>
            <p:nvPr/>
          </p:nvSpPr>
          <p:spPr>
            <a:xfrm>
              <a:off x="7132893" y="2099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3" name="pt25523"/>
            <p:cNvSpPr/>
            <p:nvPr/>
          </p:nvSpPr>
          <p:spPr>
            <a:xfrm>
              <a:off x="7125502" y="2151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4" name="pt25524"/>
            <p:cNvSpPr/>
            <p:nvPr/>
          </p:nvSpPr>
          <p:spPr>
            <a:xfrm>
              <a:off x="7143428" y="2226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5" name="pt25525"/>
            <p:cNvSpPr/>
            <p:nvPr/>
          </p:nvSpPr>
          <p:spPr>
            <a:xfrm>
              <a:off x="7064705" y="1719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6" name="pt25526"/>
            <p:cNvSpPr/>
            <p:nvPr/>
          </p:nvSpPr>
          <p:spPr>
            <a:xfrm>
              <a:off x="7206638" y="2163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7" name="pt25527"/>
            <p:cNvSpPr/>
            <p:nvPr/>
          </p:nvSpPr>
          <p:spPr>
            <a:xfrm>
              <a:off x="7007771" y="1873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8" name="pt25528"/>
            <p:cNvSpPr/>
            <p:nvPr/>
          </p:nvSpPr>
          <p:spPr>
            <a:xfrm>
              <a:off x="7244068" y="2279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9" name="pt25529"/>
            <p:cNvSpPr/>
            <p:nvPr/>
          </p:nvSpPr>
          <p:spPr>
            <a:xfrm>
              <a:off x="7107526" y="2123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0" name="pt25530"/>
            <p:cNvSpPr/>
            <p:nvPr/>
          </p:nvSpPr>
          <p:spPr>
            <a:xfrm>
              <a:off x="7166243" y="2104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1" name="pt25531"/>
            <p:cNvSpPr/>
            <p:nvPr/>
          </p:nvSpPr>
          <p:spPr>
            <a:xfrm>
              <a:off x="6928284" y="2052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2" name="pt25532"/>
            <p:cNvSpPr/>
            <p:nvPr/>
          </p:nvSpPr>
          <p:spPr>
            <a:xfrm>
              <a:off x="7134562" y="2150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3" name="pt25533"/>
            <p:cNvSpPr/>
            <p:nvPr/>
          </p:nvSpPr>
          <p:spPr>
            <a:xfrm>
              <a:off x="7042507" y="2242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4" name="pt25534"/>
            <p:cNvSpPr/>
            <p:nvPr/>
          </p:nvSpPr>
          <p:spPr>
            <a:xfrm>
              <a:off x="7166534" y="2030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5" name="pt25535"/>
            <p:cNvSpPr/>
            <p:nvPr/>
          </p:nvSpPr>
          <p:spPr>
            <a:xfrm>
              <a:off x="7082771" y="2150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6" name="pt25536"/>
            <p:cNvSpPr/>
            <p:nvPr/>
          </p:nvSpPr>
          <p:spPr>
            <a:xfrm>
              <a:off x="7161132" y="2041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7" name="pt25537"/>
            <p:cNvSpPr/>
            <p:nvPr/>
          </p:nvSpPr>
          <p:spPr>
            <a:xfrm>
              <a:off x="7088794" y="221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8" name="pt25538"/>
            <p:cNvSpPr/>
            <p:nvPr/>
          </p:nvSpPr>
          <p:spPr>
            <a:xfrm>
              <a:off x="6754980" y="2031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9" name="pt25539"/>
            <p:cNvSpPr/>
            <p:nvPr/>
          </p:nvSpPr>
          <p:spPr>
            <a:xfrm>
              <a:off x="7255218" y="2109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0" name="pt25540"/>
            <p:cNvSpPr/>
            <p:nvPr/>
          </p:nvSpPr>
          <p:spPr>
            <a:xfrm>
              <a:off x="7074582" y="2105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1" name="pt25541"/>
            <p:cNvSpPr/>
            <p:nvPr/>
          </p:nvSpPr>
          <p:spPr>
            <a:xfrm>
              <a:off x="7151287" y="2406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2" name="pt25542"/>
            <p:cNvSpPr/>
            <p:nvPr/>
          </p:nvSpPr>
          <p:spPr>
            <a:xfrm>
              <a:off x="7174268" y="2000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3" name="pt25543"/>
            <p:cNvSpPr/>
            <p:nvPr/>
          </p:nvSpPr>
          <p:spPr>
            <a:xfrm>
              <a:off x="6946713" y="2020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4" name="pt25544"/>
            <p:cNvSpPr/>
            <p:nvPr/>
          </p:nvSpPr>
          <p:spPr>
            <a:xfrm>
              <a:off x="7127044" y="2134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5" name="pt25545"/>
            <p:cNvSpPr/>
            <p:nvPr/>
          </p:nvSpPr>
          <p:spPr>
            <a:xfrm>
              <a:off x="7355330" y="1987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6" name="pt25546"/>
            <p:cNvSpPr/>
            <p:nvPr/>
          </p:nvSpPr>
          <p:spPr>
            <a:xfrm>
              <a:off x="7244868" y="2209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7" name="pt25547"/>
            <p:cNvSpPr/>
            <p:nvPr/>
          </p:nvSpPr>
          <p:spPr>
            <a:xfrm>
              <a:off x="7261597" y="1949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8" name="pt25548"/>
            <p:cNvSpPr/>
            <p:nvPr/>
          </p:nvSpPr>
          <p:spPr>
            <a:xfrm>
              <a:off x="7154595" y="231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9" name="pt25549"/>
            <p:cNvSpPr/>
            <p:nvPr/>
          </p:nvSpPr>
          <p:spPr>
            <a:xfrm>
              <a:off x="7314026" y="2078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0" name="pt25550"/>
            <p:cNvSpPr/>
            <p:nvPr/>
          </p:nvSpPr>
          <p:spPr>
            <a:xfrm>
              <a:off x="7253371" y="2144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1" name="pt25551"/>
            <p:cNvSpPr/>
            <p:nvPr/>
          </p:nvSpPr>
          <p:spPr>
            <a:xfrm>
              <a:off x="7210075" y="2273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2" name="pt25552"/>
            <p:cNvSpPr/>
            <p:nvPr/>
          </p:nvSpPr>
          <p:spPr>
            <a:xfrm>
              <a:off x="7233173" y="210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3" name="pt25553"/>
            <p:cNvSpPr/>
            <p:nvPr/>
          </p:nvSpPr>
          <p:spPr>
            <a:xfrm>
              <a:off x="7235383" y="2059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4" name="pt25554"/>
            <p:cNvSpPr/>
            <p:nvPr/>
          </p:nvSpPr>
          <p:spPr>
            <a:xfrm>
              <a:off x="7195622" y="2022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5" name="pt25555"/>
            <p:cNvSpPr/>
            <p:nvPr/>
          </p:nvSpPr>
          <p:spPr>
            <a:xfrm>
              <a:off x="7312447" y="1949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6" name="pt25556"/>
            <p:cNvSpPr/>
            <p:nvPr/>
          </p:nvSpPr>
          <p:spPr>
            <a:xfrm>
              <a:off x="7143769" y="2133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7" name="pt25557"/>
            <p:cNvSpPr/>
            <p:nvPr/>
          </p:nvSpPr>
          <p:spPr>
            <a:xfrm>
              <a:off x="7124182" y="2196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8" name="pt25558"/>
            <p:cNvSpPr/>
            <p:nvPr/>
          </p:nvSpPr>
          <p:spPr>
            <a:xfrm>
              <a:off x="7086082" y="2132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9" name="pt25559"/>
            <p:cNvSpPr/>
            <p:nvPr/>
          </p:nvSpPr>
          <p:spPr>
            <a:xfrm>
              <a:off x="7022252" y="1946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0" name="pt25560"/>
            <p:cNvSpPr/>
            <p:nvPr/>
          </p:nvSpPr>
          <p:spPr>
            <a:xfrm>
              <a:off x="7113968" y="2134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1" name="pt25561"/>
            <p:cNvSpPr/>
            <p:nvPr/>
          </p:nvSpPr>
          <p:spPr>
            <a:xfrm>
              <a:off x="7114018" y="2107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2" name="pt25562"/>
            <p:cNvSpPr/>
            <p:nvPr/>
          </p:nvSpPr>
          <p:spPr>
            <a:xfrm>
              <a:off x="7372688" y="2570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3" name="pt25563"/>
            <p:cNvSpPr/>
            <p:nvPr/>
          </p:nvSpPr>
          <p:spPr>
            <a:xfrm>
              <a:off x="6730381" y="186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4" name="pt25564"/>
            <p:cNvSpPr/>
            <p:nvPr/>
          </p:nvSpPr>
          <p:spPr>
            <a:xfrm>
              <a:off x="7183831" y="2135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5" name="pt25565"/>
            <p:cNvSpPr/>
            <p:nvPr/>
          </p:nvSpPr>
          <p:spPr>
            <a:xfrm>
              <a:off x="6974490" y="1897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6" name="pt25566"/>
            <p:cNvSpPr/>
            <p:nvPr/>
          </p:nvSpPr>
          <p:spPr>
            <a:xfrm>
              <a:off x="7115628" y="2091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7" name="pt25567"/>
            <p:cNvSpPr/>
            <p:nvPr/>
          </p:nvSpPr>
          <p:spPr>
            <a:xfrm>
              <a:off x="7105438" y="2168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8" name="pt25568"/>
            <p:cNvSpPr/>
            <p:nvPr/>
          </p:nvSpPr>
          <p:spPr>
            <a:xfrm>
              <a:off x="7212178" y="2263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9" name="pt25569"/>
            <p:cNvSpPr/>
            <p:nvPr/>
          </p:nvSpPr>
          <p:spPr>
            <a:xfrm>
              <a:off x="7064374" y="1696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0" name="pt25570"/>
            <p:cNvSpPr/>
            <p:nvPr/>
          </p:nvSpPr>
          <p:spPr>
            <a:xfrm>
              <a:off x="7152047" y="2212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1" name="pt25571"/>
            <p:cNvSpPr/>
            <p:nvPr/>
          </p:nvSpPr>
          <p:spPr>
            <a:xfrm>
              <a:off x="7248275" y="2093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2" name="pt25572"/>
            <p:cNvSpPr/>
            <p:nvPr/>
          </p:nvSpPr>
          <p:spPr>
            <a:xfrm>
              <a:off x="7101217" y="223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3" name="pt25573"/>
            <p:cNvSpPr/>
            <p:nvPr/>
          </p:nvSpPr>
          <p:spPr>
            <a:xfrm>
              <a:off x="7312454" y="198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4" name="pt25574"/>
            <p:cNvSpPr/>
            <p:nvPr/>
          </p:nvSpPr>
          <p:spPr>
            <a:xfrm>
              <a:off x="7242160" y="2243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5" name="pt25575"/>
            <p:cNvSpPr/>
            <p:nvPr/>
          </p:nvSpPr>
          <p:spPr>
            <a:xfrm>
              <a:off x="7100466" y="2161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6" name="pt25576"/>
            <p:cNvSpPr/>
            <p:nvPr/>
          </p:nvSpPr>
          <p:spPr>
            <a:xfrm>
              <a:off x="7141603" y="2355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7" name="pt25577"/>
            <p:cNvSpPr/>
            <p:nvPr/>
          </p:nvSpPr>
          <p:spPr>
            <a:xfrm>
              <a:off x="7596455" y="2322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8" name="pt25578"/>
            <p:cNvSpPr/>
            <p:nvPr/>
          </p:nvSpPr>
          <p:spPr>
            <a:xfrm>
              <a:off x="6969233" y="1929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9" name="pt25579"/>
            <p:cNvSpPr/>
            <p:nvPr/>
          </p:nvSpPr>
          <p:spPr>
            <a:xfrm>
              <a:off x="6780176" y="2468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0" name="pt25580"/>
            <p:cNvSpPr/>
            <p:nvPr/>
          </p:nvSpPr>
          <p:spPr>
            <a:xfrm>
              <a:off x="7216659" y="227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1" name="pt25581"/>
            <p:cNvSpPr/>
            <p:nvPr/>
          </p:nvSpPr>
          <p:spPr>
            <a:xfrm>
              <a:off x="7424575" y="2492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2" name="pt25582"/>
            <p:cNvSpPr/>
            <p:nvPr/>
          </p:nvSpPr>
          <p:spPr>
            <a:xfrm>
              <a:off x="7158902" y="2145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3" name="pt25583"/>
            <p:cNvSpPr/>
            <p:nvPr/>
          </p:nvSpPr>
          <p:spPr>
            <a:xfrm>
              <a:off x="7023025" y="1965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4" name="pt25584"/>
            <p:cNvSpPr/>
            <p:nvPr/>
          </p:nvSpPr>
          <p:spPr>
            <a:xfrm>
              <a:off x="7726940" y="2089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5" name="pt25585"/>
            <p:cNvSpPr/>
            <p:nvPr/>
          </p:nvSpPr>
          <p:spPr>
            <a:xfrm>
              <a:off x="7270715" y="1948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6" name="pt25586"/>
            <p:cNvSpPr/>
            <p:nvPr/>
          </p:nvSpPr>
          <p:spPr>
            <a:xfrm>
              <a:off x="7276712" y="2070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7" name="pt25587"/>
            <p:cNvSpPr/>
            <p:nvPr/>
          </p:nvSpPr>
          <p:spPr>
            <a:xfrm>
              <a:off x="7137926" y="2179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8" name="pt25588"/>
            <p:cNvSpPr/>
            <p:nvPr/>
          </p:nvSpPr>
          <p:spPr>
            <a:xfrm>
              <a:off x="6935416" y="1989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9" name="pt25589"/>
            <p:cNvSpPr/>
            <p:nvPr/>
          </p:nvSpPr>
          <p:spPr>
            <a:xfrm>
              <a:off x="7607152" y="2479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0" name="pt25590"/>
            <p:cNvSpPr/>
            <p:nvPr/>
          </p:nvSpPr>
          <p:spPr>
            <a:xfrm>
              <a:off x="6952833" y="2035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1" name="pt25591"/>
            <p:cNvSpPr/>
            <p:nvPr/>
          </p:nvSpPr>
          <p:spPr>
            <a:xfrm>
              <a:off x="7116965" y="2184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2" name="pt25592"/>
            <p:cNvSpPr/>
            <p:nvPr/>
          </p:nvSpPr>
          <p:spPr>
            <a:xfrm>
              <a:off x="7115305" y="2130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3" name="pt25593"/>
            <p:cNvSpPr/>
            <p:nvPr/>
          </p:nvSpPr>
          <p:spPr>
            <a:xfrm>
              <a:off x="7205775" y="2306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4" name="pt25594"/>
            <p:cNvSpPr/>
            <p:nvPr/>
          </p:nvSpPr>
          <p:spPr>
            <a:xfrm>
              <a:off x="7016429" y="207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5" name="pt25595"/>
            <p:cNvSpPr/>
            <p:nvPr/>
          </p:nvSpPr>
          <p:spPr>
            <a:xfrm>
              <a:off x="6897109" y="1804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6" name="pt25596"/>
            <p:cNvSpPr/>
            <p:nvPr/>
          </p:nvSpPr>
          <p:spPr>
            <a:xfrm>
              <a:off x="7104280" y="2245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7" name="pt25597"/>
            <p:cNvSpPr/>
            <p:nvPr/>
          </p:nvSpPr>
          <p:spPr>
            <a:xfrm>
              <a:off x="6782416" y="2754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8" name="pt25598"/>
            <p:cNvSpPr/>
            <p:nvPr/>
          </p:nvSpPr>
          <p:spPr>
            <a:xfrm>
              <a:off x="6986415" y="192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9" name="pt25599"/>
            <p:cNvSpPr/>
            <p:nvPr/>
          </p:nvSpPr>
          <p:spPr>
            <a:xfrm>
              <a:off x="7254029" y="202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0" name="pt25600"/>
            <p:cNvSpPr/>
            <p:nvPr/>
          </p:nvSpPr>
          <p:spPr>
            <a:xfrm>
              <a:off x="7241617" y="1869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1" name="pt25601"/>
            <p:cNvSpPr/>
            <p:nvPr/>
          </p:nvSpPr>
          <p:spPr>
            <a:xfrm>
              <a:off x="6983451" y="2007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2" name="pt25602"/>
            <p:cNvSpPr/>
            <p:nvPr/>
          </p:nvSpPr>
          <p:spPr>
            <a:xfrm>
              <a:off x="7173585" y="2037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3" name="pt25603"/>
            <p:cNvSpPr/>
            <p:nvPr/>
          </p:nvSpPr>
          <p:spPr>
            <a:xfrm>
              <a:off x="6914868" y="2180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4" name="pt25604"/>
            <p:cNvSpPr/>
            <p:nvPr/>
          </p:nvSpPr>
          <p:spPr>
            <a:xfrm>
              <a:off x="7283848" y="2060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5" name="pt25605"/>
            <p:cNvSpPr/>
            <p:nvPr/>
          </p:nvSpPr>
          <p:spPr>
            <a:xfrm>
              <a:off x="7100088" y="2291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6" name="pt25606"/>
            <p:cNvSpPr/>
            <p:nvPr/>
          </p:nvSpPr>
          <p:spPr>
            <a:xfrm>
              <a:off x="7290901" y="1973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7" name="pt25607"/>
            <p:cNvSpPr/>
            <p:nvPr/>
          </p:nvSpPr>
          <p:spPr>
            <a:xfrm>
              <a:off x="7133492" y="2151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8" name="pt25608"/>
            <p:cNvSpPr/>
            <p:nvPr/>
          </p:nvSpPr>
          <p:spPr>
            <a:xfrm>
              <a:off x="7226607" y="2136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9" name="pt25609"/>
            <p:cNvSpPr/>
            <p:nvPr/>
          </p:nvSpPr>
          <p:spPr>
            <a:xfrm>
              <a:off x="7490723" y="2284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0" name="pt25610"/>
            <p:cNvSpPr/>
            <p:nvPr/>
          </p:nvSpPr>
          <p:spPr>
            <a:xfrm>
              <a:off x="7163748" y="2089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1" name="pt25611"/>
            <p:cNvSpPr/>
            <p:nvPr/>
          </p:nvSpPr>
          <p:spPr>
            <a:xfrm>
              <a:off x="7341158" y="2065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2" name="pt25612"/>
            <p:cNvSpPr/>
            <p:nvPr/>
          </p:nvSpPr>
          <p:spPr>
            <a:xfrm>
              <a:off x="7364372" y="2369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3" name="pt25613"/>
            <p:cNvSpPr/>
            <p:nvPr/>
          </p:nvSpPr>
          <p:spPr>
            <a:xfrm>
              <a:off x="7410502" y="2432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4" name="pt25614"/>
            <p:cNvSpPr/>
            <p:nvPr/>
          </p:nvSpPr>
          <p:spPr>
            <a:xfrm>
              <a:off x="6927519" y="2198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5" name="pt25615"/>
            <p:cNvSpPr/>
            <p:nvPr/>
          </p:nvSpPr>
          <p:spPr>
            <a:xfrm>
              <a:off x="7360066" y="2354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6" name="pt25616"/>
            <p:cNvSpPr/>
            <p:nvPr/>
          </p:nvSpPr>
          <p:spPr>
            <a:xfrm>
              <a:off x="7120040" y="2151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7" name="pt25617"/>
            <p:cNvSpPr/>
            <p:nvPr/>
          </p:nvSpPr>
          <p:spPr>
            <a:xfrm>
              <a:off x="6987762" y="1928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8" name="pt25618"/>
            <p:cNvSpPr/>
            <p:nvPr/>
          </p:nvSpPr>
          <p:spPr>
            <a:xfrm>
              <a:off x="7319496" y="1873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9" name="pt25619"/>
            <p:cNvSpPr/>
            <p:nvPr/>
          </p:nvSpPr>
          <p:spPr>
            <a:xfrm>
              <a:off x="7008746" y="1995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0" name="pt25620"/>
            <p:cNvSpPr/>
            <p:nvPr/>
          </p:nvSpPr>
          <p:spPr>
            <a:xfrm>
              <a:off x="7183280" y="2099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1" name="pt25621"/>
            <p:cNvSpPr/>
            <p:nvPr/>
          </p:nvSpPr>
          <p:spPr>
            <a:xfrm>
              <a:off x="7284054" y="2001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2" name="pt25622"/>
            <p:cNvSpPr/>
            <p:nvPr/>
          </p:nvSpPr>
          <p:spPr>
            <a:xfrm>
              <a:off x="7170869" y="2028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3" name="pt25623"/>
            <p:cNvSpPr/>
            <p:nvPr/>
          </p:nvSpPr>
          <p:spPr>
            <a:xfrm>
              <a:off x="6993193" y="198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4" name="pt25624"/>
            <p:cNvSpPr/>
            <p:nvPr/>
          </p:nvSpPr>
          <p:spPr>
            <a:xfrm>
              <a:off x="7229439" y="2028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5" name="pt25625"/>
            <p:cNvSpPr/>
            <p:nvPr/>
          </p:nvSpPr>
          <p:spPr>
            <a:xfrm>
              <a:off x="7545206" y="2121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6" name="pt25626"/>
            <p:cNvSpPr/>
            <p:nvPr/>
          </p:nvSpPr>
          <p:spPr>
            <a:xfrm>
              <a:off x="7211082" y="2338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7" name="pt25627"/>
            <p:cNvSpPr/>
            <p:nvPr/>
          </p:nvSpPr>
          <p:spPr>
            <a:xfrm>
              <a:off x="7046381" y="2101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8" name="pt25628"/>
            <p:cNvSpPr/>
            <p:nvPr/>
          </p:nvSpPr>
          <p:spPr>
            <a:xfrm>
              <a:off x="7054113" y="2373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9" name="pt25629"/>
            <p:cNvSpPr/>
            <p:nvPr/>
          </p:nvSpPr>
          <p:spPr>
            <a:xfrm>
              <a:off x="6964696" y="1970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0" name="pt25630"/>
            <p:cNvSpPr/>
            <p:nvPr/>
          </p:nvSpPr>
          <p:spPr>
            <a:xfrm>
              <a:off x="7121298" y="2053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1" name="pt25631"/>
            <p:cNvSpPr/>
            <p:nvPr/>
          </p:nvSpPr>
          <p:spPr>
            <a:xfrm>
              <a:off x="7250004" y="2166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2" name="pt25632"/>
            <p:cNvSpPr/>
            <p:nvPr/>
          </p:nvSpPr>
          <p:spPr>
            <a:xfrm>
              <a:off x="7025298" y="1903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3" name="pt25633"/>
            <p:cNvSpPr/>
            <p:nvPr/>
          </p:nvSpPr>
          <p:spPr>
            <a:xfrm>
              <a:off x="7272335" y="2056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4" name="pt25634"/>
            <p:cNvSpPr/>
            <p:nvPr/>
          </p:nvSpPr>
          <p:spPr>
            <a:xfrm>
              <a:off x="7113883" y="2099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5" name="pt25635"/>
            <p:cNvSpPr/>
            <p:nvPr/>
          </p:nvSpPr>
          <p:spPr>
            <a:xfrm>
              <a:off x="7108165" y="2185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6" name="pt25636"/>
            <p:cNvSpPr/>
            <p:nvPr/>
          </p:nvSpPr>
          <p:spPr>
            <a:xfrm>
              <a:off x="7209732" y="2306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7" name="pt25637"/>
            <p:cNvSpPr/>
            <p:nvPr/>
          </p:nvSpPr>
          <p:spPr>
            <a:xfrm>
              <a:off x="6876895" y="2157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8" name="pt25638"/>
            <p:cNvSpPr/>
            <p:nvPr/>
          </p:nvSpPr>
          <p:spPr>
            <a:xfrm>
              <a:off x="7047247" y="2358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9" name="pt25639"/>
            <p:cNvSpPr/>
            <p:nvPr/>
          </p:nvSpPr>
          <p:spPr>
            <a:xfrm>
              <a:off x="7202229" y="2030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0" name="pt25640"/>
            <p:cNvSpPr/>
            <p:nvPr/>
          </p:nvSpPr>
          <p:spPr>
            <a:xfrm>
              <a:off x="7120936" y="2094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1" name="pt25641"/>
            <p:cNvSpPr/>
            <p:nvPr/>
          </p:nvSpPr>
          <p:spPr>
            <a:xfrm>
              <a:off x="7120734" y="2063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2" name="pt25642"/>
            <p:cNvSpPr/>
            <p:nvPr/>
          </p:nvSpPr>
          <p:spPr>
            <a:xfrm>
              <a:off x="6835117" y="2051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3" name="pt25643"/>
            <p:cNvSpPr/>
            <p:nvPr/>
          </p:nvSpPr>
          <p:spPr>
            <a:xfrm>
              <a:off x="7132221" y="2106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4" name="pt25644"/>
            <p:cNvSpPr/>
            <p:nvPr/>
          </p:nvSpPr>
          <p:spPr>
            <a:xfrm>
              <a:off x="7238663" y="1784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5" name="pt25645"/>
            <p:cNvSpPr/>
            <p:nvPr/>
          </p:nvSpPr>
          <p:spPr>
            <a:xfrm>
              <a:off x="6986615" y="1920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6" name="pt25646"/>
            <p:cNvSpPr/>
            <p:nvPr/>
          </p:nvSpPr>
          <p:spPr>
            <a:xfrm>
              <a:off x="7186532" y="2100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7" name="pt25647"/>
            <p:cNvSpPr/>
            <p:nvPr/>
          </p:nvSpPr>
          <p:spPr>
            <a:xfrm>
              <a:off x="7328152" y="1902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8" name="pt25648"/>
            <p:cNvSpPr/>
            <p:nvPr/>
          </p:nvSpPr>
          <p:spPr>
            <a:xfrm>
              <a:off x="7005835" y="1971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9" name="pt25649"/>
            <p:cNvSpPr/>
            <p:nvPr/>
          </p:nvSpPr>
          <p:spPr>
            <a:xfrm>
              <a:off x="7166080" y="1981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0" name="pt25650"/>
            <p:cNvSpPr/>
            <p:nvPr/>
          </p:nvSpPr>
          <p:spPr>
            <a:xfrm>
              <a:off x="7283920" y="2029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1" name="pt25651"/>
            <p:cNvSpPr/>
            <p:nvPr/>
          </p:nvSpPr>
          <p:spPr>
            <a:xfrm>
              <a:off x="7218699" y="1956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2" name="pt25652"/>
            <p:cNvSpPr/>
            <p:nvPr/>
          </p:nvSpPr>
          <p:spPr>
            <a:xfrm>
              <a:off x="7183279" y="2075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3" name="pt25653"/>
            <p:cNvSpPr/>
            <p:nvPr/>
          </p:nvSpPr>
          <p:spPr>
            <a:xfrm>
              <a:off x="6977514" y="2019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4" name="pt25654"/>
            <p:cNvSpPr/>
            <p:nvPr/>
          </p:nvSpPr>
          <p:spPr>
            <a:xfrm>
              <a:off x="7010788" y="2025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5" name="pt25655"/>
            <p:cNvSpPr/>
            <p:nvPr/>
          </p:nvSpPr>
          <p:spPr>
            <a:xfrm>
              <a:off x="7158487" y="2269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6" name="pt25656"/>
            <p:cNvSpPr/>
            <p:nvPr/>
          </p:nvSpPr>
          <p:spPr>
            <a:xfrm>
              <a:off x="7141249" y="2315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7" name="pt25657"/>
            <p:cNvSpPr/>
            <p:nvPr/>
          </p:nvSpPr>
          <p:spPr>
            <a:xfrm>
              <a:off x="7216760" y="2115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8" name="pt25658"/>
            <p:cNvSpPr/>
            <p:nvPr/>
          </p:nvSpPr>
          <p:spPr>
            <a:xfrm>
              <a:off x="7056469" y="2179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9" name="pt25659"/>
            <p:cNvSpPr/>
            <p:nvPr/>
          </p:nvSpPr>
          <p:spPr>
            <a:xfrm>
              <a:off x="7317527" y="1896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0" name="pt25660"/>
            <p:cNvSpPr/>
            <p:nvPr/>
          </p:nvSpPr>
          <p:spPr>
            <a:xfrm>
              <a:off x="6867461" y="2045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1" name="pt25661"/>
            <p:cNvSpPr/>
            <p:nvPr/>
          </p:nvSpPr>
          <p:spPr>
            <a:xfrm>
              <a:off x="7206849" y="2069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2" name="pt25662"/>
            <p:cNvSpPr/>
            <p:nvPr/>
          </p:nvSpPr>
          <p:spPr>
            <a:xfrm>
              <a:off x="7050334" y="2310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3" name="pt25663"/>
            <p:cNvSpPr/>
            <p:nvPr/>
          </p:nvSpPr>
          <p:spPr>
            <a:xfrm>
              <a:off x="6926269" y="2155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4" name="pt25664"/>
            <p:cNvSpPr/>
            <p:nvPr/>
          </p:nvSpPr>
          <p:spPr>
            <a:xfrm>
              <a:off x="7162028" y="1978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5" name="pt25665"/>
            <p:cNvSpPr/>
            <p:nvPr/>
          </p:nvSpPr>
          <p:spPr>
            <a:xfrm>
              <a:off x="7194564" y="1965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6" name="pt25666"/>
            <p:cNvSpPr/>
            <p:nvPr/>
          </p:nvSpPr>
          <p:spPr>
            <a:xfrm>
              <a:off x="6758889" y="1882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7" name="pt25667"/>
            <p:cNvSpPr/>
            <p:nvPr/>
          </p:nvSpPr>
          <p:spPr>
            <a:xfrm>
              <a:off x="6843107" y="2222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8" name="pt25668"/>
            <p:cNvSpPr/>
            <p:nvPr/>
          </p:nvSpPr>
          <p:spPr>
            <a:xfrm>
              <a:off x="7073692" y="2282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9" name="pt25669"/>
            <p:cNvSpPr/>
            <p:nvPr/>
          </p:nvSpPr>
          <p:spPr>
            <a:xfrm>
              <a:off x="6957269" y="2110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0" name="pt25670"/>
            <p:cNvSpPr/>
            <p:nvPr/>
          </p:nvSpPr>
          <p:spPr>
            <a:xfrm>
              <a:off x="7190294" y="2092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1" name="pt25671"/>
            <p:cNvSpPr/>
            <p:nvPr/>
          </p:nvSpPr>
          <p:spPr>
            <a:xfrm>
              <a:off x="6962324" y="2003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2" name="pt25672"/>
            <p:cNvSpPr/>
            <p:nvPr/>
          </p:nvSpPr>
          <p:spPr>
            <a:xfrm>
              <a:off x="7447736" y="2496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3" name="pt25673"/>
            <p:cNvSpPr/>
            <p:nvPr/>
          </p:nvSpPr>
          <p:spPr>
            <a:xfrm>
              <a:off x="7219226" y="2060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4" name="pt25674"/>
            <p:cNvSpPr/>
            <p:nvPr/>
          </p:nvSpPr>
          <p:spPr>
            <a:xfrm>
              <a:off x="7120670" y="2085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5" name="pt25675"/>
            <p:cNvSpPr/>
            <p:nvPr/>
          </p:nvSpPr>
          <p:spPr>
            <a:xfrm>
              <a:off x="7276715" y="2040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6" name="pt25676"/>
            <p:cNvSpPr/>
            <p:nvPr/>
          </p:nvSpPr>
          <p:spPr>
            <a:xfrm>
              <a:off x="6909134" y="2164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7" name="pt25677"/>
            <p:cNvSpPr/>
            <p:nvPr/>
          </p:nvSpPr>
          <p:spPr>
            <a:xfrm>
              <a:off x="7136930" y="2177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8" name="pt25678"/>
            <p:cNvSpPr/>
            <p:nvPr/>
          </p:nvSpPr>
          <p:spPr>
            <a:xfrm>
              <a:off x="7641927" y="2705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9" name="pt25679"/>
            <p:cNvSpPr/>
            <p:nvPr/>
          </p:nvSpPr>
          <p:spPr>
            <a:xfrm>
              <a:off x="7029975" y="1774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0" name="pt25680"/>
            <p:cNvSpPr/>
            <p:nvPr/>
          </p:nvSpPr>
          <p:spPr>
            <a:xfrm>
              <a:off x="7058914" y="2055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1" name="pt25681"/>
            <p:cNvSpPr/>
            <p:nvPr/>
          </p:nvSpPr>
          <p:spPr>
            <a:xfrm>
              <a:off x="7025944" y="1841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2" name="pt25682"/>
            <p:cNvSpPr/>
            <p:nvPr/>
          </p:nvSpPr>
          <p:spPr>
            <a:xfrm>
              <a:off x="7467904" y="2407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3" name="pt25683"/>
            <p:cNvSpPr/>
            <p:nvPr/>
          </p:nvSpPr>
          <p:spPr>
            <a:xfrm>
              <a:off x="7386178" y="2295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4" name="pt25684"/>
            <p:cNvSpPr/>
            <p:nvPr/>
          </p:nvSpPr>
          <p:spPr>
            <a:xfrm>
              <a:off x="7448808" y="2763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5" name="pt25685"/>
            <p:cNvSpPr/>
            <p:nvPr/>
          </p:nvSpPr>
          <p:spPr>
            <a:xfrm>
              <a:off x="7370423" y="2499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6" name="pt25686"/>
            <p:cNvSpPr/>
            <p:nvPr/>
          </p:nvSpPr>
          <p:spPr>
            <a:xfrm>
              <a:off x="7036246" y="2220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7" name="pt25687"/>
            <p:cNvSpPr/>
            <p:nvPr/>
          </p:nvSpPr>
          <p:spPr>
            <a:xfrm>
              <a:off x="7195255" y="2063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8" name="pt25688"/>
            <p:cNvSpPr/>
            <p:nvPr/>
          </p:nvSpPr>
          <p:spPr>
            <a:xfrm>
              <a:off x="7111364" y="2137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9" name="pt25689"/>
            <p:cNvSpPr/>
            <p:nvPr/>
          </p:nvSpPr>
          <p:spPr>
            <a:xfrm>
              <a:off x="7138628" y="2166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0" name="pt25690"/>
            <p:cNvSpPr/>
            <p:nvPr/>
          </p:nvSpPr>
          <p:spPr>
            <a:xfrm>
              <a:off x="7026268" y="2008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1" name="pt25691"/>
            <p:cNvSpPr/>
            <p:nvPr/>
          </p:nvSpPr>
          <p:spPr>
            <a:xfrm>
              <a:off x="6868513" y="2247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2" name="pt25692"/>
            <p:cNvSpPr/>
            <p:nvPr/>
          </p:nvSpPr>
          <p:spPr>
            <a:xfrm>
              <a:off x="7120487" y="2166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3" name="pt25693"/>
            <p:cNvSpPr/>
            <p:nvPr/>
          </p:nvSpPr>
          <p:spPr>
            <a:xfrm>
              <a:off x="7004794" y="1892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4" name="pt25694"/>
            <p:cNvSpPr/>
            <p:nvPr/>
          </p:nvSpPr>
          <p:spPr>
            <a:xfrm>
              <a:off x="7049947" y="2323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5" name="pt25695"/>
            <p:cNvSpPr/>
            <p:nvPr/>
          </p:nvSpPr>
          <p:spPr>
            <a:xfrm>
              <a:off x="7198542" y="2008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6" name="pt25696"/>
            <p:cNvSpPr/>
            <p:nvPr/>
          </p:nvSpPr>
          <p:spPr>
            <a:xfrm>
              <a:off x="6911492" y="2281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7" name="pt25697"/>
            <p:cNvSpPr/>
            <p:nvPr/>
          </p:nvSpPr>
          <p:spPr>
            <a:xfrm>
              <a:off x="7158749" y="2150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8" name="pt25698"/>
            <p:cNvSpPr/>
            <p:nvPr/>
          </p:nvSpPr>
          <p:spPr>
            <a:xfrm>
              <a:off x="7161884" y="2185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9" name="pt25699"/>
            <p:cNvSpPr/>
            <p:nvPr/>
          </p:nvSpPr>
          <p:spPr>
            <a:xfrm>
              <a:off x="7036591" y="2168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0" name="pt25700"/>
            <p:cNvSpPr/>
            <p:nvPr/>
          </p:nvSpPr>
          <p:spPr>
            <a:xfrm>
              <a:off x="7199129" y="2046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1" name="pt25701"/>
            <p:cNvSpPr/>
            <p:nvPr/>
          </p:nvSpPr>
          <p:spPr>
            <a:xfrm>
              <a:off x="7277170" y="1857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2" name="pt25702"/>
            <p:cNvSpPr/>
            <p:nvPr/>
          </p:nvSpPr>
          <p:spPr>
            <a:xfrm>
              <a:off x="7041549" y="2045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3" name="pt25703"/>
            <p:cNvSpPr/>
            <p:nvPr/>
          </p:nvSpPr>
          <p:spPr>
            <a:xfrm>
              <a:off x="7017574" y="2033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4" name="pt25704"/>
            <p:cNvSpPr/>
            <p:nvPr/>
          </p:nvSpPr>
          <p:spPr>
            <a:xfrm>
              <a:off x="6883035" y="1779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5" name="pt25705"/>
            <p:cNvSpPr/>
            <p:nvPr/>
          </p:nvSpPr>
          <p:spPr>
            <a:xfrm>
              <a:off x="7157292" y="2229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6" name="pt25706"/>
            <p:cNvSpPr/>
            <p:nvPr/>
          </p:nvSpPr>
          <p:spPr>
            <a:xfrm>
              <a:off x="7115345" y="2135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7" name="pt25707"/>
            <p:cNvSpPr/>
            <p:nvPr/>
          </p:nvSpPr>
          <p:spPr>
            <a:xfrm>
              <a:off x="7103534" y="2189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8" name="pt25708"/>
            <p:cNvSpPr/>
            <p:nvPr/>
          </p:nvSpPr>
          <p:spPr>
            <a:xfrm>
              <a:off x="7149261" y="2296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9" name="pt25709"/>
            <p:cNvSpPr/>
            <p:nvPr/>
          </p:nvSpPr>
          <p:spPr>
            <a:xfrm>
              <a:off x="6865430" y="2132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0" name="pt25710"/>
            <p:cNvSpPr/>
            <p:nvPr/>
          </p:nvSpPr>
          <p:spPr>
            <a:xfrm>
              <a:off x="7305662" y="2003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1" name="pt25711"/>
            <p:cNvSpPr/>
            <p:nvPr/>
          </p:nvSpPr>
          <p:spPr>
            <a:xfrm>
              <a:off x="7211802" y="2292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2" name="pt25712"/>
            <p:cNvSpPr/>
            <p:nvPr/>
          </p:nvSpPr>
          <p:spPr>
            <a:xfrm>
              <a:off x="7274551" y="2245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3" name="pt25713"/>
            <p:cNvSpPr/>
            <p:nvPr/>
          </p:nvSpPr>
          <p:spPr>
            <a:xfrm>
              <a:off x="7184800" y="2110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4" name="pt25714"/>
            <p:cNvSpPr/>
            <p:nvPr/>
          </p:nvSpPr>
          <p:spPr>
            <a:xfrm>
              <a:off x="7264019" y="2109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5" name="pt25715"/>
            <p:cNvSpPr/>
            <p:nvPr/>
          </p:nvSpPr>
          <p:spPr>
            <a:xfrm>
              <a:off x="7148533" y="2304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6" name="pt25716"/>
            <p:cNvSpPr/>
            <p:nvPr/>
          </p:nvSpPr>
          <p:spPr>
            <a:xfrm>
              <a:off x="7042813" y="2272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7" name="pt25717"/>
            <p:cNvSpPr/>
            <p:nvPr/>
          </p:nvSpPr>
          <p:spPr>
            <a:xfrm>
              <a:off x="7201154" y="2065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8" name="pt25718"/>
            <p:cNvSpPr/>
            <p:nvPr/>
          </p:nvSpPr>
          <p:spPr>
            <a:xfrm>
              <a:off x="7341872" y="2111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9" name="pt25719"/>
            <p:cNvSpPr/>
            <p:nvPr/>
          </p:nvSpPr>
          <p:spPr>
            <a:xfrm>
              <a:off x="7238871" y="1974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0" name="pt25720"/>
            <p:cNvSpPr/>
            <p:nvPr/>
          </p:nvSpPr>
          <p:spPr>
            <a:xfrm>
              <a:off x="7056884" y="224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1" name="pt25721"/>
            <p:cNvSpPr/>
            <p:nvPr/>
          </p:nvSpPr>
          <p:spPr>
            <a:xfrm>
              <a:off x="6677018" y="1727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2" name="pt25722"/>
            <p:cNvSpPr/>
            <p:nvPr/>
          </p:nvSpPr>
          <p:spPr>
            <a:xfrm>
              <a:off x="7008099" y="1978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3" name="pt25723"/>
            <p:cNvSpPr/>
            <p:nvPr/>
          </p:nvSpPr>
          <p:spPr>
            <a:xfrm>
              <a:off x="7103761" y="2229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4" name="pt25724"/>
            <p:cNvSpPr/>
            <p:nvPr/>
          </p:nvSpPr>
          <p:spPr>
            <a:xfrm>
              <a:off x="6936863" y="2217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5" name="pt25725"/>
            <p:cNvSpPr/>
            <p:nvPr/>
          </p:nvSpPr>
          <p:spPr>
            <a:xfrm>
              <a:off x="6906914" y="1806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6" name="pt25726"/>
            <p:cNvSpPr/>
            <p:nvPr/>
          </p:nvSpPr>
          <p:spPr>
            <a:xfrm>
              <a:off x="6977025" y="2046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7" name="pt25727"/>
            <p:cNvSpPr/>
            <p:nvPr/>
          </p:nvSpPr>
          <p:spPr>
            <a:xfrm>
              <a:off x="6957399" y="2138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8" name="pt25728"/>
            <p:cNvSpPr/>
            <p:nvPr/>
          </p:nvSpPr>
          <p:spPr>
            <a:xfrm>
              <a:off x="7121927" y="2080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9" name="pt25729"/>
            <p:cNvSpPr/>
            <p:nvPr/>
          </p:nvSpPr>
          <p:spPr>
            <a:xfrm>
              <a:off x="7130459" y="2108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0" name="pt25730"/>
            <p:cNvSpPr/>
            <p:nvPr/>
          </p:nvSpPr>
          <p:spPr>
            <a:xfrm>
              <a:off x="7087986" y="2056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1" name="pt25731"/>
            <p:cNvSpPr/>
            <p:nvPr/>
          </p:nvSpPr>
          <p:spPr>
            <a:xfrm>
              <a:off x="6809018" y="2517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2" name="pt25732"/>
            <p:cNvSpPr/>
            <p:nvPr/>
          </p:nvSpPr>
          <p:spPr>
            <a:xfrm>
              <a:off x="7008275" y="2170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3" name="pt25733"/>
            <p:cNvSpPr/>
            <p:nvPr/>
          </p:nvSpPr>
          <p:spPr>
            <a:xfrm>
              <a:off x="7188898" y="2093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4" name="pt25734"/>
            <p:cNvSpPr/>
            <p:nvPr/>
          </p:nvSpPr>
          <p:spPr>
            <a:xfrm>
              <a:off x="7035379" y="2149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5" name="pt25735"/>
            <p:cNvSpPr/>
            <p:nvPr/>
          </p:nvSpPr>
          <p:spPr>
            <a:xfrm>
              <a:off x="7386454" y="1893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6" name="pt25736"/>
            <p:cNvSpPr/>
            <p:nvPr/>
          </p:nvSpPr>
          <p:spPr>
            <a:xfrm>
              <a:off x="7539521" y="2612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7" name="pt25737"/>
            <p:cNvSpPr/>
            <p:nvPr/>
          </p:nvSpPr>
          <p:spPr>
            <a:xfrm>
              <a:off x="7119342" y="2165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8" name="pt25738"/>
            <p:cNvSpPr/>
            <p:nvPr/>
          </p:nvSpPr>
          <p:spPr>
            <a:xfrm>
              <a:off x="6981727" y="1987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9" name="pt25739"/>
            <p:cNvSpPr/>
            <p:nvPr/>
          </p:nvSpPr>
          <p:spPr>
            <a:xfrm>
              <a:off x="7408742" y="2780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0" name="pt25740"/>
            <p:cNvSpPr/>
            <p:nvPr/>
          </p:nvSpPr>
          <p:spPr>
            <a:xfrm>
              <a:off x="7204961" y="213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1" name="pt25741"/>
            <p:cNvSpPr/>
            <p:nvPr/>
          </p:nvSpPr>
          <p:spPr>
            <a:xfrm>
              <a:off x="7232048" y="2061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2" name="pt25742"/>
            <p:cNvSpPr/>
            <p:nvPr/>
          </p:nvSpPr>
          <p:spPr>
            <a:xfrm>
              <a:off x="7210055" y="2219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3" name="pt25743"/>
            <p:cNvSpPr/>
            <p:nvPr/>
          </p:nvSpPr>
          <p:spPr>
            <a:xfrm>
              <a:off x="7052797" y="232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4" name="pt25744"/>
            <p:cNvSpPr/>
            <p:nvPr/>
          </p:nvSpPr>
          <p:spPr>
            <a:xfrm>
              <a:off x="7106464" y="2180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5" name="pt25745"/>
            <p:cNvSpPr/>
            <p:nvPr/>
          </p:nvSpPr>
          <p:spPr>
            <a:xfrm>
              <a:off x="6989771" y="1829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6" name="pt25746"/>
            <p:cNvSpPr/>
            <p:nvPr/>
          </p:nvSpPr>
          <p:spPr>
            <a:xfrm>
              <a:off x="7429715" y="2519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7" name="pt25747"/>
            <p:cNvSpPr/>
            <p:nvPr/>
          </p:nvSpPr>
          <p:spPr>
            <a:xfrm>
              <a:off x="7152751" y="2370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8" name="pt25748"/>
            <p:cNvSpPr/>
            <p:nvPr/>
          </p:nvSpPr>
          <p:spPr>
            <a:xfrm>
              <a:off x="7164662" y="2103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9" name="pt25749"/>
            <p:cNvSpPr/>
            <p:nvPr/>
          </p:nvSpPr>
          <p:spPr>
            <a:xfrm>
              <a:off x="7007669" y="185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0" name="pt25750"/>
            <p:cNvSpPr/>
            <p:nvPr/>
          </p:nvSpPr>
          <p:spPr>
            <a:xfrm>
              <a:off x="6932702" y="2195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1" name="pt25751"/>
            <p:cNvSpPr/>
            <p:nvPr/>
          </p:nvSpPr>
          <p:spPr>
            <a:xfrm>
              <a:off x="7275282" y="2059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2" name="pt25752"/>
            <p:cNvSpPr/>
            <p:nvPr/>
          </p:nvSpPr>
          <p:spPr>
            <a:xfrm>
              <a:off x="7143158" y="2255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3" name="pt25753"/>
            <p:cNvSpPr/>
            <p:nvPr/>
          </p:nvSpPr>
          <p:spPr>
            <a:xfrm>
              <a:off x="6830657" y="1903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4" name="pt25754"/>
            <p:cNvSpPr/>
            <p:nvPr/>
          </p:nvSpPr>
          <p:spPr>
            <a:xfrm>
              <a:off x="7319496" y="1913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5" name="pt25755"/>
            <p:cNvSpPr/>
            <p:nvPr/>
          </p:nvSpPr>
          <p:spPr>
            <a:xfrm>
              <a:off x="7154558" y="2252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6" name="pt25756"/>
            <p:cNvSpPr/>
            <p:nvPr/>
          </p:nvSpPr>
          <p:spPr>
            <a:xfrm>
              <a:off x="7100086" y="2214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7" name="pt25757"/>
            <p:cNvSpPr/>
            <p:nvPr/>
          </p:nvSpPr>
          <p:spPr>
            <a:xfrm>
              <a:off x="7362120" y="2232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8" name="pt25758"/>
            <p:cNvSpPr/>
            <p:nvPr/>
          </p:nvSpPr>
          <p:spPr>
            <a:xfrm>
              <a:off x="7172876" y="2009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9" name="pt25759"/>
            <p:cNvSpPr/>
            <p:nvPr/>
          </p:nvSpPr>
          <p:spPr>
            <a:xfrm>
              <a:off x="7150025" y="2325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0" name="pt25760"/>
            <p:cNvSpPr/>
            <p:nvPr/>
          </p:nvSpPr>
          <p:spPr>
            <a:xfrm>
              <a:off x="7342394" y="2078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1" name="pt25761"/>
            <p:cNvSpPr/>
            <p:nvPr/>
          </p:nvSpPr>
          <p:spPr>
            <a:xfrm>
              <a:off x="7116679" y="2240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2" name="pt25762"/>
            <p:cNvSpPr/>
            <p:nvPr/>
          </p:nvSpPr>
          <p:spPr>
            <a:xfrm>
              <a:off x="7182172" y="2148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3" name="pt25763"/>
            <p:cNvSpPr/>
            <p:nvPr/>
          </p:nvSpPr>
          <p:spPr>
            <a:xfrm>
              <a:off x="7126504" y="2169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4" name="pt25764"/>
            <p:cNvSpPr/>
            <p:nvPr/>
          </p:nvSpPr>
          <p:spPr>
            <a:xfrm>
              <a:off x="7203475" y="2128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5" name="pt25765"/>
            <p:cNvSpPr/>
            <p:nvPr/>
          </p:nvSpPr>
          <p:spPr>
            <a:xfrm>
              <a:off x="7197190" y="2030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6" name="pt25766"/>
            <p:cNvSpPr/>
            <p:nvPr/>
          </p:nvSpPr>
          <p:spPr>
            <a:xfrm>
              <a:off x="6874049" y="2245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7" name="pt25767"/>
            <p:cNvSpPr/>
            <p:nvPr/>
          </p:nvSpPr>
          <p:spPr>
            <a:xfrm>
              <a:off x="7116087" y="2167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8" name="pt25768"/>
            <p:cNvSpPr/>
            <p:nvPr/>
          </p:nvSpPr>
          <p:spPr>
            <a:xfrm>
              <a:off x="7431876" y="2334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9" name="pt25769"/>
            <p:cNvSpPr/>
            <p:nvPr/>
          </p:nvSpPr>
          <p:spPr>
            <a:xfrm>
              <a:off x="7009908" y="1929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0" name="pt25770"/>
            <p:cNvSpPr/>
            <p:nvPr/>
          </p:nvSpPr>
          <p:spPr>
            <a:xfrm>
              <a:off x="7183757" y="2185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1" name="pt25771"/>
            <p:cNvSpPr/>
            <p:nvPr/>
          </p:nvSpPr>
          <p:spPr>
            <a:xfrm>
              <a:off x="6976314" y="1936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2" name="pt25772"/>
            <p:cNvSpPr/>
            <p:nvPr/>
          </p:nvSpPr>
          <p:spPr>
            <a:xfrm>
              <a:off x="6995049" y="1972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3" name="pt25773"/>
            <p:cNvSpPr/>
            <p:nvPr/>
          </p:nvSpPr>
          <p:spPr>
            <a:xfrm>
              <a:off x="6902831" y="202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4" name="pt25774"/>
            <p:cNvSpPr/>
            <p:nvPr/>
          </p:nvSpPr>
          <p:spPr>
            <a:xfrm>
              <a:off x="7176416" y="2002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5" name="pt25775"/>
            <p:cNvSpPr/>
            <p:nvPr/>
          </p:nvSpPr>
          <p:spPr>
            <a:xfrm>
              <a:off x="7133819" y="2103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6" name="pt25776"/>
            <p:cNvSpPr/>
            <p:nvPr/>
          </p:nvSpPr>
          <p:spPr>
            <a:xfrm>
              <a:off x="7217784" y="2207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7" name="pt25777"/>
            <p:cNvSpPr/>
            <p:nvPr/>
          </p:nvSpPr>
          <p:spPr>
            <a:xfrm>
              <a:off x="7322526" y="1983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8" name="pt25778"/>
            <p:cNvSpPr/>
            <p:nvPr/>
          </p:nvSpPr>
          <p:spPr>
            <a:xfrm>
              <a:off x="7185041" y="2158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9" name="pt25779"/>
            <p:cNvSpPr/>
            <p:nvPr/>
          </p:nvSpPr>
          <p:spPr>
            <a:xfrm>
              <a:off x="6944573" y="2180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0" name="pt25780"/>
            <p:cNvSpPr/>
            <p:nvPr/>
          </p:nvSpPr>
          <p:spPr>
            <a:xfrm>
              <a:off x="7473156" y="2463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1" name="pt25781"/>
            <p:cNvSpPr/>
            <p:nvPr/>
          </p:nvSpPr>
          <p:spPr>
            <a:xfrm>
              <a:off x="7096443" y="2236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2" name="pt25782"/>
            <p:cNvSpPr/>
            <p:nvPr/>
          </p:nvSpPr>
          <p:spPr>
            <a:xfrm>
              <a:off x="7153432" y="2275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3" name="pt25783"/>
            <p:cNvSpPr/>
            <p:nvPr/>
          </p:nvSpPr>
          <p:spPr>
            <a:xfrm>
              <a:off x="6879184" y="2099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4" name="pt25784"/>
            <p:cNvSpPr/>
            <p:nvPr/>
          </p:nvSpPr>
          <p:spPr>
            <a:xfrm>
              <a:off x="7704087" y="2311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5" name="pt25785"/>
            <p:cNvSpPr/>
            <p:nvPr/>
          </p:nvSpPr>
          <p:spPr>
            <a:xfrm>
              <a:off x="7214841" y="2109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6" name="pt25786"/>
            <p:cNvSpPr/>
            <p:nvPr/>
          </p:nvSpPr>
          <p:spPr>
            <a:xfrm>
              <a:off x="7287254" y="2027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7" name="pt25787"/>
            <p:cNvSpPr/>
            <p:nvPr/>
          </p:nvSpPr>
          <p:spPr>
            <a:xfrm>
              <a:off x="6901501" y="1959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8" name="pt25788"/>
            <p:cNvSpPr/>
            <p:nvPr/>
          </p:nvSpPr>
          <p:spPr>
            <a:xfrm>
              <a:off x="7092505" y="2217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9" name="pt25789"/>
            <p:cNvSpPr/>
            <p:nvPr/>
          </p:nvSpPr>
          <p:spPr>
            <a:xfrm>
              <a:off x="7245829" y="2269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0" name="pt25790"/>
            <p:cNvSpPr/>
            <p:nvPr/>
          </p:nvSpPr>
          <p:spPr>
            <a:xfrm>
              <a:off x="7159730" y="2159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1" name="pt25791"/>
            <p:cNvSpPr/>
            <p:nvPr/>
          </p:nvSpPr>
          <p:spPr>
            <a:xfrm>
              <a:off x="7276014" y="2098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2" name="pt25792"/>
            <p:cNvSpPr/>
            <p:nvPr/>
          </p:nvSpPr>
          <p:spPr>
            <a:xfrm>
              <a:off x="6990431" y="1877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3" name="pt25793"/>
            <p:cNvSpPr/>
            <p:nvPr/>
          </p:nvSpPr>
          <p:spPr>
            <a:xfrm>
              <a:off x="7091373" y="2219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4" name="pt25794"/>
            <p:cNvSpPr/>
            <p:nvPr/>
          </p:nvSpPr>
          <p:spPr>
            <a:xfrm>
              <a:off x="7066936" y="2087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5" name="pt25795"/>
            <p:cNvSpPr/>
            <p:nvPr/>
          </p:nvSpPr>
          <p:spPr>
            <a:xfrm>
              <a:off x="7068491" y="2161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6" name="pt25796"/>
            <p:cNvSpPr/>
            <p:nvPr/>
          </p:nvSpPr>
          <p:spPr>
            <a:xfrm>
              <a:off x="7228474" y="2045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7" name="pt25797"/>
            <p:cNvSpPr/>
            <p:nvPr/>
          </p:nvSpPr>
          <p:spPr>
            <a:xfrm>
              <a:off x="7196332" y="2011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8" name="pt25798"/>
            <p:cNvSpPr/>
            <p:nvPr/>
          </p:nvSpPr>
          <p:spPr>
            <a:xfrm>
              <a:off x="7095710" y="2224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9" name="pt25799"/>
            <p:cNvSpPr/>
            <p:nvPr/>
          </p:nvSpPr>
          <p:spPr>
            <a:xfrm>
              <a:off x="7174986" y="1986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0" name="pt25800"/>
            <p:cNvSpPr/>
            <p:nvPr/>
          </p:nvSpPr>
          <p:spPr>
            <a:xfrm>
              <a:off x="7099200" y="2268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1" name="pt25801"/>
            <p:cNvSpPr/>
            <p:nvPr/>
          </p:nvSpPr>
          <p:spPr>
            <a:xfrm>
              <a:off x="7114978" y="2090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2" name="pt25802"/>
            <p:cNvSpPr/>
            <p:nvPr/>
          </p:nvSpPr>
          <p:spPr>
            <a:xfrm>
              <a:off x="6941842" y="1892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3" name="pt25803"/>
            <p:cNvSpPr/>
            <p:nvPr/>
          </p:nvSpPr>
          <p:spPr>
            <a:xfrm>
              <a:off x="7309747" y="2054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4" name="pt25804"/>
            <p:cNvSpPr/>
            <p:nvPr/>
          </p:nvSpPr>
          <p:spPr>
            <a:xfrm>
              <a:off x="7146920" y="2219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5" name="pt25805"/>
            <p:cNvSpPr/>
            <p:nvPr/>
          </p:nvSpPr>
          <p:spPr>
            <a:xfrm>
              <a:off x="7091672" y="2169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6" name="pt25806"/>
            <p:cNvSpPr/>
            <p:nvPr/>
          </p:nvSpPr>
          <p:spPr>
            <a:xfrm>
              <a:off x="7220545" y="2059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7" name="pt25807"/>
            <p:cNvSpPr/>
            <p:nvPr/>
          </p:nvSpPr>
          <p:spPr>
            <a:xfrm>
              <a:off x="6891849" y="2041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8" name="pt25808"/>
            <p:cNvSpPr/>
            <p:nvPr/>
          </p:nvSpPr>
          <p:spPr>
            <a:xfrm>
              <a:off x="7171001" y="1911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9" name="pt25809"/>
            <p:cNvSpPr/>
            <p:nvPr/>
          </p:nvSpPr>
          <p:spPr>
            <a:xfrm>
              <a:off x="7285959" y="2064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0" name="pt25810"/>
            <p:cNvSpPr/>
            <p:nvPr/>
          </p:nvSpPr>
          <p:spPr>
            <a:xfrm>
              <a:off x="6950022" y="2228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1" name="pt25811"/>
            <p:cNvSpPr/>
            <p:nvPr/>
          </p:nvSpPr>
          <p:spPr>
            <a:xfrm>
              <a:off x="7230821" y="2130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2" name="pt25812"/>
            <p:cNvSpPr/>
            <p:nvPr/>
          </p:nvSpPr>
          <p:spPr>
            <a:xfrm>
              <a:off x="7322637" y="2007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3" name="pt25813"/>
            <p:cNvSpPr/>
            <p:nvPr/>
          </p:nvSpPr>
          <p:spPr>
            <a:xfrm>
              <a:off x="7134360" y="2117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4" name="pt25814"/>
            <p:cNvSpPr/>
            <p:nvPr/>
          </p:nvSpPr>
          <p:spPr>
            <a:xfrm>
              <a:off x="7210800" y="2208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5" name="pt25815"/>
            <p:cNvSpPr/>
            <p:nvPr/>
          </p:nvSpPr>
          <p:spPr>
            <a:xfrm>
              <a:off x="6983437" y="2045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6" name="pt25816"/>
            <p:cNvSpPr/>
            <p:nvPr/>
          </p:nvSpPr>
          <p:spPr>
            <a:xfrm>
              <a:off x="7248597" y="1985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7" name="pt25817"/>
            <p:cNvSpPr/>
            <p:nvPr/>
          </p:nvSpPr>
          <p:spPr>
            <a:xfrm>
              <a:off x="7036724" y="2207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8" name="pt25818"/>
            <p:cNvSpPr/>
            <p:nvPr/>
          </p:nvSpPr>
          <p:spPr>
            <a:xfrm>
              <a:off x="7186574" y="2150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9" name="pt25819"/>
            <p:cNvSpPr/>
            <p:nvPr/>
          </p:nvSpPr>
          <p:spPr>
            <a:xfrm>
              <a:off x="6723927" y="1816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0" name="pt25820"/>
            <p:cNvSpPr/>
            <p:nvPr/>
          </p:nvSpPr>
          <p:spPr>
            <a:xfrm>
              <a:off x="7019354" y="2060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1" name="pt25821"/>
            <p:cNvSpPr/>
            <p:nvPr/>
          </p:nvSpPr>
          <p:spPr>
            <a:xfrm>
              <a:off x="7142181" y="222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2" name="pt25822"/>
            <p:cNvSpPr/>
            <p:nvPr/>
          </p:nvSpPr>
          <p:spPr>
            <a:xfrm>
              <a:off x="6736420" y="1868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3" name="pt25823"/>
            <p:cNvSpPr/>
            <p:nvPr/>
          </p:nvSpPr>
          <p:spPr>
            <a:xfrm>
              <a:off x="6996290" y="2125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4" name="pt25824"/>
            <p:cNvSpPr/>
            <p:nvPr/>
          </p:nvSpPr>
          <p:spPr>
            <a:xfrm>
              <a:off x="7178007" y="2108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5" name="pt25825"/>
            <p:cNvSpPr/>
            <p:nvPr/>
          </p:nvSpPr>
          <p:spPr>
            <a:xfrm>
              <a:off x="6922818" y="2227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6" name="pt25826"/>
            <p:cNvSpPr/>
            <p:nvPr/>
          </p:nvSpPr>
          <p:spPr>
            <a:xfrm>
              <a:off x="7158872" y="2161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7" name="pt25827"/>
            <p:cNvSpPr/>
            <p:nvPr/>
          </p:nvSpPr>
          <p:spPr>
            <a:xfrm>
              <a:off x="7491141" y="2471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8" name="pt25828"/>
            <p:cNvSpPr/>
            <p:nvPr/>
          </p:nvSpPr>
          <p:spPr>
            <a:xfrm>
              <a:off x="7348379" y="2234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9" name="pt25829"/>
            <p:cNvSpPr/>
            <p:nvPr/>
          </p:nvSpPr>
          <p:spPr>
            <a:xfrm>
              <a:off x="7296230" y="1987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0" name="pt25830"/>
            <p:cNvSpPr/>
            <p:nvPr/>
          </p:nvSpPr>
          <p:spPr>
            <a:xfrm>
              <a:off x="7283485" y="2174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1" name="pt25831"/>
            <p:cNvSpPr/>
            <p:nvPr/>
          </p:nvSpPr>
          <p:spPr>
            <a:xfrm>
              <a:off x="7238548" y="1954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2" name="pt25832"/>
            <p:cNvSpPr/>
            <p:nvPr/>
          </p:nvSpPr>
          <p:spPr>
            <a:xfrm>
              <a:off x="7130194" y="2146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3" name="pt25833"/>
            <p:cNvSpPr/>
            <p:nvPr/>
          </p:nvSpPr>
          <p:spPr>
            <a:xfrm>
              <a:off x="7743880" y="2250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4" name="pt25834"/>
            <p:cNvSpPr/>
            <p:nvPr/>
          </p:nvSpPr>
          <p:spPr>
            <a:xfrm>
              <a:off x="6805172" y="2255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5" name="pt25835"/>
            <p:cNvSpPr/>
            <p:nvPr/>
          </p:nvSpPr>
          <p:spPr>
            <a:xfrm>
              <a:off x="7240369" y="1656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6" name="pt25836"/>
            <p:cNvSpPr/>
            <p:nvPr/>
          </p:nvSpPr>
          <p:spPr>
            <a:xfrm>
              <a:off x="7370115" y="2651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7" name="pt25837"/>
            <p:cNvSpPr/>
            <p:nvPr/>
          </p:nvSpPr>
          <p:spPr>
            <a:xfrm>
              <a:off x="7629425" y="2356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8" name="pt25838"/>
            <p:cNvSpPr/>
            <p:nvPr/>
          </p:nvSpPr>
          <p:spPr>
            <a:xfrm>
              <a:off x="6561435" y="2185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9" name="pt25839"/>
            <p:cNvSpPr/>
            <p:nvPr/>
          </p:nvSpPr>
          <p:spPr>
            <a:xfrm>
              <a:off x="6935657" y="1998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0" name="pt25840"/>
            <p:cNvSpPr/>
            <p:nvPr/>
          </p:nvSpPr>
          <p:spPr>
            <a:xfrm>
              <a:off x="6911475" y="2107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1" name="pt25841"/>
            <p:cNvSpPr/>
            <p:nvPr/>
          </p:nvSpPr>
          <p:spPr>
            <a:xfrm>
              <a:off x="6854993" y="2434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2" name="pt25842"/>
            <p:cNvSpPr/>
            <p:nvPr/>
          </p:nvSpPr>
          <p:spPr>
            <a:xfrm>
              <a:off x="6590583" y="2290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3" name="pt25843"/>
            <p:cNvSpPr/>
            <p:nvPr/>
          </p:nvSpPr>
          <p:spPr>
            <a:xfrm>
              <a:off x="7225098" y="2138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4" name="pt25844"/>
            <p:cNvSpPr/>
            <p:nvPr/>
          </p:nvSpPr>
          <p:spPr>
            <a:xfrm>
              <a:off x="7253255" y="2143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5" name="pt25845"/>
            <p:cNvSpPr/>
            <p:nvPr/>
          </p:nvSpPr>
          <p:spPr>
            <a:xfrm>
              <a:off x="7082426" y="2114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6" name="pt25846"/>
            <p:cNvSpPr/>
            <p:nvPr/>
          </p:nvSpPr>
          <p:spPr>
            <a:xfrm>
              <a:off x="7134573" y="2178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7" name="pt25847"/>
            <p:cNvSpPr/>
            <p:nvPr/>
          </p:nvSpPr>
          <p:spPr>
            <a:xfrm>
              <a:off x="7160942" y="2118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8" name="pt25848"/>
            <p:cNvSpPr/>
            <p:nvPr/>
          </p:nvSpPr>
          <p:spPr>
            <a:xfrm>
              <a:off x="7224071" y="2285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9" name="pt25849"/>
            <p:cNvSpPr/>
            <p:nvPr/>
          </p:nvSpPr>
          <p:spPr>
            <a:xfrm>
              <a:off x="7159997" y="2110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0" name="pt25850"/>
            <p:cNvSpPr/>
            <p:nvPr/>
          </p:nvSpPr>
          <p:spPr>
            <a:xfrm>
              <a:off x="7070854" y="2110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1" name="pt25851"/>
            <p:cNvSpPr/>
            <p:nvPr/>
          </p:nvSpPr>
          <p:spPr>
            <a:xfrm>
              <a:off x="7196454" y="2109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2" name="pt25852"/>
            <p:cNvSpPr/>
            <p:nvPr/>
          </p:nvSpPr>
          <p:spPr>
            <a:xfrm>
              <a:off x="7190464" y="2090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3" name="pt25853"/>
            <p:cNvSpPr/>
            <p:nvPr/>
          </p:nvSpPr>
          <p:spPr>
            <a:xfrm>
              <a:off x="6963765" y="1975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4" name="pt25854"/>
            <p:cNvSpPr/>
            <p:nvPr/>
          </p:nvSpPr>
          <p:spPr>
            <a:xfrm>
              <a:off x="7166875" y="2109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5" name="pt25855"/>
            <p:cNvSpPr/>
            <p:nvPr/>
          </p:nvSpPr>
          <p:spPr>
            <a:xfrm>
              <a:off x="7361948" y="2245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6" name="pt25856"/>
            <p:cNvSpPr/>
            <p:nvPr/>
          </p:nvSpPr>
          <p:spPr>
            <a:xfrm>
              <a:off x="7262688" y="211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7" name="pt25857"/>
            <p:cNvSpPr/>
            <p:nvPr/>
          </p:nvSpPr>
          <p:spPr>
            <a:xfrm>
              <a:off x="7218305" y="2236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8" name="pt25858"/>
            <p:cNvSpPr/>
            <p:nvPr/>
          </p:nvSpPr>
          <p:spPr>
            <a:xfrm>
              <a:off x="7375290" y="2040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9" name="pt25859"/>
            <p:cNvSpPr/>
            <p:nvPr/>
          </p:nvSpPr>
          <p:spPr>
            <a:xfrm>
              <a:off x="7042044" y="2203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0" name="pt25860"/>
            <p:cNvSpPr/>
            <p:nvPr/>
          </p:nvSpPr>
          <p:spPr>
            <a:xfrm>
              <a:off x="7488815" y="2559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1" name="pt25861"/>
            <p:cNvSpPr/>
            <p:nvPr/>
          </p:nvSpPr>
          <p:spPr>
            <a:xfrm>
              <a:off x="7433360" y="2406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2" name="pt25862"/>
            <p:cNvSpPr/>
            <p:nvPr/>
          </p:nvSpPr>
          <p:spPr>
            <a:xfrm>
              <a:off x="7419965" y="2409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3" name="pt25863"/>
            <p:cNvSpPr/>
            <p:nvPr/>
          </p:nvSpPr>
          <p:spPr>
            <a:xfrm>
              <a:off x="7055767" y="2225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4" name="pt25864"/>
            <p:cNvSpPr/>
            <p:nvPr/>
          </p:nvSpPr>
          <p:spPr>
            <a:xfrm>
              <a:off x="7224449" y="2069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5" name="pt25865"/>
            <p:cNvSpPr/>
            <p:nvPr/>
          </p:nvSpPr>
          <p:spPr>
            <a:xfrm>
              <a:off x="7168487" y="1961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6" name="pt25866"/>
            <p:cNvSpPr/>
            <p:nvPr/>
          </p:nvSpPr>
          <p:spPr>
            <a:xfrm>
              <a:off x="7218895" y="2138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7" name="pt25867"/>
            <p:cNvSpPr/>
            <p:nvPr/>
          </p:nvSpPr>
          <p:spPr>
            <a:xfrm>
              <a:off x="7102130" y="2125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8" name="pt25868"/>
            <p:cNvSpPr/>
            <p:nvPr/>
          </p:nvSpPr>
          <p:spPr>
            <a:xfrm>
              <a:off x="6643130" y="1796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9" name="pt25869"/>
            <p:cNvSpPr/>
            <p:nvPr/>
          </p:nvSpPr>
          <p:spPr>
            <a:xfrm>
              <a:off x="7093315" y="2209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0" name="pt25870"/>
            <p:cNvSpPr/>
            <p:nvPr/>
          </p:nvSpPr>
          <p:spPr>
            <a:xfrm>
              <a:off x="7214623" y="2167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1" name="pt25871"/>
            <p:cNvSpPr/>
            <p:nvPr/>
          </p:nvSpPr>
          <p:spPr>
            <a:xfrm>
              <a:off x="7260096" y="2013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2" name="pt25872"/>
            <p:cNvSpPr/>
            <p:nvPr/>
          </p:nvSpPr>
          <p:spPr>
            <a:xfrm>
              <a:off x="7057953" y="2150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3" name="pt25873"/>
            <p:cNvSpPr/>
            <p:nvPr/>
          </p:nvSpPr>
          <p:spPr>
            <a:xfrm>
              <a:off x="7052439" y="2144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4" name="pt25874"/>
            <p:cNvSpPr/>
            <p:nvPr/>
          </p:nvSpPr>
          <p:spPr>
            <a:xfrm>
              <a:off x="7132386" y="2137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5" name="pt25875"/>
            <p:cNvSpPr/>
            <p:nvPr/>
          </p:nvSpPr>
          <p:spPr>
            <a:xfrm>
              <a:off x="7137376" y="2186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6" name="pt25876"/>
            <p:cNvSpPr/>
            <p:nvPr/>
          </p:nvSpPr>
          <p:spPr>
            <a:xfrm>
              <a:off x="7207008" y="2103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7" name="pt25877"/>
            <p:cNvSpPr/>
            <p:nvPr/>
          </p:nvSpPr>
          <p:spPr>
            <a:xfrm>
              <a:off x="7448838" y="2786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8" name="pt25878"/>
            <p:cNvSpPr/>
            <p:nvPr/>
          </p:nvSpPr>
          <p:spPr>
            <a:xfrm>
              <a:off x="7108749" y="2188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9" name="pt25879"/>
            <p:cNvSpPr/>
            <p:nvPr/>
          </p:nvSpPr>
          <p:spPr>
            <a:xfrm>
              <a:off x="7108857" y="2137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0" name="pt25880"/>
            <p:cNvSpPr/>
            <p:nvPr/>
          </p:nvSpPr>
          <p:spPr>
            <a:xfrm>
              <a:off x="7288178" y="1993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1" name="pt25881"/>
            <p:cNvSpPr/>
            <p:nvPr/>
          </p:nvSpPr>
          <p:spPr>
            <a:xfrm>
              <a:off x="7156401" y="237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2" name="pt25882"/>
            <p:cNvSpPr/>
            <p:nvPr/>
          </p:nvSpPr>
          <p:spPr>
            <a:xfrm>
              <a:off x="7151693" y="2216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3" name="pt25883"/>
            <p:cNvSpPr/>
            <p:nvPr/>
          </p:nvSpPr>
          <p:spPr>
            <a:xfrm>
              <a:off x="7080952" y="198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4" name="pt25884"/>
            <p:cNvSpPr/>
            <p:nvPr/>
          </p:nvSpPr>
          <p:spPr>
            <a:xfrm>
              <a:off x="7272217" y="2053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5" name="pt25885"/>
            <p:cNvSpPr/>
            <p:nvPr/>
          </p:nvSpPr>
          <p:spPr>
            <a:xfrm>
              <a:off x="7059096" y="1962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6" name="pt25886"/>
            <p:cNvSpPr/>
            <p:nvPr/>
          </p:nvSpPr>
          <p:spPr>
            <a:xfrm>
              <a:off x="7394780" y="2287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7" name="pt25887"/>
            <p:cNvSpPr/>
            <p:nvPr/>
          </p:nvSpPr>
          <p:spPr>
            <a:xfrm>
              <a:off x="7104156" y="213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8" name="pt25888"/>
            <p:cNvSpPr/>
            <p:nvPr/>
          </p:nvSpPr>
          <p:spPr>
            <a:xfrm>
              <a:off x="7159548" y="2202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9" name="pt25889"/>
            <p:cNvSpPr/>
            <p:nvPr/>
          </p:nvSpPr>
          <p:spPr>
            <a:xfrm>
              <a:off x="7016672" y="2046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0" name="pt25890"/>
            <p:cNvSpPr/>
            <p:nvPr/>
          </p:nvSpPr>
          <p:spPr>
            <a:xfrm>
              <a:off x="7118231" y="2208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1" name="pt25891"/>
            <p:cNvSpPr/>
            <p:nvPr/>
          </p:nvSpPr>
          <p:spPr>
            <a:xfrm>
              <a:off x="7119968" y="2107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2" name="pt25892"/>
            <p:cNvSpPr/>
            <p:nvPr/>
          </p:nvSpPr>
          <p:spPr>
            <a:xfrm>
              <a:off x="7018829" y="2001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3" name="pt25893"/>
            <p:cNvSpPr/>
            <p:nvPr/>
          </p:nvSpPr>
          <p:spPr>
            <a:xfrm>
              <a:off x="7293868" y="2001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4" name="pt25894"/>
            <p:cNvSpPr/>
            <p:nvPr/>
          </p:nvSpPr>
          <p:spPr>
            <a:xfrm>
              <a:off x="7078473" y="2157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5" name="pt25895"/>
            <p:cNvSpPr/>
            <p:nvPr/>
          </p:nvSpPr>
          <p:spPr>
            <a:xfrm>
              <a:off x="7164930" y="2008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6" name="pt25896"/>
            <p:cNvSpPr/>
            <p:nvPr/>
          </p:nvSpPr>
          <p:spPr>
            <a:xfrm>
              <a:off x="7247800" y="1916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7" name="pt25897"/>
            <p:cNvSpPr/>
            <p:nvPr/>
          </p:nvSpPr>
          <p:spPr>
            <a:xfrm>
              <a:off x="7068016" y="2215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8" name="pt25898"/>
            <p:cNvSpPr/>
            <p:nvPr/>
          </p:nvSpPr>
          <p:spPr>
            <a:xfrm>
              <a:off x="6968194" y="1872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9" name="pt25899"/>
            <p:cNvSpPr/>
            <p:nvPr/>
          </p:nvSpPr>
          <p:spPr>
            <a:xfrm>
              <a:off x="7213118" y="2174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0" name="pt25900"/>
            <p:cNvSpPr/>
            <p:nvPr/>
          </p:nvSpPr>
          <p:spPr>
            <a:xfrm>
              <a:off x="7032138" y="2001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1" name="pt25901"/>
            <p:cNvSpPr/>
            <p:nvPr/>
          </p:nvSpPr>
          <p:spPr>
            <a:xfrm>
              <a:off x="6985004" y="1908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2" name="pt25902"/>
            <p:cNvSpPr/>
            <p:nvPr/>
          </p:nvSpPr>
          <p:spPr>
            <a:xfrm>
              <a:off x="7176082" y="2078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3" name="pt25903"/>
            <p:cNvSpPr/>
            <p:nvPr/>
          </p:nvSpPr>
          <p:spPr>
            <a:xfrm>
              <a:off x="6865763" y="2332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4" name="pt25904"/>
            <p:cNvSpPr/>
            <p:nvPr/>
          </p:nvSpPr>
          <p:spPr>
            <a:xfrm>
              <a:off x="7158663" y="2225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5" name="pt25905"/>
            <p:cNvSpPr/>
            <p:nvPr/>
          </p:nvSpPr>
          <p:spPr>
            <a:xfrm>
              <a:off x="7303866" y="2017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6" name="pt25906"/>
            <p:cNvSpPr/>
            <p:nvPr/>
          </p:nvSpPr>
          <p:spPr>
            <a:xfrm>
              <a:off x="7018727" y="2029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7" name="pt25907"/>
            <p:cNvSpPr/>
            <p:nvPr/>
          </p:nvSpPr>
          <p:spPr>
            <a:xfrm>
              <a:off x="7161342" y="1921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8" name="pt25908"/>
            <p:cNvSpPr/>
            <p:nvPr/>
          </p:nvSpPr>
          <p:spPr>
            <a:xfrm>
              <a:off x="7161010" y="2004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9" name="pt25909"/>
            <p:cNvSpPr/>
            <p:nvPr/>
          </p:nvSpPr>
          <p:spPr>
            <a:xfrm>
              <a:off x="6950329" y="2196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0" name="pt25910"/>
            <p:cNvSpPr/>
            <p:nvPr/>
          </p:nvSpPr>
          <p:spPr>
            <a:xfrm>
              <a:off x="6920837" y="2220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1" name="pt25911"/>
            <p:cNvSpPr/>
            <p:nvPr/>
          </p:nvSpPr>
          <p:spPr>
            <a:xfrm>
              <a:off x="7272554" y="1833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2" name="pt25912"/>
            <p:cNvSpPr/>
            <p:nvPr/>
          </p:nvSpPr>
          <p:spPr>
            <a:xfrm>
              <a:off x="7540522" y="2140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3" name="pt25913"/>
            <p:cNvSpPr/>
            <p:nvPr/>
          </p:nvSpPr>
          <p:spPr>
            <a:xfrm>
              <a:off x="6982932" y="2050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4" name="pt25914"/>
            <p:cNvSpPr/>
            <p:nvPr/>
          </p:nvSpPr>
          <p:spPr>
            <a:xfrm>
              <a:off x="7157630" y="2080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5" name="pt25915"/>
            <p:cNvSpPr/>
            <p:nvPr/>
          </p:nvSpPr>
          <p:spPr>
            <a:xfrm>
              <a:off x="7335255" y="2033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6" name="pt25916"/>
            <p:cNvSpPr/>
            <p:nvPr/>
          </p:nvSpPr>
          <p:spPr>
            <a:xfrm>
              <a:off x="7292305" y="2023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7" name="pt25917"/>
            <p:cNvSpPr/>
            <p:nvPr/>
          </p:nvSpPr>
          <p:spPr>
            <a:xfrm>
              <a:off x="7239209" y="191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8" name="pt25918"/>
            <p:cNvSpPr/>
            <p:nvPr/>
          </p:nvSpPr>
          <p:spPr>
            <a:xfrm>
              <a:off x="6940063" y="1922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9" name="pt25919"/>
            <p:cNvSpPr/>
            <p:nvPr/>
          </p:nvSpPr>
          <p:spPr>
            <a:xfrm>
              <a:off x="7227171" y="2224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0" name="pt25920"/>
            <p:cNvSpPr/>
            <p:nvPr/>
          </p:nvSpPr>
          <p:spPr>
            <a:xfrm>
              <a:off x="7036362" y="2099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1" name="pt25921"/>
            <p:cNvSpPr/>
            <p:nvPr/>
          </p:nvSpPr>
          <p:spPr>
            <a:xfrm>
              <a:off x="7085313" y="2108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2" name="pt25922"/>
            <p:cNvSpPr/>
            <p:nvPr/>
          </p:nvSpPr>
          <p:spPr>
            <a:xfrm>
              <a:off x="6972023" y="1920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3" name="pt25923"/>
            <p:cNvSpPr/>
            <p:nvPr/>
          </p:nvSpPr>
          <p:spPr>
            <a:xfrm>
              <a:off x="7020723" y="2057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4" name="pt25924"/>
            <p:cNvSpPr/>
            <p:nvPr/>
          </p:nvSpPr>
          <p:spPr>
            <a:xfrm>
              <a:off x="7207490" y="2363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5" name="pt25925"/>
            <p:cNvSpPr/>
            <p:nvPr/>
          </p:nvSpPr>
          <p:spPr>
            <a:xfrm>
              <a:off x="7285704" y="2092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6" name="pt25926"/>
            <p:cNvSpPr/>
            <p:nvPr/>
          </p:nvSpPr>
          <p:spPr>
            <a:xfrm>
              <a:off x="6992126" y="2020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7" name="pt25927"/>
            <p:cNvSpPr/>
            <p:nvPr/>
          </p:nvSpPr>
          <p:spPr>
            <a:xfrm>
              <a:off x="7420971" y="2735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8" name="pt25928"/>
            <p:cNvSpPr/>
            <p:nvPr/>
          </p:nvSpPr>
          <p:spPr>
            <a:xfrm>
              <a:off x="7124364" y="2110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9" name="pt25929"/>
            <p:cNvSpPr/>
            <p:nvPr/>
          </p:nvSpPr>
          <p:spPr>
            <a:xfrm>
              <a:off x="7147998" y="2308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0" name="pt25930"/>
            <p:cNvSpPr/>
            <p:nvPr/>
          </p:nvSpPr>
          <p:spPr>
            <a:xfrm>
              <a:off x="6875931" y="2226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1" name="pt25931"/>
            <p:cNvSpPr/>
            <p:nvPr/>
          </p:nvSpPr>
          <p:spPr>
            <a:xfrm>
              <a:off x="7106487" y="2230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2" name="pt25932"/>
            <p:cNvSpPr/>
            <p:nvPr/>
          </p:nvSpPr>
          <p:spPr>
            <a:xfrm>
              <a:off x="7184995" y="2146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3" name="pt25933"/>
            <p:cNvSpPr/>
            <p:nvPr/>
          </p:nvSpPr>
          <p:spPr>
            <a:xfrm>
              <a:off x="7457967" y="2461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4" name="pt25934"/>
            <p:cNvSpPr/>
            <p:nvPr/>
          </p:nvSpPr>
          <p:spPr>
            <a:xfrm>
              <a:off x="7086643" y="2250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5" name="pt25935"/>
            <p:cNvSpPr/>
            <p:nvPr/>
          </p:nvSpPr>
          <p:spPr>
            <a:xfrm>
              <a:off x="6844450" y="2093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6" name="pt25936"/>
            <p:cNvSpPr/>
            <p:nvPr/>
          </p:nvSpPr>
          <p:spPr>
            <a:xfrm>
              <a:off x="7348559" y="2281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7" name="pt25937"/>
            <p:cNvSpPr/>
            <p:nvPr/>
          </p:nvSpPr>
          <p:spPr>
            <a:xfrm>
              <a:off x="7238583" y="1925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8" name="pt25938"/>
            <p:cNvSpPr/>
            <p:nvPr/>
          </p:nvSpPr>
          <p:spPr>
            <a:xfrm>
              <a:off x="7271306" y="1916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9" name="pt25939"/>
            <p:cNvSpPr/>
            <p:nvPr/>
          </p:nvSpPr>
          <p:spPr>
            <a:xfrm>
              <a:off x="7176909" y="1999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0" name="pt25940"/>
            <p:cNvSpPr/>
            <p:nvPr/>
          </p:nvSpPr>
          <p:spPr>
            <a:xfrm>
              <a:off x="7061254" y="1982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1" name="pt25941"/>
            <p:cNvSpPr/>
            <p:nvPr/>
          </p:nvSpPr>
          <p:spPr>
            <a:xfrm>
              <a:off x="7270489" y="2098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2" name="pt25942"/>
            <p:cNvSpPr/>
            <p:nvPr/>
          </p:nvSpPr>
          <p:spPr>
            <a:xfrm>
              <a:off x="6797493" y="2395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3" name="pt25943"/>
            <p:cNvSpPr/>
            <p:nvPr/>
          </p:nvSpPr>
          <p:spPr>
            <a:xfrm>
              <a:off x="6969019" y="191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4" name="pt25944"/>
            <p:cNvSpPr/>
            <p:nvPr/>
          </p:nvSpPr>
          <p:spPr>
            <a:xfrm>
              <a:off x="7189939" y="2064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5" name="pt25945"/>
            <p:cNvSpPr/>
            <p:nvPr/>
          </p:nvSpPr>
          <p:spPr>
            <a:xfrm>
              <a:off x="7036378" y="2328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6" name="pt25946"/>
            <p:cNvSpPr/>
            <p:nvPr/>
          </p:nvSpPr>
          <p:spPr>
            <a:xfrm>
              <a:off x="7189874" y="2100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7" name="pt25947"/>
            <p:cNvSpPr/>
            <p:nvPr/>
          </p:nvSpPr>
          <p:spPr>
            <a:xfrm>
              <a:off x="7189070" y="2058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8" name="pt25948"/>
            <p:cNvSpPr/>
            <p:nvPr/>
          </p:nvSpPr>
          <p:spPr>
            <a:xfrm>
              <a:off x="7272563" y="1967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9" name="pt25949"/>
            <p:cNvSpPr/>
            <p:nvPr/>
          </p:nvSpPr>
          <p:spPr>
            <a:xfrm>
              <a:off x="7139386" y="2181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0" name="pt25950"/>
            <p:cNvSpPr/>
            <p:nvPr/>
          </p:nvSpPr>
          <p:spPr>
            <a:xfrm>
              <a:off x="7315654" y="1945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1" name="pt25951"/>
            <p:cNvSpPr/>
            <p:nvPr/>
          </p:nvSpPr>
          <p:spPr>
            <a:xfrm>
              <a:off x="7166968" y="2061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2" name="pt25952"/>
            <p:cNvSpPr/>
            <p:nvPr/>
          </p:nvSpPr>
          <p:spPr>
            <a:xfrm>
              <a:off x="6975559" y="2004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3" name="pt25953"/>
            <p:cNvSpPr/>
            <p:nvPr/>
          </p:nvSpPr>
          <p:spPr>
            <a:xfrm>
              <a:off x="7643830" y="2376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4" name="pt25954"/>
            <p:cNvSpPr/>
            <p:nvPr/>
          </p:nvSpPr>
          <p:spPr>
            <a:xfrm>
              <a:off x="7086922" y="2245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5" name="pt25955"/>
            <p:cNvSpPr/>
            <p:nvPr/>
          </p:nvSpPr>
          <p:spPr>
            <a:xfrm>
              <a:off x="7301966" y="1946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6" name="pt25956"/>
            <p:cNvSpPr/>
            <p:nvPr/>
          </p:nvSpPr>
          <p:spPr>
            <a:xfrm>
              <a:off x="7134462" y="2087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7" name="pt25957"/>
            <p:cNvSpPr/>
            <p:nvPr/>
          </p:nvSpPr>
          <p:spPr>
            <a:xfrm>
              <a:off x="7109537" y="2166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8" name="pt25958"/>
            <p:cNvSpPr/>
            <p:nvPr/>
          </p:nvSpPr>
          <p:spPr>
            <a:xfrm>
              <a:off x="7281340" y="2128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9" name="pt25959"/>
            <p:cNvSpPr/>
            <p:nvPr/>
          </p:nvSpPr>
          <p:spPr>
            <a:xfrm>
              <a:off x="7198708" y="2182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0" name="pt25960"/>
            <p:cNvSpPr/>
            <p:nvPr/>
          </p:nvSpPr>
          <p:spPr>
            <a:xfrm>
              <a:off x="7265719" y="2054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1" name="pt25961"/>
            <p:cNvSpPr/>
            <p:nvPr/>
          </p:nvSpPr>
          <p:spPr>
            <a:xfrm>
              <a:off x="6988555" y="188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2" name="pt25962"/>
            <p:cNvSpPr/>
            <p:nvPr/>
          </p:nvSpPr>
          <p:spPr>
            <a:xfrm>
              <a:off x="7121393" y="2115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3" name="pt25963"/>
            <p:cNvSpPr/>
            <p:nvPr/>
          </p:nvSpPr>
          <p:spPr>
            <a:xfrm>
              <a:off x="7036973" y="2135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4" name="pt25964"/>
            <p:cNvSpPr/>
            <p:nvPr/>
          </p:nvSpPr>
          <p:spPr>
            <a:xfrm>
              <a:off x="7147603" y="234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5" name="pt25965"/>
            <p:cNvSpPr/>
            <p:nvPr/>
          </p:nvSpPr>
          <p:spPr>
            <a:xfrm>
              <a:off x="7162290" y="2066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6" name="pt25966"/>
            <p:cNvSpPr/>
            <p:nvPr/>
          </p:nvSpPr>
          <p:spPr>
            <a:xfrm>
              <a:off x="7121011" y="211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7" name="pt25967"/>
            <p:cNvSpPr/>
            <p:nvPr/>
          </p:nvSpPr>
          <p:spPr>
            <a:xfrm>
              <a:off x="7098734" y="2278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8" name="pt25968"/>
            <p:cNvSpPr/>
            <p:nvPr/>
          </p:nvSpPr>
          <p:spPr>
            <a:xfrm>
              <a:off x="6944816" y="2032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9" name="pt25969"/>
            <p:cNvSpPr/>
            <p:nvPr/>
          </p:nvSpPr>
          <p:spPr>
            <a:xfrm>
              <a:off x="7304050" y="2041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0" name="pt25970"/>
            <p:cNvSpPr/>
            <p:nvPr/>
          </p:nvSpPr>
          <p:spPr>
            <a:xfrm>
              <a:off x="7028545" y="1960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1" name="pt25971"/>
            <p:cNvSpPr/>
            <p:nvPr/>
          </p:nvSpPr>
          <p:spPr>
            <a:xfrm>
              <a:off x="6939946" y="2201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2" name="pt25972"/>
            <p:cNvSpPr/>
            <p:nvPr/>
          </p:nvSpPr>
          <p:spPr>
            <a:xfrm>
              <a:off x="6955362" y="2177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3" name="pt25973"/>
            <p:cNvSpPr/>
            <p:nvPr/>
          </p:nvSpPr>
          <p:spPr>
            <a:xfrm>
              <a:off x="7197269" y="1988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4" name="pt25974"/>
            <p:cNvSpPr/>
            <p:nvPr/>
          </p:nvSpPr>
          <p:spPr>
            <a:xfrm>
              <a:off x="7560450" y="2033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5" name="pt25975"/>
            <p:cNvSpPr/>
            <p:nvPr/>
          </p:nvSpPr>
          <p:spPr>
            <a:xfrm>
              <a:off x="7282824" y="1868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6" name="pt25976"/>
            <p:cNvSpPr/>
            <p:nvPr/>
          </p:nvSpPr>
          <p:spPr>
            <a:xfrm>
              <a:off x="7129706" y="2137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7" name="pt25977"/>
            <p:cNvSpPr/>
            <p:nvPr/>
          </p:nvSpPr>
          <p:spPr>
            <a:xfrm>
              <a:off x="7062886" y="1840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8" name="pt25978"/>
            <p:cNvSpPr/>
            <p:nvPr/>
          </p:nvSpPr>
          <p:spPr>
            <a:xfrm>
              <a:off x="7000889" y="2012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9" name="pt25979"/>
            <p:cNvSpPr/>
            <p:nvPr/>
          </p:nvSpPr>
          <p:spPr>
            <a:xfrm>
              <a:off x="7055768" y="2259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0" name="pt25980"/>
            <p:cNvSpPr/>
            <p:nvPr/>
          </p:nvSpPr>
          <p:spPr>
            <a:xfrm>
              <a:off x="7077886" y="2131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1" name="pt25981"/>
            <p:cNvSpPr/>
            <p:nvPr/>
          </p:nvSpPr>
          <p:spPr>
            <a:xfrm>
              <a:off x="7240953" y="1652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2" name="pt25982"/>
            <p:cNvSpPr/>
            <p:nvPr/>
          </p:nvSpPr>
          <p:spPr>
            <a:xfrm>
              <a:off x="7180164" y="2103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3" name="pt25983"/>
            <p:cNvSpPr/>
            <p:nvPr/>
          </p:nvSpPr>
          <p:spPr>
            <a:xfrm>
              <a:off x="7162534" y="2081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4" name="pt25984"/>
            <p:cNvSpPr/>
            <p:nvPr/>
          </p:nvSpPr>
          <p:spPr>
            <a:xfrm>
              <a:off x="6945538" y="2158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5" name="pt25985"/>
            <p:cNvSpPr/>
            <p:nvPr/>
          </p:nvSpPr>
          <p:spPr>
            <a:xfrm>
              <a:off x="7159949" y="203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6" name="pt25986"/>
            <p:cNvSpPr/>
            <p:nvPr/>
          </p:nvSpPr>
          <p:spPr>
            <a:xfrm>
              <a:off x="7361865" y="2371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7" name="pt25987"/>
            <p:cNvSpPr/>
            <p:nvPr/>
          </p:nvSpPr>
          <p:spPr>
            <a:xfrm>
              <a:off x="7244444" y="2163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8" name="pt25988"/>
            <p:cNvSpPr/>
            <p:nvPr/>
          </p:nvSpPr>
          <p:spPr>
            <a:xfrm>
              <a:off x="7324233" y="2064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9" name="pt25989"/>
            <p:cNvSpPr/>
            <p:nvPr/>
          </p:nvSpPr>
          <p:spPr>
            <a:xfrm>
              <a:off x="7184542" y="2158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0" name="pt25990"/>
            <p:cNvSpPr/>
            <p:nvPr/>
          </p:nvSpPr>
          <p:spPr>
            <a:xfrm>
              <a:off x="7130038" y="2038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1" name="pt25991"/>
            <p:cNvSpPr/>
            <p:nvPr/>
          </p:nvSpPr>
          <p:spPr>
            <a:xfrm>
              <a:off x="7106531" y="2028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2" name="pt25992"/>
            <p:cNvSpPr/>
            <p:nvPr/>
          </p:nvSpPr>
          <p:spPr>
            <a:xfrm>
              <a:off x="7001263" y="2054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3" name="pt25993"/>
            <p:cNvSpPr/>
            <p:nvPr/>
          </p:nvSpPr>
          <p:spPr>
            <a:xfrm>
              <a:off x="7164847" y="2094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4" name="pt25994"/>
            <p:cNvSpPr/>
            <p:nvPr/>
          </p:nvSpPr>
          <p:spPr>
            <a:xfrm>
              <a:off x="7275907" y="2155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5" name="pt25995"/>
            <p:cNvSpPr/>
            <p:nvPr/>
          </p:nvSpPr>
          <p:spPr>
            <a:xfrm>
              <a:off x="7081241" y="2027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6" name="pt25996"/>
            <p:cNvSpPr/>
            <p:nvPr/>
          </p:nvSpPr>
          <p:spPr>
            <a:xfrm>
              <a:off x="7131819" y="2113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7" name="pt25997"/>
            <p:cNvSpPr/>
            <p:nvPr/>
          </p:nvSpPr>
          <p:spPr>
            <a:xfrm>
              <a:off x="7117279" y="2167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8" name="pt25998"/>
            <p:cNvSpPr/>
            <p:nvPr/>
          </p:nvSpPr>
          <p:spPr>
            <a:xfrm>
              <a:off x="7069224" y="2176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9" name="pt25999"/>
            <p:cNvSpPr/>
            <p:nvPr/>
          </p:nvSpPr>
          <p:spPr>
            <a:xfrm>
              <a:off x="7569376" y="2084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0" name="pt26000"/>
            <p:cNvSpPr/>
            <p:nvPr/>
          </p:nvSpPr>
          <p:spPr>
            <a:xfrm>
              <a:off x="7239563" y="1859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1" name="pt26001"/>
            <p:cNvSpPr/>
            <p:nvPr/>
          </p:nvSpPr>
          <p:spPr>
            <a:xfrm>
              <a:off x="7330944" y="2003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2" name="pt26002"/>
            <p:cNvSpPr/>
            <p:nvPr/>
          </p:nvSpPr>
          <p:spPr>
            <a:xfrm>
              <a:off x="7083840" y="2119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3" name="pt26003"/>
            <p:cNvSpPr/>
            <p:nvPr/>
          </p:nvSpPr>
          <p:spPr>
            <a:xfrm>
              <a:off x="7080075" y="2103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4" name="pt26004"/>
            <p:cNvSpPr/>
            <p:nvPr/>
          </p:nvSpPr>
          <p:spPr>
            <a:xfrm>
              <a:off x="7217874" y="2197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5" name="pt26005"/>
            <p:cNvSpPr/>
            <p:nvPr/>
          </p:nvSpPr>
          <p:spPr>
            <a:xfrm>
              <a:off x="7005218" y="1983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6" name="pt26006"/>
            <p:cNvSpPr/>
            <p:nvPr/>
          </p:nvSpPr>
          <p:spPr>
            <a:xfrm>
              <a:off x="7174137" y="2033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7" name="pt26007"/>
            <p:cNvSpPr/>
            <p:nvPr/>
          </p:nvSpPr>
          <p:spPr>
            <a:xfrm>
              <a:off x="7306294" y="203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8" name="pt26008"/>
            <p:cNvSpPr/>
            <p:nvPr/>
          </p:nvSpPr>
          <p:spPr>
            <a:xfrm>
              <a:off x="7191239" y="2058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9" name="pt26009"/>
            <p:cNvSpPr/>
            <p:nvPr/>
          </p:nvSpPr>
          <p:spPr>
            <a:xfrm>
              <a:off x="7213432" y="2222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0" name="pt26010"/>
            <p:cNvSpPr/>
            <p:nvPr/>
          </p:nvSpPr>
          <p:spPr>
            <a:xfrm>
              <a:off x="7118750" y="2120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1" name="pt26011"/>
            <p:cNvSpPr/>
            <p:nvPr/>
          </p:nvSpPr>
          <p:spPr>
            <a:xfrm>
              <a:off x="6913166" y="2254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2" name="pt26012"/>
            <p:cNvSpPr/>
            <p:nvPr/>
          </p:nvSpPr>
          <p:spPr>
            <a:xfrm>
              <a:off x="7124780" y="2146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3" name="pt26013"/>
            <p:cNvSpPr/>
            <p:nvPr/>
          </p:nvSpPr>
          <p:spPr>
            <a:xfrm>
              <a:off x="7267309" y="2057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4" name="pt26014"/>
            <p:cNvSpPr/>
            <p:nvPr/>
          </p:nvSpPr>
          <p:spPr>
            <a:xfrm>
              <a:off x="7448564" y="2675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5" name="pt26015"/>
            <p:cNvSpPr/>
            <p:nvPr/>
          </p:nvSpPr>
          <p:spPr>
            <a:xfrm>
              <a:off x="6790458" y="263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6" name="pt26016"/>
            <p:cNvSpPr/>
            <p:nvPr/>
          </p:nvSpPr>
          <p:spPr>
            <a:xfrm>
              <a:off x="7262974" y="2085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7" name="pt26017"/>
            <p:cNvSpPr/>
            <p:nvPr/>
          </p:nvSpPr>
          <p:spPr>
            <a:xfrm>
              <a:off x="7140412" y="2295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8" name="pt26018"/>
            <p:cNvSpPr/>
            <p:nvPr/>
          </p:nvSpPr>
          <p:spPr>
            <a:xfrm>
              <a:off x="7525097" y="1988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9" name="pt26019"/>
            <p:cNvSpPr/>
            <p:nvPr/>
          </p:nvSpPr>
          <p:spPr>
            <a:xfrm>
              <a:off x="7036519" y="2177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0" name="pt26020"/>
            <p:cNvSpPr/>
            <p:nvPr/>
          </p:nvSpPr>
          <p:spPr>
            <a:xfrm>
              <a:off x="7076319" y="2264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1" name="pt26021"/>
            <p:cNvSpPr/>
            <p:nvPr/>
          </p:nvSpPr>
          <p:spPr>
            <a:xfrm>
              <a:off x="7015450" y="1833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2" name="pt26022"/>
            <p:cNvSpPr/>
            <p:nvPr/>
          </p:nvSpPr>
          <p:spPr>
            <a:xfrm>
              <a:off x="7116205" y="2233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3" name="pt26023"/>
            <p:cNvSpPr/>
            <p:nvPr/>
          </p:nvSpPr>
          <p:spPr>
            <a:xfrm>
              <a:off x="6966065" y="2009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4" name="pt26024"/>
            <p:cNvSpPr/>
            <p:nvPr/>
          </p:nvSpPr>
          <p:spPr>
            <a:xfrm>
              <a:off x="7288081" y="1827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5" name="pt26025"/>
            <p:cNvSpPr/>
            <p:nvPr/>
          </p:nvSpPr>
          <p:spPr>
            <a:xfrm>
              <a:off x="7533061" y="2498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6" name="pt26026"/>
            <p:cNvSpPr/>
            <p:nvPr/>
          </p:nvSpPr>
          <p:spPr>
            <a:xfrm>
              <a:off x="7079863" y="1989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7" name="pt26027"/>
            <p:cNvSpPr/>
            <p:nvPr/>
          </p:nvSpPr>
          <p:spPr>
            <a:xfrm>
              <a:off x="6912591" y="2247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8" name="pt26028"/>
            <p:cNvSpPr/>
            <p:nvPr/>
          </p:nvSpPr>
          <p:spPr>
            <a:xfrm>
              <a:off x="7117465" y="2202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9" name="pt26029"/>
            <p:cNvSpPr/>
            <p:nvPr/>
          </p:nvSpPr>
          <p:spPr>
            <a:xfrm>
              <a:off x="7279429" y="2107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0" name="pt26030"/>
            <p:cNvSpPr/>
            <p:nvPr/>
          </p:nvSpPr>
          <p:spPr>
            <a:xfrm>
              <a:off x="7080703" y="2139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1" name="pt26031"/>
            <p:cNvSpPr/>
            <p:nvPr/>
          </p:nvSpPr>
          <p:spPr>
            <a:xfrm>
              <a:off x="6925077" y="2168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2" name="pt26032"/>
            <p:cNvSpPr/>
            <p:nvPr/>
          </p:nvSpPr>
          <p:spPr>
            <a:xfrm>
              <a:off x="7154566" y="2283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3" name="pt26033"/>
            <p:cNvSpPr/>
            <p:nvPr/>
          </p:nvSpPr>
          <p:spPr>
            <a:xfrm>
              <a:off x="7139949" y="2143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4" name="pt26034"/>
            <p:cNvSpPr/>
            <p:nvPr/>
          </p:nvSpPr>
          <p:spPr>
            <a:xfrm>
              <a:off x="7474832" y="2472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5" name="pt26035"/>
            <p:cNvSpPr/>
            <p:nvPr/>
          </p:nvSpPr>
          <p:spPr>
            <a:xfrm>
              <a:off x="7132911" y="2085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6" name="pt26036"/>
            <p:cNvSpPr/>
            <p:nvPr/>
          </p:nvSpPr>
          <p:spPr>
            <a:xfrm>
              <a:off x="7066380" y="2073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7" name="pt26037"/>
            <p:cNvSpPr/>
            <p:nvPr/>
          </p:nvSpPr>
          <p:spPr>
            <a:xfrm>
              <a:off x="7441928" y="2949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8" name="pt26038"/>
            <p:cNvSpPr/>
            <p:nvPr/>
          </p:nvSpPr>
          <p:spPr>
            <a:xfrm>
              <a:off x="7400802" y="2567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9" name="pt26039"/>
            <p:cNvSpPr/>
            <p:nvPr/>
          </p:nvSpPr>
          <p:spPr>
            <a:xfrm>
              <a:off x="7211532" y="2367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0" name="pt26040"/>
            <p:cNvSpPr/>
            <p:nvPr/>
          </p:nvSpPr>
          <p:spPr>
            <a:xfrm>
              <a:off x="7127179" y="2142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1" name="pt26041"/>
            <p:cNvSpPr/>
            <p:nvPr/>
          </p:nvSpPr>
          <p:spPr>
            <a:xfrm>
              <a:off x="7111325" y="2064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2" name="pt26042"/>
            <p:cNvSpPr/>
            <p:nvPr/>
          </p:nvSpPr>
          <p:spPr>
            <a:xfrm>
              <a:off x="7102829" y="2191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3" name="pt26043"/>
            <p:cNvSpPr/>
            <p:nvPr/>
          </p:nvSpPr>
          <p:spPr>
            <a:xfrm>
              <a:off x="7115338" y="2131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4" name="pt26044"/>
            <p:cNvSpPr/>
            <p:nvPr/>
          </p:nvSpPr>
          <p:spPr>
            <a:xfrm>
              <a:off x="7025440" y="2011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5" name="pt26045"/>
            <p:cNvSpPr/>
            <p:nvPr/>
          </p:nvSpPr>
          <p:spPr>
            <a:xfrm>
              <a:off x="7008117" y="2022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6" name="pt26046"/>
            <p:cNvSpPr/>
            <p:nvPr/>
          </p:nvSpPr>
          <p:spPr>
            <a:xfrm>
              <a:off x="7225462" y="2014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7" name="pt26047"/>
            <p:cNvSpPr/>
            <p:nvPr/>
          </p:nvSpPr>
          <p:spPr>
            <a:xfrm>
              <a:off x="7156865" y="2125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8" name="pt26048"/>
            <p:cNvSpPr/>
            <p:nvPr/>
          </p:nvSpPr>
          <p:spPr>
            <a:xfrm>
              <a:off x="7402806" y="2546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9" name="pt26049"/>
            <p:cNvSpPr/>
            <p:nvPr/>
          </p:nvSpPr>
          <p:spPr>
            <a:xfrm>
              <a:off x="6958774" y="2028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0" name="pt26050"/>
            <p:cNvSpPr/>
            <p:nvPr/>
          </p:nvSpPr>
          <p:spPr>
            <a:xfrm>
              <a:off x="7222575" y="206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1" name="pt26051"/>
            <p:cNvSpPr/>
            <p:nvPr/>
          </p:nvSpPr>
          <p:spPr>
            <a:xfrm>
              <a:off x="7060030" y="2107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2" name="pt26052"/>
            <p:cNvSpPr/>
            <p:nvPr/>
          </p:nvSpPr>
          <p:spPr>
            <a:xfrm>
              <a:off x="7299803" y="199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3" name="pt26053"/>
            <p:cNvSpPr/>
            <p:nvPr/>
          </p:nvSpPr>
          <p:spPr>
            <a:xfrm>
              <a:off x="7179039" y="2074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4" name="pt26054"/>
            <p:cNvSpPr/>
            <p:nvPr/>
          </p:nvSpPr>
          <p:spPr>
            <a:xfrm>
              <a:off x="7333693" y="1985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5" name="pt26055"/>
            <p:cNvSpPr/>
            <p:nvPr/>
          </p:nvSpPr>
          <p:spPr>
            <a:xfrm>
              <a:off x="7219981" y="2218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6" name="pt26056"/>
            <p:cNvSpPr/>
            <p:nvPr/>
          </p:nvSpPr>
          <p:spPr>
            <a:xfrm>
              <a:off x="7145952" y="2174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7" name="pt26057"/>
            <p:cNvSpPr/>
            <p:nvPr/>
          </p:nvSpPr>
          <p:spPr>
            <a:xfrm>
              <a:off x="7083975" y="2058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8" name="pt26058"/>
            <p:cNvSpPr/>
            <p:nvPr/>
          </p:nvSpPr>
          <p:spPr>
            <a:xfrm>
              <a:off x="6966059" y="2021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9" name="pt26059"/>
            <p:cNvSpPr/>
            <p:nvPr/>
          </p:nvSpPr>
          <p:spPr>
            <a:xfrm>
              <a:off x="7058940" y="2048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0" name="pt26060"/>
            <p:cNvSpPr/>
            <p:nvPr/>
          </p:nvSpPr>
          <p:spPr>
            <a:xfrm>
              <a:off x="7083281" y="2110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1" name="pt26061"/>
            <p:cNvSpPr/>
            <p:nvPr/>
          </p:nvSpPr>
          <p:spPr>
            <a:xfrm>
              <a:off x="7365498" y="2450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2" name="pt26062"/>
            <p:cNvSpPr/>
            <p:nvPr/>
          </p:nvSpPr>
          <p:spPr>
            <a:xfrm>
              <a:off x="6963164" y="2018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3" name="pt26063"/>
            <p:cNvSpPr/>
            <p:nvPr/>
          </p:nvSpPr>
          <p:spPr>
            <a:xfrm>
              <a:off x="7005892" y="1968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4" name="pt26064"/>
            <p:cNvSpPr/>
            <p:nvPr/>
          </p:nvSpPr>
          <p:spPr>
            <a:xfrm>
              <a:off x="7382796" y="1971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5" name="pt26065"/>
            <p:cNvSpPr/>
            <p:nvPr/>
          </p:nvSpPr>
          <p:spPr>
            <a:xfrm>
              <a:off x="7058411" y="2074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6" name="pt26066"/>
            <p:cNvSpPr/>
            <p:nvPr/>
          </p:nvSpPr>
          <p:spPr>
            <a:xfrm>
              <a:off x="7004682" y="1988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7" name="pt26067"/>
            <p:cNvSpPr/>
            <p:nvPr/>
          </p:nvSpPr>
          <p:spPr>
            <a:xfrm>
              <a:off x="7287839" y="1840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8" name="pt26068"/>
            <p:cNvSpPr/>
            <p:nvPr/>
          </p:nvSpPr>
          <p:spPr>
            <a:xfrm>
              <a:off x="7031869" y="1779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9" name="pt26069"/>
            <p:cNvSpPr/>
            <p:nvPr/>
          </p:nvSpPr>
          <p:spPr>
            <a:xfrm>
              <a:off x="7120497" y="2124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0" name="pt26070"/>
            <p:cNvSpPr/>
            <p:nvPr/>
          </p:nvSpPr>
          <p:spPr>
            <a:xfrm>
              <a:off x="7278067" y="1860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1" name="pt26071"/>
            <p:cNvSpPr/>
            <p:nvPr/>
          </p:nvSpPr>
          <p:spPr>
            <a:xfrm>
              <a:off x="7361674" y="2434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2" name="pt26072"/>
            <p:cNvSpPr/>
            <p:nvPr/>
          </p:nvSpPr>
          <p:spPr>
            <a:xfrm>
              <a:off x="7032954" y="186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3" name="pt26073"/>
            <p:cNvSpPr/>
            <p:nvPr/>
          </p:nvSpPr>
          <p:spPr>
            <a:xfrm>
              <a:off x="7085186" y="215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4" name="pt26074"/>
            <p:cNvSpPr/>
            <p:nvPr/>
          </p:nvSpPr>
          <p:spPr>
            <a:xfrm>
              <a:off x="6978508" y="2034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5" name="pt26075"/>
            <p:cNvSpPr/>
            <p:nvPr/>
          </p:nvSpPr>
          <p:spPr>
            <a:xfrm>
              <a:off x="6544497" y="1952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6" name="pt26076"/>
            <p:cNvSpPr/>
            <p:nvPr/>
          </p:nvSpPr>
          <p:spPr>
            <a:xfrm>
              <a:off x="7416299" y="2693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7" name="pt26077"/>
            <p:cNvSpPr/>
            <p:nvPr/>
          </p:nvSpPr>
          <p:spPr>
            <a:xfrm>
              <a:off x="7167301" y="2058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8" name="pt26078"/>
            <p:cNvSpPr/>
            <p:nvPr/>
          </p:nvSpPr>
          <p:spPr>
            <a:xfrm>
              <a:off x="6837333" y="2056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9" name="pt26079"/>
            <p:cNvSpPr/>
            <p:nvPr/>
          </p:nvSpPr>
          <p:spPr>
            <a:xfrm>
              <a:off x="7192141" y="2001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0" name="pt26080"/>
            <p:cNvSpPr/>
            <p:nvPr/>
          </p:nvSpPr>
          <p:spPr>
            <a:xfrm>
              <a:off x="7193171" y="2004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1" name="pt26081"/>
            <p:cNvSpPr/>
            <p:nvPr/>
          </p:nvSpPr>
          <p:spPr>
            <a:xfrm>
              <a:off x="7430379" y="2351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2" name="pt26082"/>
            <p:cNvSpPr/>
            <p:nvPr/>
          </p:nvSpPr>
          <p:spPr>
            <a:xfrm>
              <a:off x="7178206" y="2059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3" name="pt26083"/>
            <p:cNvSpPr/>
            <p:nvPr/>
          </p:nvSpPr>
          <p:spPr>
            <a:xfrm>
              <a:off x="7140690" y="2194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4" name="pt26084"/>
            <p:cNvSpPr/>
            <p:nvPr/>
          </p:nvSpPr>
          <p:spPr>
            <a:xfrm>
              <a:off x="7332372" y="1888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5" name="pt26085"/>
            <p:cNvSpPr/>
            <p:nvPr/>
          </p:nvSpPr>
          <p:spPr>
            <a:xfrm>
              <a:off x="7032724" y="2011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6" name="pt26086"/>
            <p:cNvSpPr/>
            <p:nvPr/>
          </p:nvSpPr>
          <p:spPr>
            <a:xfrm>
              <a:off x="7001302" y="1894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7" name="pt26087"/>
            <p:cNvSpPr/>
            <p:nvPr/>
          </p:nvSpPr>
          <p:spPr>
            <a:xfrm>
              <a:off x="7286607" y="1965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8" name="pt26088"/>
            <p:cNvSpPr/>
            <p:nvPr/>
          </p:nvSpPr>
          <p:spPr>
            <a:xfrm>
              <a:off x="7180070" y="2074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9" name="pt26089"/>
            <p:cNvSpPr/>
            <p:nvPr/>
          </p:nvSpPr>
          <p:spPr>
            <a:xfrm>
              <a:off x="7177161" y="2059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0" name="pt26090"/>
            <p:cNvSpPr/>
            <p:nvPr/>
          </p:nvSpPr>
          <p:spPr>
            <a:xfrm>
              <a:off x="7244831" y="2206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1" name="pt26091"/>
            <p:cNvSpPr/>
            <p:nvPr/>
          </p:nvSpPr>
          <p:spPr>
            <a:xfrm>
              <a:off x="6947534" y="2214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2" name="pt26092"/>
            <p:cNvSpPr/>
            <p:nvPr/>
          </p:nvSpPr>
          <p:spPr>
            <a:xfrm>
              <a:off x="6646724" y="1882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3" name="pt26093"/>
            <p:cNvSpPr/>
            <p:nvPr/>
          </p:nvSpPr>
          <p:spPr>
            <a:xfrm>
              <a:off x="7385843" y="1647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4" name="pt26094"/>
            <p:cNvSpPr/>
            <p:nvPr/>
          </p:nvSpPr>
          <p:spPr>
            <a:xfrm>
              <a:off x="7306870" y="1943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5" name="pt26095"/>
            <p:cNvSpPr/>
            <p:nvPr/>
          </p:nvSpPr>
          <p:spPr>
            <a:xfrm>
              <a:off x="7151927" y="2314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6" name="pt26096"/>
            <p:cNvSpPr/>
            <p:nvPr/>
          </p:nvSpPr>
          <p:spPr>
            <a:xfrm>
              <a:off x="7388218" y="2244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7" name="pt26097"/>
            <p:cNvSpPr/>
            <p:nvPr/>
          </p:nvSpPr>
          <p:spPr>
            <a:xfrm>
              <a:off x="6876082" y="2095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8" name="pt26098"/>
            <p:cNvSpPr/>
            <p:nvPr/>
          </p:nvSpPr>
          <p:spPr>
            <a:xfrm>
              <a:off x="6998327" y="2065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9" name="pt26099"/>
            <p:cNvSpPr/>
            <p:nvPr/>
          </p:nvSpPr>
          <p:spPr>
            <a:xfrm>
              <a:off x="7089600" y="2160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0" name="pt26100"/>
            <p:cNvSpPr/>
            <p:nvPr/>
          </p:nvSpPr>
          <p:spPr>
            <a:xfrm>
              <a:off x="7504013" y="2332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1" name="pt26101"/>
            <p:cNvSpPr/>
            <p:nvPr/>
          </p:nvSpPr>
          <p:spPr>
            <a:xfrm>
              <a:off x="7294367" y="2050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2" name="pt26102"/>
            <p:cNvSpPr/>
            <p:nvPr/>
          </p:nvSpPr>
          <p:spPr>
            <a:xfrm>
              <a:off x="7009204" y="2010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3" name="pt26103"/>
            <p:cNvSpPr/>
            <p:nvPr/>
          </p:nvSpPr>
          <p:spPr>
            <a:xfrm>
              <a:off x="7251049" y="2107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4" name="pt26104"/>
            <p:cNvSpPr/>
            <p:nvPr/>
          </p:nvSpPr>
          <p:spPr>
            <a:xfrm>
              <a:off x="7185779" y="2108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5" name="pt26105"/>
            <p:cNvSpPr/>
            <p:nvPr/>
          </p:nvSpPr>
          <p:spPr>
            <a:xfrm>
              <a:off x="6985337" y="1887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6" name="pt26106"/>
            <p:cNvSpPr/>
            <p:nvPr/>
          </p:nvSpPr>
          <p:spPr>
            <a:xfrm>
              <a:off x="7271704" y="2094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7" name="pt26107"/>
            <p:cNvSpPr/>
            <p:nvPr/>
          </p:nvSpPr>
          <p:spPr>
            <a:xfrm>
              <a:off x="6989009" y="1902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8" name="pt26108"/>
            <p:cNvSpPr/>
            <p:nvPr/>
          </p:nvSpPr>
          <p:spPr>
            <a:xfrm>
              <a:off x="7218280" y="2305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9" name="pt26109"/>
            <p:cNvSpPr/>
            <p:nvPr/>
          </p:nvSpPr>
          <p:spPr>
            <a:xfrm>
              <a:off x="7148788" y="2289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0" name="pt26110"/>
            <p:cNvSpPr/>
            <p:nvPr/>
          </p:nvSpPr>
          <p:spPr>
            <a:xfrm>
              <a:off x="7114957" y="1990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1" name="pt26111"/>
            <p:cNvSpPr/>
            <p:nvPr/>
          </p:nvSpPr>
          <p:spPr>
            <a:xfrm>
              <a:off x="7044445" y="2177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2" name="pt26112"/>
            <p:cNvSpPr/>
            <p:nvPr/>
          </p:nvSpPr>
          <p:spPr>
            <a:xfrm>
              <a:off x="7174814" y="1967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3" name="pt26113"/>
            <p:cNvSpPr/>
            <p:nvPr/>
          </p:nvSpPr>
          <p:spPr>
            <a:xfrm>
              <a:off x="6976658" y="2088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4" name="pt26114"/>
            <p:cNvSpPr/>
            <p:nvPr/>
          </p:nvSpPr>
          <p:spPr>
            <a:xfrm>
              <a:off x="7333254" y="1947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5" name="pt26115"/>
            <p:cNvSpPr/>
            <p:nvPr/>
          </p:nvSpPr>
          <p:spPr>
            <a:xfrm>
              <a:off x="7052820" y="2311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6" name="pt26116"/>
            <p:cNvSpPr/>
            <p:nvPr/>
          </p:nvSpPr>
          <p:spPr>
            <a:xfrm>
              <a:off x="7180165" y="2124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7" name="pt26117"/>
            <p:cNvSpPr/>
            <p:nvPr/>
          </p:nvSpPr>
          <p:spPr>
            <a:xfrm>
              <a:off x="7241736" y="1661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8" name="pt26118"/>
            <p:cNvSpPr/>
            <p:nvPr/>
          </p:nvSpPr>
          <p:spPr>
            <a:xfrm>
              <a:off x="6609265" y="1960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9" name="pt26119"/>
            <p:cNvSpPr/>
            <p:nvPr/>
          </p:nvSpPr>
          <p:spPr>
            <a:xfrm>
              <a:off x="7233675" y="2070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0" name="pt26120"/>
            <p:cNvSpPr/>
            <p:nvPr/>
          </p:nvSpPr>
          <p:spPr>
            <a:xfrm>
              <a:off x="7282081" y="2058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1" name="pt26121"/>
            <p:cNvSpPr/>
            <p:nvPr/>
          </p:nvSpPr>
          <p:spPr>
            <a:xfrm>
              <a:off x="7365337" y="2576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2" name="pt26122"/>
            <p:cNvSpPr/>
            <p:nvPr/>
          </p:nvSpPr>
          <p:spPr>
            <a:xfrm>
              <a:off x="7179843" y="2104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3" name="pt26123"/>
            <p:cNvSpPr/>
            <p:nvPr/>
          </p:nvSpPr>
          <p:spPr>
            <a:xfrm>
              <a:off x="7017867" y="1991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4" name="pt26124"/>
            <p:cNvSpPr/>
            <p:nvPr/>
          </p:nvSpPr>
          <p:spPr>
            <a:xfrm>
              <a:off x="7114777" y="2043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5" name="pt26125"/>
            <p:cNvSpPr/>
            <p:nvPr/>
          </p:nvSpPr>
          <p:spPr>
            <a:xfrm>
              <a:off x="7060655" y="2080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6" name="pt26126"/>
            <p:cNvSpPr/>
            <p:nvPr/>
          </p:nvSpPr>
          <p:spPr>
            <a:xfrm>
              <a:off x="7224802" y="2215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7" name="pt26127"/>
            <p:cNvSpPr/>
            <p:nvPr/>
          </p:nvSpPr>
          <p:spPr>
            <a:xfrm>
              <a:off x="7235740" y="2109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8" name="pt26128"/>
            <p:cNvSpPr/>
            <p:nvPr/>
          </p:nvSpPr>
          <p:spPr>
            <a:xfrm>
              <a:off x="7087282" y="2185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9" name="pt26129"/>
            <p:cNvSpPr/>
            <p:nvPr/>
          </p:nvSpPr>
          <p:spPr>
            <a:xfrm>
              <a:off x="7117520" y="2161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0" name="pt26130"/>
            <p:cNvSpPr/>
            <p:nvPr/>
          </p:nvSpPr>
          <p:spPr>
            <a:xfrm>
              <a:off x="6757750" y="1926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1" name="pt26131"/>
            <p:cNvSpPr/>
            <p:nvPr/>
          </p:nvSpPr>
          <p:spPr>
            <a:xfrm>
              <a:off x="7299536" y="2002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2" name="pt26132"/>
            <p:cNvSpPr/>
            <p:nvPr/>
          </p:nvSpPr>
          <p:spPr>
            <a:xfrm>
              <a:off x="7647405" y="2420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3" name="pt26133"/>
            <p:cNvSpPr/>
            <p:nvPr/>
          </p:nvSpPr>
          <p:spPr>
            <a:xfrm>
              <a:off x="6998207" y="214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4" name="pt26134"/>
            <p:cNvSpPr/>
            <p:nvPr/>
          </p:nvSpPr>
          <p:spPr>
            <a:xfrm>
              <a:off x="7147961" y="2270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5" name="pt26135"/>
            <p:cNvSpPr/>
            <p:nvPr/>
          </p:nvSpPr>
          <p:spPr>
            <a:xfrm>
              <a:off x="7213454" y="2310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6" name="pt26136"/>
            <p:cNvSpPr/>
            <p:nvPr/>
          </p:nvSpPr>
          <p:spPr>
            <a:xfrm>
              <a:off x="7149270" y="2318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7" name="pt26137"/>
            <p:cNvSpPr/>
            <p:nvPr/>
          </p:nvSpPr>
          <p:spPr>
            <a:xfrm>
              <a:off x="7336723" y="2119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8" name="pt26138"/>
            <p:cNvSpPr/>
            <p:nvPr/>
          </p:nvSpPr>
          <p:spPr>
            <a:xfrm>
              <a:off x="7370993" y="2606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9" name="pt26139"/>
            <p:cNvSpPr/>
            <p:nvPr/>
          </p:nvSpPr>
          <p:spPr>
            <a:xfrm>
              <a:off x="7131483" y="2100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0" name="pt26140"/>
            <p:cNvSpPr/>
            <p:nvPr/>
          </p:nvSpPr>
          <p:spPr>
            <a:xfrm>
              <a:off x="7209929" y="2347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1" name="pt26141"/>
            <p:cNvSpPr/>
            <p:nvPr/>
          </p:nvSpPr>
          <p:spPr>
            <a:xfrm>
              <a:off x="7230435" y="2117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2" name="pt26142"/>
            <p:cNvSpPr/>
            <p:nvPr/>
          </p:nvSpPr>
          <p:spPr>
            <a:xfrm>
              <a:off x="6930668" y="2254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3" name="pt26143"/>
            <p:cNvSpPr/>
            <p:nvPr/>
          </p:nvSpPr>
          <p:spPr>
            <a:xfrm>
              <a:off x="6997457" y="1862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4" name="pt26144"/>
            <p:cNvSpPr/>
            <p:nvPr/>
          </p:nvSpPr>
          <p:spPr>
            <a:xfrm>
              <a:off x="7126909" y="2110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5" name="pt26145"/>
            <p:cNvSpPr/>
            <p:nvPr/>
          </p:nvSpPr>
          <p:spPr>
            <a:xfrm>
              <a:off x="7087939" y="2154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6" name="pt26146"/>
            <p:cNvSpPr/>
            <p:nvPr/>
          </p:nvSpPr>
          <p:spPr>
            <a:xfrm>
              <a:off x="7114427" y="2109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7" name="pt26147"/>
            <p:cNvSpPr/>
            <p:nvPr/>
          </p:nvSpPr>
          <p:spPr>
            <a:xfrm>
              <a:off x="7175033" y="2005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8" name="pt26148"/>
            <p:cNvSpPr/>
            <p:nvPr/>
          </p:nvSpPr>
          <p:spPr>
            <a:xfrm>
              <a:off x="6937342" y="2167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9" name="pt26149"/>
            <p:cNvSpPr/>
            <p:nvPr/>
          </p:nvSpPr>
          <p:spPr>
            <a:xfrm>
              <a:off x="7006029" y="2100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0" name="pt26150"/>
            <p:cNvSpPr/>
            <p:nvPr/>
          </p:nvSpPr>
          <p:spPr>
            <a:xfrm>
              <a:off x="7295096" y="2039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1" name="pt26151"/>
            <p:cNvSpPr/>
            <p:nvPr/>
          </p:nvSpPr>
          <p:spPr>
            <a:xfrm>
              <a:off x="6980031" y="2092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2" name="pt26152"/>
            <p:cNvSpPr/>
            <p:nvPr/>
          </p:nvSpPr>
          <p:spPr>
            <a:xfrm>
              <a:off x="7189134" y="2101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3" name="pt26153"/>
            <p:cNvSpPr/>
            <p:nvPr/>
          </p:nvSpPr>
          <p:spPr>
            <a:xfrm>
              <a:off x="6596204" y="1721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4" name="pt26154"/>
            <p:cNvSpPr/>
            <p:nvPr/>
          </p:nvSpPr>
          <p:spPr>
            <a:xfrm>
              <a:off x="7027544" y="1881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5" name="pt26155"/>
            <p:cNvSpPr/>
            <p:nvPr/>
          </p:nvSpPr>
          <p:spPr>
            <a:xfrm>
              <a:off x="7132824" y="2176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6" name="pt26156"/>
            <p:cNvSpPr/>
            <p:nvPr/>
          </p:nvSpPr>
          <p:spPr>
            <a:xfrm>
              <a:off x="7317405" y="2016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7" name="pt26157"/>
            <p:cNvSpPr/>
            <p:nvPr/>
          </p:nvSpPr>
          <p:spPr>
            <a:xfrm>
              <a:off x="7023844" y="1916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8" name="pt26158"/>
            <p:cNvSpPr/>
            <p:nvPr/>
          </p:nvSpPr>
          <p:spPr>
            <a:xfrm>
              <a:off x="7121032" y="2108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9" name="pt26159"/>
            <p:cNvSpPr/>
            <p:nvPr/>
          </p:nvSpPr>
          <p:spPr>
            <a:xfrm>
              <a:off x="7101950" y="2178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0" name="pt26160"/>
            <p:cNvSpPr/>
            <p:nvPr/>
          </p:nvSpPr>
          <p:spPr>
            <a:xfrm>
              <a:off x="7183684" y="2138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1" name="pt26161"/>
            <p:cNvSpPr/>
            <p:nvPr/>
          </p:nvSpPr>
          <p:spPr>
            <a:xfrm>
              <a:off x="7219185" y="2040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2" name="pt26162"/>
            <p:cNvSpPr/>
            <p:nvPr/>
          </p:nvSpPr>
          <p:spPr>
            <a:xfrm>
              <a:off x="7088348" y="2231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3" name="pt26163"/>
            <p:cNvSpPr/>
            <p:nvPr/>
          </p:nvSpPr>
          <p:spPr>
            <a:xfrm>
              <a:off x="7267156" y="2112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4" name="pt26164"/>
            <p:cNvSpPr/>
            <p:nvPr/>
          </p:nvSpPr>
          <p:spPr>
            <a:xfrm>
              <a:off x="7265802" y="2112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5" name="pt26165"/>
            <p:cNvSpPr/>
            <p:nvPr/>
          </p:nvSpPr>
          <p:spPr>
            <a:xfrm>
              <a:off x="7431201" y="2567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6" name="pt26166"/>
            <p:cNvSpPr/>
            <p:nvPr/>
          </p:nvSpPr>
          <p:spPr>
            <a:xfrm>
              <a:off x="7118229" y="2218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7" name="pt26167"/>
            <p:cNvSpPr/>
            <p:nvPr/>
          </p:nvSpPr>
          <p:spPr>
            <a:xfrm>
              <a:off x="7035764" y="222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8" name="pt26168"/>
            <p:cNvSpPr/>
            <p:nvPr/>
          </p:nvSpPr>
          <p:spPr>
            <a:xfrm>
              <a:off x="7257396" y="2054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9" name="pt26169"/>
            <p:cNvSpPr/>
            <p:nvPr/>
          </p:nvSpPr>
          <p:spPr>
            <a:xfrm>
              <a:off x="7442223" y="2735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0" name="pt26170"/>
            <p:cNvSpPr/>
            <p:nvPr/>
          </p:nvSpPr>
          <p:spPr>
            <a:xfrm>
              <a:off x="7166966" y="1941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1" name="pt26171"/>
            <p:cNvSpPr/>
            <p:nvPr/>
          </p:nvSpPr>
          <p:spPr>
            <a:xfrm>
              <a:off x="7223567" y="2224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2" name="pt26172"/>
            <p:cNvSpPr/>
            <p:nvPr/>
          </p:nvSpPr>
          <p:spPr>
            <a:xfrm>
              <a:off x="6839647" y="2142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3" name="pt26173"/>
            <p:cNvSpPr/>
            <p:nvPr/>
          </p:nvSpPr>
          <p:spPr>
            <a:xfrm>
              <a:off x="6966767" y="1959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4" name="pt26174"/>
            <p:cNvSpPr/>
            <p:nvPr/>
          </p:nvSpPr>
          <p:spPr>
            <a:xfrm>
              <a:off x="6942148" y="2182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5" name="pt26175"/>
            <p:cNvSpPr/>
            <p:nvPr/>
          </p:nvSpPr>
          <p:spPr>
            <a:xfrm>
              <a:off x="7259553" y="1903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6" name="pt26176"/>
            <p:cNvSpPr/>
            <p:nvPr/>
          </p:nvSpPr>
          <p:spPr>
            <a:xfrm>
              <a:off x="7162175" y="2008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7" name="pt26177"/>
            <p:cNvSpPr/>
            <p:nvPr/>
          </p:nvSpPr>
          <p:spPr>
            <a:xfrm>
              <a:off x="7056451" y="1932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8" name="pt26178"/>
            <p:cNvSpPr/>
            <p:nvPr/>
          </p:nvSpPr>
          <p:spPr>
            <a:xfrm>
              <a:off x="7180758" y="2083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9" name="pt26179"/>
            <p:cNvSpPr/>
            <p:nvPr/>
          </p:nvSpPr>
          <p:spPr>
            <a:xfrm>
              <a:off x="7366324" y="2489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0" name="pt26180"/>
            <p:cNvSpPr/>
            <p:nvPr/>
          </p:nvSpPr>
          <p:spPr>
            <a:xfrm>
              <a:off x="7096369" y="2261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1" name="pt26181"/>
            <p:cNvSpPr/>
            <p:nvPr/>
          </p:nvSpPr>
          <p:spPr>
            <a:xfrm>
              <a:off x="7067175" y="2031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2" name="pt26182"/>
            <p:cNvSpPr/>
            <p:nvPr/>
          </p:nvSpPr>
          <p:spPr>
            <a:xfrm>
              <a:off x="7309728" y="2136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3" name="pt26183"/>
            <p:cNvSpPr/>
            <p:nvPr/>
          </p:nvSpPr>
          <p:spPr>
            <a:xfrm>
              <a:off x="7182881" y="2113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4" name="pt26184"/>
            <p:cNvSpPr/>
            <p:nvPr/>
          </p:nvSpPr>
          <p:spPr>
            <a:xfrm>
              <a:off x="7103750" y="2259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5" name="pt26185"/>
            <p:cNvSpPr/>
            <p:nvPr/>
          </p:nvSpPr>
          <p:spPr>
            <a:xfrm>
              <a:off x="7203743" y="2085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6" name="pt26186"/>
            <p:cNvSpPr/>
            <p:nvPr/>
          </p:nvSpPr>
          <p:spPr>
            <a:xfrm>
              <a:off x="7252030" y="2107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7" name="pt26187"/>
            <p:cNvSpPr/>
            <p:nvPr/>
          </p:nvSpPr>
          <p:spPr>
            <a:xfrm>
              <a:off x="6981205" y="1999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8" name="pt26188"/>
            <p:cNvSpPr/>
            <p:nvPr/>
          </p:nvSpPr>
          <p:spPr>
            <a:xfrm>
              <a:off x="7217545" y="2383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9" name="pt26189"/>
            <p:cNvSpPr/>
            <p:nvPr/>
          </p:nvSpPr>
          <p:spPr>
            <a:xfrm>
              <a:off x="7153328" y="2329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0" name="pt26190"/>
            <p:cNvSpPr/>
            <p:nvPr/>
          </p:nvSpPr>
          <p:spPr>
            <a:xfrm>
              <a:off x="7181877" y="2102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1" name="pt26191"/>
            <p:cNvSpPr/>
            <p:nvPr/>
          </p:nvSpPr>
          <p:spPr>
            <a:xfrm>
              <a:off x="6961913" y="2081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2" name="pt26192"/>
            <p:cNvSpPr/>
            <p:nvPr/>
          </p:nvSpPr>
          <p:spPr>
            <a:xfrm>
              <a:off x="6914584" y="2108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3" name="pt26193"/>
            <p:cNvSpPr/>
            <p:nvPr/>
          </p:nvSpPr>
          <p:spPr>
            <a:xfrm>
              <a:off x="7052136" y="2435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4" name="pt26194"/>
            <p:cNvSpPr/>
            <p:nvPr/>
          </p:nvSpPr>
          <p:spPr>
            <a:xfrm>
              <a:off x="7362867" y="2260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5" name="pt26195"/>
            <p:cNvSpPr/>
            <p:nvPr/>
          </p:nvSpPr>
          <p:spPr>
            <a:xfrm>
              <a:off x="7206728" y="2195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6" name="pt26196"/>
            <p:cNvSpPr/>
            <p:nvPr/>
          </p:nvSpPr>
          <p:spPr>
            <a:xfrm>
              <a:off x="6997457" y="2108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7" name="pt26197"/>
            <p:cNvSpPr/>
            <p:nvPr/>
          </p:nvSpPr>
          <p:spPr>
            <a:xfrm>
              <a:off x="7220791" y="2111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8" name="pt26198"/>
            <p:cNvSpPr/>
            <p:nvPr/>
          </p:nvSpPr>
          <p:spPr>
            <a:xfrm>
              <a:off x="7223263" y="2011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9" name="pt26199"/>
            <p:cNvSpPr/>
            <p:nvPr/>
          </p:nvSpPr>
          <p:spPr>
            <a:xfrm>
              <a:off x="6946147" y="1890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0" name="pt26200"/>
            <p:cNvSpPr/>
            <p:nvPr/>
          </p:nvSpPr>
          <p:spPr>
            <a:xfrm>
              <a:off x="7328241" y="1865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1" name="pt26201"/>
            <p:cNvSpPr/>
            <p:nvPr/>
          </p:nvSpPr>
          <p:spPr>
            <a:xfrm>
              <a:off x="7252310" y="2024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2" name="pt26202"/>
            <p:cNvSpPr/>
            <p:nvPr/>
          </p:nvSpPr>
          <p:spPr>
            <a:xfrm>
              <a:off x="7098546" y="2191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3" name="pt26203"/>
            <p:cNvSpPr/>
            <p:nvPr/>
          </p:nvSpPr>
          <p:spPr>
            <a:xfrm>
              <a:off x="7092456" y="2201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4" name="pt26204"/>
            <p:cNvSpPr/>
            <p:nvPr/>
          </p:nvSpPr>
          <p:spPr>
            <a:xfrm>
              <a:off x="7138937" y="2076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5" name="pt26205"/>
            <p:cNvSpPr/>
            <p:nvPr/>
          </p:nvSpPr>
          <p:spPr>
            <a:xfrm>
              <a:off x="7156250" y="2411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6" name="pt26206"/>
            <p:cNvSpPr/>
            <p:nvPr/>
          </p:nvSpPr>
          <p:spPr>
            <a:xfrm>
              <a:off x="7406339" y="2391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7" name="pt26207"/>
            <p:cNvSpPr/>
            <p:nvPr/>
          </p:nvSpPr>
          <p:spPr>
            <a:xfrm>
              <a:off x="7092299" y="2122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8" name="pt26208"/>
            <p:cNvSpPr/>
            <p:nvPr/>
          </p:nvSpPr>
          <p:spPr>
            <a:xfrm>
              <a:off x="6905191" y="1988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9" name="pt26209"/>
            <p:cNvSpPr/>
            <p:nvPr/>
          </p:nvSpPr>
          <p:spPr>
            <a:xfrm>
              <a:off x="7127096" y="2103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0" name="pt26210"/>
            <p:cNvSpPr/>
            <p:nvPr/>
          </p:nvSpPr>
          <p:spPr>
            <a:xfrm>
              <a:off x="6808238" y="2498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1" name="pt26211"/>
            <p:cNvSpPr/>
            <p:nvPr/>
          </p:nvSpPr>
          <p:spPr>
            <a:xfrm>
              <a:off x="7068885" y="2098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2" name="pt26212"/>
            <p:cNvSpPr/>
            <p:nvPr/>
          </p:nvSpPr>
          <p:spPr>
            <a:xfrm>
              <a:off x="6926759" y="2227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3" name="pt26213"/>
            <p:cNvSpPr/>
            <p:nvPr/>
          </p:nvSpPr>
          <p:spPr>
            <a:xfrm>
              <a:off x="7185625" y="2136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4" name="pt26214"/>
            <p:cNvSpPr/>
            <p:nvPr/>
          </p:nvSpPr>
          <p:spPr>
            <a:xfrm>
              <a:off x="6822175" y="2009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5" name="pt26215"/>
            <p:cNvSpPr/>
            <p:nvPr/>
          </p:nvSpPr>
          <p:spPr>
            <a:xfrm>
              <a:off x="7284501" y="2147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6" name="pt26216"/>
            <p:cNvSpPr/>
            <p:nvPr/>
          </p:nvSpPr>
          <p:spPr>
            <a:xfrm>
              <a:off x="7154553" y="2335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7" name="pt26217"/>
            <p:cNvSpPr/>
            <p:nvPr/>
          </p:nvSpPr>
          <p:spPr>
            <a:xfrm>
              <a:off x="7023338" y="2017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8" name="pt26218"/>
            <p:cNvSpPr/>
            <p:nvPr/>
          </p:nvSpPr>
          <p:spPr>
            <a:xfrm>
              <a:off x="7164760" y="2078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9" name="pt26219"/>
            <p:cNvSpPr/>
            <p:nvPr/>
          </p:nvSpPr>
          <p:spPr>
            <a:xfrm>
              <a:off x="7087003" y="2133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0" name="pt26220"/>
            <p:cNvSpPr/>
            <p:nvPr/>
          </p:nvSpPr>
          <p:spPr>
            <a:xfrm>
              <a:off x="7165716" y="2057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1" name="pt26221"/>
            <p:cNvSpPr/>
            <p:nvPr/>
          </p:nvSpPr>
          <p:spPr>
            <a:xfrm>
              <a:off x="7194660" y="2050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2" name="pt26222"/>
            <p:cNvSpPr/>
            <p:nvPr/>
          </p:nvSpPr>
          <p:spPr>
            <a:xfrm>
              <a:off x="6958737" y="2023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3" name="pt26223"/>
            <p:cNvSpPr/>
            <p:nvPr/>
          </p:nvSpPr>
          <p:spPr>
            <a:xfrm>
              <a:off x="7274438" y="2049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4" name="pt26224"/>
            <p:cNvSpPr/>
            <p:nvPr/>
          </p:nvSpPr>
          <p:spPr>
            <a:xfrm>
              <a:off x="7229464" y="2188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5" name="pt26225"/>
            <p:cNvSpPr/>
            <p:nvPr/>
          </p:nvSpPr>
          <p:spPr>
            <a:xfrm>
              <a:off x="7059149" y="2092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6" name="pt26226"/>
            <p:cNvSpPr/>
            <p:nvPr/>
          </p:nvSpPr>
          <p:spPr>
            <a:xfrm>
              <a:off x="7197865" y="2090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7" name="pt26227"/>
            <p:cNvSpPr/>
            <p:nvPr/>
          </p:nvSpPr>
          <p:spPr>
            <a:xfrm>
              <a:off x="7016520" y="2049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8" name="pt26228"/>
            <p:cNvSpPr/>
            <p:nvPr/>
          </p:nvSpPr>
          <p:spPr>
            <a:xfrm>
              <a:off x="7029813" y="1979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9" name="pt26229"/>
            <p:cNvSpPr/>
            <p:nvPr/>
          </p:nvSpPr>
          <p:spPr>
            <a:xfrm>
              <a:off x="7175983" y="2059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0" name="pt26230"/>
            <p:cNvSpPr/>
            <p:nvPr/>
          </p:nvSpPr>
          <p:spPr>
            <a:xfrm>
              <a:off x="7178074" y="2096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1" name="pt26231"/>
            <p:cNvSpPr/>
            <p:nvPr/>
          </p:nvSpPr>
          <p:spPr>
            <a:xfrm>
              <a:off x="6937455" y="2211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2" name="pt26232"/>
            <p:cNvSpPr/>
            <p:nvPr/>
          </p:nvSpPr>
          <p:spPr>
            <a:xfrm>
              <a:off x="7121298" y="2117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3" name="pt26233"/>
            <p:cNvSpPr/>
            <p:nvPr/>
          </p:nvSpPr>
          <p:spPr>
            <a:xfrm>
              <a:off x="7331111" y="1981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4" name="pt26234"/>
            <p:cNvSpPr/>
            <p:nvPr/>
          </p:nvSpPr>
          <p:spPr>
            <a:xfrm>
              <a:off x="7010544" y="1858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5" name="pt26235"/>
            <p:cNvSpPr/>
            <p:nvPr/>
          </p:nvSpPr>
          <p:spPr>
            <a:xfrm>
              <a:off x="7234499" y="1982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6" name="pt26236"/>
            <p:cNvSpPr/>
            <p:nvPr/>
          </p:nvSpPr>
          <p:spPr>
            <a:xfrm>
              <a:off x="7378008" y="2157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7" name="pt26237"/>
            <p:cNvSpPr/>
            <p:nvPr/>
          </p:nvSpPr>
          <p:spPr>
            <a:xfrm>
              <a:off x="7159124" y="2028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8" name="pt26238"/>
            <p:cNvSpPr/>
            <p:nvPr/>
          </p:nvSpPr>
          <p:spPr>
            <a:xfrm>
              <a:off x="7666090" y="2457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9" name="pt26239"/>
            <p:cNvSpPr/>
            <p:nvPr/>
          </p:nvSpPr>
          <p:spPr>
            <a:xfrm>
              <a:off x="7273018" y="1988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0" name="pt26240"/>
            <p:cNvSpPr/>
            <p:nvPr/>
          </p:nvSpPr>
          <p:spPr>
            <a:xfrm>
              <a:off x="7218482" y="2224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1" name="pt26241"/>
            <p:cNvSpPr/>
            <p:nvPr/>
          </p:nvSpPr>
          <p:spPr>
            <a:xfrm>
              <a:off x="7082774" y="2079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2" name="pt26242"/>
            <p:cNvSpPr/>
            <p:nvPr/>
          </p:nvSpPr>
          <p:spPr>
            <a:xfrm>
              <a:off x="7178371" y="2106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3" name="pt26243"/>
            <p:cNvSpPr/>
            <p:nvPr/>
          </p:nvSpPr>
          <p:spPr>
            <a:xfrm>
              <a:off x="7127358" y="2177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4" name="pt26244"/>
            <p:cNvSpPr/>
            <p:nvPr/>
          </p:nvSpPr>
          <p:spPr>
            <a:xfrm>
              <a:off x="7183943" y="2303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5" name="pt26245"/>
            <p:cNvSpPr/>
            <p:nvPr/>
          </p:nvSpPr>
          <p:spPr>
            <a:xfrm>
              <a:off x="7517894" y="2336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6" name="pt26246"/>
            <p:cNvSpPr/>
            <p:nvPr/>
          </p:nvSpPr>
          <p:spPr>
            <a:xfrm>
              <a:off x="7158747" y="2186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7" name="pt26247"/>
            <p:cNvSpPr/>
            <p:nvPr/>
          </p:nvSpPr>
          <p:spPr>
            <a:xfrm>
              <a:off x="7099600" y="2207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8" name="pt26248"/>
            <p:cNvSpPr/>
            <p:nvPr/>
          </p:nvSpPr>
          <p:spPr>
            <a:xfrm>
              <a:off x="7110997" y="2037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9" name="pt26249"/>
            <p:cNvSpPr/>
            <p:nvPr/>
          </p:nvSpPr>
          <p:spPr>
            <a:xfrm>
              <a:off x="7074060" y="2191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0" name="pt26250"/>
            <p:cNvSpPr/>
            <p:nvPr/>
          </p:nvSpPr>
          <p:spPr>
            <a:xfrm>
              <a:off x="7483155" y="2370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1" name="pt26251"/>
            <p:cNvSpPr/>
            <p:nvPr/>
          </p:nvSpPr>
          <p:spPr>
            <a:xfrm>
              <a:off x="7211594" y="2235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2" name="pt26252"/>
            <p:cNvSpPr/>
            <p:nvPr/>
          </p:nvSpPr>
          <p:spPr>
            <a:xfrm>
              <a:off x="7231523" y="2030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3" name="pt26253"/>
            <p:cNvSpPr/>
            <p:nvPr/>
          </p:nvSpPr>
          <p:spPr>
            <a:xfrm>
              <a:off x="7151489" y="2220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4" name="pt26254"/>
            <p:cNvSpPr/>
            <p:nvPr/>
          </p:nvSpPr>
          <p:spPr>
            <a:xfrm>
              <a:off x="6901824" y="1860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5" name="pt26255"/>
            <p:cNvSpPr/>
            <p:nvPr/>
          </p:nvSpPr>
          <p:spPr>
            <a:xfrm>
              <a:off x="7201529" y="2018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6" name="pt26256"/>
            <p:cNvSpPr/>
            <p:nvPr/>
          </p:nvSpPr>
          <p:spPr>
            <a:xfrm>
              <a:off x="6944556" y="2146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7" name="pt26257"/>
            <p:cNvSpPr/>
            <p:nvPr/>
          </p:nvSpPr>
          <p:spPr>
            <a:xfrm>
              <a:off x="7057855" y="2129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8" name="pt26258"/>
            <p:cNvSpPr/>
            <p:nvPr/>
          </p:nvSpPr>
          <p:spPr>
            <a:xfrm>
              <a:off x="7145078" y="2322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9" name="pt26259"/>
            <p:cNvSpPr/>
            <p:nvPr/>
          </p:nvSpPr>
          <p:spPr>
            <a:xfrm>
              <a:off x="7140440" y="2206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0" name="pt26260"/>
            <p:cNvSpPr/>
            <p:nvPr/>
          </p:nvSpPr>
          <p:spPr>
            <a:xfrm>
              <a:off x="7052375" y="2283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1" name="pt26261"/>
            <p:cNvSpPr/>
            <p:nvPr/>
          </p:nvSpPr>
          <p:spPr>
            <a:xfrm>
              <a:off x="6850308" y="2104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2" name="pt26262"/>
            <p:cNvSpPr/>
            <p:nvPr/>
          </p:nvSpPr>
          <p:spPr>
            <a:xfrm>
              <a:off x="7465084" y="2706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3" name="pt26263"/>
            <p:cNvSpPr/>
            <p:nvPr/>
          </p:nvSpPr>
          <p:spPr>
            <a:xfrm>
              <a:off x="7235842" y="2053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4" name="pt26264"/>
            <p:cNvSpPr/>
            <p:nvPr/>
          </p:nvSpPr>
          <p:spPr>
            <a:xfrm>
              <a:off x="7221926" y="2069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5" name="pt26265"/>
            <p:cNvSpPr/>
            <p:nvPr/>
          </p:nvSpPr>
          <p:spPr>
            <a:xfrm>
              <a:off x="7335879" y="2080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6" name="pt26266"/>
            <p:cNvSpPr/>
            <p:nvPr/>
          </p:nvSpPr>
          <p:spPr>
            <a:xfrm>
              <a:off x="7174425" y="2034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7" name="pt26267"/>
            <p:cNvSpPr/>
            <p:nvPr/>
          </p:nvSpPr>
          <p:spPr>
            <a:xfrm>
              <a:off x="7045083" y="2179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8" name="pt26268"/>
            <p:cNvSpPr/>
            <p:nvPr/>
          </p:nvSpPr>
          <p:spPr>
            <a:xfrm>
              <a:off x="6990791" y="1966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9" name="pt26269"/>
            <p:cNvSpPr/>
            <p:nvPr/>
          </p:nvSpPr>
          <p:spPr>
            <a:xfrm>
              <a:off x="7276049" y="2048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0" name="pt26270"/>
            <p:cNvSpPr/>
            <p:nvPr/>
          </p:nvSpPr>
          <p:spPr>
            <a:xfrm>
              <a:off x="7151575" y="211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1" name="pt26271"/>
            <p:cNvSpPr/>
            <p:nvPr/>
          </p:nvSpPr>
          <p:spPr>
            <a:xfrm>
              <a:off x="7149221" y="2233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2" name="pt26272"/>
            <p:cNvSpPr/>
            <p:nvPr/>
          </p:nvSpPr>
          <p:spPr>
            <a:xfrm>
              <a:off x="6979400" y="1982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3" name="pt26273"/>
            <p:cNvSpPr/>
            <p:nvPr/>
          </p:nvSpPr>
          <p:spPr>
            <a:xfrm>
              <a:off x="7372455" y="2246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4" name="pt26274"/>
            <p:cNvSpPr/>
            <p:nvPr/>
          </p:nvSpPr>
          <p:spPr>
            <a:xfrm>
              <a:off x="7231456" y="2159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5" name="pt26275"/>
            <p:cNvSpPr/>
            <p:nvPr/>
          </p:nvSpPr>
          <p:spPr>
            <a:xfrm>
              <a:off x="7202274" y="2047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6" name="pt26276"/>
            <p:cNvSpPr/>
            <p:nvPr/>
          </p:nvSpPr>
          <p:spPr>
            <a:xfrm>
              <a:off x="7229147" y="2244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7" name="pt26277"/>
            <p:cNvSpPr/>
            <p:nvPr/>
          </p:nvSpPr>
          <p:spPr>
            <a:xfrm>
              <a:off x="7004359" y="1856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8" name="pt26278"/>
            <p:cNvSpPr/>
            <p:nvPr/>
          </p:nvSpPr>
          <p:spPr>
            <a:xfrm>
              <a:off x="6828496" y="1895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9" name="pt26279"/>
            <p:cNvSpPr/>
            <p:nvPr/>
          </p:nvSpPr>
          <p:spPr>
            <a:xfrm>
              <a:off x="6920256" y="2195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0" name="pt26280"/>
            <p:cNvSpPr/>
            <p:nvPr/>
          </p:nvSpPr>
          <p:spPr>
            <a:xfrm>
              <a:off x="7171657" y="2002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1" name="pt26281"/>
            <p:cNvSpPr/>
            <p:nvPr/>
          </p:nvSpPr>
          <p:spPr>
            <a:xfrm>
              <a:off x="7553881" y="2260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2" name="pt26282"/>
            <p:cNvSpPr/>
            <p:nvPr/>
          </p:nvSpPr>
          <p:spPr>
            <a:xfrm>
              <a:off x="7138861" y="2171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3" name="pt26283"/>
            <p:cNvSpPr/>
            <p:nvPr/>
          </p:nvSpPr>
          <p:spPr>
            <a:xfrm>
              <a:off x="7355305" y="1998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4" name="pt26284"/>
            <p:cNvSpPr/>
            <p:nvPr/>
          </p:nvSpPr>
          <p:spPr>
            <a:xfrm>
              <a:off x="7145762" y="2289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5" name="pt26285"/>
            <p:cNvSpPr/>
            <p:nvPr/>
          </p:nvSpPr>
          <p:spPr>
            <a:xfrm>
              <a:off x="7065397" y="1812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6" name="pt26286"/>
            <p:cNvSpPr/>
            <p:nvPr/>
          </p:nvSpPr>
          <p:spPr>
            <a:xfrm>
              <a:off x="7201260" y="2034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7" name="pt26287"/>
            <p:cNvSpPr/>
            <p:nvPr/>
          </p:nvSpPr>
          <p:spPr>
            <a:xfrm>
              <a:off x="6864902" y="2284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8" name="pt26288"/>
            <p:cNvSpPr/>
            <p:nvPr/>
          </p:nvSpPr>
          <p:spPr>
            <a:xfrm>
              <a:off x="6979448" y="199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9" name="pt26289"/>
            <p:cNvSpPr/>
            <p:nvPr/>
          </p:nvSpPr>
          <p:spPr>
            <a:xfrm>
              <a:off x="6987583" y="2008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0" name="pt26290"/>
            <p:cNvSpPr/>
            <p:nvPr/>
          </p:nvSpPr>
          <p:spPr>
            <a:xfrm>
              <a:off x="6958264" y="2081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1" name="pt26291"/>
            <p:cNvSpPr/>
            <p:nvPr/>
          </p:nvSpPr>
          <p:spPr>
            <a:xfrm>
              <a:off x="7089622" y="2138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2" name="pt26292"/>
            <p:cNvSpPr/>
            <p:nvPr/>
          </p:nvSpPr>
          <p:spPr>
            <a:xfrm>
              <a:off x="7282219" y="1964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3" name="pt26293"/>
            <p:cNvSpPr/>
            <p:nvPr/>
          </p:nvSpPr>
          <p:spPr>
            <a:xfrm>
              <a:off x="7088392" y="2256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4" name="pt26294"/>
            <p:cNvSpPr/>
            <p:nvPr/>
          </p:nvSpPr>
          <p:spPr>
            <a:xfrm>
              <a:off x="6964867" y="2063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5" name="pt26295"/>
            <p:cNvSpPr/>
            <p:nvPr/>
          </p:nvSpPr>
          <p:spPr>
            <a:xfrm>
              <a:off x="7225125" y="2203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6" name="pt26296"/>
            <p:cNvSpPr/>
            <p:nvPr/>
          </p:nvSpPr>
          <p:spPr>
            <a:xfrm>
              <a:off x="7105612" y="2102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7" name="pt26297"/>
            <p:cNvSpPr/>
            <p:nvPr/>
          </p:nvSpPr>
          <p:spPr>
            <a:xfrm>
              <a:off x="6913757" y="2051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8" name="pt26298"/>
            <p:cNvSpPr/>
            <p:nvPr/>
          </p:nvSpPr>
          <p:spPr>
            <a:xfrm>
              <a:off x="6991645" y="1984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9" name="pt26299"/>
            <p:cNvSpPr/>
            <p:nvPr/>
          </p:nvSpPr>
          <p:spPr>
            <a:xfrm>
              <a:off x="7272276" y="2026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0" name="pt26300"/>
            <p:cNvSpPr/>
            <p:nvPr/>
          </p:nvSpPr>
          <p:spPr>
            <a:xfrm>
              <a:off x="6876395" y="2172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1" name="pt26301"/>
            <p:cNvSpPr/>
            <p:nvPr/>
          </p:nvSpPr>
          <p:spPr>
            <a:xfrm>
              <a:off x="7182247" y="2136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2" name="pt26302"/>
            <p:cNvSpPr/>
            <p:nvPr/>
          </p:nvSpPr>
          <p:spPr>
            <a:xfrm>
              <a:off x="6617750" y="2084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3" name="pt26303"/>
            <p:cNvSpPr/>
            <p:nvPr/>
          </p:nvSpPr>
          <p:spPr>
            <a:xfrm>
              <a:off x="7163556" y="2084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4" name="pt26304"/>
            <p:cNvSpPr/>
            <p:nvPr/>
          </p:nvSpPr>
          <p:spPr>
            <a:xfrm>
              <a:off x="7229897" y="2007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5" name="pt26305"/>
            <p:cNvSpPr/>
            <p:nvPr/>
          </p:nvSpPr>
          <p:spPr>
            <a:xfrm>
              <a:off x="6992922" y="1852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6" name="pt26306"/>
            <p:cNvSpPr/>
            <p:nvPr/>
          </p:nvSpPr>
          <p:spPr>
            <a:xfrm>
              <a:off x="7265031" y="2104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7" name="pt26307"/>
            <p:cNvSpPr/>
            <p:nvPr/>
          </p:nvSpPr>
          <p:spPr>
            <a:xfrm>
              <a:off x="7258388" y="2080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8" name="pt26308"/>
            <p:cNvSpPr/>
            <p:nvPr/>
          </p:nvSpPr>
          <p:spPr>
            <a:xfrm>
              <a:off x="6860494" y="2251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9" name="pt26309"/>
            <p:cNvSpPr/>
            <p:nvPr/>
          </p:nvSpPr>
          <p:spPr>
            <a:xfrm>
              <a:off x="7368504" y="2593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0" name="pt26310"/>
            <p:cNvSpPr/>
            <p:nvPr/>
          </p:nvSpPr>
          <p:spPr>
            <a:xfrm>
              <a:off x="7105657" y="2192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1" name="pt26311"/>
            <p:cNvSpPr/>
            <p:nvPr/>
          </p:nvSpPr>
          <p:spPr>
            <a:xfrm>
              <a:off x="7484525" y="246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2" name="pt26312"/>
            <p:cNvSpPr/>
            <p:nvPr/>
          </p:nvSpPr>
          <p:spPr>
            <a:xfrm>
              <a:off x="7162349" y="2063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3" name="pt26313"/>
            <p:cNvSpPr/>
            <p:nvPr/>
          </p:nvSpPr>
          <p:spPr>
            <a:xfrm>
              <a:off x="7240346" y="1832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4" name="pt26314"/>
            <p:cNvSpPr/>
            <p:nvPr/>
          </p:nvSpPr>
          <p:spPr>
            <a:xfrm>
              <a:off x="7397682" y="2294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5" name="pt26315"/>
            <p:cNvSpPr/>
            <p:nvPr/>
          </p:nvSpPr>
          <p:spPr>
            <a:xfrm>
              <a:off x="7064030" y="1815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6" name="pt26316"/>
            <p:cNvSpPr/>
            <p:nvPr/>
          </p:nvSpPr>
          <p:spPr>
            <a:xfrm>
              <a:off x="6855793" y="2476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7" name="pt26317"/>
            <p:cNvSpPr/>
            <p:nvPr/>
          </p:nvSpPr>
          <p:spPr>
            <a:xfrm>
              <a:off x="6782271" y="2646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8" name="pt26318"/>
            <p:cNvSpPr/>
            <p:nvPr/>
          </p:nvSpPr>
          <p:spPr>
            <a:xfrm>
              <a:off x="7307274" y="2025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9" name="pt26319"/>
            <p:cNvSpPr/>
            <p:nvPr/>
          </p:nvSpPr>
          <p:spPr>
            <a:xfrm>
              <a:off x="7153803" y="2321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0" name="pt26320"/>
            <p:cNvSpPr/>
            <p:nvPr/>
          </p:nvSpPr>
          <p:spPr>
            <a:xfrm>
              <a:off x="7294262" y="2009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1" name="pt26321"/>
            <p:cNvSpPr/>
            <p:nvPr/>
          </p:nvSpPr>
          <p:spPr>
            <a:xfrm>
              <a:off x="7194518" y="2020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2" name="pt26322"/>
            <p:cNvSpPr/>
            <p:nvPr/>
          </p:nvSpPr>
          <p:spPr>
            <a:xfrm>
              <a:off x="7148990" y="2252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3" name="pt26323"/>
            <p:cNvSpPr/>
            <p:nvPr/>
          </p:nvSpPr>
          <p:spPr>
            <a:xfrm>
              <a:off x="7156699" y="2152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4" name="pt26324"/>
            <p:cNvSpPr/>
            <p:nvPr/>
          </p:nvSpPr>
          <p:spPr>
            <a:xfrm>
              <a:off x="6918330" y="2212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5" name="pt26325"/>
            <p:cNvSpPr/>
            <p:nvPr/>
          </p:nvSpPr>
          <p:spPr>
            <a:xfrm>
              <a:off x="7074560" y="2010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6" name="pt26326"/>
            <p:cNvSpPr/>
            <p:nvPr/>
          </p:nvSpPr>
          <p:spPr>
            <a:xfrm>
              <a:off x="7055152" y="2045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7" name="pt26327"/>
            <p:cNvSpPr/>
            <p:nvPr/>
          </p:nvSpPr>
          <p:spPr>
            <a:xfrm>
              <a:off x="6919988" y="2148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8" name="pt26328"/>
            <p:cNvSpPr/>
            <p:nvPr/>
          </p:nvSpPr>
          <p:spPr>
            <a:xfrm>
              <a:off x="7037232" y="215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9" name="pt26329"/>
            <p:cNvSpPr/>
            <p:nvPr/>
          </p:nvSpPr>
          <p:spPr>
            <a:xfrm>
              <a:off x="7499022" y="2189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0" name="pt26330"/>
            <p:cNvSpPr/>
            <p:nvPr/>
          </p:nvSpPr>
          <p:spPr>
            <a:xfrm>
              <a:off x="7174325" y="2024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1" name="pt26331"/>
            <p:cNvSpPr/>
            <p:nvPr/>
          </p:nvSpPr>
          <p:spPr>
            <a:xfrm>
              <a:off x="7159066" y="2199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2" name="pt26332"/>
            <p:cNvSpPr/>
            <p:nvPr/>
          </p:nvSpPr>
          <p:spPr>
            <a:xfrm>
              <a:off x="7080828" y="2060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3" name="pt26333"/>
            <p:cNvSpPr/>
            <p:nvPr/>
          </p:nvSpPr>
          <p:spPr>
            <a:xfrm>
              <a:off x="6581757" y="2233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4" name="pt26334"/>
            <p:cNvSpPr/>
            <p:nvPr/>
          </p:nvSpPr>
          <p:spPr>
            <a:xfrm>
              <a:off x="6922164" y="2258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5" name="pt26335"/>
            <p:cNvSpPr/>
            <p:nvPr/>
          </p:nvSpPr>
          <p:spPr>
            <a:xfrm>
              <a:off x="7190801" y="1990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6" name="pt26336"/>
            <p:cNvSpPr/>
            <p:nvPr/>
          </p:nvSpPr>
          <p:spPr>
            <a:xfrm>
              <a:off x="7524247" y="2466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7" name="pt26337"/>
            <p:cNvSpPr/>
            <p:nvPr/>
          </p:nvSpPr>
          <p:spPr>
            <a:xfrm>
              <a:off x="6885385" y="1792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8" name="pt26338"/>
            <p:cNvSpPr/>
            <p:nvPr/>
          </p:nvSpPr>
          <p:spPr>
            <a:xfrm>
              <a:off x="7378534" y="2063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9" name="pt26339"/>
            <p:cNvSpPr/>
            <p:nvPr/>
          </p:nvSpPr>
          <p:spPr>
            <a:xfrm>
              <a:off x="6983595" y="2034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0" name="pt26340"/>
            <p:cNvSpPr/>
            <p:nvPr/>
          </p:nvSpPr>
          <p:spPr>
            <a:xfrm>
              <a:off x="7099170" y="2109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1" name="pt26341"/>
            <p:cNvSpPr/>
            <p:nvPr/>
          </p:nvSpPr>
          <p:spPr>
            <a:xfrm>
              <a:off x="7058709" y="2067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2" name="pt26342"/>
            <p:cNvSpPr/>
            <p:nvPr/>
          </p:nvSpPr>
          <p:spPr>
            <a:xfrm>
              <a:off x="7227007" y="2261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3" name="pt26343"/>
            <p:cNvSpPr/>
            <p:nvPr/>
          </p:nvSpPr>
          <p:spPr>
            <a:xfrm>
              <a:off x="7220695" y="211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4" name="pt26344"/>
            <p:cNvSpPr/>
            <p:nvPr/>
          </p:nvSpPr>
          <p:spPr>
            <a:xfrm>
              <a:off x="6912292" y="2107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5" name="pt26345"/>
            <p:cNvSpPr/>
            <p:nvPr/>
          </p:nvSpPr>
          <p:spPr>
            <a:xfrm>
              <a:off x="6988412" y="1832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6" name="pt26346"/>
            <p:cNvSpPr/>
            <p:nvPr/>
          </p:nvSpPr>
          <p:spPr>
            <a:xfrm>
              <a:off x="6840244" y="2223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7" name="pt26347"/>
            <p:cNvSpPr/>
            <p:nvPr/>
          </p:nvSpPr>
          <p:spPr>
            <a:xfrm>
              <a:off x="7214535" y="2140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8" name="pt26348"/>
            <p:cNvSpPr/>
            <p:nvPr/>
          </p:nvSpPr>
          <p:spPr>
            <a:xfrm>
              <a:off x="7207796" y="2227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9" name="pt26349"/>
            <p:cNvSpPr/>
            <p:nvPr/>
          </p:nvSpPr>
          <p:spPr>
            <a:xfrm>
              <a:off x="7176246" y="2109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0" name="pt26350"/>
            <p:cNvSpPr/>
            <p:nvPr/>
          </p:nvSpPr>
          <p:spPr>
            <a:xfrm>
              <a:off x="7154615" y="2207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1" name="pt26351"/>
            <p:cNvSpPr/>
            <p:nvPr/>
          </p:nvSpPr>
          <p:spPr>
            <a:xfrm>
              <a:off x="6987712" y="187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2" name="pt26352"/>
            <p:cNvSpPr/>
            <p:nvPr/>
          </p:nvSpPr>
          <p:spPr>
            <a:xfrm>
              <a:off x="7393804" y="1975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3" name="pt26353"/>
            <p:cNvSpPr/>
            <p:nvPr/>
          </p:nvSpPr>
          <p:spPr>
            <a:xfrm>
              <a:off x="6957892" y="2041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4" name="pt26354"/>
            <p:cNvSpPr/>
            <p:nvPr/>
          </p:nvSpPr>
          <p:spPr>
            <a:xfrm>
              <a:off x="7202953" y="2147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5" name="pt26355"/>
            <p:cNvSpPr/>
            <p:nvPr/>
          </p:nvSpPr>
          <p:spPr>
            <a:xfrm>
              <a:off x="6986972" y="1959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6" name="pt26356"/>
            <p:cNvSpPr/>
            <p:nvPr/>
          </p:nvSpPr>
          <p:spPr>
            <a:xfrm>
              <a:off x="6901516" y="1638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7" name="pt26357"/>
            <p:cNvSpPr/>
            <p:nvPr/>
          </p:nvSpPr>
          <p:spPr>
            <a:xfrm>
              <a:off x="7082708" y="2099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8" name="pt26358"/>
            <p:cNvSpPr/>
            <p:nvPr/>
          </p:nvSpPr>
          <p:spPr>
            <a:xfrm>
              <a:off x="6959773" y="2069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9" name="pt26359"/>
            <p:cNvSpPr/>
            <p:nvPr/>
          </p:nvSpPr>
          <p:spPr>
            <a:xfrm>
              <a:off x="7339434" y="2139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0" name="pt26360"/>
            <p:cNvSpPr/>
            <p:nvPr/>
          </p:nvSpPr>
          <p:spPr>
            <a:xfrm>
              <a:off x="7362974" y="2284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1" name="pt26361"/>
            <p:cNvSpPr/>
            <p:nvPr/>
          </p:nvSpPr>
          <p:spPr>
            <a:xfrm>
              <a:off x="7375537" y="2145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2" name="pt26362"/>
            <p:cNvSpPr/>
            <p:nvPr/>
          </p:nvSpPr>
          <p:spPr>
            <a:xfrm>
              <a:off x="6940432" y="2104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3" name="pt26363"/>
            <p:cNvSpPr/>
            <p:nvPr/>
          </p:nvSpPr>
          <p:spPr>
            <a:xfrm>
              <a:off x="7054837" y="2287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4" name="pt26364"/>
            <p:cNvSpPr/>
            <p:nvPr/>
          </p:nvSpPr>
          <p:spPr>
            <a:xfrm>
              <a:off x="7470523" y="2250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5" name="pt26365"/>
            <p:cNvSpPr/>
            <p:nvPr/>
          </p:nvSpPr>
          <p:spPr>
            <a:xfrm>
              <a:off x="7261175" y="2109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6" name="pt26366"/>
            <p:cNvSpPr/>
            <p:nvPr/>
          </p:nvSpPr>
          <p:spPr>
            <a:xfrm>
              <a:off x="7165390" y="2080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7" name="pt26367"/>
            <p:cNvSpPr/>
            <p:nvPr/>
          </p:nvSpPr>
          <p:spPr>
            <a:xfrm>
              <a:off x="6996387" y="2049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8" name="pt26368"/>
            <p:cNvSpPr/>
            <p:nvPr/>
          </p:nvSpPr>
          <p:spPr>
            <a:xfrm>
              <a:off x="7267739" y="2085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9" name="pt26369"/>
            <p:cNvSpPr/>
            <p:nvPr/>
          </p:nvSpPr>
          <p:spPr>
            <a:xfrm>
              <a:off x="7219375" y="2051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0" name="pt26370"/>
            <p:cNvSpPr/>
            <p:nvPr/>
          </p:nvSpPr>
          <p:spPr>
            <a:xfrm>
              <a:off x="7261282" y="2037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1" name="pt26371"/>
            <p:cNvSpPr/>
            <p:nvPr/>
          </p:nvSpPr>
          <p:spPr>
            <a:xfrm>
              <a:off x="7321389" y="1982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2" name="pt26372"/>
            <p:cNvSpPr/>
            <p:nvPr/>
          </p:nvSpPr>
          <p:spPr>
            <a:xfrm>
              <a:off x="7129420" y="2191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3" name="pt26373"/>
            <p:cNvSpPr/>
            <p:nvPr/>
          </p:nvSpPr>
          <p:spPr>
            <a:xfrm>
              <a:off x="7281594" y="2171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4" name="pt26374"/>
            <p:cNvSpPr/>
            <p:nvPr/>
          </p:nvSpPr>
          <p:spPr>
            <a:xfrm>
              <a:off x="7037037" y="2208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5" name="pt26375"/>
            <p:cNvSpPr/>
            <p:nvPr/>
          </p:nvSpPr>
          <p:spPr>
            <a:xfrm>
              <a:off x="7297857" y="2014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6" name="pt26376"/>
            <p:cNvSpPr/>
            <p:nvPr/>
          </p:nvSpPr>
          <p:spPr>
            <a:xfrm>
              <a:off x="7530343" y="2133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7" name="pt26377"/>
            <p:cNvSpPr/>
            <p:nvPr/>
          </p:nvSpPr>
          <p:spPr>
            <a:xfrm>
              <a:off x="6911161" y="2264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8" name="pt26378"/>
            <p:cNvSpPr/>
            <p:nvPr/>
          </p:nvSpPr>
          <p:spPr>
            <a:xfrm>
              <a:off x="7464460" y="2280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9" name="pt26379"/>
            <p:cNvSpPr/>
            <p:nvPr/>
          </p:nvSpPr>
          <p:spPr>
            <a:xfrm>
              <a:off x="7282054" y="2086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0" name="pt26380"/>
            <p:cNvSpPr/>
            <p:nvPr/>
          </p:nvSpPr>
          <p:spPr>
            <a:xfrm>
              <a:off x="6874621" y="2091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1" name="pt26381"/>
            <p:cNvSpPr/>
            <p:nvPr/>
          </p:nvSpPr>
          <p:spPr>
            <a:xfrm>
              <a:off x="7578984" y="197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2" name="pt26382"/>
            <p:cNvSpPr/>
            <p:nvPr/>
          </p:nvSpPr>
          <p:spPr>
            <a:xfrm>
              <a:off x="7150819" y="2184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3" name="pt26383"/>
            <p:cNvSpPr/>
            <p:nvPr/>
          </p:nvSpPr>
          <p:spPr>
            <a:xfrm>
              <a:off x="7125063" y="2164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4" name="pt26384"/>
            <p:cNvSpPr/>
            <p:nvPr/>
          </p:nvSpPr>
          <p:spPr>
            <a:xfrm>
              <a:off x="6951231" y="2122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5" name="pt26385"/>
            <p:cNvSpPr/>
            <p:nvPr/>
          </p:nvSpPr>
          <p:spPr>
            <a:xfrm>
              <a:off x="7034967" y="2140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6" name="pt26386"/>
            <p:cNvSpPr/>
            <p:nvPr/>
          </p:nvSpPr>
          <p:spPr>
            <a:xfrm>
              <a:off x="7310946" y="2147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7" name="pt26387"/>
            <p:cNvSpPr/>
            <p:nvPr/>
          </p:nvSpPr>
          <p:spPr>
            <a:xfrm>
              <a:off x="7140265" y="2148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8" name="pt26388"/>
            <p:cNvSpPr/>
            <p:nvPr/>
          </p:nvSpPr>
          <p:spPr>
            <a:xfrm>
              <a:off x="7076068" y="2239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9" name="pt26389"/>
            <p:cNvSpPr/>
            <p:nvPr/>
          </p:nvSpPr>
          <p:spPr>
            <a:xfrm>
              <a:off x="7049185" y="2327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0" name="pt26390"/>
            <p:cNvSpPr/>
            <p:nvPr/>
          </p:nvSpPr>
          <p:spPr>
            <a:xfrm>
              <a:off x="7515471" y="2743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1" name="pt26391"/>
            <p:cNvSpPr/>
            <p:nvPr/>
          </p:nvSpPr>
          <p:spPr>
            <a:xfrm>
              <a:off x="7321180" y="2166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2" name="pt26392"/>
            <p:cNvSpPr/>
            <p:nvPr/>
          </p:nvSpPr>
          <p:spPr>
            <a:xfrm>
              <a:off x="6804730" y="2275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3" name="pt26393"/>
            <p:cNvSpPr/>
            <p:nvPr/>
          </p:nvSpPr>
          <p:spPr>
            <a:xfrm>
              <a:off x="7250402" y="2174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4" name="pt26394"/>
            <p:cNvSpPr/>
            <p:nvPr/>
          </p:nvSpPr>
          <p:spPr>
            <a:xfrm>
              <a:off x="6681884" y="2268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5" name="pt26395"/>
            <p:cNvSpPr/>
            <p:nvPr/>
          </p:nvSpPr>
          <p:spPr>
            <a:xfrm>
              <a:off x="7146289" y="2182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6" name="pt26396"/>
            <p:cNvSpPr/>
            <p:nvPr/>
          </p:nvSpPr>
          <p:spPr>
            <a:xfrm>
              <a:off x="7362077" y="2430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7" name="pt26397"/>
            <p:cNvSpPr/>
            <p:nvPr/>
          </p:nvSpPr>
          <p:spPr>
            <a:xfrm>
              <a:off x="7160326" y="2029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8" name="pt26398"/>
            <p:cNvSpPr/>
            <p:nvPr/>
          </p:nvSpPr>
          <p:spPr>
            <a:xfrm>
              <a:off x="7263985" y="2102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9" name="pt26399"/>
            <p:cNvSpPr/>
            <p:nvPr/>
          </p:nvSpPr>
          <p:spPr>
            <a:xfrm>
              <a:off x="7375329" y="2256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0" name="pt26400"/>
            <p:cNvSpPr/>
            <p:nvPr/>
          </p:nvSpPr>
          <p:spPr>
            <a:xfrm>
              <a:off x="7004489" y="1848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1" name="pt26401"/>
            <p:cNvSpPr/>
            <p:nvPr/>
          </p:nvSpPr>
          <p:spPr>
            <a:xfrm>
              <a:off x="7120205" y="2120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2" name="pt26402"/>
            <p:cNvSpPr/>
            <p:nvPr/>
          </p:nvSpPr>
          <p:spPr>
            <a:xfrm>
              <a:off x="7219015" y="2003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3" name="pt26403"/>
            <p:cNvSpPr/>
            <p:nvPr/>
          </p:nvSpPr>
          <p:spPr>
            <a:xfrm>
              <a:off x="7162943" y="2116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4" name="pt26404"/>
            <p:cNvSpPr/>
            <p:nvPr/>
          </p:nvSpPr>
          <p:spPr>
            <a:xfrm>
              <a:off x="7059230" y="2140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5" name="pt26405"/>
            <p:cNvSpPr/>
            <p:nvPr/>
          </p:nvSpPr>
          <p:spPr>
            <a:xfrm>
              <a:off x="7340791" y="2014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6" name="pt26406"/>
            <p:cNvSpPr/>
            <p:nvPr/>
          </p:nvSpPr>
          <p:spPr>
            <a:xfrm>
              <a:off x="7344705" y="1827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7" name="pt26407"/>
            <p:cNvSpPr/>
            <p:nvPr/>
          </p:nvSpPr>
          <p:spPr>
            <a:xfrm>
              <a:off x="7187309" y="2075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8" name="pt26408"/>
            <p:cNvSpPr/>
            <p:nvPr/>
          </p:nvSpPr>
          <p:spPr>
            <a:xfrm>
              <a:off x="7222738" y="2235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9" name="pt26409"/>
            <p:cNvSpPr/>
            <p:nvPr/>
          </p:nvSpPr>
          <p:spPr>
            <a:xfrm>
              <a:off x="7124783" y="2125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0" name="pt26410"/>
            <p:cNvSpPr/>
            <p:nvPr/>
          </p:nvSpPr>
          <p:spPr>
            <a:xfrm>
              <a:off x="7178014" y="2086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1" name="pt26411"/>
            <p:cNvSpPr/>
            <p:nvPr/>
          </p:nvSpPr>
          <p:spPr>
            <a:xfrm>
              <a:off x="7015983" y="1845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2" name="pt26412"/>
            <p:cNvSpPr/>
            <p:nvPr/>
          </p:nvSpPr>
          <p:spPr>
            <a:xfrm>
              <a:off x="6742035" y="1650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3" name="pt26413"/>
            <p:cNvSpPr/>
            <p:nvPr/>
          </p:nvSpPr>
          <p:spPr>
            <a:xfrm>
              <a:off x="7233128" y="2232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4" name="pt26414"/>
            <p:cNvSpPr/>
            <p:nvPr/>
          </p:nvSpPr>
          <p:spPr>
            <a:xfrm>
              <a:off x="6931743" y="2176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5" name="pt26415"/>
            <p:cNvSpPr/>
            <p:nvPr/>
          </p:nvSpPr>
          <p:spPr>
            <a:xfrm>
              <a:off x="7349731" y="2134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6" name="pt26416"/>
            <p:cNvSpPr/>
            <p:nvPr/>
          </p:nvSpPr>
          <p:spPr>
            <a:xfrm>
              <a:off x="7318678" y="1989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7" name="pt26417"/>
            <p:cNvSpPr/>
            <p:nvPr/>
          </p:nvSpPr>
          <p:spPr>
            <a:xfrm>
              <a:off x="6987539" y="2024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8" name="pt26418"/>
            <p:cNvSpPr/>
            <p:nvPr/>
          </p:nvSpPr>
          <p:spPr>
            <a:xfrm>
              <a:off x="7057387" y="2195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9" name="pt26419"/>
            <p:cNvSpPr/>
            <p:nvPr/>
          </p:nvSpPr>
          <p:spPr>
            <a:xfrm>
              <a:off x="7046569" y="2214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0" name="pt26420"/>
            <p:cNvSpPr/>
            <p:nvPr/>
          </p:nvSpPr>
          <p:spPr>
            <a:xfrm>
              <a:off x="6652103" y="2043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1" name="pt26421"/>
            <p:cNvSpPr/>
            <p:nvPr/>
          </p:nvSpPr>
          <p:spPr>
            <a:xfrm>
              <a:off x="7049943" y="2393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2" name="pt26422"/>
            <p:cNvSpPr/>
            <p:nvPr/>
          </p:nvSpPr>
          <p:spPr>
            <a:xfrm>
              <a:off x="7119412" y="2178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3" name="pt26423"/>
            <p:cNvSpPr/>
            <p:nvPr/>
          </p:nvSpPr>
          <p:spPr>
            <a:xfrm>
              <a:off x="7202509" y="2020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4" name="pt26424"/>
            <p:cNvSpPr/>
            <p:nvPr/>
          </p:nvSpPr>
          <p:spPr>
            <a:xfrm>
              <a:off x="7129398" y="2151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5" name="pt26425"/>
            <p:cNvSpPr/>
            <p:nvPr/>
          </p:nvSpPr>
          <p:spPr>
            <a:xfrm>
              <a:off x="6967041" y="2074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6" name="pt26426"/>
            <p:cNvSpPr/>
            <p:nvPr/>
          </p:nvSpPr>
          <p:spPr>
            <a:xfrm>
              <a:off x="7172844" y="1967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7" name="pt26427"/>
            <p:cNvSpPr/>
            <p:nvPr/>
          </p:nvSpPr>
          <p:spPr>
            <a:xfrm>
              <a:off x="6979325" y="2014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8" name="pt26428"/>
            <p:cNvSpPr/>
            <p:nvPr/>
          </p:nvSpPr>
          <p:spPr>
            <a:xfrm>
              <a:off x="7258894" y="2119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9" name="pt26429"/>
            <p:cNvSpPr/>
            <p:nvPr/>
          </p:nvSpPr>
          <p:spPr>
            <a:xfrm>
              <a:off x="7233320" y="2171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0" name="pt26430"/>
            <p:cNvSpPr/>
            <p:nvPr/>
          </p:nvSpPr>
          <p:spPr>
            <a:xfrm>
              <a:off x="7152283" y="2318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1" name="pt26431"/>
            <p:cNvSpPr/>
            <p:nvPr/>
          </p:nvSpPr>
          <p:spPr>
            <a:xfrm>
              <a:off x="7043769" y="2296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2" name="pt26432"/>
            <p:cNvSpPr/>
            <p:nvPr/>
          </p:nvSpPr>
          <p:spPr>
            <a:xfrm>
              <a:off x="7104930" y="2229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3" name="pt26433"/>
            <p:cNvSpPr/>
            <p:nvPr/>
          </p:nvSpPr>
          <p:spPr>
            <a:xfrm>
              <a:off x="7073614" y="2228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4" name="pt26434"/>
            <p:cNvSpPr/>
            <p:nvPr/>
          </p:nvSpPr>
          <p:spPr>
            <a:xfrm>
              <a:off x="6890676" y="2085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5" name="pt26435"/>
            <p:cNvSpPr/>
            <p:nvPr/>
          </p:nvSpPr>
          <p:spPr>
            <a:xfrm>
              <a:off x="7229536" y="2217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6" name="pt26436"/>
            <p:cNvSpPr/>
            <p:nvPr/>
          </p:nvSpPr>
          <p:spPr>
            <a:xfrm>
              <a:off x="7092050" y="2226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7" name="pt26437"/>
            <p:cNvSpPr/>
            <p:nvPr/>
          </p:nvSpPr>
          <p:spPr>
            <a:xfrm>
              <a:off x="7093575" y="2212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8" name="pt26438"/>
            <p:cNvSpPr/>
            <p:nvPr/>
          </p:nvSpPr>
          <p:spPr>
            <a:xfrm>
              <a:off x="7338412" y="2113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9" name="pt26439"/>
            <p:cNvSpPr/>
            <p:nvPr/>
          </p:nvSpPr>
          <p:spPr>
            <a:xfrm>
              <a:off x="7293412" y="1991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0" name="pt26440"/>
            <p:cNvSpPr/>
            <p:nvPr/>
          </p:nvSpPr>
          <p:spPr>
            <a:xfrm>
              <a:off x="6885366" y="1916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1" name="pt26441"/>
            <p:cNvSpPr/>
            <p:nvPr/>
          </p:nvSpPr>
          <p:spPr>
            <a:xfrm>
              <a:off x="7181738" y="2146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2" name="pt26442"/>
            <p:cNvSpPr/>
            <p:nvPr/>
          </p:nvSpPr>
          <p:spPr>
            <a:xfrm>
              <a:off x="7133108" y="2114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3" name="pt26443"/>
            <p:cNvSpPr/>
            <p:nvPr/>
          </p:nvSpPr>
          <p:spPr>
            <a:xfrm>
              <a:off x="7170581" y="200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4" name="pt26444"/>
            <p:cNvSpPr/>
            <p:nvPr/>
          </p:nvSpPr>
          <p:spPr>
            <a:xfrm>
              <a:off x="7106683" y="2185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5" name="pt26445"/>
            <p:cNvSpPr/>
            <p:nvPr/>
          </p:nvSpPr>
          <p:spPr>
            <a:xfrm>
              <a:off x="7374465" y="273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6" name="pt26446"/>
            <p:cNvSpPr/>
            <p:nvPr/>
          </p:nvSpPr>
          <p:spPr>
            <a:xfrm>
              <a:off x="7164955" y="2041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7" name="pt26447"/>
            <p:cNvSpPr/>
            <p:nvPr/>
          </p:nvSpPr>
          <p:spPr>
            <a:xfrm>
              <a:off x="7330404" y="1966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8" name="pt26448"/>
            <p:cNvSpPr/>
            <p:nvPr/>
          </p:nvSpPr>
          <p:spPr>
            <a:xfrm>
              <a:off x="7080845" y="2122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9" name="pt26449"/>
            <p:cNvSpPr/>
            <p:nvPr/>
          </p:nvSpPr>
          <p:spPr>
            <a:xfrm>
              <a:off x="7122293" y="2107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0" name="pt26450"/>
            <p:cNvSpPr/>
            <p:nvPr/>
          </p:nvSpPr>
          <p:spPr>
            <a:xfrm>
              <a:off x="7099359" y="2227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1" name="pt26451"/>
            <p:cNvSpPr/>
            <p:nvPr/>
          </p:nvSpPr>
          <p:spPr>
            <a:xfrm>
              <a:off x="7017377" y="1954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2" name="pt26452"/>
            <p:cNvSpPr/>
            <p:nvPr/>
          </p:nvSpPr>
          <p:spPr>
            <a:xfrm>
              <a:off x="7098338" y="2194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3" name="pt26453"/>
            <p:cNvSpPr/>
            <p:nvPr/>
          </p:nvSpPr>
          <p:spPr>
            <a:xfrm>
              <a:off x="7127884" y="2087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4" name="pt26454"/>
            <p:cNvSpPr/>
            <p:nvPr/>
          </p:nvSpPr>
          <p:spPr>
            <a:xfrm>
              <a:off x="6872178" y="2223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5" name="pt26455"/>
            <p:cNvSpPr/>
            <p:nvPr/>
          </p:nvSpPr>
          <p:spPr>
            <a:xfrm>
              <a:off x="7036412" y="2090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6" name="pt26456"/>
            <p:cNvSpPr/>
            <p:nvPr/>
          </p:nvSpPr>
          <p:spPr>
            <a:xfrm>
              <a:off x="7116910" y="2186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7" name="pt26457"/>
            <p:cNvSpPr/>
            <p:nvPr/>
          </p:nvSpPr>
          <p:spPr>
            <a:xfrm>
              <a:off x="7140403" y="2178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8" name="pt26458"/>
            <p:cNvSpPr/>
            <p:nvPr/>
          </p:nvSpPr>
          <p:spPr>
            <a:xfrm>
              <a:off x="7183628" y="2128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9" name="pt26459"/>
            <p:cNvSpPr/>
            <p:nvPr/>
          </p:nvSpPr>
          <p:spPr>
            <a:xfrm>
              <a:off x="7092104" y="2216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0" name="pt26460"/>
            <p:cNvSpPr/>
            <p:nvPr/>
          </p:nvSpPr>
          <p:spPr>
            <a:xfrm>
              <a:off x="7223641" y="2240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1" name="pt26461"/>
            <p:cNvSpPr/>
            <p:nvPr/>
          </p:nvSpPr>
          <p:spPr>
            <a:xfrm>
              <a:off x="7184615" y="2189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2" name="pt26462"/>
            <p:cNvSpPr/>
            <p:nvPr/>
          </p:nvSpPr>
          <p:spPr>
            <a:xfrm>
              <a:off x="7204108" y="2098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3" name="pt26463"/>
            <p:cNvSpPr/>
            <p:nvPr/>
          </p:nvSpPr>
          <p:spPr>
            <a:xfrm>
              <a:off x="7033606" y="2082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4" name="pt26464"/>
            <p:cNvSpPr/>
            <p:nvPr/>
          </p:nvSpPr>
          <p:spPr>
            <a:xfrm>
              <a:off x="7130317" y="2119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5" name="pt26465"/>
            <p:cNvSpPr/>
            <p:nvPr/>
          </p:nvSpPr>
          <p:spPr>
            <a:xfrm>
              <a:off x="6896853" y="2034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6" name="pt26466"/>
            <p:cNvSpPr/>
            <p:nvPr/>
          </p:nvSpPr>
          <p:spPr>
            <a:xfrm>
              <a:off x="7111652" y="2113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7" name="pt26467"/>
            <p:cNvSpPr/>
            <p:nvPr/>
          </p:nvSpPr>
          <p:spPr>
            <a:xfrm>
              <a:off x="7233723" y="2094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8" name="pt26468"/>
            <p:cNvSpPr/>
            <p:nvPr/>
          </p:nvSpPr>
          <p:spPr>
            <a:xfrm>
              <a:off x="7020202" y="2081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9" name="pt26469"/>
            <p:cNvSpPr/>
            <p:nvPr/>
          </p:nvSpPr>
          <p:spPr>
            <a:xfrm>
              <a:off x="7088785" y="2185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0" name="pt26470"/>
            <p:cNvSpPr/>
            <p:nvPr/>
          </p:nvSpPr>
          <p:spPr>
            <a:xfrm>
              <a:off x="7320337" y="1912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1" name="pt26471"/>
            <p:cNvSpPr/>
            <p:nvPr/>
          </p:nvSpPr>
          <p:spPr>
            <a:xfrm>
              <a:off x="7119437" y="2146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2" name="pt26472"/>
            <p:cNvSpPr/>
            <p:nvPr/>
          </p:nvSpPr>
          <p:spPr>
            <a:xfrm>
              <a:off x="7273401" y="2020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3" name="pt26473"/>
            <p:cNvSpPr/>
            <p:nvPr/>
          </p:nvSpPr>
          <p:spPr>
            <a:xfrm>
              <a:off x="6770851" y="251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4" name="pt26474"/>
            <p:cNvSpPr/>
            <p:nvPr/>
          </p:nvSpPr>
          <p:spPr>
            <a:xfrm>
              <a:off x="7213342" y="2392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5" name="pt26475"/>
            <p:cNvSpPr/>
            <p:nvPr/>
          </p:nvSpPr>
          <p:spPr>
            <a:xfrm>
              <a:off x="7126256" y="2140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6" name="pt26476"/>
            <p:cNvSpPr/>
            <p:nvPr/>
          </p:nvSpPr>
          <p:spPr>
            <a:xfrm>
              <a:off x="7162537" y="2048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7" name="pt26477"/>
            <p:cNvSpPr/>
            <p:nvPr/>
          </p:nvSpPr>
          <p:spPr>
            <a:xfrm>
              <a:off x="7157445" y="2104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8" name="pt26478"/>
            <p:cNvSpPr/>
            <p:nvPr/>
          </p:nvSpPr>
          <p:spPr>
            <a:xfrm>
              <a:off x="7059082" y="2088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9" name="pt26479"/>
            <p:cNvSpPr/>
            <p:nvPr/>
          </p:nvSpPr>
          <p:spPr>
            <a:xfrm>
              <a:off x="7356032" y="2336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0" name="pt26480"/>
            <p:cNvSpPr/>
            <p:nvPr/>
          </p:nvSpPr>
          <p:spPr>
            <a:xfrm>
              <a:off x="7265762" y="2017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1" name="pt26481"/>
            <p:cNvSpPr/>
            <p:nvPr/>
          </p:nvSpPr>
          <p:spPr>
            <a:xfrm>
              <a:off x="7190105" y="205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2" name="pt26482"/>
            <p:cNvSpPr/>
            <p:nvPr/>
          </p:nvSpPr>
          <p:spPr>
            <a:xfrm>
              <a:off x="7178206" y="2049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3" name="pt26483"/>
            <p:cNvSpPr/>
            <p:nvPr/>
          </p:nvSpPr>
          <p:spPr>
            <a:xfrm>
              <a:off x="7095629" y="2096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4" name="pt26484"/>
            <p:cNvSpPr/>
            <p:nvPr/>
          </p:nvSpPr>
          <p:spPr>
            <a:xfrm>
              <a:off x="7125835" y="2115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5" name="pt26485"/>
            <p:cNvSpPr/>
            <p:nvPr/>
          </p:nvSpPr>
          <p:spPr>
            <a:xfrm>
              <a:off x="7191329" y="2215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6" name="pt26486"/>
            <p:cNvSpPr/>
            <p:nvPr/>
          </p:nvSpPr>
          <p:spPr>
            <a:xfrm>
              <a:off x="7136620" y="2182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7" name="pt26487"/>
            <p:cNvSpPr/>
            <p:nvPr/>
          </p:nvSpPr>
          <p:spPr>
            <a:xfrm>
              <a:off x="7011061" y="1688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8" name="pt26488"/>
            <p:cNvSpPr/>
            <p:nvPr/>
          </p:nvSpPr>
          <p:spPr>
            <a:xfrm>
              <a:off x="7128687" y="2088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9" name="pt26489"/>
            <p:cNvSpPr/>
            <p:nvPr/>
          </p:nvSpPr>
          <p:spPr>
            <a:xfrm>
              <a:off x="6989124" y="1821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0" name="pt26490"/>
            <p:cNvSpPr/>
            <p:nvPr/>
          </p:nvSpPr>
          <p:spPr>
            <a:xfrm>
              <a:off x="7037485" y="2240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1" name="pt26491"/>
            <p:cNvSpPr/>
            <p:nvPr/>
          </p:nvSpPr>
          <p:spPr>
            <a:xfrm>
              <a:off x="7298568" y="2093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2" name="pt26492"/>
            <p:cNvSpPr/>
            <p:nvPr/>
          </p:nvSpPr>
          <p:spPr>
            <a:xfrm>
              <a:off x="7094844" y="2209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3" name="pt26493"/>
            <p:cNvSpPr/>
            <p:nvPr/>
          </p:nvSpPr>
          <p:spPr>
            <a:xfrm>
              <a:off x="7120865" y="2149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4" name="pt26494"/>
            <p:cNvSpPr/>
            <p:nvPr/>
          </p:nvSpPr>
          <p:spPr>
            <a:xfrm>
              <a:off x="7478196" y="2155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5" name="pt26495"/>
            <p:cNvSpPr/>
            <p:nvPr/>
          </p:nvSpPr>
          <p:spPr>
            <a:xfrm>
              <a:off x="7166592" y="2089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6" name="pt26496"/>
            <p:cNvSpPr/>
            <p:nvPr/>
          </p:nvSpPr>
          <p:spPr>
            <a:xfrm>
              <a:off x="7099972" y="2250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7" name="pt26497"/>
            <p:cNvSpPr/>
            <p:nvPr/>
          </p:nvSpPr>
          <p:spPr>
            <a:xfrm>
              <a:off x="7192443" y="2010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8" name="pt26498"/>
            <p:cNvSpPr/>
            <p:nvPr/>
          </p:nvSpPr>
          <p:spPr>
            <a:xfrm>
              <a:off x="6788125" y="2404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9" name="pt26499"/>
            <p:cNvSpPr/>
            <p:nvPr/>
          </p:nvSpPr>
          <p:spPr>
            <a:xfrm>
              <a:off x="7164772" y="2126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0" name="pt26500"/>
            <p:cNvSpPr/>
            <p:nvPr/>
          </p:nvSpPr>
          <p:spPr>
            <a:xfrm>
              <a:off x="7295752" y="1908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1" name="pt26501"/>
            <p:cNvSpPr/>
            <p:nvPr/>
          </p:nvSpPr>
          <p:spPr>
            <a:xfrm>
              <a:off x="7166015" y="1998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2" name="pt26502"/>
            <p:cNvSpPr/>
            <p:nvPr/>
          </p:nvSpPr>
          <p:spPr>
            <a:xfrm>
              <a:off x="7089283" y="2204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3" name="pt26503"/>
            <p:cNvSpPr/>
            <p:nvPr/>
          </p:nvSpPr>
          <p:spPr>
            <a:xfrm>
              <a:off x="7137238" y="2198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4" name="pt26504"/>
            <p:cNvSpPr/>
            <p:nvPr/>
          </p:nvSpPr>
          <p:spPr>
            <a:xfrm>
              <a:off x="7075614" y="2259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5" name="pt26505"/>
            <p:cNvSpPr/>
            <p:nvPr/>
          </p:nvSpPr>
          <p:spPr>
            <a:xfrm>
              <a:off x="7384754" y="2382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6" name="pt26506"/>
            <p:cNvSpPr/>
            <p:nvPr/>
          </p:nvSpPr>
          <p:spPr>
            <a:xfrm>
              <a:off x="7149019" y="2213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7" name="pt26507"/>
            <p:cNvSpPr/>
            <p:nvPr/>
          </p:nvSpPr>
          <p:spPr>
            <a:xfrm>
              <a:off x="6981787" y="1890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8" name="pt26508"/>
            <p:cNvSpPr/>
            <p:nvPr/>
          </p:nvSpPr>
          <p:spPr>
            <a:xfrm>
              <a:off x="7371931" y="2623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9" name="pt26509"/>
            <p:cNvSpPr/>
            <p:nvPr/>
          </p:nvSpPr>
          <p:spPr>
            <a:xfrm>
              <a:off x="7294213" y="2038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0" name="pt26510"/>
            <p:cNvSpPr/>
            <p:nvPr/>
          </p:nvSpPr>
          <p:spPr>
            <a:xfrm>
              <a:off x="7365497" y="2553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1" name="pt26511"/>
            <p:cNvSpPr/>
            <p:nvPr/>
          </p:nvSpPr>
          <p:spPr>
            <a:xfrm>
              <a:off x="7284670" y="2017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2" name="pt26512"/>
            <p:cNvSpPr/>
            <p:nvPr/>
          </p:nvSpPr>
          <p:spPr>
            <a:xfrm>
              <a:off x="7355615" y="2252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3" name="pt26513"/>
            <p:cNvSpPr/>
            <p:nvPr/>
          </p:nvSpPr>
          <p:spPr>
            <a:xfrm>
              <a:off x="7124887" y="2140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4" name="pt26514"/>
            <p:cNvSpPr/>
            <p:nvPr/>
          </p:nvSpPr>
          <p:spPr>
            <a:xfrm>
              <a:off x="6947857" y="2185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5" name="pt26515"/>
            <p:cNvSpPr/>
            <p:nvPr/>
          </p:nvSpPr>
          <p:spPr>
            <a:xfrm>
              <a:off x="6983058" y="1958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6" name="pt26516"/>
            <p:cNvSpPr/>
            <p:nvPr/>
          </p:nvSpPr>
          <p:spPr>
            <a:xfrm>
              <a:off x="7304698" y="2186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7" name="pt26517"/>
            <p:cNvSpPr/>
            <p:nvPr/>
          </p:nvSpPr>
          <p:spPr>
            <a:xfrm>
              <a:off x="7328755" y="2029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8" name="pt26518"/>
            <p:cNvSpPr/>
            <p:nvPr/>
          </p:nvSpPr>
          <p:spPr>
            <a:xfrm>
              <a:off x="7192834" y="2012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9" name="pt26519"/>
            <p:cNvSpPr/>
            <p:nvPr/>
          </p:nvSpPr>
          <p:spPr>
            <a:xfrm>
              <a:off x="6878888" y="2065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0" name="pt26520"/>
            <p:cNvSpPr/>
            <p:nvPr/>
          </p:nvSpPr>
          <p:spPr>
            <a:xfrm>
              <a:off x="7141274" y="2195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1" name="pt26521"/>
            <p:cNvSpPr/>
            <p:nvPr/>
          </p:nvSpPr>
          <p:spPr>
            <a:xfrm>
              <a:off x="7182524" y="2059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2" name="pt26522"/>
            <p:cNvSpPr/>
            <p:nvPr/>
          </p:nvSpPr>
          <p:spPr>
            <a:xfrm>
              <a:off x="7126715" y="2195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3" name="pt26523"/>
            <p:cNvSpPr/>
            <p:nvPr/>
          </p:nvSpPr>
          <p:spPr>
            <a:xfrm>
              <a:off x="6928101" y="2187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4" name="pt26524"/>
            <p:cNvSpPr/>
            <p:nvPr/>
          </p:nvSpPr>
          <p:spPr>
            <a:xfrm>
              <a:off x="7143801" y="2222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5" name="pt26525"/>
            <p:cNvSpPr/>
            <p:nvPr/>
          </p:nvSpPr>
          <p:spPr>
            <a:xfrm>
              <a:off x="7245001" y="2249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6" name="pt26526"/>
            <p:cNvSpPr/>
            <p:nvPr/>
          </p:nvSpPr>
          <p:spPr>
            <a:xfrm>
              <a:off x="7264325" y="2026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7" name="pt26527"/>
            <p:cNvSpPr/>
            <p:nvPr/>
          </p:nvSpPr>
          <p:spPr>
            <a:xfrm>
              <a:off x="7106517" y="2161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8" name="pt26528"/>
            <p:cNvSpPr/>
            <p:nvPr/>
          </p:nvSpPr>
          <p:spPr>
            <a:xfrm>
              <a:off x="7772251" y="2413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9" name="pt26529"/>
            <p:cNvSpPr/>
            <p:nvPr/>
          </p:nvSpPr>
          <p:spPr>
            <a:xfrm>
              <a:off x="7154791" y="2283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0" name="pt26530"/>
            <p:cNvSpPr/>
            <p:nvPr/>
          </p:nvSpPr>
          <p:spPr>
            <a:xfrm>
              <a:off x="7093336" y="2236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1" name="pt26531"/>
            <p:cNvSpPr/>
            <p:nvPr/>
          </p:nvSpPr>
          <p:spPr>
            <a:xfrm>
              <a:off x="7226724" y="2184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2" name="pt26532"/>
            <p:cNvSpPr/>
            <p:nvPr/>
          </p:nvSpPr>
          <p:spPr>
            <a:xfrm>
              <a:off x="7209537" y="2257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3" name="pt26533"/>
            <p:cNvSpPr/>
            <p:nvPr/>
          </p:nvSpPr>
          <p:spPr>
            <a:xfrm>
              <a:off x="7174372" y="2012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4" name="pt26534"/>
            <p:cNvSpPr/>
            <p:nvPr/>
          </p:nvSpPr>
          <p:spPr>
            <a:xfrm>
              <a:off x="7149609" y="2238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5" name="pt26535"/>
            <p:cNvSpPr/>
            <p:nvPr/>
          </p:nvSpPr>
          <p:spPr>
            <a:xfrm>
              <a:off x="7314534" y="2028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6" name="pt26536"/>
            <p:cNvSpPr/>
            <p:nvPr/>
          </p:nvSpPr>
          <p:spPr>
            <a:xfrm>
              <a:off x="6998424" y="1951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7" name="pt26537"/>
            <p:cNvSpPr/>
            <p:nvPr/>
          </p:nvSpPr>
          <p:spPr>
            <a:xfrm>
              <a:off x="7165659" y="2072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8" name="pt26538"/>
            <p:cNvSpPr/>
            <p:nvPr/>
          </p:nvSpPr>
          <p:spPr>
            <a:xfrm>
              <a:off x="7086757" y="2186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9" name="pt26539"/>
            <p:cNvSpPr/>
            <p:nvPr/>
          </p:nvSpPr>
          <p:spPr>
            <a:xfrm>
              <a:off x="6828828" y="1946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0" name="pt26540"/>
            <p:cNvSpPr/>
            <p:nvPr/>
          </p:nvSpPr>
          <p:spPr>
            <a:xfrm>
              <a:off x="7134703" y="2141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1" name="pt26541"/>
            <p:cNvSpPr/>
            <p:nvPr/>
          </p:nvSpPr>
          <p:spPr>
            <a:xfrm>
              <a:off x="7235173" y="2135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2" name="pt26542"/>
            <p:cNvSpPr/>
            <p:nvPr/>
          </p:nvSpPr>
          <p:spPr>
            <a:xfrm>
              <a:off x="7067517" y="2038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3" name="pt26543"/>
            <p:cNvSpPr/>
            <p:nvPr/>
          </p:nvSpPr>
          <p:spPr>
            <a:xfrm>
              <a:off x="7098638" y="2317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4" name="pt26544"/>
            <p:cNvSpPr/>
            <p:nvPr/>
          </p:nvSpPr>
          <p:spPr>
            <a:xfrm>
              <a:off x="7217081" y="2125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5" name="pt26545"/>
            <p:cNvSpPr/>
            <p:nvPr/>
          </p:nvSpPr>
          <p:spPr>
            <a:xfrm>
              <a:off x="7117259" y="219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6" name="pt26546"/>
            <p:cNvSpPr/>
            <p:nvPr/>
          </p:nvSpPr>
          <p:spPr>
            <a:xfrm>
              <a:off x="7153942" y="2356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7" name="pt26547"/>
            <p:cNvSpPr/>
            <p:nvPr/>
          </p:nvSpPr>
          <p:spPr>
            <a:xfrm>
              <a:off x="7098904" y="2114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8" name="pt26548"/>
            <p:cNvSpPr/>
            <p:nvPr/>
          </p:nvSpPr>
          <p:spPr>
            <a:xfrm>
              <a:off x="7269522" y="2179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9" name="pt26549"/>
            <p:cNvSpPr/>
            <p:nvPr/>
          </p:nvSpPr>
          <p:spPr>
            <a:xfrm>
              <a:off x="6954046" y="2050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0" name="pt26550"/>
            <p:cNvSpPr/>
            <p:nvPr/>
          </p:nvSpPr>
          <p:spPr>
            <a:xfrm>
              <a:off x="7368819" y="2555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1" name="pt26551"/>
            <p:cNvSpPr/>
            <p:nvPr/>
          </p:nvSpPr>
          <p:spPr>
            <a:xfrm>
              <a:off x="7277170" y="2017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2" name="pt26552"/>
            <p:cNvSpPr/>
            <p:nvPr/>
          </p:nvSpPr>
          <p:spPr>
            <a:xfrm>
              <a:off x="7162856" y="2069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3" name="pt26553"/>
            <p:cNvSpPr/>
            <p:nvPr/>
          </p:nvSpPr>
          <p:spPr>
            <a:xfrm>
              <a:off x="7109713" y="2074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4" name="pt26554"/>
            <p:cNvSpPr/>
            <p:nvPr/>
          </p:nvSpPr>
          <p:spPr>
            <a:xfrm>
              <a:off x="6458200" y="1912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5" name="pt26555"/>
            <p:cNvSpPr/>
            <p:nvPr/>
          </p:nvSpPr>
          <p:spPr>
            <a:xfrm>
              <a:off x="7226481" y="2093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6" name="pt26556"/>
            <p:cNvSpPr/>
            <p:nvPr/>
          </p:nvSpPr>
          <p:spPr>
            <a:xfrm>
              <a:off x="7186197" y="2092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7" name="pt26557"/>
            <p:cNvSpPr/>
            <p:nvPr/>
          </p:nvSpPr>
          <p:spPr>
            <a:xfrm>
              <a:off x="7338867" y="2079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8" name="pt26558"/>
            <p:cNvSpPr/>
            <p:nvPr/>
          </p:nvSpPr>
          <p:spPr>
            <a:xfrm>
              <a:off x="7198136" y="2028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9" name="pt26559"/>
            <p:cNvSpPr/>
            <p:nvPr/>
          </p:nvSpPr>
          <p:spPr>
            <a:xfrm>
              <a:off x="7149840" y="2325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0" name="pt26560"/>
            <p:cNvSpPr/>
            <p:nvPr/>
          </p:nvSpPr>
          <p:spPr>
            <a:xfrm>
              <a:off x="7142542" y="2276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1" name="pt26561"/>
            <p:cNvSpPr/>
            <p:nvPr/>
          </p:nvSpPr>
          <p:spPr>
            <a:xfrm>
              <a:off x="7445727" y="2591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2" name="pt26562"/>
            <p:cNvSpPr/>
            <p:nvPr/>
          </p:nvSpPr>
          <p:spPr>
            <a:xfrm>
              <a:off x="7067629" y="2109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3" name="pt26563"/>
            <p:cNvSpPr/>
            <p:nvPr/>
          </p:nvSpPr>
          <p:spPr>
            <a:xfrm>
              <a:off x="7596715" y="2709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4" name="pt26564"/>
            <p:cNvSpPr/>
            <p:nvPr/>
          </p:nvSpPr>
          <p:spPr>
            <a:xfrm>
              <a:off x="7175320" y="2069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5" name="pt26565"/>
            <p:cNvSpPr/>
            <p:nvPr/>
          </p:nvSpPr>
          <p:spPr>
            <a:xfrm>
              <a:off x="6980757" y="202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6" name="pt26566"/>
            <p:cNvSpPr/>
            <p:nvPr/>
          </p:nvSpPr>
          <p:spPr>
            <a:xfrm>
              <a:off x="7174139" y="1979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7" name="pt26567"/>
            <p:cNvSpPr/>
            <p:nvPr/>
          </p:nvSpPr>
          <p:spPr>
            <a:xfrm>
              <a:off x="7264553" y="206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8" name="pt26568"/>
            <p:cNvSpPr/>
            <p:nvPr/>
          </p:nvSpPr>
          <p:spPr>
            <a:xfrm>
              <a:off x="7331479" y="1811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9" name="pt26569"/>
            <p:cNvSpPr/>
            <p:nvPr/>
          </p:nvSpPr>
          <p:spPr>
            <a:xfrm>
              <a:off x="7106326" y="2209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0" name="pt26570"/>
            <p:cNvSpPr/>
            <p:nvPr/>
          </p:nvSpPr>
          <p:spPr>
            <a:xfrm>
              <a:off x="7167223" y="2017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1" name="pt26571"/>
            <p:cNvSpPr/>
            <p:nvPr/>
          </p:nvSpPr>
          <p:spPr>
            <a:xfrm>
              <a:off x="6829946" y="1777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2" name="pt26572"/>
            <p:cNvSpPr/>
            <p:nvPr/>
          </p:nvSpPr>
          <p:spPr>
            <a:xfrm>
              <a:off x="6925524" y="2185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3" name="pt26573"/>
            <p:cNvSpPr/>
            <p:nvPr/>
          </p:nvSpPr>
          <p:spPr>
            <a:xfrm>
              <a:off x="7219898" y="2024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4" name="pt26574"/>
            <p:cNvSpPr/>
            <p:nvPr/>
          </p:nvSpPr>
          <p:spPr>
            <a:xfrm>
              <a:off x="7275185" y="199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5" name="pt26575"/>
            <p:cNvSpPr/>
            <p:nvPr/>
          </p:nvSpPr>
          <p:spPr>
            <a:xfrm>
              <a:off x="7390601" y="1978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6" name="pt26576"/>
            <p:cNvSpPr/>
            <p:nvPr/>
          </p:nvSpPr>
          <p:spPr>
            <a:xfrm>
              <a:off x="7143687" y="2219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7" name="pt26577"/>
            <p:cNvSpPr/>
            <p:nvPr/>
          </p:nvSpPr>
          <p:spPr>
            <a:xfrm>
              <a:off x="6928481" y="2238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8" name="pt26578"/>
            <p:cNvSpPr/>
            <p:nvPr/>
          </p:nvSpPr>
          <p:spPr>
            <a:xfrm>
              <a:off x="7148817" y="2294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9" name="pt26579"/>
            <p:cNvSpPr/>
            <p:nvPr/>
          </p:nvSpPr>
          <p:spPr>
            <a:xfrm>
              <a:off x="6899260" y="1882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0" name="pt26580"/>
            <p:cNvSpPr/>
            <p:nvPr/>
          </p:nvSpPr>
          <p:spPr>
            <a:xfrm>
              <a:off x="7122700" y="2151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1" name="pt26581"/>
            <p:cNvSpPr/>
            <p:nvPr/>
          </p:nvSpPr>
          <p:spPr>
            <a:xfrm>
              <a:off x="7106780" y="213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2" name="pt26582"/>
            <p:cNvSpPr/>
            <p:nvPr/>
          </p:nvSpPr>
          <p:spPr>
            <a:xfrm>
              <a:off x="7093575" y="2194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3" name="pt26583"/>
            <p:cNvSpPr/>
            <p:nvPr/>
          </p:nvSpPr>
          <p:spPr>
            <a:xfrm>
              <a:off x="7142491" y="2292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4" name="pt26584"/>
            <p:cNvSpPr/>
            <p:nvPr/>
          </p:nvSpPr>
          <p:spPr>
            <a:xfrm>
              <a:off x="7025945" y="1899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5" name="pt26585"/>
            <p:cNvSpPr/>
            <p:nvPr/>
          </p:nvSpPr>
          <p:spPr>
            <a:xfrm>
              <a:off x="7154370" y="2306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6" name="pt26586"/>
            <p:cNvSpPr/>
            <p:nvPr/>
          </p:nvSpPr>
          <p:spPr>
            <a:xfrm>
              <a:off x="7406415" y="2583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7" name="pt26587"/>
            <p:cNvSpPr/>
            <p:nvPr/>
          </p:nvSpPr>
          <p:spPr>
            <a:xfrm>
              <a:off x="7257381" y="2172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8" name="pt26588"/>
            <p:cNvSpPr/>
            <p:nvPr/>
          </p:nvSpPr>
          <p:spPr>
            <a:xfrm>
              <a:off x="6967287" y="1965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9" name="pt26589"/>
            <p:cNvSpPr/>
            <p:nvPr/>
          </p:nvSpPr>
          <p:spPr>
            <a:xfrm>
              <a:off x="7277491" y="2044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0" name="pt26590"/>
            <p:cNvSpPr/>
            <p:nvPr/>
          </p:nvSpPr>
          <p:spPr>
            <a:xfrm>
              <a:off x="7411893" y="2593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1" name="pt26591"/>
            <p:cNvSpPr/>
            <p:nvPr/>
          </p:nvSpPr>
          <p:spPr>
            <a:xfrm>
              <a:off x="7080136" y="2027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2" name="pt26592"/>
            <p:cNvSpPr/>
            <p:nvPr/>
          </p:nvSpPr>
          <p:spPr>
            <a:xfrm>
              <a:off x="7095220" y="2214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3" name="pt26593"/>
            <p:cNvSpPr/>
            <p:nvPr/>
          </p:nvSpPr>
          <p:spPr>
            <a:xfrm>
              <a:off x="7489866" y="2383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4" name="pt26594"/>
            <p:cNvSpPr/>
            <p:nvPr/>
          </p:nvSpPr>
          <p:spPr>
            <a:xfrm>
              <a:off x="7106244" y="2140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5" name="pt26595"/>
            <p:cNvSpPr/>
            <p:nvPr/>
          </p:nvSpPr>
          <p:spPr>
            <a:xfrm>
              <a:off x="7113916" y="2015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6" name="pt26596"/>
            <p:cNvSpPr/>
            <p:nvPr/>
          </p:nvSpPr>
          <p:spPr>
            <a:xfrm>
              <a:off x="7264904" y="2129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7" name="pt26597"/>
            <p:cNvSpPr/>
            <p:nvPr/>
          </p:nvSpPr>
          <p:spPr>
            <a:xfrm>
              <a:off x="6940663" y="2265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8" name="pt26598"/>
            <p:cNvSpPr/>
            <p:nvPr/>
          </p:nvSpPr>
          <p:spPr>
            <a:xfrm>
              <a:off x="7278265" y="1896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9" name="pt26599"/>
            <p:cNvSpPr/>
            <p:nvPr/>
          </p:nvSpPr>
          <p:spPr>
            <a:xfrm>
              <a:off x="7016101" y="2073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0" name="pt26600"/>
            <p:cNvSpPr/>
            <p:nvPr/>
          </p:nvSpPr>
          <p:spPr>
            <a:xfrm>
              <a:off x="7178572" y="2126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1" name="pt26601"/>
            <p:cNvSpPr/>
            <p:nvPr/>
          </p:nvSpPr>
          <p:spPr>
            <a:xfrm>
              <a:off x="7108205" y="2135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2" name="pt26602"/>
            <p:cNvSpPr/>
            <p:nvPr/>
          </p:nvSpPr>
          <p:spPr>
            <a:xfrm>
              <a:off x="7249076" y="2035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3" name="pt26603"/>
            <p:cNvSpPr/>
            <p:nvPr/>
          </p:nvSpPr>
          <p:spPr>
            <a:xfrm>
              <a:off x="7149819" y="2326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4" name="pt26604"/>
            <p:cNvSpPr/>
            <p:nvPr/>
          </p:nvSpPr>
          <p:spPr>
            <a:xfrm>
              <a:off x="7320772" y="1993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5" name="pt26605"/>
            <p:cNvSpPr/>
            <p:nvPr/>
          </p:nvSpPr>
          <p:spPr>
            <a:xfrm>
              <a:off x="7182205" y="206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6" name="pt26606"/>
            <p:cNvSpPr/>
            <p:nvPr/>
          </p:nvSpPr>
          <p:spPr>
            <a:xfrm>
              <a:off x="6830083" y="1817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7" name="pt26607"/>
            <p:cNvSpPr/>
            <p:nvPr/>
          </p:nvSpPr>
          <p:spPr>
            <a:xfrm>
              <a:off x="7261130" y="2115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8" name="pt26608"/>
            <p:cNvSpPr/>
            <p:nvPr/>
          </p:nvSpPr>
          <p:spPr>
            <a:xfrm>
              <a:off x="7221351" y="1971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9" name="pt26609"/>
            <p:cNvSpPr/>
            <p:nvPr/>
          </p:nvSpPr>
          <p:spPr>
            <a:xfrm>
              <a:off x="7142521" y="2187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0" name="pt26610"/>
            <p:cNvSpPr/>
            <p:nvPr/>
          </p:nvSpPr>
          <p:spPr>
            <a:xfrm>
              <a:off x="6862580" y="2059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1" name="pt26611"/>
            <p:cNvSpPr/>
            <p:nvPr/>
          </p:nvSpPr>
          <p:spPr>
            <a:xfrm>
              <a:off x="7099628" y="2219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2" name="pt26612"/>
            <p:cNvSpPr/>
            <p:nvPr/>
          </p:nvSpPr>
          <p:spPr>
            <a:xfrm>
              <a:off x="7398694" y="2267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3" name="pt26613"/>
            <p:cNvSpPr/>
            <p:nvPr/>
          </p:nvSpPr>
          <p:spPr>
            <a:xfrm>
              <a:off x="7174963" y="1995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4" name="pt26614"/>
            <p:cNvSpPr/>
            <p:nvPr/>
          </p:nvSpPr>
          <p:spPr>
            <a:xfrm>
              <a:off x="7835975" y="2038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5" name="pt26615"/>
            <p:cNvSpPr/>
            <p:nvPr/>
          </p:nvSpPr>
          <p:spPr>
            <a:xfrm>
              <a:off x="6850652" y="2381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6" name="pt26616"/>
            <p:cNvSpPr/>
            <p:nvPr/>
          </p:nvSpPr>
          <p:spPr>
            <a:xfrm>
              <a:off x="7148973" y="2293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7" name="pt26617"/>
            <p:cNvSpPr/>
            <p:nvPr/>
          </p:nvSpPr>
          <p:spPr>
            <a:xfrm>
              <a:off x="7103320" y="2183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8" name="pt26618"/>
            <p:cNvSpPr/>
            <p:nvPr/>
          </p:nvSpPr>
          <p:spPr>
            <a:xfrm>
              <a:off x="7294698" y="207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9" name="pt26619"/>
            <p:cNvSpPr/>
            <p:nvPr/>
          </p:nvSpPr>
          <p:spPr>
            <a:xfrm>
              <a:off x="7339979" y="1991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0" name="pt26620"/>
            <p:cNvSpPr/>
            <p:nvPr/>
          </p:nvSpPr>
          <p:spPr>
            <a:xfrm>
              <a:off x="7013502" y="1742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1" name="pt26621"/>
            <p:cNvSpPr/>
            <p:nvPr/>
          </p:nvSpPr>
          <p:spPr>
            <a:xfrm>
              <a:off x="7218554" y="2018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2" name="pt26622"/>
            <p:cNvSpPr/>
            <p:nvPr/>
          </p:nvSpPr>
          <p:spPr>
            <a:xfrm>
              <a:off x="7203173" y="2134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3" name="pt26623"/>
            <p:cNvSpPr/>
            <p:nvPr/>
          </p:nvSpPr>
          <p:spPr>
            <a:xfrm>
              <a:off x="7290365" y="1788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4" name="pt26624"/>
            <p:cNvSpPr/>
            <p:nvPr/>
          </p:nvSpPr>
          <p:spPr>
            <a:xfrm>
              <a:off x="7065045" y="1741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5" name="pt26625"/>
            <p:cNvSpPr/>
            <p:nvPr/>
          </p:nvSpPr>
          <p:spPr>
            <a:xfrm>
              <a:off x="7073962" y="220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6" name="pt26626"/>
            <p:cNvSpPr/>
            <p:nvPr/>
          </p:nvSpPr>
          <p:spPr>
            <a:xfrm>
              <a:off x="7068280" y="2117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7" name="pt26627"/>
            <p:cNvSpPr/>
            <p:nvPr/>
          </p:nvSpPr>
          <p:spPr>
            <a:xfrm>
              <a:off x="7190287" y="2089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8" name="pt26628"/>
            <p:cNvSpPr/>
            <p:nvPr/>
          </p:nvSpPr>
          <p:spPr>
            <a:xfrm>
              <a:off x="7322898" y="1986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9" name="pt26629"/>
            <p:cNvSpPr/>
            <p:nvPr/>
          </p:nvSpPr>
          <p:spPr>
            <a:xfrm>
              <a:off x="7221903" y="2122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0" name="pt26630"/>
            <p:cNvSpPr/>
            <p:nvPr/>
          </p:nvSpPr>
          <p:spPr>
            <a:xfrm>
              <a:off x="7199237" y="2149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1" name="pt26631"/>
            <p:cNvSpPr/>
            <p:nvPr/>
          </p:nvSpPr>
          <p:spPr>
            <a:xfrm>
              <a:off x="7195796" y="2018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2" name="pt26632"/>
            <p:cNvSpPr/>
            <p:nvPr/>
          </p:nvSpPr>
          <p:spPr>
            <a:xfrm>
              <a:off x="7029970" y="1998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3" name="pt26633"/>
            <p:cNvSpPr/>
            <p:nvPr/>
          </p:nvSpPr>
          <p:spPr>
            <a:xfrm>
              <a:off x="7296018" y="1981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4" name="pt26634"/>
            <p:cNvSpPr/>
            <p:nvPr/>
          </p:nvSpPr>
          <p:spPr>
            <a:xfrm>
              <a:off x="7037501" y="2191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5" name="pt26635"/>
            <p:cNvSpPr/>
            <p:nvPr/>
          </p:nvSpPr>
          <p:spPr>
            <a:xfrm>
              <a:off x="7203285" y="2066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6" name="pt26636"/>
            <p:cNvSpPr/>
            <p:nvPr/>
          </p:nvSpPr>
          <p:spPr>
            <a:xfrm>
              <a:off x="7262834" y="202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7" name="pt26637"/>
            <p:cNvSpPr/>
            <p:nvPr/>
          </p:nvSpPr>
          <p:spPr>
            <a:xfrm>
              <a:off x="7001117" y="1908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8" name="pt26638"/>
            <p:cNvSpPr/>
            <p:nvPr/>
          </p:nvSpPr>
          <p:spPr>
            <a:xfrm>
              <a:off x="7256949" y="2040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9" name="pt26639"/>
            <p:cNvSpPr/>
            <p:nvPr/>
          </p:nvSpPr>
          <p:spPr>
            <a:xfrm>
              <a:off x="7154325" y="2266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0" name="pt26640"/>
            <p:cNvSpPr/>
            <p:nvPr/>
          </p:nvSpPr>
          <p:spPr>
            <a:xfrm>
              <a:off x="7019416" y="2176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1" name="pt26641"/>
            <p:cNvSpPr/>
            <p:nvPr/>
          </p:nvSpPr>
          <p:spPr>
            <a:xfrm>
              <a:off x="7012481" y="1756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2" name="pt26642"/>
            <p:cNvSpPr/>
            <p:nvPr/>
          </p:nvSpPr>
          <p:spPr>
            <a:xfrm>
              <a:off x="7250893" y="2117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3" name="pt26643"/>
            <p:cNvSpPr/>
            <p:nvPr/>
          </p:nvSpPr>
          <p:spPr>
            <a:xfrm>
              <a:off x="7091111" y="2220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4" name="pt26644"/>
            <p:cNvSpPr/>
            <p:nvPr/>
          </p:nvSpPr>
          <p:spPr>
            <a:xfrm>
              <a:off x="7255735" y="2105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5" name="pt26645"/>
            <p:cNvSpPr/>
            <p:nvPr/>
          </p:nvSpPr>
          <p:spPr>
            <a:xfrm>
              <a:off x="6780336" y="2370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6" name="pt26646"/>
            <p:cNvSpPr/>
            <p:nvPr/>
          </p:nvSpPr>
          <p:spPr>
            <a:xfrm>
              <a:off x="7034391" y="2100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7" name="pt26647"/>
            <p:cNvSpPr/>
            <p:nvPr/>
          </p:nvSpPr>
          <p:spPr>
            <a:xfrm>
              <a:off x="7122117" y="2151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8" name="pt26648"/>
            <p:cNvSpPr/>
            <p:nvPr/>
          </p:nvSpPr>
          <p:spPr>
            <a:xfrm>
              <a:off x="7202023" y="2002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9" name="pt26649"/>
            <p:cNvSpPr/>
            <p:nvPr/>
          </p:nvSpPr>
          <p:spPr>
            <a:xfrm>
              <a:off x="7074578" y="2221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0" name="pt26650"/>
            <p:cNvSpPr/>
            <p:nvPr/>
          </p:nvSpPr>
          <p:spPr>
            <a:xfrm>
              <a:off x="7295102" y="1908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1" name="pt26651"/>
            <p:cNvSpPr/>
            <p:nvPr/>
          </p:nvSpPr>
          <p:spPr>
            <a:xfrm>
              <a:off x="6914665" y="2102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2" name="pt26652"/>
            <p:cNvSpPr/>
            <p:nvPr/>
          </p:nvSpPr>
          <p:spPr>
            <a:xfrm>
              <a:off x="7064237" y="1530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3" name="pt26653"/>
            <p:cNvSpPr/>
            <p:nvPr/>
          </p:nvSpPr>
          <p:spPr>
            <a:xfrm>
              <a:off x="7078835" y="2149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4" name="pt26654"/>
            <p:cNvSpPr/>
            <p:nvPr/>
          </p:nvSpPr>
          <p:spPr>
            <a:xfrm>
              <a:off x="7020092" y="2095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5" name="pt26655"/>
            <p:cNvSpPr/>
            <p:nvPr/>
          </p:nvSpPr>
          <p:spPr>
            <a:xfrm>
              <a:off x="7302943" y="2013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6" name="pt26656"/>
            <p:cNvSpPr/>
            <p:nvPr/>
          </p:nvSpPr>
          <p:spPr>
            <a:xfrm>
              <a:off x="6844625" y="2128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7" name="pt26657"/>
            <p:cNvSpPr/>
            <p:nvPr/>
          </p:nvSpPr>
          <p:spPr>
            <a:xfrm>
              <a:off x="7394864" y="2185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8" name="pt26658"/>
            <p:cNvSpPr/>
            <p:nvPr/>
          </p:nvSpPr>
          <p:spPr>
            <a:xfrm>
              <a:off x="7084625" y="2039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9" name="pt26659"/>
            <p:cNvSpPr/>
            <p:nvPr/>
          </p:nvSpPr>
          <p:spPr>
            <a:xfrm>
              <a:off x="7263139" y="2106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0" name="pt26660"/>
            <p:cNvSpPr/>
            <p:nvPr/>
          </p:nvSpPr>
          <p:spPr>
            <a:xfrm>
              <a:off x="6854383" y="2346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1" name="pt26661"/>
            <p:cNvSpPr/>
            <p:nvPr/>
          </p:nvSpPr>
          <p:spPr>
            <a:xfrm>
              <a:off x="7171929" y="2012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2" name="pt26662"/>
            <p:cNvSpPr/>
            <p:nvPr/>
          </p:nvSpPr>
          <p:spPr>
            <a:xfrm>
              <a:off x="7067707" y="215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3" name="pt26663"/>
            <p:cNvSpPr/>
            <p:nvPr/>
          </p:nvSpPr>
          <p:spPr>
            <a:xfrm>
              <a:off x="7052223" y="2334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4" name="pt26664"/>
            <p:cNvSpPr/>
            <p:nvPr/>
          </p:nvSpPr>
          <p:spPr>
            <a:xfrm>
              <a:off x="7259759" y="2090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5" name="pt26665"/>
            <p:cNvSpPr/>
            <p:nvPr/>
          </p:nvSpPr>
          <p:spPr>
            <a:xfrm>
              <a:off x="6991693" y="2007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6" name="pt26666"/>
            <p:cNvSpPr/>
            <p:nvPr/>
          </p:nvSpPr>
          <p:spPr>
            <a:xfrm>
              <a:off x="7022763" y="2157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7" name="pt26667"/>
            <p:cNvSpPr/>
            <p:nvPr/>
          </p:nvSpPr>
          <p:spPr>
            <a:xfrm>
              <a:off x="7210166" y="2232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8" name="pt26668"/>
            <p:cNvSpPr/>
            <p:nvPr/>
          </p:nvSpPr>
          <p:spPr>
            <a:xfrm>
              <a:off x="7136686" y="2161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9" name="pt26669"/>
            <p:cNvSpPr/>
            <p:nvPr/>
          </p:nvSpPr>
          <p:spPr>
            <a:xfrm>
              <a:off x="6842913" y="2209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0" name="pt26670"/>
            <p:cNvSpPr/>
            <p:nvPr/>
          </p:nvSpPr>
          <p:spPr>
            <a:xfrm>
              <a:off x="6867395" y="2270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1" name="pt26671"/>
            <p:cNvSpPr/>
            <p:nvPr/>
          </p:nvSpPr>
          <p:spPr>
            <a:xfrm>
              <a:off x="7103007" y="2149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2" name="pt26672"/>
            <p:cNvSpPr/>
            <p:nvPr/>
          </p:nvSpPr>
          <p:spPr>
            <a:xfrm>
              <a:off x="7246681" y="2145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3" name="pt26673"/>
            <p:cNvSpPr/>
            <p:nvPr/>
          </p:nvSpPr>
          <p:spPr>
            <a:xfrm>
              <a:off x="7343624" y="1989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4" name="pt26674"/>
            <p:cNvSpPr/>
            <p:nvPr/>
          </p:nvSpPr>
          <p:spPr>
            <a:xfrm>
              <a:off x="7007217" y="1979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5" name="pt26675"/>
            <p:cNvSpPr/>
            <p:nvPr/>
          </p:nvSpPr>
          <p:spPr>
            <a:xfrm>
              <a:off x="6924637" y="2157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6" name="pt26676"/>
            <p:cNvSpPr/>
            <p:nvPr/>
          </p:nvSpPr>
          <p:spPr>
            <a:xfrm>
              <a:off x="7099921" y="2112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7" name="pt26677"/>
            <p:cNvSpPr/>
            <p:nvPr/>
          </p:nvSpPr>
          <p:spPr>
            <a:xfrm>
              <a:off x="7119533" y="2099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8" name="pt26678"/>
            <p:cNvSpPr/>
            <p:nvPr/>
          </p:nvSpPr>
          <p:spPr>
            <a:xfrm>
              <a:off x="6961086" y="1968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9" name="pt26679"/>
            <p:cNvSpPr/>
            <p:nvPr/>
          </p:nvSpPr>
          <p:spPr>
            <a:xfrm>
              <a:off x="7437228" y="2690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0" name="pt26680"/>
            <p:cNvSpPr/>
            <p:nvPr/>
          </p:nvSpPr>
          <p:spPr>
            <a:xfrm>
              <a:off x="7032433" y="2002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1" name="pt26681"/>
            <p:cNvSpPr/>
            <p:nvPr/>
          </p:nvSpPr>
          <p:spPr>
            <a:xfrm>
              <a:off x="7181168" y="2128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2" name="pt26682"/>
            <p:cNvSpPr/>
            <p:nvPr/>
          </p:nvSpPr>
          <p:spPr>
            <a:xfrm>
              <a:off x="7133965" y="2166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3" name="pt26683"/>
            <p:cNvSpPr/>
            <p:nvPr/>
          </p:nvSpPr>
          <p:spPr>
            <a:xfrm>
              <a:off x="7135413" y="2110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4" name="pt26684"/>
            <p:cNvSpPr/>
            <p:nvPr/>
          </p:nvSpPr>
          <p:spPr>
            <a:xfrm>
              <a:off x="6867956" y="2227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5" name="pt26685"/>
            <p:cNvSpPr/>
            <p:nvPr/>
          </p:nvSpPr>
          <p:spPr>
            <a:xfrm>
              <a:off x="7370453" y="2537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6" name="pt26686"/>
            <p:cNvSpPr/>
            <p:nvPr/>
          </p:nvSpPr>
          <p:spPr>
            <a:xfrm>
              <a:off x="7164881" y="2097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7" name="pt26687"/>
            <p:cNvSpPr/>
            <p:nvPr/>
          </p:nvSpPr>
          <p:spPr>
            <a:xfrm>
              <a:off x="7154935" y="2342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8" name="pt26688"/>
            <p:cNvSpPr/>
            <p:nvPr/>
          </p:nvSpPr>
          <p:spPr>
            <a:xfrm>
              <a:off x="6929225" y="2287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9" name="pt26689"/>
            <p:cNvSpPr/>
            <p:nvPr/>
          </p:nvSpPr>
          <p:spPr>
            <a:xfrm>
              <a:off x="6942960" y="220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0" name="pt26690"/>
            <p:cNvSpPr/>
            <p:nvPr/>
          </p:nvSpPr>
          <p:spPr>
            <a:xfrm>
              <a:off x="7321626" y="2000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1" name="pt26691"/>
            <p:cNvSpPr/>
            <p:nvPr/>
          </p:nvSpPr>
          <p:spPr>
            <a:xfrm>
              <a:off x="7378142" y="2218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2" name="pt26692"/>
            <p:cNvSpPr/>
            <p:nvPr/>
          </p:nvSpPr>
          <p:spPr>
            <a:xfrm>
              <a:off x="7243799" y="2246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3" name="pt26693"/>
            <p:cNvSpPr/>
            <p:nvPr/>
          </p:nvSpPr>
          <p:spPr>
            <a:xfrm>
              <a:off x="7125235" y="2011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4" name="pt26694"/>
            <p:cNvSpPr/>
            <p:nvPr/>
          </p:nvSpPr>
          <p:spPr>
            <a:xfrm>
              <a:off x="7225891" y="2279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5" name="pt26695"/>
            <p:cNvSpPr/>
            <p:nvPr/>
          </p:nvSpPr>
          <p:spPr>
            <a:xfrm>
              <a:off x="6898184" y="1902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6" name="pt26696"/>
            <p:cNvSpPr/>
            <p:nvPr/>
          </p:nvSpPr>
          <p:spPr>
            <a:xfrm>
              <a:off x="7297928" y="1948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7" name="pt26697"/>
            <p:cNvSpPr/>
            <p:nvPr/>
          </p:nvSpPr>
          <p:spPr>
            <a:xfrm>
              <a:off x="7229006" y="2181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8" name="pt26698"/>
            <p:cNvSpPr/>
            <p:nvPr/>
          </p:nvSpPr>
          <p:spPr>
            <a:xfrm>
              <a:off x="7331546" y="1936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9" name="pt26699"/>
            <p:cNvSpPr/>
            <p:nvPr/>
          </p:nvSpPr>
          <p:spPr>
            <a:xfrm>
              <a:off x="7212011" y="2200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0" name="pt26700"/>
            <p:cNvSpPr/>
            <p:nvPr/>
          </p:nvSpPr>
          <p:spPr>
            <a:xfrm>
              <a:off x="7187874" y="2154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1" name="pt26701"/>
            <p:cNvSpPr/>
            <p:nvPr/>
          </p:nvSpPr>
          <p:spPr>
            <a:xfrm>
              <a:off x="7055522" y="2296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2" name="pt26702"/>
            <p:cNvSpPr/>
            <p:nvPr/>
          </p:nvSpPr>
          <p:spPr>
            <a:xfrm>
              <a:off x="7154876" y="2242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3" name="pt26703"/>
            <p:cNvSpPr/>
            <p:nvPr/>
          </p:nvSpPr>
          <p:spPr>
            <a:xfrm>
              <a:off x="7267374" y="1940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4" name="pt26704"/>
            <p:cNvSpPr/>
            <p:nvPr/>
          </p:nvSpPr>
          <p:spPr>
            <a:xfrm>
              <a:off x="6839634" y="2060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5" name="pt26705"/>
            <p:cNvSpPr/>
            <p:nvPr/>
          </p:nvSpPr>
          <p:spPr>
            <a:xfrm>
              <a:off x="7214978" y="2259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6" name="pt26706"/>
            <p:cNvSpPr/>
            <p:nvPr/>
          </p:nvSpPr>
          <p:spPr>
            <a:xfrm>
              <a:off x="7271915" y="2057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7" name="pt26707"/>
            <p:cNvSpPr/>
            <p:nvPr/>
          </p:nvSpPr>
          <p:spPr>
            <a:xfrm>
              <a:off x="7284661" y="2011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8" name="pt26708"/>
            <p:cNvSpPr/>
            <p:nvPr/>
          </p:nvSpPr>
          <p:spPr>
            <a:xfrm>
              <a:off x="7119018" y="2222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9" name="pt26709"/>
            <p:cNvSpPr/>
            <p:nvPr/>
          </p:nvSpPr>
          <p:spPr>
            <a:xfrm>
              <a:off x="6821379" y="2555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0" name="pt26710"/>
            <p:cNvSpPr/>
            <p:nvPr/>
          </p:nvSpPr>
          <p:spPr>
            <a:xfrm>
              <a:off x="6820064" y="2151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1" name="pt26711"/>
            <p:cNvSpPr/>
            <p:nvPr/>
          </p:nvSpPr>
          <p:spPr>
            <a:xfrm>
              <a:off x="7143072" y="2131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2" name="pt26712"/>
            <p:cNvSpPr/>
            <p:nvPr/>
          </p:nvSpPr>
          <p:spPr>
            <a:xfrm>
              <a:off x="7351102" y="2012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3" name="pt26713"/>
            <p:cNvSpPr/>
            <p:nvPr/>
          </p:nvSpPr>
          <p:spPr>
            <a:xfrm>
              <a:off x="7193301" y="2013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4" name="pt26714"/>
            <p:cNvSpPr/>
            <p:nvPr/>
          </p:nvSpPr>
          <p:spPr>
            <a:xfrm>
              <a:off x="7210758" y="2345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5" name="pt26715"/>
            <p:cNvSpPr/>
            <p:nvPr/>
          </p:nvSpPr>
          <p:spPr>
            <a:xfrm>
              <a:off x="7118287" y="2125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6" name="pt26716"/>
            <p:cNvSpPr/>
            <p:nvPr/>
          </p:nvSpPr>
          <p:spPr>
            <a:xfrm>
              <a:off x="7351724" y="1966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7" name="pt26717"/>
            <p:cNvSpPr/>
            <p:nvPr/>
          </p:nvSpPr>
          <p:spPr>
            <a:xfrm>
              <a:off x="6914389" y="2312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8" name="pt26718"/>
            <p:cNvSpPr/>
            <p:nvPr/>
          </p:nvSpPr>
          <p:spPr>
            <a:xfrm>
              <a:off x="7324970" y="1980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9" name="pt26719"/>
            <p:cNvSpPr/>
            <p:nvPr/>
          </p:nvSpPr>
          <p:spPr>
            <a:xfrm>
              <a:off x="7128101" y="2153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0" name="pt26720"/>
            <p:cNvSpPr/>
            <p:nvPr/>
          </p:nvSpPr>
          <p:spPr>
            <a:xfrm>
              <a:off x="7257977" y="2064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1" name="pt26721"/>
            <p:cNvSpPr/>
            <p:nvPr/>
          </p:nvSpPr>
          <p:spPr>
            <a:xfrm>
              <a:off x="7068989" y="2151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2" name="pt26722"/>
            <p:cNvSpPr/>
            <p:nvPr/>
          </p:nvSpPr>
          <p:spPr>
            <a:xfrm>
              <a:off x="6756347" y="1665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3" name="pt26723"/>
            <p:cNvSpPr/>
            <p:nvPr/>
          </p:nvSpPr>
          <p:spPr>
            <a:xfrm>
              <a:off x="7143267" y="2256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4" name="pt26724"/>
            <p:cNvSpPr/>
            <p:nvPr/>
          </p:nvSpPr>
          <p:spPr>
            <a:xfrm>
              <a:off x="7136244" y="2092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5" name="pt26725"/>
            <p:cNvSpPr/>
            <p:nvPr/>
          </p:nvSpPr>
          <p:spPr>
            <a:xfrm>
              <a:off x="7268485" y="2080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6" name="pt26726"/>
            <p:cNvSpPr/>
            <p:nvPr/>
          </p:nvSpPr>
          <p:spPr>
            <a:xfrm>
              <a:off x="7113093" y="2119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7" name="pt26727"/>
            <p:cNvSpPr/>
            <p:nvPr/>
          </p:nvSpPr>
          <p:spPr>
            <a:xfrm>
              <a:off x="7216737" y="2402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8" name="pt26728"/>
            <p:cNvSpPr/>
            <p:nvPr/>
          </p:nvSpPr>
          <p:spPr>
            <a:xfrm>
              <a:off x="7124047" y="2056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9" name="pt26729"/>
            <p:cNvSpPr/>
            <p:nvPr/>
          </p:nvSpPr>
          <p:spPr>
            <a:xfrm>
              <a:off x="7119327" y="2144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0" name="pt26730"/>
            <p:cNvSpPr/>
            <p:nvPr/>
          </p:nvSpPr>
          <p:spPr>
            <a:xfrm>
              <a:off x="7047593" y="2227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1" name="pt26731"/>
            <p:cNvSpPr/>
            <p:nvPr/>
          </p:nvSpPr>
          <p:spPr>
            <a:xfrm>
              <a:off x="7141978" y="2283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2" name="pt26732"/>
            <p:cNvSpPr/>
            <p:nvPr/>
          </p:nvSpPr>
          <p:spPr>
            <a:xfrm>
              <a:off x="7033433" y="2038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3" name="pt26733"/>
            <p:cNvSpPr/>
            <p:nvPr/>
          </p:nvSpPr>
          <p:spPr>
            <a:xfrm>
              <a:off x="6943778" y="2151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4" name="pt26734"/>
            <p:cNvSpPr/>
            <p:nvPr/>
          </p:nvSpPr>
          <p:spPr>
            <a:xfrm>
              <a:off x="7136468" y="2163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5" name="pt26735"/>
            <p:cNvSpPr/>
            <p:nvPr/>
          </p:nvSpPr>
          <p:spPr>
            <a:xfrm>
              <a:off x="7138960" y="2201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6" name="pt26736"/>
            <p:cNvSpPr/>
            <p:nvPr/>
          </p:nvSpPr>
          <p:spPr>
            <a:xfrm>
              <a:off x="7129694" y="2057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7" name="pt26737"/>
            <p:cNvSpPr/>
            <p:nvPr/>
          </p:nvSpPr>
          <p:spPr>
            <a:xfrm>
              <a:off x="7134617" y="2186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8" name="pt26738"/>
            <p:cNvSpPr/>
            <p:nvPr/>
          </p:nvSpPr>
          <p:spPr>
            <a:xfrm>
              <a:off x="7361025" y="2135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9" name="pt26739"/>
            <p:cNvSpPr/>
            <p:nvPr/>
          </p:nvSpPr>
          <p:spPr>
            <a:xfrm>
              <a:off x="7237436" y="2004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0" name="pt26740"/>
            <p:cNvSpPr/>
            <p:nvPr/>
          </p:nvSpPr>
          <p:spPr>
            <a:xfrm>
              <a:off x="7167256" y="207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1" name="pt26741"/>
            <p:cNvSpPr/>
            <p:nvPr/>
          </p:nvSpPr>
          <p:spPr>
            <a:xfrm>
              <a:off x="7159455" y="2164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2" name="pt26742"/>
            <p:cNvSpPr/>
            <p:nvPr/>
          </p:nvSpPr>
          <p:spPr>
            <a:xfrm>
              <a:off x="6856640" y="2207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3" name="pt26743"/>
            <p:cNvSpPr/>
            <p:nvPr/>
          </p:nvSpPr>
          <p:spPr>
            <a:xfrm>
              <a:off x="7044583" y="2196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4" name="pt26744"/>
            <p:cNvSpPr/>
            <p:nvPr/>
          </p:nvSpPr>
          <p:spPr>
            <a:xfrm>
              <a:off x="7104194" y="2207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5" name="pt26745"/>
            <p:cNvSpPr/>
            <p:nvPr/>
          </p:nvSpPr>
          <p:spPr>
            <a:xfrm>
              <a:off x="7074985" y="2306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6" name="pt26746"/>
            <p:cNvSpPr/>
            <p:nvPr/>
          </p:nvSpPr>
          <p:spPr>
            <a:xfrm>
              <a:off x="6765387" y="2720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7" name="pt26747"/>
            <p:cNvSpPr/>
            <p:nvPr/>
          </p:nvSpPr>
          <p:spPr>
            <a:xfrm>
              <a:off x="7239109" y="1985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8" name="pt26748"/>
            <p:cNvSpPr/>
            <p:nvPr/>
          </p:nvSpPr>
          <p:spPr>
            <a:xfrm>
              <a:off x="7055487" y="2189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9" name="pt26749"/>
            <p:cNvSpPr/>
            <p:nvPr/>
          </p:nvSpPr>
          <p:spPr>
            <a:xfrm>
              <a:off x="6955024" y="2133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0" name="pt26750"/>
            <p:cNvSpPr/>
            <p:nvPr/>
          </p:nvSpPr>
          <p:spPr>
            <a:xfrm>
              <a:off x="7099891" y="2188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1" name="pt26751"/>
            <p:cNvSpPr/>
            <p:nvPr/>
          </p:nvSpPr>
          <p:spPr>
            <a:xfrm>
              <a:off x="7170941" y="1926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2" name="pt26752"/>
            <p:cNvSpPr/>
            <p:nvPr/>
          </p:nvSpPr>
          <p:spPr>
            <a:xfrm>
              <a:off x="6863367" y="2252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3" name="pt26753"/>
            <p:cNvSpPr/>
            <p:nvPr/>
          </p:nvSpPr>
          <p:spPr>
            <a:xfrm>
              <a:off x="7149345" y="2306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4" name="pt26754"/>
            <p:cNvSpPr/>
            <p:nvPr/>
          </p:nvSpPr>
          <p:spPr>
            <a:xfrm>
              <a:off x="7112144" y="2116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5" name="pt26755"/>
            <p:cNvSpPr/>
            <p:nvPr/>
          </p:nvSpPr>
          <p:spPr>
            <a:xfrm>
              <a:off x="6842341" y="1956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6" name="pt26756"/>
            <p:cNvSpPr/>
            <p:nvPr/>
          </p:nvSpPr>
          <p:spPr>
            <a:xfrm>
              <a:off x="7010824" y="185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7" name="pt26757"/>
            <p:cNvSpPr/>
            <p:nvPr/>
          </p:nvSpPr>
          <p:spPr>
            <a:xfrm>
              <a:off x="7070215" y="2094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8" name="pt26758"/>
            <p:cNvSpPr/>
            <p:nvPr/>
          </p:nvSpPr>
          <p:spPr>
            <a:xfrm>
              <a:off x="7345991" y="2047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9" name="pt26759"/>
            <p:cNvSpPr/>
            <p:nvPr/>
          </p:nvSpPr>
          <p:spPr>
            <a:xfrm>
              <a:off x="7243688" y="2270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0" name="pt26760"/>
            <p:cNvSpPr/>
            <p:nvPr/>
          </p:nvSpPr>
          <p:spPr>
            <a:xfrm>
              <a:off x="7249628" y="2214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1" name="pt26761"/>
            <p:cNvSpPr/>
            <p:nvPr/>
          </p:nvSpPr>
          <p:spPr>
            <a:xfrm>
              <a:off x="7273061" y="2100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2" name="pt26762"/>
            <p:cNvSpPr/>
            <p:nvPr/>
          </p:nvSpPr>
          <p:spPr>
            <a:xfrm>
              <a:off x="7070354" y="1922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3" name="pt26763"/>
            <p:cNvSpPr/>
            <p:nvPr/>
          </p:nvSpPr>
          <p:spPr>
            <a:xfrm>
              <a:off x="7163476" y="2097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4" name="pt26764"/>
            <p:cNvSpPr/>
            <p:nvPr/>
          </p:nvSpPr>
          <p:spPr>
            <a:xfrm>
              <a:off x="7166704" y="2091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5" name="pt26765"/>
            <p:cNvSpPr/>
            <p:nvPr/>
          </p:nvSpPr>
          <p:spPr>
            <a:xfrm>
              <a:off x="7170917" y="2012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6" name="pt26766"/>
            <p:cNvSpPr/>
            <p:nvPr/>
          </p:nvSpPr>
          <p:spPr>
            <a:xfrm>
              <a:off x="7120063" y="2153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7" name="pt26767"/>
            <p:cNvSpPr/>
            <p:nvPr/>
          </p:nvSpPr>
          <p:spPr>
            <a:xfrm>
              <a:off x="7056682" y="2089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8" name="pt26768"/>
            <p:cNvSpPr/>
            <p:nvPr/>
          </p:nvSpPr>
          <p:spPr>
            <a:xfrm>
              <a:off x="7066462" y="206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9" name="pt26769"/>
            <p:cNvSpPr/>
            <p:nvPr/>
          </p:nvSpPr>
          <p:spPr>
            <a:xfrm>
              <a:off x="6733869" y="2209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0" name="pt26770"/>
            <p:cNvSpPr/>
            <p:nvPr/>
          </p:nvSpPr>
          <p:spPr>
            <a:xfrm>
              <a:off x="7240783" y="1717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1" name="pt26771"/>
            <p:cNvSpPr/>
            <p:nvPr/>
          </p:nvSpPr>
          <p:spPr>
            <a:xfrm>
              <a:off x="7020047" y="2076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2" name="pt26772"/>
            <p:cNvSpPr/>
            <p:nvPr/>
          </p:nvSpPr>
          <p:spPr>
            <a:xfrm>
              <a:off x="7313421" y="1962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3" name="pt26773"/>
            <p:cNvSpPr/>
            <p:nvPr/>
          </p:nvSpPr>
          <p:spPr>
            <a:xfrm>
              <a:off x="6996356" y="2018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4" name="pt26774"/>
            <p:cNvSpPr/>
            <p:nvPr/>
          </p:nvSpPr>
          <p:spPr>
            <a:xfrm>
              <a:off x="7269743" y="1944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5" name="pt26775"/>
            <p:cNvSpPr/>
            <p:nvPr/>
          </p:nvSpPr>
          <p:spPr>
            <a:xfrm>
              <a:off x="6971697" y="1925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6" name="pt26776"/>
            <p:cNvSpPr/>
            <p:nvPr/>
          </p:nvSpPr>
          <p:spPr>
            <a:xfrm>
              <a:off x="7393613" y="2168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7" name="pt26777"/>
            <p:cNvSpPr/>
            <p:nvPr/>
          </p:nvSpPr>
          <p:spPr>
            <a:xfrm>
              <a:off x="7050670" y="2329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8" name="pt26778"/>
            <p:cNvSpPr/>
            <p:nvPr/>
          </p:nvSpPr>
          <p:spPr>
            <a:xfrm>
              <a:off x="7312431" y="2038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9" name="pt26779"/>
            <p:cNvSpPr/>
            <p:nvPr/>
          </p:nvSpPr>
          <p:spPr>
            <a:xfrm>
              <a:off x="6958964" y="2120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0" name="pt26780"/>
            <p:cNvSpPr/>
            <p:nvPr/>
          </p:nvSpPr>
          <p:spPr>
            <a:xfrm>
              <a:off x="7189947" y="2081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1" name="pt26781"/>
            <p:cNvSpPr/>
            <p:nvPr/>
          </p:nvSpPr>
          <p:spPr>
            <a:xfrm>
              <a:off x="7194362" y="2016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2" name="pt26782"/>
            <p:cNvSpPr/>
            <p:nvPr/>
          </p:nvSpPr>
          <p:spPr>
            <a:xfrm>
              <a:off x="7312037" y="1980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3" name="pt26783"/>
            <p:cNvSpPr/>
            <p:nvPr/>
          </p:nvSpPr>
          <p:spPr>
            <a:xfrm>
              <a:off x="7344167" y="2121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4" name="pt26784"/>
            <p:cNvSpPr/>
            <p:nvPr/>
          </p:nvSpPr>
          <p:spPr>
            <a:xfrm>
              <a:off x="6940414" y="2011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5" name="pt26785"/>
            <p:cNvSpPr/>
            <p:nvPr/>
          </p:nvSpPr>
          <p:spPr>
            <a:xfrm>
              <a:off x="7166961" y="2083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6" name="pt26786"/>
            <p:cNvSpPr/>
            <p:nvPr/>
          </p:nvSpPr>
          <p:spPr>
            <a:xfrm>
              <a:off x="7347676" y="2006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7" name="pt26787"/>
            <p:cNvSpPr/>
            <p:nvPr/>
          </p:nvSpPr>
          <p:spPr>
            <a:xfrm>
              <a:off x="7141874" y="2228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8" name="pt26788"/>
            <p:cNvSpPr/>
            <p:nvPr/>
          </p:nvSpPr>
          <p:spPr>
            <a:xfrm>
              <a:off x="7124858" y="2116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9" name="pt26789"/>
            <p:cNvSpPr/>
            <p:nvPr/>
          </p:nvSpPr>
          <p:spPr>
            <a:xfrm>
              <a:off x="7222110" y="2099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0" name="pt26790"/>
            <p:cNvSpPr/>
            <p:nvPr/>
          </p:nvSpPr>
          <p:spPr>
            <a:xfrm>
              <a:off x="7157881" y="208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1" name="pt26791"/>
            <p:cNvSpPr/>
            <p:nvPr/>
          </p:nvSpPr>
          <p:spPr>
            <a:xfrm>
              <a:off x="7468026" y="2700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2" name="pt26792"/>
            <p:cNvSpPr/>
            <p:nvPr/>
          </p:nvSpPr>
          <p:spPr>
            <a:xfrm>
              <a:off x="6891068" y="1786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3" name="pt26793"/>
            <p:cNvSpPr/>
            <p:nvPr/>
          </p:nvSpPr>
          <p:spPr>
            <a:xfrm>
              <a:off x="6979772" y="200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4" name="pt26794"/>
            <p:cNvSpPr/>
            <p:nvPr/>
          </p:nvSpPr>
          <p:spPr>
            <a:xfrm>
              <a:off x="7326437" y="1993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5" name="pt26795"/>
            <p:cNvSpPr/>
            <p:nvPr/>
          </p:nvSpPr>
          <p:spPr>
            <a:xfrm>
              <a:off x="7125008" y="2177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6" name="pt26796"/>
            <p:cNvSpPr/>
            <p:nvPr/>
          </p:nvSpPr>
          <p:spPr>
            <a:xfrm>
              <a:off x="6959772" y="2064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7" name="pt26797"/>
            <p:cNvSpPr/>
            <p:nvPr/>
          </p:nvSpPr>
          <p:spPr>
            <a:xfrm>
              <a:off x="6951817" y="2122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8" name="pt26798"/>
            <p:cNvSpPr/>
            <p:nvPr/>
          </p:nvSpPr>
          <p:spPr>
            <a:xfrm>
              <a:off x="7185789" y="2048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9" name="pt26799"/>
            <p:cNvSpPr/>
            <p:nvPr/>
          </p:nvSpPr>
          <p:spPr>
            <a:xfrm>
              <a:off x="7324531" y="1891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0" name="pt26800"/>
            <p:cNvSpPr/>
            <p:nvPr/>
          </p:nvSpPr>
          <p:spPr>
            <a:xfrm>
              <a:off x="7304302" y="2057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1" name="pt26801"/>
            <p:cNvSpPr/>
            <p:nvPr/>
          </p:nvSpPr>
          <p:spPr>
            <a:xfrm>
              <a:off x="7197073" y="1956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2" name="pt26802"/>
            <p:cNvSpPr/>
            <p:nvPr/>
          </p:nvSpPr>
          <p:spPr>
            <a:xfrm>
              <a:off x="7190622" y="2068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3" name="pt26803"/>
            <p:cNvSpPr/>
            <p:nvPr/>
          </p:nvSpPr>
          <p:spPr>
            <a:xfrm>
              <a:off x="7230700" y="2053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4" name="pt26804"/>
            <p:cNvSpPr/>
            <p:nvPr/>
          </p:nvSpPr>
          <p:spPr>
            <a:xfrm>
              <a:off x="7002066" y="1915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5" name="pt26805"/>
            <p:cNvSpPr/>
            <p:nvPr/>
          </p:nvSpPr>
          <p:spPr>
            <a:xfrm>
              <a:off x="7134192" y="218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6" name="pt26806"/>
            <p:cNvSpPr/>
            <p:nvPr/>
          </p:nvSpPr>
          <p:spPr>
            <a:xfrm>
              <a:off x="7107505" y="1963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7" name="pt26807"/>
            <p:cNvSpPr/>
            <p:nvPr/>
          </p:nvSpPr>
          <p:spPr>
            <a:xfrm>
              <a:off x="6871220" y="2181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8" name="pt26808"/>
            <p:cNvSpPr/>
            <p:nvPr/>
          </p:nvSpPr>
          <p:spPr>
            <a:xfrm>
              <a:off x="7091210" y="2213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9" name="pt26809"/>
            <p:cNvSpPr/>
            <p:nvPr/>
          </p:nvSpPr>
          <p:spPr>
            <a:xfrm>
              <a:off x="6804659" y="2081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0" name="pt26810"/>
            <p:cNvSpPr/>
            <p:nvPr/>
          </p:nvSpPr>
          <p:spPr>
            <a:xfrm>
              <a:off x="7503072" y="2677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1" name="pt26811"/>
            <p:cNvSpPr/>
            <p:nvPr/>
          </p:nvSpPr>
          <p:spPr>
            <a:xfrm>
              <a:off x="7115120" y="2137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2" name="pt26812"/>
            <p:cNvSpPr/>
            <p:nvPr/>
          </p:nvSpPr>
          <p:spPr>
            <a:xfrm>
              <a:off x="7103990" y="2123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3" name="pt26813"/>
            <p:cNvSpPr/>
            <p:nvPr/>
          </p:nvSpPr>
          <p:spPr>
            <a:xfrm>
              <a:off x="6991351" y="1907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4" name="pt26814"/>
            <p:cNvSpPr/>
            <p:nvPr/>
          </p:nvSpPr>
          <p:spPr>
            <a:xfrm>
              <a:off x="7094508" y="2172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5" name="pt26815"/>
            <p:cNvSpPr/>
            <p:nvPr/>
          </p:nvSpPr>
          <p:spPr>
            <a:xfrm>
              <a:off x="7425035" y="2562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6" name="pt26816"/>
            <p:cNvSpPr/>
            <p:nvPr/>
          </p:nvSpPr>
          <p:spPr>
            <a:xfrm>
              <a:off x="6906689" y="1951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7" name="pt26817"/>
            <p:cNvSpPr/>
            <p:nvPr/>
          </p:nvSpPr>
          <p:spPr>
            <a:xfrm>
              <a:off x="6801698" y="2387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8" name="pt26818"/>
            <p:cNvSpPr/>
            <p:nvPr/>
          </p:nvSpPr>
          <p:spPr>
            <a:xfrm>
              <a:off x="7031929" y="1956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9" name="pt26819"/>
            <p:cNvSpPr/>
            <p:nvPr/>
          </p:nvSpPr>
          <p:spPr>
            <a:xfrm>
              <a:off x="7167287" y="1921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0" name="pt26820"/>
            <p:cNvSpPr/>
            <p:nvPr/>
          </p:nvSpPr>
          <p:spPr>
            <a:xfrm>
              <a:off x="7093006" y="2204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1" name="pt26821"/>
            <p:cNvSpPr/>
            <p:nvPr/>
          </p:nvSpPr>
          <p:spPr>
            <a:xfrm>
              <a:off x="7109591" y="2068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2" name="pt26822"/>
            <p:cNvSpPr/>
            <p:nvPr/>
          </p:nvSpPr>
          <p:spPr>
            <a:xfrm>
              <a:off x="7121234" y="2131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3" name="pt26823"/>
            <p:cNvSpPr/>
            <p:nvPr/>
          </p:nvSpPr>
          <p:spPr>
            <a:xfrm>
              <a:off x="7103447" y="2199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4" name="pt26824"/>
            <p:cNvSpPr/>
            <p:nvPr/>
          </p:nvSpPr>
          <p:spPr>
            <a:xfrm>
              <a:off x="6819592" y="2381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5" name="pt26825"/>
            <p:cNvSpPr/>
            <p:nvPr/>
          </p:nvSpPr>
          <p:spPr>
            <a:xfrm>
              <a:off x="7310485" y="2046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6" name="pt26826"/>
            <p:cNvSpPr/>
            <p:nvPr/>
          </p:nvSpPr>
          <p:spPr>
            <a:xfrm>
              <a:off x="6976771" y="1938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7" name="pt26827"/>
            <p:cNvSpPr/>
            <p:nvPr/>
          </p:nvSpPr>
          <p:spPr>
            <a:xfrm>
              <a:off x="7185388" y="2131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8" name="pt26828"/>
            <p:cNvSpPr/>
            <p:nvPr/>
          </p:nvSpPr>
          <p:spPr>
            <a:xfrm>
              <a:off x="6988830" y="1948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9" name="pt26829"/>
            <p:cNvSpPr/>
            <p:nvPr/>
          </p:nvSpPr>
          <p:spPr>
            <a:xfrm>
              <a:off x="6830911" y="1976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0" name="pt26830"/>
            <p:cNvSpPr/>
            <p:nvPr/>
          </p:nvSpPr>
          <p:spPr>
            <a:xfrm>
              <a:off x="7181801" y="2145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1" name="pt26831"/>
            <p:cNvSpPr/>
            <p:nvPr/>
          </p:nvSpPr>
          <p:spPr>
            <a:xfrm>
              <a:off x="7059024" y="1996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2" name="pt26832"/>
            <p:cNvSpPr/>
            <p:nvPr/>
          </p:nvSpPr>
          <p:spPr>
            <a:xfrm>
              <a:off x="7574916" y="2142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3" name="pt26833"/>
            <p:cNvSpPr/>
            <p:nvPr/>
          </p:nvSpPr>
          <p:spPr>
            <a:xfrm>
              <a:off x="7120137" y="2120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4" name="pt26834"/>
            <p:cNvSpPr/>
            <p:nvPr/>
          </p:nvSpPr>
          <p:spPr>
            <a:xfrm>
              <a:off x="6787396" y="2611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5" name="pt26835"/>
            <p:cNvSpPr/>
            <p:nvPr/>
          </p:nvSpPr>
          <p:spPr>
            <a:xfrm>
              <a:off x="6921262" y="2214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6" name="pt26836"/>
            <p:cNvSpPr/>
            <p:nvPr/>
          </p:nvSpPr>
          <p:spPr>
            <a:xfrm>
              <a:off x="7585096" y="2128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7" name="pt26837"/>
            <p:cNvSpPr/>
            <p:nvPr/>
          </p:nvSpPr>
          <p:spPr>
            <a:xfrm>
              <a:off x="6914966" y="2268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8" name="pt26838"/>
            <p:cNvSpPr/>
            <p:nvPr/>
          </p:nvSpPr>
          <p:spPr>
            <a:xfrm>
              <a:off x="7212247" y="2175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9" name="pt26839"/>
            <p:cNvSpPr/>
            <p:nvPr/>
          </p:nvSpPr>
          <p:spPr>
            <a:xfrm>
              <a:off x="7123352" y="2121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0" name="pt26840"/>
            <p:cNvSpPr/>
            <p:nvPr/>
          </p:nvSpPr>
          <p:spPr>
            <a:xfrm>
              <a:off x="6996308" y="2228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1" name="pt26841"/>
            <p:cNvSpPr/>
            <p:nvPr/>
          </p:nvSpPr>
          <p:spPr>
            <a:xfrm>
              <a:off x="7236542" y="2125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2" name="pt26842"/>
            <p:cNvSpPr/>
            <p:nvPr/>
          </p:nvSpPr>
          <p:spPr>
            <a:xfrm>
              <a:off x="7156571" y="2106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3" name="pt26843"/>
            <p:cNvSpPr/>
            <p:nvPr/>
          </p:nvSpPr>
          <p:spPr>
            <a:xfrm>
              <a:off x="6812017" y="2431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4" name="pt26844"/>
            <p:cNvSpPr/>
            <p:nvPr/>
          </p:nvSpPr>
          <p:spPr>
            <a:xfrm>
              <a:off x="7311724" y="1969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5" name="pt26845"/>
            <p:cNvSpPr/>
            <p:nvPr/>
          </p:nvSpPr>
          <p:spPr>
            <a:xfrm>
              <a:off x="7154952" y="2338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6" name="pt26846"/>
            <p:cNvSpPr/>
            <p:nvPr/>
          </p:nvSpPr>
          <p:spPr>
            <a:xfrm>
              <a:off x="6801556" y="2520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7" name="pt26847"/>
            <p:cNvSpPr/>
            <p:nvPr/>
          </p:nvSpPr>
          <p:spPr>
            <a:xfrm>
              <a:off x="6989670" y="2009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8" name="pt26848"/>
            <p:cNvSpPr/>
            <p:nvPr/>
          </p:nvSpPr>
          <p:spPr>
            <a:xfrm>
              <a:off x="7159718" y="2103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9" name="pt26849"/>
            <p:cNvSpPr/>
            <p:nvPr/>
          </p:nvSpPr>
          <p:spPr>
            <a:xfrm>
              <a:off x="6932103" y="2203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0" name="pt26850"/>
            <p:cNvSpPr/>
            <p:nvPr/>
          </p:nvSpPr>
          <p:spPr>
            <a:xfrm>
              <a:off x="6966342" y="2002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1" name="pt26851"/>
            <p:cNvSpPr/>
            <p:nvPr/>
          </p:nvSpPr>
          <p:spPr>
            <a:xfrm>
              <a:off x="7120267" y="2179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2" name="pt26852"/>
            <p:cNvSpPr/>
            <p:nvPr/>
          </p:nvSpPr>
          <p:spPr>
            <a:xfrm>
              <a:off x="6982295" y="1972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3" name="pt26853"/>
            <p:cNvSpPr/>
            <p:nvPr/>
          </p:nvSpPr>
          <p:spPr>
            <a:xfrm>
              <a:off x="7343605" y="2077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4" name="pt26854"/>
            <p:cNvSpPr/>
            <p:nvPr/>
          </p:nvSpPr>
          <p:spPr>
            <a:xfrm>
              <a:off x="6840867" y="2148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5" name="pt26855"/>
            <p:cNvSpPr/>
            <p:nvPr/>
          </p:nvSpPr>
          <p:spPr>
            <a:xfrm>
              <a:off x="7480150" y="2535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6" name="pt26856"/>
            <p:cNvSpPr/>
            <p:nvPr/>
          </p:nvSpPr>
          <p:spPr>
            <a:xfrm>
              <a:off x="7454471" y="2473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7" name="pt26857"/>
            <p:cNvSpPr/>
            <p:nvPr/>
          </p:nvSpPr>
          <p:spPr>
            <a:xfrm>
              <a:off x="6968508" y="1971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8" name="pt26858"/>
            <p:cNvSpPr/>
            <p:nvPr/>
          </p:nvSpPr>
          <p:spPr>
            <a:xfrm>
              <a:off x="7170637" y="1975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9" name="pt26859"/>
            <p:cNvSpPr/>
            <p:nvPr/>
          </p:nvSpPr>
          <p:spPr>
            <a:xfrm>
              <a:off x="7067732" y="2069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0" name="pt26860"/>
            <p:cNvSpPr/>
            <p:nvPr/>
          </p:nvSpPr>
          <p:spPr>
            <a:xfrm>
              <a:off x="7143709" y="2122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1" name="pt26861"/>
            <p:cNvSpPr/>
            <p:nvPr/>
          </p:nvSpPr>
          <p:spPr>
            <a:xfrm>
              <a:off x="7164225" y="2051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2" name="pt26862"/>
            <p:cNvSpPr/>
            <p:nvPr/>
          </p:nvSpPr>
          <p:spPr>
            <a:xfrm>
              <a:off x="7121610" y="2152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3" name="pt26863"/>
            <p:cNvSpPr/>
            <p:nvPr/>
          </p:nvSpPr>
          <p:spPr>
            <a:xfrm>
              <a:off x="6832410" y="2059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4" name="pt26864"/>
            <p:cNvSpPr/>
            <p:nvPr/>
          </p:nvSpPr>
          <p:spPr>
            <a:xfrm>
              <a:off x="7058598" y="2011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5" name="pt26865"/>
            <p:cNvSpPr/>
            <p:nvPr/>
          </p:nvSpPr>
          <p:spPr>
            <a:xfrm>
              <a:off x="7234001" y="2163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6" name="pt26866"/>
            <p:cNvSpPr/>
            <p:nvPr/>
          </p:nvSpPr>
          <p:spPr>
            <a:xfrm>
              <a:off x="7059442" y="1993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7" name="pt26867"/>
            <p:cNvSpPr/>
            <p:nvPr/>
          </p:nvSpPr>
          <p:spPr>
            <a:xfrm>
              <a:off x="7171876" y="1990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8" name="pt26868"/>
            <p:cNvSpPr/>
            <p:nvPr/>
          </p:nvSpPr>
          <p:spPr>
            <a:xfrm>
              <a:off x="7188393" y="1952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9" name="pt26869"/>
            <p:cNvSpPr/>
            <p:nvPr/>
          </p:nvSpPr>
          <p:spPr>
            <a:xfrm>
              <a:off x="7257376" y="1949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0" name="pt26870"/>
            <p:cNvSpPr/>
            <p:nvPr/>
          </p:nvSpPr>
          <p:spPr>
            <a:xfrm>
              <a:off x="7525371" y="2317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1" name="pt26871"/>
            <p:cNvSpPr/>
            <p:nvPr/>
          </p:nvSpPr>
          <p:spPr>
            <a:xfrm>
              <a:off x="7279899" y="2143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2" name="pt26872"/>
            <p:cNvSpPr/>
            <p:nvPr/>
          </p:nvSpPr>
          <p:spPr>
            <a:xfrm>
              <a:off x="7302001" y="1907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3" name="pt26873"/>
            <p:cNvSpPr/>
            <p:nvPr/>
          </p:nvSpPr>
          <p:spPr>
            <a:xfrm>
              <a:off x="7045294" y="2175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4" name="pt26874"/>
            <p:cNvSpPr/>
            <p:nvPr/>
          </p:nvSpPr>
          <p:spPr>
            <a:xfrm>
              <a:off x="7244657" y="2326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5" name="pt26875"/>
            <p:cNvSpPr/>
            <p:nvPr/>
          </p:nvSpPr>
          <p:spPr>
            <a:xfrm>
              <a:off x="7144120" y="2183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6" name="pt26876"/>
            <p:cNvSpPr/>
            <p:nvPr/>
          </p:nvSpPr>
          <p:spPr>
            <a:xfrm>
              <a:off x="7245810" y="2187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7" name="pt26877"/>
            <p:cNvSpPr/>
            <p:nvPr/>
          </p:nvSpPr>
          <p:spPr>
            <a:xfrm>
              <a:off x="7071628" y="2275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8" name="pt26878"/>
            <p:cNvSpPr/>
            <p:nvPr/>
          </p:nvSpPr>
          <p:spPr>
            <a:xfrm>
              <a:off x="6909262" y="2183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9" name="pt26879"/>
            <p:cNvSpPr/>
            <p:nvPr/>
          </p:nvSpPr>
          <p:spPr>
            <a:xfrm>
              <a:off x="7091749" y="2194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0" name="pt26880"/>
            <p:cNvSpPr/>
            <p:nvPr/>
          </p:nvSpPr>
          <p:spPr>
            <a:xfrm>
              <a:off x="7271381" y="2063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1" name="pt26881"/>
            <p:cNvSpPr/>
            <p:nvPr/>
          </p:nvSpPr>
          <p:spPr>
            <a:xfrm>
              <a:off x="7091978" y="2282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2" name="pt26882"/>
            <p:cNvSpPr/>
            <p:nvPr/>
          </p:nvSpPr>
          <p:spPr>
            <a:xfrm>
              <a:off x="7025026" y="1893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3" name="pt26883"/>
            <p:cNvSpPr/>
            <p:nvPr/>
          </p:nvSpPr>
          <p:spPr>
            <a:xfrm>
              <a:off x="7164394" y="2008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4" name="pt26884"/>
            <p:cNvSpPr/>
            <p:nvPr/>
          </p:nvSpPr>
          <p:spPr>
            <a:xfrm>
              <a:off x="6550292" y="1709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5" name="pt26885"/>
            <p:cNvSpPr/>
            <p:nvPr/>
          </p:nvSpPr>
          <p:spPr>
            <a:xfrm>
              <a:off x="7139264" y="2208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6" name="pt26886"/>
            <p:cNvSpPr/>
            <p:nvPr/>
          </p:nvSpPr>
          <p:spPr>
            <a:xfrm>
              <a:off x="6646092" y="2173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7" name="pt26887"/>
            <p:cNvSpPr/>
            <p:nvPr/>
          </p:nvSpPr>
          <p:spPr>
            <a:xfrm>
              <a:off x="7116085" y="2174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8" name="pt26888"/>
            <p:cNvSpPr/>
            <p:nvPr/>
          </p:nvSpPr>
          <p:spPr>
            <a:xfrm>
              <a:off x="7210479" y="2175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9" name="pt26889"/>
            <p:cNvSpPr/>
            <p:nvPr/>
          </p:nvSpPr>
          <p:spPr>
            <a:xfrm>
              <a:off x="7238452" y="1898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0" name="pt26890"/>
            <p:cNvSpPr/>
            <p:nvPr/>
          </p:nvSpPr>
          <p:spPr>
            <a:xfrm>
              <a:off x="7127446" y="2078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1" name="pt26891"/>
            <p:cNvSpPr/>
            <p:nvPr/>
          </p:nvSpPr>
          <p:spPr>
            <a:xfrm>
              <a:off x="7254354" y="2052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2" name="pt26892"/>
            <p:cNvSpPr/>
            <p:nvPr/>
          </p:nvSpPr>
          <p:spPr>
            <a:xfrm>
              <a:off x="6976766" y="2024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3" name="pt26893"/>
            <p:cNvSpPr/>
            <p:nvPr/>
          </p:nvSpPr>
          <p:spPr>
            <a:xfrm>
              <a:off x="7152618" y="2245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4" name="pt26894"/>
            <p:cNvSpPr/>
            <p:nvPr/>
          </p:nvSpPr>
          <p:spPr>
            <a:xfrm>
              <a:off x="7284129" y="2008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5" name="pt26895"/>
            <p:cNvSpPr/>
            <p:nvPr/>
          </p:nvSpPr>
          <p:spPr>
            <a:xfrm>
              <a:off x="7323718" y="2040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6" name="pt26896"/>
            <p:cNvSpPr/>
            <p:nvPr/>
          </p:nvSpPr>
          <p:spPr>
            <a:xfrm>
              <a:off x="7236741" y="2166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7" name="pt26897"/>
            <p:cNvSpPr/>
            <p:nvPr/>
          </p:nvSpPr>
          <p:spPr>
            <a:xfrm>
              <a:off x="7148349" y="2403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8" name="pt26898"/>
            <p:cNvSpPr/>
            <p:nvPr/>
          </p:nvSpPr>
          <p:spPr>
            <a:xfrm>
              <a:off x="6906698" y="2014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9" name="pt26899"/>
            <p:cNvSpPr/>
            <p:nvPr/>
          </p:nvSpPr>
          <p:spPr>
            <a:xfrm>
              <a:off x="6916520" y="2198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0" name="pt26900"/>
            <p:cNvSpPr/>
            <p:nvPr/>
          </p:nvSpPr>
          <p:spPr>
            <a:xfrm>
              <a:off x="7169988" y="2020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1" name="pt26901"/>
            <p:cNvSpPr/>
            <p:nvPr/>
          </p:nvSpPr>
          <p:spPr>
            <a:xfrm>
              <a:off x="7201394" y="1996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2" name="pt26902"/>
            <p:cNvSpPr/>
            <p:nvPr/>
          </p:nvSpPr>
          <p:spPr>
            <a:xfrm>
              <a:off x="8082272" y="2379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3" name="pt26903"/>
            <p:cNvSpPr/>
            <p:nvPr/>
          </p:nvSpPr>
          <p:spPr>
            <a:xfrm>
              <a:off x="7173045" y="1986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4" name="pt26904"/>
            <p:cNvSpPr/>
            <p:nvPr/>
          </p:nvSpPr>
          <p:spPr>
            <a:xfrm>
              <a:off x="7105223" y="2254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5" name="pt26905"/>
            <p:cNvSpPr/>
            <p:nvPr/>
          </p:nvSpPr>
          <p:spPr>
            <a:xfrm>
              <a:off x="7163071" y="2153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6" name="pt26906"/>
            <p:cNvSpPr/>
            <p:nvPr/>
          </p:nvSpPr>
          <p:spPr>
            <a:xfrm>
              <a:off x="7037372" y="221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7" name="pt26907"/>
            <p:cNvSpPr/>
            <p:nvPr/>
          </p:nvSpPr>
          <p:spPr>
            <a:xfrm>
              <a:off x="7182549" y="2170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8" name="pt26908"/>
            <p:cNvSpPr/>
            <p:nvPr/>
          </p:nvSpPr>
          <p:spPr>
            <a:xfrm>
              <a:off x="7258766" y="2007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9" name="pt26909"/>
            <p:cNvSpPr/>
            <p:nvPr/>
          </p:nvSpPr>
          <p:spPr>
            <a:xfrm>
              <a:off x="7125756" y="2144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0" name="pt26910"/>
            <p:cNvSpPr/>
            <p:nvPr/>
          </p:nvSpPr>
          <p:spPr>
            <a:xfrm>
              <a:off x="7307634" y="2036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1" name="pt26911"/>
            <p:cNvSpPr/>
            <p:nvPr/>
          </p:nvSpPr>
          <p:spPr>
            <a:xfrm>
              <a:off x="7116077" y="2207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2" name="pt26912"/>
            <p:cNvSpPr/>
            <p:nvPr/>
          </p:nvSpPr>
          <p:spPr>
            <a:xfrm>
              <a:off x="7282523" y="2049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3" name="pt26913"/>
            <p:cNvSpPr/>
            <p:nvPr/>
          </p:nvSpPr>
          <p:spPr>
            <a:xfrm>
              <a:off x="7191922" y="2037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4" name="pt26914"/>
            <p:cNvSpPr/>
            <p:nvPr/>
          </p:nvSpPr>
          <p:spPr>
            <a:xfrm>
              <a:off x="7068839" y="2164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5" name="pt26915"/>
            <p:cNvSpPr/>
            <p:nvPr/>
          </p:nvSpPr>
          <p:spPr>
            <a:xfrm>
              <a:off x="7714197" y="2317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6" name="pt26916"/>
            <p:cNvSpPr/>
            <p:nvPr/>
          </p:nvSpPr>
          <p:spPr>
            <a:xfrm>
              <a:off x="7070765" y="2095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7" name="pt26917"/>
            <p:cNvSpPr/>
            <p:nvPr/>
          </p:nvSpPr>
          <p:spPr>
            <a:xfrm>
              <a:off x="7028778" y="1838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8" name="pt26918"/>
            <p:cNvSpPr/>
            <p:nvPr/>
          </p:nvSpPr>
          <p:spPr>
            <a:xfrm>
              <a:off x="7314480" y="2036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9" name="pt26919"/>
            <p:cNvSpPr/>
            <p:nvPr/>
          </p:nvSpPr>
          <p:spPr>
            <a:xfrm>
              <a:off x="7214807" y="2372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0" name="pt26920"/>
            <p:cNvSpPr/>
            <p:nvPr/>
          </p:nvSpPr>
          <p:spPr>
            <a:xfrm>
              <a:off x="7159302" y="2126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1" name="pt26921"/>
            <p:cNvSpPr/>
            <p:nvPr/>
          </p:nvSpPr>
          <p:spPr>
            <a:xfrm>
              <a:off x="7027223" y="1960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2" name="pt26922"/>
            <p:cNvSpPr/>
            <p:nvPr/>
          </p:nvSpPr>
          <p:spPr>
            <a:xfrm>
              <a:off x="6794370" y="2392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3" name="pt26923"/>
            <p:cNvSpPr/>
            <p:nvPr/>
          </p:nvSpPr>
          <p:spPr>
            <a:xfrm>
              <a:off x="7156753" y="2135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4" name="pt26924"/>
            <p:cNvSpPr/>
            <p:nvPr/>
          </p:nvSpPr>
          <p:spPr>
            <a:xfrm>
              <a:off x="7338065" y="2211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5" name="pt26925"/>
            <p:cNvSpPr/>
            <p:nvPr/>
          </p:nvSpPr>
          <p:spPr>
            <a:xfrm>
              <a:off x="6868037" y="2131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6" name="pt26926"/>
            <p:cNvSpPr/>
            <p:nvPr/>
          </p:nvSpPr>
          <p:spPr>
            <a:xfrm>
              <a:off x="7281174" y="2094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7" name="pt26927"/>
            <p:cNvSpPr/>
            <p:nvPr/>
          </p:nvSpPr>
          <p:spPr>
            <a:xfrm>
              <a:off x="7194239" y="2089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8" name="pt26928"/>
            <p:cNvSpPr/>
            <p:nvPr/>
          </p:nvSpPr>
          <p:spPr>
            <a:xfrm>
              <a:off x="7098495" y="2144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9" name="pt26929"/>
            <p:cNvSpPr/>
            <p:nvPr/>
          </p:nvSpPr>
          <p:spPr>
            <a:xfrm>
              <a:off x="7159806" y="2189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0" name="pt26930"/>
            <p:cNvSpPr/>
            <p:nvPr/>
          </p:nvSpPr>
          <p:spPr>
            <a:xfrm>
              <a:off x="7360022" y="2349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1" name="pt26931"/>
            <p:cNvSpPr/>
            <p:nvPr/>
          </p:nvSpPr>
          <p:spPr>
            <a:xfrm>
              <a:off x="7553316" y="2009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2" name="pt26932"/>
            <p:cNvSpPr/>
            <p:nvPr/>
          </p:nvSpPr>
          <p:spPr>
            <a:xfrm>
              <a:off x="7129594" y="2205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3" name="pt26933"/>
            <p:cNvSpPr/>
            <p:nvPr/>
          </p:nvSpPr>
          <p:spPr>
            <a:xfrm>
              <a:off x="6738221" y="1601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4" name="pt26934"/>
            <p:cNvSpPr/>
            <p:nvPr/>
          </p:nvSpPr>
          <p:spPr>
            <a:xfrm>
              <a:off x="7136789" y="2166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5" name="pt26935"/>
            <p:cNvSpPr/>
            <p:nvPr/>
          </p:nvSpPr>
          <p:spPr>
            <a:xfrm>
              <a:off x="7105477" y="2236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6" name="pt26936"/>
            <p:cNvSpPr/>
            <p:nvPr/>
          </p:nvSpPr>
          <p:spPr>
            <a:xfrm>
              <a:off x="7151458" y="231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7" name="pt26937"/>
            <p:cNvSpPr/>
            <p:nvPr/>
          </p:nvSpPr>
          <p:spPr>
            <a:xfrm>
              <a:off x="7255571" y="1998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8" name="pt26938"/>
            <p:cNvSpPr/>
            <p:nvPr/>
          </p:nvSpPr>
          <p:spPr>
            <a:xfrm>
              <a:off x="7036868" y="2152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9" name="pt26939"/>
            <p:cNvSpPr/>
            <p:nvPr/>
          </p:nvSpPr>
          <p:spPr>
            <a:xfrm>
              <a:off x="7246284" y="2218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0" name="pt26940"/>
            <p:cNvSpPr/>
            <p:nvPr/>
          </p:nvSpPr>
          <p:spPr>
            <a:xfrm>
              <a:off x="6998714" y="1924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1" name="pt26941"/>
            <p:cNvSpPr/>
            <p:nvPr/>
          </p:nvSpPr>
          <p:spPr>
            <a:xfrm>
              <a:off x="7224185" y="2062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2" name="pt26942"/>
            <p:cNvSpPr/>
            <p:nvPr/>
          </p:nvSpPr>
          <p:spPr>
            <a:xfrm>
              <a:off x="7268605" y="2119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3" name="pt26943"/>
            <p:cNvSpPr/>
            <p:nvPr/>
          </p:nvSpPr>
          <p:spPr>
            <a:xfrm>
              <a:off x="7091804" y="2128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4" name="pt26944"/>
            <p:cNvSpPr/>
            <p:nvPr/>
          </p:nvSpPr>
          <p:spPr>
            <a:xfrm>
              <a:off x="7216557" y="2218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5" name="pt26945"/>
            <p:cNvSpPr/>
            <p:nvPr/>
          </p:nvSpPr>
          <p:spPr>
            <a:xfrm>
              <a:off x="7000371" y="1955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6" name="pt26946"/>
            <p:cNvSpPr/>
            <p:nvPr/>
          </p:nvSpPr>
          <p:spPr>
            <a:xfrm>
              <a:off x="7147647" y="2297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7" name="pt26947"/>
            <p:cNvSpPr/>
            <p:nvPr/>
          </p:nvSpPr>
          <p:spPr>
            <a:xfrm>
              <a:off x="7422458" y="2404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8" name="pt26948"/>
            <p:cNvSpPr/>
            <p:nvPr/>
          </p:nvSpPr>
          <p:spPr>
            <a:xfrm>
              <a:off x="6953159" y="2164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9" name="pt26949"/>
            <p:cNvSpPr/>
            <p:nvPr/>
          </p:nvSpPr>
          <p:spPr>
            <a:xfrm>
              <a:off x="7219649" y="2308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0" name="pt26950"/>
            <p:cNvSpPr/>
            <p:nvPr/>
          </p:nvSpPr>
          <p:spPr>
            <a:xfrm>
              <a:off x="7161918" y="2011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1" name="pt26951"/>
            <p:cNvSpPr/>
            <p:nvPr/>
          </p:nvSpPr>
          <p:spPr>
            <a:xfrm>
              <a:off x="7164631" y="2021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2" name="pt26952"/>
            <p:cNvSpPr/>
            <p:nvPr/>
          </p:nvSpPr>
          <p:spPr>
            <a:xfrm>
              <a:off x="7078761" y="2039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3" name="pt26953"/>
            <p:cNvSpPr/>
            <p:nvPr/>
          </p:nvSpPr>
          <p:spPr>
            <a:xfrm>
              <a:off x="7152239" y="2240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4" name="pt26954"/>
            <p:cNvSpPr/>
            <p:nvPr/>
          </p:nvSpPr>
          <p:spPr>
            <a:xfrm>
              <a:off x="7207602" y="2360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5" name="pt26955"/>
            <p:cNvSpPr/>
            <p:nvPr/>
          </p:nvSpPr>
          <p:spPr>
            <a:xfrm>
              <a:off x="7063116" y="1763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6" name="pt26956"/>
            <p:cNvSpPr/>
            <p:nvPr/>
          </p:nvSpPr>
          <p:spPr>
            <a:xfrm>
              <a:off x="7015691" y="1846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7" name="pt26957"/>
            <p:cNvSpPr/>
            <p:nvPr/>
          </p:nvSpPr>
          <p:spPr>
            <a:xfrm>
              <a:off x="6975576" y="2091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8" name="pt26958"/>
            <p:cNvSpPr/>
            <p:nvPr/>
          </p:nvSpPr>
          <p:spPr>
            <a:xfrm>
              <a:off x="7136101" y="2159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9" name="pt26959"/>
            <p:cNvSpPr/>
            <p:nvPr/>
          </p:nvSpPr>
          <p:spPr>
            <a:xfrm>
              <a:off x="7052111" y="2108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0" name="pt26960"/>
            <p:cNvSpPr/>
            <p:nvPr/>
          </p:nvSpPr>
          <p:spPr>
            <a:xfrm>
              <a:off x="7104690" y="2243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1" name="pt26961"/>
            <p:cNvSpPr/>
            <p:nvPr/>
          </p:nvSpPr>
          <p:spPr>
            <a:xfrm>
              <a:off x="7092099" y="2222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2" name="pt26962"/>
            <p:cNvSpPr/>
            <p:nvPr/>
          </p:nvSpPr>
          <p:spPr>
            <a:xfrm>
              <a:off x="7291302" y="1772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3" name="pt26963"/>
            <p:cNvSpPr/>
            <p:nvPr/>
          </p:nvSpPr>
          <p:spPr>
            <a:xfrm>
              <a:off x="6931604" y="213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4" name="pt26964"/>
            <p:cNvSpPr/>
            <p:nvPr/>
          </p:nvSpPr>
          <p:spPr>
            <a:xfrm>
              <a:off x="7312268" y="1974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5" name="pt26965"/>
            <p:cNvSpPr/>
            <p:nvPr/>
          </p:nvSpPr>
          <p:spPr>
            <a:xfrm>
              <a:off x="7153999" y="2222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6" name="pt26966"/>
            <p:cNvSpPr/>
            <p:nvPr/>
          </p:nvSpPr>
          <p:spPr>
            <a:xfrm>
              <a:off x="7112688" y="2091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7" name="pt26967"/>
            <p:cNvSpPr/>
            <p:nvPr/>
          </p:nvSpPr>
          <p:spPr>
            <a:xfrm>
              <a:off x="7196490" y="2022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8" name="pt26968"/>
            <p:cNvSpPr/>
            <p:nvPr/>
          </p:nvSpPr>
          <p:spPr>
            <a:xfrm>
              <a:off x="7287719" y="1917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9" name="pt26969"/>
            <p:cNvSpPr/>
            <p:nvPr/>
          </p:nvSpPr>
          <p:spPr>
            <a:xfrm>
              <a:off x="7104693" y="2256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0" name="pt26970"/>
            <p:cNvSpPr/>
            <p:nvPr/>
          </p:nvSpPr>
          <p:spPr>
            <a:xfrm>
              <a:off x="7131094" y="2224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1" name="pt26971"/>
            <p:cNvSpPr/>
            <p:nvPr/>
          </p:nvSpPr>
          <p:spPr>
            <a:xfrm>
              <a:off x="7247502" y="2131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2" name="pt26972"/>
            <p:cNvSpPr/>
            <p:nvPr/>
          </p:nvSpPr>
          <p:spPr>
            <a:xfrm>
              <a:off x="7183904" y="2097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3" name="pt26973"/>
            <p:cNvSpPr/>
            <p:nvPr/>
          </p:nvSpPr>
          <p:spPr>
            <a:xfrm>
              <a:off x="6928253" y="2284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4" name="pt26974"/>
            <p:cNvSpPr/>
            <p:nvPr/>
          </p:nvSpPr>
          <p:spPr>
            <a:xfrm>
              <a:off x="7088536" y="2251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5" name="pt26975"/>
            <p:cNvSpPr/>
            <p:nvPr/>
          </p:nvSpPr>
          <p:spPr>
            <a:xfrm>
              <a:off x="7032720" y="1899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6" name="pt26976"/>
            <p:cNvSpPr/>
            <p:nvPr/>
          </p:nvSpPr>
          <p:spPr>
            <a:xfrm>
              <a:off x="7222748" y="2343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7" name="pt26977"/>
            <p:cNvSpPr/>
            <p:nvPr/>
          </p:nvSpPr>
          <p:spPr>
            <a:xfrm>
              <a:off x="7397995" y="2068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8" name="pt26978"/>
            <p:cNvSpPr/>
            <p:nvPr/>
          </p:nvSpPr>
          <p:spPr>
            <a:xfrm>
              <a:off x="7131875" y="2137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9" name="pt26979"/>
            <p:cNvSpPr/>
            <p:nvPr/>
          </p:nvSpPr>
          <p:spPr>
            <a:xfrm>
              <a:off x="7212540" y="2213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0" name="pt26980"/>
            <p:cNvSpPr/>
            <p:nvPr/>
          </p:nvSpPr>
          <p:spPr>
            <a:xfrm>
              <a:off x="7034292" y="2034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1" name="pt26981"/>
            <p:cNvSpPr/>
            <p:nvPr/>
          </p:nvSpPr>
          <p:spPr>
            <a:xfrm>
              <a:off x="7322539" y="2039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2" name="pt26982"/>
            <p:cNvSpPr/>
            <p:nvPr/>
          </p:nvSpPr>
          <p:spPr>
            <a:xfrm>
              <a:off x="7225384" y="2243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3" name="pt26983"/>
            <p:cNvSpPr/>
            <p:nvPr/>
          </p:nvSpPr>
          <p:spPr>
            <a:xfrm>
              <a:off x="6823223" y="1969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4" name="pt26984"/>
            <p:cNvSpPr/>
            <p:nvPr/>
          </p:nvSpPr>
          <p:spPr>
            <a:xfrm>
              <a:off x="7191507" y="2051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5" name="pt26985"/>
            <p:cNvSpPr/>
            <p:nvPr/>
          </p:nvSpPr>
          <p:spPr>
            <a:xfrm>
              <a:off x="6842733" y="2425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6" name="pt26986"/>
            <p:cNvSpPr/>
            <p:nvPr/>
          </p:nvSpPr>
          <p:spPr>
            <a:xfrm>
              <a:off x="6990283" y="1895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7" name="pt26987"/>
            <p:cNvSpPr/>
            <p:nvPr/>
          </p:nvSpPr>
          <p:spPr>
            <a:xfrm>
              <a:off x="7235874" y="2168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8" name="pt26988"/>
            <p:cNvSpPr/>
            <p:nvPr/>
          </p:nvSpPr>
          <p:spPr>
            <a:xfrm>
              <a:off x="7026901" y="1998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9" name="pt26989"/>
            <p:cNvSpPr/>
            <p:nvPr/>
          </p:nvSpPr>
          <p:spPr>
            <a:xfrm>
              <a:off x="7114993" y="2054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0" name="pt26990"/>
            <p:cNvSpPr/>
            <p:nvPr/>
          </p:nvSpPr>
          <p:spPr>
            <a:xfrm>
              <a:off x="7173052" y="2060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1" name="pt26991"/>
            <p:cNvSpPr/>
            <p:nvPr/>
          </p:nvSpPr>
          <p:spPr>
            <a:xfrm>
              <a:off x="7247150" y="2443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2" name="pt26992"/>
            <p:cNvSpPr/>
            <p:nvPr/>
          </p:nvSpPr>
          <p:spPr>
            <a:xfrm>
              <a:off x="7249016" y="2084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3" name="pt26993"/>
            <p:cNvSpPr/>
            <p:nvPr/>
          </p:nvSpPr>
          <p:spPr>
            <a:xfrm>
              <a:off x="7152007" y="2318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4" name="pt26994"/>
            <p:cNvSpPr/>
            <p:nvPr/>
          </p:nvSpPr>
          <p:spPr>
            <a:xfrm>
              <a:off x="7112854" y="2126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5" name="pt26995"/>
            <p:cNvSpPr/>
            <p:nvPr/>
          </p:nvSpPr>
          <p:spPr>
            <a:xfrm>
              <a:off x="7251413" y="208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6" name="pt26996"/>
            <p:cNvSpPr/>
            <p:nvPr/>
          </p:nvSpPr>
          <p:spPr>
            <a:xfrm>
              <a:off x="7207614" y="2375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7" name="pt26997"/>
            <p:cNvSpPr/>
            <p:nvPr/>
          </p:nvSpPr>
          <p:spPr>
            <a:xfrm>
              <a:off x="7339663" y="2026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8" name="pt26998"/>
            <p:cNvSpPr/>
            <p:nvPr/>
          </p:nvSpPr>
          <p:spPr>
            <a:xfrm>
              <a:off x="7030124" y="1917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9" name="pt26999"/>
            <p:cNvSpPr/>
            <p:nvPr/>
          </p:nvSpPr>
          <p:spPr>
            <a:xfrm>
              <a:off x="7113959" y="2084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0" name="pt27000"/>
            <p:cNvSpPr/>
            <p:nvPr/>
          </p:nvSpPr>
          <p:spPr>
            <a:xfrm>
              <a:off x="7175570" y="2074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1" name="pt27001"/>
            <p:cNvSpPr/>
            <p:nvPr/>
          </p:nvSpPr>
          <p:spPr>
            <a:xfrm>
              <a:off x="7365134" y="2412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2" name="pt27002"/>
            <p:cNvSpPr/>
            <p:nvPr/>
          </p:nvSpPr>
          <p:spPr>
            <a:xfrm>
              <a:off x="6939987" y="2196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3" name="pt27003"/>
            <p:cNvSpPr/>
            <p:nvPr/>
          </p:nvSpPr>
          <p:spPr>
            <a:xfrm>
              <a:off x="7143219" y="2273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4" name="pt27004"/>
            <p:cNvSpPr/>
            <p:nvPr/>
          </p:nvSpPr>
          <p:spPr>
            <a:xfrm>
              <a:off x="7052526" y="2326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5" name="pt27005"/>
            <p:cNvSpPr/>
            <p:nvPr/>
          </p:nvSpPr>
          <p:spPr>
            <a:xfrm>
              <a:off x="7128617" y="2110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6" name="pt27006"/>
            <p:cNvSpPr/>
            <p:nvPr/>
          </p:nvSpPr>
          <p:spPr>
            <a:xfrm>
              <a:off x="6852875" y="2372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7" name="pt27007"/>
            <p:cNvSpPr/>
            <p:nvPr/>
          </p:nvSpPr>
          <p:spPr>
            <a:xfrm>
              <a:off x="7159205" y="2173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8" name="pt27008"/>
            <p:cNvSpPr/>
            <p:nvPr/>
          </p:nvSpPr>
          <p:spPr>
            <a:xfrm>
              <a:off x="7114175" y="2066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9" name="pt27009"/>
            <p:cNvSpPr/>
            <p:nvPr/>
          </p:nvSpPr>
          <p:spPr>
            <a:xfrm>
              <a:off x="7628416" y="2414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0" name="pt27010"/>
            <p:cNvSpPr/>
            <p:nvPr/>
          </p:nvSpPr>
          <p:spPr>
            <a:xfrm>
              <a:off x="7075578" y="2246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1" name="pt27011"/>
            <p:cNvSpPr/>
            <p:nvPr/>
          </p:nvSpPr>
          <p:spPr>
            <a:xfrm>
              <a:off x="7319588" y="1945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2" name="pt27012"/>
            <p:cNvSpPr/>
            <p:nvPr/>
          </p:nvSpPr>
          <p:spPr>
            <a:xfrm>
              <a:off x="7040111" y="2172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3" name="pt27013"/>
            <p:cNvSpPr/>
            <p:nvPr/>
          </p:nvSpPr>
          <p:spPr>
            <a:xfrm>
              <a:off x="7288503" y="1860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4" name="pt27014"/>
            <p:cNvSpPr/>
            <p:nvPr/>
          </p:nvSpPr>
          <p:spPr>
            <a:xfrm>
              <a:off x="7012607" y="1912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5" name="pt27015"/>
            <p:cNvSpPr/>
            <p:nvPr/>
          </p:nvSpPr>
          <p:spPr>
            <a:xfrm>
              <a:off x="7093639" y="2204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6" name="pt27016"/>
            <p:cNvSpPr/>
            <p:nvPr/>
          </p:nvSpPr>
          <p:spPr>
            <a:xfrm>
              <a:off x="7261357" y="1961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7" name="pt27017"/>
            <p:cNvSpPr/>
            <p:nvPr/>
          </p:nvSpPr>
          <p:spPr>
            <a:xfrm>
              <a:off x="7174196" y="2008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8" name="pt27018"/>
            <p:cNvSpPr/>
            <p:nvPr/>
          </p:nvSpPr>
          <p:spPr>
            <a:xfrm>
              <a:off x="7054641" y="2252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9" name="pt27019"/>
            <p:cNvSpPr/>
            <p:nvPr/>
          </p:nvSpPr>
          <p:spPr>
            <a:xfrm>
              <a:off x="7153294" y="2270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0" name="pt27020"/>
            <p:cNvSpPr/>
            <p:nvPr/>
          </p:nvSpPr>
          <p:spPr>
            <a:xfrm>
              <a:off x="7251579" y="2156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1" name="pt27021"/>
            <p:cNvSpPr/>
            <p:nvPr/>
          </p:nvSpPr>
          <p:spPr>
            <a:xfrm>
              <a:off x="7098888" y="2224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2" name="pt27022"/>
            <p:cNvSpPr/>
            <p:nvPr/>
          </p:nvSpPr>
          <p:spPr>
            <a:xfrm>
              <a:off x="7126611" y="2187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3" name="pt27023"/>
            <p:cNvSpPr/>
            <p:nvPr/>
          </p:nvSpPr>
          <p:spPr>
            <a:xfrm>
              <a:off x="7078883" y="2094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4" name="pt27024"/>
            <p:cNvSpPr/>
            <p:nvPr/>
          </p:nvSpPr>
          <p:spPr>
            <a:xfrm>
              <a:off x="7168997" y="1949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5" name="pt27025"/>
            <p:cNvSpPr/>
            <p:nvPr/>
          </p:nvSpPr>
          <p:spPr>
            <a:xfrm>
              <a:off x="7451486" y="244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6" name="pt27026"/>
            <p:cNvSpPr/>
            <p:nvPr/>
          </p:nvSpPr>
          <p:spPr>
            <a:xfrm>
              <a:off x="6724611" y="2171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7" name="pt27027"/>
            <p:cNvSpPr/>
            <p:nvPr/>
          </p:nvSpPr>
          <p:spPr>
            <a:xfrm>
              <a:off x="7355468" y="2007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8" name="pt27028"/>
            <p:cNvSpPr/>
            <p:nvPr/>
          </p:nvSpPr>
          <p:spPr>
            <a:xfrm>
              <a:off x="7122665" y="2075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9" name="pt27029"/>
            <p:cNvSpPr/>
            <p:nvPr/>
          </p:nvSpPr>
          <p:spPr>
            <a:xfrm>
              <a:off x="7043088" y="2274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0" name="pt27030"/>
            <p:cNvSpPr/>
            <p:nvPr/>
          </p:nvSpPr>
          <p:spPr>
            <a:xfrm>
              <a:off x="7354014" y="1820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1" name="pt27031"/>
            <p:cNvSpPr/>
            <p:nvPr/>
          </p:nvSpPr>
          <p:spPr>
            <a:xfrm>
              <a:off x="7151525" y="2355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2" name="pt27032"/>
            <p:cNvSpPr/>
            <p:nvPr/>
          </p:nvSpPr>
          <p:spPr>
            <a:xfrm>
              <a:off x="7090972" y="2212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3" name="pt27033"/>
            <p:cNvSpPr/>
            <p:nvPr/>
          </p:nvSpPr>
          <p:spPr>
            <a:xfrm>
              <a:off x="6952264" y="2047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4" name="pt27034"/>
            <p:cNvSpPr/>
            <p:nvPr/>
          </p:nvSpPr>
          <p:spPr>
            <a:xfrm>
              <a:off x="7289897" y="1889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5" name="pt27035"/>
            <p:cNvSpPr/>
            <p:nvPr/>
          </p:nvSpPr>
          <p:spPr>
            <a:xfrm>
              <a:off x="7014713" y="1828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6" name="pt27036"/>
            <p:cNvSpPr/>
            <p:nvPr/>
          </p:nvSpPr>
          <p:spPr>
            <a:xfrm>
              <a:off x="7145848" y="2279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7" name="pt27037"/>
            <p:cNvSpPr/>
            <p:nvPr/>
          </p:nvSpPr>
          <p:spPr>
            <a:xfrm>
              <a:off x="7189151" y="2051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8" name="pt27038"/>
            <p:cNvSpPr/>
            <p:nvPr/>
          </p:nvSpPr>
          <p:spPr>
            <a:xfrm>
              <a:off x="7309863" y="2068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9" name="pt27039"/>
            <p:cNvSpPr/>
            <p:nvPr/>
          </p:nvSpPr>
          <p:spPr>
            <a:xfrm>
              <a:off x="7060763" y="2009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0" name="pt27040"/>
            <p:cNvSpPr/>
            <p:nvPr/>
          </p:nvSpPr>
          <p:spPr>
            <a:xfrm>
              <a:off x="7091991" y="2259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1" name="pt27041"/>
            <p:cNvSpPr/>
            <p:nvPr/>
          </p:nvSpPr>
          <p:spPr>
            <a:xfrm>
              <a:off x="7039246" y="2181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2" name="pt27042"/>
            <p:cNvSpPr/>
            <p:nvPr/>
          </p:nvSpPr>
          <p:spPr>
            <a:xfrm>
              <a:off x="7202946" y="2041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3" name="pt27043"/>
            <p:cNvSpPr/>
            <p:nvPr/>
          </p:nvSpPr>
          <p:spPr>
            <a:xfrm>
              <a:off x="7101772" y="2282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4" name="pt27044"/>
            <p:cNvSpPr/>
            <p:nvPr/>
          </p:nvSpPr>
          <p:spPr>
            <a:xfrm>
              <a:off x="7195632" y="2019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5" name="pt27045"/>
            <p:cNvSpPr/>
            <p:nvPr/>
          </p:nvSpPr>
          <p:spPr>
            <a:xfrm>
              <a:off x="7090934" y="2243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6" name="pt27046"/>
            <p:cNvSpPr/>
            <p:nvPr/>
          </p:nvSpPr>
          <p:spPr>
            <a:xfrm>
              <a:off x="7119409" y="2148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7" name="pt27047"/>
            <p:cNvSpPr/>
            <p:nvPr/>
          </p:nvSpPr>
          <p:spPr>
            <a:xfrm>
              <a:off x="7302504" y="1927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8" name="pt27048"/>
            <p:cNvSpPr/>
            <p:nvPr/>
          </p:nvSpPr>
          <p:spPr>
            <a:xfrm>
              <a:off x="7339570" y="2091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9" name="pt27049"/>
            <p:cNvSpPr/>
            <p:nvPr/>
          </p:nvSpPr>
          <p:spPr>
            <a:xfrm>
              <a:off x="6932915" y="2207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0" name="pt27050"/>
            <p:cNvSpPr/>
            <p:nvPr/>
          </p:nvSpPr>
          <p:spPr>
            <a:xfrm>
              <a:off x="7087146" y="2164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1" name="pt27051"/>
            <p:cNvSpPr/>
            <p:nvPr/>
          </p:nvSpPr>
          <p:spPr>
            <a:xfrm>
              <a:off x="7131265" y="2092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2" name="pt27052"/>
            <p:cNvSpPr/>
            <p:nvPr/>
          </p:nvSpPr>
          <p:spPr>
            <a:xfrm>
              <a:off x="6963041" y="1968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3" name="pt27053"/>
            <p:cNvSpPr/>
            <p:nvPr/>
          </p:nvSpPr>
          <p:spPr>
            <a:xfrm>
              <a:off x="7204745" y="2215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4" name="pt27054"/>
            <p:cNvSpPr/>
            <p:nvPr/>
          </p:nvSpPr>
          <p:spPr>
            <a:xfrm>
              <a:off x="7419039" y="2451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5" name="pt27055"/>
            <p:cNvSpPr/>
            <p:nvPr/>
          </p:nvSpPr>
          <p:spPr>
            <a:xfrm>
              <a:off x="7346334" y="2099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6" name="pt27056"/>
            <p:cNvSpPr/>
            <p:nvPr/>
          </p:nvSpPr>
          <p:spPr>
            <a:xfrm>
              <a:off x="7309991" y="2082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7" name="pt27057"/>
            <p:cNvSpPr/>
            <p:nvPr/>
          </p:nvSpPr>
          <p:spPr>
            <a:xfrm>
              <a:off x="7472123" y="2538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8" name="pt27058"/>
            <p:cNvSpPr/>
            <p:nvPr/>
          </p:nvSpPr>
          <p:spPr>
            <a:xfrm>
              <a:off x="7711193" y="2350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9" name="pt27059"/>
            <p:cNvSpPr/>
            <p:nvPr/>
          </p:nvSpPr>
          <p:spPr>
            <a:xfrm>
              <a:off x="7040213" y="2165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0" name="pt27060"/>
            <p:cNvSpPr/>
            <p:nvPr/>
          </p:nvSpPr>
          <p:spPr>
            <a:xfrm>
              <a:off x="6902187" y="1949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1" name="pt27061"/>
            <p:cNvSpPr/>
            <p:nvPr/>
          </p:nvSpPr>
          <p:spPr>
            <a:xfrm>
              <a:off x="7267887" y="2042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2" name="pt27062"/>
            <p:cNvSpPr/>
            <p:nvPr/>
          </p:nvSpPr>
          <p:spPr>
            <a:xfrm>
              <a:off x="7106533" y="2110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3" name="pt27063"/>
            <p:cNvSpPr/>
            <p:nvPr/>
          </p:nvSpPr>
          <p:spPr>
            <a:xfrm>
              <a:off x="7283753" y="2099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4" name="pt27064"/>
            <p:cNvSpPr/>
            <p:nvPr/>
          </p:nvSpPr>
          <p:spPr>
            <a:xfrm>
              <a:off x="6849765" y="2321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5" name="pt27065"/>
            <p:cNvSpPr/>
            <p:nvPr/>
          </p:nvSpPr>
          <p:spPr>
            <a:xfrm>
              <a:off x="7337045" y="1902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6" name="pt27066"/>
            <p:cNvSpPr/>
            <p:nvPr/>
          </p:nvSpPr>
          <p:spPr>
            <a:xfrm>
              <a:off x="7019390" y="2004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7" name="pt27067"/>
            <p:cNvSpPr/>
            <p:nvPr/>
          </p:nvSpPr>
          <p:spPr>
            <a:xfrm>
              <a:off x="7216026" y="2184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8" name="pt27068"/>
            <p:cNvSpPr/>
            <p:nvPr/>
          </p:nvSpPr>
          <p:spPr>
            <a:xfrm>
              <a:off x="7292593" y="2024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9" name="pt27069"/>
            <p:cNvSpPr/>
            <p:nvPr/>
          </p:nvSpPr>
          <p:spPr>
            <a:xfrm>
              <a:off x="7379431" y="2178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0" name="pt27070"/>
            <p:cNvSpPr/>
            <p:nvPr/>
          </p:nvSpPr>
          <p:spPr>
            <a:xfrm>
              <a:off x="7135253" y="2191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1" name="pt27071"/>
            <p:cNvSpPr/>
            <p:nvPr/>
          </p:nvSpPr>
          <p:spPr>
            <a:xfrm>
              <a:off x="7024461" y="1903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2" name="pt27072"/>
            <p:cNvSpPr/>
            <p:nvPr/>
          </p:nvSpPr>
          <p:spPr>
            <a:xfrm>
              <a:off x="7295209" y="2004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3" name="pt27073"/>
            <p:cNvSpPr/>
            <p:nvPr/>
          </p:nvSpPr>
          <p:spPr>
            <a:xfrm>
              <a:off x="7228537" y="1964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4" name="pt27074"/>
            <p:cNvSpPr/>
            <p:nvPr/>
          </p:nvSpPr>
          <p:spPr>
            <a:xfrm>
              <a:off x="7050825" y="2327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5" name="pt27075"/>
            <p:cNvSpPr/>
            <p:nvPr/>
          </p:nvSpPr>
          <p:spPr>
            <a:xfrm>
              <a:off x="7228602" y="2141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6" name="pt27076"/>
            <p:cNvSpPr/>
            <p:nvPr/>
          </p:nvSpPr>
          <p:spPr>
            <a:xfrm>
              <a:off x="6972361" y="2010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7" name="pt27077"/>
            <p:cNvSpPr/>
            <p:nvPr/>
          </p:nvSpPr>
          <p:spPr>
            <a:xfrm>
              <a:off x="7104003" y="2226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8" name="pt27078"/>
            <p:cNvSpPr/>
            <p:nvPr/>
          </p:nvSpPr>
          <p:spPr>
            <a:xfrm>
              <a:off x="7172927" y="2006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9" name="pt27079"/>
            <p:cNvSpPr/>
            <p:nvPr/>
          </p:nvSpPr>
          <p:spPr>
            <a:xfrm>
              <a:off x="7285317" y="2109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0" name="pt27080"/>
            <p:cNvSpPr/>
            <p:nvPr/>
          </p:nvSpPr>
          <p:spPr>
            <a:xfrm>
              <a:off x="7207081" y="2142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1" name="pt27081"/>
            <p:cNvSpPr/>
            <p:nvPr/>
          </p:nvSpPr>
          <p:spPr>
            <a:xfrm>
              <a:off x="7263867" y="2069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2" name="pt27082"/>
            <p:cNvSpPr/>
            <p:nvPr/>
          </p:nvSpPr>
          <p:spPr>
            <a:xfrm>
              <a:off x="6696257" y="1513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3" name="pt27083"/>
            <p:cNvSpPr/>
            <p:nvPr/>
          </p:nvSpPr>
          <p:spPr>
            <a:xfrm>
              <a:off x="7175328" y="2030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4" name="pt27084"/>
            <p:cNvSpPr/>
            <p:nvPr/>
          </p:nvSpPr>
          <p:spPr>
            <a:xfrm>
              <a:off x="7100870" y="221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5" name="pt27085"/>
            <p:cNvSpPr/>
            <p:nvPr/>
          </p:nvSpPr>
          <p:spPr>
            <a:xfrm>
              <a:off x="6678398" y="1825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6" name="pt27086"/>
            <p:cNvSpPr/>
            <p:nvPr/>
          </p:nvSpPr>
          <p:spPr>
            <a:xfrm>
              <a:off x="6876952" y="2086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7" name="pt27087"/>
            <p:cNvSpPr/>
            <p:nvPr/>
          </p:nvSpPr>
          <p:spPr>
            <a:xfrm>
              <a:off x="6890137" y="2106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8" name="pt27088"/>
            <p:cNvSpPr/>
            <p:nvPr/>
          </p:nvSpPr>
          <p:spPr>
            <a:xfrm>
              <a:off x="7290746" y="1947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9" name="pt27089"/>
            <p:cNvSpPr/>
            <p:nvPr/>
          </p:nvSpPr>
          <p:spPr>
            <a:xfrm>
              <a:off x="7147640" y="2348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0" name="pt27090"/>
            <p:cNvSpPr/>
            <p:nvPr/>
          </p:nvSpPr>
          <p:spPr>
            <a:xfrm>
              <a:off x="7086178" y="2159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1" name="pt27091"/>
            <p:cNvSpPr/>
            <p:nvPr/>
          </p:nvSpPr>
          <p:spPr>
            <a:xfrm>
              <a:off x="7296498" y="1928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2" name="pt27092"/>
            <p:cNvSpPr/>
            <p:nvPr/>
          </p:nvSpPr>
          <p:spPr>
            <a:xfrm>
              <a:off x="6986876" y="2038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3" name="pt27093"/>
            <p:cNvSpPr/>
            <p:nvPr/>
          </p:nvSpPr>
          <p:spPr>
            <a:xfrm>
              <a:off x="7058518" y="2012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4" name="pt27094"/>
            <p:cNvSpPr/>
            <p:nvPr/>
          </p:nvSpPr>
          <p:spPr>
            <a:xfrm>
              <a:off x="6920078" y="2163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5" name="pt27095"/>
            <p:cNvSpPr/>
            <p:nvPr/>
          </p:nvSpPr>
          <p:spPr>
            <a:xfrm>
              <a:off x="7059873" y="2099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6" name="pt27096"/>
            <p:cNvSpPr/>
            <p:nvPr/>
          </p:nvSpPr>
          <p:spPr>
            <a:xfrm>
              <a:off x="7482387" y="2657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7" name="pt27097"/>
            <p:cNvSpPr/>
            <p:nvPr/>
          </p:nvSpPr>
          <p:spPr>
            <a:xfrm>
              <a:off x="6884385" y="1914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8" name="pt27098"/>
            <p:cNvSpPr/>
            <p:nvPr/>
          </p:nvSpPr>
          <p:spPr>
            <a:xfrm>
              <a:off x="7282914" y="2068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9" name="pt27099"/>
            <p:cNvSpPr/>
            <p:nvPr/>
          </p:nvSpPr>
          <p:spPr>
            <a:xfrm>
              <a:off x="7036275" y="2003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0" name="pt27100"/>
            <p:cNvSpPr/>
            <p:nvPr/>
          </p:nvSpPr>
          <p:spPr>
            <a:xfrm>
              <a:off x="7001961" y="1957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1" name="pt27101"/>
            <p:cNvSpPr/>
            <p:nvPr/>
          </p:nvSpPr>
          <p:spPr>
            <a:xfrm>
              <a:off x="7137465" y="2211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2" name="pt27102"/>
            <p:cNvSpPr/>
            <p:nvPr/>
          </p:nvSpPr>
          <p:spPr>
            <a:xfrm>
              <a:off x="6807907" y="271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3" name="pt27103"/>
            <p:cNvSpPr/>
            <p:nvPr/>
          </p:nvSpPr>
          <p:spPr>
            <a:xfrm>
              <a:off x="7200496" y="1985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4" name="pt27104"/>
            <p:cNvSpPr/>
            <p:nvPr/>
          </p:nvSpPr>
          <p:spPr>
            <a:xfrm>
              <a:off x="7214586" y="2347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5" name="pt27105"/>
            <p:cNvSpPr/>
            <p:nvPr/>
          </p:nvSpPr>
          <p:spPr>
            <a:xfrm>
              <a:off x="7164773" y="2064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6" name="pt27106"/>
            <p:cNvSpPr/>
            <p:nvPr/>
          </p:nvSpPr>
          <p:spPr>
            <a:xfrm>
              <a:off x="7393250" y="2124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7" name="pt27107"/>
            <p:cNvSpPr/>
            <p:nvPr/>
          </p:nvSpPr>
          <p:spPr>
            <a:xfrm>
              <a:off x="7307426" y="1900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8" name="pt27108"/>
            <p:cNvSpPr/>
            <p:nvPr/>
          </p:nvSpPr>
          <p:spPr>
            <a:xfrm>
              <a:off x="6775329" y="2513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9" name="pt27109"/>
            <p:cNvSpPr/>
            <p:nvPr/>
          </p:nvSpPr>
          <p:spPr>
            <a:xfrm>
              <a:off x="7248325" y="2090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0" name="pt27110"/>
            <p:cNvSpPr/>
            <p:nvPr/>
          </p:nvSpPr>
          <p:spPr>
            <a:xfrm>
              <a:off x="7168304" y="1960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1" name="pt27111"/>
            <p:cNvSpPr/>
            <p:nvPr/>
          </p:nvSpPr>
          <p:spPr>
            <a:xfrm>
              <a:off x="7179531" y="2088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2" name="pt27112"/>
            <p:cNvSpPr/>
            <p:nvPr/>
          </p:nvSpPr>
          <p:spPr>
            <a:xfrm>
              <a:off x="7039918" y="2202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3" name="pt27113"/>
            <p:cNvSpPr/>
            <p:nvPr/>
          </p:nvSpPr>
          <p:spPr>
            <a:xfrm>
              <a:off x="7028592" y="1904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4" name="pt27114"/>
            <p:cNvSpPr/>
            <p:nvPr/>
          </p:nvSpPr>
          <p:spPr>
            <a:xfrm>
              <a:off x="7196696" y="2040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5" name="pt27115"/>
            <p:cNvSpPr/>
            <p:nvPr/>
          </p:nvSpPr>
          <p:spPr>
            <a:xfrm>
              <a:off x="6921309" y="2178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6" name="pt27116"/>
            <p:cNvSpPr/>
            <p:nvPr/>
          </p:nvSpPr>
          <p:spPr>
            <a:xfrm>
              <a:off x="7527817" y="2378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7" name="pt27117"/>
            <p:cNvSpPr/>
            <p:nvPr/>
          </p:nvSpPr>
          <p:spPr>
            <a:xfrm>
              <a:off x="7214511" y="2222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8" name="pt27118"/>
            <p:cNvSpPr/>
            <p:nvPr/>
          </p:nvSpPr>
          <p:spPr>
            <a:xfrm>
              <a:off x="6965485" y="1996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9" name="pt27119"/>
            <p:cNvSpPr/>
            <p:nvPr/>
          </p:nvSpPr>
          <p:spPr>
            <a:xfrm>
              <a:off x="7032983" y="2116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0" name="pt27120"/>
            <p:cNvSpPr/>
            <p:nvPr/>
          </p:nvSpPr>
          <p:spPr>
            <a:xfrm>
              <a:off x="7022468" y="1975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1" name="pt27121"/>
            <p:cNvSpPr/>
            <p:nvPr/>
          </p:nvSpPr>
          <p:spPr>
            <a:xfrm>
              <a:off x="6956090" y="2067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2" name="pt27122"/>
            <p:cNvSpPr/>
            <p:nvPr/>
          </p:nvSpPr>
          <p:spPr>
            <a:xfrm>
              <a:off x="6939275" y="2219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3" name="pt27123"/>
            <p:cNvSpPr/>
            <p:nvPr/>
          </p:nvSpPr>
          <p:spPr>
            <a:xfrm>
              <a:off x="7098302" y="2187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4" name="pt27124"/>
            <p:cNvSpPr/>
            <p:nvPr/>
          </p:nvSpPr>
          <p:spPr>
            <a:xfrm>
              <a:off x="7183652" y="2132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5" name="pt27125"/>
            <p:cNvSpPr/>
            <p:nvPr/>
          </p:nvSpPr>
          <p:spPr>
            <a:xfrm>
              <a:off x="7147108" y="2194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6" name="pt27126"/>
            <p:cNvSpPr/>
            <p:nvPr/>
          </p:nvSpPr>
          <p:spPr>
            <a:xfrm>
              <a:off x="7265998" y="2042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7" name="pt27127"/>
            <p:cNvSpPr/>
            <p:nvPr/>
          </p:nvSpPr>
          <p:spPr>
            <a:xfrm>
              <a:off x="7020626" y="2095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8" name="pt27128"/>
            <p:cNvSpPr/>
            <p:nvPr/>
          </p:nvSpPr>
          <p:spPr>
            <a:xfrm>
              <a:off x="7206209" y="2193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9" name="pt27129"/>
            <p:cNvSpPr/>
            <p:nvPr/>
          </p:nvSpPr>
          <p:spPr>
            <a:xfrm>
              <a:off x="7120444" y="2086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0" name="pt27130"/>
            <p:cNvSpPr/>
            <p:nvPr/>
          </p:nvSpPr>
          <p:spPr>
            <a:xfrm>
              <a:off x="7173525" y="2026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1" name="pt27131"/>
            <p:cNvSpPr/>
            <p:nvPr/>
          </p:nvSpPr>
          <p:spPr>
            <a:xfrm>
              <a:off x="7288704" y="1928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2" name="pt27132"/>
            <p:cNvSpPr/>
            <p:nvPr/>
          </p:nvSpPr>
          <p:spPr>
            <a:xfrm>
              <a:off x="7074431" y="2200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3" name="pt27133"/>
            <p:cNvSpPr/>
            <p:nvPr/>
          </p:nvSpPr>
          <p:spPr>
            <a:xfrm>
              <a:off x="7189107" y="2056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4" name="pt27134"/>
            <p:cNvSpPr/>
            <p:nvPr/>
          </p:nvSpPr>
          <p:spPr>
            <a:xfrm>
              <a:off x="7186018" y="2158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5" name="pt27135"/>
            <p:cNvSpPr/>
            <p:nvPr/>
          </p:nvSpPr>
          <p:spPr>
            <a:xfrm>
              <a:off x="7169193" y="1983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6" name="pt27136"/>
            <p:cNvSpPr/>
            <p:nvPr/>
          </p:nvSpPr>
          <p:spPr>
            <a:xfrm>
              <a:off x="7140044" y="2180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7" name="pt27137"/>
            <p:cNvSpPr/>
            <p:nvPr/>
          </p:nvSpPr>
          <p:spPr>
            <a:xfrm>
              <a:off x="7064424" y="1740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8" name="pt27138"/>
            <p:cNvSpPr/>
            <p:nvPr/>
          </p:nvSpPr>
          <p:spPr>
            <a:xfrm>
              <a:off x="7332216" y="1987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9" name="pt27139"/>
            <p:cNvSpPr/>
            <p:nvPr/>
          </p:nvSpPr>
          <p:spPr>
            <a:xfrm>
              <a:off x="7238273" y="1981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0" name="pt27140"/>
            <p:cNvSpPr/>
            <p:nvPr/>
          </p:nvSpPr>
          <p:spPr>
            <a:xfrm>
              <a:off x="7432572" y="2389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1" name="pt27141"/>
            <p:cNvSpPr/>
            <p:nvPr/>
          </p:nvSpPr>
          <p:spPr>
            <a:xfrm>
              <a:off x="7794268" y="2482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2" name="pt27142"/>
            <p:cNvSpPr/>
            <p:nvPr/>
          </p:nvSpPr>
          <p:spPr>
            <a:xfrm>
              <a:off x="7227922" y="2059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3" name="pt27143"/>
            <p:cNvSpPr/>
            <p:nvPr/>
          </p:nvSpPr>
          <p:spPr>
            <a:xfrm>
              <a:off x="7310904" y="2027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4" name="pt27144"/>
            <p:cNvSpPr/>
            <p:nvPr/>
          </p:nvSpPr>
          <p:spPr>
            <a:xfrm>
              <a:off x="7386291" y="1773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5" name="pt27145"/>
            <p:cNvSpPr/>
            <p:nvPr/>
          </p:nvSpPr>
          <p:spPr>
            <a:xfrm>
              <a:off x="7191016" y="2044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6" name="pt27146"/>
            <p:cNvSpPr/>
            <p:nvPr/>
          </p:nvSpPr>
          <p:spPr>
            <a:xfrm>
              <a:off x="7101732" y="2283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7" name="pt27147"/>
            <p:cNvSpPr/>
            <p:nvPr/>
          </p:nvSpPr>
          <p:spPr>
            <a:xfrm>
              <a:off x="7176187" y="2036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8" name="pt27148"/>
            <p:cNvSpPr/>
            <p:nvPr/>
          </p:nvSpPr>
          <p:spPr>
            <a:xfrm>
              <a:off x="7135242" y="2104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9" name="pt27149"/>
            <p:cNvSpPr/>
            <p:nvPr/>
          </p:nvSpPr>
          <p:spPr>
            <a:xfrm>
              <a:off x="6807835" y="2439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0" name="pt27150"/>
            <p:cNvSpPr/>
            <p:nvPr/>
          </p:nvSpPr>
          <p:spPr>
            <a:xfrm>
              <a:off x="7132930" y="2142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1" name="pt27151"/>
            <p:cNvSpPr/>
            <p:nvPr/>
          </p:nvSpPr>
          <p:spPr>
            <a:xfrm>
              <a:off x="7089193" y="2225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2" name="pt27152"/>
            <p:cNvSpPr/>
            <p:nvPr/>
          </p:nvSpPr>
          <p:spPr>
            <a:xfrm>
              <a:off x="7174928" y="1979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3" name="pt27153"/>
            <p:cNvSpPr/>
            <p:nvPr/>
          </p:nvSpPr>
          <p:spPr>
            <a:xfrm>
              <a:off x="6865738" y="2177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4" name="pt27154"/>
            <p:cNvSpPr/>
            <p:nvPr/>
          </p:nvSpPr>
          <p:spPr>
            <a:xfrm>
              <a:off x="6925484" y="2159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5" name="pt27155"/>
            <p:cNvSpPr/>
            <p:nvPr/>
          </p:nvSpPr>
          <p:spPr>
            <a:xfrm>
              <a:off x="7127757" y="2130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6" name="pt27156"/>
            <p:cNvSpPr/>
            <p:nvPr/>
          </p:nvSpPr>
          <p:spPr>
            <a:xfrm>
              <a:off x="7223679" y="2199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7" name="pt27157"/>
            <p:cNvSpPr/>
            <p:nvPr/>
          </p:nvSpPr>
          <p:spPr>
            <a:xfrm>
              <a:off x="7231569" y="2190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8" name="pt27158"/>
            <p:cNvSpPr/>
            <p:nvPr/>
          </p:nvSpPr>
          <p:spPr>
            <a:xfrm>
              <a:off x="7123436" y="2182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9" name="pt27159"/>
            <p:cNvSpPr/>
            <p:nvPr/>
          </p:nvSpPr>
          <p:spPr>
            <a:xfrm>
              <a:off x="7325499" y="1724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0" name="pt27160"/>
            <p:cNvSpPr/>
            <p:nvPr/>
          </p:nvSpPr>
          <p:spPr>
            <a:xfrm>
              <a:off x="7273180" y="2043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1" name="pt27161"/>
            <p:cNvSpPr/>
            <p:nvPr/>
          </p:nvSpPr>
          <p:spPr>
            <a:xfrm>
              <a:off x="7192401" y="1986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2" name="pt27162"/>
            <p:cNvSpPr/>
            <p:nvPr/>
          </p:nvSpPr>
          <p:spPr>
            <a:xfrm>
              <a:off x="6993955" y="1973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3" name="pt27163"/>
            <p:cNvSpPr/>
            <p:nvPr/>
          </p:nvSpPr>
          <p:spPr>
            <a:xfrm>
              <a:off x="7304161" y="2055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4" name="pt27164"/>
            <p:cNvSpPr/>
            <p:nvPr/>
          </p:nvSpPr>
          <p:spPr>
            <a:xfrm>
              <a:off x="7254711" y="1926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5" name="pt27165"/>
            <p:cNvSpPr/>
            <p:nvPr/>
          </p:nvSpPr>
          <p:spPr>
            <a:xfrm>
              <a:off x="7249446" y="2075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6" name="pt27166"/>
            <p:cNvSpPr/>
            <p:nvPr/>
          </p:nvSpPr>
          <p:spPr>
            <a:xfrm>
              <a:off x="7154873" y="235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7" name="pt27167"/>
            <p:cNvSpPr/>
            <p:nvPr/>
          </p:nvSpPr>
          <p:spPr>
            <a:xfrm>
              <a:off x="6754403" y="1808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8" name="pt27168"/>
            <p:cNvSpPr/>
            <p:nvPr/>
          </p:nvSpPr>
          <p:spPr>
            <a:xfrm>
              <a:off x="7062416" y="1698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9" name="pt27169"/>
            <p:cNvSpPr/>
            <p:nvPr/>
          </p:nvSpPr>
          <p:spPr>
            <a:xfrm>
              <a:off x="7130022" y="2200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0" name="pt27170"/>
            <p:cNvSpPr/>
            <p:nvPr/>
          </p:nvSpPr>
          <p:spPr>
            <a:xfrm>
              <a:off x="7544610" y="2431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1" name="pt27171"/>
            <p:cNvSpPr/>
            <p:nvPr/>
          </p:nvSpPr>
          <p:spPr>
            <a:xfrm>
              <a:off x="7003968" y="1815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2" name="pt27172"/>
            <p:cNvSpPr/>
            <p:nvPr/>
          </p:nvSpPr>
          <p:spPr>
            <a:xfrm>
              <a:off x="7151374" y="2216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3" name="pt27173"/>
            <p:cNvSpPr/>
            <p:nvPr/>
          </p:nvSpPr>
          <p:spPr>
            <a:xfrm>
              <a:off x="6982539" y="2103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4" name="pt27174"/>
            <p:cNvSpPr/>
            <p:nvPr/>
          </p:nvSpPr>
          <p:spPr>
            <a:xfrm>
              <a:off x="7131554" y="2145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5" name="pt27175"/>
            <p:cNvSpPr/>
            <p:nvPr/>
          </p:nvSpPr>
          <p:spPr>
            <a:xfrm>
              <a:off x="7103628" y="2232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6" name="pt27176"/>
            <p:cNvSpPr/>
            <p:nvPr/>
          </p:nvSpPr>
          <p:spPr>
            <a:xfrm>
              <a:off x="6720647" y="1653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7" name="pt27177"/>
            <p:cNvSpPr/>
            <p:nvPr/>
          </p:nvSpPr>
          <p:spPr>
            <a:xfrm>
              <a:off x="6915449" y="2259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8" name="pt27178"/>
            <p:cNvSpPr/>
            <p:nvPr/>
          </p:nvSpPr>
          <p:spPr>
            <a:xfrm>
              <a:off x="6993374" y="1974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9" name="pt27179"/>
            <p:cNvSpPr/>
            <p:nvPr/>
          </p:nvSpPr>
          <p:spPr>
            <a:xfrm>
              <a:off x="7222449" y="2244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0" name="pt27180"/>
            <p:cNvSpPr/>
            <p:nvPr/>
          </p:nvSpPr>
          <p:spPr>
            <a:xfrm>
              <a:off x="7123537" y="2030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1" name="pt27181"/>
            <p:cNvSpPr/>
            <p:nvPr/>
          </p:nvSpPr>
          <p:spPr>
            <a:xfrm>
              <a:off x="6973903" y="1992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2" name="pt27182"/>
            <p:cNvSpPr/>
            <p:nvPr/>
          </p:nvSpPr>
          <p:spPr>
            <a:xfrm>
              <a:off x="7180921" y="2148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3" name="pt27183"/>
            <p:cNvSpPr/>
            <p:nvPr/>
          </p:nvSpPr>
          <p:spPr>
            <a:xfrm>
              <a:off x="6939577" y="2245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4" name="pt27184"/>
            <p:cNvSpPr/>
            <p:nvPr/>
          </p:nvSpPr>
          <p:spPr>
            <a:xfrm>
              <a:off x="7237844" y="2003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5" name="pt27185"/>
            <p:cNvSpPr/>
            <p:nvPr/>
          </p:nvSpPr>
          <p:spPr>
            <a:xfrm>
              <a:off x="7077938" y="2173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6" name="pt27186"/>
            <p:cNvSpPr/>
            <p:nvPr/>
          </p:nvSpPr>
          <p:spPr>
            <a:xfrm>
              <a:off x="7644206" y="2499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7" name="pt27187"/>
            <p:cNvSpPr/>
            <p:nvPr/>
          </p:nvSpPr>
          <p:spPr>
            <a:xfrm>
              <a:off x="7274550" y="1909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8" name="pt27188"/>
            <p:cNvSpPr/>
            <p:nvPr/>
          </p:nvSpPr>
          <p:spPr>
            <a:xfrm>
              <a:off x="7293392" y="193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9" name="pt27189"/>
            <p:cNvSpPr/>
            <p:nvPr/>
          </p:nvSpPr>
          <p:spPr>
            <a:xfrm>
              <a:off x="7027602" y="1881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0" name="pt27190"/>
            <p:cNvSpPr/>
            <p:nvPr/>
          </p:nvSpPr>
          <p:spPr>
            <a:xfrm>
              <a:off x="7205259" y="2113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1" name="pt27191"/>
            <p:cNvSpPr/>
            <p:nvPr/>
          </p:nvSpPr>
          <p:spPr>
            <a:xfrm>
              <a:off x="7091345" y="2254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2" name="pt27192"/>
            <p:cNvSpPr/>
            <p:nvPr/>
          </p:nvSpPr>
          <p:spPr>
            <a:xfrm>
              <a:off x="7267348" y="1947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3" name="pt27193"/>
            <p:cNvSpPr/>
            <p:nvPr/>
          </p:nvSpPr>
          <p:spPr>
            <a:xfrm>
              <a:off x="7093516" y="2153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4" name="pt27194"/>
            <p:cNvSpPr/>
            <p:nvPr/>
          </p:nvSpPr>
          <p:spPr>
            <a:xfrm>
              <a:off x="7020139" y="2049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5" name="pt27195"/>
            <p:cNvSpPr/>
            <p:nvPr/>
          </p:nvSpPr>
          <p:spPr>
            <a:xfrm>
              <a:off x="7146062" y="2134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6" name="pt27196"/>
            <p:cNvSpPr/>
            <p:nvPr/>
          </p:nvSpPr>
          <p:spPr>
            <a:xfrm>
              <a:off x="7192666" y="1984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7" name="pt27197"/>
            <p:cNvSpPr/>
            <p:nvPr/>
          </p:nvSpPr>
          <p:spPr>
            <a:xfrm>
              <a:off x="7341158" y="207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8" name="pt27198"/>
            <p:cNvSpPr/>
            <p:nvPr/>
          </p:nvSpPr>
          <p:spPr>
            <a:xfrm>
              <a:off x="7189228" y="2087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9" name="pt27199"/>
            <p:cNvSpPr/>
            <p:nvPr/>
          </p:nvSpPr>
          <p:spPr>
            <a:xfrm>
              <a:off x="6992273" y="1952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0" name="pt27200"/>
            <p:cNvSpPr/>
            <p:nvPr/>
          </p:nvSpPr>
          <p:spPr>
            <a:xfrm>
              <a:off x="7279960" y="2084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1" name="pt27201"/>
            <p:cNvSpPr/>
            <p:nvPr/>
          </p:nvSpPr>
          <p:spPr>
            <a:xfrm>
              <a:off x="7157764" y="2190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2" name="pt27202"/>
            <p:cNvSpPr/>
            <p:nvPr/>
          </p:nvSpPr>
          <p:spPr>
            <a:xfrm>
              <a:off x="7231423" y="2149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3" name="pt27203"/>
            <p:cNvSpPr/>
            <p:nvPr/>
          </p:nvSpPr>
          <p:spPr>
            <a:xfrm>
              <a:off x="7036790" y="222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4" name="pt27204"/>
            <p:cNvSpPr/>
            <p:nvPr/>
          </p:nvSpPr>
          <p:spPr>
            <a:xfrm>
              <a:off x="7134027" y="213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5" name="pt27205"/>
            <p:cNvSpPr/>
            <p:nvPr/>
          </p:nvSpPr>
          <p:spPr>
            <a:xfrm>
              <a:off x="7408943" y="282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6" name="pt27206"/>
            <p:cNvSpPr/>
            <p:nvPr/>
          </p:nvSpPr>
          <p:spPr>
            <a:xfrm>
              <a:off x="7476328" y="2517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7" name="pt27207"/>
            <p:cNvSpPr/>
            <p:nvPr/>
          </p:nvSpPr>
          <p:spPr>
            <a:xfrm>
              <a:off x="7445106" y="2851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8" name="pt27208"/>
            <p:cNvSpPr/>
            <p:nvPr/>
          </p:nvSpPr>
          <p:spPr>
            <a:xfrm>
              <a:off x="7131884" y="2167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9" name="pt27209"/>
            <p:cNvSpPr/>
            <p:nvPr/>
          </p:nvSpPr>
          <p:spPr>
            <a:xfrm>
              <a:off x="7377500" y="2346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0" name="pt27210"/>
            <p:cNvSpPr/>
            <p:nvPr/>
          </p:nvSpPr>
          <p:spPr>
            <a:xfrm>
              <a:off x="6940880" y="2262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1" name="pt27211"/>
            <p:cNvSpPr/>
            <p:nvPr/>
          </p:nvSpPr>
          <p:spPr>
            <a:xfrm>
              <a:off x="7280654" y="1932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2" name="pt27212"/>
            <p:cNvSpPr/>
            <p:nvPr/>
          </p:nvSpPr>
          <p:spPr>
            <a:xfrm>
              <a:off x="6985721" y="1989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3" name="pt27213"/>
            <p:cNvSpPr/>
            <p:nvPr/>
          </p:nvSpPr>
          <p:spPr>
            <a:xfrm>
              <a:off x="7540901" y="2386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4" name="pt27214"/>
            <p:cNvSpPr/>
            <p:nvPr/>
          </p:nvSpPr>
          <p:spPr>
            <a:xfrm>
              <a:off x="7273849" y="1936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5" name="pt27215"/>
            <p:cNvSpPr/>
            <p:nvPr/>
          </p:nvSpPr>
          <p:spPr>
            <a:xfrm>
              <a:off x="7219989" y="2000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6" name="pt27216"/>
            <p:cNvSpPr/>
            <p:nvPr/>
          </p:nvSpPr>
          <p:spPr>
            <a:xfrm>
              <a:off x="6937106" y="2200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7" name="pt27217"/>
            <p:cNvSpPr/>
            <p:nvPr/>
          </p:nvSpPr>
          <p:spPr>
            <a:xfrm>
              <a:off x="7055724" y="2258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8" name="pt27218"/>
            <p:cNvSpPr/>
            <p:nvPr/>
          </p:nvSpPr>
          <p:spPr>
            <a:xfrm>
              <a:off x="7371308" y="267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9" name="pt27219"/>
            <p:cNvSpPr/>
            <p:nvPr/>
          </p:nvSpPr>
          <p:spPr>
            <a:xfrm>
              <a:off x="7104771" y="2245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0" name="pt27220"/>
            <p:cNvSpPr/>
            <p:nvPr/>
          </p:nvSpPr>
          <p:spPr>
            <a:xfrm>
              <a:off x="7272632" y="195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1" name="pt27221"/>
            <p:cNvSpPr/>
            <p:nvPr/>
          </p:nvSpPr>
          <p:spPr>
            <a:xfrm>
              <a:off x="7287520" y="1949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2" name="pt27222"/>
            <p:cNvSpPr/>
            <p:nvPr/>
          </p:nvSpPr>
          <p:spPr>
            <a:xfrm>
              <a:off x="7152532" y="2357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3" name="pt27223"/>
            <p:cNvSpPr/>
            <p:nvPr/>
          </p:nvSpPr>
          <p:spPr>
            <a:xfrm>
              <a:off x="7186924" y="2097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4" name="pt27224"/>
            <p:cNvSpPr/>
            <p:nvPr/>
          </p:nvSpPr>
          <p:spPr>
            <a:xfrm>
              <a:off x="7238180" y="2011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5" name="pt27225"/>
            <p:cNvSpPr/>
            <p:nvPr/>
          </p:nvSpPr>
          <p:spPr>
            <a:xfrm>
              <a:off x="7335607" y="2052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6" name="pt27226"/>
            <p:cNvSpPr/>
            <p:nvPr/>
          </p:nvSpPr>
          <p:spPr>
            <a:xfrm>
              <a:off x="6807527" y="2454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7" name="pt27227"/>
            <p:cNvSpPr/>
            <p:nvPr/>
          </p:nvSpPr>
          <p:spPr>
            <a:xfrm>
              <a:off x="7307674" y="1978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8" name="pt27228"/>
            <p:cNvSpPr/>
            <p:nvPr/>
          </p:nvSpPr>
          <p:spPr>
            <a:xfrm>
              <a:off x="6982997" y="2037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9" name="pt27229"/>
            <p:cNvSpPr/>
            <p:nvPr/>
          </p:nvSpPr>
          <p:spPr>
            <a:xfrm>
              <a:off x="7264615" y="1987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0" name="pt27230"/>
            <p:cNvSpPr/>
            <p:nvPr/>
          </p:nvSpPr>
          <p:spPr>
            <a:xfrm>
              <a:off x="7231421" y="2125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1" name="pt27231"/>
            <p:cNvSpPr/>
            <p:nvPr/>
          </p:nvSpPr>
          <p:spPr>
            <a:xfrm>
              <a:off x="7419540" y="2317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2" name="pt27232"/>
            <p:cNvSpPr/>
            <p:nvPr/>
          </p:nvSpPr>
          <p:spPr>
            <a:xfrm>
              <a:off x="7080671" y="2009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3" name="pt27233"/>
            <p:cNvSpPr/>
            <p:nvPr/>
          </p:nvSpPr>
          <p:spPr>
            <a:xfrm>
              <a:off x="7095452" y="2212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4" name="pt27234"/>
            <p:cNvSpPr/>
            <p:nvPr/>
          </p:nvSpPr>
          <p:spPr>
            <a:xfrm>
              <a:off x="7287455" y="1922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5" name="pt27235"/>
            <p:cNvSpPr/>
            <p:nvPr/>
          </p:nvSpPr>
          <p:spPr>
            <a:xfrm>
              <a:off x="7206067" y="2145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6" name="pt27236"/>
            <p:cNvSpPr/>
            <p:nvPr/>
          </p:nvSpPr>
          <p:spPr>
            <a:xfrm>
              <a:off x="7265240" y="195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7" name="pt27237"/>
            <p:cNvSpPr/>
            <p:nvPr/>
          </p:nvSpPr>
          <p:spPr>
            <a:xfrm>
              <a:off x="6943788" y="2020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8" name="pt27238"/>
            <p:cNvSpPr/>
            <p:nvPr/>
          </p:nvSpPr>
          <p:spPr>
            <a:xfrm>
              <a:off x="7266387" y="2106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9" name="pt27239"/>
            <p:cNvSpPr/>
            <p:nvPr/>
          </p:nvSpPr>
          <p:spPr>
            <a:xfrm>
              <a:off x="7286950" y="1839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0" name="pt27240"/>
            <p:cNvSpPr/>
            <p:nvPr/>
          </p:nvSpPr>
          <p:spPr>
            <a:xfrm>
              <a:off x="7080758" y="2046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1" name="pt27241"/>
            <p:cNvSpPr/>
            <p:nvPr/>
          </p:nvSpPr>
          <p:spPr>
            <a:xfrm>
              <a:off x="7229491" y="2185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2" name="pt27242"/>
            <p:cNvSpPr/>
            <p:nvPr/>
          </p:nvSpPr>
          <p:spPr>
            <a:xfrm>
              <a:off x="7014915" y="1778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3" name="pt27243"/>
            <p:cNvSpPr/>
            <p:nvPr/>
          </p:nvSpPr>
          <p:spPr>
            <a:xfrm>
              <a:off x="7186579" y="2152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4" name="pt27244"/>
            <p:cNvSpPr/>
            <p:nvPr/>
          </p:nvSpPr>
          <p:spPr>
            <a:xfrm>
              <a:off x="7057148" y="2015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5" name="pt27245"/>
            <p:cNvSpPr/>
            <p:nvPr/>
          </p:nvSpPr>
          <p:spPr>
            <a:xfrm>
              <a:off x="7184853" y="2111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6" name="pt27246"/>
            <p:cNvSpPr/>
            <p:nvPr/>
          </p:nvSpPr>
          <p:spPr>
            <a:xfrm>
              <a:off x="7113539" y="2161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7" name="pt27247"/>
            <p:cNvSpPr/>
            <p:nvPr/>
          </p:nvSpPr>
          <p:spPr>
            <a:xfrm>
              <a:off x="7029250" y="1885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8" name="pt27248"/>
            <p:cNvSpPr/>
            <p:nvPr/>
          </p:nvSpPr>
          <p:spPr>
            <a:xfrm>
              <a:off x="7192251" y="1978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9" name="pt27249"/>
            <p:cNvSpPr/>
            <p:nvPr/>
          </p:nvSpPr>
          <p:spPr>
            <a:xfrm>
              <a:off x="7266241" y="2146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0" name="pt27250"/>
            <p:cNvSpPr/>
            <p:nvPr/>
          </p:nvSpPr>
          <p:spPr>
            <a:xfrm>
              <a:off x="7133285" y="2117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1" name="pt27251"/>
            <p:cNvSpPr/>
            <p:nvPr/>
          </p:nvSpPr>
          <p:spPr>
            <a:xfrm>
              <a:off x="6960499" y="209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2" name="pt27252"/>
            <p:cNvSpPr/>
            <p:nvPr/>
          </p:nvSpPr>
          <p:spPr>
            <a:xfrm>
              <a:off x="7152619" y="2327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3" name="pt27253"/>
            <p:cNvSpPr/>
            <p:nvPr/>
          </p:nvSpPr>
          <p:spPr>
            <a:xfrm>
              <a:off x="7325109" y="1949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4" name="pt27254"/>
            <p:cNvSpPr/>
            <p:nvPr/>
          </p:nvSpPr>
          <p:spPr>
            <a:xfrm>
              <a:off x="7011916" y="1844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5" name="pt27255"/>
            <p:cNvSpPr/>
            <p:nvPr/>
          </p:nvSpPr>
          <p:spPr>
            <a:xfrm>
              <a:off x="7210436" y="2334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6" name="pt27256"/>
            <p:cNvSpPr/>
            <p:nvPr/>
          </p:nvSpPr>
          <p:spPr>
            <a:xfrm>
              <a:off x="6960062" y="2068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7" name="pt27257"/>
            <p:cNvSpPr/>
            <p:nvPr/>
          </p:nvSpPr>
          <p:spPr>
            <a:xfrm>
              <a:off x="7028028" y="1846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8" name="pt27258"/>
            <p:cNvSpPr/>
            <p:nvPr/>
          </p:nvSpPr>
          <p:spPr>
            <a:xfrm>
              <a:off x="7248017" y="2132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9" name="pt27259"/>
            <p:cNvSpPr/>
            <p:nvPr/>
          </p:nvSpPr>
          <p:spPr>
            <a:xfrm>
              <a:off x="7156762" y="222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0" name="pt27260"/>
            <p:cNvSpPr/>
            <p:nvPr/>
          </p:nvSpPr>
          <p:spPr>
            <a:xfrm>
              <a:off x="7055519" y="1931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1" name="pt27261"/>
            <p:cNvSpPr/>
            <p:nvPr/>
          </p:nvSpPr>
          <p:spPr>
            <a:xfrm>
              <a:off x="7150548" y="2308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2" name="pt27262"/>
            <p:cNvSpPr/>
            <p:nvPr/>
          </p:nvSpPr>
          <p:spPr>
            <a:xfrm>
              <a:off x="7261875" y="2058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3" name="pt27263"/>
            <p:cNvSpPr/>
            <p:nvPr/>
          </p:nvSpPr>
          <p:spPr>
            <a:xfrm>
              <a:off x="7208326" y="2191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4" name="pt27264"/>
            <p:cNvSpPr/>
            <p:nvPr/>
          </p:nvSpPr>
          <p:spPr>
            <a:xfrm>
              <a:off x="7159726" y="215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5" name="pt27265"/>
            <p:cNvSpPr/>
            <p:nvPr/>
          </p:nvSpPr>
          <p:spPr>
            <a:xfrm>
              <a:off x="7445153" y="2715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6" name="pt27266"/>
            <p:cNvSpPr/>
            <p:nvPr/>
          </p:nvSpPr>
          <p:spPr>
            <a:xfrm>
              <a:off x="7156586" y="2119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7" name="pt27267"/>
            <p:cNvSpPr/>
            <p:nvPr/>
          </p:nvSpPr>
          <p:spPr>
            <a:xfrm>
              <a:off x="7068198" y="2146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8" name="pt27268"/>
            <p:cNvSpPr/>
            <p:nvPr/>
          </p:nvSpPr>
          <p:spPr>
            <a:xfrm>
              <a:off x="7211182" y="2367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9" name="pt27269"/>
            <p:cNvSpPr/>
            <p:nvPr/>
          </p:nvSpPr>
          <p:spPr>
            <a:xfrm>
              <a:off x="6953002" y="1949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0" name="pt27270"/>
            <p:cNvSpPr/>
            <p:nvPr/>
          </p:nvSpPr>
          <p:spPr>
            <a:xfrm>
              <a:off x="7302279" y="2231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1" name="pt27271"/>
            <p:cNvSpPr/>
            <p:nvPr/>
          </p:nvSpPr>
          <p:spPr>
            <a:xfrm>
              <a:off x="6942434" y="2142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2" name="pt27272"/>
            <p:cNvSpPr/>
            <p:nvPr/>
          </p:nvSpPr>
          <p:spPr>
            <a:xfrm>
              <a:off x="7003195" y="193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3" name="pt27273"/>
            <p:cNvSpPr/>
            <p:nvPr/>
          </p:nvSpPr>
          <p:spPr>
            <a:xfrm>
              <a:off x="7489606" y="2673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4" name="pt27274"/>
            <p:cNvSpPr/>
            <p:nvPr/>
          </p:nvSpPr>
          <p:spPr>
            <a:xfrm>
              <a:off x="7273080" y="2029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5" name="pt27275"/>
            <p:cNvSpPr/>
            <p:nvPr/>
          </p:nvSpPr>
          <p:spPr>
            <a:xfrm>
              <a:off x="6815415" y="2309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6" name="pt27276"/>
            <p:cNvSpPr/>
            <p:nvPr/>
          </p:nvSpPr>
          <p:spPr>
            <a:xfrm>
              <a:off x="7140715" y="2204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7" name="pt27277"/>
            <p:cNvSpPr/>
            <p:nvPr/>
          </p:nvSpPr>
          <p:spPr>
            <a:xfrm>
              <a:off x="7263679" y="2061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8" name="pt27278"/>
            <p:cNvSpPr/>
            <p:nvPr/>
          </p:nvSpPr>
          <p:spPr>
            <a:xfrm>
              <a:off x="6888153" y="1938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9" name="pt27279"/>
            <p:cNvSpPr/>
            <p:nvPr/>
          </p:nvSpPr>
          <p:spPr>
            <a:xfrm>
              <a:off x="7150157" y="2314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0" name="pt27280"/>
            <p:cNvSpPr/>
            <p:nvPr/>
          </p:nvSpPr>
          <p:spPr>
            <a:xfrm>
              <a:off x="7126780" y="2084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1" name="pt27281"/>
            <p:cNvSpPr/>
            <p:nvPr/>
          </p:nvSpPr>
          <p:spPr>
            <a:xfrm>
              <a:off x="7346480" y="2206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2" name="pt27282"/>
            <p:cNvSpPr/>
            <p:nvPr/>
          </p:nvSpPr>
          <p:spPr>
            <a:xfrm>
              <a:off x="7337514" y="2020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3" name="pt27283"/>
            <p:cNvSpPr/>
            <p:nvPr/>
          </p:nvSpPr>
          <p:spPr>
            <a:xfrm>
              <a:off x="7279161" y="2043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4" name="pt27284"/>
            <p:cNvSpPr/>
            <p:nvPr/>
          </p:nvSpPr>
          <p:spPr>
            <a:xfrm>
              <a:off x="7206959" y="2323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5" name="pt27285"/>
            <p:cNvSpPr/>
            <p:nvPr/>
          </p:nvSpPr>
          <p:spPr>
            <a:xfrm>
              <a:off x="6900228" y="1672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6" name="pt27286"/>
            <p:cNvSpPr/>
            <p:nvPr/>
          </p:nvSpPr>
          <p:spPr>
            <a:xfrm>
              <a:off x="7417796" y="2591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7" name="pt27287"/>
            <p:cNvSpPr/>
            <p:nvPr/>
          </p:nvSpPr>
          <p:spPr>
            <a:xfrm>
              <a:off x="7015936" y="1784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8" name="pt27288"/>
            <p:cNvSpPr/>
            <p:nvPr/>
          </p:nvSpPr>
          <p:spPr>
            <a:xfrm>
              <a:off x="7143364" y="2212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9" name="pt27289"/>
            <p:cNvSpPr/>
            <p:nvPr/>
          </p:nvSpPr>
          <p:spPr>
            <a:xfrm>
              <a:off x="6996173" y="2131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0" name="pt27290"/>
            <p:cNvSpPr/>
            <p:nvPr/>
          </p:nvSpPr>
          <p:spPr>
            <a:xfrm>
              <a:off x="6802688" y="2440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1" name="pt27291"/>
            <p:cNvSpPr/>
            <p:nvPr/>
          </p:nvSpPr>
          <p:spPr>
            <a:xfrm>
              <a:off x="7173888" y="200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2" name="pt27292"/>
            <p:cNvSpPr/>
            <p:nvPr/>
          </p:nvSpPr>
          <p:spPr>
            <a:xfrm>
              <a:off x="7000876" y="1992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3" name="pt27293"/>
            <p:cNvSpPr/>
            <p:nvPr/>
          </p:nvSpPr>
          <p:spPr>
            <a:xfrm>
              <a:off x="7193122" y="1910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4" name="pt27294"/>
            <p:cNvSpPr/>
            <p:nvPr/>
          </p:nvSpPr>
          <p:spPr>
            <a:xfrm>
              <a:off x="7112216" y="202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5" name="pt27295"/>
            <p:cNvSpPr/>
            <p:nvPr/>
          </p:nvSpPr>
          <p:spPr>
            <a:xfrm>
              <a:off x="6810015" y="2062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6" name="pt27296"/>
            <p:cNvSpPr/>
            <p:nvPr/>
          </p:nvSpPr>
          <p:spPr>
            <a:xfrm>
              <a:off x="7317797" y="1997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7" name="pt27297"/>
            <p:cNvSpPr/>
            <p:nvPr/>
          </p:nvSpPr>
          <p:spPr>
            <a:xfrm>
              <a:off x="7252247" y="2039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8" name="pt27298"/>
            <p:cNvSpPr/>
            <p:nvPr/>
          </p:nvSpPr>
          <p:spPr>
            <a:xfrm>
              <a:off x="7094888" y="2141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9" name="pt27299"/>
            <p:cNvSpPr/>
            <p:nvPr/>
          </p:nvSpPr>
          <p:spPr>
            <a:xfrm>
              <a:off x="7201763" y="1984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0" name="pt27300"/>
            <p:cNvSpPr/>
            <p:nvPr/>
          </p:nvSpPr>
          <p:spPr>
            <a:xfrm>
              <a:off x="7090328" y="2153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1" name="pt27301"/>
            <p:cNvSpPr/>
            <p:nvPr/>
          </p:nvSpPr>
          <p:spPr>
            <a:xfrm>
              <a:off x="7332632" y="2014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2" name="pt27302"/>
            <p:cNvSpPr/>
            <p:nvPr/>
          </p:nvSpPr>
          <p:spPr>
            <a:xfrm>
              <a:off x="7099492" y="2129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3" name="pt27303"/>
            <p:cNvSpPr/>
            <p:nvPr/>
          </p:nvSpPr>
          <p:spPr>
            <a:xfrm>
              <a:off x="7161579" y="2044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4" name="pt27304"/>
            <p:cNvSpPr/>
            <p:nvPr/>
          </p:nvSpPr>
          <p:spPr>
            <a:xfrm>
              <a:off x="7174206" y="2051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5" name="pt27305"/>
            <p:cNvSpPr/>
            <p:nvPr/>
          </p:nvSpPr>
          <p:spPr>
            <a:xfrm>
              <a:off x="7488271" y="2232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6" name="pt27306"/>
            <p:cNvSpPr/>
            <p:nvPr/>
          </p:nvSpPr>
          <p:spPr>
            <a:xfrm>
              <a:off x="7094267" y="228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7" name="pt27307"/>
            <p:cNvSpPr/>
            <p:nvPr/>
          </p:nvSpPr>
          <p:spPr>
            <a:xfrm>
              <a:off x="7375399" y="2315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8" name="pt27308"/>
            <p:cNvSpPr/>
            <p:nvPr/>
          </p:nvSpPr>
          <p:spPr>
            <a:xfrm>
              <a:off x="6974255" y="1991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9" name="pt27309"/>
            <p:cNvSpPr/>
            <p:nvPr/>
          </p:nvSpPr>
          <p:spPr>
            <a:xfrm>
              <a:off x="7116079" y="2108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0" name="pt27310"/>
            <p:cNvSpPr/>
            <p:nvPr/>
          </p:nvSpPr>
          <p:spPr>
            <a:xfrm>
              <a:off x="6921340" y="2271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1" name="pt27311"/>
            <p:cNvSpPr/>
            <p:nvPr/>
          </p:nvSpPr>
          <p:spPr>
            <a:xfrm>
              <a:off x="7059124" y="2029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2" name="pt27312"/>
            <p:cNvSpPr/>
            <p:nvPr/>
          </p:nvSpPr>
          <p:spPr>
            <a:xfrm>
              <a:off x="7139907" y="2115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3" name="pt27313"/>
            <p:cNvSpPr/>
            <p:nvPr/>
          </p:nvSpPr>
          <p:spPr>
            <a:xfrm>
              <a:off x="6890621" y="1970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4" name="pt27314"/>
            <p:cNvSpPr/>
            <p:nvPr/>
          </p:nvSpPr>
          <p:spPr>
            <a:xfrm>
              <a:off x="6861333" y="216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5" name="pt27315"/>
            <p:cNvSpPr/>
            <p:nvPr/>
          </p:nvSpPr>
          <p:spPr>
            <a:xfrm>
              <a:off x="7102834" y="2151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6" name="pt27316"/>
            <p:cNvSpPr/>
            <p:nvPr/>
          </p:nvSpPr>
          <p:spPr>
            <a:xfrm>
              <a:off x="7153527" y="2410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7" name="pt27317"/>
            <p:cNvSpPr/>
            <p:nvPr/>
          </p:nvSpPr>
          <p:spPr>
            <a:xfrm>
              <a:off x="7099118" y="2226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8" name="pt27318"/>
            <p:cNvSpPr/>
            <p:nvPr/>
          </p:nvSpPr>
          <p:spPr>
            <a:xfrm>
              <a:off x="7198014" y="2083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9" name="pt27319"/>
            <p:cNvSpPr/>
            <p:nvPr/>
          </p:nvSpPr>
          <p:spPr>
            <a:xfrm>
              <a:off x="7306390" y="2060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0" name="pt27320"/>
            <p:cNvSpPr/>
            <p:nvPr/>
          </p:nvSpPr>
          <p:spPr>
            <a:xfrm>
              <a:off x="7280287" y="2074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1" name="pt27321"/>
            <p:cNvSpPr/>
            <p:nvPr/>
          </p:nvSpPr>
          <p:spPr>
            <a:xfrm>
              <a:off x="6868704" y="2069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2" name="pt27322"/>
            <p:cNvSpPr/>
            <p:nvPr/>
          </p:nvSpPr>
          <p:spPr>
            <a:xfrm>
              <a:off x="7087209" y="2223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3" name="pt27323"/>
            <p:cNvSpPr/>
            <p:nvPr/>
          </p:nvSpPr>
          <p:spPr>
            <a:xfrm>
              <a:off x="7178301" y="2048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4" name="pt27324"/>
            <p:cNvSpPr/>
            <p:nvPr/>
          </p:nvSpPr>
          <p:spPr>
            <a:xfrm>
              <a:off x="7130928" y="2106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5" name="pt27325"/>
            <p:cNvSpPr/>
            <p:nvPr/>
          </p:nvSpPr>
          <p:spPr>
            <a:xfrm>
              <a:off x="7160152" y="2203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6" name="pt27326"/>
            <p:cNvSpPr/>
            <p:nvPr/>
          </p:nvSpPr>
          <p:spPr>
            <a:xfrm>
              <a:off x="7279396" y="2145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7" name="pt27327"/>
            <p:cNvSpPr/>
            <p:nvPr/>
          </p:nvSpPr>
          <p:spPr>
            <a:xfrm>
              <a:off x="6867685" y="2067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8" name="pt27328"/>
            <p:cNvSpPr/>
            <p:nvPr/>
          </p:nvSpPr>
          <p:spPr>
            <a:xfrm>
              <a:off x="6940175" y="2189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9" name="pt27329"/>
            <p:cNvSpPr/>
            <p:nvPr/>
          </p:nvSpPr>
          <p:spPr>
            <a:xfrm>
              <a:off x="7290352" y="2016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0" name="pt27330"/>
            <p:cNvSpPr/>
            <p:nvPr/>
          </p:nvSpPr>
          <p:spPr>
            <a:xfrm>
              <a:off x="6951193" y="215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1" name="pt27331"/>
            <p:cNvSpPr/>
            <p:nvPr/>
          </p:nvSpPr>
          <p:spPr>
            <a:xfrm>
              <a:off x="7181281" y="2115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2" name="pt27332"/>
            <p:cNvSpPr/>
            <p:nvPr/>
          </p:nvSpPr>
          <p:spPr>
            <a:xfrm>
              <a:off x="6612906" y="2194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3" name="pt27333"/>
            <p:cNvSpPr/>
            <p:nvPr/>
          </p:nvSpPr>
          <p:spPr>
            <a:xfrm>
              <a:off x="7274780" y="2075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4" name="pt27334"/>
            <p:cNvSpPr/>
            <p:nvPr/>
          </p:nvSpPr>
          <p:spPr>
            <a:xfrm>
              <a:off x="7347370" y="2238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5" name="pt27335"/>
            <p:cNvSpPr/>
            <p:nvPr/>
          </p:nvSpPr>
          <p:spPr>
            <a:xfrm>
              <a:off x="7164258" y="2058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6" name="pt27336"/>
            <p:cNvSpPr/>
            <p:nvPr/>
          </p:nvSpPr>
          <p:spPr>
            <a:xfrm>
              <a:off x="7129876" y="2089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7" name="pt27337"/>
            <p:cNvSpPr/>
            <p:nvPr/>
          </p:nvSpPr>
          <p:spPr>
            <a:xfrm>
              <a:off x="7000196" y="2089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8" name="pt27338"/>
            <p:cNvSpPr/>
            <p:nvPr/>
          </p:nvSpPr>
          <p:spPr>
            <a:xfrm>
              <a:off x="7081273" y="210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9" name="pt27339"/>
            <p:cNvSpPr/>
            <p:nvPr/>
          </p:nvSpPr>
          <p:spPr>
            <a:xfrm>
              <a:off x="7159910" y="2126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0" name="pt27340"/>
            <p:cNvSpPr/>
            <p:nvPr/>
          </p:nvSpPr>
          <p:spPr>
            <a:xfrm>
              <a:off x="7254066" y="2096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1" name="pt27341"/>
            <p:cNvSpPr/>
            <p:nvPr/>
          </p:nvSpPr>
          <p:spPr>
            <a:xfrm>
              <a:off x="7137346" y="2183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2" name="pt27342"/>
            <p:cNvSpPr/>
            <p:nvPr/>
          </p:nvSpPr>
          <p:spPr>
            <a:xfrm>
              <a:off x="7259168" y="2150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3" name="pt27343"/>
            <p:cNvSpPr/>
            <p:nvPr/>
          </p:nvSpPr>
          <p:spPr>
            <a:xfrm>
              <a:off x="7192237" y="2028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4" name="pt27344"/>
            <p:cNvSpPr/>
            <p:nvPr/>
          </p:nvSpPr>
          <p:spPr>
            <a:xfrm>
              <a:off x="7070668" y="2119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5" name="pt27345"/>
            <p:cNvSpPr/>
            <p:nvPr/>
          </p:nvSpPr>
          <p:spPr>
            <a:xfrm>
              <a:off x="7014354" y="1795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6" name="pt27346"/>
            <p:cNvSpPr/>
            <p:nvPr/>
          </p:nvSpPr>
          <p:spPr>
            <a:xfrm>
              <a:off x="7641331" y="2171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7" name="pt27347"/>
            <p:cNvSpPr/>
            <p:nvPr/>
          </p:nvSpPr>
          <p:spPr>
            <a:xfrm>
              <a:off x="7272873" y="1815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8" name="pt27348"/>
            <p:cNvSpPr/>
            <p:nvPr/>
          </p:nvSpPr>
          <p:spPr>
            <a:xfrm>
              <a:off x="7209521" y="2225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9" name="pt27349"/>
            <p:cNvSpPr/>
            <p:nvPr/>
          </p:nvSpPr>
          <p:spPr>
            <a:xfrm>
              <a:off x="7294379" y="1969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0" name="pt27350"/>
            <p:cNvSpPr/>
            <p:nvPr/>
          </p:nvSpPr>
          <p:spPr>
            <a:xfrm>
              <a:off x="7316510" y="2075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1" name="pt27351"/>
            <p:cNvSpPr/>
            <p:nvPr/>
          </p:nvSpPr>
          <p:spPr>
            <a:xfrm>
              <a:off x="7271846" y="2036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2" name="pt27352"/>
            <p:cNvSpPr/>
            <p:nvPr/>
          </p:nvSpPr>
          <p:spPr>
            <a:xfrm>
              <a:off x="7501588" y="2807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3" name="pt27353"/>
            <p:cNvSpPr/>
            <p:nvPr/>
          </p:nvSpPr>
          <p:spPr>
            <a:xfrm>
              <a:off x="7347180" y="2265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4" name="pt27354"/>
            <p:cNvSpPr/>
            <p:nvPr/>
          </p:nvSpPr>
          <p:spPr>
            <a:xfrm>
              <a:off x="6947045" y="2136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5" name="pt27355"/>
            <p:cNvSpPr/>
            <p:nvPr/>
          </p:nvSpPr>
          <p:spPr>
            <a:xfrm>
              <a:off x="6978185" y="2036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6" name="pt27356"/>
            <p:cNvSpPr/>
            <p:nvPr/>
          </p:nvSpPr>
          <p:spPr>
            <a:xfrm>
              <a:off x="7438276" y="2346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7" name="pt27357"/>
            <p:cNvSpPr/>
            <p:nvPr/>
          </p:nvSpPr>
          <p:spPr>
            <a:xfrm>
              <a:off x="7006660" y="1959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8" name="pt27358"/>
            <p:cNvSpPr/>
            <p:nvPr/>
          </p:nvSpPr>
          <p:spPr>
            <a:xfrm>
              <a:off x="7191686" y="2027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9" name="pt27359"/>
            <p:cNvSpPr/>
            <p:nvPr/>
          </p:nvSpPr>
          <p:spPr>
            <a:xfrm>
              <a:off x="7162145" y="2110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0" name="pt27360"/>
            <p:cNvSpPr/>
            <p:nvPr/>
          </p:nvSpPr>
          <p:spPr>
            <a:xfrm>
              <a:off x="6976773" y="2054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1" name="pt27361"/>
            <p:cNvSpPr/>
            <p:nvPr/>
          </p:nvSpPr>
          <p:spPr>
            <a:xfrm>
              <a:off x="7309017" y="2288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2" name="pt27362"/>
            <p:cNvSpPr/>
            <p:nvPr/>
          </p:nvSpPr>
          <p:spPr>
            <a:xfrm>
              <a:off x="7297641" y="1950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3" name="pt27363"/>
            <p:cNvSpPr/>
            <p:nvPr/>
          </p:nvSpPr>
          <p:spPr>
            <a:xfrm>
              <a:off x="7137302" y="2184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4" name="pt27364"/>
            <p:cNvSpPr/>
            <p:nvPr/>
          </p:nvSpPr>
          <p:spPr>
            <a:xfrm>
              <a:off x="7034083" y="2017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5" name="pt27365"/>
            <p:cNvSpPr/>
            <p:nvPr/>
          </p:nvSpPr>
          <p:spPr>
            <a:xfrm>
              <a:off x="7229606" y="2031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6" name="pt27366"/>
            <p:cNvSpPr/>
            <p:nvPr/>
          </p:nvSpPr>
          <p:spPr>
            <a:xfrm>
              <a:off x="7249062" y="2188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7" name="pt27367"/>
            <p:cNvSpPr/>
            <p:nvPr/>
          </p:nvSpPr>
          <p:spPr>
            <a:xfrm>
              <a:off x="7092114" y="2240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8" name="pt27368"/>
            <p:cNvSpPr/>
            <p:nvPr/>
          </p:nvSpPr>
          <p:spPr>
            <a:xfrm>
              <a:off x="7161838" y="2038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9" name="pt27369"/>
            <p:cNvSpPr/>
            <p:nvPr/>
          </p:nvSpPr>
          <p:spPr>
            <a:xfrm>
              <a:off x="7806142" y="2411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0" name="pt27370"/>
            <p:cNvSpPr/>
            <p:nvPr/>
          </p:nvSpPr>
          <p:spPr>
            <a:xfrm>
              <a:off x="7077751" y="2131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1" name="pt27371"/>
            <p:cNvSpPr/>
            <p:nvPr/>
          </p:nvSpPr>
          <p:spPr>
            <a:xfrm>
              <a:off x="7394772" y="1937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2" name="pt27372"/>
            <p:cNvSpPr/>
            <p:nvPr/>
          </p:nvSpPr>
          <p:spPr>
            <a:xfrm>
              <a:off x="7355841" y="2500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3" name="pt27373"/>
            <p:cNvSpPr/>
            <p:nvPr/>
          </p:nvSpPr>
          <p:spPr>
            <a:xfrm>
              <a:off x="7123002" y="2135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4" name="pt27374"/>
            <p:cNvSpPr/>
            <p:nvPr/>
          </p:nvSpPr>
          <p:spPr>
            <a:xfrm>
              <a:off x="7085803" y="2194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5" name="pt27375"/>
            <p:cNvSpPr/>
            <p:nvPr/>
          </p:nvSpPr>
          <p:spPr>
            <a:xfrm>
              <a:off x="7220184" y="2341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6" name="pt27376"/>
            <p:cNvSpPr/>
            <p:nvPr/>
          </p:nvSpPr>
          <p:spPr>
            <a:xfrm>
              <a:off x="7292475" y="1943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7" name="pt27377"/>
            <p:cNvSpPr/>
            <p:nvPr/>
          </p:nvSpPr>
          <p:spPr>
            <a:xfrm>
              <a:off x="7119325" y="2178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8" name="pt27378"/>
            <p:cNvSpPr/>
            <p:nvPr/>
          </p:nvSpPr>
          <p:spPr>
            <a:xfrm>
              <a:off x="7112040" y="1935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9" name="pt27379"/>
            <p:cNvSpPr/>
            <p:nvPr/>
          </p:nvSpPr>
          <p:spPr>
            <a:xfrm>
              <a:off x="7094882" y="2224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0" name="pt27380"/>
            <p:cNvSpPr/>
            <p:nvPr/>
          </p:nvSpPr>
          <p:spPr>
            <a:xfrm>
              <a:off x="7186412" y="2145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1" name="pt27381"/>
            <p:cNvSpPr/>
            <p:nvPr/>
          </p:nvSpPr>
          <p:spPr>
            <a:xfrm>
              <a:off x="7008960" y="1932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2" name="pt27382"/>
            <p:cNvSpPr/>
            <p:nvPr/>
          </p:nvSpPr>
          <p:spPr>
            <a:xfrm>
              <a:off x="7088488" y="2233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3" name="pt27383"/>
            <p:cNvSpPr/>
            <p:nvPr/>
          </p:nvSpPr>
          <p:spPr>
            <a:xfrm>
              <a:off x="7004562" y="2013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4" name="pt27384"/>
            <p:cNvSpPr/>
            <p:nvPr/>
          </p:nvSpPr>
          <p:spPr>
            <a:xfrm>
              <a:off x="7188836" y="201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5" name="pt27385"/>
            <p:cNvSpPr/>
            <p:nvPr/>
          </p:nvSpPr>
          <p:spPr>
            <a:xfrm>
              <a:off x="7088943" y="2255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6" name="pt27386"/>
            <p:cNvSpPr/>
            <p:nvPr/>
          </p:nvSpPr>
          <p:spPr>
            <a:xfrm>
              <a:off x="7198445" y="2028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7" name="pt27387"/>
            <p:cNvSpPr/>
            <p:nvPr/>
          </p:nvSpPr>
          <p:spPr>
            <a:xfrm>
              <a:off x="7184174" y="2097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8" name="pt27388"/>
            <p:cNvSpPr/>
            <p:nvPr/>
          </p:nvSpPr>
          <p:spPr>
            <a:xfrm>
              <a:off x="6917507" y="2174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9" name="pt27389"/>
            <p:cNvSpPr/>
            <p:nvPr/>
          </p:nvSpPr>
          <p:spPr>
            <a:xfrm>
              <a:off x="7092467" y="2181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0" name="pt27390"/>
            <p:cNvSpPr/>
            <p:nvPr/>
          </p:nvSpPr>
          <p:spPr>
            <a:xfrm>
              <a:off x="7185452" y="2123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1" name="pt27391"/>
            <p:cNvSpPr/>
            <p:nvPr/>
          </p:nvSpPr>
          <p:spPr>
            <a:xfrm>
              <a:off x="7114467" y="2013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2" name="pt27392"/>
            <p:cNvSpPr/>
            <p:nvPr/>
          </p:nvSpPr>
          <p:spPr>
            <a:xfrm>
              <a:off x="7114197" y="2134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3" name="pt27393"/>
            <p:cNvSpPr/>
            <p:nvPr/>
          </p:nvSpPr>
          <p:spPr>
            <a:xfrm>
              <a:off x="7144129" y="2250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4" name="pt27394"/>
            <p:cNvSpPr/>
            <p:nvPr/>
          </p:nvSpPr>
          <p:spPr>
            <a:xfrm>
              <a:off x="7489149" y="2646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5" name="pt27395"/>
            <p:cNvSpPr/>
            <p:nvPr/>
          </p:nvSpPr>
          <p:spPr>
            <a:xfrm>
              <a:off x="7219541" y="2279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6" name="pt27396"/>
            <p:cNvSpPr/>
            <p:nvPr/>
          </p:nvSpPr>
          <p:spPr>
            <a:xfrm>
              <a:off x="7281121" y="2071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7" name="pt27397"/>
            <p:cNvSpPr/>
            <p:nvPr/>
          </p:nvSpPr>
          <p:spPr>
            <a:xfrm>
              <a:off x="6958525" y="207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8" name="pt27398"/>
            <p:cNvSpPr/>
            <p:nvPr/>
          </p:nvSpPr>
          <p:spPr>
            <a:xfrm>
              <a:off x="7243831" y="2191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9" name="pt27399"/>
            <p:cNvSpPr/>
            <p:nvPr/>
          </p:nvSpPr>
          <p:spPr>
            <a:xfrm>
              <a:off x="7023723" y="203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0" name="pt27400"/>
            <p:cNvSpPr/>
            <p:nvPr/>
          </p:nvSpPr>
          <p:spPr>
            <a:xfrm>
              <a:off x="7413117" y="2592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1" name="pt27401"/>
            <p:cNvSpPr/>
            <p:nvPr/>
          </p:nvSpPr>
          <p:spPr>
            <a:xfrm>
              <a:off x="7260818" y="213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2" name="pt27402"/>
            <p:cNvSpPr/>
            <p:nvPr/>
          </p:nvSpPr>
          <p:spPr>
            <a:xfrm>
              <a:off x="7249731" y="212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3" name="pt27403"/>
            <p:cNvSpPr/>
            <p:nvPr/>
          </p:nvSpPr>
          <p:spPr>
            <a:xfrm>
              <a:off x="7049761" y="2288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4" name="pt27404"/>
            <p:cNvSpPr/>
            <p:nvPr/>
          </p:nvSpPr>
          <p:spPr>
            <a:xfrm>
              <a:off x="7106825" y="2203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5" name="pt27405"/>
            <p:cNvSpPr/>
            <p:nvPr/>
          </p:nvSpPr>
          <p:spPr>
            <a:xfrm>
              <a:off x="7026299" y="1762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6" name="pt27406"/>
            <p:cNvSpPr/>
            <p:nvPr/>
          </p:nvSpPr>
          <p:spPr>
            <a:xfrm>
              <a:off x="7176963" y="2102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7" name="pt27407"/>
            <p:cNvSpPr/>
            <p:nvPr/>
          </p:nvSpPr>
          <p:spPr>
            <a:xfrm>
              <a:off x="6770215" y="2522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8" name="pt27408"/>
            <p:cNvSpPr/>
            <p:nvPr/>
          </p:nvSpPr>
          <p:spPr>
            <a:xfrm>
              <a:off x="7040557" y="2230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9" name="pt27409"/>
            <p:cNvSpPr/>
            <p:nvPr/>
          </p:nvSpPr>
          <p:spPr>
            <a:xfrm>
              <a:off x="6755135" y="197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0" name="pt27410"/>
            <p:cNvSpPr/>
            <p:nvPr/>
          </p:nvSpPr>
          <p:spPr>
            <a:xfrm>
              <a:off x="7036726" y="2155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1" name="pt27411"/>
            <p:cNvSpPr/>
            <p:nvPr/>
          </p:nvSpPr>
          <p:spPr>
            <a:xfrm>
              <a:off x="7228570" y="2227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2" name="pt27412"/>
            <p:cNvSpPr/>
            <p:nvPr/>
          </p:nvSpPr>
          <p:spPr>
            <a:xfrm>
              <a:off x="6937253" y="2181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3" name="pt27413"/>
            <p:cNvSpPr/>
            <p:nvPr/>
          </p:nvSpPr>
          <p:spPr>
            <a:xfrm>
              <a:off x="7233809" y="2189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4" name="pt27414"/>
            <p:cNvSpPr/>
            <p:nvPr/>
          </p:nvSpPr>
          <p:spPr>
            <a:xfrm>
              <a:off x="6963678" y="2035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5" name="pt27415"/>
            <p:cNvSpPr/>
            <p:nvPr/>
          </p:nvSpPr>
          <p:spPr>
            <a:xfrm>
              <a:off x="7122923" y="2201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6" name="pt27416"/>
            <p:cNvSpPr/>
            <p:nvPr/>
          </p:nvSpPr>
          <p:spPr>
            <a:xfrm>
              <a:off x="7146591" y="2284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7" name="pt27417"/>
            <p:cNvSpPr/>
            <p:nvPr/>
          </p:nvSpPr>
          <p:spPr>
            <a:xfrm>
              <a:off x="7345004" y="1986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8" name="pt27418"/>
            <p:cNvSpPr/>
            <p:nvPr/>
          </p:nvSpPr>
          <p:spPr>
            <a:xfrm>
              <a:off x="7228320" y="2224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9" name="pt27419"/>
            <p:cNvSpPr/>
            <p:nvPr/>
          </p:nvSpPr>
          <p:spPr>
            <a:xfrm>
              <a:off x="7217160" y="2229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0" name="pt27420"/>
            <p:cNvSpPr/>
            <p:nvPr/>
          </p:nvSpPr>
          <p:spPr>
            <a:xfrm>
              <a:off x="7154566" y="2322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1" name="pt27421"/>
            <p:cNvSpPr/>
            <p:nvPr/>
          </p:nvSpPr>
          <p:spPr>
            <a:xfrm>
              <a:off x="7121477" y="2117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2" name="pt27422"/>
            <p:cNvSpPr/>
            <p:nvPr/>
          </p:nvSpPr>
          <p:spPr>
            <a:xfrm>
              <a:off x="7099656" y="2204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3" name="pt27423"/>
            <p:cNvSpPr/>
            <p:nvPr/>
          </p:nvSpPr>
          <p:spPr>
            <a:xfrm>
              <a:off x="7321350" y="1981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4" name="pt27424"/>
            <p:cNvSpPr/>
            <p:nvPr/>
          </p:nvSpPr>
          <p:spPr>
            <a:xfrm>
              <a:off x="7311419" y="2114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5" name="pt27425"/>
            <p:cNvSpPr/>
            <p:nvPr/>
          </p:nvSpPr>
          <p:spPr>
            <a:xfrm>
              <a:off x="7046941" y="2227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6" name="pt27426"/>
            <p:cNvSpPr/>
            <p:nvPr/>
          </p:nvSpPr>
          <p:spPr>
            <a:xfrm>
              <a:off x="7324270" y="2041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7" name="pt27427"/>
            <p:cNvSpPr/>
            <p:nvPr/>
          </p:nvSpPr>
          <p:spPr>
            <a:xfrm>
              <a:off x="7214890" y="2302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8" name="pt27428"/>
            <p:cNvSpPr/>
            <p:nvPr/>
          </p:nvSpPr>
          <p:spPr>
            <a:xfrm>
              <a:off x="7168110" y="2073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9" name="pt27429"/>
            <p:cNvSpPr/>
            <p:nvPr/>
          </p:nvSpPr>
          <p:spPr>
            <a:xfrm>
              <a:off x="7268470" y="2013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0" name="pt27430"/>
            <p:cNvSpPr/>
            <p:nvPr/>
          </p:nvSpPr>
          <p:spPr>
            <a:xfrm>
              <a:off x="7132450" y="2107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1" name="pt27431"/>
            <p:cNvSpPr/>
            <p:nvPr/>
          </p:nvSpPr>
          <p:spPr>
            <a:xfrm>
              <a:off x="7067398" y="2088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2" name="pt27432"/>
            <p:cNvSpPr/>
            <p:nvPr/>
          </p:nvSpPr>
          <p:spPr>
            <a:xfrm>
              <a:off x="7127981" y="2183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3" name="pt27433"/>
            <p:cNvSpPr/>
            <p:nvPr/>
          </p:nvSpPr>
          <p:spPr>
            <a:xfrm>
              <a:off x="7127105" y="2162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4" name="pt27434"/>
            <p:cNvSpPr/>
            <p:nvPr/>
          </p:nvSpPr>
          <p:spPr>
            <a:xfrm>
              <a:off x="6954388" y="2112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5" name="pt27435"/>
            <p:cNvSpPr/>
            <p:nvPr/>
          </p:nvSpPr>
          <p:spPr>
            <a:xfrm>
              <a:off x="7296890" y="1975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6" name="pt27436"/>
            <p:cNvSpPr/>
            <p:nvPr/>
          </p:nvSpPr>
          <p:spPr>
            <a:xfrm>
              <a:off x="7137951" y="220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7" name="pt27437"/>
            <p:cNvSpPr/>
            <p:nvPr/>
          </p:nvSpPr>
          <p:spPr>
            <a:xfrm>
              <a:off x="7168365" y="1955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8" name="pt27438"/>
            <p:cNvSpPr/>
            <p:nvPr/>
          </p:nvSpPr>
          <p:spPr>
            <a:xfrm>
              <a:off x="7047150" y="2273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9" name="pt27439"/>
            <p:cNvSpPr/>
            <p:nvPr/>
          </p:nvSpPr>
          <p:spPr>
            <a:xfrm>
              <a:off x="7112812" y="2133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0" name="pt27440"/>
            <p:cNvSpPr/>
            <p:nvPr/>
          </p:nvSpPr>
          <p:spPr>
            <a:xfrm>
              <a:off x="6949488" y="2247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1" name="pt27441"/>
            <p:cNvSpPr/>
            <p:nvPr/>
          </p:nvSpPr>
          <p:spPr>
            <a:xfrm>
              <a:off x="7279112" y="1987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2" name="pt27442"/>
            <p:cNvSpPr/>
            <p:nvPr/>
          </p:nvSpPr>
          <p:spPr>
            <a:xfrm>
              <a:off x="7145550" y="2191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3" name="pt27443"/>
            <p:cNvSpPr/>
            <p:nvPr/>
          </p:nvSpPr>
          <p:spPr>
            <a:xfrm>
              <a:off x="7112876" y="2157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4" name="pt27444"/>
            <p:cNvSpPr/>
            <p:nvPr/>
          </p:nvSpPr>
          <p:spPr>
            <a:xfrm>
              <a:off x="7354074" y="1766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5" name="pt27445"/>
            <p:cNvSpPr/>
            <p:nvPr/>
          </p:nvSpPr>
          <p:spPr>
            <a:xfrm>
              <a:off x="7070113" y="2092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6" name="pt27446"/>
            <p:cNvSpPr/>
            <p:nvPr/>
          </p:nvSpPr>
          <p:spPr>
            <a:xfrm>
              <a:off x="7068124" y="2174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7" name="pt27447"/>
            <p:cNvSpPr/>
            <p:nvPr/>
          </p:nvSpPr>
          <p:spPr>
            <a:xfrm>
              <a:off x="6990279" y="187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8" name="pt27448"/>
            <p:cNvSpPr/>
            <p:nvPr/>
          </p:nvSpPr>
          <p:spPr>
            <a:xfrm>
              <a:off x="6958712" y="1957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9" name="pt27449"/>
            <p:cNvSpPr/>
            <p:nvPr/>
          </p:nvSpPr>
          <p:spPr>
            <a:xfrm>
              <a:off x="7376195" y="2228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0" name="pt27450"/>
            <p:cNvSpPr/>
            <p:nvPr/>
          </p:nvSpPr>
          <p:spPr>
            <a:xfrm>
              <a:off x="7386193" y="2105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1" name="pt27451"/>
            <p:cNvSpPr/>
            <p:nvPr/>
          </p:nvSpPr>
          <p:spPr>
            <a:xfrm>
              <a:off x="7189731" y="2048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2" name="pt27452"/>
            <p:cNvSpPr/>
            <p:nvPr/>
          </p:nvSpPr>
          <p:spPr>
            <a:xfrm>
              <a:off x="7193101" y="2066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3" name="pt27453"/>
            <p:cNvSpPr/>
            <p:nvPr/>
          </p:nvSpPr>
          <p:spPr>
            <a:xfrm>
              <a:off x="7061910" y="1983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4" name="pt27454"/>
            <p:cNvSpPr/>
            <p:nvPr/>
          </p:nvSpPr>
          <p:spPr>
            <a:xfrm>
              <a:off x="7090672" y="2197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5" name="pt27455"/>
            <p:cNvSpPr/>
            <p:nvPr/>
          </p:nvSpPr>
          <p:spPr>
            <a:xfrm>
              <a:off x="7110088" y="2111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6" name="pt27456"/>
            <p:cNvSpPr/>
            <p:nvPr/>
          </p:nvSpPr>
          <p:spPr>
            <a:xfrm>
              <a:off x="7216790" y="2201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7" name="pt27457"/>
            <p:cNvSpPr/>
            <p:nvPr/>
          </p:nvSpPr>
          <p:spPr>
            <a:xfrm>
              <a:off x="6872382" y="2047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8" name="pt27458"/>
            <p:cNvSpPr/>
            <p:nvPr/>
          </p:nvSpPr>
          <p:spPr>
            <a:xfrm>
              <a:off x="7180979" y="2144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9" name="pt27459"/>
            <p:cNvSpPr/>
            <p:nvPr/>
          </p:nvSpPr>
          <p:spPr>
            <a:xfrm>
              <a:off x="7239492" y="1941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0" name="pt27460"/>
            <p:cNvSpPr/>
            <p:nvPr/>
          </p:nvSpPr>
          <p:spPr>
            <a:xfrm>
              <a:off x="7034938" y="1983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1" name="pt27461"/>
            <p:cNvSpPr/>
            <p:nvPr/>
          </p:nvSpPr>
          <p:spPr>
            <a:xfrm>
              <a:off x="7155427" y="231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2" name="pt27462"/>
            <p:cNvSpPr/>
            <p:nvPr/>
          </p:nvSpPr>
          <p:spPr>
            <a:xfrm>
              <a:off x="7120633" y="2168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3" name="pt27463"/>
            <p:cNvSpPr/>
            <p:nvPr/>
          </p:nvSpPr>
          <p:spPr>
            <a:xfrm>
              <a:off x="7078179" y="2164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4" name="pt27464"/>
            <p:cNvSpPr/>
            <p:nvPr/>
          </p:nvSpPr>
          <p:spPr>
            <a:xfrm>
              <a:off x="7128045" y="2087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5" name="pt27465"/>
            <p:cNvSpPr/>
            <p:nvPr/>
          </p:nvSpPr>
          <p:spPr>
            <a:xfrm>
              <a:off x="7322795" y="1980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6" name="pt27466"/>
            <p:cNvSpPr/>
            <p:nvPr/>
          </p:nvSpPr>
          <p:spPr>
            <a:xfrm>
              <a:off x="7261883" y="2070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7" name="pt27467"/>
            <p:cNvSpPr/>
            <p:nvPr/>
          </p:nvSpPr>
          <p:spPr>
            <a:xfrm>
              <a:off x="7077934" y="2150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8" name="pt27468"/>
            <p:cNvSpPr/>
            <p:nvPr/>
          </p:nvSpPr>
          <p:spPr>
            <a:xfrm>
              <a:off x="7241708" y="1741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9" name="pt27469"/>
            <p:cNvSpPr/>
            <p:nvPr/>
          </p:nvSpPr>
          <p:spPr>
            <a:xfrm>
              <a:off x="7122537" y="2077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0" name="pt27470"/>
            <p:cNvSpPr/>
            <p:nvPr/>
          </p:nvSpPr>
          <p:spPr>
            <a:xfrm>
              <a:off x="7234331" y="2082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1" name="pt27471"/>
            <p:cNvSpPr/>
            <p:nvPr/>
          </p:nvSpPr>
          <p:spPr>
            <a:xfrm>
              <a:off x="6937635" y="1919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2" name="pt27472"/>
            <p:cNvSpPr/>
            <p:nvPr/>
          </p:nvSpPr>
          <p:spPr>
            <a:xfrm>
              <a:off x="7170720" y="2028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3" name="pt27473"/>
            <p:cNvSpPr/>
            <p:nvPr/>
          </p:nvSpPr>
          <p:spPr>
            <a:xfrm>
              <a:off x="7127791" y="2124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4" name="pt27474"/>
            <p:cNvSpPr/>
            <p:nvPr/>
          </p:nvSpPr>
          <p:spPr>
            <a:xfrm>
              <a:off x="7268214" y="1938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5" name="pt27475"/>
            <p:cNvSpPr/>
            <p:nvPr/>
          </p:nvSpPr>
          <p:spPr>
            <a:xfrm>
              <a:off x="7202153" y="2051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6" name="pt27476"/>
            <p:cNvSpPr/>
            <p:nvPr/>
          </p:nvSpPr>
          <p:spPr>
            <a:xfrm>
              <a:off x="6913465" y="2320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7" name="pt27477"/>
            <p:cNvSpPr/>
            <p:nvPr/>
          </p:nvSpPr>
          <p:spPr>
            <a:xfrm>
              <a:off x="7154519" y="2323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8" name="pt27478"/>
            <p:cNvSpPr/>
            <p:nvPr/>
          </p:nvSpPr>
          <p:spPr>
            <a:xfrm>
              <a:off x="7405413" y="2493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9" name="pt27479"/>
            <p:cNvSpPr/>
            <p:nvPr/>
          </p:nvSpPr>
          <p:spPr>
            <a:xfrm>
              <a:off x="7250152" y="2157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0" name="pt27480"/>
            <p:cNvSpPr/>
            <p:nvPr/>
          </p:nvSpPr>
          <p:spPr>
            <a:xfrm>
              <a:off x="7095570" y="2204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1" name="pt27481"/>
            <p:cNvSpPr/>
            <p:nvPr/>
          </p:nvSpPr>
          <p:spPr>
            <a:xfrm>
              <a:off x="7238391" y="1965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2" name="pt27482"/>
            <p:cNvSpPr/>
            <p:nvPr/>
          </p:nvSpPr>
          <p:spPr>
            <a:xfrm>
              <a:off x="7227840" y="2049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3" name="pt27483"/>
            <p:cNvSpPr/>
            <p:nvPr/>
          </p:nvSpPr>
          <p:spPr>
            <a:xfrm>
              <a:off x="7039434" y="2246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4" name="pt27484"/>
            <p:cNvSpPr/>
            <p:nvPr/>
          </p:nvSpPr>
          <p:spPr>
            <a:xfrm>
              <a:off x="7080144" y="2082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5" name="pt27485"/>
            <p:cNvSpPr/>
            <p:nvPr/>
          </p:nvSpPr>
          <p:spPr>
            <a:xfrm>
              <a:off x="7195762" y="2036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6" name="pt27486"/>
            <p:cNvSpPr/>
            <p:nvPr/>
          </p:nvSpPr>
          <p:spPr>
            <a:xfrm>
              <a:off x="7008448" y="1954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7" name="pt27487"/>
            <p:cNvSpPr/>
            <p:nvPr/>
          </p:nvSpPr>
          <p:spPr>
            <a:xfrm>
              <a:off x="7077522" y="2127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8" name="pt27488"/>
            <p:cNvSpPr/>
            <p:nvPr/>
          </p:nvSpPr>
          <p:spPr>
            <a:xfrm>
              <a:off x="6852941" y="2480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9" name="pt27489"/>
            <p:cNvSpPr/>
            <p:nvPr/>
          </p:nvSpPr>
          <p:spPr>
            <a:xfrm>
              <a:off x="7203113" y="2209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0" name="pt27490"/>
            <p:cNvSpPr/>
            <p:nvPr/>
          </p:nvSpPr>
          <p:spPr>
            <a:xfrm>
              <a:off x="6877498" y="1860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1" name="pt27491"/>
            <p:cNvSpPr/>
            <p:nvPr/>
          </p:nvSpPr>
          <p:spPr>
            <a:xfrm>
              <a:off x="7025958" y="2045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2" name="pt27492"/>
            <p:cNvSpPr/>
            <p:nvPr/>
          </p:nvSpPr>
          <p:spPr>
            <a:xfrm>
              <a:off x="7073588" y="2230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3" name="pt27493"/>
            <p:cNvSpPr/>
            <p:nvPr/>
          </p:nvSpPr>
          <p:spPr>
            <a:xfrm>
              <a:off x="7119237" y="2087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4" name="pt27494"/>
            <p:cNvSpPr/>
            <p:nvPr/>
          </p:nvSpPr>
          <p:spPr>
            <a:xfrm>
              <a:off x="7270782" y="1967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5" name="pt27495"/>
            <p:cNvSpPr/>
            <p:nvPr/>
          </p:nvSpPr>
          <p:spPr>
            <a:xfrm>
              <a:off x="7138033" y="2150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6" name="pt27496"/>
            <p:cNvSpPr/>
            <p:nvPr/>
          </p:nvSpPr>
          <p:spPr>
            <a:xfrm>
              <a:off x="7309770" y="2028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7" name="pt27497"/>
            <p:cNvSpPr/>
            <p:nvPr/>
          </p:nvSpPr>
          <p:spPr>
            <a:xfrm>
              <a:off x="7221558" y="2134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8" name="pt27498"/>
            <p:cNvSpPr/>
            <p:nvPr/>
          </p:nvSpPr>
          <p:spPr>
            <a:xfrm>
              <a:off x="7045247" y="2289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9" name="pt27499"/>
            <p:cNvSpPr/>
            <p:nvPr/>
          </p:nvSpPr>
          <p:spPr>
            <a:xfrm>
              <a:off x="7144970" y="2146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0" name="pt27500"/>
            <p:cNvSpPr/>
            <p:nvPr/>
          </p:nvSpPr>
          <p:spPr>
            <a:xfrm>
              <a:off x="7276575" y="1908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1" name="pt27501"/>
            <p:cNvSpPr/>
            <p:nvPr/>
          </p:nvSpPr>
          <p:spPr>
            <a:xfrm>
              <a:off x="6905717" y="1875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2" name="pt27502"/>
            <p:cNvSpPr/>
            <p:nvPr/>
          </p:nvSpPr>
          <p:spPr>
            <a:xfrm>
              <a:off x="6917101" y="2179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3" name="pt27503"/>
            <p:cNvSpPr/>
            <p:nvPr/>
          </p:nvSpPr>
          <p:spPr>
            <a:xfrm>
              <a:off x="7317358" y="1897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4" name="pt27504"/>
            <p:cNvSpPr/>
            <p:nvPr/>
          </p:nvSpPr>
          <p:spPr>
            <a:xfrm>
              <a:off x="7074090" y="2290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5" name="pt27505"/>
            <p:cNvSpPr/>
            <p:nvPr/>
          </p:nvSpPr>
          <p:spPr>
            <a:xfrm>
              <a:off x="7350016" y="2281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6" name="pt27506"/>
            <p:cNvSpPr/>
            <p:nvPr/>
          </p:nvSpPr>
          <p:spPr>
            <a:xfrm>
              <a:off x="6995200" y="2096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7" name="pt27507"/>
            <p:cNvSpPr/>
            <p:nvPr/>
          </p:nvSpPr>
          <p:spPr>
            <a:xfrm>
              <a:off x="6986512" y="2015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8" name="pt27508"/>
            <p:cNvSpPr/>
            <p:nvPr/>
          </p:nvSpPr>
          <p:spPr>
            <a:xfrm>
              <a:off x="7186684" y="2196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9" name="pt27509"/>
            <p:cNvSpPr/>
            <p:nvPr/>
          </p:nvSpPr>
          <p:spPr>
            <a:xfrm>
              <a:off x="6743245" y="1804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0" name="pt27510"/>
            <p:cNvSpPr/>
            <p:nvPr/>
          </p:nvSpPr>
          <p:spPr>
            <a:xfrm>
              <a:off x="7270643" y="2049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1" name="pt27511"/>
            <p:cNvSpPr/>
            <p:nvPr/>
          </p:nvSpPr>
          <p:spPr>
            <a:xfrm>
              <a:off x="6723768" y="2245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2" name="pt27512"/>
            <p:cNvSpPr/>
            <p:nvPr/>
          </p:nvSpPr>
          <p:spPr>
            <a:xfrm>
              <a:off x="7169567" y="2071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3" name="pt27513"/>
            <p:cNvSpPr/>
            <p:nvPr/>
          </p:nvSpPr>
          <p:spPr>
            <a:xfrm>
              <a:off x="7154502" y="2346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4" name="pt27514"/>
            <p:cNvSpPr/>
            <p:nvPr/>
          </p:nvSpPr>
          <p:spPr>
            <a:xfrm>
              <a:off x="6933452" y="1958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5" name="pt27515"/>
            <p:cNvSpPr/>
            <p:nvPr/>
          </p:nvSpPr>
          <p:spPr>
            <a:xfrm>
              <a:off x="6787517" y="231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6" name="pt27516"/>
            <p:cNvSpPr/>
            <p:nvPr/>
          </p:nvSpPr>
          <p:spPr>
            <a:xfrm>
              <a:off x="7176452" y="200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7" name="pt27517"/>
            <p:cNvSpPr/>
            <p:nvPr/>
          </p:nvSpPr>
          <p:spPr>
            <a:xfrm>
              <a:off x="7375149" y="2280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8" name="pt27518"/>
            <p:cNvSpPr/>
            <p:nvPr/>
          </p:nvSpPr>
          <p:spPr>
            <a:xfrm>
              <a:off x="7192304" y="1950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9" name="pt27519"/>
            <p:cNvSpPr/>
            <p:nvPr/>
          </p:nvSpPr>
          <p:spPr>
            <a:xfrm>
              <a:off x="6717870" y="2311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0" name="pt27520"/>
            <p:cNvSpPr/>
            <p:nvPr/>
          </p:nvSpPr>
          <p:spPr>
            <a:xfrm>
              <a:off x="7200116" y="2081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1" name="pt27521"/>
            <p:cNvSpPr/>
            <p:nvPr/>
          </p:nvSpPr>
          <p:spPr>
            <a:xfrm>
              <a:off x="7234724" y="2102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2" name="pt27522"/>
            <p:cNvSpPr/>
            <p:nvPr/>
          </p:nvSpPr>
          <p:spPr>
            <a:xfrm>
              <a:off x="7475892" y="2507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3" name="pt27523"/>
            <p:cNvSpPr/>
            <p:nvPr/>
          </p:nvSpPr>
          <p:spPr>
            <a:xfrm>
              <a:off x="7284150" y="2091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4" name="pt27524"/>
            <p:cNvSpPr/>
            <p:nvPr/>
          </p:nvSpPr>
          <p:spPr>
            <a:xfrm>
              <a:off x="7061066" y="1949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5" name="pt27525"/>
            <p:cNvSpPr/>
            <p:nvPr/>
          </p:nvSpPr>
          <p:spPr>
            <a:xfrm>
              <a:off x="7241622" y="1886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6" name="pt27526"/>
            <p:cNvSpPr/>
            <p:nvPr/>
          </p:nvSpPr>
          <p:spPr>
            <a:xfrm>
              <a:off x="6939722" y="2100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7" name="pt27527"/>
            <p:cNvSpPr/>
            <p:nvPr/>
          </p:nvSpPr>
          <p:spPr>
            <a:xfrm>
              <a:off x="7259588" y="2160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8" name="pt27528"/>
            <p:cNvSpPr/>
            <p:nvPr/>
          </p:nvSpPr>
          <p:spPr>
            <a:xfrm>
              <a:off x="7096838" y="2165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9" name="pt27529"/>
            <p:cNvSpPr/>
            <p:nvPr/>
          </p:nvSpPr>
          <p:spPr>
            <a:xfrm>
              <a:off x="7205859" y="2072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0" name="pt27530"/>
            <p:cNvSpPr/>
            <p:nvPr/>
          </p:nvSpPr>
          <p:spPr>
            <a:xfrm>
              <a:off x="7388731" y="2196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1" name="pt27531"/>
            <p:cNvSpPr/>
            <p:nvPr/>
          </p:nvSpPr>
          <p:spPr>
            <a:xfrm>
              <a:off x="6666656" y="1519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2" name="pt27532"/>
            <p:cNvSpPr/>
            <p:nvPr/>
          </p:nvSpPr>
          <p:spPr>
            <a:xfrm>
              <a:off x="7131988" y="2179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3" name="pt27533"/>
            <p:cNvSpPr/>
            <p:nvPr/>
          </p:nvSpPr>
          <p:spPr>
            <a:xfrm>
              <a:off x="7277903" y="1998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4" name="pt27534"/>
            <p:cNvSpPr/>
            <p:nvPr/>
          </p:nvSpPr>
          <p:spPr>
            <a:xfrm>
              <a:off x="6918328" y="2154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5" name="pt27535"/>
            <p:cNvSpPr/>
            <p:nvPr/>
          </p:nvSpPr>
          <p:spPr>
            <a:xfrm>
              <a:off x="7204728" y="2175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6" name="pt27536"/>
            <p:cNvSpPr/>
            <p:nvPr/>
          </p:nvSpPr>
          <p:spPr>
            <a:xfrm>
              <a:off x="7348887" y="2186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7" name="pt27537"/>
            <p:cNvSpPr/>
            <p:nvPr/>
          </p:nvSpPr>
          <p:spPr>
            <a:xfrm>
              <a:off x="7156672" y="2142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8" name="pt27538"/>
            <p:cNvSpPr/>
            <p:nvPr/>
          </p:nvSpPr>
          <p:spPr>
            <a:xfrm>
              <a:off x="7261504" y="2054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9" name="pt27539"/>
            <p:cNvSpPr/>
            <p:nvPr/>
          </p:nvSpPr>
          <p:spPr>
            <a:xfrm>
              <a:off x="7363345" y="2181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0" name="pt27540"/>
            <p:cNvSpPr/>
            <p:nvPr/>
          </p:nvSpPr>
          <p:spPr>
            <a:xfrm>
              <a:off x="7085541" y="2208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1" name="pt27541"/>
            <p:cNvSpPr/>
            <p:nvPr/>
          </p:nvSpPr>
          <p:spPr>
            <a:xfrm>
              <a:off x="7254417" y="2118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2" name="pt27542"/>
            <p:cNvSpPr/>
            <p:nvPr/>
          </p:nvSpPr>
          <p:spPr>
            <a:xfrm>
              <a:off x="7567070" y="1916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3" name="pt27543"/>
            <p:cNvSpPr/>
            <p:nvPr/>
          </p:nvSpPr>
          <p:spPr>
            <a:xfrm>
              <a:off x="6851059" y="2163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4" name="pt27544"/>
            <p:cNvSpPr/>
            <p:nvPr/>
          </p:nvSpPr>
          <p:spPr>
            <a:xfrm>
              <a:off x="7357094" y="2117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5" name="pt27545"/>
            <p:cNvSpPr/>
            <p:nvPr/>
          </p:nvSpPr>
          <p:spPr>
            <a:xfrm>
              <a:off x="7140401" y="2163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6" name="pt27546"/>
            <p:cNvSpPr/>
            <p:nvPr/>
          </p:nvSpPr>
          <p:spPr>
            <a:xfrm>
              <a:off x="6935920" y="2145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7" name="pt27547"/>
            <p:cNvSpPr/>
            <p:nvPr/>
          </p:nvSpPr>
          <p:spPr>
            <a:xfrm>
              <a:off x="6865105" y="2179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8" name="pt27548"/>
            <p:cNvSpPr/>
            <p:nvPr/>
          </p:nvSpPr>
          <p:spPr>
            <a:xfrm>
              <a:off x="7321653" y="2026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9" name="pt27549"/>
            <p:cNvSpPr/>
            <p:nvPr/>
          </p:nvSpPr>
          <p:spPr>
            <a:xfrm>
              <a:off x="7299805" y="1996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0" name="pt27550"/>
            <p:cNvSpPr/>
            <p:nvPr/>
          </p:nvSpPr>
          <p:spPr>
            <a:xfrm>
              <a:off x="7324166" y="1960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1" name="pt27551"/>
            <p:cNvSpPr/>
            <p:nvPr/>
          </p:nvSpPr>
          <p:spPr>
            <a:xfrm>
              <a:off x="7172340" y="1999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2" name="pt27552"/>
            <p:cNvSpPr/>
            <p:nvPr/>
          </p:nvSpPr>
          <p:spPr>
            <a:xfrm>
              <a:off x="7051987" y="2309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3" name="pt27553"/>
            <p:cNvSpPr/>
            <p:nvPr/>
          </p:nvSpPr>
          <p:spPr>
            <a:xfrm>
              <a:off x="7252469" y="2092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4" name="pt27554"/>
            <p:cNvSpPr/>
            <p:nvPr/>
          </p:nvSpPr>
          <p:spPr>
            <a:xfrm>
              <a:off x="7186738" y="2152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5" name="pt27555"/>
            <p:cNvSpPr/>
            <p:nvPr/>
          </p:nvSpPr>
          <p:spPr>
            <a:xfrm>
              <a:off x="7309571" y="2120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6" name="pt27556"/>
            <p:cNvSpPr/>
            <p:nvPr/>
          </p:nvSpPr>
          <p:spPr>
            <a:xfrm>
              <a:off x="7332493" y="2062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7" name="pt27557"/>
            <p:cNvSpPr/>
            <p:nvPr/>
          </p:nvSpPr>
          <p:spPr>
            <a:xfrm>
              <a:off x="6957030" y="2083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8" name="pt27558"/>
            <p:cNvSpPr/>
            <p:nvPr/>
          </p:nvSpPr>
          <p:spPr>
            <a:xfrm>
              <a:off x="7120969" y="2107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9" name="pt27559"/>
            <p:cNvSpPr/>
            <p:nvPr/>
          </p:nvSpPr>
          <p:spPr>
            <a:xfrm>
              <a:off x="7498474" y="2493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0" name="pt27560"/>
            <p:cNvSpPr/>
            <p:nvPr/>
          </p:nvSpPr>
          <p:spPr>
            <a:xfrm>
              <a:off x="7201792" y="2059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1" name="pt27561"/>
            <p:cNvSpPr/>
            <p:nvPr/>
          </p:nvSpPr>
          <p:spPr>
            <a:xfrm>
              <a:off x="7144318" y="2178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2" name="pt27562"/>
            <p:cNvSpPr/>
            <p:nvPr/>
          </p:nvSpPr>
          <p:spPr>
            <a:xfrm>
              <a:off x="7159475" y="2094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3" name="pt27563"/>
            <p:cNvSpPr/>
            <p:nvPr/>
          </p:nvSpPr>
          <p:spPr>
            <a:xfrm>
              <a:off x="7218089" y="2306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4" name="pt27564"/>
            <p:cNvSpPr/>
            <p:nvPr/>
          </p:nvSpPr>
          <p:spPr>
            <a:xfrm>
              <a:off x="7152388" y="2294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5" name="pt27565"/>
            <p:cNvSpPr/>
            <p:nvPr/>
          </p:nvSpPr>
          <p:spPr>
            <a:xfrm>
              <a:off x="7269391" y="1862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6" name="pt27566"/>
            <p:cNvSpPr/>
            <p:nvPr/>
          </p:nvSpPr>
          <p:spPr>
            <a:xfrm>
              <a:off x="7182377" y="2133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7" name="pt27567"/>
            <p:cNvSpPr/>
            <p:nvPr/>
          </p:nvSpPr>
          <p:spPr>
            <a:xfrm>
              <a:off x="6860252" y="2060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8" name="pt27568"/>
            <p:cNvSpPr/>
            <p:nvPr/>
          </p:nvSpPr>
          <p:spPr>
            <a:xfrm>
              <a:off x="7084587" y="2098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9" name="pt27569"/>
            <p:cNvSpPr/>
            <p:nvPr/>
          </p:nvSpPr>
          <p:spPr>
            <a:xfrm>
              <a:off x="6944952" y="215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0" name="pt27570"/>
            <p:cNvSpPr/>
            <p:nvPr/>
          </p:nvSpPr>
          <p:spPr>
            <a:xfrm>
              <a:off x="7105199" y="2208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1" name="pt27571"/>
            <p:cNvSpPr/>
            <p:nvPr/>
          </p:nvSpPr>
          <p:spPr>
            <a:xfrm>
              <a:off x="7416408" y="2749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2" name="pt27572"/>
            <p:cNvSpPr/>
            <p:nvPr/>
          </p:nvSpPr>
          <p:spPr>
            <a:xfrm>
              <a:off x="7264774" y="1905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3" name="pt27573"/>
            <p:cNvSpPr/>
            <p:nvPr/>
          </p:nvSpPr>
          <p:spPr>
            <a:xfrm>
              <a:off x="7244246" y="2115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4" name="pt27574"/>
            <p:cNvSpPr/>
            <p:nvPr/>
          </p:nvSpPr>
          <p:spPr>
            <a:xfrm>
              <a:off x="7059302" y="2069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5" name="pt27575"/>
            <p:cNvSpPr/>
            <p:nvPr/>
          </p:nvSpPr>
          <p:spPr>
            <a:xfrm>
              <a:off x="7113035" y="2028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6" name="pt27576"/>
            <p:cNvSpPr/>
            <p:nvPr/>
          </p:nvSpPr>
          <p:spPr>
            <a:xfrm>
              <a:off x="7222544" y="2065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7" name="pt27577"/>
            <p:cNvSpPr/>
            <p:nvPr/>
          </p:nvSpPr>
          <p:spPr>
            <a:xfrm>
              <a:off x="7334607" y="1853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8" name="pt27578"/>
            <p:cNvSpPr/>
            <p:nvPr/>
          </p:nvSpPr>
          <p:spPr>
            <a:xfrm>
              <a:off x="7148924" y="2325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9" name="pt27579"/>
            <p:cNvSpPr/>
            <p:nvPr/>
          </p:nvSpPr>
          <p:spPr>
            <a:xfrm>
              <a:off x="6760993" y="2480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0" name="pt27580"/>
            <p:cNvSpPr/>
            <p:nvPr/>
          </p:nvSpPr>
          <p:spPr>
            <a:xfrm>
              <a:off x="7012454" y="1839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1" name="pt27581"/>
            <p:cNvSpPr/>
            <p:nvPr/>
          </p:nvSpPr>
          <p:spPr>
            <a:xfrm>
              <a:off x="7058024" y="2256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2" name="pt27582"/>
            <p:cNvSpPr/>
            <p:nvPr/>
          </p:nvSpPr>
          <p:spPr>
            <a:xfrm>
              <a:off x="7000314" y="1986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3" name="pt27583"/>
            <p:cNvSpPr/>
            <p:nvPr/>
          </p:nvSpPr>
          <p:spPr>
            <a:xfrm>
              <a:off x="7320372" y="2068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4" name="pt27584"/>
            <p:cNvSpPr/>
            <p:nvPr/>
          </p:nvSpPr>
          <p:spPr>
            <a:xfrm>
              <a:off x="7389788" y="2195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5" name="pt27585"/>
            <p:cNvSpPr/>
            <p:nvPr/>
          </p:nvSpPr>
          <p:spPr>
            <a:xfrm>
              <a:off x="7215852" y="2222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6" name="pt27586"/>
            <p:cNvSpPr/>
            <p:nvPr/>
          </p:nvSpPr>
          <p:spPr>
            <a:xfrm>
              <a:off x="7123210" y="2140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7" name="pt27587"/>
            <p:cNvSpPr/>
            <p:nvPr/>
          </p:nvSpPr>
          <p:spPr>
            <a:xfrm>
              <a:off x="7182184" y="2115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8" name="pt27588"/>
            <p:cNvSpPr/>
            <p:nvPr/>
          </p:nvSpPr>
          <p:spPr>
            <a:xfrm>
              <a:off x="7285402" y="1910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9" name="pt27589"/>
            <p:cNvSpPr/>
            <p:nvPr/>
          </p:nvSpPr>
          <p:spPr>
            <a:xfrm>
              <a:off x="7076923" y="2071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0" name="pt27590"/>
            <p:cNvSpPr/>
            <p:nvPr/>
          </p:nvSpPr>
          <p:spPr>
            <a:xfrm>
              <a:off x="7093730" y="2197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1" name="pt27591"/>
            <p:cNvSpPr/>
            <p:nvPr/>
          </p:nvSpPr>
          <p:spPr>
            <a:xfrm>
              <a:off x="7163424" y="2085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2" name="pt27592"/>
            <p:cNvSpPr/>
            <p:nvPr/>
          </p:nvSpPr>
          <p:spPr>
            <a:xfrm>
              <a:off x="7108726" y="2113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3" name="pt27593"/>
            <p:cNvSpPr/>
            <p:nvPr/>
          </p:nvSpPr>
          <p:spPr>
            <a:xfrm>
              <a:off x="7249498" y="2140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4" name="pt27594"/>
            <p:cNvSpPr/>
            <p:nvPr/>
          </p:nvSpPr>
          <p:spPr>
            <a:xfrm>
              <a:off x="7071512" y="2228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5" name="pt27595"/>
            <p:cNvSpPr/>
            <p:nvPr/>
          </p:nvSpPr>
          <p:spPr>
            <a:xfrm>
              <a:off x="7513201" y="1672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6" name="pt27596"/>
            <p:cNvSpPr/>
            <p:nvPr/>
          </p:nvSpPr>
          <p:spPr>
            <a:xfrm>
              <a:off x="7364886" y="2409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7" name="pt27597"/>
            <p:cNvSpPr/>
            <p:nvPr/>
          </p:nvSpPr>
          <p:spPr>
            <a:xfrm>
              <a:off x="7204160" y="2082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8" name="pt27598"/>
            <p:cNvSpPr/>
            <p:nvPr/>
          </p:nvSpPr>
          <p:spPr>
            <a:xfrm>
              <a:off x="7122168" y="2119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9" name="pt27599"/>
            <p:cNvSpPr/>
            <p:nvPr/>
          </p:nvSpPr>
          <p:spPr>
            <a:xfrm>
              <a:off x="6914870" y="2110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0" name="pt27600"/>
            <p:cNvSpPr/>
            <p:nvPr/>
          </p:nvSpPr>
          <p:spPr>
            <a:xfrm>
              <a:off x="7156202" y="2219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1" name="pt27601"/>
            <p:cNvSpPr/>
            <p:nvPr/>
          </p:nvSpPr>
          <p:spPr>
            <a:xfrm>
              <a:off x="7182338" y="2104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2" name="pt27602"/>
            <p:cNvSpPr/>
            <p:nvPr/>
          </p:nvSpPr>
          <p:spPr>
            <a:xfrm>
              <a:off x="7266000" y="2132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3" name="pt27603"/>
            <p:cNvSpPr/>
            <p:nvPr/>
          </p:nvSpPr>
          <p:spPr>
            <a:xfrm>
              <a:off x="7362997" y="2323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4" name="pt27604"/>
            <p:cNvSpPr/>
            <p:nvPr/>
          </p:nvSpPr>
          <p:spPr>
            <a:xfrm>
              <a:off x="6854565" y="2360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5" name="pt27605"/>
            <p:cNvSpPr/>
            <p:nvPr/>
          </p:nvSpPr>
          <p:spPr>
            <a:xfrm>
              <a:off x="6945832" y="2224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6" name="pt27606"/>
            <p:cNvSpPr/>
            <p:nvPr/>
          </p:nvSpPr>
          <p:spPr>
            <a:xfrm>
              <a:off x="6907436" y="2195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7" name="pt27607"/>
            <p:cNvSpPr/>
            <p:nvPr/>
          </p:nvSpPr>
          <p:spPr>
            <a:xfrm>
              <a:off x="7405717" y="2862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8" name="pt27608"/>
            <p:cNvSpPr/>
            <p:nvPr/>
          </p:nvSpPr>
          <p:spPr>
            <a:xfrm>
              <a:off x="7189820" y="202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9" name="pt27609"/>
            <p:cNvSpPr/>
            <p:nvPr/>
          </p:nvSpPr>
          <p:spPr>
            <a:xfrm>
              <a:off x="7355027" y="2071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0" name="pt27610"/>
            <p:cNvSpPr/>
            <p:nvPr/>
          </p:nvSpPr>
          <p:spPr>
            <a:xfrm>
              <a:off x="7305333" y="2055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1" name="pt27611"/>
            <p:cNvSpPr/>
            <p:nvPr/>
          </p:nvSpPr>
          <p:spPr>
            <a:xfrm>
              <a:off x="7139016" y="2209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2" name="pt27612"/>
            <p:cNvSpPr/>
            <p:nvPr/>
          </p:nvSpPr>
          <p:spPr>
            <a:xfrm>
              <a:off x="7122850" y="2167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3" name="pt27613"/>
            <p:cNvSpPr/>
            <p:nvPr/>
          </p:nvSpPr>
          <p:spPr>
            <a:xfrm>
              <a:off x="7171357" y="1984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4" name="pt27614"/>
            <p:cNvSpPr/>
            <p:nvPr/>
          </p:nvSpPr>
          <p:spPr>
            <a:xfrm>
              <a:off x="7196166" y="2002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5" name="pt27615"/>
            <p:cNvSpPr/>
            <p:nvPr/>
          </p:nvSpPr>
          <p:spPr>
            <a:xfrm>
              <a:off x="7198053" y="208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6" name="pt27616"/>
            <p:cNvSpPr/>
            <p:nvPr/>
          </p:nvSpPr>
          <p:spPr>
            <a:xfrm>
              <a:off x="7240594" y="1850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7" name="pt27617"/>
            <p:cNvSpPr/>
            <p:nvPr/>
          </p:nvSpPr>
          <p:spPr>
            <a:xfrm>
              <a:off x="7041212" y="2194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8" name="pt27618"/>
            <p:cNvSpPr/>
            <p:nvPr/>
          </p:nvSpPr>
          <p:spPr>
            <a:xfrm>
              <a:off x="7428586" y="2397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9" name="pt27619"/>
            <p:cNvSpPr/>
            <p:nvPr/>
          </p:nvSpPr>
          <p:spPr>
            <a:xfrm>
              <a:off x="7202411" y="2040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0" name="pt27620"/>
            <p:cNvSpPr/>
            <p:nvPr/>
          </p:nvSpPr>
          <p:spPr>
            <a:xfrm>
              <a:off x="7285160" y="2079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1" name="pt27621"/>
            <p:cNvSpPr/>
            <p:nvPr/>
          </p:nvSpPr>
          <p:spPr>
            <a:xfrm>
              <a:off x="7155626" y="2363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2" name="pt27622"/>
            <p:cNvSpPr/>
            <p:nvPr/>
          </p:nvSpPr>
          <p:spPr>
            <a:xfrm>
              <a:off x="6978235" y="1877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3" name="pt27623"/>
            <p:cNvSpPr/>
            <p:nvPr/>
          </p:nvSpPr>
          <p:spPr>
            <a:xfrm>
              <a:off x="6790934" y="2409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4" name="pt27624"/>
            <p:cNvSpPr/>
            <p:nvPr/>
          </p:nvSpPr>
          <p:spPr>
            <a:xfrm>
              <a:off x="7202025" y="2054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5" name="pt27625"/>
            <p:cNvSpPr/>
            <p:nvPr/>
          </p:nvSpPr>
          <p:spPr>
            <a:xfrm>
              <a:off x="7143346" y="2258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6" name="pt27626"/>
            <p:cNvSpPr/>
            <p:nvPr/>
          </p:nvSpPr>
          <p:spPr>
            <a:xfrm>
              <a:off x="7258334" y="196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7" name="pt27627"/>
            <p:cNvSpPr/>
            <p:nvPr/>
          </p:nvSpPr>
          <p:spPr>
            <a:xfrm>
              <a:off x="7312487" y="1949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8" name="pt27628"/>
            <p:cNvSpPr/>
            <p:nvPr/>
          </p:nvSpPr>
          <p:spPr>
            <a:xfrm>
              <a:off x="7190111" y="2044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9" name="pt27629"/>
            <p:cNvSpPr/>
            <p:nvPr/>
          </p:nvSpPr>
          <p:spPr>
            <a:xfrm>
              <a:off x="7322021" y="2034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0" name="pt27630"/>
            <p:cNvSpPr/>
            <p:nvPr/>
          </p:nvSpPr>
          <p:spPr>
            <a:xfrm>
              <a:off x="7100604" y="2188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1" name="pt27631"/>
            <p:cNvSpPr/>
            <p:nvPr/>
          </p:nvSpPr>
          <p:spPr>
            <a:xfrm>
              <a:off x="7113535" y="2120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2" name="pt27632"/>
            <p:cNvSpPr/>
            <p:nvPr/>
          </p:nvSpPr>
          <p:spPr>
            <a:xfrm>
              <a:off x="7034525" y="2130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3" name="pt27633"/>
            <p:cNvSpPr/>
            <p:nvPr/>
          </p:nvSpPr>
          <p:spPr>
            <a:xfrm>
              <a:off x="7299668" y="2015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4" name="pt27634"/>
            <p:cNvSpPr/>
            <p:nvPr/>
          </p:nvSpPr>
          <p:spPr>
            <a:xfrm>
              <a:off x="7192228" y="1995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5" name="pt27635"/>
            <p:cNvSpPr/>
            <p:nvPr/>
          </p:nvSpPr>
          <p:spPr>
            <a:xfrm>
              <a:off x="7336723" y="2094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6" name="pt27636"/>
            <p:cNvSpPr/>
            <p:nvPr/>
          </p:nvSpPr>
          <p:spPr>
            <a:xfrm>
              <a:off x="7098443" y="2264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7" name="pt27637"/>
            <p:cNvSpPr/>
            <p:nvPr/>
          </p:nvSpPr>
          <p:spPr>
            <a:xfrm>
              <a:off x="7294169" y="1985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8" name="pt27638"/>
            <p:cNvSpPr/>
            <p:nvPr/>
          </p:nvSpPr>
          <p:spPr>
            <a:xfrm>
              <a:off x="7262812" y="2013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9" name="pt27639"/>
            <p:cNvSpPr/>
            <p:nvPr/>
          </p:nvSpPr>
          <p:spPr>
            <a:xfrm>
              <a:off x="7117038" y="2043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0" name="pt27640"/>
            <p:cNvSpPr/>
            <p:nvPr/>
          </p:nvSpPr>
          <p:spPr>
            <a:xfrm>
              <a:off x="7304119" y="2004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1" name="pt27641"/>
            <p:cNvSpPr/>
            <p:nvPr/>
          </p:nvSpPr>
          <p:spPr>
            <a:xfrm>
              <a:off x="7321558" y="1952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2" name="pt27642"/>
            <p:cNvSpPr/>
            <p:nvPr/>
          </p:nvSpPr>
          <p:spPr>
            <a:xfrm>
              <a:off x="7136697" y="2135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3" name="pt27643"/>
            <p:cNvSpPr/>
            <p:nvPr/>
          </p:nvSpPr>
          <p:spPr>
            <a:xfrm>
              <a:off x="6697371" y="1905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4" name="pt27644"/>
            <p:cNvSpPr/>
            <p:nvPr/>
          </p:nvSpPr>
          <p:spPr>
            <a:xfrm>
              <a:off x="7188810" y="2051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5" name="pt27645"/>
            <p:cNvSpPr/>
            <p:nvPr/>
          </p:nvSpPr>
          <p:spPr>
            <a:xfrm>
              <a:off x="7332170" y="2013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6" name="pt27646"/>
            <p:cNvSpPr/>
            <p:nvPr/>
          </p:nvSpPr>
          <p:spPr>
            <a:xfrm>
              <a:off x="7252256" y="1868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7" name="pt27647"/>
            <p:cNvSpPr/>
            <p:nvPr/>
          </p:nvSpPr>
          <p:spPr>
            <a:xfrm>
              <a:off x="7547628" y="2459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8" name="pt27648"/>
            <p:cNvSpPr/>
            <p:nvPr/>
          </p:nvSpPr>
          <p:spPr>
            <a:xfrm>
              <a:off x="6924223" y="1937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9" name="pt27649"/>
            <p:cNvSpPr/>
            <p:nvPr/>
          </p:nvSpPr>
          <p:spPr>
            <a:xfrm>
              <a:off x="7176022" y="2050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0" name="pt27650"/>
            <p:cNvSpPr/>
            <p:nvPr/>
          </p:nvSpPr>
          <p:spPr>
            <a:xfrm>
              <a:off x="7079800" y="2130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1" name="pt27651"/>
            <p:cNvSpPr/>
            <p:nvPr/>
          </p:nvSpPr>
          <p:spPr>
            <a:xfrm>
              <a:off x="7131193" y="2198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2" name="pt27652"/>
            <p:cNvSpPr/>
            <p:nvPr/>
          </p:nvSpPr>
          <p:spPr>
            <a:xfrm>
              <a:off x="7389581" y="1905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3" name="pt27653"/>
            <p:cNvSpPr/>
            <p:nvPr/>
          </p:nvSpPr>
          <p:spPr>
            <a:xfrm>
              <a:off x="7277845" y="2045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4" name="pt27654"/>
            <p:cNvSpPr/>
            <p:nvPr/>
          </p:nvSpPr>
          <p:spPr>
            <a:xfrm>
              <a:off x="6997143" y="1818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5" name="pt27655"/>
            <p:cNvSpPr/>
            <p:nvPr/>
          </p:nvSpPr>
          <p:spPr>
            <a:xfrm>
              <a:off x="6985073" y="1928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6" name="pt27656"/>
            <p:cNvSpPr/>
            <p:nvPr/>
          </p:nvSpPr>
          <p:spPr>
            <a:xfrm>
              <a:off x="7447694" y="255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7" name="pt27657"/>
            <p:cNvSpPr/>
            <p:nvPr/>
          </p:nvSpPr>
          <p:spPr>
            <a:xfrm>
              <a:off x="7230510" y="2103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8" name="pt27658"/>
            <p:cNvSpPr/>
            <p:nvPr/>
          </p:nvSpPr>
          <p:spPr>
            <a:xfrm>
              <a:off x="7406013" y="2492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9" name="pt27659"/>
            <p:cNvSpPr/>
            <p:nvPr/>
          </p:nvSpPr>
          <p:spPr>
            <a:xfrm>
              <a:off x="7170483" y="2036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0" name="pt27660"/>
            <p:cNvSpPr/>
            <p:nvPr/>
          </p:nvSpPr>
          <p:spPr>
            <a:xfrm>
              <a:off x="7208919" y="2202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1" name="pt27661"/>
            <p:cNvSpPr/>
            <p:nvPr/>
          </p:nvSpPr>
          <p:spPr>
            <a:xfrm>
              <a:off x="7063761" y="1744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2" name="pt27662"/>
            <p:cNvSpPr/>
            <p:nvPr/>
          </p:nvSpPr>
          <p:spPr>
            <a:xfrm>
              <a:off x="7292722" y="1985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3" name="pt27663"/>
            <p:cNvSpPr/>
            <p:nvPr/>
          </p:nvSpPr>
          <p:spPr>
            <a:xfrm>
              <a:off x="7032805" y="1880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4" name="pt27664"/>
            <p:cNvSpPr/>
            <p:nvPr/>
          </p:nvSpPr>
          <p:spPr>
            <a:xfrm>
              <a:off x="6785133" y="2594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5" name="pt27665"/>
            <p:cNvSpPr/>
            <p:nvPr/>
          </p:nvSpPr>
          <p:spPr>
            <a:xfrm>
              <a:off x="7149967" y="2313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6" name="pt27666"/>
            <p:cNvSpPr/>
            <p:nvPr/>
          </p:nvSpPr>
          <p:spPr>
            <a:xfrm>
              <a:off x="7313070" y="1984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7" name="pt27667"/>
            <p:cNvSpPr/>
            <p:nvPr/>
          </p:nvSpPr>
          <p:spPr>
            <a:xfrm>
              <a:off x="7207546" y="2244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8" name="pt27668"/>
            <p:cNvSpPr/>
            <p:nvPr/>
          </p:nvSpPr>
          <p:spPr>
            <a:xfrm>
              <a:off x="6901759" y="1782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9" name="pt27669"/>
            <p:cNvSpPr/>
            <p:nvPr/>
          </p:nvSpPr>
          <p:spPr>
            <a:xfrm>
              <a:off x="7198494" y="203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0" name="pt27670"/>
            <p:cNvSpPr/>
            <p:nvPr/>
          </p:nvSpPr>
          <p:spPr>
            <a:xfrm>
              <a:off x="7357882" y="2322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1" name="pt27671"/>
            <p:cNvSpPr/>
            <p:nvPr/>
          </p:nvSpPr>
          <p:spPr>
            <a:xfrm>
              <a:off x="7171010" y="1993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2" name="pt27672"/>
            <p:cNvSpPr/>
            <p:nvPr/>
          </p:nvSpPr>
          <p:spPr>
            <a:xfrm>
              <a:off x="7211553" y="2153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3" name="pt27673"/>
            <p:cNvSpPr/>
            <p:nvPr/>
          </p:nvSpPr>
          <p:spPr>
            <a:xfrm>
              <a:off x="6963623" y="2036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4" name="pt27674"/>
            <p:cNvSpPr/>
            <p:nvPr/>
          </p:nvSpPr>
          <p:spPr>
            <a:xfrm>
              <a:off x="6861671" y="2111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5" name="pt27675"/>
            <p:cNvSpPr/>
            <p:nvPr/>
          </p:nvSpPr>
          <p:spPr>
            <a:xfrm>
              <a:off x="7031549" y="2025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6" name="pt27676"/>
            <p:cNvSpPr/>
            <p:nvPr/>
          </p:nvSpPr>
          <p:spPr>
            <a:xfrm>
              <a:off x="7254171" y="2027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7" name="pt27677"/>
            <p:cNvSpPr/>
            <p:nvPr/>
          </p:nvSpPr>
          <p:spPr>
            <a:xfrm>
              <a:off x="7147791" y="2419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8" name="pt27678"/>
            <p:cNvSpPr/>
            <p:nvPr/>
          </p:nvSpPr>
          <p:spPr>
            <a:xfrm>
              <a:off x="6802826" y="2339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9" name="pt27679"/>
            <p:cNvSpPr/>
            <p:nvPr/>
          </p:nvSpPr>
          <p:spPr>
            <a:xfrm>
              <a:off x="7150019" y="2374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0" name="pt27680"/>
            <p:cNvSpPr/>
            <p:nvPr/>
          </p:nvSpPr>
          <p:spPr>
            <a:xfrm>
              <a:off x="7141624" y="2188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1" name="pt27681"/>
            <p:cNvSpPr/>
            <p:nvPr/>
          </p:nvSpPr>
          <p:spPr>
            <a:xfrm>
              <a:off x="7183285" y="2152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2" name="pt27682"/>
            <p:cNvSpPr/>
            <p:nvPr/>
          </p:nvSpPr>
          <p:spPr>
            <a:xfrm>
              <a:off x="6671666" y="2204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3" name="pt27683"/>
            <p:cNvSpPr/>
            <p:nvPr/>
          </p:nvSpPr>
          <p:spPr>
            <a:xfrm>
              <a:off x="7346194" y="2177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4" name="pt27684"/>
            <p:cNvSpPr/>
            <p:nvPr/>
          </p:nvSpPr>
          <p:spPr>
            <a:xfrm>
              <a:off x="6938726" y="2232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5" name="pt27685"/>
            <p:cNvSpPr/>
            <p:nvPr/>
          </p:nvSpPr>
          <p:spPr>
            <a:xfrm>
              <a:off x="7265021" y="1928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6" name="pt27686"/>
            <p:cNvSpPr/>
            <p:nvPr/>
          </p:nvSpPr>
          <p:spPr>
            <a:xfrm>
              <a:off x="6750935" y="2308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7" name="pt27687"/>
            <p:cNvSpPr/>
            <p:nvPr/>
          </p:nvSpPr>
          <p:spPr>
            <a:xfrm>
              <a:off x="7243989" y="2130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8" name="pt27688"/>
            <p:cNvSpPr/>
            <p:nvPr/>
          </p:nvSpPr>
          <p:spPr>
            <a:xfrm>
              <a:off x="7506793" y="215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9" name="pt27689"/>
            <p:cNvSpPr/>
            <p:nvPr/>
          </p:nvSpPr>
          <p:spPr>
            <a:xfrm>
              <a:off x="7262840" y="2073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0" name="pt27690"/>
            <p:cNvSpPr/>
            <p:nvPr/>
          </p:nvSpPr>
          <p:spPr>
            <a:xfrm>
              <a:off x="7256550" y="2027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1" name="pt27691"/>
            <p:cNvSpPr/>
            <p:nvPr/>
          </p:nvSpPr>
          <p:spPr>
            <a:xfrm>
              <a:off x="7062865" y="1876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2" name="pt27692"/>
            <p:cNvSpPr/>
            <p:nvPr/>
          </p:nvSpPr>
          <p:spPr>
            <a:xfrm>
              <a:off x="7112091" y="2107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3" name="pt27693"/>
            <p:cNvSpPr/>
            <p:nvPr/>
          </p:nvSpPr>
          <p:spPr>
            <a:xfrm>
              <a:off x="7151443" y="2320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4" name="pt27694"/>
            <p:cNvSpPr/>
            <p:nvPr/>
          </p:nvSpPr>
          <p:spPr>
            <a:xfrm>
              <a:off x="7343909" y="2047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5" name="pt27695"/>
            <p:cNvSpPr/>
            <p:nvPr/>
          </p:nvSpPr>
          <p:spPr>
            <a:xfrm>
              <a:off x="7213637" y="2167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6" name="pt27696"/>
            <p:cNvSpPr/>
            <p:nvPr/>
          </p:nvSpPr>
          <p:spPr>
            <a:xfrm>
              <a:off x="7200134" y="1961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7" name="pt27697"/>
            <p:cNvSpPr/>
            <p:nvPr/>
          </p:nvSpPr>
          <p:spPr>
            <a:xfrm>
              <a:off x="7281519" y="1863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8" name="pt27698"/>
            <p:cNvSpPr/>
            <p:nvPr/>
          </p:nvSpPr>
          <p:spPr>
            <a:xfrm>
              <a:off x="7148971" y="2269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9" name="pt27699"/>
            <p:cNvSpPr/>
            <p:nvPr/>
          </p:nvSpPr>
          <p:spPr>
            <a:xfrm>
              <a:off x="7184925" y="2166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0" name="pt27700"/>
            <p:cNvSpPr/>
            <p:nvPr/>
          </p:nvSpPr>
          <p:spPr>
            <a:xfrm>
              <a:off x="6944096" y="2130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1" name="pt27701"/>
            <p:cNvSpPr/>
            <p:nvPr/>
          </p:nvSpPr>
          <p:spPr>
            <a:xfrm>
              <a:off x="7077322" y="2182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2" name="pt27702"/>
            <p:cNvSpPr/>
            <p:nvPr/>
          </p:nvSpPr>
          <p:spPr>
            <a:xfrm>
              <a:off x="7344572" y="2035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3" name="pt27703"/>
            <p:cNvSpPr/>
            <p:nvPr/>
          </p:nvSpPr>
          <p:spPr>
            <a:xfrm>
              <a:off x="7192070" y="2013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4" name="pt27704"/>
            <p:cNvSpPr/>
            <p:nvPr/>
          </p:nvSpPr>
          <p:spPr>
            <a:xfrm>
              <a:off x="6876519" y="2040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5" name="pt27705"/>
            <p:cNvSpPr/>
            <p:nvPr/>
          </p:nvSpPr>
          <p:spPr>
            <a:xfrm>
              <a:off x="7033616" y="2098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6" name="pt27706"/>
            <p:cNvSpPr/>
            <p:nvPr/>
          </p:nvSpPr>
          <p:spPr>
            <a:xfrm>
              <a:off x="7128420" y="2131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7" name="pt27707"/>
            <p:cNvSpPr/>
            <p:nvPr/>
          </p:nvSpPr>
          <p:spPr>
            <a:xfrm>
              <a:off x="6873285" y="2079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8" name="pt27708"/>
            <p:cNvSpPr/>
            <p:nvPr/>
          </p:nvSpPr>
          <p:spPr>
            <a:xfrm>
              <a:off x="7130841" y="2110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9" name="pt27709"/>
            <p:cNvSpPr/>
            <p:nvPr/>
          </p:nvSpPr>
          <p:spPr>
            <a:xfrm>
              <a:off x="6933533" y="2214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0" name="pt27710"/>
            <p:cNvSpPr/>
            <p:nvPr/>
          </p:nvSpPr>
          <p:spPr>
            <a:xfrm>
              <a:off x="7370130" y="2417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1" name="pt27711"/>
            <p:cNvSpPr/>
            <p:nvPr/>
          </p:nvSpPr>
          <p:spPr>
            <a:xfrm>
              <a:off x="7240140" y="164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2" name="pt27712"/>
            <p:cNvSpPr/>
            <p:nvPr/>
          </p:nvSpPr>
          <p:spPr>
            <a:xfrm>
              <a:off x="7277470" y="1890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3" name="pt27713"/>
            <p:cNvSpPr/>
            <p:nvPr/>
          </p:nvSpPr>
          <p:spPr>
            <a:xfrm>
              <a:off x="7247478" y="2109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4" name="pt27714"/>
            <p:cNvSpPr/>
            <p:nvPr/>
          </p:nvSpPr>
          <p:spPr>
            <a:xfrm>
              <a:off x="7175226" y="1935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5" name="pt27715"/>
            <p:cNvSpPr/>
            <p:nvPr/>
          </p:nvSpPr>
          <p:spPr>
            <a:xfrm>
              <a:off x="7201737" y="2060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6" name="pt27716"/>
            <p:cNvSpPr/>
            <p:nvPr/>
          </p:nvSpPr>
          <p:spPr>
            <a:xfrm>
              <a:off x="6796196" y="249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7" name="pt27717"/>
            <p:cNvSpPr/>
            <p:nvPr/>
          </p:nvSpPr>
          <p:spPr>
            <a:xfrm>
              <a:off x="7000395" y="1955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8" name="pt27718"/>
            <p:cNvSpPr/>
            <p:nvPr/>
          </p:nvSpPr>
          <p:spPr>
            <a:xfrm>
              <a:off x="7111647" y="2093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9" name="pt27719"/>
            <p:cNvSpPr/>
            <p:nvPr/>
          </p:nvSpPr>
          <p:spPr>
            <a:xfrm>
              <a:off x="7350468" y="2135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0" name="pt27720"/>
            <p:cNvSpPr/>
            <p:nvPr/>
          </p:nvSpPr>
          <p:spPr>
            <a:xfrm>
              <a:off x="7345776" y="2106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1" name="pt27721"/>
            <p:cNvSpPr/>
            <p:nvPr/>
          </p:nvSpPr>
          <p:spPr>
            <a:xfrm>
              <a:off x="7038315" y="2120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2" name="pt27722"/>
            <p:cNvSpPr/>
            <p:nvPr/>
          </p:nvSpPr>
          <p:spPr>
            <a:xfrm>
              <a:off x="7139228" y="2155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3" name="pt27723"/>
            <p:cNvSpPr/>
            <p:nvPr/>
          </p:nvSpPr>
          <p:spPr>
            <a:xfrm>
              <a:off x="7189194" y="2047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4" name="pt27724"/>
            <p:cNvSpPr/>
            <p:nvPr/>
          </p:nvSpPr>
          <p:spPr>
            <a:xfrm>
              <a:off x="7166966" y="2063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5" name="pt27725"/>
            <p:cNvSpPr/>
            <p:nvPr/>
          </p:nvSpPr>
          <p:spPr>
            <a:xfrm>
              <a:off x="7078769" y="2197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6" name="pt27726"/>
            <p:cNvSpPr/>
            <p:nvPr/>
          </p:nvSpPr>
          <p:spPr>
            <a:xfrm>
              <a:off x="7188138" y="2229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7" name="pt27727"/>
            <p:cNvSpPr/>
            <p:nvPr/>
          </p:nvSpPr>
          <p:spPr>
            <a:xfrm>
              <a:off x="7243514" y="2075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8" name="pt27728"/>
            <p:cNvSpPr/>
            <p:nvPr/>
          </p:nvSpPr>
          <p:spPr>
            <a:xfrm>
              <a:off x="6917085" y="2214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9" name="pt27729"/>
            <p:cNvSpPr/>
            <p:nvPr/>
          </p:nvSpPr>
          <p:spPr>
            <a:xfrm>
              <a:off x="7043174" y="2182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0" name="pt27730"/>
            <p:cNvSpPr/>
            <p:nvPr/>
          </p:nvSpPr>
          <p:spPr>
            <a:xfrm>
              <a:off x="7135629" y="2164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1" name="pt27731"/>
            <p:cNvSpPr/>
            <p:nvPr/>
          </p:nvSpPr>
          <p:spPr>
            <a:xfrm>
              <a:off x="7779831" y="2094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2" name="pt27732"/>
            <p:cNvSpPr/>
            <p:nvPr/>
          </p:nvSpPr>
          <p:spPr>
            <a:xfrm>
              <a:off x="7148931" y="2277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3" name="pt27733"/>
            <p:cNvSpPr/>
            <p:nvPr/>
          </p:nvSpPr>
          <p:spPr>
            <a:xfrm>
              <a:off x="7140016" y="2210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4" name="pt27734"/>
            <p:cNvSpPr/>
            <p:nvPr/>
          </p:nvSpPr>
          <p:spPr>
            <a:xfrm>
              <a:off x="6943971" y="2131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5" name="pt27735"/>
            <p:cNvSpPr/>
            <p:nvPr/>
          </p:nvSpPr>
          <p:spPr>
            <a:xfrm>
              <a:off x="7129966" y="2202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6" name="pt27736"/>
            <p:cNvSpPr/>
            <p:nvPr/>
          </p:nvSpPr>
          <p:spPr>
            <a:xfrm>
              <a:off x="7134278" y="2090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7" name="pt27737"/>
            <p:cNvSpPr/>
            <p:nvPr/>
          </p:nvSpPr>
          <p:spPr>
            <a:xfrm>
              <a:off x="7236337" y="2015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8" name="pt27738"/>
            <p:cNvSpPr/>
            <p:nvPr/>
          </p:nvSpPr>
          <p:spPr>
            <a:xfrm>
              <a:off x="7599874" y="2281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9" name="pt27739"/>
            <p:cNvSpPr/>
            <p:nvPr/>
          </p:nvSpPr>
          <p:spPr>
            <a:xfrm>
              <a:off x="7274054" y="2011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0" name="pt27740"/>
            <p:cNvSpPr/>
            <p:nvPr/>
          </p:nvSpPr>
          <p:spPr>
            <a:xfrm>
              <a:off x="7197940" y="2013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1" name="pt27741"/>
            <p:cNvSpPr/>
            <p:nvPr/>
          </p:nvSpPr>
          <p:spPr>
            <a:xfrm>
              <a:off x="7207106" y="2074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2" name="pt27742"/>
            <p:cNvSpPr/>
            <p:nvPr/>
          </p:nvSpPr>
          <p:spPr>
            <a:xfrm>
              <a:off x="7095491" y="2217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3" name="pt27743"/>
            <p:cNvSpPr/>
            <p:nvPr/>
          </p:nvSpPr>
          <p:spPr>
            <a:xfrm>
              <a:off x="7065342" y="1654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4" name="pt27744"/>
            <p:cNvSpPr/>
            <p:nvPr/>
          </p:nvSpPr>
          <p:spPr>
            <a:xfrm>
              <a:off x="7111319" y="2073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5" name="pt27745"/>
            <p:cNvSpPr/>
            <p:nvPr/>
          </p:nvSpPr>
          <p:spPr>
            <a:xfrm>
              <a:off x="6983516" y="1929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6" name="pt27746"/>
            <p:cNvSpPr/>
            <p:nvPr/>
          </p:nvSpPr>
          <p:spPr>
            <a:xfrm>
              <a:off x="7079554" y="2177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7" name="pt27747"/>
            <p:cNvSpPr/>
            <p:nvPr/>
          </p:nvSpPr>
          <p:spPr>
            <a:xfrm>
              <a:off x="7151871" y="2321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8" name="pt27748"/>
            <p:cNvSpPr/>
            <p:nvPr/>
          </p:nvSpPr>
          <p:spPr>
            <a:xfrm>
              <a:off x="7229258" y="1958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9" name="pt27749"/>
            <p:cNvSpPr/>
            <p:nvPr/>
          </p:nvSpPr>
          <p:spPr>
            <a:xfrm>
              <a:off x="7028269" y="183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0" name="pt27750"/>
            <p:cNvSpPr/>
            <p:nvPr/>
          </p:nvSpPr>
          <p:spPr>
            <a:xfrm>
              <a:off x="7170098" y="1973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1" name="pt27751"/>
            <p:cNvSpPr/>
            <p:nvPr/>
          </p:nvSpPr>
          <p:spPr>
            <a:xfrm>
              <a:off x="7109040" y="2170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2" name="pt27752"/>
            <p:cNvSpPr/>
            <p:nvPr/>
          </p:nvSpPr>
          <p:spPr>
            <a:xfrm>
              <a:off x="7054067" y="2428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3" name="pt27753"/>
            <p:cNvSpPr/>
            <p:nvPr/>
          </p:nvSpPr>
          <p:spPr>
            <a:xfrm>
              <a:off x="7184498" y="2176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4" name="pt27754"/>
            <p:cNvSpPr/>
            <p:nvPr/>
          </p:nvSpPr>
          <p:spPr>
            <a:xfrm>
              <a:off x="7092708" y="2089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5" name="pt27755"/>
            <p:cNvSpPr/>
            <p:nvPr/>
          </p:nvSpPr>
          <p:spPr>
            <a:xfrm>
              <a:off x="7148166" y="2320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6" name="pt27756"/>
            <p:cNvSpPr/>
            <p:nvPr/>
          </p:nvSpPr>
          <p:spPr>
            <a:xfrm>
              <a:off x="7154621" y="2314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7" name="pt27757"/>
            <p:cNvSpPr/>
            <p:nvPr/>
          </p:nvSpPr>
          <p:spPr>
            <a:xfrm>
              <a:off x="7477484" y="2154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8" name="pt27758"/>
            <p:cNvSpPr/>
            <p:nvPr/>
          </p:nvSpPr>
          <p:spPr>
            <a:xfrm>
              <a:off x="7045124" y="2273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9" name="pt27759"/>
            <p:cNvSpPr/>
            <p:nvPr/>
          </p:nvSpPr>
          <p:spPr>
            <a:xfrm>
              <a:off x="6979217" y="1975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0" name="pt27760"/>
            <p:cNvSpPr/>
            <p:nvPr/>
          </p:nvSpPr>
          <p:spPr>
            <a:xfrm>
              <a:off x="7153090" y="2349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1" name="pt27761"/>
            <p:cNvSpPr/>
            <p:nvPr/>
          </p:nvSpPr>
          <p:spPr>
            <a:xfrm>
              <a:off x="7338748" y="2068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2" name="pt27762"/>
            <p:cNvSpPr/>
            <p:nvPr/>
          </p:nvSpPr>
          <p:spPr>
            <a:xfrm>
              <a:off x="7217185" y="2194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3" name="pt27763"/>
            <p:cNvSpPr/>
            <p:nvPr/>
          </p:nvSpPr>
          <p:spPr>
            <a:xfrm>
              <a:off x="6643275" y="1761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4" name="pt27764"/>
            <p:cNvSpPr/>
            <p:nvPr/>
          </p:nvSpPr>
          <p:spPr>
            <a:xfrm>
              <a:off x="7249145" y="1997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5" name="pt27765"/>
            <p:cNvSpPr/>
            <p:nvPr/>
          </p:nvSpPr>
          <p:spPr>
            <a:xfrm>
              <a:off x="7235352" y="2076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6" name="pt27766"/>
            <p:cNvSpPr/>
            <p:nvPr/>
          </p:nvSpPr>
          <p:spPr>
            <a:xfrm>
              <a:off x="7324122" y="1915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7" name="pt27767"/>
            <p:cNvSpPr/>
            <p:nvPr/>
          </p:nvSpPr>
          <p:spPr>
            <a:xfrm>
              <a:off x="7089926" y="2252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8" name="pt27768"/>
            <p:cNvSpPr/>
            <p:nvPr/>
          </p:nvSpPr>
          <p:spPr>
            <a:xfrm>
              <a:off x="7083631" y="2111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9" name="pt27769"/>
            <p:cNvSpPr/>
            <p:nvPr/>
          </p:nvSpPr>
          <p:spPr>
            <a:xfrm>
              <a:off x="7365973" y="2539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0" name="pt27770"/>
            <p:cNvSpPr/>
            <p:nvPr/>
          </p:nvSpPr>
          <p:spPr>
            <a:xfrm>
              <a:off x="7309438" y="2130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1" name="pt27771"/>
            <p:cNvSpPr/>
            <p:nvPr/>
          </p:nvSpPr>
          <p:spPr>
            <a:xfrm>
              <a:off x="7077117" y="2139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2" name="pt27772"/>
            <p:cNvSpPr/>
            <p:nvPr/>
          </p:nvSpPr>
          <p:spPr>
            <a:xfrm>
              <a:off x="7198764" y="2013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3" name="pt27773"/>
            <p:cNvSpPr/>
            <p:nvPr/>
          </p:nvSpPr>
          <p:spPr>
            <a:xfrm>
              <a:off x="7184276" y="2161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4" name="pt27774"/>
            <p:cNvSpPr/>
            <p:nvPr/>
          </p:nvSpPr>
          <p:spPr>
            <a:xfrm>
              <a:off x="7168903" y="2005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5" name="pt27775"/>
            <p:cNvSpPr/>
            <p:nvPr/>
          </p:nvSpPr>
          <p:spPr>
            <a:xfrm>
              <a:off x="7516248" y="2418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6" name="pt27776"/>
            <p:cNvSpPr/>
            <p:nvPr/>
          </p:nvSpPr>
          <p:spPr>
            <a:xfrm>
              <a:off x="7066926" y="2081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7" name="pt27777"/>
            <p:cNvSpPr/>
            <p:nvPr/>
          </p:nvSpPr>
          <p:spPr>
            <a:xfrm>
              <a:off x="7034220" y="2061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8" name="pt27778"/>
            <p:cNvSpPr/>
            <p:nvPr/>
          </p:nvSpPr>
          <p:spPr>
            <a:xfrm>
              <a:off x="7293952" y="1994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9" name="pt27779"/>
            <p:cNvSpPr/>
            <p:nvPr/>
          </p:nvSpPr>
          <p:spPr>
            <a:xfrm>
              <a:off x="6904511" y="1961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0" name="pt27780"/>
            <p:cNvSpPr/>
            <p:nvPr/>
          </p:nvSpPr>
          <p:spPr>
            <a:xfrm>
              <a:off x="7293958" y="1883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1" name="pt27781"/>
            <p:cNvSpPr/>
            <p:nvPr/>
          </p:nvSpPr>
          <p:spPr>
            <a:xfrm>
              <a:off x="7108249" y="2127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2" name="pt27782"/>
            <p:cNvSpPr/>
            <p:nvPr/>
          </p:nvSpPr>
          <p:spPr>
            <a:xfrm>
              <a:off x="6933266" y="2172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3" name="pt27783"/>
            <p:cNvSpPr/>
            <p:nvPr/>
          </p:nvSpPr>
          <p:spPr>
            <a:xfrm>
              <a:off x="7215643" y="2257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4" name="pt27784"/>
            <p:cNvSpPr/>
            <p:nvPr/>
          </p:nvSpPr>
          <p:spPr>
            <a:xfrm>
              <a:off x="7539823" y="2350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5" name="pt27785"/>
            <p:cNvSpPr/>
            <p:nvPr/>
          </p:nvSpPr>
          <p:spPr>
            <a:xfrm>
              <a:off x="7194378" y="2003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6" name="pt27786"/>
            <p:cNvSpPr/>
            <p:nvPr/>
          </p:nvSpPr>
          <p:spPr>
            <a:xfrm>
              <a:off x="7196087" y="213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7" name="pt27787"/>
            <p:cNvSpPr/>
            <p:nvPr/>
          </p:nvSpPr>
          <p:spPr>
            <a:xfrm>
              <a:off x="7033429" y="2046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8" name="pt27788"/>
            <p:cNvSpPr/>
            <p:nvPr/>
          </p:nvSpPr>
          <p:spPr>
            <a:xfrm>
              <a:off x="7221523" y="2002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9" name="pt27789"/>
            <p:cNvSpPr/>
            <p:nvPr/>
          </p:nvSpPr>
          <p:spPr>
            <a:xfrm>
              <a:off x="7315998" y="1834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0" name="pt27790"/>
            <p:cNvSpPr/>
            <p:nvPr/>
          </p:nvSpPr>
          <p:spPr>
            <a:xfrm>
              <a:off x="7048137" y="2316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1" name="pt27791"/>
            <p:cNvSpPr/>
            <p:nvPr/>
          </p:nvSpPr>
          <p:spPr>
            <a:xfrm>
              <a:off x="7063258" y="1780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2" name="pt27792"/>
            <p:cNvSpPr/>
            <p:nvPr/>
          </p:nvSpPr>
          <p:spPr>
            <a:xfrm>
              <a:off x="7119499" y="2143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3" name="pt27793"/>
            <p:cNvSpPr/>
            <p:nvPr/>
          </p:nvSpPr>
          <p:spPr>
            <a:xfrm>
              <a:off x="7185155" y="2144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4" name="pt27794"/>
            <p:cNvSpPr/>
            <p:nvPr/>
          </p:nvSpPr>
          <p:spPr>
            <a:xfrm>
              <a:off x="7736376" y="2203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5" name="pt27795"/>
            <p:cNvSpPr/>
            <p:nvPr/>
          </p:nvSpPr>
          <p:spPr>
            <a:xfrm>
              <a:off x="7454084" y="2546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6" name="pt27796"/>
            <p:cNvSpPr/>
            <p:nvPr/>
          </p:nvSpPr>
          <p:spPr>
            <a:xfrm>
              <a:off x="6722821" y="2115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7" name="pt27797"/>
            <p:cNvSpPr/>
            <p:nvPr/>
          </p:nvSpPr>
          <p:spPr>
            <a:xfrm>
              <a:off x="7213455" y="2303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8" name="pt27798"/>
            <p:cNvSpPr/>
            <p:nvPr/>
          </p:nvSpPr>
          <p:spPr>
            <a:xfrm>
              <a:off x="7346580" y="2149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9" name="pt27799"/>
            <p:cNvSpPr/>
            <p:nvPr/>
          </p:nvSpPr>
          <p:spPr>
            <a:xfrm>
              <a:off x="7410523" y="2744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0" name="pt27800"/>
            <p:cNvSpPr/>
            <p:nvPr/>
          </p:nvSpPr>
          <p:spPr>
            <a:xfrm>
              <a:off x="7290875" y="2036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1" name="pt27801"/>
            <p:cNvSpPr/>
            <p:nvPr/>
          </p:nvSpPr>
          <p:spPr>
            <a:xfrm>
              <a:off x="6995244" y="1930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2" name="pt27802"/>
            <p:cNvSpPr/>
            <p:nvPr/>
          </p:nvSpPr>
          <p:spPr>
            <a:xfrm>
              <a:off x="7572024" y="2116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3" name="pt27803"/>
            <p:cNvSpPr/>
            <p:nvPr/>
          </p:nvSpPr>
          <p:spPr>
            <a:xfrm>
              <a:off x="7052579" y="2319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4" name="pt27804"/>
            <p:cNvSpPr/>
            <p:nvPr/>
          </p:nvSpPr>
          <p:spPr>
            <a:xfrm>
              <a:off x="7357996" y="2197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5" name="pt27805"/>
            <p:cNvSpPr/>
            <p:nvPr/>
          </p:nvSpPr>
          <p:spPr>
            <a:xfrm>
              <a:off x="6689043" y="1567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6" name="pt27806"/>
            <p:cNvSpPr/>
            <p:nvPr/>
          </p:nvSpPr>
          <p:spPr>
            <a:xfrm>
              <a:off x="7111206" y="2106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7" name="pt27807"/>
            <p:cNvSpPr/>
            <p:nvPr/>
          </p:nvSpPr>
          <p:spPr>
            <a:xfrm>
              <a:off x="7320654" y="184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8" name="pt27808"/>
            <p:cNvSpPr/>
            <p:nvPr/>
          </p:nvSpPr>
          <p:spPr>
            <a:xfrm>
              <a:off x="7210288" y="2308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9" name="pt27809"/>
            <p:cNvSpPr/>
            <p:nvPr/>
          </p:nvSpPr>
          <p:spPr>
            <a:xfrm>
              <a:off x="7219240" y="2238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0" name="pt27810"/>
            <p:cNvSpPr/>
            <p:nvPr/>
          </p:nvSpPr>
          <p:spPr>
            <a:xfrm>
              <a:off x="7123068" y="2070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1" name="pt27811"/>
            <p:cNvSpPr/>
            <p:nvPr/>
          </p:nvSpPr>
          <p:spPr>
            <a:xfrm>
              <a:off x="7134482" y="2232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2" name="pt27812"/>
            <p:cNvSpPr/>
            <p:nvPr/>
          </p:nvSpPr>
          <p:spPr>
            <a:xfrm>
              <a:off x="7210357" y="2279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3" name="pt27813"/>
            <p:cNvSpPr/>
            <p:nvPr/>
          </p:nvSpPr>
          <p:spPr>
            <a:xfrm>
              <a:off x="7151923" y="212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4" name="pt27814"/>
            <p:cNvSpPr/>
            <p:nvPr/>
          </p:nvSpPr>
          <p:spPr>
            <a:xfrm>
              <a:off x="7142675" y="2202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5" name="pt27815"/>
            <p:cNvSpPr/>
            <p:nvPr/>
          </p:nvSpPr>
          <p:spPr>
            <a:xfrm>
              <a:off x="7096467" y="2169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6" name="pt27816"/>
            <p:cNvSpPr/>
            <p:nvPr/>
          </p:nvSpPr>
          <p:spPr>
            <a:xfrm>
              <a:off x="7142727" y="2242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7" name="pt27817"/>
            <p:cNvSpPr/>
            <p:nvPr/>
          </p:nvSpPr>
          <p:spPr>
            <a:xfrm>
              <a:off x="7063041" y="1921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8" name="pt27818"/>
            <p:cNvSpPr/>
            <p:nvPr/>
          </p:nvSpPr>
          <p:spPr>
            <a:xfrm>
              <a:off x="7063504" y="1741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9" name="pt27819"/>
            <p:cNvSpPr/>
            <p:nvPr/>
          </p:nvSpPr>
          <p:spPr>
            <a:xfrm>
              <a:off x="7235370" y="2108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0" name="pt27820"/>
            <p:cNvSpPr/>
            <p:nvPr/>
          </p:nvSpPr>
          <p:spPr>
            <a:xfrm>
              <a:off x="7174434" y="1995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1" name="pt27821"/>
            <p:cNvSpPr/>
            <p:nvPr/>
          </p:nvSpPr>
          <p:spPr>
            <a:xfrm>
              <a:off x="7171306" y="1978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2" name="pt27822"/>
            <p:cNvSpPr/>
            <p:nvPr/>
          </p:nvSpPr>
          <p:spPr>
            <a:xfrm>
              <a:off x="7146784" y="2308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3" name="pt27823"/>
            <p:cNvSpPr/>
            <p:nvPr/>
          </p:nvSpPr>
          <p:spPr>
            <a:xfrm>
              <a:off x="6664211" y="2219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4" name="pt27824"/>
            <p:cNvSpPr/>
            <p:nvPr/>
          </p:nvSpPr>
          <p:spPr>
            <a:xfrm>
              <a:off x="7048933" y="2353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5" name="pt27825"/>
            <p:cNvSpPr/>
            <p:nvPr/>
          </p:nvSpPr>
          <p:spPr>
            <a:xfrm>
              <a:off x="7176606" y="2023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6" name="pt27826"/>
            <p:cNvSpPr/>
            <p:nvPr/>
          </p:nvSpPr>
          <p:spPr>
            <a:xfrm>
              <a:off x="6780047" y="2473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7" name="pt27827"/>
            <p:cNvSpPr/>
            <p:nvPr/>
          </p:nvSpPr>
          <p:spPr>
            <a:xfrm>
              <a:off x="6919761" y="2307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8" name="pt27828"/>
            <p:cNvSpPr/>
            <p:nvPr/>
          </p:nvSpPr>
          <p:spPr>
            <a:xfrm>
              <a:off x="7168666" y="2015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9" name="pt27829"/>
            <p:cNvSpPr/>
            <p:nvPr/>
          </p:nvSpPr>
          <p:spPr>
            <a:xfrm>
              <a:off x="7128643" y="2240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0" name="pt27830"/>
            <p:cNvSpPr/>
            <p:nvPr/>
          </p:nvSpPr>
          <p:spPr>
            <a:xfrm>
              <a:off x="7180962" y="2033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1" name="pt27831"/>
            <p:cNvSpPr/>
            <p:nvPr/>
          </p:nvSpPr>
          <p:spPr>
            <a:xfrm>
              <a:off x="7198115" y="2054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2" name="pt27832"/>
            <p:cNvSpPr/>
            <p:nvPr/>
          </p:nvSpPr>
          <p:spPr>
            <a:xfrm>
              <a:off x="7186883" y="2121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3" name="pt27833"/>
            <p:cNvSpPr/>
            <p:nvPr/>
          </p:nvSpPr>
          <p:spPr>
            <a:xfrm>
              <a:off x="7013846" y="1916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4" name="pt27834"/>
            <p:cNvSpPr/>
            <p:nvPr/>
          </p:nvSpPr>
          <p:spPr>
            <a:xfrm>
              <a:off x="6671341" y="2283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5" name="pt27835"/>
            <p:cNvSpPr/>
            <p:nvPr/>
          </p:nvSpPr>
          <p:spPr>
            <a:xfrm>
              <a:off x="7310443" y="2203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6" name="pt27836"/>
            <p:cNvSpPr/>
            <p:nvPr/>
          </p:nvSpPr>
          <p:spPr>
            <a:xfrm>
              <a:off x="6925839" y="2172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7" name="pt27837"/>
            <p:cNvSpPr/>
            <p:nvPr/>
          </p:nvSpPr>
          <p:spPr>
            <a:xfrm>
              <a:off x="7098632" y="2220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8" name="pt27838"/>
            <p:cNvSpPr/>
            <p:nvPr/>
          </p:nvSpPr>
          <p:spPr>
            <a:xfrm>
              <a:off x="6988204" y="1949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9" name="pt27839"/>
            <p:cNvSpPr/>
            <p:nvPr/>
          </p:nvSpPr>
          <p:spPr>
            <a:xfrm>
              <a:off x="6777392" y="2785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0" name="pt27840"/>
            <p:cNvSpPr/>
            <p:nvPr/>
          </p:nvSpPr>
          <p:spPr>
            <a:xfrm>
              <a:off x="6935977" y="2204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1" name="pt27841"/>
            <p:cNvSpPr/>
            <p:nvPr/>
          </p:nvSpPr>
          <p:spPr>
            <a:xfrm>
              <a:off x="7048788" y="2322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2" name="pt27842"/>
            <p:cNvSpPr/>
            <p:nvPr/>
          </p:nvSpPr>
          <p:spPr>
            <a:xfrm>
              <a:off x="7419852" y="2816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3" name="pt27843"/>
            <p:cNvSpPr/>
            <p:nvPr/>
          </p:nvSpPr>
          <p:spPr>
            <a:xfrm>
              <a:off x="6779349" y="2548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4" name="pt27844"/>
            <p:cNvSpPr/>
            <p:nvPr/>
          </p:nvSpPr>
          <p:spPr>
            <a:xfrm>
              <a:off x="7457478" y="2694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5" name="pt27845"/>
            <p:cNvSpPr/>
            <p:nvPr/>
          </p:nvSpPr>
          <p:spPr>
            <a:xfrm>
              <a:off x="7002070" y="2080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6" name="pt27846"/>
            <p:cNvSpPr/>
            <p:nvPr/>
          </p:nvSpPr>
          <p:spPr>
            <a:xfrm>
              <a:off x="7220720" y="2193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7" name="pt27847"/>
            <p:cNvSpPr/>
            <p:nvPr/>
          </p:nvSpPr>
          <p:spPr>
            <a:xfrm>
              <a:off x="6981381" y="2008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8" name="pt27848"/>
            <p:cNvSpPr/>
            <p:nvPr/>
          </p:nvSpPr>
          <p:spPr>
            <a:xfrm>
              <a:off x="7272222" y="2053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9" name="pt27849"/>
            <p:cNvSpPr/>
            <p:nvPr/>
          </p:nvSpPr>
          <p:spPr>
            <a:xfrm>
              <a:off x="7176453" y="2082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0" name="pt27850"/>
            <p:cNvSpPr/>
            <p:nvPr/>
          </p:nvSpPr>
          <p:spPr>
            <a:xfrm>
              <a:off x="6965001" y="2082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1" name="pt27851"/>
            <p:cNvSpPr/>
            <p:nvPr/>
          </p:nvSpPr>
          <p:spPr>
            <a:xfrm>
              <a:off x="7123809" y="2057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2" name="pt27852"/>
            <p:cNvSpPr/>
            <p:nvPr/>
          </p:nvSpPr>
          <p:spPr>
            <a:xfrm>
              <a:off x="7050907" y="2208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3" name="pt27853"/>
            <p:cNvSpPr/>
            <p:nvPr/>
          </p:nvSpPr>
          <p:spPr>
            <a:xfrm>
              <a:off x="6878802" y="2173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4" name="pt27854"/>
            <p:cNvSpPr/>
            <p:nvPr/>
          </p:nvSpPr>
          <p:spPr>
            <a:xfrm>
              <a:off x="7112590" y="2187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5" name="pt27855"/>
            <p:cNvSpPr/>
            <p:nvPr/>
          </p:nvSpPr>
          <p:spPr>
            <a:xfrm>
              <a:off x="7010088" y="2044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6" name="pt27856"/>
            <p:cNvSpPr/>
            <p:nvPr/>
          </p:nvSpPr>
          <p:spPr>
            <a:xfrm>
              <a:off x="7099561" y="2266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7" name="pt27857"/>
            <p:cNvSpPr/>
            <p:nvPr/>
          </p:nvSpPr>
          <p:spPr>
            <a:xfrm>
              <a:off x="7036372" y="2252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8" name="pt27858"/>
            <p:cNvSpPr/>
            <p:nvPr/>
          </p:nvSpPr>
          <p:spPr>
            <a:xfrm>
              <a:off x="7183233" y="2071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9" name="pt27859"/>
            <p:cNvSpPr/>
            <p:nvPr/>
          </p:nvSpPr>
          <p:spPr>
            <a:xfrm>
              <a:off x="6854649" y="2421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0" name="pt27860"/>
            <p:cNvSpPr/>
            <p:nvPr/>
          </p:nvSpPr>
          <p:spPr>
            <a:xfrm>
              <a:off x="7379361" y="2174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1" name="pt27861"/>
            <p:cNvSpPr/>
            <p:nvPr/>
          </p:nvSpPr>
          <p:spPr>
            <a:xfrm>
              <a:off x="7128659" y="2070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2" name="pt27862"/>
            <p:cNvSpPr/>
            <p:nvPr/>
          </p:nvSpPr>
          <p:spPr>
            <a:xfrm>
              <a:off x="7369300" y="2545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3" name="pt27863"/>
            <p:cNvSpPr/>
            <p:nvPr/>
          </p:nvSpPr>
          <p:spPr>
            <a:xfrm>
              <a:off x="7067536" y="2032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4" name="pt27864"/>
            <p:cNvSpPr/>
            <p:nvPr/>
          </p:nvSpPr>
          <p:spPr>
            <a:xfrm>
              <a:off x="6842954" y="2278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5" name="pt27865"/>
            <p:cNvSpPr/>
            <p:nvPr/>
          </p:nvSpPr>
          <p:spPr>
            <a:xfrm>
              <a:off x="7165068" y="2048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6" name="pt27866"/>
            <p:cNvSpPr/>
            <p:nvPr/>
          </p:nvSpPr>
          <p:spPr>
            <a:xfrm>
              <a:off x="7255103" y="2131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7" name="pt27867"/>
            <p:cNvSpPr/>
            <p:nvPr/>
          </p:nvSpPr>
          <p:spPr>
            <a:xfrm>
              <a:off x="7336648" y="1922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8" name="pt27868"/>
            <p:cNvSpPr/>
            <p:nvPr/>
          </p:nvSpPr>
          <p:spPr>
            <a:xfrm>
              <a:off x="7041110" y="2191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9" name="pt27869"/>
            <p:cNvSpPr/>
            <p:nvPr/>
          </p:nvSpPr>
          <p:spPr>
            <a:xfrm>
              <a:off x="7173855" y="2023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0" name="pt27870"/>
            <p:cNvSpPr/>
            <p:nvPr/>
          </p:nvSpPr>
          <p:spPr>
            <a:xfrm>
              <a:off x="7028322" y="1778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1" name="pt27871"/>
            <p:cNvSpPr/>
            <p:nvPr/>
          </p:nvSpPr>
          <p:spPr>
            <a:xfrm>
              <a:off x="7159983" y="2134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2" name="pt27872"/>
            <p:cNvSpPr/>
            <p:nvPr/>
          </p:nvSpPr>
          <p:spPr>
            <a:xfrm>
              <a:off x="7145377" y="2226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3" name="pt27873"/>
            <p:cNvSpPr/>
            <p:nvPr/>
          </p:nvSpPr>
          <p:spPr>
            <a:xfrm>
              <a:off x="7114153" y="2118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4" name="pt27874"/>
            <p:cNvSpPr/>
            <p:nvPr/>
          </p:nvSpPr>
          <p:spPr>
            <a:xfrm>
              <a:off x="6997128" y="2050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5" name="pt27875"/>
            <p:cNvSpPr/>
            <p:nvPr/>
          </p:nvSpPr>
          <p:spPr>
            <a:xfrm>
              <a:off x="6987905" y="1911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6" name="pt27876"/>
            <p:cNvSpPr/>
            <p:nvPr/>
          </p:nvSpPr>
          <p:spPr>
            <a:xfrm>
              <a:off x="7285076" y="2126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7" name="pt27877"/>
            <p:cNvSpPr/>
            <p:nvPr/>
          </p:nvSpPr>
          <p:spPr>
            <a:xfrm>
              <a:off x="7117923" y="2165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8" name="pt27878"/>
            <p:cNvSpPr/>
            <p:nvPr/>
          </p:nvSpPr>
          <p:spPr>
            <a:xfrm>
              <a:off x="7152046" y="2146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9" name="pt27879"/>
            <p:cNvSpPr/>
            <p:nvPr/>
          </p:nvSpPr>
          <p:spPr>
            <a:xfrm>
              <a:off x="7162792" y="2035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0" name="pt27880"/>
            <p:cNvSpPr/>
            <p:nvPr/>
          </p:nvSpPr>
          <p:spPr>
            <a:xfrm>
              <a:off x="7159775" y="2177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1" name="pt27881"/>
            <p:cNvSpPr/>
            <p:nvPr/>
          </p:nvSpPr>
          <p:spPr>
            <a:xfrm>
              <a:off x="7328036" y="1975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2" name="pt27882"/>
            <p:cNvSpPr/>
            <p:nvPr/>
          </p:nvSpPr>
          <p:spPr>
            <a:xfrm>
              <a:off x="7244893" y="2241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3" name="pt27883"/>
            <p:cNvSpPr/>
            <p:nvPr/>
          </p:nvSpPr>
          <p:spPr>
            <a:xfrm>
              <a:off x="6951592" y="2068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4" name="pt27884"/>
            <p:cNvSpPr/>
            <p:nvPr/>
          </p:nvSpPr>
          <p:spPr>
            <a:xfrm>
              <a:off x="7246411" y="2263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5" name="pt27885"/>
            <p:cNvSpPr/>
            <p:nvPr/>
          </p:nvSpPr>
          <p:spPr>
            <a:xfrm>
              <a:off x="6831300" y="1924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6" name="pt27886"/>
            <p:cNvSpPr/>
            <p:nvPr/>
          </p:nvSpPr>
          <p:spPr>
            <a:xfrm>
              <a:off x="7095667" y="2194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7" name="pt27887"/>
            <p:cNvSpPr/>
            <p:nvPr/>
          </p:nvSpPr>
          <p:spPr>
            <a:xfrm>
              <a:off x="7087200" y="2233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8" name="pt27888"/>
            <p:cNvSpPr/>
            <p:nvPr/>
          </p:nvSpPr>
          <p:spPr>
            <a:xfrm>
              <a:off x="7053953" y="2163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9" name="pt27889"/>
            <p:cNvSpPr/>
            <p:nvPr/>
          </p:nvSpPr>
          <p:spPr>
            <a:xfrm>
              <a:off x="7360662" y="2293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0" name="pt27890"/>
            <p:cNvSpPr/>
            <p:nvPr/>
          </p:nvSpPr>
          <p:spPr>
            <a:xfrm>
              <a:off x="6800988" y="2363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1" name="pt27891"/>
            <p:cNvSpPr/>
            <p:nvPr/>
          </p:nvSpPr>
          <p:spPr>
            <a:xfrm>
              <a:off x="6977001" y="2030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2" name="pt27892"/>
            <p:cNvSpPr/>
            <p:nvPr/>
          </p:nvSpPr>
          <p:spPr>
            <a:xfrm>
              <a:off x="7179785" y="2094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3" name="pt27893"/>
            <p:cNvSpPr/>
            <p:nvPr/>
          </p:nvSpPr>
          <p:spPr>
            <a:xfrm>
              <a:off x="7078197" y="2222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4" name="pt27894"/>
            <p:cNvSpPr/>
            <p:nvPr/>
          </p:nvSpPr>
          <p:spPr>
            <a:xfrm>
              <a:off x="7116235" y="2173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5" name="pt27895"/>
            <p:cNvSpPr/>
            <p:nvPr/>
          </p:nvSpPr>
          <p:spPr>
            <a:xfrm>
              <a:off x="7185679" y="2151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6" name="pt27896"/>
            <p:cNvSpPr/>
            <p:nvPr/>
          </p:nvSpPr>
          <p:spPr>
            <a:xfrm>
              <a:off x="7068972" y="2190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7" name="pt27897"/>
            <p:cNvSpPr/>
            <p:nvPr/>
          </p:nvSpPr>
          <p:spPr>
            <a:xfrm>
              <a:off x="7165106" y="212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8" name="pt27898"/>
            <p:cNvSpPr/>
            <p:nvPr/>
          </p:nvSpPr>
          <p:spPr>
            <a:xfrm>
              <a:off x="6972066" y="1903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9" name="pt27899"/>
            <p:cNvSpPr/>
            <p:nvPr/>
          </p:nvSpPr>
          <p:spPr>
            <a:xfrm>
              <a:off x="6999268" y="1979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0" name="pt27900"/>
            <p:cNvSpPr/>
            <p:nvPr/>
          </p:nvSpPr>
          <p:spPr>
            <a:xfrm>
              <a:off x="7025248" y="1764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1" name="pt27901"/>
            <p:cNvSpPr/>
            <p:nvPr/>
          </p:nvSpPr>
          <p:spPr>
            <a:xfrm>
              <a:off x="7307628" y="1858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2" name="pt27902"/>
            <p:cNvSpPr/>
            <p:nvPr/>
          </p:nvSpPr>
          <p:spPr>
            <a:xfrm>
              <a:off x="7314225" y="1994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3" name="pt27903"/>
            <p:cNvSpPr/>
            <p:nvPr/>
          </p:nvSpPr>
          <p:spPr>
            <a:xfrm>
              <a:off x="7180580" y="2102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4" name="pt27904"/>
            <p:cNvSpPr/>
            <p:nvPr/>
          </p:nvSpPr>
          <p:spPr>
            <a:xfrm>
              <a:off x="6940884" y="221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5" name="pt27905"/>
            <p:cNvSpPr/>
            <p:nvPr/>
          </p:nvSpPr>
          <p:spPr>
            <a:xfrm>
              <a:off x="7035379" y="229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6" name="pt27906"/>
            <p:cNvSpPr/>
            <p:nvPr/>
          </p:nvSpPr>
          <p:spPr>
            <a:xfrm>
              <a:off x="6907400" y="2145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7" name="pt27907"/>
            <p:cNvSpPr/>
            <p:nvPr/>
          </p:nvSpPr>
          <p:spPr>
            <a:xfrm>
              <a:off x="7268353" y="2119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8" name="pt27908"/>
            <p:cNvSpPr/>
            <p:nvPr/>
          </p:nvSpPr>
          <p:spPr>
            <a:xfrm>
              <a:off x="7267403" y="2092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9" name="pt27909"/>
            <p:cNvSpPr/>
            <p:nvPr/>
          </p:nvSpPr>
          <p:spPr>
            <a:xfrm>
              <a:off x="7199453" y="1955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0" name="pt27910"/>
            <p:cNvSpPr/>
            <p:nvPr/>
          </p:nvSpPr>
          <p:spPr>
            <a:xfrm>
              <a:off x="7228306" y="2174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1" name="pt27911"/>
            <p:cNvSpPr/>
            <p:nvPr/>
          </p:nvSpPr>
          <p:spPr>
            <a:xfrm>
              <a:off x="6935883" y="218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2" name="pt27912"/>
            <p:cNvSpPr/>
            <p:nvPr/>
          </p:nvSpPr>
          <p:spPr>
            <a:xfrm>
              <a:off x="7098673" y="2195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3" name="pt27913"/>
            <p:cNvSpPr/>
            <p:nvPr/>
          </p:nvSpPr>
          <p:spPr>
            <a:xfrm>
              <a:off x="7176188" y="2043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4" name="pt27914"/>
            <p:cNvSpPr/>
            <p:nvPr/>
          </p:nvSpPr>
          <p:spPr>
            <a:xfrm>
              <a:off x="7281236" y="2088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5" name="pt27915"/>
            <p:cNvSpPr/>
            <p:nvPr/>
          </p:nvSpPr>
          <p:spPr>
            <a:xfrm>
              <a:off x="7112954" y="2086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6" name="pt27916"/>
            <p:cNvSpPr/>
            <p:nvPr/>
          </p:nvSpPr>
          <p:spPr>
            <a:xfrm>
              <a:off x="6954065" y="2000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7" name="pt27917"/>
            <p:cNvSpPr/>
            <p:nvPr/>
          </p:nvSpPr>
          <p:spPr>
            <a:xfrm>
              <a:off x="7122664" y="216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8" name="pt27918"/>
            <p:cNvSpPr/>
            <p:nvPr/>
          </p:nvSpPr>
          <p:spPr>
            <a:xfrm>
              <a:off x="7036287" y="2303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9" name="pt27919"/>
            <p:cNvSpPr/>
            <p:nvPr/>
          </p:nvSpPr>
          <p:spPr>
            <a:xfrm>
              <a:off x="7095398" y="2207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0" name="pt27920"/>
            <p:cNvSpPr/>
            <p:nvPr/>
          </p:nvSpPr>
          <p:spPr>
            <a:xfrm>
              <a:off x="7229857" y="199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1" name="pt27921"/>
            <p:cNvSpPr/>
            <p:nvPr/>
          </p:nvSpPr>
          <p:spPr>
            <a:xfrm>
              <a:off x="6906940" y="1882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2" name="pt27922"/>
            <p:cNvSpPr/>
            <p:nvPr/>
          </p:nvSpPr>
          <p:spPr>
            <a:xfrm>
              <a:off x="7288345" y="1906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3" name="pt27923"/>
            <p:cNvSpPr/>
            <p:nvPr/>
          </p:nvSpPr>
          <p:spPr>
            <a:xfrm>
              <a:off x="7192769" y="2037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4" name="pt27924"/>
            <p:cNvSpPr/>
            <p:nvPr/>
          </p:nvSpPr>
          <p:spPr>
            <a:xfrm>
              <a:off x="6889585" y="1890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5" name="pt27925"/>
            <p:cNvSpPr/>
            <p:nvPr/>
          </p:nvSpPr>
          <p:spPr>
            <a:xfrm>
              <a:off x="7230638" y="2189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6" name="pt27926"/>
            <p:cNvSpPr/>
            <p:nvPr/>
          </p:nvSpPr>
          <p:spPr>
            <a:xfrm>
              <a:off x="7236277" y="1944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7" name="pt27927"/>
            <p:cNvSpPr/>
            <p:nvPr/>
          </p:nvSpPr>
          <p:spPr>
            <a:xfrm>
              <a:off x="7116752" y="2095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8" name="pt27928"/>
            <p:cNvSpPr/>
            <p:nvPr/>
          </p:nvSpPr>
          <p:spPr>
            <a:xfrm>
              <a:off x="7226428" y="2057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9" name="pt27929"/>
            <p:cNvSpPr/>
            <p:nvPr/>
          </p:nvSpPr>
          <p:spPr>
            <a:xfrm>
              <a:off x="7296296" y="2006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0" name="pt27930"/>
            <p:cNvSpPr/>
            <p:nvPr/>
          </p:nvSpPr>
          <p:spPr>
            <a:xfrm>
              <a:off x="7209474" y="2286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1" name="pt27931"/>
            <p:cNvSpPr/>
            <p:nvPr/>
          </p:nvSpPr>
          <p:spPr>
            <a:xfrm>
              <a:off x="7313778" y="1987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2" name="pt27932"/>
            <p:cNvSpPr/>
            <p:nvPr/>
          </p:nvSpPr>
          <p:spPr>
            <a:xfrm>
              <a:off x="7148990" y="2409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3" name="pt27933"/>
            <p:cNvSpPr/>
            <p:nvPr/>
          </p:nvSpPr>
          <p:spPr>
            <a:xfrm>
              <a:off x="7119195" y="2147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4" name="pt27934"/>
            <p:cNvSpPr/>
            <p:nvPr/>
          </p:nvSpPr>
          <p:spPr>
            <a:xfrm>
              <a:off x="7041961" y="2239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5" name="pt27935"/>
            <p:cNvSpPr/>
            <p:nvPr/>
          </p:nvSpPr>
          <p:spPr>
            <a:xfrm>
              <a:off x="7142782" y="2190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6" name="pt27936"/>
            <p:cNvSpPr/>
            <p:nvPr/>
          </p:nvSpPr>
          <p:spPr>
            <a:xfrm>
              <a:off x="7146222" y="2300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7" name="pt27937"/>
            <p:cNvSpPr/>
            <p:nvPr/>
          </p:nvSpPr>
          <p:spPr>
            <a:xfrm>
              <a:off x="7119234" y="2121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8" name="pt27938"/>
            <p:cNvSpPr/>
            <p:nvPr/>
          </p:nvSpPr>
          <p:spPr>
            <a:xfrm>
              <a:off x="6992429" y="1996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9" name="pt27939"/>
            <p:cNvSpPr/>
            <p:nvPr/>
          </p:nvSpPr>
          <p:spPr>
            <a:xfrm>
              <a:off x="7089596" y="2264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0" name="pt27940"/>
            <p:cNvSpPr/>
            <p:nvPr/>
          </p:nvSpPr>
          <p:spPr>
            <a:xfrm>
              <a:off x="7281787" y="1999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1" name="pt27941"/>
            <p:cNvSpPr/>
            <p:nvPr/>
          </p:nvSpPr>
          <p:spPr>
            <a:xfrm>
              <a:off x="7224138" y="2033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2" name="pt27942"/>
            <p:cNvSpPr/>
            <p:nvPr/>
          </p:nvSpPr>
          <p:spPr>
            <a:xfrm>
              <a:off x="7366541" y="2421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3" name="pt27943"/>
            <p:cNvSpPr/>
            <p:nvPr/>
          </p:nvSpPr>
          <p:spPr>
            <a:xfrm>
              <a:off x="7144092" y="2201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4" name="pt27944"/>
            <p:cNvSpPr/>
            <p:nvPr/>
          </p:nvSpPr>
          <p:spPr>
            <a:xfrm>
              <a:off x="7193564" y="1965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5" name="pt27945"/>
            <p:cNvSpPr/>
            <p:nvPr/>
          </p:nvSpPr>
          <p:spPr>
            <a:xfrm>
              <a:off x="7103214" y="2212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6" name="pt27946"/>
            <p:cNvSpPr/>
            <p:nvPr/>
          </p:nvSpPr>
          <p:spPr>
            <a:xfrm>
              <a:off x="7152020" y="2217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7" name="pt27947"/>
            <p:cNvSpPr/>
            <p:nvPr/>
          </p:nvSpPr>
          <p:spPr>
            <a:xfrm>
              <a:off x="7088750" y="2198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8" name="pt27948"/>
            <p:cNvSpPr/>
            <p:nvPr/>
          </p:nvSpPr>
          <p:spPr>
            <a:xfrm>
              <a:off x="6858070" y="2252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9" name="pt27949"/>
            <p:cNvSpPr/>
            <p:nvPr/>
          </p:nvSpPr>
          <p:spPr>
            <a:xfrm>
              <a:off x="7185149" y="2071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0" name="pt27950"/>
            <p:cNvSpPr/>
            <p:nvPr/>
          </p:nvSpPr>
          <p:spPr>
            <a:xfrm>
              <a:off x="6980319" y="2000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1" name="pt27951"/>
            <p:cNvSpPr/>
            <p:nvPr/>
          </p:nvSpPr>
          <p:spPr>
            <a:xfrm>
              <a:off x="7077281" y="2179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2" name="pt27952"/>
            <p:cNvSpPr/>
            <p:nvPr/>
          </p:nvSpPr>
          <p:spPr>
            <a:xfrm>
              <a:off x="6654819" y="2169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3" name="pt27953"/>
            <p:cNvSpPr/>
            <p:nvPr/>
          </p:nvSpPr>
          <p:spPr>
            <a:xfrm>
              <a:off x="7217135" y="2332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4" name="pt27954"/>
            <p:cNvSpPr/>
            <p:nvPr/>
          </p:nvSpPr>
          <p:spPr>
            <a:xfrm>
              <a:off x="7191200" y="2011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5" name="pt27955"/>
            <p:cNvSpPr/>
            <p:nvPr/>
          </p:nvSpPr>
          <p:spPr>
            <a:xfrm>
              <a:off x="7256370" y="2153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6" name="pt27956"/>
            <p:cNvSpPr/>
            <p:nvPr/>
          </p:nvSpPr>
          <p:spPr>
            <a:xfrm>
              <a:off x="7185463" y="2095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7" name="pt27957"/>
            <p:cNvSpPr/>
            <p:nvPr/>
          </p:nvSpPr>
          <p:spPr>
            <a:xfrm>
              <a:off x="7122559" y="2198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8" name="pt27958"/>
            <p:cNvSpPr/>
            <p:nvPr/>
          </p:nvSpPr>
          <p:spPr>
            <a:xfrm>
              <a:off x="7352060" y="1898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9" name="pt27959"/>
            <p:cNvSpPr/>
            <p:nvPr/>
          </p:nvSpPr>
          <p:spPr>
            <a:xfrm>
              <a:off x="7443815" y="248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0" name="pt27960"/>
            <p:cNvSpPr/>
            <p:nvPr/>
          </p:nvSpPr>
          <p:spPr>
            <a:xfrm>
              <a:off x="7087962" y="2220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1" name="pt27961"/>
            <p:cNvSpPr/>
            <p:nvPr/>
          </p:nvSpPr>
          <p:spPr>
            <a:xfrm>
              <a:off x="6821454" y="239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2" name="pt27962"/>
            <p:cNvSpPr/>
            <p:nvPr/>
          </p:nvSpPr>
          <p:spPr>
            <a:xfrm>
              <a:off x="7121551" y="2122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3" name="pt27963"/>
            <p:cNvSpPr/>
            <p:nvPr/>
          </p:nvSpPr>
          <p:spPr>
            <a:xfrm>
              <a:off x="7229588" y="2087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4" name="pt27964"/>
            <p:cNvSpPr/>
            <p:nvPr/>
          </p:nvSpPr>
          <p:spPr>
            <a:xfrm>
              <a:off x="7421584" y="2448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5" name="pt27965"/>
            <p:cNvSpPr/>
            <p:nvPr/>
          </p:nvSpPr>
          <p:spPr>
            <a:xfrm>
              <a:off x="7030835" y="1918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6" name="pt27966"/>
            <p:cNvSpPr/>
            <p:nvPr/>
          </p:nvSpPr>
          <p:spPr>
            <a:xfrm>
              <a:off x="7291929" y="1996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7" name="pt27967"/>
            <p:cNvSpPr/>
            <p:nvPr/>
          </p:nvSpPr>
          <p:spPr>
            <a:xfrm>
              <a:off x="7228719" y="2101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8" name="pt27968"/>
            <p:cNvSpPr/>
            <p:nvPr/>
          </p:nvSpPr>
          <p:spPr>
            <a:xfrm>
              <a:off x="7209573" y="2223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9" name="pt27969"/>
            <p:cNvSpPr/>
            <p:nvPr/>
          </p:nvSpPr>
          <p:spPr>
            <a:xfrm>
              <a:off x="7156751" y="2105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0" name="pt27970"/>
            <p:cNvSpPr/>
            <p:nvPr/>
          </p:nvSpPr>
          <p:spPr>
            <a:xfrm>
              <a:off x="7131486" y="2129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1" name="pt27971"/>
            <p:cNvSpPr/>
            <p:nvPr/>
          </p:nvSpPr>
          <p:spPr>
            <a:xfrm>
              <a:off x="7189125" y="2035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2" name="pt27972"/>
            <p:cNvSpPr/>
            <p:nvPr/>
          </p:nvSpPr>
          <p:spPr>
            <a:xfrm>
              <a:off x="7217243" y="222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3" name="pt27973"/>
            <p:cNvSpPr/>
            <p:nvPr/>
          </p:nvSpPr>
          <p:spPr>
            <a:xfrm>
              <a:off x="6927717" y="2220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4" name="pt27974"/>
            <p:cNvSpPr/>
            <p:nvPr/>
          </p:nvSpPr>
          <p:spPr>
            <a:xfrm>
              <a:off x="6980854" y="1995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5" name="pt27975"/>
            <p:cNvSpPr/>
            <p:nvPr/>
          </p:nvSpPr>
          <p:spPr>
            <a:xfrm>
              <a:off x="7180176" y="2100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6" name="pt27976"/>
            <p:cNvSpPr/>
            <p:nvPr/>
          </p:nvSpPr>
          <p:spPr>
            <a:xfrm>
              <a:off x="7264352" y="2055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7" name="pt27977"/>
            <p:cNvSpPr/>
            <p:nvPr/>
          </p:nvSpPr>
          <p:spPr>
            <a:xfrm>
              <a:off x="7154583" y="2336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8" name="pt27978"/>
            <p:cNvSpPr/>
            <p:nvPr/>
          </p:nvSpPr>
          <p:spPr>
            <a:xfrm>
              <a:off x="6971844" y="2094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9" name="pt27979"/>
            <p:cNvSpPr/>
            <p:nvPr/>
          </p:nvSpPr>
          <p:spPr>
            <a:xfrm>
              <a:off x="7044223" y="2242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0" name="pt27980"/>
            <p:cNvSpPr/>
            <p:nvPr/>
          </p:nvSpPr>
          <p:spPr>
            <a:xfrm>
              <a:off x="7012120" y="1823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1" name="pt27981"/>
            <p:cNvSpPr/>
            <p:nvPr/>
          </p:nvSpPr>
          <p:spPr>
            <a:xfrm>
              <a:off x="7427881" y="2909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2" name="pt27982"/>
            <p:cNvSpPr/>
            <p:nvPr/>
          </p:nvSpPr>
          <p:spPr>
            <a:xfrm>
              <a:off x="7289691" y="1989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3" name="pt27983"/>
            <p:cNvSpPr/>
            <p:nvPr/>
          </p:nvSpPr>
          <p:spPr>
            <a:xfrm>
              <a:off x="7128002" y="2122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4" name="pt27984"/>
            <p:cNvSpPr/>
            <p:nvPr/>
          </p:nvSpPr>
          <p:spPr>
            <a:xfrm>
              <a:off x="7272675" y="2045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5" name="pt27985"/>
            <p:cNvSpPr/>
            <p:nvPr/>
          </p:nvSpPr>
          <p:spPr>
            <a:xfrm>
              <a:off x="7254941" y="2065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6" name="pt27986"/>
            <p:cNvSpPr/>
            <p:nvPr/>
          </p:nvSpPr>
          <p:spPr>
            <a:xfrm>
              <a:off x="7157551" y="217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7" name="pt27987"/>
            <p:cNvSpPr/>
            <p:nvPr/>
          </p:nvSpPr>
          <p:spPr>
            <a:xfrm>
              <a:off x="7348197" y="2143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8" name="pt27988"/>
            <p:cNvSpPr/>
            <p:nvPr/>
          </p:nvSpPr>
          <p:spPr>
            <a:xfrm>
              <a:off x="7165415" y="2114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9" name="pt27989"/>
            <p:cNvSpPr/>
            <p:nvPr/>
          </p:nvSpPr>
          <p:spPr>
            <a:xfrm>
              <a:off x="7175619" y="2001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0" name="pt27990"/>
            <p:cNvSpPr/>
            <p:nvPr/>
          </p:nvSpPr>
          <p:spPr>
            <a:xfrm>
              <a:off x="7299330" y="1987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1" name="pt27991"/>
            <p:cNvSpPr/>
            <p:nvPr/>
          </p:nvSpPr>
          <p:spPr>
            <a:xfrm>
              <a:off x="6886783" y="2084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2" name="pt27992"/>
            <p:cNvSpPr/>
            <p:nvPr/>
          </p:nvSpPr>
          <p:spPr>
            <a:xfrm>
              <a:off x="7582863" y="2132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3" name="pt27993"/>
            <p:cNvSpPr/>
            <p:nvPr/>
          </p:nvSpPr>
          <p:spPr>
            <a:xfrm>
              <a:off x="6885620" y="2115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4" name="pt27994"/>
            <p:cNvSpPr/>
            <p:nvPr/>
          </p:nvSpPr>
          <p:spPr>
            <a:xfrm>
              <a:off x="7085717" y="2146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5" name="pt27995"/>
            <p:cNvSpPr/>
            <p:nvPr/>
          </p:nvSpPr>
          <p:spPr>
            <a:xfrm>
              <a:off x="7400892" y="2577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6" name="pt27996"/>
            <p:cNvSpPr/>
            <p:nvPr/>
          </p:nvSpPr>
          <p:spPr>
            <a:xfrm>
              <a:off x="7189106" y="2018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7" name="pt27997"/>
            <p:cNvSpPr/>
            <p:nvPr/>
          </p:nvSpPr>
          <p:spPr>
            <a:xfrm>
              <a:off x="7335629" y="2020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8" name="pt27998"/>
            <p:cNvSpPr/>
            <p:nvPr/>
          </p:nvSpPr>
          <p:spPr>
            <a:xfrm>
              <a:off x="7003613" y="2015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9" name="pt27999"/>
            <p:cNvSpPr/>
            <p:nvPr/>
          </p:nvSpPr>
          <p:spPr>
            <a:xfrm>
              <a:off x="7319150" y="1926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0" name="pt28000"/>
            <p:cNvSpPr/>
            <p:nvPr/>
          </p:nvSpPr>
          <p:spPr>
            <a:xfrm>
              <a:off x="7047961" y="2216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1" name="pt28001"/>
            <p:cNvSpPr/>
            <p:nvPr/>
          </p:nvSpPr>
          <p:spPr>
            <a:xfrm>
              <a:off x="7248538" y="2111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2" name="pt28002"/>
            <p:cNvSpPr/>
            <p:nvPr/>
          </p:nvSpPr>
          <p:spPr>
            <a:xfrm>
              <a:off x="7111319" y="2041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3" name="pt28003"/>
            <p:cNvSpPr/>
            <p:nvPr/>
          </p:nvSpPr>
          <p:spPr>
            <a:xfrm>
              <a:off x="6949726" y="2118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4" name="pt28004"/>
            <p:cNvSpPr/>
            <p:nvPr/>
          </p:nvSpPr>
          <p:spPr>
            <a:xfrm>
              <a:off x="7252283" y="2125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5" name="pt28005"/>
            <p:cNvSpPr/>
            <p:nvPr/>
          </p:nvSpPr>
          <p:spPr>
            <a:xfrm>
              <a:off x="7209669" y="2186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6" name="pt28006"/>
            <p:cNvSpPr/>
            <p:nvPr/>
          </p:nvSpPr>
          <p:spPr>
            <a:xfrm>
              <a:off x="7234974" y="2121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7" name="pt28007"/>
            <p:cNvSpPr/>
            <p:nvPr/>
          </p:nvSpPr>
          <p:spPr>
            <a:xfrm>
              <a:off x="6990446" y="2010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8" name="pt28008"/>
            <p:cNvSpPr/>
            <p:nvPr/>
          </p:nvSpPr>
          <p:spPr>
            <a:xfrm>
              <a:off x="7093254" y="2191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9" name="pt28009"/>
            <p:cNvSpPr/>
            <p:nvPr/>
          </p:nvSpPr>
          <p:spPr>
            <a:xfrm>
              <a:off x="7124443" y="2186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0" name="pt28010"/>
            <p:cNvSpPr/>
            <p:nvPr/>
          </p:nvSpPr>
          <p:spPr>
            <a:xfrm>
              <a:off x="7090847" y="2197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1" name="pt28011"/>
            <p:cNvSpPr/>
            <p:nvPr/>
          </p:nvSpPr>
          <p:spPr>
            <a:xfrm>
              <a:off x="6940223" y="2040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2" name="pt28012"/>
            <p:cNvSpPr/>
            <p:nvPr/>
          </p:nvSpPr>
          <p:spPr>
            <a:xfrm>
              <a:off x="7091402" y="2164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3" name="pt28013"/>
            <p:cNvSpPr/>
            <p:nvPr/>
          </p:nvSpPr>
          <p:spPr>
            <a:xfrm>
              <a:off x="7141786" y="2257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4" name="pt28014"/>
            <p:cNvSpPr/>
            <p:nvPr/>
          </p:nvSpPr>
          <p:spPr>
            <a:xfrm>
              <a:off x="7218477" y="2286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5" name="pt28015"/>
            <p:cNvSpPr/>
            <p:nvPr/>
          </p:nvSpPr>
          <p:spPr>
            <a:xfrm>
              <a:off x="7300127" y="2075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6" name="pt28016"/>
            <p:cNvSpPr/>
            <p:nvPr/>
          </p:nvSpPr>
          <p:spPr>
            <a:xfrm>
              <a:off x="7161845" y="2041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7" name="pt28017"/>
            <p:cNvSpPr/>
            <p:nvPr/>
          </p:nvSpPr>
          <p:spPr>
            <a:xfrm>
              <a:off x="6794956" y="2726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8" name="pt28018"/>
            <p:cNvSpPr/>
            <p:nvPr/>
          </p:nvSpPr>
          <p:spPr>
            <a:xfrm>
              <a:off x="7166951" y="2067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9" name="pt28019"/>
            <p:cNvSpPr/>
            <p:nvPr/>
          </p:nvSpPr>
          <p:spPr>
            <a:xfrm>
              <a:off x="7209000" y="2342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0" name="pt28020"/>
            <p:cNvSpPr/>
            <p:nvPr/>
          </p:nvSpPr>
          <p:spPr>
            <a:xfrm>
              <a:off x="6634108" y="2299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1" name="pt28021"/>
            <p:cNvSpPr/>
            <p:nvPr/>
          </p:nvSpPr>
          <p:spPr>
            <a:xfrm>
              <a:off x="7272106" y="2048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2" name="pt28022"/>
            <p:cNvSpPr/>
            <p:nvPr/>
          </p:nvSpPr>
          <p:spPr>
            <a:xfrm>
              <a:off x="7295019" y="1960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3" name="pt28023"/>
            <p:cNvSpPr/>
            <p:nvPr/>
          </p:nvSpPr>
          <p:spPr>
            <a:xfrm>
              <a:off x="7091100" y="2099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4" name="pt28024"/>
            <p:cNvSpPr/>
            <p:nvPr/>
          </p:nvSpPr>
          <p:spPr>
            <a:xfrm>
              <a:off x="6675294" y="1742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5" name="pt28025"/>
            <p:cNvSpPr/>
            <p:nvPr/>
          </p:nvSpPr>
          <p:spPr>
            <a:xfrm>
              <a:off x="7313723" y="1952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6" name="pt28026"/>
            <p:cNvSpPr/>
            <p:nvPr/>
          </p:nvSpPr>
          <p:spPr>
            <a:xfrm>
              <a:off x="6970252" y="2003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7" name="pt28027"/>
            <p:cNvSpPr/>
            <p:nvPr/>
          </p:nvSpPr>
          <p:spPr>
            <a:xfrm>
              <a:off x="7248562" y="2007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8" name="pt28028"/>
            <p:cNvSpPr/>
            <p:nvPr/>
          </p:nvSpPr>
          <p:spPr>
            <a:xfrm>
              <a:off x="7343606" y="2132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9" name="pt28029"/>
            <p:cNvSpPr/>
            <p:nvPr/>
          </p:nvSpPr>
          <p:spPr>
            <a:xfrm>
              <a:off x="7202201" y="2008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0" name="pt28030"/>
            <p:cNvSpPr/>
            <p:nvPr/>
          </p:nvSpPr>
          <p:spPr>
            <a:xfrm>
              <a:off x="7036410" y="2221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1" name="pt28031"/>
            <p:cNvSpPr/>
            <p:nvPr/>
          </p:nvSpPr>
          <p:spPr>
            <a:xfrm>
              <a:off x="7193631" y="2007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2" name="pt28032"/>
            <p:cNvSpPr/>
            <p:nvPr/>
          </p:nvSpPr>
          <p:spPr>
            <a:xfrm>
              <a:off x="7291600" y="1920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3" name="pt28033"/>
            <p:cNvSpPr/>
            <p:nvPr/>
          </p:nvSpPr>
          <p:spPr>
            <a:xfrm>
              <a:off x="6880676" y="2204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4" name="pt28034"/>
            <p:cNvSpPr/>
            <p:nvPr/>
          </p:nvSpPr>
          <p:spPr>
            <a:xfrm>
              <a:off x="7288877" y="1831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5" name="pt28035"/>
            <p:cNvSpPr/>
            <p:nvPr/>
          </p:nvSpPr>
          <p:spPr>
            <a:xfrm>
              <a:off x="7081751" y="2121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6" name="pt28036"/>
            <p:cNvSpPr/>
            <p:nvPr/>
          </p:nvSpPr>
          <p:spPr>
            <a:xfrm>
              <a:off x="7130903" y="2163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7" name="pt28037"/>
            <p:cNvSpPr/>
            <p:nvPr/>
          </p:nvSpPr>
          <p:spPr>
            <a:xfrm>
              <a:off x="7149495" y="2345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8" name="pt28038"/>
            <p:cNvSpPr/>
            <p:nvPr/>
          </p:nvSpPr>
          <p:spPr>
            <a:xfrm>
              <a:off x="6994066" y="2152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9" name="pt28039"/>
            <p:cNvSpPr/>
            <p:nvPr/>
          </p:nvSpPr>
          <p:spPr>
            <a:xfrm>
              <a:off x="7109531" y="2110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0" name="pt28040"/>
            <p:cNvSpPr/>
            <p:nvPr/>
          </p:nvSpPr>
          <p:spPr>
            <a:xfrm>
              <a:off x="6895856" y="1684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1" name="pt28041"/>
            <p:cNvSpPr/>
            <p:nvPr/>
          </p:nvSpPr>
          <p:spPr>
            <a:xfrm>
              <a:off x="6786539" y="2737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2" name="pt28042"/>
            <p:cNvSpPr/>
            <p:nvPr/>
          </p:nvSpPr>
          <p:spPr>
            <a:xfrm>
              <a:off x="7016564" y="2007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3" name="pt28043"/>
            <p:cNvSpPr/>
            <p:nvPr/>
          </p:nvSpPr>
          <p:spPr>
            <a:xfrm>
              <a:off x="7109084" y="2099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4" name="pt28044"/>
            <p:cNvSpPr/>
            <p:nvPr/>
          </p:nvSpPr>
          <p:spPr>
            <a:xfrm>
              <a:off x="7203144" y="2129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5" name="pt28045"/>
            <p:cNvSpPr/>
            <p:nvPr/>
          </p:nvSpPr>
          <p:spPr>
            <a:xfrm>
              <a:off x="7042745" y="2224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6" name="pt28046"/>
            <p:cNvSpPr/>
            <p:nvPr/>
          </p:nvSpPr>
          <p:spPr>
            <a:xfrm>
              <a:off x="7271381" y="2081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7" name="pt28047"/>
            <p:cNvSpPr/>
            <p:nvPr/>
          </p:nvSpPr>
          <p:spPr>
            <a:xfrm>
              <a:off x="7213807" y="2329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8" name="pt28048"/>
            <p:cNvSpPr/>
            <p:nvPr/>
          </p:nvSpPr>
          <p:spPr>
            <a:xfrm>
              <a:off x="7314763" y="1871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9" name="pt28049"/>
            <p:cNvSpPr/>
            <p:nvPr/>
          </p:nvSpPr>
          <p:spPr>
            <a:xfrm>
              <a:off x="6984304" y="2038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0" name="pt28050"/>
            <p:cNvSpPr/>
            <p:nvPr/>
          </p:nvSpPr>
          <p:spPr>
            <a:xfrm>
              <a:off x="7019654" y="2015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1" name="pt28051"/>
            <p:cNvSpPr/>
            <p:nvPr/>
          </p:nvSpPr>
          <p:spPr>
            <a:xfrm>
              <a:off x="7105130" y="2267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2" name="pt28052"/>
            <p:cNvSpPr/>
            <p:nvPr/>
          </p:nvSpPr>
          <p:spPr>
            <a:xfrm>
              <a:off x="7807826" y="2348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3" name="pt28053"/>
            <p:cNvSpPr/>
            <p:nvPr/>
          </p:nvSpPr>
          <p:spPr>
            <a:xfrm>
              <a:off x="6982764" y="1928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4" name="pt28054"/>
            <p:cNvSpPr/>
            <p:nvPr/>
          </p:nvSpPr>
          <p:spPr>
            <a:xfrm>
              <a:off x="7178693" y="2076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5" name="pt28055"/>
            <p:cNvSpPr/>
            <p:nvPr/>
          </p:nvSpPr>
          <p:spPr>
            <a:xfrm>
              <a:off x="7285027" y="2045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6" name="pt28056"/>
            <p:cNvSpPr/>
            <p:nvPr/>
          </p:nvSpPr>
          <p:spPr>
            <a:xfrm>
              <a:off x="7271760" y="2044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7" name="pt28057"/>
            <p:cNvSpPr/>
            <p:nvPr/>
          </p:nvSpPr>
          <p:spPr>
            <a:xfrm>
              <a:off x="7191341" y="2022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8" name="pt28058"/>
            <p:cNvSpPr/>
            <p:nvPr/>
          </p:nvSpPr>
          <p:spPr>
            <a:xfrm>
              <a:off x="7592735" y="2246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9" name="pt28059"/>
            <p:cNvSpPr/>
            <p:nvPr/>
          </p:nvSpPr>
          <p:spPr>
            <a:xfrm>
              <a:off x="6984753" y="1875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0" name="pt28060"/>
            <p:cNvSpPr/>
            <p:nvPr/>
          </p:nvSpPr>
          <p:spPr>
            <a:xfrm>
              <a:off x="6583927" y="2170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1" name="pt28061"/>
            <p:cNvSpPr/>
            <p:nvPr/>
          </p:nvSpPr>
          <p:spPr>
            <a:xfrm>
              <a:off x="6747065" y="1653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2" name="pt28062"/>
            <p:cNvSpPr/>
            <p:nvPr/>
          </p:nvSpPr>
          <p:spPr>
            <a:xfrm>
              <a:off x="7032802" y="2009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3" name="pt28063"/>
            <p:cNvSpPr/>
            <p:nvPr/>
          </p:nvSpPr>
          <p:spPr>
            <a:xfrm>
              <a:off x="7073203" y="2246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4" name="pt28064"/>
            <p:cNvSpPr/>
            <p:nvPr/>
          </p:nvSpPr>
          <p:spPr>
            <a:xfrm>
              <a:off x="7114132" y="2144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5" name="pt28065"/>
            <p:cNvSpPr/>
            <p:nvPr/>
          </p:nvSpPr>
          <p:spPr>
            <a:xfrm>
              <a:off x="7184759" y="2137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6" name="pt28066"/>
            <p:cNvSpPr/>
            <p:nvPr/>
          </p:nvSpPr>
          <p:spPr>
            <a:xfrm>
              <a:off x="7191778" y="1920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7" name="pt28067"/>
            <p:cNvSpPr/>
            <p:nvPr/>
          </p:nvSpPr>
          <p:spPr>
            <a:xfrm>
              <a:off x="7075292" y="2234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8" name="pt28068"/>
            <p:cNvSpPr/>
            <p:nvPr/>
          </p:nvSpPr>
          <p:spPr>
            <a:xfrm>
              <a:off x="7305927" y="1934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9" name="pt28069"/>
            <p:cNvSpPr/>
            <p:nvPr/>
          </p:nvSpPr>
          <p:spPr>
            <a:xfrm>
              <a:off x="7190749" y="2038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0" name="pt28070"/>
            <p:cNvSpPr/>
            <p:nvPr/>
          </p:nvSpPr>
          <p:spPr>
            <a:xfrm>
              <a:off x="7155665" y="2336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1" name="pt28071"/>
            <p:cNvSpPr/>
            <p:nvPr/>
          </p:nvSpPr>
          <p:spPr>
            <a:xfrm>
              <a:off x="7138041" y="2141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2" name="pt28072"/>
            <p:cNvSpPr/>
            <p:nvPr/>
          </p:nvSpPr>
          <p:spPr>
            <a:xfrm>
              <a:off x="6863174" y="1967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3" name="pt28073"/>
            <p:cNvSpPr/>
            <p:nvPr/>
          </p:nvSpPr>
          <p:spPr>
            <a:xfrm>
              <a:off x="6873358" y="2156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4" name="pt28074"/>
            <p:cNvSpPr/>
            <p:nvPr/>
          </p:nvSpPr>
          <p:spPr>
            <a:xfrm>
              <a:off x="6995943" y="2068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5" name="pt28075"/>
            <p:cNvSpPr/>
            <p:nvPr/>
          </p:nvSpPr>
          <p:spPr>
            <a:xfrm>
              <a:off x="7219877" y="2000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6" name="pt28076"/>
            <p:cNvSpPr/>
            <p:nvPr/>
          </p:nvSpPr>
          <p:spPr>
            <a:xfrm>
              <a:off x="7196657" y="1982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7" name="pt28077"/>
            <p:cNvSpPr/>
            <p:nvPr/>
          </p:nvSpPr>
          <p:spPr>
            <a:xfrm>
              <a:off x="7149503" y="2328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8" name="pt28078"/>
            <p:cNvSpPr/>
            <p:nvPr/>
          </p:nvSpPr>
          <p:spPr>
            <a:xfrm>
              <a:off x="7178476" y="2111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9" name="pt28079"/>
            <p:cNvSpPr/>
            <p:nvPr/>
          </p:nvSpPr>
          <p:spPr>
            <a:xfrm>
              <a:off x="6781034" y="2526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0" name="pt28080"/>
            <p:cNvSpPr/>
            <p:nvPr/>
          </p:nvSpPr>
          <p:spPr>
            <a:xfrm>
              <a:off x="7126612" y="2103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1" name="pt28081"/>
            <p:cNvSpPr/>
            <p:nvPr/>
          </p:nvSpPr>
          <p:spPr>
            <a:xfrm>
              <a:off x="7256850" y="2098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2" name="pt28082"/>
            <p:cNvSpPr/>
            <p:nvPr/>
          </p:nvSpPr>
          <p:spPr>
            <a:xfrm>
              <a:off x="7137192" y="2194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3" name="pt28083"/>
            <p:cNvSpPr/>
            <p:nvPr/>
          </p:nvSpPr>
          <p:spPr>
            <a:xfrm>
              <a:off x="7478502" y="2357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4" name="pt28084"/>
            <p:cNvSpPr/>
            <p:nvPr/>
          </p:nvSpPr>
          <p:spPr>
            <a:xfrm>
              <a:off x="7160117" y="2168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5" name="pt28085"/>
            <p:cNvSpPr/>
            <p:nvPr/>
          </p:nvSpPr>
          <p:spPr>
            <a:xfrm>
              <a:off x="7358190" y="223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6" name="pt28086"/>
            <p:cNvSpPr/>
            <p:nvPr/>
          </p:nvSpPr>
          <p:spPr>
            <a:xfrm>
              <a:off x="7240782" y="1605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7" name="pt28087"/>
            <p:cNvSpPr/>
            <p:nvPr/>
          </p:nvSpPr>
          <p:spPr>
            <a:xfrm>
              <a:off x="7456052" y="2550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8" name="pt28088"/>
            <p:cNvSpPr/>
            <p:nvPr/>
          </p:nvSpPr>
          <p:spPr>
            <a:xfrm>
              <a:off x="7391408" y="1956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9" name="pt28089"/>
            <p:cNvSpPr/>
            <p:nvPr/>
          </p:nvSpPr>
          <p:spPr>
            <a:xfrm>
              <a:off x="7329921" y="1962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0" name="pt28090"/>
            <p:cNvSpPr/>
            <p:nvPr/>
          </p:nvSpPr>
          <p:spPr>
            <a:xfrm>
              <a:off x="7180827" y="213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1" name="pt28091"/>
            <p:cNvSpPr/>
            <p:nvPr/>
          </p:nvSpPr>
          <p:spPr>
            <a:xfrm>
              <a:off x="7247109" y="2229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2" name="pt28092"/>
            <p:cNvSpPr/>
            <p:nvPr/>
          </p:nvSpPr>
          <p:spPr>
            <a:xfrm>
              <a:off x="6901511" y="1805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3" name="pt28093"/>
            <p:cNvSpPr/>
            <p:nvPr/>
          </p:nvSpPr>
          <p:spPr>
            <a:xfrm>
              <a:off x="6862246" y="2125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4" name="pt28094"/>
            <p:cNvSpPr/>
            <p:nvPr/>
          </p:nvSpPr>
          <p:spPr>
            <a:xfrm>
              <a:off x="6867111" y="2311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5" name="pt28095"/>
            <p:cNvSpPr/>
            <p:nvPr/>
          </p:nvSpPr>
          <p:spPr>
            <a:xfrm>
              <a:off x="6949354" y="2110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6" name="pt28096"/>
            <p:cNvSpPr/>
            <p:nvPr/>
          </p:nvSpPr>
          <p:spPr>
            <a:xfrm>
              <a:off x="6724215" y="1835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7" name="pt28097"/>
            <p:cNvSpPr/>
            <p:nvPr/>
          </p:nvSpPr>
          <p:spPr>
            <a:xfrm>
              <a:off x="7259614" y="2054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8" name="pt28098"/>
            <p:cNvSpPr/>
            <p:nvPr/>
          </p:nvSpPr>
          <p:spPr>
            <a:xfrm>
              <a:off x="7372658" y="2582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9" name="pt28099"/>
            <p:cNvSpPr/>
            <p:nvPr/>
          </p:nvSpPr>
          <p:spPr>
            <a:xfrm>
              <a:off x="6782122" y="2416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0" name="pt28100"/>
            <p:cNvSpPr/>
            <p:nvPr/>
          </p:nvSpPr>
          <p:spPr>
            <a:xfrm>
              <a:off x="7141334" y="2289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1" name="pt28101"/>
            <p:cNvSpPr/>
            <p:nvPr/>
          </p:nvSpPr>
          <p:spPr>
            <a:xfrm>
              <a:off x="6958357" y="2055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2" name="pt28102"/>
            <p:cNvSpPr/>
            <p:nvPr/>
          </p:nvSpPr>
          <p:spPr>
            <a:xfrm>
              <a:off x="7185047" y="2178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3" name="pt28103"/>
            <p:cNvSpPr/>
            <p:nvPr/>
          </p:nvSpPr>
          <p:spPr>
            <a:xfrm>
              <a:off x="7132543" y="2150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4" name="pt28104"/>
            <p:cNvSpPr/>
            <p:nvPr/>
          </p:nvSpPr>
          <p:spPr>
            <a:xfrm>
              <a:off x="7114686" y="1947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5" name="pt28105"/>
            <p:cNvSpPr/>
            <p:nvPr/>
          </p:nvSpPr>
          <p:spPr>
            <a:xfrm>
              <a:off x="7217769" y="2143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6" name="pt28106"/>
            <p:cNvSpPr/>
            <p:nvPr/>
          </p:nvSpPr>
          <p:spPr>
            <a:xfrm>
              <a:off x="6766136" y="2496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7" name="pt28107"/>
            <p:cNvSpPr/>
            <p:nvPr/>
          </p:nvSpPr>
          <p:spPr>
            <a:xfrm>
              <a:off x="7407019" y="2383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8" name="pt28108"/>
            <p:cNvSpPr/>
            <p:nvPr/>
          </p:nvSpPr>
          <p:spPr>
            <a:xfrm>
              <a:off x="7029908" y="1838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9" name="pt28109"/>
            <p:cNvSpPr/>
            <p:nvPr/>
          </p:nvSpPr>
          <p:spPr>
            <a:xfrm>
              <a:off x="7099868" y="2223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0" name="pt28110"/>
            <p:cNvSpPr/>
            <p:nvPr/>
          </p:nvSpPr>
          <p:spPr>
            <a:xfrm>
              <a:off x="7407843" y="2515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1" name="pt28111"/>
            <p:cNvSpPr/>
            <p:nvPr/>
          </p:nvSpPr>
          <p:spPr>
            <a:xfrm>
              <a:off x="7231600" y="2279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2" name="pt28112"/>
            <p:cNvSpPr/>
            <p:nvPr/>
          </p:nvSpPr>
          <p:spPr>
            <a:xfrm>
              <a:off x="6925559" y="212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3" name="pt28113"/>
            <p:cNvSpPr/>
            <p:nvPr/>
          </p:nvSpPr>
          <p:spPr>
            <a:xfrm>
              <a:off x="7101743" y="2211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4" name="pt28114"/>
            <p:cNvSpPr/>
            <p:nvPr/>
          </p:nvSpPr>
          <p:spPr>
            <a:xfrm>
              <a:off x="7150480" y="2304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5" name="pt28115"/>
            <p:cNvSpPr/>
            <p:nvPr/>
          </p:nvSpPr>
          <p:spPr>
            <a:xfrm>
              <a:off x="7078051" y="2119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6" name="pt28116"/>
            <p:cNvSpPr/>
            <p:nvPr/>
          </p:nvSpPr>
          <p:spPr>
            <a:xfrm>
              <a:off x="7069032" y="2109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7" name="pt28117"/>
            <p:cNvSpPr/>
            <p:nvPr/>
          </p:nvSpPr>
          <p:spPr>
            <a:xfrm>
              <a:off x="6892653" y="1742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8" name="pt28118"/>
            <p:cNvSpPr/>
            <p:nvPr/>
          </p:nvSpPr>
          <p:spPr>
            <a:xfrm>
              <a:off x="7255749" y="2048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9" name="pt28119"/>
            <p:cNvSpPr/>
            <p:nvPr/>
          </p:nvSpPr>
          <p:spPr>
            <a:xfrm>
              <a:off x="7100172" y="2252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0" name="pt28120"/>
            <p:cNvSpPr/>
            <p:nvPr/>
          </p:nvSpPr>
          <p:spPr>
            <a:xfrm>
              <a:off x="7072947" y="2223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1" name="pt28121"/>
            <p:cNvSpPr/>
            <p:nvPr/>
          </p:nvSpPr>
          <p:spPr>
            <a:xfrm>
              <a:off x="7123097" y="2142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2" name="pt28122"/>
            <p:cNvSpPr/>
            <p:nvPr/>
          </p:nvSpPr>
          <p:spPr>
            <a:xfrm>
              <a:off x="7158518" y="2198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3" name="pt28123"/>
            <p:cNvSpPr/>
            <p:nvPr/>
          </p:nvSpPr>
          <p:spPr>
            <a:xfrm>
              <a:off x="6999008" y="2012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4" name="pt28124"/>
            <p:cNvSpPr/>
            <p:nvPr/>
          </p:nvSpPr>
          <p:spPr>
            <a:xfrm>
              <a:off x="7010438" y="2149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5" name="pt28125"/>
            <p:cNvSpPr/>
            <p:nvPr/>
          </p:nvSpPr>
          <p:spPr>
            <a:xfrm>
              <a:off x="6881404" y="2071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6" name="pt28126"/>
            <p:cNvSpPr/>
            <p:nvPr/>
          </p:nvSpPr>
          <p:spPr>
            <a:xfrm>
              <a:off x="7172427" y="1989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7" name="pt28127"/>
            <p:cNvSpPr/>
            <p:nvPr/>
          </p:nvSpPr>
          <p:spPr>
            <a:xfrm>
              <a:off x="6808790" y="2195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8" name="pt28128"/>
            <p:cNvSpPr/>
            <p:nvPr/>
          </p:nvSpPr>
          <p:spPr>
            <a:xfrm>
              <a:off x="7149372" y="2266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9" name="pt28129"/>
            <p:cNvSpPr/>
            <p:nvPr/>
          </p:nvSpPr>
          <p:spPr>
            <a:xfrm>
              <a:off x="7016144" y="2082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0" name="pt28130"/>
            <p:cNvSpPr/>
            <p:nvPr/>
          </p:nvSpPr>
          <p:spPr>
            <a:xfrm>
              <a:off x="6935616" y="2180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1" name="pt28131"/>
            <p:cNvSpPr/>
            <p:nvPr/>
          </p:nvSpPr>
          <p:spPr>
            <a:xfrm>
              <a:off x="7143853" y="2313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2" name="pt28132"/>
            <p:cNvSpPr/>
            <p:nvPr/>
          </p:nvSpPr>
          <p:spPr>
            <a:xfrm>
              <a:off x="7356587" y="2466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3" name="pt28133"/>
            <p:cNvSpPr/>
            <p:nvPr/>
          </p:nvSpPr>
          <p:spPr>
            <a:xfrm>
              <a:off x="6783596" y="2384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4" name="pt28134"/>
            <p:cNvSpPr/>
            <p:nvPr/>
          </p:nvSpPr>
          <p:spPr>
            <a:xfrm>
              <a:off x="7163806" y="2076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5" name="pt28135"/>
            <p:cNvSpPr/>
            <p:nvPr/>
          </p:nvSpPr>
          <p:spPr>
            <a:xfrm>
              <a:off x="7228785" y="2077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6" name="pt28136"/>
            <p:cNvSpPr/>
            <p:nvPr/>
          </p:nvSpPr>
          <p:spPr>
            <a:xfrm>
              <a:off x="6909566" y="2277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7" name="pt28137"/>
            <p:cNvSpPr/>
            <p:nvPr/>
          </p:nvSpPr>
          <p:spPr>
            <a:xfrm>
              <a:off x="6931457" y="2242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8" name="pt28138"/>
            <p:cNvSpPr/>
            <p:nvPr/>
          </p:nvSpPr>
          <p:spPr>
            <a:xfrm>
              <a:off x="7215854" y="2308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9" name="pt28139"/>
            <p:cNvSpPr/>
            <p:nvPr/>
          </p:nvSpPr>
          <p:spPr>
            <a:xfrm>
              <a:off x="7248223" y="2064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0" name="pt28140"/>
            <p:cNvSpPr/>
            <p:nvPr/>
          </p:nvSpPr>
          <p:spPr>
            <a:xfrm>
              <a:off x="7218367" y="2145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1" name="pt28141"/>
            <p:cNvSpPr/>
            <p:nvPr/>
          </p:nvSpPr>
          <p:spPr>
            <a:xfrm>
              <a:off x="7181508" y="2105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2" name="pt28142"/>
            <p:cNvSpPr/>
            <p:nvPr/>
          </p:nvSpPr>
          <p:spPr>
            <a:xfrm>
              <a:off x="7044403" y="2190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3" name="pt28143"/>
            <p:cNvSpPr/>
            <p:nvPr/>
          </p:nvSpPr>
          <p:spPr>
            <a:xfrm>
              <a:off x="6630398" y="1671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4" name="pt28144"/>
            <p:cNvSpPr/>
            <p:nvPr/>
          </p:nvSpPr>
          <p:spPr>
            <a:xfrm>
              <a:off x="7110795" y="2085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5" name="pt28145"/>
            <p:cNvSpPr/>
            <p:nvPr/>
          </p:nvSpPr>
          <p:spPr>
            <a:xfrm>
              <a:off x="7453508" y="2769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6" name="pt28146"/>
            <p:cNvSpPr/>
            <p:nvPr/>
          </p:nvSpPr>
          <p:spPr>
            <a:xfrm>
              <a:off x="7105734" y="2234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7" name="pt28147"/>
            <p:cNvSpPr/>
            <p:nvPr/>
          </p:nvSpPr>
          <p:spPr>
            <a:xfrm>
              <a:off x="7096157" y="2205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8" name="pt28148"/>
            <p:cNvSpPr/>
            <p:nvPr/>
          </p:nvSpPr>
          <p:spPr>
            <a:xfrm>
              <a:off x="7095352" y="2213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9" name="pt28149"/>
            <p:cNvSpPr/>
            <p:nvPr/>
          </p:nvSpPr>
          <p:spPr>
            <a:xfrm>
              <a:off x="7150914" y="2305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0" name="pt28150"/>
            <p:cNvSpPr/>
            <p:nvPr/>
          </p:nvSpPr>
          <p:spPr>
            <a:xfrm>
              <a:off x="7128228" y="2121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1" name="pt28151"/>
            <p:cNvSpPr/>
            <p:nvPr/>
          </p:nvSpPr>
          <p:spPr>
            <a:xfrm>
              <a:off x="7134256" y="2147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2" name="pt28152"/>
            <p:cNvSpPr/>
            <p:nvPr/>
          </p:nvSpPr>
          <p:spPr>
            <a:xfrm>
              <a:off x="7040290" y="2215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3" name="pt28153"/>
            <p:cNvSpPr/>
            <p:nvPr/>
          </p:nvSpPr>
          <p:spPr>
            <a:xfrm>
              <a:off x="7207664" y="2250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4" name="pt28154"/>
            <p:cNvSpPr/>
            <p:nvPr/>
          </p:nvSpPr>
          <p:spPr>
            <a:xfrm>
              <a:off x="7308480" y="1941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5" name="pt28155"/>
            <p:cNvSpPr/>
            <p:nvPr/>
          </p:nvSpPr>
          <p:spPr>
            <a:xfrm>
              <a:off x="7312950" y="1932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6" name="pt28156"/>
            <p:cNvSpPr/>
            <p:nvPr/>
          </p:nvSpPr>
          <p:spPr>
            <a:xfrm>
              <a:off x="7051908" y="2366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7" name="pt28157"/>
            <p:cNvSpPr/>
            <p:nvPr/>
          </p:nvSpPr>
          <p:spPr>
            <a:xfrm>
              <a:off x="7157278" y="2193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8" name="pt28158"/>
            <p:cNvSpPr/>
            <p:nvPr/>
          </p:nvSpPr>
          <p:spPr>
            <a:xfrm>
              <a:off x="7154347" y="2422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9" name="pt28159"/>
            <p:cNvSpPr/>
            <p:nvPr/>
          </p:nvSpPr>
          <p:spPr>
            <a:xfrm>
              <a:off x="7023240" y="1983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0" name="pt28160"/>
            <p:cNvSpPr/>
            <p:nvPr/>
          </p:nvSpPr>
          <p:spPr>
            <a:xfrm>
              <a:off x="7048255" y="2349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1" name="pt28161"/>
            <p:cNvSpPr/>
            <p:nvPr/>
          </p:nvSpPr>
          <p:spPr>
            <a:xfrm>
              <a:off x="7452531" y="2717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2" name="pt28162"/>
            <p:cNvSpPr/>
            <p:nvPr/>
          </p:nvSpPr>
          <p:spPr>
            <a:xfrm>
              <a:off x="7101787" y="2164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3" name="pt28163"/>
            <p:cNvSpPr/>
            <p:nvPr/>
          </p:nvSpPr>
          <p:spPr>
            <a:xfrm>
              <a:off x="7372779" y="280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4" name="pt28164"/>
            <p:cNvSpPr/>
            <p:nvPr/>
          </p:nvSpPr>
          <p:spPr>
            <a:xfrm>
              <a:off x="7069650" y="2178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5" name="pt28165"/>
            <p:cNvSpPr/>
            <p:nvPr/>
          </p:nvSpPr>
          <p:spPr>
            <a:xfrm>
              <a:off x="6924440" y="2143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6" name="pt28166"/>
            <p:cNvSpPr/>
            <p:nvPr/>
          </p:nvSpPr>
          <p:spPr>
            <a:xfrm>
              <a:off x="7276678" y="2100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7" name="pt28167"/>
            <p:cNvSpPr/>
            <p:nvPr/>
          </p:nvSpPr>
          <p:spPr>
            <a:xfrm>
              <a:off x="6961367" y="1987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8" name="pt28168"/>
            <p:cNvSpPr/>
            <p:nvPr/>
          </p:nvSpPr>
          <p:spPr>
            <a:xfrm>
              <a:off x="6732871" y="2329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9" name="pt28169"/>
            <p:cNvSpPr/>
            <p:nvPr/>
          </p:nvSpPr>
          <p:spPr>
            <a:xfrm>
              <a:off x="6980730" y="2002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0" name="pt28170"/>
            <p:cNvSpPr/>
            <p:nvPr/>
          </p:nvSpPr>
          <p:spPr>
            <a:xfrm>
              <a:off x="7165042" y="1976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1" name="pt28171"/>
            <p:cNvSpPr/>
            <p:nvPr/>
          </p:nvSpPr>
          <p:spPr>
            <a:xfrm>
              <a:off x="6970860" y="1993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2" name="pt28172"/>
            <p:cNvSpPr/>
            <p:nvPr/>
          </p:nvSpPr>
          <p:spPr>
            <a:xfrm>
              <a:off x="6844977" y="2196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3" name="pt28173"/>
            <p:cNvSpPr/>
            <p:nvPr/>
          </p:nvSpPr>
          <p:spPr>
            <a:xfrm>
              <a:off x="7305643" y="1954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4" name="pt28174"/>
            <p:cNvSpPr/>
            <p:nvPr/>
          </p:nvSpPr>
          <p:spPr>
            <a:xfrm>
              <a:off x="7080894" y="2084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5" name="pt28175"/>
            <p:cNvSpPr/>
            <p:nvPr/>
          </p:nvSpPr>
          <p:spPr>
            <a:xfrm>
              <a:off x="7250837" y="2047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6" name="pt28176"/>
            <p:cNvSpPr/>
            <p:nvPr/>
          </p:nvSpPr>
          <p:spPr>
            <a:xfrm>
              <a:off x="7131526" y="212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7" name="pt28177"/>
            <p:cNvSpPr/>
            <p:nvPr/>
          </p:nvSpPr>
          <p:spPr>
            <a:xfrm>
              <a:off x="7369834" y="2492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8" name="pt28178"/>
            <p:cNvSpPr/>
            <p:nvPr/>
          </p:nvSpPr>
          <p:spPr>
            <a:xfrm>
              <a:off x="7330442" y="2082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9" name="pt28179"/>
            <p:cNvSpPr/>
            <p:nvPr/>
          </p:nvSpPr>
          <p:spPr>
            <a:xfrm>
              <a:off x="7410001" y="2530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0" name="pt28180"/>
            <p:cNvSpPr/>
            <p:nvPr/>
          </p:nvSpPr>
          <p:spPr>
            <a:xfrm>
              <a:off x="7100149" y="2225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1" name="pt28181"/>
            <p:cNvSpPr/>
            <p:nvPr/>
          </p:nvSpPr>
          <p:spPr>
            <a:xfrm>
              <a:off x="7229893" y="2191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2" name="pt28182"/>
            <p:cNvSpPr/>
            <p:nvPr/>
          </p:nvSpPr>
          <p:spPr>
            <a:xfrm>
              <a:off x="6944310" y="2148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3" name="pt28183"/>
            <p:cNvSpPr/>
            <p:nvPr/>
          </p:nvSpPr>
          <p:spPr>
            <a:xfrm>
              <a:off x="6838082" y="1973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4" name="pt28184"/>
            <p:cNvSpPr/>
            <p:nvPr/>
          </p:nvSpPr>
          <p:spPr>
            <a:xfrm>
              <a:off x="7150858" y="2323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5" name="pt28185"/>
            <p:cNvSpPr/>
            <p:nvPr/>
          </p:nvSpPr>
          <p:spPr>
            <a:xfrm>
              <a:off x="7023778" y="1855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6" name="pt28186"/>
            <p:cNvSpPr/>
            <p:nvPr/>
          </p:nvSpPr>
          <p:spPr>
            <a:xfrm>
              <a:off x="7058158" y="1946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7" name="pt28187"/>
            <p:cNvSpPr/>
            <p:nvPr/>
          </p:nvSpPr>
          <p:spPr>
            <a:xfrm>
              <a:off x="7144614" y="2291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8" name="pt28188"/>
            <p:cNvSpPr/>
            <p:nvPr/>
          </p:nvSpPr>
          <p:spPr>
            <a:xfrm>
              <a:off x="7178730" y="2110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9" name="pt28189"/>
            <p:cNvSpPr/>
            <p:nvPr/>
          </p:nvSpPr>
          <p:spPr>
            <a:xfrm>
              <a:off x="7031236" y="1927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0" name="pt28190"/>
            <p:cNvSpPr/>
            <p:nvPr/>
          </p:nvSpPr>
          <p:spPr>
            <a:xfrm>
              <a:off x="7247955" y="2053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1" name="pt28191"/>
            <p:cNvSpPr/>
            <p:nvPr/>
          </p:nvSpPr>
          <p:spPr>
            <a:xfrm>
              <a:off x="7053289" y="2237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2" name="pt28192"/>
            <p:cNvSpPr/>
            <p:nvPr/>
          </p:nvSpPr>
          <p:spPr>
            <a:xfrm>
              <a:off x="7136269" y="2136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3" name="pt28193"/>
            <p:cNvSpPr/>
            <p:nvPr/>
          </p:nvSpPr>
          <p:spPr>
            <a:xfrm>
              <a:off x="7016557" y="2010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4" name="pt28194"/>
            <p:cNvSpPr/>
            <p:nvPr/>
          </p:nvSpPr>
          <p:spPr>
            <a:xfrm>
              <a:off x="7055751" y="2188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5" name="pt28195"/>
            <p:cNvSpPr/>
            <p:nvPr/>
          </p:nvSpPr>
          <p:spPr>
            <a:xfrm>
              <a:off x="6815396" y="2140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6" name="pt28196"/>
            <p:cNvSpPr/>
            <p:nvPr/>
          </p:nvSpPr>
          <p:spPr>
            <a:xfrm>
              <a:off x="7046066" y="2019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7" name="pt28197"/>
            <p:cNvSpPr/>
            <p:nvPr/>
          </p:nvSpPr>
          <p:spPr>
            <a:xfrm>
              <a:off x="7091087" y="214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8" name="pt28198"/>
            <p:cNvSpPr/>
            <p:nvPr/>
          </p:nvSpPr>
          <p:spPr>
            <a:xfrm>
              <a:off x="7170876" y="1990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9" name="pt28199"/>
            <p:cNvSpPr/>
            <p:nvPr/>
          </p:nvSpPr>
          <p:spPr>
            <a:xfrm>
              <a:off x="6856566" y="2400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0" name="pt28200"/>
            <p:cNvSpPr/>
            <p:nvPr/>
          </p:nvSpPr>
          <p:spPr>
            <a:xfrm>
              <a:off x="7345753" y="2053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1" name="pt28201"/>
            <p:cNvSpPr/>
            <p:nvPr/>
          </p:nvSpPr>
          <p:spPr>
            <a:xfrm>
              <a:off x="7264930" y="2125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2" name="pt28202"/>
            <p:cNvSpPr/>
            <p:nvPr/>
          </p:nvSpPr>
          <p:spPr>
            <a:xfrm>
              <a:off x="7112134" y="214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3" name="pt28203"/>
            <p:cNvSpPr/>
            <p:nvPr/>
          </p:nvSpPr>
          <p:spPr>
            <a:xfrm>
              <a:off x="7114166" y="2092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4" name="pt28204"/>
            <p:cNvSpPr/>
            <p:nvPr/>
          </p:nvSpPr>
          <p:spPr>
            <a:xfrm>
              <a:off x="7099856" y="2259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5" name="pt28205"/>
            <p:cNvSpPr/>
            <p:nvPr/>
          </p:nvSpPr>
          <p:spPr>
            <a:xfrm>
              <a:off x="7270513" y="1894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6" name="pt28206"/>
            <p:cNvSpPr/>
            <p:nvPr/>
          </p:nvSpPr>
          <p:spPr>
            <a:xfrm>
              <a:off x="7482544" y="2333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7" name="pt28207"/>
            <p:cNvSpPr/>
            <p:nvPr/>
          </p:nvSpPr>
          <p:spPr>
            <a:xfrm>
              <a:off x="7057014" y="2074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8" name="pt28208"/>
            <p:cNvSpPr/>
            <p:nvPr/>
          </p:nvSpPr>
          <p:spPr>
            <a:xfrm>
              <a:off x="7159850" y="2274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9" name="pt28209"/>
            <p:cNvSpPr/>
            <p:nvPr/>
          </p:nvSpPr>
          <p:spPr>
            <a:xfrm>
              <a:off x="7120841" y="2148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0" name="pt28210"/>
            <p:cNvSpPr/>
            <p:nvPr/>
          </p:nvSpPr>
          <p:spPr>
            <a:xfrm>
              <a:off x="7105028" y="218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1" name="pt28211"/>
            <p:cNvSpPr/>
            <p:nvPr/>
          </p:nvSpPr>
          <p:spPr>
            <a:xfrm>
              <a:off x="6818850" y="2443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2" name="pt28212"/>
            <p:cNvSpPr/>
            <p:nvPr/>
          </p:nvSpPr>
          <p:spPr>
            <a:xfrm>
              <a:off x="7074873" y="2059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3" name="pt28213"/>
            <p:cNvSpPr/>
            <p:nvPr/>
          </p:nvSpPr>
          <p:spPr>
            <a:xfrm>
              <a:off x="7172428" y="1979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4" name="pt28214"/>
            <p:cNvSpPr/>
            <p:nvPr/>
          </p:nvSpPr>
          <p:spPr>
            <a:xfrm>
              <a:off x="7326860" y="1901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5" name="pt28215"/>
            <p:cNvSpPr/>
            <p:nvPr/>
          </p:nvSpPr>
          <p:spPr>
            <a:xfrm>
              <a:off x="7177331" y="2072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6" name="pt28216"/>
            <p:cNvSpPr/>
            <p:nvPr/>
          </p:nvSpPr>
          <p:spPr>
            <a:xfrm>
              <a:off x="7445960" y="2312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7" name="pt28217"/>
            <p:cNvSpPr/>
            <p:nvPr/>
          </p:nvSpPr>
          <p:spPr>
            <a:xfrm>
              <a:off x="6989633" y="1874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8" name="pt28218"/>
            <p:cNvSpPr/>
            <p:nvPr/>
          </p:nvSpPr>
          <p:spPr>
            <a:xfrm>
              <a:off x="6766158" y="242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9" name="pt28219"/>
            <p:cNvSpPr/>
            <p:nvPr/>
          </p:nvSpPr>
          <p:spPr>
            <a:xfrm>
              <a:off x="7139244" y="207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0" name="pt28220"/>
            <p:cNvSpPr/>
            <p:nvPr/>
          </p:nvSpPr>
          <p:spPr>
            <a:xfrm>
              <a:off x="7147938" y="2392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1" name="pt28221"/>
            <p:cNvSpPr/>
            <p:nvPr/>
          </p:nvSpPr>
          <p:spPr>
            <a:xfrm>
              <a:off x="6987925" y="2015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2" name="pt28222"/>
            <p:cNvSpPr/>
            <p:nvPr/>
          </p:nvSpPr>
          <p:spPr>
            <a:xfrm>
              <a:off x="6827255" y="1936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3" name="pt28223"/>
            <p:cNvSpPr/>
            <p:nvPr/>
          </p:nvSpPr>
          <p:spPr>
            <a:xfrm>
              <a:off x="7081310" y="211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4" name="pt28224"/>
            <p:cNvSpPr/>
            <p:nvPr/>
          </p:nvSpPr>
          <p:spPr>
            <a:xfrm>
              <a:off x="7116571" y="2071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5" name="pt28225"/>
            <p:cNvSpPr/>
            <p:nvPr/>
          </p:nvSpPr>
          <p:spPr>
            <a:xfrm>
              <a:off x="7208812" y="2219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6" name="pt28226"/>
            <p:cNvSpPr/>
            <p:nvPr/>
          </p:nvSpPr>
          <p:spPr>
            <a:xfrm>
              <a:off x="7482804" y="2123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7" name="pt28227"/>
            <p:cNvSpPr/>
            <p:nvPr/>
          </p:nvSpPr>
          <p:spPr>
            <a:xfrm>
              <a:off x="7186467" y="2168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8" name="pt28228"/>
            <p:cNvSpPr/>
            <p:nvPr/>
          </p:nvSpPr>
          <p:spPr>
            <a:xfrm>
              <a:off x="7048216" y="2174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9" name="pt28229"/>
            <p:cNvSpPr/>
            <p:nvPr/>
          </p:nvSpPr>
          <p:spPr>
            <a:xfrm>
              <a:off x="7298846" y="199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0" name="pt28230"/>
            <p:cNvSpPr/>
            <p:nvPr/>
          </p:nvSpPr>
          <p:spPr>
            <a:xfrm>
              <a:off x="7135013" y="2176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1" name="pt28231"/>
            <p:cNvSpPr/>
            <p:nvPr/>
          </p:nvSpPr>
          <p:spPr>
            <a:xfrm>
              <a:off x="7276128" y="1976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2" name="pt28232"/>
            <p:cNvSpPr/>
            <p:nvPr/>
          </p:nvSpPr>
          <p:spPr>
            <a:xfrm>
              <a:off x="7142479" y="2239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3" name="pt28233"/>
            <p:cNvSpPr/>
            <p:nvPr/>
          </p:nvSpPr>
          <p:spPr>
            <a:xfrm>
              <a:off x="7364033" y="2661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4" name="pt28234"/>
            <p:cNvSpPr/>
            <p:nvPr/>
          </p:nvSpPr>
          <p:spPr>
            <a:xfrm>
              <a:off x="7281316" y="2094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5" name="pt28235"/>
            <p:cNvSpPr/>
            <p:nvPr/>
          </p:nvSpPr>
          <p:spPr>
            <a:xfrm>
              <a:off x="7220428" y="2214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6" name="pt28236"/>
            <p:cNvSpPr/>
            <p:nvPr/>
          </p:nvSpPr>
          <p:spPr>
            <a:xfrm>
              <a:off x="6834724" y="2211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7" name="pt28237"/>
            <p:cNvSpPr/>
            <p:nvPr/>
          </p:nvSpPr>
          <p:spPr>
            <a:xfrm>
              <a:off x="6566214" y="2084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8" name="pt28238"/>
            <p:cNvSpPr/>
            <p:nvPr/>
          </p:nvSpPr>
          <p:spPr>
            <a:xfrm>
              <a:off x="6798321" y="2467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9" name="pt28239"/>
            <p:cNvSpPr/>
            <p:nvPr/>
          </p:nvSpPr>
          <p:spPr>
            <a:xfrm>
              <a:off x="7286026" y="2119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0" name="pt28240"/>
            <p:cNvSpPr/>
            <p:nvPr/>
          </p:nvSpPr>
          <p:spPr>
            <a:xfrm>
              <a:off x="7299958" y="2025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1" name="pt28241"/>
            <p:cNvSpPr/>
            <p:nvPr/>
          </p:nvSpPr>
          <p:spPr>
            <a:xfrm>
              <a:off x="7256324" y="2049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2" name="pt28242"/>
            <p:cNvSpPr/>
            <p:nvPr/>
          </p:nvSpPr>
          <p:spPr>
            <a:xfrm>
              <a:off x="7357543" y="2398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3" name="pt28243"/>
            <p:cNvSpPr/>
            <p:nvPr/>
          </p:nvSpPr>
          <p:spPr>
            <a:xfrm>
              <a:off x="7247148" y="219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4" name="pt28244"/>
            <p:cNvSpPr/>
            <p:nvPr/>
          </p:nvSpPr>
          <p:spPr>
            <a:xfrm>
              <a:off x="7169436" y="1990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5" name="pt28245"/>
            <p:cNvSpPr/>
            <p:nvPr/>
          </p:nvSpPr>
          <p:spPr>
            <a:xfrm>
              <a:off x="7131539" y="2144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6" name="pt28246"/>
            <p:cNvSpPr/>
            <p:nvPr/>
          </p:nvSpPr>
          <p:spPr>
            <a:xfrm>
              <a:off x="7141261" y="2228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7" name="pt28247"/>
            <p:cNvSpPr/>
            <p:nvPr/>
          </p:nvSpPr>
          <p:spPr>
            <a:xfrm>
              <a:off x="7143031" y="2216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8" name="pt28248"/>
            <p:cNvSpPr/>
            <p:nvPr/>
          </p:nvSpPr>
          <p:spPr>
            <a:xfrm>
              <a:off x="6998683" y="1949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9" name="pt28249"/>
            <p:cNvSpPr/>
            <p:nvPr/>
          </p:nvSpPr>
          <p:spPr>
            <a:xfrm>
              <a:off x="7249070" y="2088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0" name="pt28250"/>
            <p:cNvSpPr/>
            <p:nvPr/>
          </p:nvSpPr>
          <p:spPr>
            <a:xfrm>
              <a:off x="7082474" y="1963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1" name="pt28251"/>
            <p:cNvSpPr/>
            <p:nvPr/>
          </p:nvSpPr>
          <p:spPr>
            <a:xfrm>
              <a:off x="6749665" y="2105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2" name="pt28252"/>
            <p:cNvSpPr/>
            <p:nvPr/>
          </p:nvSpPr>
          <p:spPr>
            <a:xfrm>
              <a:off x="7254622" y="2066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3" name="pt28253"/>
            <p:cNvSpPr/>
            <p:nvPr/>
          </p:nvSpPr>
          <p:spPr>
            <a:xfrm>
              <a:off x="7062839" y="177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4" name="pt28254"/>
            <p:cNvSpPr/>
            <p:nvPr/>
          </p:nvSpPr>
          <p:spPr>
            <a:xfrm>
              <a:off x="7073835" y="2413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5" name="pt28255"/>
            <p:cNvSpPr/>
            <p:nvPr/>
          </p:nvSpPr>
          <p:spPr>
            <a:xfrm>
              <a:off x="7086792" y="2196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6" name="pt28256"/>
            <p:cNvSpPr/>
            <p:nvPr/>
          </p:nvSpPr>
          <p:spPr>
            <a:xfrm>
              <a:off x="6875733" y="2115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7" name="pt28257"/>
            <p:cNvSpPr/>
            <p:nvPr/>
          </p:nvSpPr>
          <p:spPr>
            <a:xfrm>
              <a:off x="7510837" y="2753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8" name="pt28258"/>
            <p:cNvSpPr/>
            <p:nvPr/>
          </p:nvSpPr>
          <p:spPr>
            <a:xfrm>
              <a:off x="7242720" y="2198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9" name="pt28259"/>
            <p:cNvSpPr/>
            <p:nvPr/>
          </p:nvSpPr>
          <p:spPr>
            <a:xfrm>
              <a:off x="7065296" y="1679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0" name="pt28260"/>
            <p:cNvSpPr/>
            <p:nvPr/>
          </p:nvSpPr>
          <p:spPr>
            <a:xfrm>
              <a:off x="7101370" y="2190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1" name="pt28261"/>
            <p:cNvSpPr/>
            <p:nvPr/>
          </p:nvSpPr>
          <p:spPr>
            <a:xfrm>
              <a:off x="7173280" y="1951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2" name="pt28262"/>
            <p:cNvSpPr/>
            <p:nvPr/>
          </p:nvSpPr>
          <p:spPr>
            <a:xfrm>
              <a:off x="7259987" y="2017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3" name="pt28263"/>
            <p:cNvSpPr/>
            <p:nvPr/>
          </p:nvSpPr>
          <p:spPr>
            <a:xfrm>
              <a:off x="7118288" y="2218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4" name="pt28264"/>
            <p:cNvSpPr/>
            <p:nvPr/>
          </p:nvSpPr>
          <p:spPr>
            <a:xfrm>
              <a:off x="7159544" y="2098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5" name="pt28265"/>
            <p:cNvSpPr/>
            <p:nvPr/>
          </p:nvSpPr>
          <p:spPr>
            <a:xfrm>
              <a:off x="7280384" y="2165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6" name="pt28266"/>
            <p:cNvSpPr/>
            <p:nvPr/>
          </p:nvSpPr>
          <p:spPr>
            <a:xfrm>
              <a:off x="7604069" y="2572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7" name="pt28267"/>
            <p:cNvSpPr/>
            <p:nvPr/>
          </p:nvSpPr>
          <p:spPr>
            <a:xfrm>
              <a:off x="7002989" y="2059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8" name="pt28268"/>
            <p:cNvSpPr/>
            <p:nvPr/>
          </p:nvSpPr>
          <p:spPr>
            <a:xfrm>
              <a:off x="7377826" y="2151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9" name="pt28269"/>
            <p:cNvSpPr/>
            <p:nvPr/>
          </p:nvSpPr>
          <p:spPr>
            <a:xfrm>
              <a:off x="6978022" y="202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0" name="pt28270"/>
            <p:cNvSpPr/>
            <p:nvPr/>
          </p:nvSpPr>
          <p:spPr>
            <a:xfrm>
              <a:off x="7134193" y="2139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1" name="pt28271"/>
            <p:cNvSpPr/>
            <p:nvPr/>
          </p:nvSpPr>
          <p:spPr>
            <a:xfrm>
              <a:off x="7111006" y="2114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2" name="pt28272"/>
            <p:cNvSpPr/>
            <p:nvPr/>
          </p:nvSpPr>
          <p:spPr>
            <a:xfrm>
              <a:off x="7281035" y="2031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3" name="pt28273"/>
            <p:cNvSpPr/>
            <p:nvPr/>
          </p:nvSpPr>
          <p:spPr>
            <a:xfrm>
              <a:off x="7348545" y="2124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4" name="pt28274"/>
            <p:cNvSpPr/>
            <p:nvPr/>
          </p:nvSpPr>
          <p:spPr>
            <a:xfrm>
              <a:off x="7190164" y="2033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5" name="pt28275"/>
            <p:cNvSpPr/>
            <p:nvPr/>
          </p:nvSpPr>
          <p:spPr>
            <a:xfrm>
              <a:off x="7014320" y="2052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6" name="pt28276"/>
            <p:cNvSpPr/>
            <p:nvPr/>
          </p:nvSpPr>
          <p:spPr>
            <a:xfrm>
              <a:off x="6962919" y="2060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7" name="pt28277"/>
            <p:cNvSpPr/>
            <p:nvPr/>
          </p:nvSpPr>
          <p:spPr>
            <a:xfrm>
              <a:off x="7041876" y="2311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8" name="pt28278"/>
            <p:cNvSpPr/>
            <p:nvPr/>
          </p:nvSpPr>
          <p:spPr>
            <a:xfrm>
              <a:off x="7116339" y="2103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9" name="pt28279"/>
            <p:cNvSpPr/>
            <p:nvPr/>
          </p:nvSpPr>
          <p:spPr>
            <a:xfrm>
              <a:off x="7130267" y="2199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0" name="pt28280"/>
            <p:cNvSpPr/>
            <p:nvPr/>
          </p:nvSpPr>
          <p:spPr>
            <a:xfrm>
              <a:off x="7106864" y="2182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1" name="pt28281"/>
            <p:cNvSpPr/>
            <p:nvPr/>
          </p:nvSpPr>
          <p:spPr>
            <a:xfrm>
              <a:off x="7129277" y="2067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2" name="pt28282"/>
            <p:cNvSpPr/>
            <p:nvPr/>
          </p:nvSpPr>
          <p:spPr>
            <a:xfrm>
              <a:off x="7389821" y="214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3" name="pt28283"/>
            <p:cNvSpPr/>
            <p:nvPr/>
          </p:nvSpPr>
          <p:spPr>
            <a:xfrm>
              <a:off x="7244075" y="2212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4" name="pt28284"/>
            <p:cNvSpPr/>
            <p:nvPr/>
          </p:nvSpPr>
          <p:spPr>
            <a:xfrm>
              <a:off x="7076190" y="2262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5" name="pt28285"/>
            <p:cNvSpPr/>
            <p:nvPr/>
          </p:nvSpPr>
          <p:spPr>
            <a:xfrm>
              <a:off x="7144803" y="2239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6" name="pt28286"/>
            <p:cNvSpPr/>
            <p:nvPr/>
          </p:nvSpPr>
          <p:spPr>
            <a:xfrm>
              <a:off x="6933341" y="2084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7" name="pt28287"/>
            <p:cNvSpPr/>
            <p:nvPr/>
          </p:nvSpPr>
          <p:spPr>
            <a:xfrm>
              <a:off x="7059293" y="2122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8" name="pt28288"/>
            <p:cNvSpPr/>
            <p:nvPr/>
          </p:nvSpPr>
          <p:spPr>
            <a:xfrm>
              <a:off x="7252583" y="1932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9" name="pt28289"/>
            <p:cNvSpPr/>
            <p:nvPr/>
          </p:nvSpPr>
          <p:spPr>
            <a:xfrm>
              <a:off x="7286035" y="2127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0" name="pt28290"/>
            <p:cNvSpPr/>
            <p:nvPr/>
          </p:nvSpPr>
          <p:spPr>
            <a:xfrm>
              <a:off x="7122695" y="2086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1" name="pt28291"/>
            <p:cNvSpPr/>
            <p:nvPr/>
          </p:nvSpPr>
          <p:spPr>
            <a:xfrm>
              <a:off x="7313952" y="2141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2" name="pt28292"/>
            <p:cNvSpPr/>
            <p:nvPr/>
          </p:nvSpPr>
          <p:spPr>
            <a:xfrm>
              <a:off x="7039059" y="2048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3" name="pt28293"/>
            <p:cNvSpPr/>
            <p:nvPr/>
          </p:nvSpPr>
          <p:spPr>
            <a:xfrm>
              <a:off x="7299386" y="2013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4" name="pt28294"/>
            <p:cNvSpPr/>
            <p:nvPr/>
          </p:nvSpPr>
          <p:spPr>
            <a:xfrm>
              <a:off x="7279471" y="2080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5" name="pt28295"/>
            <p:cNvSpPr/>
            <p:nvPr/>
          </p:nvSpPr>
          <p:spPr>
            <a:xfrm>
              <a:off x="7190711" y="1994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6" name="pt28296"/>
            <p:cNvSpPr/>
            <p:nvPr/>
          </p:nvSpPr>
          <p:spPr>
            <a:xfrm>
              <a:off x="6948055" y="2215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7" name="pt28297"/>
            <p:cNvSpPr/>
            <p:nvPr/>
          </p:nvSpPr>
          <p:spPr>
            <a:xfrm>
              <a:off x="7037343" y="2198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8" name="pt28298"/>
            <p:cNvSpPr/>
            <p:nvPr/>
          </p:nvSpPr>
          <p:spPr>
            <a:xfrm>
              <a:off x="7239537" y="1986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9" name="pt28299"/>
            <p:cNvSpPr/>
            <p:nvPr/>
          </p:nvSpPr>
          <p:spPr>
            <a:xfrm>
              <a:off x="7103808" y="2097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0" name="pt28300"/>
            <p:cNvSpPr/>
            <p:nvPr/>
          </p:nvSpPr>
          <p:spPr>
            <a:xfrm>
              <a:off x="7213203" y="2369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1" name="pt28301"/>
            <p:cNvSpPr/>
            <p:nvPr/>
          </p:nvSpPr>
          <p:spPr>
            <a:xfrm>
              <a:off x="7277457" y="2051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2" name="pt28302"/>
            <p:cNvSpPr/>
            <p:nvPr/>
          </p:nvSpPr>
          <p:spPr>
            <a:xfrm>
              <a:off x="7143627" y="2332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3" name="pt28303"/>
            <p:cNvSpPr/>
            <p:nvPr/>
          </p:nvSpPr>
          <p:spPr>
            <a:xfrm>
              <a:off x="7106911" y="2128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4" name="pt28304"/>
            <p:cNvSpPr/>
            <p:nvPr/>
          </p:nvSpPr>
          <p:spPr>
            <a:xfrm>
              <a:off x="7142391" y="2215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5" name="pt28305"/>
            <p:cNvSpPr/>
            <p:nvPr/>
          </p:nvSpPr>
          <p:spPr>
            <a:xfrm>
              <a:off x="7020266" y="2117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6" name="pt28306"/>
            <p:cNvSpPr/>
            <p:nvPr/>
          </p:nvSpPr>
          <p:spPr>
            <a:xfrm>
              <a:off x="6698015" y="2234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7" name="pt28307"/>
            <p:cNvSpPr/>
            <p:nvPr/>
          </p:nvSpPr>
          <p:spPr>
            <a:xfrm>
              <a:off x="7009273" y="1947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8" name="pt28308"/>
            <p:cNvSpPr/>
            <p:nvPr/>
          </p:nvSpPr>
          <p:spPr>
            <a:xfrm>
              <a:off x="7125888" y="2219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9" name="pt28309"/>
            <p:cNvSpPr/>
            <p:nvPr/>
          </p:nvSpPr>
          <p:spPr>
            <a:xfrm>
              <a:off x="7261163" y="2008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0" name="pt28310"/>
            <p:cNvSpPr/>
            <p:nvPr/>
          </p:nvSpPr>
          <p:spPr>
            <a:xfrm>
              <a:off x="6835202" y="2085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1" name="pt28311"/>
            <p:cNvSpPr/>
            <p:nvPr/>
          </p:nvSpPr>
          <p:spPr>
            <a:xfrm>
              <a:off x="7085890" y="2051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2" name="pt28312"/>
            <p:cNvSpPr/>
            <p:nvPr/>
          </p:nvSpPr>
          <p:spPr>
            <a:xfrm>
              <a:off x="7387858" y="2099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3" name="pt28313"/>
            <p:cNvSpPr/>
            <p:nvPr/>
          </p:nvSpPr>
          <p:spPr>
            <a:xfrm>
              <a:off x="7192181" y="2010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4" name="pt28314"/>
            <p:cNvSpPr/>
            <p:nvPr/>
          </p:nvSpPr>
          <p:spPr>
            <a:xfrm>
              <a:off x="7166965" y="2008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5" name="pt28315"/>
            <p:cNvSpPr/>
            <p:nvPr/>
          </p:nvSpPr>
          <p:spPr>
            <a:xfrm>
              <a:off x="7253432" y="2122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6" name="pt28316"/>
            <p:cNvSpPr/>
            <p:nvPr/>
          </p:nvSpPr>
          <p:spPr>
            <a:xfrm>
              <a:off x="6884749" y="2061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7" name="pt28317"/>
            <p:cNvSpPr/>
            <p:nvPr/>
          </p:nvSpPr>
          <p:spPr>
            <a:xfrm>
              <a:off x="7163340" y="2081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8" name="pt28318"/>
            <p:cNvSpPr/>
            <p:nvPr/>
          </p:nvSpPr>
          <p:spPr>
            <a:xfrm>
              <a:off x="6891568" y="2052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9" name="pt28319"/>
            <p:cNvSpPr/>
            <p:nvPr/>
          </p:nvSpPr>
          <p:spPr>
            <a:xfrm>
              <a:off x="7149644" y="2304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0" name="pt28320"/>
            <p:cNvSpPr/>
            <p:nvPr/>
          </p:nvSpPr>
          <p:spPr>
            <a:xfrm>
              <a:off x="7160713" y="2057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1" name="pt28321"/>
            <p:cNvSpPr/>
            <p:nvPr/>
          </p:nvSpPr>
          <p:spPr>
            <a:xfrm>
              <a:off x="7297339" y="2037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2" name="pt28322"/>
            <p:cNvSpPr/>
            <p:nvPr/>
          </p:nvSpPr>
          <p:spPr>
            <a:xfrm>
              <a:off x="7757342" y="2617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3" name="pt28323"/>
            <p:cNvSpPr/>
            <p:nvPr/>
          </p:nvSpPr>
          <p:spPr>
            <a:xfrm>
              <a:off x="7097650" y="2257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4" name="pt28324"/>
            <p:cNvSpPr/>
            <p:nvPr/>
          </p:nvSpPr>
          <p:spPr>
            <a:xfrm>
              <a:off x="7115032" y="1966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5" name="pt28325"/>
            <p:cNvSpPr/>
            <p:nvPr/>
          </p:nvSpPr>
          <p:spPr>
            <a:xfrm>
              <a:off x="6995644" y="2167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6" name="pt28326"/>
            <p:cNvSpPr/>
            <p:nvPr/>
          </p:nvSpPr>
          <p:spPr>
            <a:xfrm>
              <a:off x="7423857" y="226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7" name="pt28327"/>
            <p:cNvSpPr/>
            <p:nvPr/>
          </p:nvSpPr>
          <p:spPr>
            <a:xfrm>
              <a:off x="7368690" y="2382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8" name="pt28328"/>
            <p:cNvSpPr/>
            <p:nvPr/>
          </p:nvSpPr>
          <p:spPr>
            <a:xfrm>
              <a:off x="7495255" y="2102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9" name="pt28329"/>
            <p:cNvSpPr/>
            <p:nvPr/>
          </p:nvSpPr>
          <p:spPr>
            <a:xfrm>
              <a:off x="7178104" y="2077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0" name="pt28330"/>
            <p:cNvSpPr/>
            <p:nvPr/>
          </p:nvSpPr>
          <p:spPr>
            <a:xfrm>
              <a:off x="7010896" y="1769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1" name="pt28331"/>
            <p:cNvSpPr/>
            <p:nvPr/>
          </p:nvSpPr>
          <p:spPr>
            <a:xfrm>
              <a:off x="7083103" y="2053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2" name="pt28332"/>
            <p:cNvSpPr/>
            <p:nvPr/>
          </p:nvSpPr>
          <p:spPr>
            <a:xfrm>
              <a:off x="7194096" y="2038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3" name="pt28333"/>
            <p:cNvSpPr/>
            <p:nvPr/>
          </p:nvSpPr>
          <p:spPr>
            <a:xfrm>
              <a:off x="7091306" y="2235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4" name="pt28334"/>
            <p:cNvSpPr/>
            <p:nvPr/>
          </p:nvSpPr>
          <p:spPr>
            <a:xfrm>
              <a:off x="7064900" y="1797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5" name="pt28335"/>
            <p:cNvSpPr/>
            <p:nvPr/>
          </p:nvSpPr>
          <p:spPr>
            <a:xfrm>
              <a:off x="7001492" y="2032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6" name="pt28336"/>
            <p:cNvSpPr/>
            <p:nvPr/>
          </p:nvSpPr>
          <p:spPr>
            <a:xfrm>
              <a:off x="7193685" y="2136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7" name="pt28337"/>
            <p:cNvSpPr/>
            <p:nvPr/>
          </p:nvSpPr>
          <p:spPr>
            <a:xfrm>
              <a:off x="7090821" y="2224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8" name="pt28338"/>
            <p:cNvSpPr/>
            <p:nvPr/>
          </p:nvSpPr>
          <p:spPr>
            <a:xfrm>
              <a:off x="6950502" y="2164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9" name="pt28339"/>
            <p:cNvSpPr/>
            <p:nvPr/>
          </p:nvSpPr>
          <p:spPr>
            <a:xfrm>
              <a:off x="7255096" y="2136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0" name="pt28340"/>
            <p:cNvSpPr/>
            <p:nvPr/>
          </p:nvSpPr>
          <p:spPr>
            <a:xfrm>
              <a:off x="7146221" y="2197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1" name="pt28341"/>
            <p:cNvSpPr/>
            <p:nvPr/>
          </p:nvSpPr>
          <p:spPr>
            <a:xfrm>
              <a:off x="7369002" y="2531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2" name="pt28342"/>
            <p:cNvSpPr/>
            <p:nvPr/>
          </p:nvSpPr>
          <p:spPr>
            <a:xfrm>
              <a:off x="7086955" y="2169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3" name="pt28343"/>
            <p:cNvSpPr/>
            <p:nvPr/>
          </p:nvSpPr>
          <p:spPr>
            <a:xfrm>
              <a:off x="7173263" y="201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4" name="pt28344"/>
            <p:cNvSpPr/>
            <p:nvPr/>
          </p:nvSpPr>
          <p:spPr>
            <a:xfrm>
              <a:off x="7189158" y="2066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5" name="pt28345"/>
            <p:cNvSpPr/>
            <p:nvPr/>
          </p:nvSpPr>
          <p:spPr>
            <a:xfrm>
              <a:off x="7156997" y="2196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6" name="pt28346"/>
            <p:cNvSpPr/>
            <p:nvPr/>
          </p:nvSpPr>
          <p:spPr>
            <a:xfrm>
              <a:off x="7105631" y="2201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7" name="pt28347"/>
            <p:cNvSpPr/>
            <p:nvPr/>
          </p:nvSpPr>
          <p:spPr>
            <a:xfrm>
              <a:off x="7523471" y="2248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8" name="pt28348"/>
            <p:cNvSpPr/>
            <p:nvPr/>
          </p:nvSpPr>
          <p:spPr>
            <a:xfrm>
              <a:off x="6891146" y="2039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9" name="pt28349"/>
            <p:cNvSpPr/>
            <p:nvPr/>
          </p:nvSpPr>
          <p:spPr>
            <a:xfrm>
              <a:off x="7082556" y="2020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0" name="pt28350"/>
            <p:cNvSpPr/>
            <p:nvPr/>
          </p:nvSpPr>
          <p:spPr>
            <a:xfrm>
              <a:off x="7069556" y="2117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1" name="pt28351"/>
            <p:cNvSpPr/>
            <p:nvPr/>
          </p:nvSpPr>
          <p:spPr>
            <a:xfrm>
              <a:off x="7096165" y="2239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2" name="pt28352"/>
            <p:cNvSpPr/>
            <p:nvPr/>
          </p:nvSpPr>
          <p:spPr>
            <a:xfrm>
              <a:off x="7465169" y="2369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3" name="pt28353"/>
            <p:cNvSpPr/>
            <p:nvPr/>
          </p:nvSpPr>
          <p:spPr>
            <a:xfrm>
              <a:off x="7160674" y="2117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4" name="pt28354"/>
            <p:cNvSpPr/>
            <p:nvPr/>
          </p:nvSpPr>
          <p:spPr>
            <a:xfrm>
              <a:off x="6857610" y="2229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5" name="pt28355"/>
            <p:cNvSpPr/>
            <p:nvPr/>
          </p:nvSpPr>
          <p:spPr>
            <a:xfrm>
              <a:off x="7294478" y="1944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6" name="pt28356"/>
            <p:cNvSpPr/>
            <p:nvPr/>
          </p:nvSpPr>
          <p:spPr>
            <a:xfrm>
              <a:off x="7160773" y="1933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7" name="pt28357"/>
            <p:cNvSpPr/>
            <p:nvPr/>
          </p:nvSpPr>
          <p:spPr>
            <a:xfrm>
              <a:off x="7312231" y="1885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8" name="pt28358"/>
            <p:cNvSpPr/>
            <p:nvPr/>
          </p:nvSpPr>
          <p:spPr>
            <a:xfrm>
              <a:off x="7221639" y="211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9" name="pt28359"/>
            <p:cNvSpPr/>
            <p:nvPr/>
          </p:nvSpPr>
          <p:spPr>
            <a:xfrm>
              <a:off x="7295158" y="1983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0" name="pt28360"/>
            <p:cNvSpPr/>
            <p:nvPr/>
          </p:nvSpPr>
          <p:spPr>
            <a:xfrm>
              <a:off x="7112706" y="2032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1" name="pt28361"/>
            <p:cNvSpPr/>
            <p:nvPr/>
          </p:nvSpPr>
          <p:spPr>
            <a:xfrm>
              <a:off x="7075103" y="2259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2" name="pt28362"/>
            <p:cNvSpPr/>
            <p:nvPr/>
          </p:nvSpPr>
          <p:spPr>
            <a:xfrm>
              <a:off x="7164638" y="2118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3" name="pt28363"/>
            <p:cNvSpPr/>
            <p:nvPr/>
          </p:nvSpPr>
          <p:spPr>
            <a:xfrm>
              <a:off x="7044455" y="226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4" name="pt28364"/>
            <p:cNvSpPr/>
            <p:nvPr/>
          </p:nvSpPr>
          <p:spPr>
            <a:xfrm>
              <a:off x="7144084" y="2189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5" name="pt28365"/>
            <p:cNvSpPr/>
            <p:nvPr/>
          </p:nvSpPr>
          <p:spPr>
            <a:xfrm>
              <a:off x="7132180" y="2056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6" name="pt28366"/>
            <p:cNvSpPr/>
            <p:nvPr/>
          </p:nvSpPr>
          <p:spPr>
            <a:xfrm>
              <a:off x="7102583" y="2176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7" name="pt28367"/>
            <p:cNvSpPr/>
            <p:nvPr/>
          </p:nvSpPr>
          <p:spPr>
            <a:xfrm>
              <a:off x="6856027" y="2188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8" name="pt28368"/>
            <p:cNvSpPr/>
            <p:nvPr/>
          </p:nvSpPr>
          <p:spPr>
            <a:xfrm>
              <a:off x="7199714" y="2017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9" name="pt28369"/>
            <p:cNvSpPr/>
            <p:nvPr/>
          </p:nvSpPr>
          <p:spPr>
            <a:xfrm>
              <a:off x="7202804" y="2244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0" name="pt28370"/>
            <p:cNvSpPr/>
            <p:nvPr/>
          </p:nvSpPr>
          <p:spPr>
            <a:xfrm>
              <a:off x="7150733" y="2271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1" name="pt28371"/>
            <p:cNvSpPr/>
            <p:nvPr/>
          </p:nvSpPr>
          <p:spPr>
            <a:xfrm>
              <a:off x="7324219" y="2113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2" name="pt28372"/>
            <p:cNvSpPr/>
            <p:nvPr/>
          </p:nvSpPr>
          <p:spPr>
            <a:xfrm>
              <a:off x="7173970" y="199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3" name="pt28373"/>
            <p:cNvSpPr/>
            <p:nvPr/>
          </p:nvSpPr>
          <p:spPr>
            <a:xfrm>
              <a:off x="7207560" y="2267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4" name="pt28374"/>
            <p:cNvSpPr/>
            <p:nvPr/>
          </p:nvSpPr>
          <p:spPr>
            <a:xfrm>
              <a:off x="7191769" y="2072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5" name="pt28375"/>
            <p:cNvSpPr/>
            <p:nvPr/>
          </p:nvSpPr>
          <p:spPr>
            <a:xfrm>
              <a:off x="7029424" y="1745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6" name="pt28376"/>
            <p:cNvSpPr/>
            <p:nvPr/>
          </p:nvSpPr>
          <p:spPr>
            <a:xfrm>
              <a:off x="7100361" y="2256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7" name="pt28377"/>
            <p:cNvSpPr/>
            <p:nvPr/>
          </p:nvSpPr>
          <p:spPr>
            <a:xfrm>
              <a:off x="7284500" y="2105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8" name="pt28378"/>
            <p:cNvSpPr/>
            <p:nvPr/>
          </p:nvSpPr>
          <p:spPr>
            <a:xfrm>
              <a:off x="7070503" y="2056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9" name="pt28379"/>
            <p:cNvSpPr/>
            <p:nvPr/>
          </p:nvSpPr>
          <p:spPr>
            <a:xfrm>
              <a:off x="7249220" y="2093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0" name="pt28380"/>
            <p:cNvSpPr/>
            <p:nvPr/>
          </p:nvSpPr>
          <p:spPr>
            <a:xfrm>
              <a:off x="7267896" y="2125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1" name="pt28381"/>
            <p:cNvSpPr/>
            <p:nvPr/>
          </p:nvSpPr>
          <p:spPr>
            <a:xfrm>
              <a:off x="7391741" y="2019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2" name="pt28382"/>
            <p:cNvSpPr/>
            <p:nvPr/>
          </p:nvSpPr>
          <p:spPr>
            <a:xfrm>
              <a:off x="7058738" y="1979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3" name="pt28383"/>
            <p:cNvSpPr/>
            <p:nvPr/>
          </p:nvSpPr>
          <p:spPr>
            <a:xfrm>
              <a:off x="7118152" y="2204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4" name="pt28384"/>
            <p:cNvSpPr/>
            <p:nvPr/>
          </p:nvSpPr>
          <p:spPr>
            <a:xfrm>
              <a:off x="7164505" y="2065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5" name="pt28385"/>
            <p:cNvSpPr/>
            <p:nvPr/>
          </p:nvSpPr>
          <p:spPr>
            <a:xfrm>
              <a:off x="7370730" y="2738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6" name="pt28386"/>
            <p:cNvSpPr/>
            <p:nvPr/>
          </p:nvSpPr>
          <p:spPr>
            <a:xfrm>
              <a:off x="7296027" y="1924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7" name="pt28387"/>
            <p:cNvSpPr/>
            <p:nvPr/>
          </p:nvSpPr>
          <p:spPr>
            <a:xfrm>
              <a:off x="7029441" y="1948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8" name="pt28388"/>
            <p:cNvSpPr/>
            <p:nvPr/>
          </p:nvSpPr>
          <p:spPr>
            <a:xfrm>
              <a:off x="7091201" y="2249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9" name="pt28389"/>
            <p:cNvSpPr/>
            <p:nvPr/>
          </p:nvSpPr>
          <p:spPr>
            <a:xfrm>
              <a:off x="7071903" y="2283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0" name="pt28390"/>
            <p:cNvSpPr/>
            <p:nvPr/>
          </p:nvSpPr>
          <p:spPr>
            <a:xfrm>
              <a:off x="7010543" y="2095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1" name="pt28391"/>
            <p:cNvSpPr/>
            <p:nvPr/>
          </p:nvSpPr>
          <p:spPr>
            <a:xfrm>
              <a:off x="7129321" y="2116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2" name="pt28392"/>
            <p:cNvSpPr/>
            <p:nvPr/>
          </p:nvSpPr>
          <p:spPr>
            <a:xfrm>
              <a:off x="7023353" y="2012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3" name="pt28393"/>
            <p:cNvSpPr/>
            <p:nvPr/>
          </p:nvSpPr>
          <p:spPr>
            <a:xfrm>
              <a:off x="6779228" y="2421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4" name="pt28394"/>
            <p:cNvSpPr/>
            <p:nvPr/>
          </p:nvSpPr>
          <p:spPr>
            <a:xfrm>
              <a:off x="7294863" y="2060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5" name="pt28395"/>
            <p:cNvSpPr/>
            <p:nvPr/>
          </p:nvSpPr>
          <p:spPr>
            <a:xfrm>
              <a:off x="7402638" y="2584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6" name="pt28396"/>
            <p:cNvSpPr/>
            <p:nvPr/>
          </p:nvSpPr>
          <p:spPr>
            <a:xfrm>
              <a:off x="7258448" y="2150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7" name="pt28397"/>
            <p:cNvSpPr/>
            <p:nvPr/>
          </p:nvSpPr>
          <p:spPr>
            <a:xfrm>
              <a:off x="7125145" y="2143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8" name="pt28398"/>
            <p:cNvSpPr/>
            <p:nvPr/>
          </p:nvSpPr>
          <p:spPr>
            <a:xfrm>
              <a:off x="6963436" y="2006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9" name="pt28399"/>
            <p:cNvSpPr/>
            <p:nvPr/>
          </p:nvSpPr>
          <p:spPr>
            <a:xfrm>
              <a:off x="7100760" y="2188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0" name="pt28400"/>
            <p:cNvSpPr/>
            <p:nvPr/>
          </p:nvSpPr>
          <p:spPr>
            <a:xfrm>
              <a:off x="7098414" y="2185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1" name="pt28401"/>
            <p:cNvSpPr/>
            <p:nvPr/>
          </p:nvSpPr>
          <p:spPr>
            <a:xfrm>
              <a:off x="7470129" y="2283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2" name="pt28402"/>
            <p:cNvSpPr/>
            <p:nvPr/>
          </p:nvSpPr>
          <p:spPr>
            <a:xfrm>
              <a:off x="7301057" y="1876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3" name="pt28403"/>
            <p:cNvSpPr/>
            <p:nvPr/>
          </p:nvSpPr>
          <p:spPr>
            <a:xfrm>
              <a:off x="7183414" y="2136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4" name="pt28404"/>
            <p:cNvSpPr/>
            <p:nvPr/>
          </p:nvSpPr>
          <p:spPr>
            <a:xfrm>
              <a:off x="7328438" y="2040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5" name="pt28405"/>
            <p:cNvSpPr/>
            <p:nvPr/>
          </p:nvSpPr>
          <p:spPr>
            <a:xfrm>
              <a:off x="7129499" y="2110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6" name="pt28406"/>
            <p:cNvSpPr/>
            <p:nvPr/>
          </p:nvSpPr>
          <p:spPr>
            <a:xfrm>
              <a:off x="7075966" y="2244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7" name="pt28407"/>
            <p:cNvSpPr/>
            <p:nvPr/>
          </p:nvSpPr>
          <p:spPr>
            <a:xfrm>
              <a:off x="7337653" y="2101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8" name="pt28408"/>
            <p:cNvSpPr/>
            <p:nvPr/>
          </p:nvSpPr>
          <p:spPr>
            <a:xfrm>
              <a:off x="7349584" y="2268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9" name="pt28409"/>
            <p:cNvSpPr/>
            <p:nvPr/>
          </p:nvSpPr>
          <p:spPr>
            <a:xfrm>
              <a:off x="7236237" y="1982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0" name="pt28410"/>
            <p:cNvSpPr/>
            <p:nvPr/>
          </p:nvSpPr>
          <p:spPr>
            <a:xfrm>
              <a:off x="7121102" y="2144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1" name="pt28411"/>
            <p:cNvSpPr/>
            <p:nvPr/>
          </p:nvSpPr>
          <p:spPr>
            <a:xfrm>
              <a:off x="7031918" y="181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2" name="pt28412"/>
            <p:cNvSpPr/>
            <p:nvPr/>
          </p:nvSpPr>
          <p:spPr>
            <a:xfrm>
              <a:off x="7102603" y="2155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3" name="pt28413"/>
            <p:cNvSpPr/>
            <p:nvPr/>
          </p:nvSpPr>
          <p:spPr>
            <a:xfrm>
              <a:off x="7180487" y="2098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4" name="pt28414"/>
            <p:cNvSpPr/>
            <p:nvPr/>
          </p:nvSpPr>
          <p:spPr>
            <a:xfrm>
              <a:off x="6937139" y="2156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5" name="pt28415"/>
            <p:cNvSpPr/>
            <p:nvPr/>
          </p:nvSpPr>
          <p:spPr>
            <a:xfrm>
              <a:off x="7146189" y="2167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6" name="pt28416"/>
            <p:cNvSpPr/>
            <p:nvPr/>
          </p:nvSpPr>
          <p:spPr>
            <a:xfrm>
              <a:off x="7077047" y="2137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7" name="pt28417"/>
            <p:cNvSpPr/>
            <p:nvPr/>
          </p:nvSpPr>
          <p:spPr>
            <a:xfrm>
              <a:off x="7060764" y="1996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8" name="pt28418"/>
            <p:cNvSpPr/>
            <p:nvPr/>
          </p:nvSpPr>
          <p:spPr>
            <a:xfrm>
              <a:off x="6966963" y="1912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9" name="pt28419"/>
            <p:cNvSpPr/>
            <p:nvPr/>
          </p:nvSpPr>
          <p:spPr>
            <a:xfrm>
              <a:off x="7150802" y="2279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0" name="pt28420"/>
            <p:cNvSpPr/>
            <p:nvPr/>
          </p:nvSpPr>
          <p:spPr>
            <a:xfrm>
              <a:off x="7244215" y="2271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1" name="pt28421"/>
            <p:cNvSpPr/>
            <p:nvPr/>
          </p:nvSpPr>
          <p:spPr>
            <a:xfrm>
              <a:off x="7164244" y="2071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2" name="pt28422"/>
            <p:cNvSpPr/>
            <p:nvPr/>
          </p:nvSpPr>
          <p:spPr>
            <a:xfrm>
              <a:off x="6995321" y="2099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3" name="pt28423"/>
            <p:cNvSpPr/>
            <p:nvPr/>
          </p:nvSpPr>
          <p:spPr>
            <a:xfrm>
              <a:off x="7093904" y="2234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4" name="pt28424"/>
            <p:cNvSpPr/>
            <p:nvPr/>
          </p:nvSpPr>
          <p:spPr>
            <a:xfrm>
              <a:off x="7251157" y="2187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5" name="pt28425"/>
            <p:cNvSpPr/>
            <p:nvPr/>
          </p:nvSpPr>
          <p:spPr>
            <a:xfrm>
              <a:off x="7043224" y="2204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6" name="pt28426"/>
            <p:cNvSpPr/>
            <p:nvPr/>
          </p:nvSpPr>
          <p:spPr>
            <a:xfrm>
              <a:off x="7200041" y="2074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7" name="pt28427"/>
            <p:cNvSpPr/>
            <p:nvPr/>
          </p:nvSpPr>
          <p:spPr>
            <a:xfrm>
              <a:off x="7145199" y="2284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8" name="pt28428"/>
            <p:cNvSpPr/>
            <p:nvPr/>
          </p:nvSpPr>
          <p:spPr>
            <a:xfrm>
              <a:off x="7192062" y="2026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9" name="pt28429"/>
            <p:cNvSpPr/>
            <p:nvPr/>
          </p:nvSpPr>
          <p:spPr>
            <a:xfrm>
              <a:off x="7191270" y="2003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0" name="pt28430"/>
            <p:cNvSpPr/>
            <p:nvPr/>
          </p:nvSpPr>
          <p:spPr>
            <a:xfrm>
              <a:off x="6995665" y="2073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1" name="pt28431"/>
            <p:cNvSpPr/>
            <p:nvPr/>
          </p:nvSpPr>
          <p:spPr>
            <a:xfrm>
              <a:off x="6782702" y="2318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2" name="pt28432"/>
            <p:cNvSpPr/>
            <p:nvPr/>
          </p:nvSpPr>
          <p:spPr>
            <a:xfrm>
              <a:off x="7083449" y="2147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3" name="pt28433"/>
            <p:cNvSpPr/>
            <p:nvPr/>
          </p:nvSpPr>
          <p:spPr>
            <a:xfrm>
              <a:off x="6972090" y="1949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4" name="pt28434"/>
            <p:cNvSpPr/>
            <p:nvPr/>
          </p:nvSpPr>
          <p:spPr>
            <a:xfrm>
              <a:off x="6889078" y="1755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5" name="pt28435"/>
            <p:cNvSpPr/>
            <p:nvPr/>
          </p:nvSpPr>
          <p:spPr>
            <a:xfrm>
              <a:off x="7120927" y="2150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6" name="pt28436"/>
            <p:cNvSpPr/>
            <p:nvPr/>
          </p:nvSpPr>
          <p:spPr>
            <a:xfrm>
              <a:off x="6696654" y="1721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7" name="pt28437"/>
            <p:cNvSpPr/>
            <p:nvPr/>
          </p:nvSpPr>
          <p:spPr>
            <a:xfrm>
              <a:off x="7350287" y="2027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8" name="pt28438"/>
            <p:cNvSpPr/>
            <p:nvPr/>
          </p:nvSpPr>
          <p:spPr>
            <a:xfrm>
              <a:off x="6982564" y="2015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9" name="pt28439"/>
            <p:cNvSpPr/>
            <p:nvPr/>
          </p:nvSpPr>
          <p:spPr>
            <a:xfrm>
              <a:off x="7257176" y="2037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0" name="pt28440"/>
            <p:cNvSpPr/>
            <p:nvPr/>
          </p:nvSpPr>
          <p:spPr>
            <a:xfrm>
              <a:off x="7123516" y="2090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1" name="pt28441"/>
            <p:cNvSpPr/>
            <p:nvPr/>
          </p:nvSpPr>
          <p:spPr>
            <a:xfrm>
              <a:off x="7176926" y="2080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2" name="pt28442"/>
            <p:cNvSpPr/>
            <p:nvPr/>
          </p:nvSpPr>
          <p:spPr>
            <a:xfrm>
              <a:off x="7167779" y="2040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3" name="pt28443"/>
            <p:cNvSpPr/>
            <p:nvPr/>
          </p:nvSpPr>
          <p:spPr>
            <a:xfrm>
              <a:off x="7274199" y="2027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4" name="pt28444"/>
            <p:cNvSpPr/>
            <p:nvPr/>
          </p:nvSpPr>
          <p:spPr>
            <a:xfrm>
              <a:off x="7202635" y="2146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5" name="pt28445"/>
            <p:cNvSpPr/>
            <p:nvPr/>
          </p:nvSpPr>
          <p:spPr>
            <a:xfrm>
              <a:off x="7072112" y="2231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6" name="pt28446"/>
            <p:cNvSpPr/>
            <p:nvPr/>
          </p:nvSpPr>
          <p:spPr>
            <a:xfrm>
              <a:off x="7180962" y="2139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7" name="pt28447"/>
            <p:cNvSpPr/>
            <p:nvPr/>
          </p:nvSpPr>
          <p:spPr>
            <a:xfrm>
              <a:off x="7332489" y="179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8" name="pt28448"/>
            <p:cNvSpPr/>
            <p:nvPr/>
          </p:nvSpPr>
          <p:spPr>
            <a:xfrm>
              <a:off x="7190974" y="2059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9" name="pt28449"/>
            <p:cNvSpPr/>
            <p:nvPr/>
          </p:nvSpPr>
          <p:spPr>
            <a:xfrm>
              <a:off x="7399297" y="2617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0" name="pt28450"/>
            <p:cNvSpPr/>
            <p:nvPr/>
          </p:nvSpPr>
          <p:spPr>
            <a:xfrm>
              <a:off x="7166035" y="2109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1" name="pt28451"/>
            <p:cNvSpPr/>
            <p:nvPr/>
          </p:nvSpPr>
          <p:spPr>
            <a:xfrm>
              <a:off x="7216078" y="2213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2" name="pt28452"/>
            <p:cNvSpPr/>
            <p:nvPr/>
          </p:nvSpPr>
          <p:spPr>
            <a:xfrm>
              <a:off x="7402799" y="2263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3" name="pt28453"/>
            <p:cNvSpPr/>
            <p:nvPr/>
          </p:nvSpPr>
          <p:spPr>
            <a:xfrm>
              <a:off x="7378362" y="2154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4" name="pt28454"/>
            <p:cNvSpPr/>
            <p:nvPr/>
          </p:nvSpPr>
          <p:spPr>
            <a:xfrm>
              <a:off x="7275158" y="2137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5" name="pt28455"/>
            <p:cNvSpPr/>
            <p:nvPr/>
          </p:nvSpPr>
          <p:spPr>
            <a:xfrm>
              <a:off x="7209204" y="2391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6" name="pt28456"/>
            <p:cNvSpPr/>
            <p:nvPr/>
          </p:nvSpPr>
          <p:spPr>
            <a:xfrm>
              <a:off x="6788339" y="2614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7" name="pt28457"/>
            <p:cNvSpPr/>
            <p:nvPr/>
          </p:nvSpPr>
          <p:spPr>
            <a:xfrm>
              <a:off x="7127994" y="2102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8" name="pt28458"/>
            <p:cNvSpPr/>
            <p:nvPr/>
          </p:nvSpPr>
          <p:spPr>
            <a:xfrm>
              <a:off x="6994081" y="2147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9" name="pt28459"/>
            <p:cNvSpPr/>
            <p:nvPr/>
          </p:nvSpPr>
          <p:spPr>
            <a:xfrm>
              <a:off x="7202468" y="2023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0" name="pt28460"/>
            <p:cNvSpPr/>
            <p:nvPr/>
          </p:nvSpPr>
          <p:spPr>
            <a:xfrm>
              <a:off x="6799331" y="2551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1" name="pt28461"/>
            <p:cNvSpPr/>
            <p:nvPr/>
          </p:nvSpPr>
          <p:spPr>
            <a:xfrm>
              <a:off x="6716889" y="2060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2" name="pt28462"/>
            <p:cNvSpPr/>
            <p:nvPr/>
          </p:nvSpPr>
          <p:spPr>
            <a:xfrm>
              <a:off x="7138599" y="2137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3" name="pt28463"/>
            <p:cNvSpPr/>
            <p:nvPr/>
          </p:nvSpPr>
          <p:spPr>
            <a:xfrm>
              <a:off x="7022076" y="1931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4" name="pt28464"/>
            <p:cNvSpPr/>
            <p:nvPr/>
          </p:nvSpPr>
          <p:spPr>
            <a:xfrm>
              <a:off x="6912962" y="2228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5" name="pt28465"/>
            <p:cNvSpPr/>
            <p:nvPr/>
          </p:nvSpPr>
          <p:spPr>
            <a:xfrm>
              <a:off x="7133860" y="2154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6" name="pt28466"/>
            <p:cNvSpPr/>
            <p:nvPr/>
          </p:nvSpPr>
          <p:spPr>
            <a:xfrm>
              <a:off x="7189431" y="2056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7" name="pt28467"/>
            <p:cNvSpPr/>
            <p:nvPr/>
          </p:nvSpPr>
          <p:spPr>
            <a:xfrm>
              <a:off x="7057968" y="2152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8" name="pt28468"/>
            <p:cNvSpPr/>
            <p:nvPr/>
          </p:nvSpPr>
          <p:spPr>
            <a:xfrm>
              <a:off x="7237936" y="1986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9" name="pt28469"/>
            <p:cNvSpPr/>
            <p:nvPr/>
          </p:nvSpPr>
          <p:spPr>
            <a:xfrm>
              <a:off x="7424462" y="2608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0" name="pt28470"/>
            <p:cNvSpPr/>
            <p:nvPr/>
          </p:nvSpPr>
          <p:spPr>
            <a:xfrm>
              <a:off x="7184541" y="2135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1" name="pt28471"/>
            <p:cNvSpPr/>
            <p:nvPr/>
          </p:nvSpPr>
          <p:spPr>
            <a:xfrm>
              <a:off x="7148619" y="2210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2" name="pt28472"/>
            <p:cNvSpPr/>
            <p:nvPr/>
          </p:nvSpPr>
          <p:spPr>
            <a:xfrm>
              <a:off x="7100161" y="2279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3" name="pt28473"/>
            <p:cNvSpPr/>
            <p:nvPr/>
          </p:nvSpPr>
          <p:spPr>
            <a:xfrm>
              <a:off x="7037113" y="2160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4" name="pt28474"/>
            <p:cNvSpPr/>
            <p:nvPr/>
          </p:nvSpPr>
          <p:spPr>
            <a:xfrm>
              <a:off x="7117759" y="2161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5" name="pt28475"/>
            <p:cNvSpPr/>
            <p:nvPr/>
          </p:nvSpPr>
          <p:spPr>
            <a:xfrm>
              <a:off x="7227410" y="2028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6" name="pt28476"/>
            <p:cNvSpPr/>
            <p:nvPr/>
          </p:nvSpPr>
          <p:spPr>
            <a:xfrm>
              <a:off x="7107907" y="2092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7" name="pt28477"/>
            <p:cNvSpPr/>
            <p:nvPr/>
          </p:nvSpPr>
          <p:spPr>
            <a:xfrm>
              <a:off x="7112278" y="2154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8" name="pt28478"/>
            <p:cNvSpPr/>
            <p:nvPr/>
          </p:nvSpPr>
          <p:spPr>
            <a:xfrm>
              <a:off x="7179539" y="2068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9" name="pt28479"/>
            <p:cNvSpPr/>
            <p:nvPr/>
          </p:nvSpPr>
          <p:spPr>
            <a:xfrm>
              <a:off x="7167142" y="2009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0" name="pt28480"/>
            <p:cNvSpPr/>
            <p:nvPr/>
          </p:nvSpPr>
          <p:spPr>
            <a:xfrm>
              <a:off x="7018099" y="202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1" name="pt28481"/>
            <p:cNvSpPr/>
            <p:nvPr/>
          </p:nvSpPr>
          <p:spPr>
            <a:xfrm>
              <a:off x="7187940" y="2046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2" name="pt28482"/>
            <p:cNvSpPr/>
            <p:nvPr/>
          </p:nvSpPr>
          <p:spPr>
            <a:xfrm>
              <a:off x="7413827" y="2774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3" name="pt28483"/>
            <p:cNvSpPr/>
            <p:nvPr/>
          </p:nvSpPr>
          <p:spPr>
            <a:xfrm>
              <a:off x="7214190" y="2205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4" name="pt28484"/>
            <p:cNvSpPr/>
            <p:nvPr/>
          </p:nvSpPr>
          <p:spPr>
            <a:xfrm>
              <a:off x="7243079" y="2234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5" name="pt28485"/>
            <p:cNvSpPr/>
            <p:nvPr/>
          </p:nvSpPr>
          <p:spPr>
            <a:xfrm>
              <a:off x="7230771" y="2126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6" name="pt28486"/>
            <p:cNvSpPr/>
            <p:nvPr/>
          </p:nvSpPr>
          <p:spPr>
            <a:xfrm>
              <a:off x="7349014" y="2073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7" name="pt28487"/>
            <p:cNvSpPr/>
            <p:nvPr/>
          </p:nvSpPr>
          <p:spPr>
            <a:xfrm>
              <a:off x="7248409" y="2018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8" name="pt28488"/>
            <p:cNvSpPr/>
            <p:nvPr/>
          </p:nvSpPr>
          <p:spPr>
            <a:xfrm>
              <a:off x="7276572" y="2059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9" name="pt28489"/>
            <p:cNvSpPr/>
            <p:nvPr/>
          </p:nvSpPr>
          <p:spPr>
            <a:xfrm>
              <a:off x="6953576" y="2222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0" name="pt28490"/>
            <p:cNvSpPr/>
            <p:nvPr/>
          </p:nvSpPr>
          <p:spPr>
            <a:xfrm>
              <a:off x="7084783" y="2130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1" name="pt28491"/>
            <p:cNvSpPr/>
            <p:nvPr/>
          </p:nvSpPr>
          <p:spPr>
            <a:xfrm>
              <a:off x="7127148" y="2109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2" name="pt28492"/>
            <p:cNvSpPr/>
            <p:nvPr/>
          </p:nvSpPr>
          <p:spPr>
            <a:xfrm>
              <a:off x="7290793" y="1962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3" name="pt28493"/>
            <p:cNvSpPr/>
            <p:nvPr/>
          </p:nvSpPr>
          <p:spPr>
            <a:xfrm>
              <a:off x="7160366" y="2089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4" name="pt28494"/>
            <p:cNvSpPr/>
            <p:nvPr/>
          </p:nvSpPr>
          <p:spPr>
            <a:xfrm>
              <a:off x="7311111" y="2110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5" name="pt28495"/>
            <p:cNvSpPr/>
            <p:nvPr/>
          </p:nvSpPr>
          <p:spPr>
            <a:xfrm>
              <a:off x="7116281" y="2244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6" name="pt28496"/>
            <p:cNvSpPr/>
            <p:nvPr/>
          </p:nvSpPr>
          <p:spPr>
            <a:xfrm>
              <a:off x="7235332" y="1978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7" name="pt28497"/>
            <p:cNvSpPr/>
            <p:nvPr/>
          </p:nvSpPr>
          <p:spPr>
            <a:xfrm>
              <a:off x="6913853" y="2275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8" name="pt28498"/>
            <p:cNvSpPr/>
            <p:nvPr/>
          </p:nvSpPr>
          <p:spPr>
            <a:xfrm>
              <a:off x="7249751" y="2062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9" name="pt28499"/>
            <p:cNvSpPr/>
            <p:nvPr/>
          </p:nvSpPr>
          <p:spPr>
            <a:xfrm>
              <a:off x="7048532" y="2281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0" name="pt28500"/>
            <p:cNvSpPr/>
            <p:nvPr/>
          </p:nvSpPr>
          <p:spPr>
            <a:xfrm>
              <a:off x="7312474" y="1977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1" name="pt28501"/>
            <p:cNvSpPr/>
            <p:nvPr/>
          </p:nvSpPr>
          <p:spPr>
            <a:xfrm>
              <a:off x="7042811" y="2280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2" name="pt28502"/>
            <p:cNvSpPr/>
            <p:nvPr/>
          </p:nvSpPr>
          <p:spPr>
            <a:xfrm>
              <a:off x="7163763" y="2088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3" name="pt28503"/>
            <p:cNvSpPr/>
            <p:nvPr/>
          </p:nvSpPr>
          <p:spPr>
            <a:xfrm>
              <a:off x="7158085" y="2083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4" name="pt28504"/>
            <p:cNvSpPr/>
            <p:nvPr/>
          </p:nvSpPr>
          <p:spPr>
            <a:xfrm>
              <a:off x="7367317" y="2523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5" name="pt28505"/>
            <p:cNvSpPr/>
            <p:nvPr/>
          </p:nvSpPr>
          <p:spPr>
            <a:xfrm>
              <a:off x="7116535" y="2216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6" name="pt28506"/>
            <p:cNvSpPr/>
            <p:nvPr/>
          </p:nvSpPr>
          <p:spPr>
            <a:xfrm>
              <a:off x="7222478" y="2309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7" name="pt28507"/>
            <p:cNvSpPr/>
            <p:nvPr/>
          </p:nvSpPr>
          <p:spPr>
            <a:xfrm>
              <a:off x="7227166" y="1854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8" name="pt28508"/>
            <p:cNvSpPr/>
            <p:nvPr/>
          </p:nvSpPr>
          <p:spPr>
            <a:xfrm>
              <a:off x="7262580" y="2191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9" name="pt28509"/>
            <p:cNvSpPr/>
            <p:nvPr/>
          </p:nvSpPr>
          <p:spPr>
            <a:xfrm>
              <a:off x="7138640" y="2162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0" name="pt28510"/>
            <p:cNvSpPr/>
            <p:nvPr/>
          </p:nvSpPr>
          <p:spPr>
            <a:xfrm>
              <a:off x="7010870" y="190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1" name="pt28511"/>
            <p:cNvSpPr/>
            <p:nvPr/>
          </p:nvSpPr>
          <p:spPr>
            <a:xfrm>
              <a:off x="7192612" y="1931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2" name="pt28512"/>
            <p:cNvSpPr/>
            <p:nvPr/>
          </p:nvSpPr>
          <p:spPr>
            <a:xfrm>
              <a:off x="7139774" y="2147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3" name="pt28513"/>
            <p:cNvSpPr/>
            <p:nvPr/>
          </p:nvSpPr>
          <p:spPr>
            <a:xfrm>
              <a:off x="7122174" y="2102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4" name="pt28514"/>
            <p:cNvSpPr/>
            <p:nvPr/>
          </p:nvSpPr>
          <p:spPr>
            <a:xfrm>
              <a:off x="7113738" y="2121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5" name="pt28515"/>
            <p:cNvSpPr/>
            <p:nvPr/>
          </p:nvSpPr>
          <p:spPr>
            <a:xfrm>
              <a:off x="6941611" y="1921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6" name="pt28516"/>
            <p:cNvSpPr/>
            <p:nvPr/>
          </p:nvSpPr>
          <p:spPr>
            <a:xfrm>
              <a:off x="7339134" y="2003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7" name="pt28517"/>
            <p:cNvSpPr/>
            <p:nvPr/>
          </p:nvSpPr>
          <p:spPr>
            <a:xfrm>
              <a:off x="7112763" y="2085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8" name="pt28518"/>
            <p:cNvSpPr/>
            <p:nvPr/>
          </p:nvSpPr>
          <p:spPr>
            <a:xfrm>
              <a:off x="7146920" y="2379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9" name="pt28519"/>
            <p:cNvSpPr/>
            <p:nvPr/>
          </p:nvSpPr>
          <p:spPr>
            <a:xfrm>
              <a:off x="7046878" y="2210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0" name="pt28520"/>
            <p:cNvSpPr/>
            <p:nvPr/>
          </p:nvSpPr>
          <p:spPr>
            <a:xfrm>
              <a:off x="7096150" y="2117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1" name="pt28521"/>
            <p:cNvSpPr/>
            <p:nvPr/>
          </p:nvSpPr>
          <p:spPr>
            <a:xfrm>
              <a:off x="7200894" y="2000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2" name="pt28522"/>
            <p:cNvSpPr/>
            <p:nvPr/>
          </p:nvSpPr>
          <p:spPr>
            <a:xfrm>
              <a:off x="7160127" y="2136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3" name="pt28523"/>
            <p:cNvSpPr/>
            <p:nvPr/>
          </p:nvSpPr>
          <p:spPr>
            <a:xfrm>
              <a:off x="6995123" y="2063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4" name="pt28524"/>
            <p:cNvSpPr/>
            <p:nvPr/>
          </p:nvSpPr>
          <p:spPr>
            <a:xfrm>
              <a:off x="7259080" y="1869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5" name="pt28525"/>
            <p:cNvSpPr/>
            <p:nvPr/>
          </p:nvSpPr>
          <p:spPr>
            <a:xfrm>
              <a:off x="7470534" y="2335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6" name="pt28526"/>
            <p:cNvSpPr/>
            <p:nvPr/>
          </p:nvSpPr>
          <p:spPr>
            <a:xfrm>
              <a:off x="7281151" y="2128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7" name="pt28527"/>
            <p:cNvSpPr/>
            <p:nvPr/>
          </p:nvSpPr>
          <p:spPr>
            <a:xfrm>
              <a:off x="7129822" y="2150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8" name="pt28528"/>
            <p:cNvSpPr/>
            <p:nvPr/>
          </p:nvSpPr>
          <p:spPr>
            <a:xfrm>
              <a:off x="7044804" y="2295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9" name="pt28529"/>
            <p:cNvSpPr/>
            <p:nvPr/>
          </p:nvSpPr>
          <p:spPr>
            <a:xfrm>
              <a:off x="7029340" y="1728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0" name="pt28530"/>
            <p:cNvSpPr/>
            <p:nvPr/>
          </p:nvSpPr>
          <p:spPr>
            <a:xfrm>
              <a:off x="7038098" y="2162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1" name="pt28531"/>
            <p:cNvSpPr/>
            <p:nvPr/>
          </p:nvSpPr>
          <p:spPr>
            <a:xfrm>
              <a:off x="7130572" y="2148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2" name="pt28532"/>
            <p:cNvSpPr/>
            <p:nvPr/>
          </p:nvSpPr>
          <p:spPr>
            <a:xfrm>
              <a:off x="7179220" y="2058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3" name="pt28533"/>
            <p:cNvSpPr/>
            <p:nvPr/>
          </p:nvSpPr>
          <p:spPr>
            <a:xfrm>
              <a:off x="6856505" y="2406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4" name="pt28534"/>
            <p:cNvSpPr/>
            <p:nvPr/>
          </p:nvSpPr>
          <p:spPr>
            <a:xfrm>
              <a:off x="7032487" y="1954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5" name="pt28535"/>
            <p:cNvSpPr/>
            <p:nvPr/>
          </p:nvSpPr>
          <p:spPr>
            <a:xfrm>
              <a:off x="7243888" y="2179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6" name="pt28536"/>
            <p:cNvSpPr/>
            <p:nvPr/>
          </p:nvSpPr>
          <p:spPr>
            <a:xfrm>
              <a:off x="7087373" y="2218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7" name="pt28537"/>
            <p:cNvSpPr/>
            <p:nvPr/>
          </p:nvSpPr>
          <p:spPr>
            <a:xfrm>
              <a:off x="7008476" y="1985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8" name="pt28538"/>
            <p:cNvSpPr/>
            <p:nvPr/>
          </p:nvSpPr>
          <p:spPr>
            <a:xfrm>
              <a:off x="6770737" y="252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9" name="pt28539"/>
            <p:cNvSpPr/>
            <p:nvPr/>
          </p:nvSpPr>
          <p:spPr>
            <a:xfrm>
              <a:off x="7369152" y="2609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0" name="pt28540"/>
            <p:cNvSpPr/>
            <p:nvPr/>
          </p:nvSpPr>
          <p:spPr>
            <a:xfrm>
              <a:off x="7029616" y="1979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1" name="pt28541"/>
            <p:cNvSpPr/>
            <p:nvPr/>
          </p:nvSpPr>
          <p:spPr>
            <a:xfrm>
              <a:off x="7156284" y="2283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2" name="pt28542"/>
            <p:cNvSpPr/>
            <p:nvPr/>
          </p:nvSpPr>
          <p:spPr>
            <a:xfrm>
              <a:off x="7434566" y="2222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3" name="pt28543"/>
            <p:cNvSpPr/>
            <p:nvPr/>
          </p:nvSpPr>
          <p:spPr>
            <a:xfrm>
              <a:off x="7220685" y="2087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4" name="pt28544"/>
            <p:cNvSpPr/>
            <p:nvPr/>
          </p:nvSpPr>
          <p:spPr>
            <a:xfrm>
              <a:off x="7139551" y="2146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5" name="pt28545"/>
            <p:cNvSpPr/>
            <p:nvPr/>
          </p:nvSpPr>
          <p:spPr>
            <a:xfrm>
              <a:off x="6910447" y="2193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6" name="pt28546"/>
            <p:cNvSpPr/>
            <p:nvPr/>
          </p:nvSpPr>
          <p:spPr>
            <a:xfrm>
              <a:off x="7121485" y="2131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7" name="pt28547"/>
            <p:cNvSpPr/>
            <p:nvPr/>
          </p:nvSpPr>
          <p:spPr>
            <a:xfrm>
              <a:off x="6888178" y="1854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8" name="pt28548"/>
            <p:cNvSpPr/>
            <p:nvPr/>
          </p:nvSpPr>
          <p:spPr>
            <a:xfrm>
              <a:off x="6899055" y="1906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9" name="pt28549"/>
            <p:cNvSpPr/>
            <p:nvPr/>
          </p:nvSpPr>
          <p:spPr>
            <a:xfrm>
              <a:off x="7472857" y="2198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0" name="pt28550"/>
            <p:cNvSpPr/>
            <p:nvPr/>
          </p:nvSpPr>
          <p:spPr>
            <a:xfrm>
              <a:off x="7153776" y="2252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1" name="pt28551"/>
            <p:cNvSpPr/>
            <p:nvPr/>
          </p:nvSpPr>
          <p:spPr>
            <a:xfrm>
              <a:off x="7212643" y="2272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2" name="pt28552"/>
            <p:cNvSpPr/>
            <p:nvPr/>
          </p:nvSpPr>
          <p:spPr>
            <a:xfrm>
              <a:off x="7135836" y="2203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3" name="pt28553"/>
            <p:cNvSpPr/>
            <p:nvPr/>
          </p:nvSpPr>
          <p:spPr>
            <a:xfrm>
              <a:off x="7111828" y="2082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4" name="pt28554"/>
            <p:cNvSpPr/>
            <p:nvPr/>
          </p:nvSpPr>
          <p:spPr>
            <a:xfrm>
              <a:off x="6759383" y="2265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5" name="pt28555"/>
            <p:cNvSpPr/>
            <p:nvPr/>
          </p:nvSpPr>
          <p:spPr>
            <a:xfrm>
              <a:off x="7181302" y="2118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6" name="pt28556"/>
            <p:cNvSpPr/>
            <p:nvPr/>
          </p:nvSpPr>
          <p:spPr>
            <a:xfrm>
              <a:off x="7143754" y="2321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7" name="pt28557"/>
            <p:cNvSpPr/>
            <p:nvPr/>
          </p:nvSpPr>
          <p:spPr>
            <a:xfrm>
              <a:off x="6934118" y="2048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8" name="pt28558"/>
            <p:cNvSpPr/>
            <p:nvPr/>
          </p:nvSpPr>
          <p:spPr>
            <a:xfrm>
              <a:off x="7116423" y="2200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9" name="pt28559"/>
            <p:cNvSpPr/>
            <p:nvPr/>
          </p:nvSpPr>
          <p:spPr>
            <a:xfrm>
              <a:off x="7177388" y="2096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0" name="pt28560"/>
            <p:cNvSpPr/>
            <p:nvPr/>
          </p:nvSpPr>
          <p:spPr>
            <a:xfrm>
              <a:off x="7561960" y="1951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1" name="pt28561"/>
            <p:cNvSpPr/>
            <p:nvPr/>
          </p:nvSpPr>
          <p:spPr>
            <a:xfrm>
              <a:off x="7022602" y="2070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2" name="pt28562"/>
            <p:cNvSpPr/>
            <p:nvPr/>
          </p:nvSpPr>
          <p:spPr>
            <a:xfrm>
              <a:off x="6956581" y="2097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3" name="pt28563"/>
            <p:cNvSpPr/>
            <p:nvPr/>
          </p:nvSpPr>
          <p:spPr>
            <a:xfrm>
              <a:off x="7257806" y="2108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4" name="pt28564"/>
            <p:cNvSpPr/>
            <p:nvPr/>
          </p:nvSpPr>
          <p:spPr>
            <a:xfrm>
              <a:off x="7237211" y="2165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5" name="pt28565"/>
            <p:cNvSpPr/>
            <p:nvPr/>
          </p:nvSpPr>
          <p:spPr>
            <a:xfrm>
              <a:off x="7155128" y="2317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6" name="pt28566"/>
            <p:cNvSpPr/>
            <p:nvPr/>
          </p:nvSpPr>
          <p:spPr>
            <a:xfrm>
              <a:off x="7051344" y="2293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7" name="pt28567"/>
            <p:cNvSpPr/>
            <p:nvPr/>
          </p:nvSpPr>
          <p:spPr>
            <a:xfrm>
              <a:off x="7172133" y="1953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8" name="pt28568"/>
            <p:cNvSpPr/>
            <p:nvPr/>
          </p:nvSpPr>
          <p:spPr>
            <a:xfrm>
              <a:off x="6988148" y="1921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9" name="pt28569"/>
            <p:cNvSpPr/>
            <p:nvPr/>
          </p:nvSpPr>
          <p:spPr>
            <a:xfrm>
              <a:off x="7099785" y="223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0" name="pt28570"/>
            <p:cNvSpPr/>
            <p:nvPr/>
          </p:nvSpPr>
          <p:spPr>
            <a:xfrm>
              <a:off x="7086903" y="2179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1" name="pt28571"/>
            <p:cNvSpPr/>
            <p:nvPr/>
          </p:nvSpPr>
          <p:spPr>
            <a:xfrm>
              <a:off x="6967987" y="1974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2" name="pt28572"/>
            <p:cNvSpPr/>
            <p:nvPr/>
          </p:nvSpPr>
          <p:spPr>
            <a:xfrm>
              <a:off x="7128648" y="2099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3" name="pt28573"/>
            <p:cNvSpPr/>
            <p:nvPr/>
          </p:nvSpPr>
          <p:spPr>
            <a:xfrm>
              <a:off x="7161693" y="1871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4" name="pt28574"/>
            <p:cNvSpPr/>
            <p:nvPr/>
          </p:nvSpPr>
          <p:spPr>
            <a:xfrm>
              <a:off x="7214801" y="2321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5" name="pt28575"/>
            <p:cNvSpPr/>
            <p:nvPr/>
          </p:nvSpPr>
          <p:spPr>
            <a:xfrm>
              <a:off x="7136498" y="2176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6" name="pt28576"/>
            <p:cNvSpPr/>
            <p:nvPr/>
          </p:nvSpPr>
          <p:spPr>
            <a:xfrm>
              <a:off x="7047633" y="2317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7" name="pt28577"/>
            <p:cNvSpPr/>
            <p:nvPr/>
          </p:nvSpPr>
          <p:spPr>
            <a:xfrm>
              <a:off x="7550990" y="2595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8" name="pt28578"/>
            <p:cNvSpPr/>
            <p:nvPr/>
          </p:nvSpPr>
          <p:spPr>
            <a:xfrm>
              <a:off x="7091874" y="2204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9" name="pt28579"/>
            <p:cNvSpPr/>
            <p:nvPr/>
          </p:nvSpPr>
          <p:spPr>
            <a:xfrm>
              <a:off x="7043868" y="2224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0" name="pt28580"/>
            <p:cNvSpPr/>
            <p:nvPr/>
          </p:nvSpPr>
          <p:spPr>
            <a:xfrm>
              <a:off x="7200788" y="1967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1" name="pt28581"/>
            <p:cNvSpPr/>
            <p:nvPr/>
          </p:nvSpPr>
          <p:spPr>
            <a:xfrm>
              <a:off x="7200659" y="2030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2" name="pt28582"/>
            <p:cNvSpPr/>
            <p:nvPr/>
          </p:nvSpPr>
          <p:spPr>
            <a:xfrm>
              <a:off x="6973032" y="1941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3" name="pt28583"/>
            <p:cNvSpPr/>
            <p:nvPr/>
          </p:nvSpPr>
          <p:spPr>
            <a:xfrm>
              <a:off x="7284319" y="1876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4" name="pt28584"/>
            <p:cNvSpPr/>
            <p:nvPr/>
          </p:nvSpPr>
          <p:spPr>
            <a:xfrm>
              <a:off x="7090760" y="2192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5" name="pt28585"/>
            <p:cNvSpPr/>
            <p:nvPr/>
          </p:nvSpPr>
          <p:spPr>
            <a:xfrm>
              <a:off x="7160517" y="2030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6" name="pt28586"/>
            <p:cNvSpPr/>
            <p:nvPr/>
          </p:nvSpPr>
          <p:spPr>
            <a:xfrm>
              <a:off x="7005216" y="1976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7" name="pt28587"/>
            <p:cNvSpPr/>
            <p:nvPr/>
          </p:nvSpPr>
          <p:spPr>
            <a:xfrm>
              <a:off x="7089001" y="2202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8" name="pt28588"/>
            <p:cNvSpPr/>
            <p:nvPr/>
          </p:nvSpPr>
          <p:spPr>
            <a:xfrm>
              <a:off x="7151298" y="2329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9" name="pt28589"/>
            <p:cNvSpPr/>
            <p:nvPr/>
          </p:nvSpPr>
          <p:spPr>
            <a:xfrm>
              <a:off x="6953447" y="2083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0" name="pt28590"/>
            <p:cNvSpPr/>
            <p:nvPr/>
          </p:nvSpPr>
          <p:spPr>
            <a:xfrm>
              <a:off x="7174710" y="1998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1" name="pt28591"/>
            <p:cNvSpPr/>
            <p:nvPr/>
          </p:nvSpPr>
          <p:spPr>
            <a:xfrm>
              <a:off x="6912066" y="2205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2" name="pt28592"/>
            <p:cNvSpPr/>
            <p:nvPr/>
          </p:nvSpPr>
          <p:spPr>
            <a:xfrm>
              <a:off x="7016439" y="2091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3" name="pt28593"/>
            <p:cNvSpPr/>
            <p:nvPr/>
          </p:nvSpPr>
          <p:spPr>
            <a:xfrm>
              <a:off x="6995857" y="2052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4" name="pt28594"/>
            <p:cNvSpPr/>
            <p:nvPr/>
          </p:nvSpPr>
          <p:spPr>
            <a:xfrm>
              <a:off x="7248613" y="2108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5" name="pt28595"/>
            <p:cNvSpPr/>
            <p:nvPr/>
          </p:nvSpPr>
          <p:spPr>
            <a:xfrm>
              <a:off x="7690420" y="2307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6" name="pt28596"/>
            <p:cNvSpPr/>
            <p:nvPr/>
          </p:nvSpPr>
          <p:spPr>
            <a:xfrm>
              <a:off x="7068779" y="2140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7" name="pt28597"/>
            <p:cNvSpPr/>
            <p:nvPr/>
          </p:nvSpPr>
          <p:spPr>
            <a:xfrm>
              <a:off x="7201689" y="2041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8" name="pt28598"/>
            <p:cNvSpPr/>
            <p:nvPr/>
          </p:nvSpPr>
          <p:spPr>
            <a:xfrm>
              <a:off x="7211615" y="2190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9" name="pt28599"/>
            <p:cNvSpPr/>
            <p:nvPr/>
          </p:nvSpPr>
          <p:spPr>
            <a:xfrm>
              <a:off x="7141836" y="2196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0" name="pt28600"/>
            <p:cNvSpPr/>
            <p:nvPr/>
          </p:nvSpPr>
          <p:spPr>
            <a:xfrm>
              <a:off x="7115581" y="2080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1" name="pt28601"/>
            <p:cNvSpPr/>
            <p:nvPr/>
          </p:nvSpPr>
          <p:spPr>
            <a:xfrm>
              <a:off x="7288433" y="2008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2" name="pt28602"/>
            <p:cNvSpPr/>
            <p:nvPr/>
          </p:nvSpPr>
          <p:spPr>
            <a:xfrm>
              <a:off x="6964339" y="1917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3" name="pt28603"/>
            <p:cNvSpPr/>
            <p:nvPr/>
          </p:nvSpPr>
          <p:spPr>
            <a:xfrm>
              <a:off x="7304798" y="1948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4" name="pt28604"/>
            <p:cNvSpPr/>
            <p:nvPr/>
          </p:nvSpPr>
          <p:spPr>
            <a:xfrm>
              <a:off x="7350085" y="2172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5" name="pt28605"/>
            <p:cNvSpPr/>
            <p:nvPr/>
          </p:nvSpPr>
          <p:spPr>
            <a:xfrm>
              <a:off x="7240673" y="1723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6" name="pt28606"/>
            <p:cNvSpPr/>
            <p:nvPr/>
          </p:nvSpPr>
          <p:spPr>
            <a:xfrm>
              <a:off x="7196876" y="2213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7" name="pt28607"/>
            <p:cNvSpPr/>
            <p:nvPr/>
          </p:nvSpPr>
          <p:spPr>
            <a:xfrm>
              <a:off x="7089324" y="2228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8" name="pt28608"/>
            <p:cNvSpPr/>
            <p:nvPr/>
          </p:nvSpPr>
          <p:spPr>
            <a:xfrm>
              <a:off x="7186855" y="2130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9" name="pt28609"/>
            <p:cNvSpPr/>
            <p:nvPr/>
          </p:nvSpPr>
          <p:spPr>
            <a:xfrm>
              <a:off x="7151829" y="2371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0" name="pt28610"/>
            <p:cNvSpPr/>
            <p:nvPr/>
          </p:nvSpPr>
          <p:spPr>
            <a:xfrm>
              <a:off x="6821857" y="2402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1" name="pt28611"/>
            <p:cNvSpPr/>
            <p:nvPr/>
          </p:nvSpPr>
          <p:spPr>
            <a:xfrm>
              <a:off x="7222317" y="2034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2" name="pt28612"/>
            <p:cNvSpPr/>
            <p:nvPr/>
          </p:nvSpPr>
          <p:spPr>
            <a:xfrm>
              <a:off x="6764525" y="2552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3" name="pt28613"/>
            <p:cNvSpPr/>
            <p:nvPr/>
          </p:nvSpPr>
          <p:spPr>
            <a:xfrm>
              <a:off x="7092743" y="2182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4" name="pt28614"/>
            <p:cNvSpPr/>
            <p:nvPr/>
          </p:nvSpPr>
          <p:spPr>
            <a:xfrm>
              <a:off x="7282424" y="213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5" name="pt28615"/>
            <p:cNvSpPr/>
            <p:nvPr/>
          </p:nvSpPr>
          <p:spPr>
            <a:xfrm>
              <a:off x="7126584" y="2138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6" name="pt28616"/>
            <p:cNvSpPr/>
            <p:nvPr/>
          </p:nvSpPr>
          <p:spPr>
            <a:xfrm>
              <a:off x="7315471" y="1886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7" name="pt28617"/>
            <p:cNvSpPr/>
            <p:nvPr/>
          </p:nvSpPr>
          <p:spPr>
            <a:xfrm>
              <a:off x="7186119" y="2164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8" name="pt28618"/>
            <p:cNvSpPr/>
            <p:nvPr/>
          </p:nvSpPr>
          <p:spPr>
            <a:xfrm>
              <a:off x="7240464" y="1972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9" name="pt28619"/>
            <p:cNvSpPr/>
            <p:nvPr/>
          </p:nvSpPr>
          <p:spPr>
            <a:xfrm>
              <a:off x="7219663" y="2369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0" name="pt28620"/>
            <p:cNvSpPr/>
            <p:nvPr/>
          </p:nvSpPr>
          <p:spPr>
            <a:xfrm>
              <a:off x="7178004" y="2050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1" name="pt28621"/>
            <p:cNvSpPr/>
            <p:nvPr/>
          </p:nvSpPr>
          <p:spPr>
            <a:xfrm>
              <a:off x="7151189" y="2306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2" name="pt28622"/>
            <p:cNvSpPr/>
            <p:nvPr/>
          </p:nvSpPr>
          <p:spPr>
            <a:xfrm>
              <a:off x="7002460" y="1948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3" name="pt28623"/>
            <p:cNvSpPr/>
            <p:nvPr/>
          </p:nvSpPr>
          <p:spPr>
            <a:xfrm>
              <a:off x="7119578" y="2157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4" name="pt28624"/>
            <p:cNvSpPr/>
            <p:nvPr/>
          </p:nvSpPr>
          <p:spPr>
            <a:xfrm>
              <a:off x="7077621" y="2184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5" name="pt28625"/>
            <p:cNvSpPr/>
            <p:nvPr/>
          </p:nvSpPr>
          <p:spPr>
            <a:xfrm>
              <a:off x="7353919" y="1882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6" name="pt28626"/>
            <p:cNvSpPr/>
            <p:nvPr/>
          </p:nvSpPr>
          <p:spPr>
            <a:xfrm>
              <a:off x="7463627" y="266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7" name="pt28627"/>
            <p:cNvSpPr/>
            <p:nvPr/>
          </p:nvSpPr>
          <p:spPr>
            <a:xfrm>
              <a:off x="6974770" y="2040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8" name="pt28628"/>
            <p:cNvSpPr/>
            <p:nvPr/>
          </p:nvSpPr>
          <p:spPr>
            <a:xfrm>
              <a:off x="7117194" y="2198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9" name="pt28629"/>
            <p:cNvSpPr/>
            <p:nvPr/>
          </p:nvSpPr>
          <p:spPr>
            <a:xfrm>
              <a:off x="7086897" y="2210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0" name="pt28630"/>
            <p:cNvSpPr/>
            <p:nvPr/>
          </p:nvSpPr>
          <p:spPr>
            <a:xfrm>
              <a:off x="7325646" y="2068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1" name="pt28631"/>
            <p:cNvSpPr/>
            <p:nvPr/>
          </p:nvSpPr>
          <p:spPr>
            <a:xfrm>
              <a:off x="7070206" y="2088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2" name="pt28632"/>
            <p:cNvSpPr/>
            <p:nvPr/>
          </p:nvSpPr>
          <p:spPr>
            <a:xfrm>
              <a:off x="7068377" y="2130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3" name="pt28633"/>
            <p:cNvSpPr/>
            <p:nvPr/>
          </p:nvSpPr>
          <p:spPr>
            <a:xfrm>
              <a:off x="7110763" y="2151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4" name="pt28634"/>
            <p:cNvSpPr/>
            <p:nvPr/>
          </p:nvSpPr>
          <p:spPr>
            <a:xfrm>
              <a:off x="7004607" y="1919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5" name="pt28635"/>
            <p:cNvSpPr/>
            <p:nvPr/>
          </p:nvSpPr>
          <p:spPr>
            <a:xfrm>
              <a:off x="6972338" y="1964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6" name="pt28636"/>
            <p:cNvSpPr/>
            <p:nvPr/>
          </p:nvSpPr>
          <p:spPr>
            <a:xfrm>
              <a:off x="7335946" y="2013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7" name="pt28637"/>
            <p:cNvSpPr/>
            <p:nvPr/>
          </p:nvSpPr>
          <p:spPr>
            <a:xfrm>
              <a:off x="6896057" y="1768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8" name="pt28638"/>
            <p:cNvSpPr/>
            <p:nvPr/>
          </p:nvSpPr>
          <p:spPr>
            <a:xfrm>
              <a:off x="7174596" y="1922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9" name="pt28639"/>
            <p:cNvSpPr/>
            <p:nvPr/>
          </p:nvSpPr>
          <p:spPr>
            <a:xfrm>
              <a:off x="7224954" y="2227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0" name="pt28640"/>
            <p:cNvSpPr/>
            <p:nvPr/>
          </p:nvSpPr>
          <p:spPr>
            <a:xfrm>
              <a:off x="7248307" y="2095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1" name="pt28641"/>
            <p:cNvSpPr/>
            <p:nvPr/>
          </p:nvSpPr>
          <p:spPr>
            <a:xfrm>
              <a:off x="7087127" y="2144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2" name="pt28642"/>
            <p:cNvSpPr/>
            <p:nvPr/>
          </p:nvSpPr>
          <p:spPr>
            <a:xfrm>
              <a:off x="7359690" y="2297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3" name="pt28643"/>
            <p:cNvSpPr/>
            <p:nvPr/>
          </p:nvSpPr>
          <p:spPr>
            <a:xfrm>
              <a:off x="7102628" y="2174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4" name="pt28644"/>
            <p:cNvSpPr/>
            <p:nvPr/>
          </p:nvSpPr>
          <p:spPr>
            <a:xfrm>
              <a:off x="7091677" y="2047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5" name="pt28645"/>
            <p:cNvSpPr/>
            <p:nvPr/>
          </p:nvSpPr>
          <p:spPr>
            <a:xfrm>
              <a:off x="6830394" y="1932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6" name="pt28646"/>
            <p:cNvSpPr/>
            <p:nvPr/>
          </p:nvSpPr>
          <p:spPr>
            <a:xfrm>
              <a:off x="7302530" y="2016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7" name="pt28647"/>
            <p:cNvSpPr/>
            <p:nvPr/>
          </p:nvSpPr>
          <p:spPr>
            <a:xfrm>
              <a:off x="7117752" y="2195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8" name="pt28648"/>
            <p:cNvSpPr/>
            <p:nvPr/>
          </p:nvSpPr>
          <p:spPr>
            <a:xfrm>
              <a:off x="7078602" y="2115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9" name="pt28649"/>
            <p:cNvSpPr/>
            <p:nvPr/>
          </p:nvSpPr>
          <p:spPr>
            <a:xfrm>
              <a:off x="7157714" y="2125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0" name="pt28650"/>
            <p:cNvSpPr/>
            <p:nvPr/>
          </p:nvSpPr>
          <p:spPr>
            <a:xfrm>
              <a:off x="7191301" y="2094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1" name="pt28651"/>
            <p:cNvSpPr/>
            <p:nvPr/>
          </p:nvSpPr>
          <p:spPr>
            <a:xfrm>
              <a:off x="7604998" y="2408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2" name="pt28652"/>
            <p:cNvSpPr/>
            <p:nvPr/>
          </p:nvSpPr>
          <p:spPr>
            <a:xfrm>
              <a:off x="7104127" y="217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3" name="pt28653"/>
            <p:cNvSpPr/>
            <p:nvPr/>
          </p:nvSpPr>
          <p:spPr>
            <a:xfrm>
              <a:off x="7081956" y="2021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4" name="pt28654"/>
            <p:cNvSpPr/>
            <p:nvPr/>
          </p:nvSpPr>
          <p:spPr>
            <a:xfrm>
              <a:off x="7052781" y="2233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5" name="pt28655"/>
            <p:cNvSpPr/>
            <p:nvPr/>
          </p:nvSpPr>
          <p:spPr>
            <a:xfrm>
              <a:off x="7337686" y="2054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6" name="pt28656"/>
            <p:cNvSpPr/>
            <p:nvPr/>
          </p:nvSpPr>
          <p:spPr>
            <a:xfrm>
              <a:off x="6842156" y="2202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7" name="pt28657"/>
            <p:cNvSpPr/>
            <p:nvPr/>
          </p:nvSpPr>
          <p:spPr>
            <a:xfrm>
              <a:off x="7263724" y="2077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8" name="pt28658"/>
            <p:cNvSpPr/>
            <p:nvPr/>
          </p:nvSpPr>
          <p:spPr>
            <a:xfrm>
              <a:off x="7099324" y="2292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9" name="pt28659"/>
            <p:cNvSpPr/>
            <p:nvPr/>
          </p:nvSpPr>
          <p:spPr>
            <a:xfrm>
              <a:off x="7521979" y="2314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0" name="pt28660"/>
            <p:cNvSpPr/>
            <p:nvPr/>
          </p:nvSpPr>
          <p:spPr>
            <a:xfrm>
              <a:off x="7143555" y="2156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1" name="pt28661"/>
            <p:cNvSpPr/>
            <p:nvPr/>
          </p:nvSpPr>
          <p:spPr>
            <a:xfrm>
              <a:off x="6922594" y="2223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2" name="pt28662"/>
            <p:cNvSpPr/>
            <p:nvPr/>
          </p:nvSpPr>
          <p:spPr>
            <a:xfrm>
              <a:off x="7197133" y="2069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3" name="pt28663"/>
            <p:cNvSpPr/>
            <p:nvPr/>
          </p:nvSpPr>
          <p:spPr>
            <a:xfrm>
              <a:off x="6986941" y="2001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4" name="pt28664"/>
            <p:cNvSpPr/>
            <p:nvPr/>
          </p:nvSpPr>
          <p:spPr>
            <a:xfrm>
              <a:off x="6991884" y="1972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5" name="pt28665"/>
            <p:cNvSpPr/>
            <p:nvPr/>
          </p:nvSpPr>
          <p:spPr>
            <a:xfrm>
              <a:off x="7178863" y="2085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6" name="pt28666"/>
            <p:cNvSpPr/>
            <p:nvPr/>
          </p:nvSpPr>
          <p:spPr>
            <a:xfrm>
              <a:off x="7081206" y="2054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7" name="pt28667"/>
            <p:cNvSpPr/>
            <p:nvPr/>
          </p:nvSpPr>
          <p:spPr>
            <a:xfrm>
              <a:off x="6964232" y="1923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8" name="pt28668"/>
            <p:cNvSpPr/>
            <p:nvPr/>
          </p:nvSpPr>
          <p:spPr>
            <a:xfrm>
              <a:off x="7488522" y="2747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9" name="pt28669"/>
            <p:cNvSpPr/>
            <p:nvPr/>
          </p:nvSpPr>
          <p:spPr>
            <a:xfrm>
              <a:off x="7268928" y="2022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0" name="pt28670"/>
            <p:cNvSpPr/>
            <p:nvPr/>
          </p:nvSpPr>
          <p:spPr>
            <a:xfrm>
              <a:off x="7322930" y="1915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1" name="pt28671"/>
            <p:cNvSpPr/>
            <p:nvPr/>
          </p:nvSpPr>
          <p:spPr>
            <a:xfrm>
              <a:off x="7259441" y="2047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2" name="pt28672"/>
            <p:cNvSpPr/>
            <p:nvPr/>
          </p:nvSpPr>
          <p:spPr>
            <a:xfrm>
              <a:off x="7049414" y="2377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3" name="pt28673"/>
            <p:cNvSpPr/>
            <p:nvPr/>
          </p:nvSpPr>
          <p:spPr>
            <a:xfrm>
              <a:off x="7185494" y="2111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4" name="pt28674"/>
            <p:cNvSpPr/>
            <p:nvPr/>
          </p:nvSpPr>
          <p:spPr>
            <a:xfrm>
              <a:off x="6981489" y="2031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5" name="pt28675"/>
            <p:cNvSpPr/>
            <p:nvPr/>
          </p:nvSpPr>
          <p:spPr>
            <a:xfrm>
              <a:off x="7073200" y="2291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6" name="pt28676"/>
            <p:cNvSpPr/>
            <p:nvPr/>
          </p:nvSpPr>
          <p:spPr>
            <a:xfrm>
              <a:off x="6779204" y="2736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7" name="pt28677"/>
            <p:cNvSpPr/>
            <p:nvPr/>
          </p:nvSpPr>
          <p:spPr>
            <a:xfrm>
              <a:off x="7029748" y="2082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8" name="pt28678"/>
            <p:cNvSpPr/>
            <p:nvPr/>
          </p:nvSpPr>
          <p:spPr>
            <a:xfrm>
              <a:off x="7041531" y="2229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9" name="pt28679"/>
            <p:cNvSpPr/>
            <p:nvPr/>
          </p:nvSpPr>
          <p:spPr>
            <a:xfrm>
              <a:off x="7346060" y="2007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0" name="pt28680"/>
            <p:cNvSpPr/>
            <p:nvPr/>
          </p:nvSpPr>
          <p:spPr>
            <a:xfrm>
              <a:off x="7128021" y="2169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1" name="pt28681"/>
            <p:cNvSpPr/>
            <p:nvPr/>
          </p:nvSpPr>
          <p:spPr>
            <a:xfrm>
              <a:off x="7311651" y="1973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2" name="pt28682"/>
            <p:cNvSpPr/>
            <p:nvPr/>
          </p:nvSpPr>
          <p:spPr>
            <a:xfrm>
              <a:off x="7167138" y="1997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3" name="pt28683"/>
            <p:cNvSpPr/>
            <p:nvPr/>
          </p:nvSpPr>
          <p:spPr>
            <a:xfrm>
              <a:off x="7086303" y="2137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4" name="pt28684"/>
            <p:cNvSpPr/>
            <p:nvPr/>
          </p:nvSpPr>
          <p:spPr>
            <a:xfrm>
              <a:off x="6425116" y="1667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5" name="pt28685"/>
            <p:cNvSpPr/>
            <p:nvPr/>
          </p:nvSpPr>
          <p:spPr>
            <a:xfrm>
              <a:off x="7137030" y="2091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6" name="pt28686"/>
            <p:cNvSpPr/>
            <p:nvPr/>
          </p:nvSpPr>
          <p:spPr>
            <a:xfrm>
              <a:off x="7038742" y="2191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7" name="pt28687"/>
            <p:cNvSpPr/>
            <p:nvPr/>
          </p:nvSpPr>
          <p:spPr>
            <a:xfrm>
              <a:off x="7173662" y="2004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8" name="pt28688"/>
            <p:cNvSpPr/>
            <p:nvPr/>
          </p:nvSpPr>
          <p:spPr>
            <a:xfrm>
              <a:off x="7229721" y="2217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9" name="pt28689"/>
            <p:cNvSpPr/>
            <p:nvPr/>
          </p:nvSpPr>
          <p:spPr>
            <a:xfrm>
              <a:off x="7173165" y="204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0" name="pt28690"/>
            <p:cNvSpPr/>
            <p:nvPr/>
          </p:nvSpPr>
          <p:spPr>
            <a:xfrm>
              <a:off x="7053930" y="2265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1" name="pt28691"/>
            <p:cNvSpPr/>
            <p:nvPr/>
          </p:nvSpPr>
          <p:spPr>
            <a:xfrm>
              <a:off x="7185289" y="2144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2" name="pt28692"/>
            <p:cNvSpPr/>
            <p:nvPr/>
          </p:nvSpPr>
          <p:spPr>
            <a:xfrm>
              <a:off x="7329470" y="2015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3" name="pt28693"/>
            <p:cNvSpPr/>
            <p:nvPr/>
          </p:nvSpPr>
          <p:spPr>
            <a:xfrm>
              <a:off x="7299538" y="1990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4" name="pt28694"/>
            <p:cNvSpPr/>
            <p:nvPr/>
          </p:nvSpPr>
          <p:spPr>
            <a:xfrm>
              <a:off x="7421387" y="2440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5" name="pt28695"/>
            <p:cNvSpPr/>
            <p:nvPr/>
          </p:nvSpPr>
          <p:spPr>
            <a:xfrm>
              <a:off x="7317150" y="1874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6" name="pt28696"/>
            <p:cNvSpPr/>
            <p:nvPr/>
          </p:nvSpPr>
          <p:spPr>
            <a:xfrm>
              <a:off x="7479427" y="266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7" name="pt28697"/>
            <p:cNvSpPr/>
            <p:nvPr/>
          </p:nvSpPr>
          <p:spPr>
            <a:xfrm>
              <a:off x="7457553" y="2678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8" name="pt28698"/>
            <p:cNvSpPr/>
            <p:nvPr/>
          </p:nvSpPr>
          <p:spPr>
            <a:xfrm>
              <a:off x="7090721" y="2183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9" name="pt28699"/>
            <p:cNvSpPr/>
            <p:nvPr/>
          </p:nvSpPr>
          <p:spPr>
            <a:xfrm>
              <a:off x="7380779" y="2312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0" name="pt28700"/>
            <p:cNvSpPr/>
            <p:nvPr/>
          </p:nvSpPr>
          <p:spPr>
            <a:xfrm>
              <a:off x="7292669" y="1979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1" name="pt28701"/>
            <p:cNvSpPr/>
            <p:nvPr/>
          </p:nvSpPr>
          <p:spPr>
            <a:xfrm>
              <a:off x="7278501" y="1961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2" name="pt28702"/>
            <p:cNvSpPr/>
            <p:nvPr/>
          </p:nvSpPr>
          <p:spPr>
            <a:xfrm>
              <a:off x="7422607" y="2488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3" name="pt28703"/>
            <p:cNvSpPr/>
            <p:nvPr/>
          </p:nvSpPr>
          <p:spPr>
            <a:xfrm>
              <a:off x="7465536" y="2729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4" name="pt28704"/>
            <p:cNvSpPr/>
            <p:nvPr/>
          </p:nvSpPr>
          <p:spPr>
            <a:xfrm>
              <a:off x="7143699" y="2203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5" name="pt28705"/>
            <p:cNvSpPr/>
            <p:nvPr/>
          </p:nvSpPr>
          <p:spPr>
            <a:xfrm>
              <a:off x="7387132" y="2079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6" name="pt28706"/>
            <p:cNvSpPr/>
            <p:nvPr/>
          </p:nvSpPr>
          <p:spPr>
            <a:xfrm>
              <a:off x="6750102" y="1721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7" name="pt28707"/>
            <p:cNvSpPr/>
            <p:nvPr/>
          </p:nvSpPr>
          <p:spPr>
            <a:xfrm>
              <a:off x="7063403" y="1833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8" name="pt28708"/>
            <p:cNvSpPr/>
            <p:nvPr/>
          </p:nvSpPr>
          <p:spPr>
            <a:xfrm>
              <a:off x="7050005" y="2302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9" name="pt28709"/>
            <p:cNvSpPr/>
            <p:nvPr/>
          </p:nvSpPr>
          <p:spPr>
            <a:xfrm>
              <a:off x="7082428" y="211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0" name="pt28710"/>
            <p:cNvSpPr/>
            <p:nvPr/>
          </p:nvSpPr>
          <p:spPr>
            <a:xfrm>
              <a:off x="7000604" y="2059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1" name="pt28711"/>
            <p:cNvSpPr/>
            <p:nvPr/>
          </p:nvSpPr>
          <p:spPr>
            <a:xfrm>
              <a:off x="7189430" y="2073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2" name="pt28712"/>
            <p:cNvSpPr/>
            <p:nvPr/>
          </p:nvSpPr>
          <p:spPr>
            <a:xfrm>
              <a:off x="6702318" y="1957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3" name="pt28713"/>
            <p:cNvSpPr/>
            <p:nvPr/>
          </p:nvSpPr>
          <p:spPr>
            <a:xfrm>
              <a:off x="7216086" y="2132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4" name="pt28714"/>
            <p:cNvSpPr/>
            <p:nvPr/>
          </p:nvSpPr>
          <p:spPr>
            <a:xfrm>
              <a:off x="7039135" y="2199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5" name="pt28715"/>
            <p:cNvSpPr/>
            <p:nvPr/>
          </p:nvSpPr>
          <p:spPr>
            <a:xfrm>
              <a:off x="7068212" y="1927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6" name="pt28716"/>
            <p:cNvSpPr/>
            <p:nvPr/>
          </p:nvSpPr>
          <p:spPr>
            <a:xfrm>
              <a:off x="7078806" y="2099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7" name="pt28717"/>
            <p:cNvSpPr/>
            <p:nvPr/>
          </p:nvSpPr>
          <p:spPr>
            <a:xfrm>
              <a:off x="7046663" y="2377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8" name="pt28718"/>
            <p:cNvSpPr/>
            <p:nvPr/>
          </p:nvSpPr>
          <p:spPr>
            <a:xfrm>
              <a:off x="7129857" y="2118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9" name="pt28719"/>
            <p:cNvSpPr/>
            <p:nvPr/>
          </p:nvSpPr>
          <p:spPr>
            <a:xfrm>
              <a:off x="7110717" y="2126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0" name="pt28720"/>
            <p:cNvSpPr/>
            <p:nvPr/>
          </p:nvSpPr>
          <p:spPr>
            <a:xfrm>
              <a:off x="7123167" y="2142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1" name="pt28721"/>
            <p:cNvSpPr/>
            <p:nvPr/>
          </p:nvSpPr>
          <p:spPr>
            <a:xfrm>
              <a:off x="7193860" y="2015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2" name="pt28722"/>
            <p:cNvSpPr/>
            <p:nvPr/>
          </p:nvSpPr>
          <p:spPr>
            <a:xfrm>
              <a:off x="6961809" y="1999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3" name="pt28723"/>
            <p:cNvSpPr/>
            <p:nvPr/>
          </p:nvSpPr>
          <p:spPr>
            <a:xfrm>
              <a:off x="6907188" y="1850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4" name="pt28724"/>
            <p:cNvSpPr/>
            <p:nvPr/>
          </p:nvSpPr>
          <p:spPr>
            <a:xfrm>
              <a:off x="7231619" y="2093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5" name="pt28725"/>
            <p:cNvSpPr/>
            <p:nvPr/>
          </p:nvSpPr>
          <p:spPr>
            <a:xfrm>
              <a:off x="6937280" y="2213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6" name="pt28726"/>
            <p:cNvSpPr/>
            <p:nvPr/>
          </p:nvSpPr>
          <p:spPr>
            <a:xfrm>
              <a:off x="6920474" y="2139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7" name="pt28727"/>
            <p:cNvSpPr/>
            <p:nvPr/>
          </p:nvSpPr>
          <p:spPr>
            <a:xfrm>
              <a:off x="7094569" y="2223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8" name="pt28728"/>
            <p:cNvSpPr/>
            <p:nvPr/>
          </p:nvSpPr>
          <p:spPr>
            <a:xfrm>
              <a:off x="6958546" y="2069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9" name="pt28729"/>
            <p:cNvSpPr/>
            <p:nvPr/>
          </p:nvSpPr>
          <p:spPr>
            <a:xfrm>
              <a:off x="7226151" y="2125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0" name="pt28730"/>
            <p:cNvSpPr/>
            <p:nvPr/>
          </p:nvSpPr>
          <p:spPr>
            <a:xfrm>
              <a:off x="7237202" y="2098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1" name="pt28731"/>
            <p:cNvSpPr/>
            <p:nvPr/>
          </p:nvSpPr>
          <p:spPr>
            <a:xfrm>
              <a:off x="7097063" y="2196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2" name="pt28732"/>
            <p:cNvSpPr/>
            <p:nvPr/>
          </p:nvSpPr>
          <p:spPr>
            <a:xfrm>
              <a:off x="7364814" y="2277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3" name="pt28733"/>
            <p:cNvSpPr/>
            <p:nvPr/>
          </p:nvSpPr>
          <p:spPr>
            <a:xfrm>
              <a:off x="6863404" y="2277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4" name="pt28734"/>
            <p:cNvSpPr/>
            <p:nvPr/>
          </p:nvSpPr>
          <p:spPr>
            <a:xfrm>
              <a:off x="7127858" y="2060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5" name="pt28735"/>
            <p:cNvSpPr/>
            <p:nvPr/>
          </p:nvSpPr>
          <p:spPr>
            <a:xfrm>
              <a:off x="7200612" y="1966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6" name="pt28736"/>
            <p:cNvSpPr/>
            <p:nvPr/>
          </p:nvSpPr>
          <p:spPr>
            <a:xfrm>
              <a:off x="7166209" y="2104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7" name="pt28737"/>
            <p:cNvSpPr/>
            <p:nvPr/>
          </p:nvSpPr>
          <p:spPr>
            <a:xfrm>
              <a:off x="7233802" y="2144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8" name="pt28738"/>
            <p:cNvSpPr/>
            <p:nvPr/>
          </p:nvSpPr>
          <p:spPr>
            <a:xfrm>
              <a:off x="7278974" y="191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9" name="pt28739"/>
            <p:cNvSpPr/>
            <p:nvPr/>
          </p:nvSpPr>
          <p:spPr>
            <a:xfrm>
              <a:off x="7244312" y="2195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0" name="pt28740"/>
            <p:cNvSpPr/>
            <p:nvPr/>
          </p:nvSpPr>
          <p:spPr>
            <a:xfrm>
              <a:off x="7143136" y="220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1" name="pt28741"/>
            <p:cNvSpPr/>
            <p:nvPr/>
          </p:nvSpPr>
          <p:spPr>
            <a:xfrm>
              <a:off x="7275230" y="2115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2" name="pt28742"/>
            <p:cNvSpPr/>
            <p:nvPr/>
          </p:nvSpPr>
          <p:spPr>
            <a:xfrm>
              <a:off x="7024621" y="1852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3" name="pt28743"/>
            <p:cNvSpPr/>
            <p:nvPr/>
          </p:nvSpPr>
          <p:spPr>
            <a:xfrm>
              <a:off x="7110365" y="2086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4" name="pt28744"/>
            <p:cNvSpPr/>
            <p:nvPr/>
          </p:nvSpPr>
          <p:spPr>
            <a:xfrm>
              <a:off x="6753599" y="1521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5" name="pt28745"/>
            <p:cNvSpPr/>
            <p:nvPr/>
          </p:nvSpPr>
          <p:spPr>
            <a:xfrm>
              <a:off x="7202547" y="2010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6" name="pt28746"/>
            <p:cNvSpPr/>
            <p:nvPr/>
          </p:nvSpPr>
          <p:spPr>
            <a:xfrm>
              <a:off x="7014559" y="1898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7" name="pt28747"/>
            <p:cNvSpPr/>
            <p:nvPr/>
          </p:nvSpPr>
          <p:spPr>
            <a:xfrm>
              <a:off x="7020563" y="2006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8" name="pt28748"/>
            <p:cNvSpPr/>
            <p:nvPr/>
          </p:nvSpPr>
          <p:spPr>
            <a:xfrm>
              <a:off x="7247387" y="2111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9" name="pt28749"/>
            <p:cNvSpPr/>
            <p:nvPr/>
          </p:nvSpPr>
          <p:spPr>
            <a:xfrm>
              <a:off x="6837292" y="2128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0" name="pt28750"/>
            <p:cNvSpPr/>
            <p:nvPr/>
          </p:nvSpPr>
          <p:spPr>
            <a:xfrm>
              <a:off x="7219788" y="2177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1" name="pt28751"/>
            <p:cNvSpPr/>
            <p:nvPr/>
          </p:nvSpPr>
          <p:spPr>
            <a:xfrm>
              <a:off x="6967091" y="2053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2" name="pt28752"/>
            <p:cNvSpPr/>
            <p:nvPr/>
          </p:nvSpPr>
          <p:spPr>
            <a:xfrm>
              <a:off x="7384958" y="2232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3" name="pt28753"/>
            <p:cNvSpPr/>
            <p:nvPr/>
          </p:nvSpPr>
          <p:spPr>
            <a:xfrm>
              <a:off x="7051600" y="2318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4" name="pt28754"/>
            <p:cNvSpPr/>
            <p:nvPr/>
          </p:nvSpPr>
          <p:spPr>
            <a:xfrm>
              <a:off x="7014079" y="1898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5" name="pt28755"/>
            <p:cNvSpPr/>
            <p:nvPr/>
          </p:nvSpPr>
          <p:spPr>
            <a:xfrm>
              <a:off x="7125938" y="2159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6" name="pt28756"/>
            <p:cNvSpPr/>
            <p:nvPr/>
          </p:nvSpPr>
          <p:spPr>
            <a:xfrm>
              <a:off x="6807852" y="2465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7" name="pt28757"/>
            <p:cNvSpPr/>
            <p:nvPr/>
          </p:nvSpPr>
          <p:spPr>
            <a:xfrm>
              <a:off x="7302433" y="1995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8" name="pt28758"/>
            <p:cNvSpPr/>
            <p:nvPr/>
          </p:nvSpPr>
          <p:spPr>
            <a:xfrm>
              <a:off x="7315892" y="1951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9" name="pt28759"/>
            <p:cNvSpPr/>
            <p:nvPr/>
          </p:nvSpPr>
          <p:spPr>
            <a:xfrm>
              <a:off x="7072766" y="2271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0" name="pt28760"/>
            <p:cNvSpPr/>
            <p:nvPr/>
          </p:nvSpPr>
          <p:spPr>
            <a:xfrm>
              <a:off x="7133451" y="2049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1" name="pt28761"/>
            <p:cNvSpPr/>
            <p:nvPr/>
          </p:nvSpPr>
          <p:spPr>
            <a:xfrm>
              <a:off x="7193910" y="1988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2" name="pt28762"/>
            <p:cNvSpPr/>
            <p:nvPr/>
          </p:nvSpPr>
          <p:spPr>
            <a:xfrm>
              <a:off x="7448426" y="2620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3" name="pt28763"/>
            <p:cNvSpPr/>
            <p:nvPr/>
          </p:nvSpPr>
          <p:spPr>
            <a:xfrm>
              <a:off x="6878425" y="1894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4" name="pt28764"/>
            <p:cNvSpPr/>
            <p:nvPr/>
          </p:nvSpPr>
          <p:spPr>
            <a:xfrm>
              <a:off x="7255122" y="2039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5" name="pt28765"/>
            <p:cNvSpPr/>
            <p:nvPr/>
          </p:nvSpPr>
          <p:spPr>
            <a:xfrm>
              <a:off x="6998283" y="1997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6" name="pt28766"/>
            <p:cNvSpPr/>
            <p:nvPr/>
          </p:nvSpPr>
          <p:spPr>
            <a:xfrm>
              <a:off x="6871378" y="225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7" name="pt28767"/>
            <p:cNvSpPr/>
            <p:nvPr/>
          </p:nvSpPr>
          <p:spPr>
            <a:xfrm>
              <a:off x="6829859" y="1983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8" name="pt28768"/>
            <p:cNvSpPr/>
            <p:nvPr/>
          </p:nvSpPr>
          <p:spPr>
            <a:xfrm>
              <a:off x="7010432" y="1897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9" name="pt28769"/>
            <p:cNvSpPr/>
            <p:nvPr/>
          </p:nvSpPr>
          <p:spPr>
            <a:xfrm>
              <a:off x="7244411" y="2237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0" name="pt28770"/>
            <p:cNvSpPr/>
            <p:nvPr/>
          </p:nvSpPr>
          <p:spPr>
            <a:xfrm>
              <a:off x="7184287" y="2153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1" name="pt28771"/>
            <p:cNvSpPr/>
            <p:nvPr/>
          </p:nvSpPr>
          <p:spPr>
            <a:xfrm>
              <a:off x="7060806" y="2069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2" name="pt28772"/>
            <p:cNvSpPr/>
            <p:nvPr/>
          </p:nvSpPr>
          <p:spPr>
            <a:xfrm>
              <a:off x="7107068" y="2192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3" name="pt28773"/>
            <p:cNvSpPr/>
            <p:nvPr/>
          </p:nvSpPr>
          <p:spPr>
            <a:xfrm>
              <a:off x="7012817" y="1718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4" name="pt28774"/>
            <p:cNvSpPr/>
            <p:nvPr/>
          </p:nvSpPr>
          <p:spPr>
            <a:xfrm>
              <a:off x="6982080" y="1921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5" name="pt28775"/>
            <p:cNvSpPr/>
            <p:nvPr/>
          </p:nvSpPr>
          <p:spPr>
            <a:xfrm>
              <a:off x="6860394" y="2132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6" name="pt28776"/>
            <p:cNvSpPr/>
            <p:nvPr/>
          </p:nvSpPr>
          <p:spPr>
            <a:xfrm>
              <a:off x="6894038" y="2022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7" name="pt28777"/>
            <p:cNvSpPr/>
            <p:nvPr/>
          </p:nvSpPr>
          <p:spPr>
            <a:xfrm>
              <a:off x="6992642" y="2099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8" name="pt28778"/>
            <p:cNvSpPr/>
            <p:nvPr/>
          </p:nvSpPr>
          <p:spPr>
            <a:xfrm>
              <a:off x="7115170" y="2107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9" name="pt28779"/>
            <p:cNvSpPr/>
            <p:nvPr/>
          </p:nvSpPr>
          <p:spPr>
            <a:xfrm>
              <a:off x="7047670" y="2204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0" name="pt28780"/>
            <p:cNvSpPr/>
            <p:nvPr/>
          </p:nvSpPr>
          <p:spPr>
            <a:xfrm>
              <a:off x="7218089" y="2157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1" name="pt28781"/>
            <p:cNvSpPr/>
            <p:nvPr/>
          </p:nvSpPr>
          <p:spPr>
            <a:xfrm>
              <a:off x="7247145" y="2285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2" name="pt28782"/>
            <p:cNvSpPr/>
            <p:nvPr/>
          </p:nvSpPr>
          <p:spPr>
            <a:xfrm>
              <a:off x="7143304" y="2182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3" name="pt28783"/>
            <p:cNvSpPr/>
            <p:nvPr/>
          </p:nvSpPr>
          <p:spPr>
            <a:xfrm>
              <a:off x="7098816" y="2315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4" name="pt28784"/>
            <p:cNvSpPr/>
            <p:nvPr/>
          </p:nvSpPr>
          <p:spPr>
            <a:xfrm>
              <a:off x="7089417" y="2230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5" name="pt28785"/>
            <p:cNvSpPr/>
            <p:nvPr/>
          </p:nvSpPr>
          <p:spPr>
            <a:xfrm>
              <a:off x="7049081" y="2386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6" name="pt28786"/>
            <p:cNvSpPr/>
            <p:nvPr/>
          </p:nvSpPr>
          <p:spPr>
            <a:xfrm>
              <a:off x="7316270" y="1973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7" name="pt28787"/>
            <p:cNvSpPr/>
            <p:nvPr/>
          </p:nvSpPr>
          <p:spPr>
            <a:xfrm>
              <a:off x="7239058" y="1815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8" name="pt28788"/>
            <p:cNvSpPr/>
            <p:nvPr/>
          </p:nvSpPr>
          <p:spPr>
            <a:xfrm>
              <a:off x="7366545" y="2492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9" name="pt28789"/>
            <p:cNvSpPr/>
            <p:nvPr/>
          </p:nvSpPr>
          <p:spPr>
            <a:xfrm>
              <a:off x="6838913" y="211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0" name="pt28790"/>
            <p:cNvSpPr/>
            <p:nvPr/>
          </p:nvSpPr>
          <p:spPr>
            <a:xfrm>
              <a:off x="6998707" y="2131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1" name="pt28791"/>
            <p:cNvSpPr/>
            <p:nvPr/>
          </p:nvSpPr>
          <p:spPr>
            <a:xfrm>
              <a:off x="7021136" y="2007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2" name="pt28792"/>
            <p:cNvSpPr/>
            <p:nvPr/>
          </p:nvSpPr>
          <p:spPr>
            <a:xfrm>
              <a:off x="7168929" y="1998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3" name="pt28793"/>
            <p:cNvSpPr/>
            <p:nvPr/>
          </p:nvSpPr>
          <p:spPr>
            <a:xfrm>
              <a:off x="7105849" y="2163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4" name="pt28794"/>
            <p:cNvSpPr/>
            <p:nvPr/>
          </p:nvSpPr>
          <p:spPr>
            <a:xfrm>
              <a:off x="7247984" y="205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5" name="pt28795"/>
            <p:cNvSpPr/>
            <p:nvPr/>
          </p:nvSpPr>
          <p:spPr>
            <a:xfrm>
              <a:off x="7118863" y="2195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6" name="pt28796"/>
            <p:cNvSpPr/>
            <p:nvPr/>
          </p:nvSpPr>
          <p:spPr>
            <a:xfrm>
              <a:off x="7396757" y="2299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7" name="pt28797"/>
            <p:cNvSpPr/>
            <p:nvPr/>
          </p:nvSpPr>
          <p:spPr>
            <a:xfrm>
              <a:off x="7135788" y="2136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8" name="pt28798"/>
            <p:cNvSpPr/>
            <p:nvPr/>
          </p:nvSpPr>
          <p:spPr>
            <a:xfrm>
              <a:off x="7253729" y="2004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9" name="pt28799"/>
            <p:cNvSpPr/>
            <p:nvPr/>
          </p:nvSpPr>
          <p:spPr>
            <a:xfrm>
              <a:off x="7174416" y="1978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0" name="pt28800"/>
            <p:cNvSpPr/>
            <p:nvPr/>
          </p:nvSpPr>
          <p:spPr>
            <a:xfrm>
              <a:off x="7538951" y="1993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1" name="pt28801"/>
            <p:cNvSpPr/>
            <p:nvPr/>
          </p:nvSpPr>
          <p:spPr>
            <a:xfrm>
              <a:off x="7206368" y="2092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2" name="pt28802"/>
            <p:cNvSpPr/>
            <p:nvPr/>
          </p:nvSpPr>
          <p:spPr>
            <a:xfrm>
              <a:off x="7396574" y="2178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3" name="pt28803"/>
            <p:cNvSpPr/>
            <p:nvPr/>
          </p:nvSpPr>
          <p:spPr>
            <a:xfrm>
              <a:off x="7170998" y="1883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4" name="pt28804"/>
            <p:cNvSpPr/>
            <p:nvPr/>
          </p:nvSpPr>
          <p:spPr>
            <a:xfrm>
              <a:off x="7035750" y="2166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5" name="pt28805"/>
            <p:cNvSpPr/>
            <p:nvPr/>
          </p:nvSpPr>
          <p:spPr>
            <a:xfrm>
              <a:off x="6855888" y="2385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6" name="pt28806"/>
            <p:cNvSpPr/>
            <p:nvPr/>
          </p:nvSpPr>
          <p:spPr>
            <a:xfrm>
              <a:off x="7278473" y="2052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7" name="pt28807"/>
            <p:cNvSpPr/>
            <p:nvPr/>
          </p:nvSpPr>
          <p:spPr>
            <a:xfrm>
              <a:off x="7278003" y="1968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8" name="pt28808"/>
            <p:cNvSpPr/>
            <p:nvPr/>
          </p:nvSpPr>
          <p:spPr>
            <a:xfrm>
              <a:off x="7102222" y="1966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9" name="pt28809"/>
            <p:cNvSpPr/>
            <p:nvPr/>
          </p:nvSpPr>
          <p:spPr>
            <a:xfrm>
              <a:off x="7008177" y="1988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0" name="pt28810"/>
            <p:cNvSpPr/>
            <p:nvPr/>
          </p:nvSpPr>
          <p:spPr>
            <a:xfrm>
              <a:off x="7242344" y="2249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1" name="pt28811"/>
            <p:cNvSpPr/>
            <p:nvPr/>
          </p:nvSpPr>
          <p:spPr>
            <a:xfrm>
              <a:off x="7146812" y="228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2" name="pt28812"/>
            <p:cNvSpPr/>
            <p:nvPr/>
          </p:nvSpPr>
          <p:spPr>
            <a:xfrm>
              <a:off x="7039853" y="2243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3" name="pt28813"/>
            <p:cNvSpPr/>
            <p:nvPr/>
          </p:nvSpPr>
          <p:spPr>
            <a:xfrm>
              <a:off x="7448908" y="2496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4" name="pt28814"/>
            <p:cNvSpPr/>
            <p:nvPr/>
          </p:nvSpPr>
          <p:spPr>
            <a:xfrm>
              <a:off x="6994506" y="2085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5" name="pt28815"/>
            <p:cNvSpPr/>
            <p:nvPr/>
          </p:nvSpPr>
          <p:spPr>
            <a:xfrm>
              <a:off x="7270321" y="2039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6" name="pt28816"/>
            <p:cNvSpPr/>
            <p:nvPr/>
          </p:nvSpPr>
          <p:spPr>
            <a:xfrm>
              <a:off x="7260654" y="1799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7" name="pt28817"/>
            <p:cNvSpPr/>
            <p:nvPr/>
          </p:nvSpPr>
          <p:spPr>
            <a:xfrm>
              <a:off x="7217688" y="2117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8" name="pt28818"/>
            <p:cNvSpPr/>
            <p:nvPr/>
          </p:nvSpPr>
          <p:spPr>
            <a:xfrm>
              <a:off x="7012200" y="1788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9" name="pt28819"/>
            <p:cNvSpPr/>
            <p:nvPr/>
          </p:nvSpPr>
          <p:spPr>
            <a:xfrm>
              <a:off x="7132041" y="2146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0" name="pt28820"/>
            <p:cNvSpPr/>
            <p:nvPr/>
          </p:nvSpPr>
          <p:spPr>
            <a:xfrm>
              <a:off x="7337212" y="1995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1" name="pt28821"/>
            <p:cNvSpPr/>
            <p:nvPr/>
          </p:nvSpPr>
          <p:spPr>
            <a:xfrm>
              <a:off x="7252755" y="1938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2" name="pt28822"/>
            <p:cNvSpPr/>
            <p:nvPr/>
          </p:nvSpPr>
          <p:spPr>
            <a:xfrm>
              <a:off x="7395863" y="2287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3" name="pt28823"/>
            <p:cNvSpPr/>
            <p:nvPr/>
          </p:nvSpPr>
          <p:spPr>
            <a:xfrm>
              <a:off x="7414131" y="2562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4" name="pt28824"/>
            <p:cNvSpPr/>
            <p:nvPr/>
          </p:nvSpPr>
          <p:spPr>
            <a:xfrm>
              <a:off x="7286999" y="1819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5" name="pt28825"/>
            <p:cNvSpPr/>
            <p:nvPr/>
          </p:nvSpPr>
          <p:spPr>
            <a:xfrm>
              <a:off x="7039449" y="2179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6" name="pt28826"/>
            <p:cNvSpPr/>
            <p:nvPr/>
          </p:nvSpPr>
          <p:spPr>
            <a:xfrm>
              <a:off x="7013990" y="1925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7" name="pt28827"/>
            <p:cNvSpPr/>
            <p:nvPr/>
          </p:nvSpPr>
          <p:spPr>
            <a:xfrm>
              <a:off x="7056019" y="2273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8" name="pt28828"/>
            <p:cNvSpPr/>
            <p:nvPr/>
          </p:nvSpPr>
          <p:spPr>
            <a:xfrm>
              <a:off x="7248727" y="2054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9" name="pt28829"/>
            <p:cNvSpPr/>
            <p:nvPr/>
          </p:nvSpPr>
          <p:spPr>
            <a:xfrm>
              <a:off x="7239214" y="1768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0" name="pt28830"/>
            <p:cNvSpPr/>
            <p:nvPr/>
          </p:nvSpPr>
          <p:spPr>
            <a:xfrm>
              <a:off x="7020314" y="2081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1" name="pt28831"/>
            <p:cNvSpPr/>
            <p:nvPr/>
          </p:nvSpPr>
          <p:spPr>
            <a:xfrm>
              <a:off x="7228711" y="2014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2" name="pt28832"/>
            <p:cNvSpPr/>
            <p:nvPr/>
          </p:nvSpPr>
          <p:spPr>
            <a:xfrm>
              <a:off x="6647531" y="2227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3" name="pt28833"/>
            <p:cNvSpPr/>
            <p:nvPr/>
          </p:nvSpPr>
          <p:spPr>
            <a:xfrm>
              <a:off x="7354659" y="2038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4" name="pt28834"/>
            <p:cNvSpPr/>
            <p:nvPr/>
          </p:nvSpPr>
          <p:spPr>
            <a:xfrm>
              <a:off x="7228936" y="199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5" name="pt28835"/>
            <p:cNvSpPr/>
            <p:nvPr/>
          </p:nvSpPr>
          <p:spPr>
            <a:xfrm>
              <a:off x="7115750" y="2235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6" name="pt28836"/>
            <p:cNvSpPr/>
            <p:nvPr/>
          </p:nvSpPr>
          <p:spPr>
            <a:xfrm>
              <a:off x="7238195" y="1863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7" name="pt28837"/>
            <p:cNvSpPr/>
            <p:nvPr/>
          </p:nvSpPr>
          <p:spPr>
            <a:xfrm>
              <a:off x="7062496" y="1828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8" name="pt28838"/>
            <p:cNvSpPr/>
            <p:nvPr/>
          </p:nvSpPr>
          <p:spPr>
            <a:xfrm>
              <a:off x="7094119" y="2192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9" name="pt28839"/>
            <p:cNvSpPr/>
            <p:nvPr/>
          </p:nvSpPr>
          <p:spPr>
            <a:xfrm>
              <a:off x="7092519" y="2229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0" name="pt28840"/>
            <p:cNvSpPr/>
            <p:nvPr/>
          </p:nvSpPr>
          <p:spPr>
            <a:xfrm>
              <a:off x="6957503" y="1983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1" name="pt28841"/>
            <p:cNvSpPr/>
            <p:nvPr/>
          </p:nvSpPr>
          <p:spPr>
            <a:xfrm>
              <a:off x="7661796" y="2411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2" name="pt28842"/>
            <p:cNvSpPr/>
            <p:nvPr/>
          </p:nvSpPr>
          <p:spPr>
            <a:xfrm>
              <a:off x="7130084" y="2160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3" name="pt28843"/>
            <p:cNvSpPr/>
            <p:nvPr/>
          </p:nvSpPr>
          <p:spPr>
            <a:xfrm>
              <a:off x="6926879" y="2073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4" name="pt28844"/>
            <p:cNvSpPr/>
            <p:nvPr/>
          </p:nvSpPr>
          <p:spPr>
            <a:xfrm>
              <a:off x="7038349" y="2195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5" name="pt28845"/>
            <p:cNvSpPr/>
            <p:nvPr/>
          </p:nvSpPr>
          <p:spPr>
            <a:xfrm>
              <a:off x="7192397" y="1991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6" name="pt28846"/>
            <p:cNvSpPr/>
            <p:nvPr/>
          </p:nvSpPr>
          <p:spPr>
            <a:xfrm>
              <a:off x="7030014" y="1843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7" name="pt28847"/>
            <p:cNvSpPr/>
            <p:nvPr/>
          </p:nvSpPr>
          <p:spPr>
            <a:xfrm>
              <a:off x="7203348" y="2147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8" name="pt28848"/>
            <p:cNvSpPr/>
            <p:nvPr/>
          </p:nvSpPr>
          <p:spPr>
            <a:xfrm>
              <a:off x="7169375" y="1949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9" name="pt28849"/>
            <p:cNvSpPr/>
            <p:nvPr/>
          </p:nvSpPr>
          <p:spPr>
            <a:xfrm>
              <a:off x="7243128" y="2164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0" name="pt28850"/>
            <p:cNvSpPr/>
            <p:nvPr/>
          </p:nvSpPr>
          <p:spPr>
            <a:xfrm>
              <a:off x="7109906" y="2124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1" name="pt28851"/>
            <p:cNvSpPr/>
            <p:nvPr/>
          </p:nvSpPr>
          <p:spPr>
            <a:xfrm>
              <a:off x="7177707" y="2095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2" name="pt28852"/>
            <p:cNvSpPr/>
            <p:nvPr/>
          </p:nvSpPr>
          <p:spPr>
            <a:xfrm>
              <a:off x="7236010" y="2088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3" name="pt28853"/>
            <p:cNvSpPr/>
            <p:nvPr/>
          </p:nvSpPr>
          <p:spPr>
            <a:xfrm>
              <a:off x="6972635" y="1945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4" name="pt28854"/>
            <p:cNvSpPr/>
            <p:nvPr/>
          </p:nvSpPr>
          <p:spPr>
            <a:xfrm>
              <a:off x="7304298" y="201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5" name="pt28855"/>
            <p:cNvSpPr/>
            <p:nvPr/>
          </p:nvSpPr>
          <p:spPr>
            <a:xfrm>
              <a:off x="7220432" y="2106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6" name="pt28856"/>
            <p:cNvSpPr/>
            <p:nvPr/>
          </p:nvSpPr>
          <p:spPr>
            <a:xfrm>
              <a:off x="6973740" y="2051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7" name="pt28857"/>
            <p:cNvSpPr/>
            <p:nvPr/>
          </p:nvSpPr>
          <p:spPr>
            <a:xfrm>
              <a:off x="7141839" y="2334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8" name="pt28858"/>
            <p:cNvSpPr/>
            <p:nvPr/>
          </p:nvSpPr>
          <p:spPr>
            <a:xfrm>
              <a:off x="7053170" y="2338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9" name="pt28859"/>
            <p:cNvSpPr/>
            <p:nvPr/>
          </p:nvSpPr>
          <p:spPr>
            <a:xfrm>
              <a:off x="7137486" y="2226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0" name="pt28860"/>
            <p:cNvSpPr/>
            <p:nvPr/>
          </p:nvSpPr>
          <p:spPr>
            <a:xfrm>
              <a:off x="7015619" y="1910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1" name="pt28861"/>
            <p:cNvSpPr/>
            <p:nvPr/>
          </p:nvSpPr>
          <p:spPr>
            <a:xfrm>
              <a:off x="6938823" y="2178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2" name="pt28862"/>
            <p:cNvSpPr/>
            <p:nvPr/>
          </p:nvSpPr>
          <p:spPr>
            <a:xfrm>
              <a:off x="6998534" y="1841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3" name="pt28863"/>
            <p:cNvSpPr/>
            <p:nvPr/>
          </p:nvSpPr>
          <p:spPr>
            <a:xfrm>
              <a:off x="6887826" y="2082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4" name="pt28864"/>
            <p:cNvSpPr/>
            <p:nvPr/>
          </p:nvSpPr>
          <p:spPr>
            <a:xfrm>
              <a:off x="7079234" y="2165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5" name="pt28865"/>
            <p:cNvSpPr/>
            <p:nvPr/>
          </p:nvSpPr>
          <p:spPr>
            <a:xfrm>
              <a:off x="7416707" y="2510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6" name="pt28866"/>
            <p:cNvSpPr/>
            <p:nvPr/>
          </p:nvSpPr>
          <p:spPr>
            <a:xfrm>
              <a:off x="7137460" y="2131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7" name="pt28867"/>
            <p:cNvSpPr/>
            <p:nvPr/>
          </p:nvSpPr>
          <p:spPr>
            <a:xfrm>
              <a:off x="7232087" y="2092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8" name="pt28868"/>
            <p:cNvSpPr/>
            <p:nvPr/>
          </p:nvSpPr>
          <p:spPr>
            <a:xfrm>
              <a:off x="7015083" y="1891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9" name="pt28869"/>
            <p:cNvSpPr/>
            <p:nvPr/>
          </p:nvSpPr>
          <p:spPr>
            <a:xfrm>
              <a:off x="7355700" y="2419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0" name="pt28870"/>
            <p:cNvSpPr/>
            <p:nvPr/>
          </p:nvSpPr>
          <p:spPr>
            <a:xfrm>
              <a:off x="7686683" y="2106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1" name="pt28871"/>
            <p:cNvSpPr/>
            <p:nvPr/>
          </p:nvSpPr>
          <p:spPr>
            <a:xfrm>
              <a:off x="7003726" y="1953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2" name="pt28872"/>
            <p:cNvSpPr/>
            <p:nvPr/>
          </p:nvSpPr>
          <p:spPr>
            <a:xfrm>
              <a:off x="7100386" y="2174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3" name="pt28873"/>
            <p:cNvSpPr/>
            <p:nvPr/>
          </p:nvSpPr>
          <p:spPr>
            <a:xfrm>
              <a:off x="7214043" y="2354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4" name="pt28874"/>
            <p:cNvSpPr/>
            <p:nvPr/>
          </p:nvSpPr>
          <p:spPr>
            <a:xfrm>
              <a:off x="7281089" y="2009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5" name="pt28875"/>
            <p:cNvSpPr/>
            <p:nvPr/>
          </p:nvSpPr>
          <p:spPr>
            <a:xfrm>
              <a:off x="7174277" y="2011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6" name="pt28876"/>
            <p:cNvSpPr/>
            <p:nvPr/>
          </p:nvSpPr>
          <p:spPr>
            <a:xfrm>
              <a:off x="7252517" y="2091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7" name="pt28877"/>
            <p:cNvSpPr/>
            <p:nvPr/>
          </p:nvSpPr>
          <p:spPr>
            <a:xfrm>
              <a:off x="6924175" y="2227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8" name="pt28878"/>
            <p:cNvSpPr/>
            <p:nvPr/>
          </p:nvSpPr>
          <p:spPr>
            <a:xfrm>
              <a:off x="7259572" y="2026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9" name="pt28879"/>
            <p:cNvSpPr/>
            <p:nvPr/>
          </p:nvSpPr>
          <p:spPr>
            <a:xfrm>
              <a:off x="7285423" y="2163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0" name="pt28880"/>
            <p:cNvSpPr/>
            <p:nvPr/>
          </p:nvSpPr>
          <p:spPr>
            <a:xfrm>
              <a:off x="7273861" y="2076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1" name="pt28881"/>
            <p:cNvSpPr/>
            <p:nvPr/>
          </p:nvSpPr>
          <p:spPr>
            <a:xfrm>
              <a:off x="7063021" y="1705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2" name="pt28882"/>
            <p:cNvSpPr/>
            <p:nvPr/>
          </p:nvSpPr>
          <p:spPr>
            <a:xfrm>
              <a:off x="7146789" y="2267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3" name="pt28883"/>
            <p:cNvSpPr/>
            <p:nvPr/>
          </p:nvSpPr>
          <p:spPr>
            <a:xfrm>
              <a:off x="6872398" y="2224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4" name="pt28884"/>
            <p:cNvSpPr/>
            <p:nvPr/>
          </p:nvSpPr>
          <p:spPr>
            <a:xfrm>
              <a:off x="7251856" y="2040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5" name="pt28885"/>
            <p:cNvSpPr/>
            <p:nvPr/>
          </p:nvSpPr>
          <p:spPr>
            <a:xfrm>
              <a:off x="7232324" y="2314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6" name="pt28886"/>
            <p:cNvSpPr/>
            <p:nvPr/>
          </p:nvSpPr>
          <p:spPr>
            <a:xfrm>
              <a:off x="7106656" y="2195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7" name="pt28887"/>
            <p:cNvSpPr/>
            <p:nvPr/>
          </p:nvSpPr>
          <p:spPr>
            <a:xfrm>
              <a:off x="7527635" y="2524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8" name="pt28888"/>
            <p:cNvSpPr/>
            <p:nvPr/>
          </p:nvSpPr>
          <p:spPr>
            <a:xfrm>
              <a:off x="7168025" y="199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9" name="pt28889"/>
            <p:cNvSpPr/>
            <p:nvPr/>
          </p:nvSpPr>
          <p:spPr>
            <a:xfrm>
              <a:off x="7189488" y="2027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0" name="pt28890"/>
            <p:cNvSpPr/>
            <p:nvPr/>
          </p:nvSpPr>
          <p:spPr>
            <a:xfrm>
              <a:off x="7273253" y="2055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1" name="pt28891"/>
            <p:cNvSpPr/>
            <p:nvPr/>
          </p:nvSpPr>
          <p:spPr>
            <a:xfrm>
              <a:off x="7160043" y="2142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2" name="pt28892"/>
            <p:cNvSpPr/>
            <p:nvPr/>
          </p:nvSpPr>
          <p:spPr>
            <a:xfrm>
              <a:off x="6904725" y="2125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3" name="pt28893"/>
            <p:cNvSpPr/>
            <p:nvPr/>
          </p:nvSpPr>
          <p:spPr>
            <a:xfrm>
              <a:off x="6826353" y="1981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4" name="pt28894"/>
            <p:cNvSpPr/>
            <p:nvPr/>
          </p:nvSpPr>
          <p:spPr>
            <a:xfrm>
              <a:off x="7193221" y="200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5" name="pt28895"/>
            <p:cNvSpPr/>
            <p:nvPr/>
          </p:nvSpPr>
          <p:spPr>
            <a:xfrm>
              <a:off x="6980486" y="2023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6" name="pt28896"/>
            <p:cNvSpPr/>
            <p:nvPr/>
          </p:nvSpPr>
          <p:spPr>
            <a:xfrm>
              <a:off x="7128503" y="2171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7" name="pt28897"/>
            <p:cNvSpPr/>
            <p:nvPr/>
          </p:nvSpPr>
          <p:spPr>
            <a:xfrm>
              <a:off x="7140651" y="2165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8" name="pt28898"/>
            <p:cNvSpPr/>
            <p:nvPr/>
          </p:nvSpPr>
          <p:spPr>
            <a:xfrm>
              <a:off x="7056183" y="2334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9" name="pt28899"/>
            <p:cNvSpPr/>
            <p:nvPr/>
          </p:nvSpPr>
          <p:spPr>
            <a:xfrm>
              <a:off x="7131144" y="2133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0" name="pt28900"/>
            <p:cNvSpPr/>
            <p:nvPr/>
          </p:nvSpPr>
          <p:spPr>
            <a:xfrm>
              <a:off x="7220073" y="2015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1" name="pt28901"/>
            <p:cNvSpPr/>
            <p:nvPr/>
          </p:nvSpPr>
          <p:spPr>
            <a:xfrm>
              <a:off x="6996773" y="2009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2" name="pt28902"/>
            <p:cNvSpPr/>
            <p:nvPr/>
          </p:nvSpPr>
          <p:spPr>
            <a:xfrm>
              <a:off x="7062265" y="1571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3" name="pt28903"/>
            <p:cNvSpPr/>
            <p:nvPr/>
          </p:nvSpPr>
          <p:spPr>
            <a:xfrm>
              <a:off x="7079278" y="2130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4" name="pt28904"/>
            <p:cNvSpPr/>
            <p:nvPr/>
          </p:nvSpPr>
          <p:spPr>
            <a:xfrm>
              <a:off x="7211446" y="2234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5" name="pt28905"/>
            <p:cNvSpPr/>
            <p:nvPr/>
          </p:nvSpPr>
          <p:spPr>
            <a:xfrm>
              <a:off x="7186717" y="2103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6" name="pt28906"/>
            <p:cNvSpPr/>
            <p:nvPr/>
          </p:nvSpPr>
          <p:spPr>
            <a:xfrm>
              <a:off x="6557036" y="1646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7" name="pt28907"/>
            <p:cNvSpPr/>
            <p:nvPr/>
          </p:nvSpPr>
          <p:spPr>
            <a:xfrm>
              <a:off x="7178304" y="2106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8" name="pt28908"/>
            <p:cNvSpPr/>
            <p:nvPr/>
          </p:nvSpPr>
          <p:spPr>
            <a:xfrm>
              <a:off x="7021122" y="2039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9" name="pt28909"/>
            <p:cNvSpPr/>
            <p:nvPr/>
          </p:nvSpPr>
          <p:spPr>
            <a:xfrm>
              <a:off x="7205668" y="2165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0" name="pt28910"/>
            <p:cNvSpPr/>
            <p:nvPr/>
          </p:nvSpPr>
          <p:spPr>
            <a:xfrm>
              <a:off x="6695717" y="1557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1" name="pt28911"/>
            <p:cNvSpPr/>
            <p:nvPr/>
          </p:nvSpPr>
          <p:spPr>
            <a:xfrm>
              <a:off x="7074528" y="2297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2" name="pt28912"/>
            <p:cNvSpPr/>
            <p:nvPr/>
          </p:nvSpPr>
          <p:spPr>
            <a:xfrm>
              <a:off x="6954839" y="2145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3" name="pt28913"/>
            <p:cNvSpPr/>
            <p:nvPr/>
          </p:nvSpPr>
          <p:spPr>
            <a:xfrm>
              <a:off x="7360874" y="2275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4" name="pt28914"/>
            <p:cNvSpPr/>
            <p:nvPr/>
          </p:nvSpPr>
          <p:spPr>
            <a:xfrm>
              <a:off x="6977535" y="200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5" name="pt28915"/>
            <p:cNvSpPr/>
            <p:nvPr/>
          </p:nvSpPr>
          <p:spPr>
            <a:xfrm>
              <a:off x="7303655" y="1919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6" name="pt28916"/>
            <p:cNvSpPr/>
            <p:nvPr/>
          </p:nvSpPr>
          <p:spPr>
            <a:xfrm>
              <a:off x="6697049" y="2008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7" name="pt28917"/>
            <p:cNvSpPr/>
            <p:nvPr/>
          </p:nvSpPr>
          <p:spPr>
            <a:xfrm>
              <a:off x="7188885" y="2060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8" name="pt28918"/>
            <p:cNvSpPr/>
            <p:nvPr/>
          </p:nvSpPr>
          <p:spPr>
            <a:xfrm>
              <a:off x="7206053" y="2157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9" name="pt28919"/>
            <p:cNvSpPr/>
            <p:nvPr/>
          </p:nvSpPr>
          <p:spPr>
            <a:xfrm>
              <a:off x="6994603" y="2034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0" name="pt28920"/>
            <p:cNvSpPr/>
            <p:nvPr/>
          </p:nvSpPr>
          <p:spPr>
            <a:xfrm>
              <a:off x="7135521" y="2131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1" name="pt28921"/>
            <p:cNvSpPr/>
            <p:nvPr/>
          </p:nvSpPr>
          <p:spPr>
            <a:xfrm>
              <a:off x="7506755" y="2429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2" name="pt28922"/>
            <p:cNvSpPr/>
            <p:nvPr/>
          </p:nvSpPr>
          <p:spPr>
            <a:xfrm>
              <a:off x="7294371" y="1903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3" name="pt28923"/>
            <p:cNvSpPr/>
            <p:nvPr/>
          </p:nvSpPr>
          <p:spPr>
            <a:xfrm>
              <a:off x="7232460" y="2259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4" name="pt28924"/>
            <p:cNvSpPr/>
            <p:nvPr/>
          </p:nvSpPr>
          <p:spPr>
            <a:xfrm>
              <a:off x="7301001" y="1865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5" name="pt28925"/>
            <p:cNvSpPr/>
            <p:nvPr/>
          </p:nvSpPr>
          <p:spPr>
            <a:xfrm>
              <a:off x="6826719" y="2230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6" name="pt28926"/>
            <p:cNvSpPr/>
            <p:nvPr/>
          </p:nvSpPr>
          <p:spPr>
            <a:xfrm>
              <a:off x="7161072" y="2050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7" name="pt28927"/>
            <p:cNvSpPr/>
            <p:nvPr/>
          </p:nvSpPr>
          <p:spPr>
            <a:xfrm>
              <a:off x="7047110" y="2249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8" name="pt28928"/>
            <p:cNvSpPr/>
            <p:nvPr/>
          </p:nvSpPr>
          <p:spPr>
            <a:xfrm>
              <a:off x="7003176" y="1769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9" name="pt28929"/>
            <p:cNvSpPr/>
            <p:nvPr/>
          </p:nvSpPr>
          <p:spPr>
            <a:xfrm>
              <a:off x="7169390" y="1963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0" name="pt28930"/>
            <p:cNvSpPr/>
            <p:nvPr/>
          </p:nvSpPr>
          <p:spPr>
            <a:xfrm>
              <a:off x="7305620" y="1959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1" name="pt28931"/>
            <p:cNvSpPr/>
            <p:nvPr/>
          </p:nvSpPr>
          <p:spPr>
            <a:xfrm>
              <a:off x="7132601" y="2114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2" name="pt28932"/>
            <p:cNvSpPr/>
            <p:nvPr/>
          </p:nvSpPr>
          <p:spPr>
            <a:xfrm>
              <a:off x="7347471" y="1966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3" name="pt28933"/>
            <p:cNvSpPr/>
            <p:nvPr/>
          </p:nvSpPr>
          <p:spPr>
            <a:xfrm>
              <a:off x="7211414" y="2187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4" name="pt28934"/>
            <p:cNvSpPr/>
            <p:nvPr/>
          </p:nvSpPr>
          <p:spPr>
            <a:xfrm>
              <a:off x="7000101" y="2085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5" name="pt28935"/>
            <p:cNvSpPr/>
            <p:nvPr/>
          </p:nvSpPr>
          <p:spPr>
            <a:xfrm>
              <a:off x="7304197" y="1964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6" name="pt28936"/>
            <p:cNvSpPr/>
            <p:nvPr/>
          </p:nvSpPr>
          <p:spPr>
            <a:xfrm>
              <a:off x="7058646" y="2058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7" name="pt28937"/>
            <p:cNvSpPr/>
            <p:nvPr/>
          </p:nvSpPr>
          <p:spPr>
            <a:xfrm>
              <a:off x="7163698" y="2049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8" name="pt28938"/>
            <p:cNvSpPr/>
            <p:nvPr/>
          </p:nvSpPr>
          <p:spPr>
            <a:xfrm>
              <a:off x="7238430" y="1849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9" name="pt28939"/>
            <p:cNvSpPr/>
            <p:nvPr/>
          </p:nvSpPr>
          <p:spPr>
            <a:xfrm>
              <a:off x="7289854" y="1977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0" name="pt28940"/>
            <p:cNvSpPr/>
            <p:nvPr/>
          </p:nvSpPr>
          <p:spPr>
            <a:xfrm>
              <a:off x="6939447" y="2197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1" name="pt28941"/>
            <p:cNvSpPr/>
            <p:nvPr/>
          </p:nvSpPr>
          <p:spPr>
            <a:xfrm>
              <a:off x="7088657" y="2225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2" name="pt28942"/>
            <p:cNvSpPr/>
            <p:nvPr/>
          </p:nvSpPr>
          <p:spPr>
            <a:xfrm>
              <a:off x="7185644" y="2138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3" name="pt28943"/>
            <p:cNvSpPr/>
            <p:nvPr/>
          </p:nvSpPr>
          <p:spPr>
            <a:xfrm>
              <a:off x="6981091" y="2000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4" name="pt28944"/>
            <p:cNvSpPr/>
            <p:nvPr/>
          </p:nvSpPr>
          <p:spPr>
            <a:xfrm>
              <a:off x="7396403" y="2243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5" name="pt28945"/>
            <p:cNvSpPr/>
            <p:nvPr/>
          </p:nvSpPr>
          <p:spPr>
            <a:xfrm>
              <a:off x="7131457" y="2216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6" name="pt28946"/>
            <p:cNvSpPr/>
            <p:nvPr/>
          </p:nvSpPr>
          <p:spPr>
            <a:xfrm>
              <a:off x="7129631" y="2059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7" name="pt28947"/>
            <p:cNvSpPr/>
            <p:nvPr/>
          </p:nvSpPr>
          <p:spPr>
            <a:xfrm>
              <a:off x="7044208" y="2248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8" name="pt28948"/>
            <p:cNvSpPr/>
            <p:nvPr/>
          </p:nvSpPr>
          <p:spPr>
            <a:xfrm>
              <a:off x="7064727" y="184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9" name="pt28949"/>
            <p:cNvSpPr/>
            <p:nvPr/>
          </p:nvSpPr>
          <p:spPr>
            <a:xfrm>
              <a:off x="7000332" y="2134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0" name="pt28950"/>
            <p:cNvSpPr/>
            <p:nvPr/>
          </p:nvSpPr>
          <p:spPr>
            <a:xfrm>
              <a:off x="6819014" y="2179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1" name="pt28951"/>
            <p:cNvSpPr/>
            <p:nvPr/>
          </p:nvSpPr>
          <p:spPr>
            <a:xfrm>
              <a:off x="7004517" y="1992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2" name="pt28952"/>
            <p:cNvSpPr/>
            <p:nvPr/>
          </p:nvSpPr>
          <p:spPr>
            <a:xfrm>
              <a:off x="7595271" y="2379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3" name="pt28953"/>
            <p:cNvSpPr/>
            <p:nvPr/>
          </p:nvSpPr>
          <p:spPr>
            <a:xfrm>
              <a:off x="6917108" y="2162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4" name="pt28954"/>
            <p:cNvSpPr/>
            <p:nvPr/>
          </p:nvSpPr>
          <p:spPr>
            <a:xfrm>
              <a:off x="7214717" y="2231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5" name="pt28955"/>
            <p:cNvSpPr/>
            <p:nvPr/>
          </p:nvSpPr>
          <p:spPr>
            <a:xfrm>
              <a:off x="6904242" y="2091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6" name="pt28956"/>
            <p:cNvSpPr/>
            <p:nvPr/>
          </p:nvSpPr>
          <p:spPr>
            <a:xfrm>
              <a:off x="7017765" y="2092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7" name="pt28957"/>
            <p:cNvSpPr/>
            <p:nvPr/>
          </p:nvSpPr>
          <p:spPr>
            <a:xfrm>
              <a:off x="7160434" y="2119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8" name="pt28958"/>
            <p:cNvSpPr/>
            <p:nvPr/>
          </p:nvSpPr>
          <p:spPr>
            <a:xfrm>
              <a:off x="7314895" y="1999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9" name="pt28959"/>
            <p:cNvSpPr/>
            <p:nvPr/>
          </p:nvSpPr>
          <p:spPr>
            <a:xfrm>
              <a:off x="7260205" y="2017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0" name="pt28960"/>
            <p:cNvSpPr/>
            <p:nvPr/>
          </p:nvSpPr>
          <p:spPr>
            <a:xfrm>
              <a:off x="7265840" y="2137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1" name="pt28961"/>
            <p:cNvSpPr/>
            <p:nvPr/>
          </p:nvSpPr>
          <p:spPr>
            <a:xfrm>
              <a:off x="7408524" y="2400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2" name="pt28962"/>
            <p:cNvSpPr/>
            <p:nvPr/>
          </p:nvSpPr>
          <p:spPr>
            <a:xfrm>
              <a:off x="7214020" y="2211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3" name="pt28963"/>
            <p:cNvSpPr/>
            <p:nvPr/>
          </p:nvSpPr>
          <p:spPr>
            <a:xfrm>
              <a:off x="7076458" y="1913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4" name="pt28964"/>
            <p:cNvSpPr/>
            <p:nvPr/>
          </p:nvSpPr>
          <p:spPr>
            <a:xfrm>
              <a:off x="6869708" y="2180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5" name="pt28965"/>
            <p:cNvSpPr/>
            <p:nvPr/>
          </p:nvSpPr>
          <p:spPr>
            <a:xfrm>
              <a:off x="6735217" y="1904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6" name="pt28966"/>
            <p:cNvSpPr/>
            <p:nvPr/>
          </p:nvSpPr>
          <p:spPr>
            <a:xfrm>
              <a:off x="7020261" y="1967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7" name="pt28967"/>
            <p:cNvSpPr/>
            <p:nvPr/>
          </p:nvSpPr>
          <p:spPr>
            <a:xfrm>
              <a:off x="6953591" y="2010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8" name="pt28968"/>
            <p:cNvSpPr/>
            <p:nvPr/>
          </p:nvSpPr>
          <p:spPr>
            <a:xfrm>
              <a:off x="7212283" y="2220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9" name="pt28969"/>
            <p:cNvSpPr/>
            <p:nvPr/>
          </p:nvSpPr>
          <p:spPr>
            <a:xfrm>
              <a:off x="7023899" y="1943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0" name="pt28970"/>
            <p:cNvSpPr/>
            <p:nvPr/>
          </p:nvSpPr>
          <p:spPr>
            <a:xfrm>
              <a:off x="7140737" y="2179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1" name="pt28971"/>
            <p:cNvSpPr/>
            <p:nvPr/>
          </p:nvSpPr>
          <p:spPr>
            <a:xfrm>
              <a:off x="7344777" y="2094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2" name="pt28972"/>
            <p:cNvSpPr/>
            <p:nvPr/>
          </p:nvSpPr>
          <p:spPr>
            <a:xfrm>
              <a:off x="7135405" y="211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3" name="pt28973"/>
            <p:cNvSpPr/>
            <p:nvPr/>
          </p:nvSpPr>
          <p:spPr>
            <a:xfrm>
              <a:off x="6986475" y="1970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4" name="pt28974"/>
            <p:cNvSpPr/>
            <p:nvPr/>
          </p:nvSpPr>
          <p:spPr>
            <a:xfrm>
              <a:off x="7096062" y="2185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5" name="pt28975"/>
            <p:cNvSpPr/>
            <p:nvPr/>
          </p:nvSpPr>
          <p:spPr>
            <a:xfrm>
              <a:off x="7125165" y="2037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6" name="pt28976"/>
            <p:cNvSpPr/>
            <p:nvPr/>
          </p:nvSpPr>
          <p:spPr>
            <a:xfrm>
              <a:off x="7218346" y="2192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7" name="pt28977"/>
            <p:cNvSpPr/>
            <p:nvPr/>
          </p:nvSpPr>
          <p:spPr>
            <a:xfrm>
              <a:off x="6892275" y="1673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8" name="pt28978"/>
            <p:cNvSpPr/>
            <p:nvPr/>
          </p:nvSpPr>
          <p:spPr>
            <a:xfrm>
              <a:off x="6912448" y="2045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9" name="pt28979"/>
            <p:cNvSpPr/>
            <p:nvPr/>
          </p:nvSpPr>
          <p:spPr>
            <a:xfrm>
              <a:off x="7128614" y="2111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0" name="pt28980"/>
            <p:cNvSpPr/>
            <p:nvPr/>
          </p:nvSpPr>
          <p:spPr>
            <a:xfrm>
              <a:off x="7129498" y="2168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1" name="pt28981"/>
            <p:cNvSpPr/>
            <p:nvPr/>
          </p:nvSpPr>
          <p:spPr>
            <a:xfrm>
              <a:off x="7064729" y="1821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2" name="pt28982"/>
            <p:cNvSpPr/>
            <p:nvPr/>
          </p:nvSpPr>
          <p:spPr>
            <a:xfrm>
              <a:off x="7085138" y="2193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3" name="pt28983"/>
            <p:cNvSpPr/>
            <p:nvPr/>
          </p:nvSpPr>
          <p:spPr>
            <a:xfrm>
              <a:off x="7451346" y="2456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4" name="pt28984"/>
            <p:cNvSpPr/>
            <p:nvPr/>
          </p:nvSpPr>
          <p:spPr>
            <a:xfrm>
              <a:off x="7123120" y="2042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5" name="pt28985"/>
            <p:cNvSpPr/>
            <p:nvPr/>
          </p:nvSpPr>
          <p:spPr>
            <a:xfrm>
              <a:off x="7306206" y="1951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6" name="pt28986"/>
            <p:cNvSpPr/>
            <p:nvPr/>
          </p:nvSpPr>
          <p:spPr>
            <a:xfrm>
              <a:off x="7229245" y="1977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7" name="pt28987"/>
            <p:cNvSpPr/>
            <p:nvPr/>
          </p:nvSpPr>
          <p:spPr>
            <a:xfrm>
              <a:off x="6834475" y="1961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8" name="pt28988"/>
            <p:cNvSpPr/>
            <p:nvPr/>
          </p:nvSpPr>
          <p:spPr>
            <a:xfrm>
              <a:off x="7239951" y="1575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9" name="pt28989"/>
            <p:cNvSpPr/>
            <p:nvPr/>
          </p:nvSpPr>
          <p:spPr>
            <a:xfrm>
              <a:off x="7170192" y="1970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0" name="pt28990"/>
            <p:cNvSpPr/>
            <p:nvPr/>
          </p:nvSpPr>
          <p:spPr>
            <a:xfrm>
              <a:off x="6931550" y="2209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1" name="pt28991"/>
            <p:cNvSpPr/>
            <p:nvPr/>
          </p:nvSpPr>
          <p:spPr>
            <a:xfrm>
              <a:off x="7204649" y="2089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2" name="pt28992"/>
            <p:cNvSpPr/>
            <p:nvPr/>
          </p:nvSpPr>
          <p:spPr>
            <a:xfrm>
              <a:off x="7336657" y="2084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3" name="pt28993"/>
            <p:cNvSpPr/>
            <p:nvPr/>
          </p:nvSpPr>
          <p:spPr>
            <a:xfrm>
              <a:off x="7141468" y="2231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4" name="pt28994"/>
            <p:cNvSpPr/>
            <p:nvPr/>
          </p:nvSpPr>
          <p:spPr>
            <a:xfrm>
              <a:off x="6910252" y="2109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5" name="pt28995"/>
            <p:cNvSpPr/>
            <p:nvPr/>
          </p:nvSpPr>
          <p:spPr>
            <a:xfrm>
              <a:off x="7242325" y="2203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6" name="pt28996"/>
            <p:cNvSpPr/>
            <p:nvPr/>
          </p:nvSpPr>
          <p:spPr>
            <a:xfrm>
              <a:off x="7257395" y="2023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7" name="pt28997"/>
            <p:cNvSpPr/>
            <p:nvPr/>
          </p:nvSpPr>
          <p:spPr>
            <a:xfrm>
              <a:off x="7152761" y="2368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8" name="pt28998"/>
            <p:cNvSpPr/>
            <p:nvPr/>
          </p:nvSpPr>
          <p:spPr>
            <a:xfrm>
              <a:off x="7206944" y="2198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9" name="pt28999"/>
            <p:cNvSpPr/>
            <p:nvPr/>
          </p:nvSpPr>
          <p:spPr>
            <a:xfrm>
              <a:off x="7089640" y="2192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0" name="pt29000"/>
            <p:cNvSpPr/>
            <p:nvPr/>
          </p:nvSpPr>
          <p:spPr>
            <a:xfrm>
              <a:off x="7080992" y="2002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1" name="pt29001"/>
            <p:cNvSpPr/>
            <p:nvPr/>
          </p:nvSpPr>
          <p:spPr>
            <a:xfrm>
              <a:off x="7354123" y="2067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2" name="pt29002"/>
            <p:cNvSpPr/>
            <p:nvPr/>
          </p:nvSpPr>
          <p:spPr>
            <a:xfrm>
              <a:off x="6612646" y="1919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3" name="pt29003"/>
            <p:cNvSpPr/>
            <p:nvPr/>
          </p:nvSpPr>
          <p:spPr>
            <a:xfrm>
              <a:off x="7106010" y="2152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4" name="pt29004"/>
            <p:cNvSpPr/>
            <p:nvPr/>
          </p:nvSpPr>
          <p:spPr>
            <a:xfrm>
              <a:off x="7171629" y="1940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5" name="pt29005"/>
            <p:cNvSpPr/>
            <p:nvPr/>
          </p:nvSpPr>
          <p:spPr>
            <a:xfrm>
              <a:off x="7007380" y="2015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6" name="pt29006"/>
            <p:cNvSpPr/>
            <p:nvPr/>
          </p:nvSpPr>
          <p:spPr>
            <a:xfrm>
              <a:off x="7251620" y="2147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7" name="pt29007"/>
            <p:cNvSpPr/>
            <p:nvPr/>
          </p:nvSpPr>
          <p:spPr>
            <a:xfrm>
              <a:off x="7179320" y="2088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8" name="pt29008"/>
            <p:cNvSpPr/>
            <p:nvPr/>
          </p:nvSpPr>
          <p:spPr>
            <a:xfrm>
              <a:off x="7100295" y="2221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9" name="pt29009"/>
            <p:cNvSpPr/>
            <p:nvPr/>
          </p:nvSpPr>
          <p:spPr>
            <a:xfrm>
              <a:off x="7208986" y="2364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0" name="pt29010"/>
            <p:cNvSpPr/>
            <p:nvPr/>
          </p:nvSpPr>
          <p:spPr>
            <a:xfrm>
              <a:off x="6967754" y="1931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1" name="pt29011"/>
            <p:cNvSpPr/>
            <p:nvPr/>
          </p:nvSpPr>
          <p:spPr>
            <a:xfrm>
              <a:off x="7248896" y="2121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2" name="pt29012"/>
            <p:cNvSpPr/>
            <p:nvPr/>
          </p:nvSpPr>
          <p:spPr>
            <a:xfrm>
              <a:off x="7534819" y="2291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3" name="pt29013"/>
            <p:cNvSpPr/>
            <p:nvPr/>
          </p:nvSpPr>
          <p:spPr>
            <a:xfrm>
              <a:off x="7060071" y="1949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4" name="pt29014"/>
            <p:cNvSpPr/>
            <p:nvPr/>
          </p:nvSpPr>
          <p:spPr>
            <a:xfrm>
              <a:off x="7175786" y="2047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5" name="pt29015"/>
            <p:cNvSpPr/>
            <p:nvPr/>
          </p:nvSpPr>
          <p:spPr>
            <a:xfrm>
              <a:off x="7290561" y="1983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6" name="pt29016"/>
            <p:cNvSpPr/>
            <p:nvPr/>
          </p:nvSpPr>
          <p:spPr>
            <a:xfrm>
              <a:off x="7078998" y="2007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7" name="pt29017"/>
            <p:cNvSpPr/>
            <p:nvPr/>
          </p:nvSpPr>
          <p:spPr>
            <a:xfrm>
              <a:off x="7435765" y="2176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8" name="pt29018"/>
            <p:cNvSpPr/>
            <p:nvPr/>
          </p:nvSpPr>
          <p:spPr>
            <a:xfrm>
              <a:off x="7536613" y="2584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9" name="pt29019"/>
            <p:cNvSpPr/>
            <p:nvPr/>
          </p:nvSpPr>
          <p:spPr>
            <a:xfrm>
              <a:off x="7146527" y="2186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0" name="pt29020"/>
            <p:cNvSpPr/>
            <p:nvPr/>
          </p:nvSpPr>
          <p:spPr>
            <a:xfrm>
              <a:off x="6916051" y="207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1" name="pt29021"/>
            <p:cNvSpPr/>
            <p:nvPr/>
          </p:nvSpPr>
          <p:spPr>
            <a:xfrm>
              <a:off x="7142145" y="2234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2" name="pt29022"/>
            <p:cNvSpPr/>
            <p:nvPr/>
          </p:nvSpPr>
          <p:spPr>
            <a:xfrm>
              <a:off x="7316482" y="2076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3" name="pt29023"/>
            <p:cNvSpPr/>
            <p:nvPr/>
          </p:nvSpPr>
          <p:spPr>
            <a:xfrm>
              <a:off x="6841988" y="2149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4" name="pt29024"/>
            <p:cNvSpPr/>
            <p:nvPr/>
          </p:nvSpPr>
          <p:spPr>
            <a:xfrm>
              <a:off x="7301029" y="1957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5" name="pt29025"/>
            <p:cNvSpPr/>
            <p:nvPr/>
          </p:nvSpPr>
          <p:spPr>
            <a:xfrm>
              <a:off x="7034516" y="2134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6" name="pt29026"/>
            <p:cNvSpPr/>
            <p:nvPr/>
          </p:nvSpPr>
          <p:spPr>
            <a:xfrm>
              <a:off x="6977249" y="2010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7" name="pt29027"/>
            <p:cNvSpPr/>
            <p:nvPr/>
          </p:nvSpPr>
          <p:spPr>
            <a:xfrm>
              <a:off x="7236236" y="1944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8" name="pt29028"/>
            <p:cNvSpPr/>
            <p:nvPr/>
          </p:nvSpPr>
          <p:spPr>
            <a:xfrm>
              <a:off x="7233039" y="2184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9" name="pt29029"/>
            <p:cNvSpPr/>
            <p:nvPr/>
          </p:nvSpPr>
          <p:spPr>
            <a:xfrm>
              <a:off x="7246507" y="2167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0" name="pt29030"/>
            <p:cNvSpPr/>
            <p:nvPr/>
          </p:nvSpPr>
          <p:spPr>
            <a:xfrm>
              <a:off x="7389798" y="2291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1" name="pt29031"/>
            <p:cNvSpPr/>
            <p:nvPr/>
          </p:nvSpPr>
          <p:spPr>
            <a:xfrm>
              <a:off x="7130137" y="2125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2" name="pt29032"/>
            <p:cNvSpPr/>
            <p:nvPr/>
          </p:nvSpPr>
          <p:spPr>
            <a:xfrm>
              <a:off x="7075876" y="2262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3" name="pt29033"/>
            <p:cNvSpPr/>
            <p:nvPr/>
          </p:nvSpPr>
          <p:spPr>
            <a:xfrm>
              <a:off x="7067372" y="2065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4" name="pt29034"/>
            <p:cNvSpPr/>
            <p:nvPr/>
          </p:nvSpPr>
          <p:spPr>
            <a:xfrm>
              <a:off x="7193352" y="1996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5" name="pt29035"/>
            <p:cNvSpPr/>
            <p:nvPr/>
          </p:nvSpPr>
          <p:spPr>
            <a:xfrm>
              <a:off x="7239802" y="1926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6" name="pt29036"/>
            <p:cNvSpPr/>
            <p:nvPr/>
          </p:nvSpPr>
          <p:spPr>
            <a:xfrm>
              <a:off x="6820890" y="2440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7" name="pt29037"/>
            <p:cNvSpPr/>
            <p:nvPr/>
          </p:nvSpPr>
          <p:spPr>
            <a:xfrm>
              <a:off x="7073135" y="2244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8" name="pt29038"/>
            <p:cNvSpPr/>
            <p:nvPr/>
          </p:nvSpPr>
          <p:spPr>
            <a:xfrm>
              <a:off x="7204501" y="2094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9" name="pt29039"/>
            <p:cNvSpPr/>
            <p:nvPr/>
          </p:nvSpPr>
          <p:spPr>
            <a:xfrm>
              <a:off x="7104298" y="2202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0" name="pt29040"/>
            <p:cNvSpPr/>
            <p:nvPr/>
          </p:nvSpPr>
          <p:spPr>
            <a:xfrm>
              <a:off x="7228413" y="2194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1" name="pt29041"/>
            <p:cNvSpPr/>
            <p:nvPr/>
          </p:nvSpPr>
          <p:spPr>
            <a:xfrm>
              <a:off x="7376626" y="2038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2" name="pt29042"/>
            <p:cNvSpPr/>
            <p:nvPr/>
          </p:nvSpPr>
          <p:spPr>
            <a:xfrm>
              <a:off x="7110535" y="2116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3" name="pt29043"/>
            <p:cNvSpPr/>
            <p:nvPr/>
          </p:nvSpPr>
          <p:spPr>
            <a:xfrm>
              <a:off x="7357539" y="2451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4" name="pt29044"/>
            <p:cNvSpPr/>
            <p:nvPr/>
          </p:nvSpPr>
          <p:spPr>
            <a:xfrm>
              <a:off x="7207899" y="2288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5" name="pt29045"/>
            <p:cNvSpPr/>
            <p:nvPr/>
          </p:nvSpPr>
          <p:spPr>
            <a:xfrm>
              <a:off x="7199534" y="1931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6" name="pt29046"/>
            <p:cNvSpPr/>
            <p:nvPr/>
          </p:nvSpPr>
          <p:spPr>
            <a:xfrm>
              <a:off x="7200354" y="2031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7" name="pt29047"/>
            <p:cNvSpPr/>
            <p:nvPr/>
          </p:nvSpPr>
          <p:spPr>
            <a:xfrm>
              <a:off x="7137159" y="2152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8" name="pt29048"/>
            <p:cNvSpPr/>
            <p:nvPr/>
          </p:nvSpPr>
          <p:spPr>
            <a:xfrm>
              <a:off x="7216279" y="2322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9" name="pt29049"/>
            <p:cNvSpPr/>
            <p:nvPr/>
          </p:nvSpPr>
          <p:spPr>
            <a:xfrm>
              <a:off x="7403703" y="2404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0" name="pt29050"/>
            <p:cNvSpPr/>
            <p:nvPr/>
          </p:nvSpPr>
          <p:spPr>
            <a:xfrm>
              <a:off x="6969388" y="1963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1" name="pt29051"/>
            <p:cNvSpPr/>
            <p:nvPr/>
          </p:nvSpPr>
          <p:spPr>
            <a:xfrm>
              <a:off x="7092554" y="2196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2" name="pt29052"/>
            <p:cNvSpPr/>
            <p:nvPr/>
          </p:nvSpPr>
          <p:spPr>
            <a:xfrm>
              <a:off x="7204855" y="2127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3" name="pt29053"/>
            <p:cNvSpPr/>
            <p:nvPr/>
          </p:nvSpPr>
          <p:spPr>
            <a:xfrm>
              <a:off x="7179133" y="2050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4" name="pt29054"/>
            <p:cNvSpPr/>
            <p:nvPr/>
          </p:nvSpPr>
          <p:spPr>
            <a:xfrm>
              <a:off x="7020285" y="2031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5" name="pt29055"/>
            <p:cNvSpPr/>
            <p:nvPr/>
          </p:nvSpPr>
          <p:spPr>
            <a:xfrm>
              <a:off x="7273774" y="1865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6" name="pt29056"/>
            <p:cNvSpPr/>
            <p:nvPr/>
          </p:nvSpPr>
          <p:spPr>
            <a:xfrm>
              <a:off x="7169321" y="1945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7" name="pt29057"/>
            <p:cNvSpPr/>
            <p:nvPr/>
          </p:nvSpPr>
          <p:spPr>
            <a:xfrm>
              <a:off x="7118372" y="2198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8" name="pt29058"/>
            <p:cNvSpPr/>
            <p:nvPr/>
          </p:nvSpPr>
          <p:spPr>
            <a:xfrm>
              <a:off x="7155362" y="2318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9" name="pt29059"/>
            <p:cNvSpPr/>
            <p:nvPr/>
          </p:nvSpPr>
          <p:spPr>
            <a:xfrm>
              <a:off x="6641344" y="2206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0" name="pt29060"/>
            <p:cNvSpPr/>
            <p:nvPr/>
          </p:nvSpPr>
          <p:spPr>
            <a:xfrm>
              <a:off x="7398768" y="2294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1" name="pt29061"/>
            <p:cNvSpPr/>
            <p:nvPr/>
          </p:nvSpPr>
          <p:spPr>
            <a:xfrm>
              <a:off x="7053471" y="2255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2" name="pt29062"/>
            <p:cNvSpPr/>
            <p:nvPr/>
          </p:nvSpPr>
          <p:spPr>
            <a:xfrm>
              <a:off x="6906622" y="2089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3" name="pt29063"/>
            <p:cNvSpPr/>
            <p:nvPr/>
          </p:nvSpPr>
          <p:spPr>
            <a:xfrm>
              <a:off x="7177064" y="2031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4" name="pt29064"/>
            <p:cNvSpPr/>
            <p:nvPr/>
          </p:nvSpPr>
          <p:spPr>
            <a:xfrm>
              <a:off x="6940311" y="2168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5" name="pt29065"/>
            <p:cNvSpPr/>
            <p:nvPr/>
          </p:nvSpPr>
          <p:spPr>
            <a:xfrm>
              <a:off x="6854299" y="2485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6" name="pt29066"/>
            <p:cNvSpPr/>
            <p:nvPr/>
          </p:nvSpPr>
          <p:spPr>
            <a:xfrm>
              <a:off x="6892414" y="2111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7" name="pt29067"/>
            <p:cNvSpPr/>
            <p:nvPr/>
          </p:nvSpPr>
          <p:spPr>
            <a:xfrm>
              <a:off x="6904946" y="1989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8" name="pt29068"/>
            <p:cNvSpPr/>
            <p:nvPr/>
          </p:nvSpPr>
          <p:spPr>
            <a:xfrm>
              <a:off x="7131164" y="210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9" name="pt29069"/>
            <p:cNvSpPr/>
            <p:nvPr/>
          </p:nvSpPr>
          <p:spPr>
            <a:xfrm>
              <a:off x="7212842" y="2320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0" name="pt29070"/>
            <p:cNvSpPr/>
            <p:nvPr/>
          </p:nvSpPr>
          <p:spPr>
            <a:xfrm>
              <a:off x="7250766" y="2028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1" name="pt29071"/>
            <p:cNvSpPr/>
            <p:nvPr/>
          </p:nvSpPr>
          <p:spPr>
            <a:xfrm>
              <a:off x="7144117" y="2117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2" name="pt29072"/>
            <p:cNvSpPr/>
            <p:nvPr/>
          </p:nvSpPr>
          <p:spPr>
            <a:xfrm>
              <a:off x="7220868" y="2097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3" name="pt29073"/>
            <p:cNvSpPr/>
            <p:nvPr/>
          </p:nvSpPr>
          <p:spPr>
            <a:xfrm>
              <a:off x="7283964" y="1956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4" name="pt29074"/>
            <p:cNvSpPr/>
            <p:nvPr/>
          </p:nvSpPr>
          <p:spPr>
            <a:xfrm>
              <a:off x="7220215" y="2174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5" name="pt29075"/>
            <p:cNvSpPr/>
            <p:nvPr/>
          </p:nvSpPr>
          <p:spPr>
            <a:xfrm>
              <a:off x="7409274" y="2525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6" name="pt29076"/>
            <p:cNvSpPr/>
            <p:nvPr/>
          </p:nvSpPr>
          <p:spPr>
            <a:xfrm>
              <a:off x="7055008" y="2264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7" name="pt29077"/>
            <p:cNvSpPr/>
            <p:nvPr/>
          </p:nvSpPr>
          <p:spPr>
            <a:xfrm>
              <a:off x="7274384" y="2019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8" name="pt29078"/>
            <p:cNvSpPr/>
            <p:nvPr/>
          </p:nvSpPr>
          <p:spPr>
            <a:xfrm>
              <a:off x="7311235" y="2088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9" name="pt29079"/>
            <p:cNvSpPr/>
            <p:nvPr/>
          </p:nvSpPr>
          <p:spPr>
            <a:xfrm>
              <a:off x="7188974" y="2081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0" name="pt29080"/>
            <p:cNvSpPr/>
            <p:nvPr/>
          </p:nvSpPr>
          <p:spPr>
            <a:xfrm>
              <a:off x="7321770" y="1976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1" name="pt29081"/>
            <p:cNvSpPr/>
            <p:nvPr/>
          </p:nvSpPr>
          <p:spPr>
            <a:xfrm>
              <a:off x="7166597" y="2020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2" name="pt29082"/>
            <p:cNvSpPr/>
            <p:nvPr/>
          </p:nvSpPr>
          <p:spPr>
            <a:xfrm>
              <a:off x="7002230" y="2081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3" name="pt29083"/>
            <p:cNvSpPr/>
            <p:nvPr/>
          </p:nvSpPr>
          <p:spPr>
            <a:xfrm>
              <a:off x="6941411" y="2157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4" name="pt29084"/>
            <p:cNvSpPr/>
            <p:nvPr/>
          </p:nvSpPr>
          <p:spPr>
            <a:xfrm>
              <a:off x="7190386" y="2060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5" name="pt29085"/>
            <p:cNvSpPr/>
            <p:nvPr/>
          </p:nvSpPr>
          <p:spPr>
            <a:xfrm>
              <a:off x="7464066" y="2500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6" name="pt29086"/>
            <p:cNvSpPr/>
            <p:nvPr/>
          </p:nvSpPr>
          <p:spPr>
            <a:xfrm>
              <a:off x="7019531" y="2054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7" name="pt29087"/>
            <p:cNvSpPr/>
            <p:nvPr/>
          </p:nvSpPr>
          <p:spPr>
            <a:xfrm>
              <a:off x="7206301" y="2071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8" name="pt29088"/>
            <p:cNvSpPr/>
            <p:nvPr/>
          </p:nvSpPr>
          <p:spPr>
            <a:xfrm>
              <a:off x="7317822" y="1916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9" name="pt29089"/>
            <p:cNvSpPr/>
            <p:nvPr/>
          </p:nvSpPr>
          <p:spPr>
            <a:xfrm>
              <a:off x="7272735" y="2040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0" name="pt29090"/>
            <p:cNvSpPr/>
            <p:nvPr/>
          </p:nvSpPr>
          <p:spPr>
            <a:xfrm>
              <a:off x="7225922" y="2022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1" name="pt29091"/>
            <p:cNvSpPr/>
            <p:nvPr/>
          </p:nvSpPr>
          <p:spPr>
            <a:xfrm>
              <a:off x="7202395" y="2033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2" name="pt29092"/>
            <p:cNvSpPr/>
            <p:nvPr/>
          </p:nvSpPr>
          <p:spPr>
            <a:xfrm>
              <a:off x="6936144" y="1964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3" name="pt29093"/>
            <p:cNvSpPr/>
            <p:nvPr/>
          </p:nvSpPr>
          <p:spPr>
            <a:xfrm>
              <a:off x="7061694" y="1969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4" name="pt29094"/>
            <p:cNvSpPr/>
            <p:nvPr/>
          </p:nvSpPr>
          <p:spPr>
            <a:xfrm>
              <a:off x="7190188" y="2095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5" name="pt29095"/>
            <p:cNvSpPr/>
            <p:nvPr/>
          </p:nvSpPr>
          <p:spPr>
            <a:xfrm>
              <a:off x="7363863" y="2377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6" name="pt29096"/>
            <p:cNvSpPr/>
            <p:nvPr/>
          </p:nvSpPr>
          <p:spPr>
            <a:xfrm>
              <a:off x="7027985" y="1823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7" name="pt29097"/>
            <p:cNvSpPr/>
            <p:nvPr/>
          </p:nvSpPr>
          <p:spPr>
            <a:xfrm>
              <a:off x="7202382" y="2150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8" name="pt29098"/>
            <p:cNvSpPr/>
            <p:nvPr/>
          </p:nvSpPr>
          <p:spPr>
            <a:xfrm>
              <a:off x="7068715" y="2115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9" name="pt29099"/>
            <p:cNvSpPr/>
            <p:nvPr/>
          </p:nvSpPr>
          <p:spPr>
            <a:xfrm>
              <a:off x="6960811" y="2039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0" name="pt29100"/>
            <p:cNvSpPr/>
            <p:nvPr/>
          </p:nvSpPr>
          <p:spPr>
            <a:xfrm>
              <a:off x="6856686" y="2273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1" name="pt29101"/>
            <p:cNvSpPr/>
            <p:nvPr/>
          </p:nvSpPr>
          <p:spPr>
            <a:xfrm>
              <a:off x="7158555" y="2182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2" name="pt29102"/>
            <p:cNvSpPr/>
            <p:nvPr/>
          </p:nvSpPr>
          <p:spPr>
            <a:xfrm>
              <a:off x="7516267" y="2365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3" name="pt29103"/>
            <p:cNvSpPr/>
            <p:nvPr/>
          </p:nvSpPr>
          <p:spPr>
            <a:xfrm>
              <a:off x="7158774" y="2179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4" name="pt29104"/>
            <p:cNvSpPr/>
            <p:nvPr/>
          </p:nvSpPr>
          <p:spPr>
            <a:xfrm>
              <a:off x="7053936" y="2277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5" name="pt29105"/>
            <p:cNvSpPr/>
            <p:nvPr/>
          </p:nvSpPr>
          <p:spPr>
            <a:xfrm>
              <a:off x="7114317" y="2130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6" name="pt29106"/>
            <p:cNvSpPr/>
            <p:nvPr/>
          </p:nvSpPr>
          <p:spPr>
            <a:xfrm>
              <a:off x="7203211" y="2169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7" name="pt29107"/>
            <p:cNvSpPr/>
            <p:nvPr/>
          </p:nvSpPr>
          <p:spPr>
            <a:xfrm>
              <a:off x="7237276" y="2057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8" name="pt29108"/>
            <p:cNvSpPr/>
            <p:nvPr/>
          </p:nvSpPr>
          <p:spPr>
            <a:xfrm>
              <a:off x="7290646" y="1795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9" name="pt29109"/>
            <p:cNvSpPr/>
            <p:nvPr/>
          </p:nvSpPr>
          <p:spPr>
            <a:xfrm>
              <a:off x="7398592" y="2073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0" name="pt29110"/>
            <p:cNvSpPr/>
            <p:nvPr/>
          </p:nvSpPr>
          <p:spPr>
            <a:xfrm>
              <a:off x="7077568" y="2149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1" name="pt29111"/>
            <p:cNvSpPr/>
            <p:nvPr/>
          </p:nvSpPr>
          <p:spPr>
            <a:xfrm>
              <a:off x="7292928" y="2078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2" name="pt29112"/>
            <p:cNvSpPr/>
            <p:nvPr/>
          </p:nvSpPr>
          <p:spPr>
            <a:xfrm>
              <a:off x="6995362" y="2078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3" name="pt29113"/>
            <p:cNvSpPr/>
            <p:nvPr/>
          </p:nvSpPr>
          <p:spPr>
            <a:xfrm>
              <a:off x="6949170" y="2167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4" name="pt29114"/>
            <p:cNvSpPr/>
            <p:nvPr/>
          </p:nvSpPr>
          <p:spPr>
            <a:xfrm>
              <a:off x="7211857" y="2280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5" name="pt29115"/>
            <p:cNvSpPr/>
            <p:nvPr/>
          </p:nvSpPr>
          <p:spPr>
            <a:xfrm>
              <a:off x="6977040" y="1967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6" name="pt29116"/>
            <p:cNvSpPr/>
            <p:nvPr/>
          </p:nvSpPr>
          <p:spPr>
            <a:xfrm>
              <a:off x="6686945" y="2312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7" name="pt29117"/>
            <p:cNvSpPr/>
            <p:nvPr/>
          </p:nvSpPr>
          <p:spPr>
            <a:xfrm>
              <a:off x="7192246" y="2028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8" name="pt29118"/>
            <p:cNvSpPr/>
            <p:nvPr/>
          </p:nvSpPr>
          <p:spPr>
            <a:xfrm>
              <a:off x="7528876" y="2358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9" name="pt29119"/>
            <p:cNvSpPr/>
            <p:nvPr/>
          </p:nvSpPr>
          <p:spPr>
            <a:xfrm>
              <a:off x="7291464" y="2001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0" name="pt29120"/>
            <p:cNvSpPr/>
            <p:nvPr/>
          </p:nvSpPr>
          <p:spPr>
            <a:xfrm>
              <a:off x="7265855" y="2150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1" name="pt29121"/>
            <p:cNvSpPr/>
            <p:nvPr/>
          </p:nvSpPr>
          <p:spPr>
            <a:xfrm>
              <a:off x="7149813" y="2255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2" name="pt29122"/>
            <p:cNvSpPr/>
            <p:nvPr/>
          </p:nvSpPr>
          <p:spPr>
            <a:xfrm>
              <a:off x="6988525" y="1899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3" name="pt29123"/>
            <p:cNvSpPr/>
            <p:nvPr/>
          </p:nvSpPr>
          <p:spPr>
            <a:xfrm>
              <a:off x="6864307" y="1960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4" name="pt29124"/>
            <p:cNvSpPr/>
            <p:nvPr/>
          </p:nvSpPr>
          <p:spPr>
            <a:xfrm>
              <a:off x="7183637" y="2127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5" name="pt29125"/>
            <p:cNvSpPr/>
            <p:nvPr/>
          </p:nvSpPr>
          <p:spPr>
            <a:xfrm>
              <a:off x="7113363" y="2053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6" name="pt29126"/>
            <p:cNvSpPr/>
            <p:nvPr/>
          </p:nvSpPr>
          <p:spPr>
            <a:xfrm>
              <a:off x="7200226" y="1966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7" name="pt29127"/>
            <p:cNvSpPr/>
            <p:nvPr/>
          </p:nvSpPr>
          <p:spPr>
            <a:xfrm>
              <a:off x="7215498" y="2233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8" name="pt29128"/>
            <p:cNvSpPr/>
            <p:nvPr/>
          </p:nvSpPr>
          <p:spPr>
            <a:xfrm>
              <a:off x="7280881" y="2019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9" name="pt29129"/>
            <p:cNvSpPr/>
            <p:nvPr/>
          </p:nvSpPr>
          <p:spPr>
            <a:xfrm>
              <a:off x="7336791" y="1976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0" name="pt29130"/>
            <p:cNvSpPr/>
            <p:nvPr/>
          </p:nvSpPr>
          <p:spPr>
            <a:xfrm>
              <a:off x="7034919" y="2118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1" name="pt29131"/>
            <p:cNvSpPr/>
            <p:nvPr/>
          </p:nvSpPr>
          <p:spPr>
            <a:xfrm>
              <a:off x="7133153" y="2143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2" name="pt29132"/>
            <p:cNvSpPr/>
            <p:nvPr/>
          </p:nvSpPr>
          <p:spPr>
            <a:xfrm>
              <a:off x="6751099" y="1730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3" name="pt29133"/>
            <p:cNvSpPr/>
            <p:nvPr/>
          </p:nvSpPr>
          <p:spPr>
            <a:xfrm>
              <a:off x="7163090" y="2100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4" name="pt29134"/>
            <p:cNvSpPr/>
            <p:nvPr/>
          </p:nvSpPr>
          <p:spPr>
            <a:xfrm>
              <a:off x="7271824" y="2119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5" name="pt29135"/>
            <p:cNvSpPr/>
            <p:nvPr/>
          </p:nvSpPr>
          <p:spPr>
            <a:xfrm>
              <a:off x="7204731" y="2218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6" name="pt29136"/>
            <p:cNvSpPr/>
            <p:nvPr/>
          </p:nvSpPr>
          <p:spPr>
            <a:xfrm>
              <a:off x="7088840" y="2233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7" name="pt29137"/>
            <p:cNvSpPr/>
            <p:nvPr/>
          </p:nvSpPr>
          <p:spPr>
            <a:xfrm>
              <a:off x="6969604" y="2004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8" name="pt29138"/>
            <p:cNvSpPr/>
            <p:nvPr/>
          </p:nvSpPr>
          <p:spPr>
            <a:xfrm>
              <a:off x="7155714" y="2278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9" name="pt29139"/>
            <p:cNvSpPr/>
            <p:nvPr/>
          </p:nvSpPr>
          <p:spPr>
            <a:xfrm>
              <a:off x="7060387" y="1972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0" name="pt29140"/>
            <p:cNvSpPr/>
            <p:nvPr/>
          </p:nvSpPr>
          <p:spPr>
            <a:xfrm>
              <a:off x="7020530" y="2167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1" name="pt29141"/>
            <p:cNvSpPr/>
            <p:nvPr/>
          </p:nvSpPr>
          <p:spPr>
            <a:xfrm>
              <a:off x="7232124" y="2065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2" name="pt29142"/>
            <p:cNvSpPr/>
            <p:nvPr/>
          </p:nvSpPr>
          <p:spPr>
            <a:xfrm>
              <a:off x="7099167" y="2262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3" name="pt29143"/>
            <p:cNvSpPr/>
            <p:nvPr/>
          </p:nvSpPr>
          <p:spPr>
            <a:xfrm>
              <a:off x="7107865" y="2154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4" name="pt29144"/>
            <p:cNvSpPr/>
            <p:nvPr/>
          </p:nvSpPr>
          <p:spPr>
            <a:xfrm>
              <a:off x="6996563" y="2012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5" name="pt29145"/>
            <p:cNvSpPr/>
            <p:nvPr/>
          </p:nvSpPr>
          <p:spPr>
            <a:xfrm>
              <a:off x="7064451" y="1689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6" name="pt29146"/>
            <p:cNvSpPr/>
            <p:nvPr/>
          </p:nvSpPr>
          <p:spPr>
            <a:xfrm>
              <a:off x="7142662" y="2214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7" name="pt29147"/>
            <p:cNvSpPr/>
            <p:nvPr/>
          </p:nvSpPr>
          <p:spPr>
            <a:xfrm>
              <a:off x="7140136" y="2270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8" name="pt29148"/>
            <p:cNvSpPr/>
            <p:nvPr/>
          </p:nvSpPr>
          <p:spPr>
            <a:xfrm>
              <a:off x="7225784" y="2246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9" name="pt29149"/>
            <p:cNvSpPr/>
            <p:nvPr/>
          </p:nvSpPr>
          <p:spPr>
            <a:xfrm>
              <a:off x="7176623" y="1970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0" name="pt29150"/>
            <p:cNvSpPr/>
            <p:nvPr/>
          </p:nvSpPr>
          <p:spPr>
            <a:xfrm>
              <a:off x="7178593" y="2057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1" name="pt29151"/>
            <p:cNvSpPr/>
            <p:nvPr/>
          </p:nvSpPr>
          <p:spPr>
            <a:xfrm>
              <a:off x="7222459" y="1978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2" name="pt29152"/>
            <p:cNvSpPr/>
            <p:nvPr/>
          </p:nvSpPr>
          <p:spPr>
            <a:xfrm>
              <a:off x="7131199" y="2167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3" name="pt29153"/>
            <p:cNvSpPr/>
            <p:nvPr/>
          </p:nvSpPr>
          <p:spPr>
            <a:xfrm>
              <a:off x="7081565" y="2021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4" name="pt29154"/>
            <p:cNvSpPr/>
            <p:nvPr/>
          </p:nvSpPr>
          <p:spPr>
            <a:xfrm>
              <a:off x="7264398" y="2017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5" name="pt29155"/>
            <p:cNvSpPr/>
            <p:nvPr/>
          </p:nvSpPr>
          <p:spPr>
            <a:xfrm>
              <a:off x="6823645" y="1955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6" name="pt29156"/>
            <p:cNvSpPr/>
            <p:nvPr/>
          </p:nvSpPr>
          <p:spPr>
            <a:xfrm>
              <a:off x="7171494" y="1992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7" name="pt29157"/>
            <p:cNvSpPr/>
            <p:nvPr/>
          </p:nvSpPr>
          <p:spPr>
            <a:xfrm>
              <a:off x="6732344" y="2262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8" name="pt29158"/>
            <p:cNvSpPr/>
            <p:nvPr/>
          </p:nvSpPr>
          <p:spPr>
            <a:xfrm>
              <a:off x="7180505" y="2112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9" name="pt29159"/>
            <p:cNvSpPr/>
            <p:nvPr/>
          </p:nvSpPr>
          <p:spPr>
            <a:xfrm>
              <a:off x="7057935" y="2168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0" name="pt29160"/>
            <p:cNvSpPr/>
            <p:nvPr/>
          </p:nvSpPr>
          <p:spPr>
            <a:xfrm>
              <a:off x="7175279" y="2025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1" name="pt29161"/>
            <p:cNvSpPr/>
            <p:nvPr/>
          </p:nvSpPr>
          <p:spPr>
            <a:xfrm>
              <a:off x="7195444" y="2055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2" name="pt29162"/>
            <p:cNvSpPr/>
            <p:nvPr/>
          </p:nvSpPr>
          <p:spPr>
            <a:xfrm>
              <a:off x="6969544" y="1960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3" name="pt29163"/>
            <p:cNvSpPr/>
            <p:nvPr/>
          </p:nvSpPr>
          <p:spPr>
            <a:xfrm>
              <a:off x="7046831" y="2202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4" name="pt29164"/>
            <p:cNvSpPr/>
            <p:nvPr/>
          </p:nvSpPr>
          <p:spPr>
            <a:xfrm>
              <a:off x="7029819" y="1794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5" name="pt29165"/>
            <p:cNvSpPr/>
            <p:nvPr/>
          </p:nvSpPr>
          <p:spPr>
            <a:xfrm>
              <a:off x="7419320" y="2482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6" name="pt29166"/>
            <p:cNvSpPr/>
            <p:nvPr/>
          </p:nvSpPr>
          <p:spPr>
            <a:xfrm>
              <a:off x="7114154" y="2213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7" name="pt29167"/>
            <p:cNvSpPr/>
            <p:nvPr/>
          </p:nvSpPr>
          <p:spPr>
            <a:xfrm>
              <a:off x="7201044" y="1950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8" name="pt29168"/>
            <p:cNvSpPr/>
            <p:nvPr/>
          </p:nvSpPr>
          <p:spPr>
            <a:xfrm>
              <a:off x="7032923" y="1902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9" name="pt29169"/>
            <p:cNvSpPr/>
            <p:nvPr/>
          </p:nvSpPr>
          <p:spPr>
            <a:xfrm>
              <a:off x="6987597" y="2029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0" name="pt29170"/>
            <p:cNvSpPr/>
            <p:nvPr/>
          </p:nvSpPr>
          <p:spPr>
            <a:xfrm>
              <a:off x="6882892" y="1745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1" name="pt29171"/>
            <p:cNvSpPr/>
            <p:nvPr/>
          </p:nvSpPr>
          <p:spPr>
            <a:xfrm>
              <a:off x="7241201" y="1642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2" name="pt29172"/>
            <p:cNvSpPr/>
            <p:nvPr/>
          </p:nvSpPr>
          <p:spPr>
            <a:xfrm>
              <a:off x="7253770" y="2019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3" name="pt29173"/>
            <p:cNvSpPr/>
            <p:nvPr/>
          </p:nvSpPr>
          <p:spPr>
            <a:xfrm>
              <a:off x="7481575" y="2349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4" name="pt29174"/>
            <p:cNvSpPr/>
            <p:nvPr/>
          </p:nvSpPr>
          <p:spPr>
            <a:xfrm>
              <a:off x="7078747" y="2106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5" name="pt29175"/>
            <p:cNvSpPr/>
            <p:nvPr/>
          </p:nvSpPr>
          <p:spPr>
            <a:xfrm>
              <a:off x="7166146" y="2116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6" name="pt29176"/>
            <p:cNvSpPr/>
            <p:nvPr/>
          </p:nvSpPr>
          <p:spPr>
            <a:xfrm>
              <a:off x="7121094" y="2140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7" name="pt29177"/>
            <p:cNvSpPr/>
            <p:nvPr/>
          </p:nvSpPr>
          <p:spPr>
            <a:xfrm>
              <a:off x="6961178" y="2020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8" name="pt29178"/>
            <p:cNvSpPr/>
            <p:nvPr/>
          </p:nvSpPr>
          <p:spPr>
            <a:xfrm>
              <a:off x="6964847" y="2012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9" name="pt29179"/>
            <p:cNvSpPr/>
            <p:nvPr/>
          </p:nvSpPr>
          <p:spPr>
            <a:xfrm>
              <a:off x="6969260" y="1949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0" name="pt29180"/>
            <p:cNvSpPr/>
            <p:nvPr/>
          </p:nvSpPr>
          <p:spPr>
            <a:xfrm>
              <a:off x="7163479" y="2051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1" name="pt29181"/>
            <p:cNvSpPr/>
            <p:nvPr/>
          </p:nvSpPr>
          <p:spPr>
            <a:xfrm>
              <a:off x="6967156" y="193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2" name="pt29182"/>
            <p:cNvSpPr/>
            <p:nvPr/>
          </p:nvSpPr>
          <p:spPr>
            <a:xfrm>
              <a:off x="7271598" y="2043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3" name="pt29183"/>
            <p:cNvSpPr/>
            <p:nvPr/>
          </p:nvSpPr>
          <p:spPr>
            <a:xfrm>
              <a:off x="6945407" y="2097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4" name="pt29184"/>
            <p:cNvSpPr/>
            <p:nvPr/>
          </p:nvSpPr>
          <p:spPr>
            <a:xfrm>
              <a:off x="7153300" y="2328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5" name="pt29185"/>
            <p:cNvSpPr/>
            <p:nvPr/>
          </p:nvSpPr>
          <p:spPr>
            <a:xfrm>
              <a:off x="7158333" y="2128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6" name="pt29186"/>
            <p:cNvSpPr/>
            <p:nvPr/>
          </p:nvSpPr>
          <p:spPr>
            <a:xfrm>
              <a:off x="6745832" y="2010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7" name="pt29187"/>
            <p:cNvSpPr/>
            <p:nvPr/>
          </p:nvSpPr>
          <p:spPr>
            <a:xfrm>
              <a:off x="7430589" y="2338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8" name="pt29188"/>
            <p:cNvSpPr/>
            <p:nvPr/>
          </p:nvSpPr>
          <p:spPr>
            <a:xfrm>
              <a:off x="7135750" y="2176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9" name="pt29189"/>
            <p:cNvSpPr/>
            <p:nvPr/>
          </p:nvSpPr>
          <p:spPr>
            <a:xfrm>
              <a:off x="7374298" y="2490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0" name="pt29190"/>
            <p:cNvSpPr/>
            <p:nvPr/>
          </p:nvSpPr>
          <p:spPr>
            <a:xfrm>
              <a:off x="7022837" y="1898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1" name="pt29191"/>
            <p:cNvSpPr/>
            <p:nvPr/>
          </p:nvSpPr>
          <p:spPr>
            <a:xfrm>
              <a:off x="7202835" y="2133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2" name="pt29192"/>
            <p:cNvSpPr/>
            <p:nvPr/>
          </p:nvSpPr>
          <p:spPr>
            <a:xfrm>
              <a:off x="7572773" y="2120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3" name="pt29193"/>
            <p:cNvSpPr/>
            <p:nvPr/>
          </p:nvSpPr>
          <p:spPr>
            <a:xfrm>
              <a:off x="7187847" y="2154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4" name="pt29194"/>
            <p:cNvSpPr/>
            <p:nvPr/>
          </p:nvSpPr>
          <p:spPr>
            <a:xfrm>
              <a:off x="7101620" y="2203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5" name="pt29195"/>
            <p:cNvSpPr/>
            <p:nvPr/>
          </p:nvSpPr>
          <p:spPr>
            <a:xfrm>
              <a:off x="7208410" y="2258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6" name="pt29196"/>
            <p:cNvSpPr/>
            <p:nvPr/>
          </p:nvSpPr>
          <p:spPr>
            <a:xfrm>
              <a:off x="7342358" y="2132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7" name="pt29197"/>
            <p:cNvSpPr/>
            <p:nvPr/>
          </p:nvSpPr>
          <p:spPr>
            <a:xfrm>
              <a:off x="6908151" y="2079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8" name="pt29198"/>
            <p:cNvSpPr/>
            <p:nvPr/>
          </p:nvSpPr>
          <p:spPr>
            <a:xfrm>
              <a:off x="7243838" y="2192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9" name="pt29199"/>
            <p:cNvSpPr/>
            <p:nvPr/>
          </p:nvSpPr>
          <p:spPr>
            <a:xfrm>
              <a:off x="7436669" y="2329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0" name="pt29200"/>
            <p:cNvSpPr/>
            <p:nvPr/>
          </p:nvSpPr>
          <p:spPr>
            <a:xfrm>
              <a:off x="7065632" y="1661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1" name="pt29201"/>
            <p:cNvSpPr/>
            <p:nvPr/>
          </p:nvSpPr>
          <p:spPr>
            <a:xfrm>
              <a:off x="7172348" y="1985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2" name="pt29202"/>
            <p:cNvSpPr/>
            <p:nvPr/>
          </p:nvSpPr>
          <p:spPr>
            <a:xfrm>
              <a:off x="7043678" y="2233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3" name="pt29203"/>
            <p:cNvSpPr/>
            <p:nvPr/>
          </p:nvSpPr>
          <p:spPr>
            <a:xfrm>
              <a:off x="7009860" y="2019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4" name="pt29204"/>
            <p:cNvSpPr/>
            <p:nvPr/>
          </p:nvSpPr>
          <p:spPr>
            <a:xfrm>
              <a:off x="6983907" y="2029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5" name="pt29205"/>
            <p:cNvSpPr/>
            <p:nvPr/>
          </p:nvSpPr>
          <p:spPr>
            <a:xfrm>
              <a:off x="7066608" y="2156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6" name="pt29206"/>
            <p:cNvSpPr/>
            <p:nvPr/>
          </p:nvSpPr>
          <p:spPr>
            <a:xfrm>
              <a:off x="7442520" y="2690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7" name="pt29207"/>
            <p:cNvSpPr/>
            <p:nvPr/>
          </p:nvSpPr>
          <p:spPr>
            <a:xfrm>
              <a:off x="7099395" y="2266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8" name="pt29208"/>
            <p:cNvSpPr/>
            <p:nvPr/>
          </p:nvSpPr>
          <p:spPr>
            <a:xfrm>
              <a:off x="7374622" y="2483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9" name="pt29209"/>
            <p:cNvSpPr/>
            <p:nvPr/>
          </p:nvSpPr>
          <p:spPr>
            <a:xfrm>
              <a:off x="6973679" y="2045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0" name="pt29210"/>
            <p:cNvSpPr/>
            <p:nvPr/>
          </p:nvSpPr>
          <p:spPr>
            <a:xfrm>
              <a:off x="7275840" y="2024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1" name="pt29211"/>
            <p:cNvSpPr/>
            <p:nvPr/>
          </p:nvSpPr>
          <p:spPr>
            <a:xfrm>
              <a:off x="7323678" y="1907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2" name="pt29212"/>
            <p:cNvSpPr/>
            <p:nvPr/>
          </p:nvSpPr>
          <p:spPr>
            <a:xfrm>
              <a:off x="6640970" y="1902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3" name="pt29213"/>
            <p:cNvSpPr/>
            <p:nvPr/>
          </p:nvSpPr>
          <p:spPr>
            <a:xfrm>
              <a:off x="7063114" y="1888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4" name="pt29214"/>
            <p:cNvSpPr/>
            <p:nvPr/>
          </p:nvSpPr>
          <p:spPr>
            <a:xfrm>
              <a:off x="6940702" y="2181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5" name="pt29215"/>
            <p:cNvSpPr/>
            <p:nvPr/>
          </p:nvSpPr>
          <p:spPr>
            <a:xfrm>
              <a:off x="7292413" y="2005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6" name="pt29216"/>
            <p:cNvSpPr/>
            <p:nvPr/>
          </p:nvSpPr>
          <p:spPr>
            <a:xfrm>
              <a:off x="7151712" y="2268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7" name="pt29217"/>
            <p:cNvSpPr/>
            <p:nvPr/>
          </p:nvSpPr>
          <p:spPr>
            <a:xfrm>
              <a:off x="7184741" y="2075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8" name="pt29218"/>
            <p:cNvSpPr/>
            <p:nvPr/>
          </p:nvSpPr>
          <p:spPr>
            <a:xfrm>
              <a:off x="7022348" y="2015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9" name="pt29219"/>
            <p:cNvSpPr/>
            <p:nvPr/>
          </p:nvSpPr>
          <p:spPr>
            <a:xfrm>
              <a:off x="7319959" y="2058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0" name="pt29220"/>
            <p:cNvSpPr/>
            <p:nvPr/>
          </p:nvSpPr>
          <p:spPr>
            <a:xfrm>
              <a:off x="7185296" y="2160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1" name="pt29221"/>
            <p:cNvSpPr/>
            <p:nvPr/>
          </p:nvSpPr>
          <p:spPr>
            <a:xfrm>
              <a:off x="6989174" y="1891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2" name="pt29222"/>
            <p:cNvSpPr/>
            <p:nvPr/>
          </p:nvSpPr>
          <p:spPr>
            <a:xfrm>
              <a:off x="7252519" y="2086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3" name="pt29223"/>
            <p:cNvSpPr/>
            <p:nvPr/>
          </p:nvSpPr>
          <p:spPr>
            <a:xfrm>
              <a:off x="7189446" y="2076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4" name="pt29224"/>
            <p:cNvSpPr/>
            <p:nvPr/>
          </p:nvSpPr>
          <p:spPr>
            <a:xfrm>
              <a:off x="7159090" y="2010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5" name="pt29225"/>
            <p:cNvSpPr/>
            <p:nvPr/>
          </p:nvSpPr>
          <p:spPr>
            <a:xfrm>
              <a:off x="7039162" y="2171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6" name="pt29226"/>
            <p:cNvSpPr/>
            <p:nvPr/>
          </p:nvSpPr>
          <p:spPr>
            <a:xfrm>
              <a:off x="7056562" y="2162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7" name="pt29227"/>
            <p:cNvSpPr/>
            <p:nvPr/>
          </p:nvSpPr>
          <p:spPr>
            <a:xfrm>
              <a:off x="7290712" y="2088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8" name="pt29228"/>
            <p:cNvSpPr/>
            <p:nvPr/>
          </p:nvSpPr>
          <p:spPr>
            <a:xfrm>
              <a:off x="6793618" y="2496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9" name="pt29229"/>
            <p:cNvSpPr/>
            <p:nvPr/>
          </p:nvSpPr>
          <p:spPr>
            <a:xfrm>
              <a:off x="7235034" y="1954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0" name="pt29230"/>
            <p:cNvSpPr/>
            <p:nvPr/>
          </p:nvSpPr>
          <p:spPr>
            <a:xfrm>
              <a:off x="7275696" y="2008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1" name="pt29231"/>
            <p:cNvSpPr/>
            <p:nvPr/>
          </p:nvSpPr>
          <p:spPr>
            <a:xfrm>
              <a:off x="7333787" y="1898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2" name="pt29232"/>
            <p:cNvSpPr/>
            <p:nvPr/>
          </p:nvSpPr>
          <p:spPr>
            <a:xfrm>
              <a:off x="7099486" y="2205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3" name="pt29233"/>
            <p:cNvSpPr/>
            <p:nvPr/>
          </p:nvSpPr>
          <p:spPr>
            <a:xfrm>
              <a:off x="7379748" y="2151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4" name="pt29234"/>
            <p:cNvSpPr/>
            <p:nvPr/>
          </p:nvSpPr>
          <p:spPr>
            <a:xfrm>
              <a:off x="7210946" y="2193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5" name="pt29235"/>
            <p:cNvSpPr/>
            <p:nvPr/>
          </p:nvSpPr>
          <p:spPr>
            <a:xfrm>
              <a:off x="7183079" y="2106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6" name="pt29236"/>
            <p:cNvSpPr/>
            <p:nvPr/>
          </p:nvSpPr>
          <p:spPr>
            <a:xfrm>
              <a:off x="7189998" y="2073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7" name="pt29237"/>
            <p:cNvSpPr/>
            <p:nvPr/>
          </p:nvSpPr>
          <p:spPr>
            <a:xfrm>
              <a:off x="7303902" y="203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8" name="pt29238"/>
            <p:cNvSpPr/>
            <p:nvPr/>
          </p:nvSpPr>
          <p:spPr>
            <a:xfrm>
              <a:off x="7158269" y="2101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9" name="pt29239"/>
            <p:cNvSpPr/>
            <p:nvPr/>
          </p:nvSpPr>
          <p:spPr>
            <a:xfrm>
              <a:off x="7336830" y="2184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0" name="pt29240"/>
            <p:cNvSpPr/>
            <p:nvPr/>
          </p:nvSpPr>
          <p:spPr>
            <a:xfrm>
              <a:off x="7125950" y="2091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1" name="pt29241"/>
            <p:cNvSpPr/>
            <p:nvPr/>
          </p:nvSpPr>
          <p:spPr>
            <a:xfrm>
              <a:off x="6966610" y="1980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2" name="pt29242"/>
            <p:cNvSpPr/>
            <p:nvPr/>
          </p:nvSpPr>
          <p:spPr>
            <a:xfrm>
              <a:off x="7207904" y="2242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3" name="pt29243"/>
            <p:cNvSpPr/>
            <p:nvPr/>
          </p:nvSpPr>
          <p:spPr>
            <a:xfrm>
              <a:off x="7387142" y="2117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4" name="pt29244"/>
            <p:cNvSpPr/>
            <p:nvPr/>
          </p:nvSpPr>
          <p:spPr>
            <a:xfrm>
              <a:off x="6789572" y="2230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5" name="pt29245"/>
            <p:cNvSpPr/>
            <p:nvPr/>
          </p:nvSpPr>
          <p:spPr>
            <a:xfrm>
              <a:off x="7211623" y="2207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6" name="pt29246"/>
            <p:cNvSpPr/>
            <p:nvPr/>
          </p:nvSpPr>
          <p:spPr>
            <a:xfrm>
              <a:off x="6906031" y="220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7" name="pt29247"/>
            <p:cNvSpPr/>
            <p:nvPr/>
          </p:nvSpPr>
          <p:spPr>
            <a:xfrm>
              <a:off x="7279412" y="2113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8" name="pt29248"/>
            <p:cNvSpPr/>
            <p:nvPr/>
          </p:nvSpPr>
          <p:spPr>
            <a:xfrm>
              <a:off x="7101401" y="216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9" name="pt29249"/>
            <p:cNvSpPr/>
            <p:nvPr/>
          </p:nvSpPr>
          <p:spPr>
            <a:xfrm>
              <a:off x="7348703" y="2075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0" name="pt29250"/>
            <p:cNvSpPr/>
            <p:nvPr/>
          </p:nvSpPr>
          <p:spPr>
            <a:xfrm>
              <a:off x="7065002" y="1678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1" name="pt29251"/>
            <p:cNvSpPr/>
            <p:nvPr/>
          </p:nvSpPr>
          <p:spPr>
            <a:xfrm>
              <a:off x="7202538" y="2156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2" name="pt29252"/>
            <p:cNvSpPr/>
            <p:nvPr/>
          </p:nvSpPr>
          <p:spPr>
            <a:xfrm>
              <a:off x="7230162" y="2022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3" name="pt29253"/>
            <p:cNvSpPr/>
            <p:nvPr/>
          </p:nvSpPr>
          <p:spPr>
            <a:xfrm>
              <a:off x="7034456" y="2054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4" name="pt29254"/>
            <p:cNvSpPr/>
            <p:nvPr/>
          </p:nvSpPr>
          <p:spPr>
            <a:xfrm>
              <a:off x="7051437" y="2283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5" name="pt29255"/>
            <p:cNvSpPr/>
            <p:nvPr/>
          </p:nvSpPr>
          <p:spPr>
            <a:xfrm>
              <a:off x="6971392" y="2036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6" name="pt29256"/>
            <p:cNvSpPr/>
            <p:nvPr/>
          </p:nvSpPr>
          <p:spPr>
            <a:xfrm>
              <a:off x="6810321" y="2375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7" name="pt29257"/>
            <p:cNvSpPr/>
            <p:nvPr/>
          </p:nvSpPr>
          <p:spPr>
            <a:xfrm>
              <a:off x="7312025" y="1994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8" name="pt29258"/>
            <p:cNvSpPr/>
            <p:nvPr/>
          </p:nvSpPr>
          <p:spPr>
            <a:xfrm>
              <a:off x="7250513" y="1994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9" name="pt29259"/>
            <p:cNvSpPr/>
            <p:nvPr/>
          </p:nvSpPr>
          <p:spPr>
            <a:xfrm>
              <a:off x="7178268" y="2100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0" name="pt29260"/>
            <p:cNvSpPr/>
            <p:nvPr/>
          </p:nvSpPr>
          <p:spPr>
            <a:xfrm>
              <a:off x="7161905" y="2041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1" name="pt29261"/>
            <p:cNvSpPr/>
            <p:nvPr/>
          </p:nvSpPr>
          <p:spPr>
            <a:xfrm>
              <a:off x="7350614" y="2137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2" name="pt29262"/>
            <p:cNvSpPr/>
            <p:nvPr/>
          </p:nvSpPr>
          <p:spPr>
            <a:xfrm>
              <a:off x="6710432" y="1925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3" name="pt29263"/>
            <p:cNvSpPr/>
            <p:nvPr/>
          </p:nvSpPr>
          <p:spPr>
            <a:xfrm>
              <a:off x="7130681" y="2120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4" name="pt29264"/>
            <p:cNvSpPr/>
            <p:nvPr/>
          </p:nvSpPr>
          <p:spPr>
            <a:xfrm>
              <a:off x="7000823" y="2041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5" name="pt29265"/>
            <p:cNvSpPr/>
            <p:nvPr/>
          </p:nvSpPr>
          <p:spPr>
            <a:xfrm>
              <a:off x="7050758" y="2348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6" name="pt29266"/>
            <p:cNvSpPr/>
            <p:nvPr/>
          </p:nvSpPr>
          <p:spPr>
            <a:xfrm>
              <a:off x="7106519" y="2169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7" name="pt29267"/>
            <p:cNvSpPr/>
            <p:nvPr/>
          </p:nvSpPr>
          <p:spPr>
            <a:xfrm>
              <a:off x="7327767" y="1938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8" name="pt29268"/>
            <p:cNvSpPr/>
            <p:nvPr/>
          </p:nvSpPr>
          <p:spPr>
            <a:xfrm>
              <a:off x="6801925" y="2465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9" name="pt29269"/>
            <p:cNvSpPr/>
            <p:nvPr/>
          </p:nvSpPr>
          <p:spPr>
            <a:xfrm>
              <a:off x="7170859" y="1996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0" name="pt29270"/>
            <p:cNvSpPr/>
            <p:nvPr/>
          </p:nvSpPr>
          <p:spPr>
            <a:xfrm>
              <a:off x="6919944" y="2356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1" name="pt29271"/>
            <p:cNvSpPr/>
            <p:nvPr/>
          </p:nvSpPr>
          <p:spPr>
            <a:xfrm>
              <a:off x="7166949" y="2054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2" name="pt29272"/>
            <p:cNvSpPr/>
            <p:nvPr/>
          </p:nvSpPr>
          <p:spPr>
            <a:xfrm>
              <a:off x="7198535" y="1982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3" name="pt29273"/>
            <p:cNvSpPr/>
            <p:nvPr/>
          </p:nvSpPr>
          <p:spPr>
            <a:xfrm>
              <a:off x="7143053" y="2253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4" name="pt29274"/>
            <p:cNvSpPr/>
            <p:nvPr/>
          </p:nvSpPr>
          <p:spPr>
            <a:xfrm>
              <a:off x="6844900" y="2250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5" name="pt29275"/>
            <p:cNvSpPr/>
            <p:nvPr/>
          </p:nvSpPr>
          <p:spPr>
            <a:xfrm>
              <a:off x="7082497" y="2089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6" name="pt29276"/>
            <p:cNvSpPr/>
            <p:nvPr/>
          </p:nvSpPr>
          <p:spPr>
            <a:xfrm>
              <a:off x="7386702" y="219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7" name="pt29277"/>
            <p:cNvSpPr/>
            <p:nvPr/>
          </p:nvSpPr>
          <p:spPr>
            <a:xfrm>
              <a:off x="6931498" y="2234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8" name="pt29278"/>
            <p:cNvSpPr/>
            <p:nvPr/>
          </p:nvSpPr>
          <p:spPr>
            <a:xfrm>
              <a:off x="7342676" y="2029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9" name="pt29279"/>
            <p:cNvSpPr/>
            <p:nvPr/>
          </p:nvSpPr>
          <p:spPr>
            <a:xfrm>
              <a:off x="6904122" y="1935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0" name="pt29280"/>
            <p:cNvSpPr/>
            <p:nvPr/>
          </p:nvSpPr>
          <p:spPr>
            <a:xfrm>
              <a:off x="7115001" y="2120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1" name="pt29281"/>
            <p:cNvSpPr/>
            <p:nvPr/>
          </p:nvSpPr>
          <p:spPr>
            <a:xfrm>
              <a:off x="7131654" y="2180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2" name="pt29282"/>
            <p:cNvSpPr/>
            <p:nvPr/>
          </p:nvSpPr>
          <p:spPr>
            <a:xfrm>
              <a:off x="7132749" y="2189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3" name="pt29283"/>
            <p:cNvSpPr/>
            <p:nvPr/>
          </p:nvSpPr>
          <p:spPr>
            <a:xfrm>
              <a:off x="7152228" y="2263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4" name="pt29284"/>
            <p:cNvSpPr/>
            <p:nvPr/>
          </p:nvSpPr>
          <p:spPr>
            <a:xfrm>
              <a:off x="6974825" y="1996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5" name="pt29285"/>
            <p:cNvSpPr/>
            <p:nvPr/>
          </p:nvSpPr>
          <p:spPr>
            <a:xfrm>
              <a:off x="7033229" y="2148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6" name="pt29286"/>
            <p:cNvSpPr/>
            <p:nvPr/>
          </p:nvSpPr>
          <p:spPr>
            <a:xfrm>
              <a:off x="7060457" y="2106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7" name="pt29287"/>
            <p:cNvSpPr/>
            <p:nvPr/>
          </p:nvSpPr>
          <p:spPr>
            <a:xfrm>
              <a:off x="7262473" y="2081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8" name="pt29288"/>
            <p:cNvSpPr/>
            <p:nvPr/>
          </p:nvSpPr>
          <p:spPr>
            <a:xfrm>
              <a:off x="7101664" y="2249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9" name="pt29289"/>
            <p:cNvSpPr/>
            <p:nvPr/>
          </p:nvSpPr>
          <p:spPr>
            <a:xfrm>
              <a:off x="6918041" y="2106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0" name="pt29290"/>
            <p:cNvSpPr/>
            <p:nvPr/>
          </p:nvSpPr>
          <p:spPr>
            <a:xfrm>
              <a:off x="7258028" y="20227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1" name="pt29291"/>
            <p:cNvSpPr/>
            <p:nvPr/>
          </p:nvSpPr>
          <p:spPr>
            <a:xfrm>
              <a:off x="7496418" y="2552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2" name="pt29292"/>
            <p:cNvSpPr/>
            <p:nvPr/>
          </p:nvSpPr>
          <p:spPr>
            <a:xfrm>
              <a:off x="6960282" y="2088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3" name="pt29293"/>
            <p:cNvSpPr/>
            <p:nvPr/>
          </p:nvSpPr>
          <p:spPr>
            <a:xfrm>
              <a:off x="6974784" y="1943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4" name="pt29294"/>
            <p:cNvSpPr/>
            <p:nvPr/>
          </p:nvSpPr>
          <p:spPr>
            <a:xfrm>
              <a:off x="6994855" y="2071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5" name="pt29295"/>
            <p:cNvSpPr/>
            <p:nvPr/>
          </p:nvSpPr>
          <p:spPr>
            <a:xfrm>
              <a:off x="7082645" y="2132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6" name="pt29296"/>
            <p:cNvSpPr/>
            <p:nvPr/>
          </p:nvSpPr>
          <p:spPr>
            <a:xfrm>
              <a:off x="7075264" y="2210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7" name="pt29297"/>
            <p:cNvSpPr/>
            <p:nvPr/>
          </p:nvSpPr>
          <p:spPr>
            <a:xfrm>
              <a:off x="7317132" y="1856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8" name="pt29298"/>
            <p:cNvSpPr/>
            <p:nvPr/>
          </p:nvSpPr>
          <p:spPr>
            <a:xfrm>
              <a:off x="6957148" y="1977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9" name="pt29299"/>
            <p:cNvSpPr/>
            <p:nvPr/>
          </p:nvSpPr>
          <p:spPr>
            <a:xfrm>
              <a:off x="7120384" y="2177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0" name="pt29300"/>
            <p:cNvSpPr/>
            <p:nvPr/>
          </p:nvSpPr>
          <p:spPr>
            <a:xfrm>
              <a:off x="6975839" y="1970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1" name="pt29301"/>
            <p:cNvSpPr/>
            <p:nvPr/>
          </p:nvSpPr>
          <p:spPr>
            <a:xfrm>
              <a:off x="7284409" y="2177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2" name="pt29302"/>
            <p:cNvSpPr/>
            <p:nvPr/>
          </p:nvSpPr>
          <p:spPr>
            <a:xfrm>
              <a:off x="7216276" y="2186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3" name="pt29303"/>
            <p:cNvSpPr/>
            <p:nvPr/>
          </p:nvSpPr>
          <p:spPr>
            <a:xfrm>
              <a:off x="7111347" y="2079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4" name="pt29304"/>
            <p:cNvSpPr/>
            <p:nvPr/>
          </p:nvSpPr>
          <p:spPr>
            <a:xfrm>
              <a:off x="7576576" y="2049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5" name="pt29305"/>
            <p:cNvSpPr/>
            <p:nvPr/>
          </p:nvSpPr>
          <p:spPr>
            <a:xfrm>
              <a:off x="6873898" y="2313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6" name="pt29306"/>
            <p:cNvSpPr/>
            <p:nvPr/>
          </p:nvSpPr>
          <p:spPr>
            <a:xfrm>
              <a:off x="6839859" y="2125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7" name="pt29307"/>
            <p:cNvSpPr/>
            <p:nvPr/>
          </p:nvSpPr>
          <p:spPr>
            <a:xfrm>
              <a:off x="7152060" y="2275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8" name="pt29308"/>
            <p:cNvSpPr/>
            <p:nvPr/>
          </p:nvSpPr>
          <p:spPr>
            <a:xfrm>
              <a:off x="7189624" y="2044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9" name="pt29309"/>
            <p:cNvSpPr/>
            <p:nvPr/>
          </p:nvSpPr>
          <p:spPr>
            <a:xfrm>
              <a:off x="7074297" y="2085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0" name="pt29310"/>
            <p:cNvSpPr/>
            <p:nvPr/>
          </p:nvSpPr>
          <p:spPr>
            <a:xfrm>
              <a:off x="7171495" y="1905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1" name="pt29311"/>
            <p:cNvSpPr/>
            <p:nvPr/>
          </p:nvSpPr>
          <p:spPr>
            <a:xfrm>
              <a:off x="6942790" y="1976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2" name="pt29312"/>
            <p:cNvSpPr/>
            <p:nvPr/>
          </p:nvSpPr>
          <p:spPr>
            <a:xfrm>
              <a:off x="7188069" y="2036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3" name="pt29313"/>
            <p:cNvSpPr/>
            <p:nvPr/>
          </p:nvSpPr>
          <p:spPr>
            <a:xfrm>
              <a:off x="7033838" y="2198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4" name="pt29314"/>
            <p:cNvSpPr/>
            <p:nvPr/>
          </p:nvSpPr>
          <p:spPr>
            <a:xfrm>
              <a:off x="6666302" y="152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5" name="pt29315"/>
            <p:cNvSpPr/>
            <p:nvPr/>
          </p:nvSpPr>
          <p:spPr>
            <a:xfrm>
              <a:off x="7133874" y="2161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6" name="pt29316"/>
            <p:cNvSpPr/>
            <p:nvPr/>
          </p:nvSpPr>
          <p:spPr>
            <a:xfrm>
              <a:off x="7084348" y="1817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7" name="pt29317"/>
            <p:cNvSpPr/>
            <p:nvPr/>
          </p:nvSpPr>
          <p:spPr>
            <a:xfrm>
              <a:off x="7160967" y="2118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8" name="pt29318"/>
            <p:cNvSpPr/>
            <p:nvPr/>
          </p:nvSpPr>
          <p:spPr>
            <a:xfrm>
              <a:off x="7289382" y="1823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9" name="pt29319"/>
            <p:cNvSpPr/>
            <p:nvPr/>
          </p:nvSpPr>
          <p:spPr>
            <a:xfrm>
              <a:off x="7080488" y="2092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0" name="pt29320"/>
            <p:cNvSpPr/>
            <p:nvPr/>
          </p:nvSpPr>
          <p:spPr>
            <a:xfrm>
              <a:off x="7125109" y="2157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1" name="pt29321"/>
            <p:cNvSpPr/>
            <p:nvPr/>
          </p:nvSpPr>
          <p:spPr>
            <a:xfrm>
              <a:off x="6976227" y="1949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2" name="pt29322"/>
            <p:cNvSpPr/>
            <p:nvPr/>
          </p:nvSpPr>
          <p:spPr>
            <a:xfrm>
              <a:off x="6705673" y="1824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3" name="pt29323"/>
            <p:cNvSpPr/>
            <p:nvPr/>
          </p:nvSpPr>
          <p:spPr>
            <a:xfrm>
              <a:off x="6999441" y="1962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4" name="pt29324"/>
            <p:cNvSpPr/>
            <p:nvPr/>
          </p:nvSpPr>
          <p:spPr>
            <a:xfrm>
              <a:off x="7334419" y="1966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5" name="pt29325"/>
            <p:cNvSpPr/>
            <p:nvPr/>
          </p:nvSpPr>
          <p:spPr>
            <a:xfrm>
              <a:off x="6924349" y="2072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6" name="pt29326"/>
            <p:cNvSpPr/>
            <p:nvPr/>
          </p:nvSpPr>
          <p:spPr>
            <a:xfrm>
              <a:off x="7096207" y="2194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7" name="pt29327"/>
            <p:cNvSpPr/>
            <p:nvPr/>
          </p:nvSpPr>
          <p:spPr>
            <a:xfrm>
              <a:off x="7163904" y="211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8" name="pt29328"/>
            <p:cNvSpPr/>
            <p:nvPr/>
          </p:nvSpPr>
          <p:spPr>
            <a:xfrm>
              <a:off x="7426300" y="2670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9" name="pt29329"/>
            <p:cNvSpPr/>
            <p:nvPr/>
          </p:nvSpPr>
          <p:spPr>
            <a:xfrm>
              <a:off x="6938486" y="2230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0" name="pt29330"/>
            <p:cNvSpPr/>
            <p:nvPr/>
          </p:nvSpPr>
          <p:spPr>
            <a:xfrm>
              <a:off x="7137333" y="2207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1" name="pt29331"/>
            <p:cNvSpPr/>
            <p:nvPr/>
          </p:nvSpPr>
          <p:spPr>
            <a:xfrm>
              <a:off x="7487402" y="2812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2" name="pt29332"/>
            <p:cNvSpPr/>
            <p:nvPr/>
          </p:nvSpPr>
          <p:spPr>
            <a:xfrm>
              <a:off x="6986371" y="1945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3" name="pt29333"/>
            <p:cNvSpPr/>
            <p:nvPr/>
          </p:nvSpPr>
          <p:spPr>
            <a:xfrm>
              <a:off x="7032984" y="2077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4" name="pt29334"/>
            <p:cNvSpPr/>
            <p:nvPr/>
          </p:nvSpPr>
          <p:spPr>
            <a:xfrm>
              <a:off x="7101757" y="2202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5" name="pt29335"/>
            <p:cNvSpPr/>
            <p:nvPr/>
          </p:nvSpPr>
          <p:spPr>
            <a:xfrm>
              <a:off x="7114453" y="2035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6" name="pt29336"/>
            <p:cNvSpPr/>
            <p:nvPr/>
          </p:nvSpPr>
          <p:spPr>
            <a:xfrm>
              <a:off x="7040300" y="2193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7" name="pt29337"/>
            <p:cNvSpPr/>
            <p:nvPr/>
          </p:nvSpPr>
          <p:spPr>
            <a:xfrm>
              <a:off x="7045341" y="2201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8" name="pt29338"/>
            <p:cNvSpPr/>
            <p:nvPr/>
          </p:nvSpPr>
          <p:spPr>
            <a:xfrm>
              <a:off x="7185297" y="2135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9" name="pt29339"/>
            <p:cNvSpPr/>
            <p:nvPr/>
          </p:nvSpPr>
          <p:spPr>
            <a:xfrm>
              <a:off x="7113885" y="2198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0" name="pt29340"/>
            <p:cNvSpPr/>
            <p:nvPr/>
          </p:nvSpPr>
          <p:spPr>
            <a:xfrm>
              <a:off x="7566099" y="2017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1" name="pt29341"/>
            <p:cNvSpPr/>
            <p:nvPr/>
          </p:nvSpPr>
          <p:spPr>
            <a:xfrm>
              <a:off x="6946322" y="2178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2" name="pt29342"/>
            <p:cNvSpPr/>
            <p:nvPr/>
          </p:nvSpPr>
          <p:spPr>
            <a:xfrm>
              <a:off x="7162198" y="2131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3" name="pt29343"/>
            <p:cNvSpPr/>
            <p:nvPr/>
          </p:nvSpPr>
          <p:spPr>
            <a:xfrm>
              <a:off x="7121709" y="2067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4" name="pt29344"/>
            <p:cNvSpPr/>
            <p:nvPr/>
          </p:nvSpPr>
          <p:spPr>
            <a:xfrm>
              <a:off x="7432341" y="2617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5" name="pt29345"/>
            <p:cNvSpPr/>
            <p:nvPr/>
          </p:nvSpPr>
          <p:spPr>
            <a:xfrm>
              <a:off x="7098816" y="2224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6" name="pt29346"/>
            <p:cNvSpPr/>
            <p:nvPr/>
          </p:nvSpPr>
          <p:spPr>
            <a:xfrm>
              <a:off x="7485738" y="2804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7" name="pt29347"/>
            <p:cNvSpPr/>
            <p:nvPr/>
          </p:nvSpPr>
          <p:spPr>
            <a:xfrm>
              <a:off x="7027521" y="1864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8" name="pt29348"/>
            <p:cNvSpPr/>
            <p:nvPr/>
          </p:nvSpPr>
          <p:spPr>
            <a:xfrm>
              <a:off x="7097675" y="2305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9" name="pt29349"/>
            <p:cNvSpPr/>
            <p:nvPr/>
          </p:nvSpPr>
          <p:spPr>
            <a:xfrm>
              <a:off x="7322442" y="1955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0" name="pt29350"/>
            <p:cNvSpPr/>
            <p:nvPr/>
          </p:nvSpPr>
          <p:spPr>
            <a:xfrm>
              <a:off x="7238865" y="1859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1" name="pt29351"/>
            <p:cNvSpPr/>
            <p:nvPr/>
          </p:nvSpPr>
          <p:spPr>
            <a:xfrm>
              <a:off x="7422880" y="2555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2" name="pt29352"/>
            <p:cNvSpPr/>
            <p:nvPr/>
          </p:nvSpPr>
          <p:spPr>
            <a:xfrm>
              <a:off x="6831648" y="2219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3" name="pt29353"/>
            <p:cNvSpPr/>
            <p:nvPr/>
          </p:nvSpPr>
          <p:spPr>
            <a:xfrm>
              <a:off x="7190077" y="2023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4" name="pt29354"/>
            <p:cNvSpPr/>
            <p:nvPr/>
          </p:nvSpPr>
          <p:spPr>
            <a:xfrm>
              <a:off x="7012059" y="1756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5" name="pt29355"/>
            <p:cNvSpPr/>
            <p:nvPr/>
          </p:nvSpPr>
          <p:spPr>
            <a:xfrm>
              <a:off x="7147310" y="2298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6" name="pt29356"/>
            <p:cNvSpPr/>
            <p:nvPr/>
          </p:nvSpPr>
          <p:spPr>
            <a:xfrm>
              <a:off x="7181222" y="2131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7" name="pt29357"/>
            <p:cNvSpPr/>
            <p:nvPr/>
          </p:nvSpPr>
          <p:spPr>
            <a:xfrm>
              <a:off x="7123730" y="2149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8" name="pt29358"/>
            <p:cNvSpPr/>
            <p:nvPr/>
          </p:nvSpPr>
          <p:spPr>
            <a:xfrm>
              <a:off x="6928927" y="2174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9" name="pt29359"/>
            <p:cNvSpPr/>
            <p:nvPr/>
          </p:nvSpPr>
          <p:spPr>
            <a:xfrm>
              <a:off x="7255565" y="208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0" name="pt29360"/>
            <p:cNvSpPr/>
            <p:nvPr/>
          </p:nvSpPr>
          <p:spPr>
            <a:xfrm>
              <a:off x="7119156" y="2136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1" name="pt29361"/>
            <p:cNvSpPr/>
            <p:nvPr/>
          </p:nvSpPr>
          <p:spPr>
            <a:xfrm>
              <a:off x="6636223" y="2495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2" name="pt29362"/>
            <p:cNvSpPr/>
            <p:nvPr/>
          </p:nvSpPr>
          <p:spPr>
            <a:xfrm>
              <a:off x="7081801" y="2096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3" name="pt29363"/>
            <p:cNvSpPr/>
            <p:nvPr/>
          </p:nvSpPr>
          <p:spPr>
            <a:xfrm>
              <a:off x="6977070" y="1937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4" name="pt29364"/>
            <p:cNvSpPr/>
            <p:nvPr/>
          </p:nvSpPr>
          <p:spPr>
            <a:xfrm>
              <a:off x="7171584" y="2009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5" name="pt29365"/>
            <p:cNvSpPr/>
            <p:nvPr/>
          </p:nvSpPr>
          <p:spPr>
            <a:xfrm>
              <a:off x="7363750" y="2135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6" name="pt29366"/>
            <p:cNvSpPr/>
            <p:nvPr/>
          </p:nvSpPr>
          <p:spPr>
            <a:xfrm>
              <a:off x="7169600" y="2010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7" name="pt29367"/>
            <p:cNvSpPr/>
            <p:nvPr/>
          </p:nvSpPr>
          <p:spPr>
            <a:xfrm>
              <a:off x="7296899" y="1993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8" name="pt29368"/>
            <p:cNvSpPr/>
            <p:nvPr/>
          </p:nvSpPr>
          <p:spPr>
            <a:xfrm>
              <a:off x="7068101" y="2161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9" name="pt29369"/>
            <p:cNvSpPr/>
            <p:nvPr/>
          </p:nvSpPr>
          <p:spPr>
            <a:xfrm>
              <a:off x="7336509" y="2020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0" name="pt29370"/>
            <p:cNvSpPr/>
            <p:nvPr/>
          </p:nvSpPr>
          <p:spPr>
            <a:xfrm>
              <a:off x="7252231" y="2084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1" name="pt29371"/>
            <p:cNvSpPr/>
            <p:nvPr/>
          </p:nvSpPr>
          <p:spPr>
            <a:xfrm>
              <a:off x="7101471" y="2198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2" name="pt29372"/>
            <p:cNvSpPr/>
            <p:nvPr/>
          </p:nvSpPr>
          <p:spPr>
            <a:xfrm>
              <a:off x="6981508" y="2087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3" name="pt29373"/>
            <p:cNvSpPr/>
            <p:nvPr/>
          </p:nvSpPr>
          <p:spPr>
            <a:xfrm>
              <a:off x="7261956" y="2086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4" name="pt29374"/>
            <p:cNvSpPr/>
            <p:nvPr/>
          </p:nvSpPr>
          <p:spPr>
            <a:xfrm>
              <a:off x="7263233" y="2045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5" name="pt29375"/>
            <p:cNvSpPr/>
            <p:nvPr/>
          </p:nvSpPr>
          <p:spPr>
            <a:xfrm>
              <a:off x="7406738" y="2718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6" name="pt29376"/>
            <p:cNvSpPr/>
            <p:nvPr/>
          </p:nvSpPr>
          <p:spPr>
            <a:xfrm>
              <a:off x="7232903" y="2091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7" name="pt29377"/>
            <p:cNvSpPr/>
            <p:nvPr/>
          </p:nvSpPr>
          <p:spPr>
            <a:xfrm>
              <a:off x="7222509" y="2109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8" name="pt29378"/>
            <p:cNvSpPr/>
            <p:nvPr/>
          </p:nvSpPr>
          <p:spPr>
            <a:xfrm>
              <a:off x="7093302" y="2193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9" name="pt29379"/>
            <p:cNvSpPr/>
            <p:nvPr/>
          </p:nvSpPr>
          <p:spPr>
            <a:xfrm>
              <a:off x="7197116" y="1955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0" name="pt29380"/>
            <p:cNvSpPr/>
            <p:nvPr/>
          </p:nvSpPr>
          <p:spPr>
            <a:xfrm>
              <a:off x="7034966" y="2152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1" name="pt29381"/>
            <p:cNvSpPr/>
            <p:nvPr/>
          </p:nvSpPr>
          <p:spPr>
            <a:xfrm>
              <a:off x="6846650" y="2259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2" name="pt29382"/>
            <p:cNvSpPr/>
            <p:nvPr/>
          </p:nvSpPr>
          <p:spPr>
            <a:xfrm>
              <a:off x="7150909" y="2296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3" name="pt29383"/>
            <p:cNvSpPr/>
            <p:nvPr/>
          </p:nvSpPr>
          <p:spPr>
            <a:xfrm>
              <a:off x="7074488" y="2273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4" name="pt29384"/>
            <p:cNvSpPr/>
            <p:nvPr/>
          </p:nvSpPr>
          <p:spPr>
            <a:xfrm>
              <a:off x="7173645" y="1985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5" name="pt29385"/>
            <p:cNvSpPr/>
            <p:nvPr/>
          </p:nvSpPr>
          <p:spPr>
            <a:xfrm>
              <a:off x="7167793" y="1994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6" name="pt29386"/>
            <p:cNvSpPr/>
            <p:nvPr/>
          </p:nvSpPr>
          <p:spPr>
            <a:xfrm>
              <a:off x="7060150" y="2032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7" name="pt29387"/>
            <p:cNvSpPr/>
            <p:nvPr/>
          </p:nvSpPr>
          <p:spPr>
            <a:xfrm>
              <a:off x="7028136" y="1807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8" name="pt29388"/>
            <p:cNvSpPr/>
            <p:nvPr/>
          </p:nvSpPr>
          <p:spPr>
            <a:xfrm>
              <a:off x="7433861" y="2294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9" name="pt29389"/>
            <p:cNvSpPr/>
            <p:nvPr/>
          </p:nvSpPr>
          <p:spPr>
            <a:xfrm>
              <a:off x="7179145" y="2073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0" name="pt29390"/>
            <p:cNvSpPr/>
            <p:nvPr/>
          </p:nvSpPr>
          <p:spPr>
            <a:xfrm>
              <a:off x="7218866" y="2056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1" name="pt29391"/>
            <p:cNvSpPr/>
            <p:nvPr/>
          </p:nvSpPr>
          <p:spPr>
            <a:xfrm>
              <a:off x="7084738" y="2164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2" name="pt29392"/>
            <p:cNvSpPr/>
            <p:nvPr/>
          </p:nvSpPr>
          <p:spPr>
            <a:xfrm>
              <a:off x="7267399" y="2065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3" name="pt29393"/>
            <p:cNvSpPr/>
            <p:nvPr/>
          </p:nvSpPr>
          <p:spPr>
            <a:xfrm>
              <a:off x="7012819" y="1838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4" name="pt29394"/>
            <p:cNvSpPr/>
            <p:nvPr/>
          </p:nvSpPr>
          <p:spPr>
            <a:xfrm>
              <a:off x="7165665" y="2065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5" name="pt29395"/>
            <p:cNvSpPr/>
            <p:nvPr/>
          </p:nvSpPr>
          <p:spPr>
            <a:xfrm>
              <a:off x="7020409" y="2078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6" name="pt29396"/>
            <p:cNvSpPr/>
            <p:nvPr/>
          </p:nvSpPr>
          <p:spPr>
            <a:xfrm>
              <a:off x="7175781" y="2135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7" name="pt29397"/>
            <p:cNvSpPr/>
            <p:nvPr/>
          </p:nvSpPr>
          <p:spPr>
            <a:xfrm>
              <a:off x="7166063" y="2100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8" name="pt29398"/>
            <p:cNvSpPr/>
            <p:nvPr/>
          </p:nvSpPr>
          <p:spPr>
            <a:xfrm>
              <a:off x="7046528" y="2210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9" name="pt29399"/>
            <p:cNvSpPr/>
            <p:nvPr/>
          </p:nvSpPr>
          <p:spPr>
            <a:xfrm>
              <a:off x="7227469" y="2246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0" name="pt29400"/>
            <p:cNvSpPr/>
            <p:nvPr/>
          </p:nvSpPr>
          <p:spPr>
            <a:xfrm>
              <a:off x="7164637" y="207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1" name="pt29401"/>
            <p:cNvSpPr/>
            <p:nvPr/>
          </p:nvSpPr>
          <p:spPr>
            <a:xfrm>
              <a:off x="7366365" y="2515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2" name="pt29402"/>
            <p:cNvSpPr/>
            <p:nvPr/>
          </p:nvSpPr>
          <p:spPr>
            <a:xfrm>
              <a:off x="7306029" y="2141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3" name="pt29403"/>
            <p:cNvSpPr/>
            <p:nvPr/>
          </p:nvSpPr>
          <p:spPr>
            <a:xfrm>
              <a:off x="7155602" y="2243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4" name="pt29404"/>
            <p:cNvSpPr/>
            <p:nvPr/>
          </p:nvSpPr>
          <p:spPr>
            <a:xfrm>
              <a:off x="7123731" y="2126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5" name="pt29405"/>
            <p:cNvSpPr/>
            <p:nvPr/>
          </p:nvSpPr>
          <p:spPr>
            <a:xfrm>
              <a:off x="6998884" y="1956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6" name="pt29406"/>
            <p:cNvSpPr/>
            <p:nvPr/>
          </p:nvSpPr>
          <p:spPr>
            <a:xfrm>
              <a:off x="7088259" y="2201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7" name="pt29407"/>
            <p:cNvSpPr/>
            <p:nvPr/>
          </p:nvSpPr>
          <p:spPr>
            <a:xfrm>
              <a:off x="7225688" y="2011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8" name="pt29408"/>
            <p:cNvSpPr/>
            <p:nvPr/>
          </p:nvSpPr>
          <p:spPr>
            <a:xfrm>
              <a:off x="7345162" y="1999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9" name="pt29409"/>
            <p:cNvSpPr/>
            <p:nvPr/>
          </p:nvSpPr>
          <p:spPr>
            <a:xfrm>
              <a:off x="7381051" y="2236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0" name="pt29410"/>
            <p:cNvSpPr/>
            <p:nvPr/>
          </p:nvSpPr>
          <p:spPr>
            <a:xfrm>
              <a:off x="7165112" y="2114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1" name="pt29411"/>
            <p:cNvSpPr/>
            <p:nvPr/>
          </p:nvSpPr>
          <p:spPr>
            <a:xfrm>
              <a:off x="7043295" y="2163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2" name="pt29412"/>
            <p:cNvSpPr/>
            <p:nvPr/>
          </p:nvSpPr>
          <p:spPr>
            <a:xfrm>
              <a:off x="7046750" y="2257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3" name="pt29413"/>
            <p:cNvSpPr/>
            <p:nvPr/>
          </p:nvSpPr>
          <p:spPr>
            <a:xfrm>
              <a:off x="7034727" y="2062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4" name="pt29414"/>
            <p:cNvSpPr/>
            <p:nvPr/>
          </p:nvSpPr>
          <p:spPr>
            <a:xfrm>
              <a:off x="7253168" y="2010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5" name="pt29415"/>
            <p:cNvSpPr/>
            <p:nvPr/>
          </p:nvSpPr>
          <p:spPr>
            <a:xfrm>
              <a:off x="7244086" y="2225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6" name="pt29416"/>
            <p:cNvSpPr/>
            <p:nvPr/>
          </p:nvSpPr>
          <p:spPr>
            <a:xfrm>
              <a:off x="7215324" y="2146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7" name="pt29417"/>
            <p:cNvSpPr/>
            <p:nvPr/>
          </p:nvSpPr>
          <p:spPr>
            <a:xfrm>
              <a:off x="6913578" y="2205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8" name="pt29418"/>
            <p:cNvSpPr/>
            <p:nvPr/>
          </p:nvSpPr>
          <p:spPr>
            <a:xfrm>
              <a:off x="7124248" y="2085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9" name="pt29419"/>
            <p:cNvSpPr/>
            <p:nvPr/>
          </p:nvSpPr>
          <p:spPr>
            <a:xfrm>
              <a:off x="7316747" y="2014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0" name="pt29420"/>
            <p:cNvSpPr/>
            <p:nvPr/>
          </p:nvSpPr>
          <p:spPr>
            <a:xfrm>
              <a:off x="7272094" y="1969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1" name="pt29421"/>
            <p:cNvSpPr/>
            <p:nvPr/>
          </p:nvSpPr>
          <p:spPr>
            <a:xfrm>
              <a:off x="7240582" y="1637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2" name="pt29422"/>
            <p:cNvSpPr/>
            <p:nvPr/>
          </p:nvSpPr>
          <p:spPr>
            <a:xfrm>
              <a:off x="7395344" y="1984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3" name="pt29423"/>
            <p:cNvSpPr/>
            <p:nvPr/>
          </p:nvSpPr>
          <p:spPr>
            <a:xfrm>
              <a:off x="7177981" y="2110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4" name="pt29424"/>
            <p:cNvSpPr/>
            <p:nvPr/>
          </p:nvSpPr>
          <p:spPr>
            <a:xfrm>
              <a:off x="7089193" y="2151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5" name="pt29425"/>
            <p:cNvSpPr/>
            <p:nvPr/>
          </p:nvSpPr>
          <p:spPr>
            <a:xfrm>
              <a:off x="7228282" y="2199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6" name="pt29426"/>
            <p:cNvSpPr/>
            <p:nvPr/>
          </p:nvSpPr>
          <p:spPr>
            <a:xfrm>
              <a:off x="7218948" y="2085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7" name="pt29427"/>
            <p:cNvSpPr/>
            <p:nvPr/>
          </p:nvSpPr>
          <p:spPr>
            <a:xfrm>
              <a:off x="7217481" y="2350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8" name="pt29428"/>
            <p:cNvSpPr/>
            <p:nvPr/>
          </p:nvSpPr>
          <p:spPr>
            <a:xfrm>
              <a:off x="6938517" y="213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9" name="pt29429"/>
            <p:cNvSpPr/>
            <p:nvPr/>
          </p:nvSpPr>
          <p:spPr>
            <a:xfrm>
              <a:off x="7276709" y="1922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0" name="pt29430"/>
            <p:cNvSpPr/>
            <p:nvPr/>
          </p:nvSpPr>
          <p:spPr>
            <a:xfrm>
              <a:off x="7157642" y="2144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1" name="pt29431"/>
            <p:cNvSpPr/>
            <p:nvPr/>
          </p:nvSpPr>
          <p:spPr>
            <a:xfrm>
              <a:off x="7104032" y="2216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2" name="pt29432"/>
            <p:cNvSpPr/>
            <p:nvPr/>
          </p:nvSpPr>
          <p:spPr>
            <a:xfrm>
              <a:off x="7150651" y="2295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3" name="pt29433"/>
            <p:cNvSpPr/>
            <p:nvPr/>
          </p:nvSpPr>
          <p:spPr>
            <a:xfrm>
              <a:off x="7165730" y="2118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4" name="pt29434"/>
            <p:cNvSpPr/>
            <p:nvPr/>
          </p:nvSpPr>
          <p:spPr>
            <a:xfrm>
              <a:off x="7096650" y="2185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5" name="pt29435"/>
            <p:cNvSpPr/>
            <p:nvPr/>
          </p:nvSpPr>
          <p:spPr>
            <a:xfrm>
              <a:off x="6913592" y="2210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6" name="pt29436"/>
            <p:cNvSpPr/>
            <p:nvPr/>
          </p:nvSpPr>
          <p:spPr>
            <a:xfrm>
              <a:off x="7003052" y="1983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7" name="pt29437"/>
            <p:cNvSpPr/>
            <p:nvPr/>
          </p:nvSpPr>
          <p:spPr>
            <a:xfrm>
              <a:off x="7207850" y="2247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8" name="pt29438"/>
            <p:cNvSpPr/>
            <p:nvPr/>
          </p:nvSpPr>
          <p:spPr>
            <a:xfrm>
              <a:off x="7109105" y="2189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9" name="pt29439"/>
            <p:cNvSpPr/>
            <p:nvPr/>
          </p:nvSpPr>
          <p:spPr>
            <a:xfrm>
              <a:off x="7007974" y="214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0" name="pt29440"/>
            <p:cNvSpPr/>
            <p:nvPr/>
          </p:nvSpPr>
          <p:spPr>
            <a:xfrm>
              <a:off x="7107398" y="2179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1" name="pt29441"/>
            <p:cNvSpPr/>
            <p:nvPr/>
          </p:nvSpPr>
          <p:spPr>
            <a:xfrm>
              <a:off x="7473418" y="2569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2" name="pt29442"/>
            <p:cNvSpPr/>
            <p:nvPr/>
          </p:nvSpPr>
          <p:spPr>
            <a:xfrm>
              <a:off x="6889448" y="2046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3" name="pt29443"/>
            <p:cNvSpPr/>
            <p:nvPr/>
          </p:nvSpPr>
          <p:spPr>
            <a:xfrm>
              <a:off x="7201471" y="2035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4" name="pt29444"/>
            <p:cNvSpPr/>
            <p:nvPr/>
          </p:nvSpPr>
          <p:spPr>
            <a:xfrm>
              <a:off x="7178937" y="2043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5" name="pt29445"/>
            <p:cNvSpPr/>
            <p:nvPr/>
          </p:nvSpPr>
          <p:spPr>
            <a:xfrm>
              <a:off x="7136938" y="2243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6" name="pt29446"/>
            <p:cNvSpPr/>
            <p:nvPr/>
          </p:nvSpPr>
          <p:spPr>
            <a:xfrm>
              <a:off x="7154859" y="2264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7" name="pt29447"/>
            <p:cNvSpPr/>
            <p:nvPr/>
          </p:nvSpPr>
          <p:spPr>
            <a:xfrm>
              <a:off x="7581245" y="2160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8" name="pt29448"/>
            <p:cNvSpPr/>
            <p:nvPr/>
          </p:nvSpPr>
          <p:spPr>
            <a:xfrm>
              <a:off x="7278727" y="2056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9" name="pt29449"/>
            <p:cNvSpPr/>
            <p:nvPr/>
          </p:nvSpPr>
          <p:spPr>
            <a:xfrm>
              <a:off x="7115737" y="2180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0" name="pt29450"/>
            <p:cNvSpPr/>
            <p:nvPr/>
          </p:nvSpPr>
          <p:spPr>
            <a:xfrm>
              <a:off x="7064874" y="1772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1" name="pt29451"/>
            <p:cNvSpPr/>
            <p:nvPr/>
          </p:nvSpPr>
          <p:spPr>
            <a:xfrm>
              <a:off x="7218485" y="2352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2" name="pt29452"/>
            <p:cNvSpPr/>
            <p:nvPr/>
          </p:nvSpPr>
          <p:spPr>
            <a:xfrm>
              <a:off x="7068553" y="2179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3" name="pt29453"/>
            <p:cNvSpPr/>
            <p:nvPr/>
          </p:nvSpPr>
          <p:spPr>
            <a:xfrm>
              <a:off x="7308588" y="2093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4" name="pt29454"/>
            <p:cNvSpPr/>
            <p:nvPr/>
          </p:nvSpPr>
          <p:spPr>
            <a:xfrm>
              <a:off x="7298644" y="195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5" name="pt29455"/>
            <p:cNvSpPr/>
            <p:nvPr/>
          </p:nvSpPr>
          <p:spPr>
            <a:xfrm>
              <a:off x="7062715" y="1736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6" name="pt29456"/>
            <p:cNvSpPr/>
            <p:nvPr/>
          </p:nvSpPr>
          <p:spPr>
            <a:xfrm>
              <a:off x="7074323" y="2187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7" name="pt29457"/>
            <p:cNvSpPr/>
            <p:nvPr/>
          </p:nvSpPr>
          <p:spPr>
            <a:xfrm>
              <a:off x="7106837" y="2224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8" name="pt29458"/>
            <p:cNvSpPr/>
            <p:nvPr/>
          </p:nvSpPr>
          <p:spPr>
            <a:xfrm>
              <a:off x="7016332" y="2059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9" name="pt29459"/>
            <p:cNvSpPr/>
            <p:nvPr/>
          </p:nvSpPr>
          <p:spPr>
            <a:xfrm>
              <a:off x="7233127" y="2137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0" name="pt29460"/>
            <p:cNvSpPr/>
            <p:nvPr/>
          </p:nvSpPr>
          <p:spPr>
            <a:xfrm>
              <a:off x="7034513" y="225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1" name="pt29461"/>
            <p:cNvSpPr/>
            <p:nvPr/>
          </p:nvSpPr>
          <p:spPr>
            <a:xfrm>
              <a:off x="7190025" y="2050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2" name="pt29462"/>
            <p:cNvSpPr/>
            <p:nvPr/>
          </p:nvSpPr>
          <p:spPr>
            <a:xfrm>
              <a:off x="7125589" y="2134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3" name="pt29463"/>
            <p:cNvSpPr/>
            <p:nvPr/>
          </p:nvSpPr>
          <p:spPr>
            <a:xfrm>
              <a:off x="7210995" y="219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4" name="pt29464"/>
            <p:cNvSpPr/>
            <p:nvPr/>
          </p:nvSpPr>
          <p:spPr>
            <a:xfrm>
              <a:off x="7122047" y="2094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5" name="pt29465"/>
            <p:cNvSpPr/>
            <p:nvPr/>
          </p:nvSpPr>
          <p:spPr>
            <a:xfrm>
              <a:off x="7027975" y="1786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6" name="pt29466"/>
            <p:cNvSpPr/>
            <p:nvPr/>
          </p:nvSpPr>
          <p:spPr>
            <a:xfrm>
              <a:off x="7193849" y="2054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7" name="pt29467"/>
            <p:cNvSpPr/>
            <p:nvPr/>
          </p:nvSpPr>
          <p:spPr>
            <a:xfrm>
              <a:off x="7114798" y="208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8" name="pt29468"/>
            <p:cNvSpPr/>
            <p:nvPr/>
          </p:nvSpPr>
          <p:spPr>
            <a:xfrm>
              <a:off x="7152533" y="2337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9" name="pt29469"/>
            <p:cNvSpPr/>
            <p:nvPr/>
          </p:nvSpPr>
          <p:spPr>
            <a:xfrm>
              <a:off x="7165753" y="2064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0" name="pt29470"/>
            <p:cNvSpPr/>
            <p:nvPr/>
          </p:nvSpPr>
          <p:spPr>
            <a:xfrm>
              <a:off x="6974799" y="2007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1" name="pt29471"/>
            <p:cNvSpPr/>
            <p:nvPr/>
          </p:nvSpPr>
          <p:spPr>
            <a:xfrm>
              <a:off x="7129845" y="2072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2" name="pt29472"/>
            <p:cNvSpPr/>
            <p:nvPr/>
          </p:nvSpPr>
          <p:spPr>
            <a:xfrm>
              <a:off x="6957600" y="2053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3" name="pt29473"/>
            <p:cNvSpPr/>
            <p:nvPr/>
          </p:nvSpPr>
          <p:spPr>
            <a:xfrm>
              <a:off x="7071195" y="2096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4" name="pt29474"/>
            <p:cNvSpPr/>
            <p:nvPr/>
          </p:nvSpPr>
          <p:spPr>
            <a:xfrm>
              <a:off x="7072499" y="2216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5" name="pt29475"/>
            <p:cNvSpPr/>
            <p:nvPr/>
          </p:nvSpPr>
          <p:spPr>
            <a:xfrm>
              <a:off x="7124833" y="2111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6" name="pt29476"/>
            <p:cNvSpPr/>
            <p:nvPr/>
          </p:nvSpPr>
          <p:spPr>
            <a:xfrm>
              <a:off x="7249183" y="2109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7" name="pt29477"/>
            <p:cNvSpPr/>
            <p:nvPr/>
          </p:nvSpPr>
          <p:spPr>
            <a:xfrm>
              <a:off x="7090416" y="2235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8" name="pt29478"/>
            <p:cNvSpPr/>
            <p:nvPr/>
          </p:nvSpPr>
          <p:spPr>
            <a:xfrm>
              <a:off x="7370809" y="2514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9" name="pt29479"/>
            <p:cNvSpPr/>
            <p:nvPr/>
          </p:nvSpPr>
          <p:spPr>
            <a:xfrm>
              <a:off x="6775842" y="2516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0" name="pt29480"/>
            <p:cNvSpPr/>
            <p:nvPr/>
          </p:nvSpPr>
          <p:spPr>
            <a:xfrm>
              <a:off x="6929275" y="2194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1" name="pt29481"/>
            <p:cNvSpPr/>
            <p:nvPr/>
          </p:nvSpPr>
          <p:spPr>
            <a:xfrm>
              <a:off x="7216096" y="2337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2" name="pt29482"/>
            <p:cNvSpPr/>
            <p:nvPr/>
          </p:nvSpPr>
          <p:spPr>
            <a:xfrm>
              <a:off x="7002017" y="2013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3" name="pt29483"/>
            <p:cNvSpPr/>
            <p:nvPr/>
          </p:nvSpPr>
          <p:spPr>
            <a:xfrm>
              <a:off x="7025753" y="176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4" name="pt29484"/>
            <p:cNvSpPr/>
            <p:nvPr/>
          </p:nvSpPr>
          <p:spPr>
            <a:xfrm>
              <a:off x="7226917" y="2151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5" name="pt29485"/>
            <p:cNvSpPr/>
            <p:nvPr/>
          </p:nvSpPr>
          <p:spPr>
            <a:xfrm>
              <a:off x="7116007" y="2176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6" name="pt29486"/>
            <p:cNvSpPr/>
            <p:nvPr/>
          </p:nvSpPr>
          <p:spPr>
            <a:xfrm>
              <a:off x="7334060" y="2058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7" name="pt29487"/>
            <p:cNvSpPr/>
            <p:nvPr/>
          </p:nvSpPr>
          <p:spPr>
            <a:xfrm>
              <a:off x="7162512" y="2077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8" name="pt29488"/>
            <p:cNvSpPr/>
            <p:nvPr/>
          </p:nvSpPr>
          <p:spPr>
            <a:xfrm>
              <a:off x="6913678" y="2249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9" name="pt29489"/>
            <p:cNvSpPr/>
            <p:nvPr/>
          </p:nvSpPr>
          <p:spPr>
            <a:xfrm>
              <a:off x="7044955" y="2226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0" name="pt29490"/>
            <p:cNvSpPr/>
            <p:nvPr/>
          </p:nvSpPr>
          <p:spPr>
            <a:xfrm>
              <a:off x="7107747" y="2148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1" name="pt29491"/>
            <p:cNvSpPr/>
            <p:nvPr/>
          </p:nvSpPr>
          <p:spPr>
            <a:xfrm>
              <a:off x="7088859" y="2210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2" name="pt29492"/>
            <p:cNvSpPr/>
            <p:nvPr/>
          </p:nvSpPr>
          <p:spPr>
            <a:xfrm>
              <a:off x="7261256" y="2042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3" name="pt29493"/>
            <p:cNvSpPr/>
            <p:nvPr/>
          </p:nvSpPr>
          <p:spPr>
            <a:xfrm>
              <a:off x="7227910" y="2058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4" name="pt29494"/>
            <p:cNvSpPr/>
            <p:nvPr/>
          </p:nvSpPr>
          <p:spPr>
            <a:xfrm>
              <a:off x="7057418" y="2139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5" name="pt29495"/>
            <p:cNvSpPr/>
            <p:nvPr/>
          </p:nvSpPr>
          <p:spPr>
            <a:xfrm>
              <a:off x="7306230" y="1878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6" name="pt29496"/>
            <p:cNvSpPr/>
            <p:nvPr/>
          </p:nvSpPr>
          <p:spPr>
            <a:xfrm>
              <a:off x="7119931" y="2120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7" name="pt29497"/>
            <p:cNvSpPr/>
            <p:nvPr/>
          </p:nvSpPr>
          <p:spPr>
            <a:xfrm>
              <a:off x="7115108" y="2099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8" name="pt29498"/>
            <p:cNvSpPr/>
            <p:nvPr/>
          </p:nvSpPr>
          <p:spPr>
            <a:xfrm>
              <a:off x="7368972" y="2546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9" name="pt29499"/>
            <p:cNvSpPr/>
            <p:nvPr/>
          </p:nvSpPr>
          <p:spPr>
            <a:xfrm>
              <a:off x="7066061" y="2051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0" name="pt29500"/>
            <p:cNvSpPr/>
            <p:nvPr/>
          </p:nvSpPr>
          <p:spPr>
            <a:xfrm>
              <a:off x="6688940" y="1762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1" name="pt29501"/>
            <p:cNvSpPr/>
            <p:nvPr/>
          </p:nvSpPr>
          <p:spPr>
            <a:xfrm>
              <a:off x="7328331" y="1980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2" name="pt29502"/>
            <p:cNvSpPr/>
            <p:nvPr/>
          </p:nvSpPr>
          <p:spPr>
            <a:xfrm>
              <a:off x="7417034" y="2431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3" name="pt29503"/>
            <p:cNvSpPr/>
            <p:nvPr/>
          </p:nvSpPr>
          <p:spPr>
            <a:xfrm>
              <a:off x="7135209" y="2201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4" name="pt29504"/>
            <p:cNvSpPr/>
            <p:nvPr/>
          </p:nvSpPr>
          <p:spPr>
            <a:xfrm>
              <a:off x="6935164" y="2240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5" name="pt29505"/>
            <p:cNvSpPr/>
            <p:nvPr/>
          </p:nvSpPr>
          <p:spPr>
            <a:xfrm>
              <a:off x="6801772" y="2086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6" name="pt29506"/>
            <p:cNvSpPr/>
            <p:nvPr/>
          </p:nvSpPr>
          <p:spPr>
            <a:xfrm>
              <a:off x="6913018" y="2188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7" name="pt29507"/>
            <p:cNvSpPr/>
            <p:nvPr/>
          </p:nvSpPr>
          <p:spPr>
            <a:xfrm>
              <a:off x="7126465" y="2161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8" name="pt29508"/>
            <p:cNvSpPr/>
            <p:nvPr/>
          </p:nvSpPr>
          <p:spPr>
            <a:xfrm>
              <a:off x="6929136" y="2282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9" name="pt29509"/>
            <p:cNvSpPr/>
            <p:nvPr/>
          </p:nvSpPr>
          <p:spPr>
            <a:xfrm>
              <a:off x="7186131" y="2148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0" name="pt29510"/>
            <p:cNvSpPr/>
            <p:nvPr/>
          </p:nvSpPr>
          <p:spPr>
            <a:xfrm>
              <a:off x="7172941" y="1993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1" name="pt29511"/>
            <p:cNvSpPr/>
            <p:nvPr/>
          </p:nvSpPr>
          <p:spPr>
            <a:xfrm>
              <a:off x="6858262" y="2404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2" name="pt29512"/>
            <p:cNvSpPr/>
            <p:nvPr/>
          </p:nvSpPr>
          <p:spPr>
            <a:xfrm>
              <a:off x="7251408" y="2106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3" name="pt29513"/>
            <p:cNvSpPr/>
            <p:nvPr/>
          </p:nvSpPr>
          <p:spPr>
            <a:xfrm>
              <a:off x="6942725" y="2175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4" name="pt29514"/>
            <p:cNvSpPr/>
            <p:nvPr/>
          </p:nvSpPr>
          <p:spPr>
            <a:xfrm>
              <a:off x="7073380" y="2282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5" name="pt29515"/>
            <p:cNvSpPr/>
            <p:nvPr/>
          </p:nvSpPr>
          <p:spPr>
            <a:xfrm>
              <a:off x="7143621" y="2242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6" name="pt29516"/>
            <p:cNvSpPr/>
            <p:nvPr/>
          </p:nvSpPr>
          <p:spPr>
            <a:xfrm>
              <a:off x="7119375" y="2174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7" name="pt29517"/>
            <p:cNvSpPr/>
            <p:nvPr/>
          </p:nvSpPr>
          <p:spPr>
            <a:xfrm>
              <a:off x="7218502" y="2360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8" name="pt29518"/>
            <p:cNvSpPr/>
            <p:nvPr/>
          </p:nvSpPr>
          <p:spPr>
            <a:xfrm>
              <a:off x="7101731" y="2148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9" name="pt29519"/>
            <p:cNvSpPr/>
            <p:nvPr/>
          </p:nvSpPr>
          <p:spPr>
            <a:xfrm>
              <a:off x="7028640" y="1894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0" name="pt29520"/>
            <p:cNvSpPr/>
            <p:nvPr/>
          </p:nvSpPr>
          <p:spPr>
            <a:xfrm>
              <a:off x="7116978" y="2204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1" name="pt29521"/>
            <p:cNvSpPr/>
            <p:nvPr/>
          </p:nvSpPr>
          <p:spPr>
            <a:xfrm>
              <a:off x="7059624" y="1807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2" name="pt29522"/>
            <p:cNvSpPr/>
            <p:nvPr/>
          </p:nvSpPr>
          <p:spPr>
            <a:xfrm>
              <a:off x="7029738" y="1779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3" name="pt29523"/>
            <p:cNvSpPr/>
            <p:nvPr/>
          </p:nvSpPr>
          <p:spPr>
            <a:xfrm>
              <a:off x="7138980" y="217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4" name="pt29524"/>
            <p:cNvSpPr/>
            <p:nvPr/>
          </p:nvSpPr>
          <p:spPr>
            <a:xfrm>
              <a:off x="7313586" y="1912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5" name="pt29525"/>
            <p:cNvSpPr/>
            <p:nvPr/>
          </p:nvSpPr>
          <p:spPr>
            <a:xfrm>
              <a:off x="7018119" y="2101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6" name="pt29526"/>
            <p:cNvSpPr/>
            <p:nvPr/>
          </p:nvSpPr>
          <p:spPr>
            <a:xfrm>
              <a:off x="7386861" y="2211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7" name="pt29527"/>
            <p:cNvSpPr/>
            <p:nvPr/>
          </p:nvSpPr>
          <p:spPr>
            <a:xfrm>
              <a:off x="7366109" y="2546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8" name="pt29528"/>
            <p:cNvSpPr/>
            <p:nvPr/>
          </p:nvSpPr>
          <p:spPr>
            <a:xfrm>
              <a:off x="7108965" y="2096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9" name="pt29529"/>
            <p:cNvSpPr/>
            <p:nvPr/>
          </p:nvSpPr>
          <p:spPr>
            <a:xfrm>
              <a:off x="7247282" y="2209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0" name="pt29530"/>
            <p:cNvSpPr/>
            <p:nvPr/>
          </p:nvSpPr>
          <p:spPr>
            <a:xfrm>
              <a:off x="7116183" y="2250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1" name="pt29531"/>
            <p:cNvSpPr/>
            <p:nvPr/>
          </p:nvSpPr>
          <p:spPr>
            <a:xfrm>
              <a:off x="7105024" y="2200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2" name="pt29532"/>
            <p:cNvSpPr/>
            <p:nvPr/>
          </p:nvSpPr>
          <p:spPr>
            <a:xfrm>
              <a:off x="6920730" y="2239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3" name="pt29533"/>
            <p:cNvSpPr/>
            <p:nvPr/>
          </p:nvSpPr>
          <p:spPr>
            <a:xfrm>
              <a:off x="7173045" y="2013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4" name="pt29534"/>
            <p:cNvSpPr/>
            <p:nvPr/>
          </p:nvSpPr>
          <p:spPr>
            <a:xfrm>
              <a:off x="7328959" y="2025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5" name="pt29535"/>
            <p:cNvSpPr/>
            <p:nvPr/>
          </p:nvSpPr>
          <p:spPr>
            <a:xfrm>
              <a:off x="7207928" y="220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6" name="pt29536"/>
            <p:cNvSpPr/>
            <p:nvPr/>
          </p:nvSpPr>
          <p:spPr>
            <a:xfrm>
              <a:off x="7136053" y="2218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7" name="pt29537"/>
            <p:cNvSpPr/>
            <p:nvPr/>
          </p:nvSpPr>
          <p:spPr>
            <a:xfrm>
              <a:off x="7212242" y="2168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8" name="pt29538"/>
            <p:cNvSpPr/>
            <p:nvPr/>
          </p:nvSpPr>
          <p:spPr>
            <a:xfrm>
              <a:off x="7235329" y="2041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9" name="pt29539"/>
            <p:cNvSpPr/>
            <p:nvPr/>
          </p:nvSpPr>
          <p:spPr>
            <a:xfrm>
              <a:off x="7305720" y="2007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0" name="pt29540"/>
            <p:cNvSpPr/>
            <p:nvPr/>
          </p:nvSpPr>
          <p:spPr>
            <a:xfrm>
              <a:off x="7246592" y="218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1" name="pt29541"/>
            <p:cNvSpPr/>
            <p:nvPr/>
          </p:nvSpPr>
          <p:spPr>
            <a:xfrm>
              <a:off x="7146211" y="2225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2" name="pt29542"/>
            <p:cNvSpPr/>
            <p:nvPr/>
          </p:nvSpPr>
          <p:spPr>
            <a:xfrm>
              <a:off x="7153169" y="2262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3" name="pt29543"/>
            <p:cNvSpPr/>
            <p:nvPr/>
          </p:nvSpPr>
          <p:spPr>
            <a:xfrm>
              <a:off x="7088363" y="2220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4" name="pt29544"/>
            <p:cNvSpPr/>
            <p:nvPr/>
          </p:nvSpPr>
          <p:spPr>
            <a:xfrm>
              <a:off x="6822912" y="1790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5" name="pt29545"/>
            <p:cNvSpPr/>
            <p:nvPr/>
          </p:nvSpPr>
          <p:spPr>
            <a:xfrm>
              <a:off x="7131257" y="2139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6" name="pt29546"/>
            <p:cNvSpPr/>
            <p:nvPr/>
          </p:nvSpPr>
          <p:spPr>
            <a:xfrm>
              <a:off x="7077949" y="2117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7" name="pt29547"/>
            <p:cNvSpPr/>
            <p:nvPr/>
          </p:nvSpPr>
          <p:spPr>
            <a:xfrm>
              <a:off x="6922569" y="2230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8" name="pt29548"/>
            <p:cNvSpPr/>
            <p:nvPr/>
          </p:nvSpPr>
          <p:spPr>
            <a:xfrm>
              <a:off x="7233854" y="2151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9" name="pt29549"/>
            <p:cNvSpPr/>
            <p:nvPr/>
          </p:nvSpPr>
          <p:spPr>
            <a:xfrm>
              <a:off x="7372134" y="2268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0" name="pt29550"/>
            <p:cNvSpPr/>
            <p:nvPr/>
          </p:nvSpPr>
          <p:spPr>
            <a:xfrm>
              <a:off x="7097645" y="220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1" name="pt29551"/>
            <p:cNvSpPr/>
            <p:nvPr/>
          </p:nvSpPr>
          <p:spPr>
            <a:xfrm>
              <a:off x="7232834" y="224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2" name="pt29552"/>
            <p:cNvSpPr/>
            <p:nvPr/>
          </p:nvSpPr>
          <p:spPr>
            <a:xfrm>
              <a:off x="7093877" y="2188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3" name="pt29553"/>
            <p:cNvSpPr/>
            <p:nvPr/>
          </p:nvSpPr>
          <p:spPr>
            <a:xfrm>
              <a:off x="7380517" y="2201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4" name="pt29554"/>
            <p:cNvSpPr/>
            <p:nvPr/>
          </p:nvSpPr>
          <p:spPr>
            <a:xfrm>
              <a:off x="7164159" y="2140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5" name="pt29555"/>
            <p:cNvSpPr/>
            <p:nvPr/>
          </p:nvSpPr>
          <p:spPr>
            <a:xfrm>
              <a:off x="7280852" y="2115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6" name="pt29556"/>
            <p:cNvSpPr/>
            <p:nvPr/>
          </p:nvSpPr>
          <p:spPr>
            <a:xfrm>
              <a:off x="7025024" y="1732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7" name="pt29557"/>
            <p:cNvSpPr/>
            <p:nvPr/>
          </p:nvSpPr>
          <p:spPr>
            <a:xfrm>
              <a:off x="7114149" y="2118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8" name="pt29558"/>
            <p:cNvSpPr/>
            <p:nvPr/>
          </p:nvSpPr>
          <p:spPr>
            <a:xfrm>
              <a:off x="7328325" y="2120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9" name="pt29559"/>
            <p:cNvSpPr/>
            <p:nvPr/>
          </p:nvSpPr>
          <p:spPr>
            <a:xfrm>
              <a:off x="6902514" y="1575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0" name="pt29560"/>
            <p:cNvSpPr/>
            <p:nvPr/>
          </p:nvSpPr>
          <p:spPr>
            <a:xfrm>
              <a:off x="7001368" y="1748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1" name="pt29561"/>
            <p:cNvSpPr/>
            <p:nvPr/>
          </p:nvSpPr>
          <p:spPr>
            <a:xfrm>
              <a:off x="7285562" y="2058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2" name="pt29562"/>
            <p:cNvSpPr/>
            <p:nvPr/>
          </p:nvSpPr>
          <p:spPr>
            <a:xfrm>
              <a:off x="7003774" y="1990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3" name="pt29563"/>
            <p:cNvSpPr/>
            <p:nvPr/>
          </p:nvSpPr>
          <p:spPr>
            <a:xfrm>
              <a:off x="7261541" y="2023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4" name="pt29564"/>
            <p:cNvSpPr/>
            <p:nvPr/>
          </p:nvSpPr>
          <p:spPr>
            <a:xfrm>
              <a:off x="7552479" y="226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5" name="pt29565"/>
            <p:cNvSpPr/>
            <p:nvPr/>
          </p:nvSpPr>
          <p:spPr>
            <a:xfrm>
              <a:off x="7184871" y="2109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6" name="pt29566"/>
            <p:cNvSpPr/>
            <p:nvPr/>
          </p:nvSpPr>
          <p:spPr>
            <a:xfrm>
              <a:off x="6868318" y="2197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7" name="pt29567"/>
            <p:cNvSpPr/>
            <p:nvPr/>
          </p:nvSpPr>
          <p:spPr>
            <a:xfrm>
              <a:off x="7131854" y="2156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8" name="pt29568"/>
            <p:cNvSpPr/>
            <p:nvPr/>
          </p:nvSpPr>
          <p:spPr>
            <a:xfrm>
              <a:off x="6951067" y="2184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9" name="pt29569"/>
            <p:cNvSpPr/>
            <p:nvPr/>
          </p:nvSpPr>
          <p:spPr>
            <a:xfrm>
              <a:off x="7263910" y="2121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0" name="pt29570"/>
            <p:cNvSpPr/>
            <p:nvPr/>
          </p:nvSpPr>
          <p:spPr>
            <a:xfrm>
              <a:off x="7148750" y="2386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1" name="pt29571"/>
            <p:cNvSpPr/>
            <p:nvPr/>
          </p:nvSpPr>
          <p:spPr>
            <a:xfrm>
              <a:off x="7111202" y="2149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2" name="pt29572"/>
            <p:cNvSpPr/>
            <p:nvPr/>
          </p:nvSpPr>
          <p:spPr>
            <a:xfrm>
              <a:off x="7174838" y="2021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3" name="pt29573"/>
            <p:cNvSpPr/>
            <p:nvPr/>
          </p:nvSpPr>
          <p:spPr>
            <a:xfrm>
              <a:off x="7007673" y="1970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4" name="pt29574"/>
            <p:cNvSpPr/>
            <p:nvPr/>
          </p:nvSpPr>
          <p:spPr>
            <a:xfrm>
              <a:off x="7042171" y="2144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5" name="pt29575"/>
            <p:cNvSpPr/>
            <p:nvPr/>
          </p:nvSpPr>
          <p:spPr>
            <a:xfrm>
              <a:off x="7296764" y="200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6" name="pt29576"/>
            <p:cNvSpPr/>
            <p:nvPr/>
          </p:nvSpPr>
          <p:spPr>
            <a:xfrm>
              <a:off x="7247320" y="1989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7" name="pt29577"/>
            <p:cNvSpPr/>
            <p:nvPr/>
          </p:nvSpPr>
          <p:spPr>
            <a:xfrm>
              <a:off x="7100940" y="2237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8" name="pt29578"/>
            <p:cNvSpPr/>
            <p:nvPr/>
          </p:nvSpPr>
          <p:spPr>
            <a:xfrm>
              <a:off x="6839772" y="1998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9" name="pt29579"/>
            <p:cNvSpPr/>
            <p:nvPr/>
          </p:nvSpPr>
          <p:spPr>
            <a:xfrm>
              <a:off x="7322034" y="1992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0" name="pt29580"/>
            <p:cNvSpPr/>
            <p:nvPr/>
          </p:nvSpPr>
          <p:spPr>
            <a:xfrm>
              <a:off x="7069646" y="2083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1" name="pt29581"/>
            <p:cNvSpPr/>
            <p:nvPr/>
          </p:nvSpPr>
          <p:spPr>
            <a:xfrm>
              <a:off x="7028637" y="1843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2" name="pt29582"/>
            <p:cNvSpPr/>
            <p:nvPr/>
          </p:nvSpPr>
          <p:spPr>
            <a:xfrm>
              <a:off x="6799995" y="2240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3" name="pt29583"/>
            <p:cNvSpPr/>
            <p:nvPr/>
          </p:nvSpPr>
          <p:spPr>
            <a:xfrm>
              <a:off x="7284707" y="2061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4" name="pt29584"/>
            <p:cNvSpPr/>
            <p:nvPr/>
          </p:nvSpPr>
          <p:spPr>
            <a:xfrm>
              <a:off x="6984327" y="1996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5" name="pt29585"/>
            <p:cNvSpPr/>
            <p:nvPr/>
          </p:nvSpPr>
          <p:spPr>
            <a:xfrm>
              <a:off x="6683091" y="2274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6" name="pt29586"/>
            <p:cNvSpPr/>
            <p:nvPr/>
          </p:nvSpPr>
          <p:spPr>
            <a:xfrm>
              <a:off x="7244093" y="2266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7" name="pt29587"/>
            <p:cNvSpPr/>
            <p:nvPr/>
          </p:nvSpPr>
          <p:spPr>
            <a:xfrm>
              <a:off x="7102397" y="2160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8" name="pt29588"/>
            <p:cNvSpPr/>
            <p:nvPr/>
          </p:nvSpPr>
          <p:spPr>
            <a:xfrm>
              <a:off x="7147678" y="2283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9" name="pt29589"/>
            <p:cNvSpPr/>
            <p:nvPr/>
          </p:nvSpPr>
          <p:spPr>
            <a:xfrm>
              <a:off x="7244978" y="2094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0" name="pt29590"/>
            <p:cNvSpPr/>
            <p:nvPr/>
          </p:nvSpPr>
          <p:spPr>
            <a:xfrm>
              <a:off x="7014973" y="1970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1" name="pt29591"/>
            <p:cNvSpPr/>
            <p:nvPr/>
          </p:nvSpPr>
          <p:spPr>
            <a:xfrm>
              <a:off x="7101544" y="2210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2" name="pt29592"/>
            <p:cNvSpPr/>
            <p:nvPr/>
          </p:nvSpPr>
          <p:spPr>
            <a:xfrm>
              <a:off x="7081004" y="2099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3" name="pt29593"/>
            <p:cNvSpPr/>
            <p:nvPr/>
          </p:nvSpPr>
          <p:spPr>
            <a:xfrm>
              <a:off x="7162266" y="2052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4" name="pt29594"/>
            <p:cNvSpPr/>
            <p:nvPr/>
          </p:nvSpPr>
          <p:spPr>
            <a:xfrm>
              <a:off x="7019593" y="2203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5" name="pt29595"/>
            <p:cNvSpPr/>
            <p:nvPr/>
          </p:nvSpPr>
          <p:spPr>
            <a:xfrm>
              <a:off x="7156924" y="2230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6" name="pt29596"/>
            <p:cNvSpPr/>
            <p:nvPr/>
          </p:nvSpPr>
          <p:spPr>
            <a:xfrm>
              <a:off x="7301713" y="1996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7" name="pt29597"/>
            <p:cNvSpPr/>
            <p:nvPr/>
          </p:nvSpPr>
          <p:spPr>
            <a:xfrm>
              <a:off x="7176847" y="2045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8" name="pt29598"/>
            <p:cNvSpPr/>
            <p:nvPr/>
          </p:nvSpPr>
          <p:spPr>
            <a:xfrm>
              <a:off x="6910971" y="2165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9" name="pt29599"/>
            <p:cNvSpPr/>
            <p:nvPr/>
          </p:nvSpPr>
          <p:spPr>
            <a:xfrm>
              <a:off x="7310256" y="2214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0" name="pt29600"/>
            <p:cNvSpPr/>
            <p:nvPr/>
          </p:nvSpPr>
          <p:spPr>
            <a:xfrm>
              <a:off x="7304646" y="1957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1" name="pt29601"/>
            <p:cNvSpPr/>
            <p:nvPr/>
          </p:nvSpPr>
          <p:spPr>
            <a:xfrm>
              <a:off x="6986383" y="1932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2" name="pt29602"/>
            <p:cNvSpPr/>
            <p:nvPr/>
          </p:nvSpPr>
          <p:spPr>
            <a:xfrm>
              <a:off x="7198929" y="199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3" name="pt29603"/>
            <p:cNvSpPr/>
            <p:nvPr/>
          </p:nvSpPr>
          <p:spPr>
            <a:xfrm>
              <a:off x="7022686" y="2123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4" name="pt29604"/>
            <p:cNvSpPr/>
            <p:nvPr/>
          </p:nvSpPr>
          <p:spPr>
            <a:xfrm>
              <a:off x="7180794" y="2087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5" name="pt29605"/>
            <p:cNvSpPr/>
            <p:nvPr/>
          </p:nvSpPr>
          <p:spPr>
            <a:xfrm>
              <a:off x="7018807" y="2106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6" name="pt29606"/>
            <p:cNvSpPr/>
            <p:nvPr/>
          </p:nvSpPr>
          <p:spPr>
            <a:xfrm>
              <a:off x="6995597" y="2022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7" name="pt29607"/>
            <p:cNvSpPr/>
            <p:nvPr/>
          </p:nvSpPr>
          <p:spPr>
            <a:xfrm>
              <a:off x="7272753" y="2100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8" name="pt29608"/>
            <p:cNvSpPr/>
            <p:nvPr/>
          </p:nvSpPr>
          <p:spPr>
            <a:xfrm>
              <a:off x="7026134" y="1940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9" name="pt29609"/>
            <p:cNvSpPr/>
            <p:nvPr/>
          </p:nvSpPr>
          <p:spPr>
            <a:xfrm>
              <a:off x="7196917" y="1980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0" name="pt29610"/>
            <p:cNvSpPr/>
            <p:nvPr/>
          </p:nvSpPr>
          <p:spPr>
            <a:xfrm>
              <a:off x="7354491" y="1878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1" name="pt29611"/>
            <p:cNvSpPr/>
            <p:nvPr/>
          </p:nvSpPr>
          <p:spPr>
            <a:xfrm>
              <a:off x="7131560" y="2066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2" name="pt29612"/>
            <p:cNvSpPr/>
            <p:nvPr/>
          </p:nvSpPr>
          <p:spPr>
            <a:xfrm>
              <a:off x="7303242" y="1875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3" name="pt29613"/>
            <p:cNvSpPr/>
            <p:nvPr/>
          </p:nvSpPr>
          <p:spPr>
            <a:xfrm>
              <a:off x="6884554" y="2079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4" name="pt29614"/>
            <p:cNvSpPr/>
            <p:nvPr/>
          </p:nvSpPr>
          <p:spPr>
            <a:xfrm>
              <a:off x="7462981" y="269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5" name="pt29615"/>
            <p:cNvSpPr/>
            <p:nvPr/>
          </p:nvSpPr>
          <p:spPr>
            <a:xfrm>
              <a:off x="7127942" y="2186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6" name="pt29616"/>
            <p:cNvSpPr/>
            <p:nvPr/>
          </p:nvSpPr>
          <p:spPr>
            <a:xfrm>
              <a:off x="6984365" y="2062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7" name="pt29617"/>
            <p:cNvSpPr/>
            <p:nvPr/>
          </p:nvSpPr>
          <p:spPr>
            <a:xfrm>
              <a:off x="7070928" y="1980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8" name="pt29618"/>
            <p:cNvSpPr/>
            <p:nvPr/>
          </p:nvSpPr>
          <p:spPr>
            <a:xfrm>
              <a:off x="6937376" y="2032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9" name="pt29619"/>
            <p:cNvSpPr/>
            <p:nvPr/>
          </p:nvSpPr>
          <p:spPr>
            <a:xfrm>
              <a:off x="7111358" y="2065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0" name="pt29620"/>
            <p:cNvSpPr/>
            <p:nvPr/>
          </p:nvSpPr>
          <p:spPr>
            <a:xfrm>
              <a:off x="7496365" y="2403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1" name="pt29621"/>
            <p:cNvSpPr/>
            <p:nvPr/>
          </p:nvSpPr>
          <p:spPr>
            <a:xfrm>
              <a:off x="7170175" y="1968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2" name="pt29622"/>
            <p:cNvSpPr/>
            <p:nvPr/>
          </p:nvSpPr>
          <p:spPr>
            <a:xfrm>
              <a:off x="7083260" y="2094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3" name="pt29623"/>
            <p:cNvSpPr/>
            <p:nvPr/>
          </p:nvSpPr>
          <p:spPr>
            <a:xfrm>
              <a:off x="7098643" y="2196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4" name="pt29624"/>
            <p:cNvSpPr/>
            <p:nvPr/>
          </p:nvSpPr>
          <p:spPr>
            <a:xfrm>
              <a:off x="7426560" y="2368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5" name="pt29625"/>
            <p:cNvSpPr/>
            <p:nvPr/>
          </p:nvSpPr>
          <p:spPr>
            <a:xfrm>
              <a:off x="7108522" y="2130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6" name="pt29626"/>
            <p:cNvSpPr/>
            <p:nvPr/>
          </p:nvSpPr>
          <p:spPr>
            <a:xfrm>
              <a:off x="6924690" y="2126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7" name="pt29627"/>
            <p:cNvSpPr/>
            <p:nvPr/>
          </p:nvSpPr>
          <p:spPr>
            <a:xfrm>
              <a:off x="7092440" y="2223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8" name="pt29628"/>
            <p:cNvSpPr/>
            <p:nvPr/>
          </p:nvSpPr>
          <p:spPr>
            <a:xfrm>
              <a:off x="7598714" y="2312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9" name="pt29629"/>
            <p:cNvSpPr/>
            <p:nvPr/>
          </p:nvSpPr>
          <p:spPr>
            <a:xfrm>
              <a:off x="7148529" y="2259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0" name="pt29630"/>
            <p:cNvSpPr/>
            <p:nvPr/>
          </p:nvSpPr>
          <p:spPr>
            <a:xfrm>
              <a:off x="6936905" y="2208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1" name="pt29631"/>
            <p:cNvSpPr/>
            <p:nvPr/>
          </p:nvSpPr>
          <p:spPr>
            <a:xfrm>
              <a:off x="7262523" y="2030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2" name="pt29632"/>
            <p:cNvSpPr/>
            <p:nvPr/>
          </p:nvSpPr>
          <p:spPr>
            <a:xfrm>
              <a:off x="7213150" y="2149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3" name="pt29633"/>
            <p:cNvSpPr/>
            <p:nvPr/>
          </p:nvSpPr>
          <p:spPr>
            <a:xfrm>
              <a:off x="6837421" y="2061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4" name="pt29634"/>
            <p:cNvSpPr/>
            <p:nvPr/>
          </p:nvSpPr>
          <p:spPr>
            <a:xfrm>
              <a:off x="7243561" y="2196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5" name="pt29635"/>
            <p:cNvSpPr/>
            <p:nvPr/>
          </p:nvSpPr>
          <p:spPr>
            <a:xfrm>
              <a:off x="6980375" y="1998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6" name="pt29636"/>
            <p:cNvSpPr/>
            <p:nvPr/>
          </p:nvSpPr>
          <p:spPr>
            <a:xfrm>
              <a:off x="7035084" y="2076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7" name="pt29637"/>
            <p:cNvSpPr/>
            <p:nvPr/>
          </p:nvSpPr>
          <p:spPr>
            <a:xfrm>
              <a:off x="7067706" y="2136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8" name="pt29638"/>
            <p:cNvSpPr/>
            <p:nvPr/>
          </p:nvSpPr>
          <p:spPr>
            <a:xfrm>
              <a:off x="7071504" y="2283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9" name="pt29639"/>
            <p:cNvSpPr/>
            <p:nvPr/>
          </p:nvSpPr>
          <p:spPr>
            <a:xfrm>
              <a:off x="7196591" y="2030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0" name="pt29640"/>
            <p:cNvSpPr/>
            <p:nvPr/>
          </p:nvSpPr>
          <p:spPr>
            <a:xfrm>
              <a:off x="7283127" y="2068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1" name="pt29641"/>
            <p:cNvSpPr/>
            <p:nvPr/>
          </p:nvSpPr>
          <p:spPr>
            <a:xfrm>
              <a:off x="7159304" y="2158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2" name="pt29642"/>
            <p:cNvSpPr/>
            <p:nvPr/>
          </p:nvSpPr>
          <p:spPr>
            <a:xfrm>
              <a:off x="7122074" y="2153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3" name="pt29643"/>
            <p:cNvSpPr/>
            <p:nvPr/>
          </p:nvSpPr>
          <p:spPr>
            <a:xfrm>
              <a:off x="7091139" y="2220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4" name="pt29644"/>
            <p:cNvSpPr/>
            <p:nvPr/>
          </p:nvSpPr>
          <p:spPr>
            <a:xfrm>
              <a:off x="7186917" y="2067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5" name="pt29645"/>
            <p:cNvSpPr/>
            <p:nvPr/>
          </p:nvSpPr>
          <p:spPr>
            <a:xfrm>
              <a:off x="6894761" y="165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6" name="pt29646"/>
            <p:cNvSpPr/>
            <p:nvPr/>
          </p:nvSpPr>
          <p:spPr>
            <a:xfrm>
              <a:off x="7183759" y="2101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7" name="pt29647"/>
            <p:cNvSpPr/>
            <p:nvPr/>
          </p:nvSpPr>
          <p:spPr>
            <a:xfrm>
              <a:off x="6921975" y="2237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8" name="pt29648"/>
            <p:cNvSpPr/>
            <p:nvPr/>
          </p:nvSpPr>
          <p:spPr>
            <a:xfrm>
              <a:off x="7442072" y="2736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9" name="pt29649"/>
            <p:cNvSpPr/>
            <p:nvPr/>
          </p:nvSpPr>
          <p:spPr>
            <a:xfrm>
              <a:off x="7091866" y="2173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0" name="pt29650"/>
            <p:cNvSpPr/>
            <p:nvPr/>
          </p:nvSpPr>
          <p:spPr>
            <a:xfrm>
              <a:off x="7362334" y="2342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1" name="pt29651"/>
            <p:cNvSpPr/>
            <p:nvPr/>
          </p:nvSpPr>
          <p:spPr>
            <a:xfrm>
              <a:off x="7108221" y="2092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2" name="pt29652"/>
            <p:cNvSpPr/>
            <p:nvPr/>
          </p:nvSpPr>
          <p:spPr>
            <a:xfrm>
              <a:off x="6964889" y="2030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3" name="pt29653"/>
            <p:cNvSpPr/>
            <p:nvPr/>
          </p:nvSpPr>
          <p:spPr>
            <a:xfrm>
              <a:off x="7145502" y="2220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4" name="pt29654"/>
            <p:cNvSpPr/>
            <p:nvPr/>
          </p:nvSpPr>
          <p:spPr>
            <a:xfrm>
              <a:off x="7007758" y="2038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5" name="pt29655"/>
            <p:cNvSpPr/>
            <p:nvPr/>
          </p:nvSpPr>
          <p:spPr>
            <a:xfrm>
              <a:off x="7456830" y="2710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6" name="pt29656"/>
            <p:cNvSpPr/>
            <p:nvPr/>
          </p:nvSpPr>
          <p:spPr>
            <a:xfrm>
              <a:off x="7163443" y="2141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7" name="pt29657"/>
            <p:cNvSpPr/>
            <p:nvPr/>
          </p:nvSpPr>
          <p:spPr>
            <a:xfrm>
              <a:off x="6708553" y="2267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8" name="pt29658"/>
            <p:cNvSpPr/>
            <p:nvPr/>
          </p:nvSpPr>
          <p:spPr>
            <a:xfrm>
              <a:off x="7386996" y="2165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9" name="pt29659"/>
            <p:cNvSpPr/>
            <p:nvPr/>
          </p:nvSpPr>
          <p:spPr>
            <a:xfrm>
              <a:off x="7179181" y="2104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0" name="pt29660"/>
            <p:cNvSpPr/>
            <p:nvPr/>
          </p:nvSpPr>
          <p:spPr>
            <a:xfrm>
              <a:off x="7378901" y="2324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1" name="pt29661"/>
            <p:cNvSpPr/>
            <p:nvPr/>
          </p:nvSpPr>
          <p:spPr>
            <a:xfrm>
              <a:off x="7110261" y="2119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2" name="pt29662"/>
            <p:cNvSpPr/>
            <p:nvPr/>
          </p:nvSpPr>
          <p:spPr>
            <a:xfrm>
              <a:off x="7309788" y="2047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3" name="pt29663"/>
            <p:cNvSpPr/>
            <p:nvPr/>
          </p:nvSpPr>
          <p:spPr>
            <a:xfrm>
              <a:off x="6906052" y="2102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4" name="pt29664"/>
            <p:cNvSpPr/>
            <p:nvPr/>
          </p:nvSpPr>
          <p:spPr>
            <a:xfrm>
              <a:off x="7032456" y="1844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5" name="pt29665"/>
            <p:cNvSpPr/>
            <p:nvPr/>
          </p:nvSpPr>
          <p:spPr>
            <a:xfrm>
              <a:off x="7184602" y="2139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6" name="pt29666"/>
            <p:cNvSpPr/>
            <p:nvPr/>
          </p:nvSpPr>
          <p:spPr>
            <a:xfrm>
              <a:off x="7194754" y="2014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7" name="pt29667"/>
            <p:cNvSpPr/>
            <p:nvPr/>
          </p:nvSpPr>
          <p:spPr>
            <a:xfrm>
              <a:off x="7041986" y="2204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8" name="pt29668"/>
            <p:cNvSpPr/>
            <p:nvPr/>
          </p:nvSpPr>
          <p:spPr>
            <a:xfrm>
              <a:off x="7271106" y="2194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9" name="pt29669"/>
            <p:cNvSpPr/>
            <p:nvPr/>
          </p:nvSpPr>
          <p:spPr>
            <a:xfrm>
              <a:off x="7101672" y="2187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0" name="pt29670"/>
            <p:cNvSpPr/>
            <p:nvPr/>
          </p:nvSpPr>
          <p:spPr>
            <a:xfrm>
              <a:off x="7011411" y="1934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1" name="pt29671"/>
            <p:cNvSpPr/>
            <p:nvPr/>
          </p:nvSpPr>
          <p:spPr>
            <a:xfrm>
              <a:off x="7383129" y="1939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2" name="pt29672"/>
            <p:cNvSpPr/>
            <p:nvPr/>
          </p:nvSpPr>
          <p:spPr>
            <a:xfrm>
              <a:off x="6921329" y="2065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3" name="pt29673"/>
            <p:cNvSpPr/>
            <p:nvPr/>
          </p:nvSpPr>
          <p:spPr>
            <a:xfrm>
              <a:off x="7334603" y="1918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4" name="pt29674"/>
            <p:cNvSpPr/>
            <p:nvPr/>
          </p:nvSpPr>
          <p:spPr>
            <a:xfrm>
              <a:off x="6859065" y="2219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5" name="pt29675"/>
            <p:cNvSpPr/>
            <p:nvPr/>
          </p:nvSpPr>
          <p:spPr>
            <a:xfrm>
              <a:off x="6869096" y="2120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6" name="pt29676"/>
            <p:cNvSpPr/>
            <p:nvPr/>
          </p:nvSpPr>
          <p:spPr>
            <a:xfrm>
              <a:off x="7030435" y="1836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7" name="pt29677"/>
            <p:cNvSpPr/>
            <p:nvPr/>
          </p:nvSpPr>
          <p:spPr>
            <a:xfrm>
              <a:off x="7335472" y="2008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8" name="pt29678"/>
            <p:cNvSpPr/>
            <p:nvPr/>
          </p:nvSpPr>
          <p:spPr>
            <a:xfrm>
              <a:off x="7120092" y="2155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9" name="pt29679"/>
            <p:cNvSpPr/>
            <p:nvPr/>
          </p:nvSpPr>
          <p:spPr>
            <a:xfrm>
              <a:off x="7072836" y="2318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0" name="pt29680"/>
            <p:cNvSpPr/>
            <p:nvPr/>
          </p:nvSpPr>
          <p:spPr>
            <a:xfrm>
              <a:off x="6939328" y="1914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1" name="pt29681"/>
            <p:cNvSpPr/>
            <p:nvPr/>
          </p:nvSpPr>
          <p:spPr>
            <a:xfrm>
              <a:off x="7348892" y="2170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2" name="pt29682"/>
            <p:cNvSpPr/>
            <p:nvPr/>
          </p:nvSpPr>
          <p:spPr>
            <a:xfrm>
              <a:off x="7139587" y="2181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3" name="pt29683"/>
            <p:cNvSpPr/>
            <p:nvPr/>
          </p:nvSpPr>
          <p:spPr>
            <a:xfrm>
              <a:off x="6952987" y="2203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4" name="pt29684"/>
            <p:cNvSpPr/>
            <p:nvPr/>
          </p:nvSpPr>
          <p:spPr>
            <a:xfrm>
              <a:off x="7082562" y="2066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5" name="pt29685"/>
            <p:cNvSpPr/>
            <p:nvPr/>
          </p:nvSpPr>
          <p:spPr>
            <a:xfrm>
              <a:off x="6981963" y="2044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6" name="pt29686"/>
            <p:cNvSpPr/>
            <p:nvPr/>
          </p:nvSpPr>
          <p:spPr>
            <a:xfrm>
              <a:off x="7110236" y="2091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7" name="pt29687"/>
            <p:cNvSpPr/>
            <p:nvPr/>
          </p:nvSpPr>
          <p:spPr>
            <a:xfrm>
              <a:off x="7251847" y="2073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8" name="pt29688"/>
            <p:cNvSpPr/>
            <p:nvPr/>
          </p:nvSpPr>
          <p:spPr>
            <a:xfrm>
              <a:off x="6965900" y="196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9" name="pt29689"/>
            <p:cNvSpPr/>
            <p:nvPr/>
          </p:nvSpPr>
          <p:spPr>
            <a:xfrm>
              <a:off x="6831010" y="1947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0" name="pt29690"/>
            <p:cNvSpPr/>
            <p:nvPr/>
          </p:nvSpPr>
          <p:spPr>
            <a:xfrm>
              <a:off x="7266896" y="2091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1" name="pt29691"/>
            <p:cNvSpPr/>
            <p:nvPr/>
          </p:nvSpPr>
          <p:spPr>
            <a:xfrm>
              <a:off x="6864048" y="2176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2" name="pt29692"/>
            <p:cNvSpPr/>
            <p:nvPr/>
          </p:nvSpPr>
          <p:spPr>
            <a:xfrm>
              <a:off x="7130717" y="2079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3" name="pt29693"/>
            <p:cNvSpPr/>
            <p:nvPr/>
          </p:nvSpPr>
          <p:spPr>
            <a:xfrm>
              <a:off x="7357451" y="2294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4" name="pt29694"/>
            <p:cNvSpPr/>
            <p:nvPr/>
          </p:nvSpPr>
          <p:spPr>
            <a:xfrm>
              <a:off x="7240808" y="1829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5" name="pt29695"/>
            <p:cNvSpPr/>
            <p:nvPr/>
          </p:nvSpPr>
          <p:spPr>
            <a:xfrm>
              <a:off x="7057365" y="2207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6" name="pt29696"/>
            <p:cNvSpPr/>
            <p:nvPr/>
          </p:nvSpPr>
          <p:spPr>
            <a:xfrm>
              <a:off x="7126739" y="2164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7" name="pt29697"/>
            <p:cNvSpPr/>
            <p:nvPr/>
          </p:nvSpPr>
          <p:spPr>
            <a:xfrm>
              <a:off x="7139747" y="2152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8" name="pt29698"/>
            <p:cNvSpPr/>
            <p:nvPr/>
          </p:nvSpPr>
          <p:spPr>
            <a:xfrm>
              <a:off x="6842750" y="2343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9" name="pt29699"/>
            <p:cNvSpPr/>
            <p:nvPr/>
          </p:nvSpPr>
          <p:spPr>
            <a:xfrm>
              <a:off x="7279329" y="2013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0" name="pt29700"/>
            <p:cNvSpPr/>
            <p:nvPr/>
          </p:nvSpPr>
          <p:spPr>
            <a:xfrm>
              <a:off x="7140374" y="2146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1" name="pt29701"/>
            <p:cNvSpPr/>
            <p:nvPr/>
          </p:nvSpPr>
          <p:spPr>
            <a:xfrm>
              <a:off x="7043860" y="2169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2" name="pt29702"/>
            <p:cNvSpPr/>
            <p:nvPr/>
          </p:nvSpPr>
          <p:spPr>
            <a:xfrm>
              <a:off x="6924405" y="223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3" name="pt29703"/>
            <p:cNvSpPr/>
            <p:nvPr/>
          </p:nvSpPr>
          <p:spPr>
            <a:xfrm>
              <a:off x="7156959" y="214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4" name="pt29704"/>
            <p:cNvSpPr/>
            <p:nvPr/>
          </p:nvSpPr>
          <p:spPr>
            <a:xfrm>
              <a:off x="7101358" y="2290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5" name="pt29705"/>
            <p:cNvSpPr/>
            <p:nvPr/>
          </p:nvSpPr>
          <p:spPr>
            <a:xfrm>
              <a:off x="7372613" y="2471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6" name="pt29706"/>
            <p:cNvSpPr/>
            <p:nvPr/>
          </p:nvSpPr>
          <p:spPr>
            <a:xfrm>
              <a:off x="7160146" y="2082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7" name="pt29707"/>
            <p:cNvSpPr/>
            <p:nvPr/>
          </p:nvSpPr>
          <p:spPr>
            <a:xfrm>
              <a:off x="7246849" y="2088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8" name="pt29708"/>
            <p:cNvSpPr/>
            <p:nvPr/>
          </p:nvSpPr>
          <p:spPr>
            <a:xfrm>
              <a:off x="6923304" y="2170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9" name="pt29709"/>
            <p:cNvSpPr/>
            <p:nvPr/>
          </p:nvSpPr>
          <p:spPr>
            <a:xfrm>
              <a:off x="7222563" y="2217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0" name="pt29710"/>
            <p:cNvSpPr/>
            <p:nvPr/>
          </p:nvSpPr>
          <p:spPr>
            <a:xfrm>
              <a:off x="7258256" y="2073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1" name="pt29711"/>
            <p:cNvSpPr/>
            <p:nvPr/>
          </p:nvSpPr>
          <p:spPr>
            <a:xfrm>
              <a:off x="7054715" y="2297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2" name="pt29712"/>
            <p:cNvSpPr/>
            <p:nvPr/>
          </p:nvSpPr>
          <p:spPr>
            <a:xfrm>
              <a:off x="7075401" y="2288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3" name="pt29713"/>
            <p:cNvSpPr/>
            <p:nvPr/>
          </p:nvSpPr>
          <p:spPr>
            <a:xfrm>
              <a:off x="6463285" y="187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4" name="pt29714"/>
            <p:cNvSpPr/>
            <p:nvPr/>
          </p:nvSpPr>
          <p:spPr>
            <a:xfrm>
              <a:off x="7217376" y="2138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5" name="pt29715"/>
            <p:cNvSpPr/>
            <p:nvPr/>
          </p:nvSpPr>
          <p:spPr>
            <a:xfrm>
              <a:off x="7256317" y="2045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6" name="pt29716"/>
            <p:cNvSpPr/>
            <p:nvPr/>
          </p:nvSpPr>
          <p:spPr>
            <a:xfrm>
              <a:off x="7270570" y="2046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7" name="pt29717"/>
            <p:cNvSpPr/>
            <p:nvPr/>
          </p:nvSpPr>
          <p:spPr>
            <a:xfrm>
              <a:off x="6896427" y="1886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8" name="pt29718"/>
            <p:cNvSpPr/>
            <p:nvPr/>
          </p:nvSpPr>
          <p:spPr>
            <a:xfrm>
              <a:off x="7155376" y="2266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9" name="pt29719"/>
            <p:cNvSpPr/>
            <p:nvPr/>
          </p:nvSpPr>
          <p:spPr>
            <a:xfrm>
              <a:off x="7292329" y="1912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0" name="pt29720"/>
            <p:cNvSpPr/>
            <p:nvPr/>
          </p:nvSpPr>
          <p:spPr>
            <a:xfrm>
              <a:off x="7253706" y="2051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1" name="pt29721"/>
            <p:cNvSpPr/>
            <p:nvPr/>
          </p:nvSpPr>
          <p:spPr>
            <a:xfrm>
              <a:off x="7106931" y="2237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2" name="pt29722"/>
            <p:cNvSpPr/>
            <p:nvPr/>
          </p:nvSpPr>
          <p:spPr>
            <a:xfrm>
              <a:off x="6917704" y="224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3" name="pt29723"/>
            <p:cNvSpPr/>
            <p:nvPr/>
          </p:nvSpPr>
          <p:spPr>
            <a:xfrm>
              <a:off x="7151581" y="2340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4" name="pt29724"/>
            <p:cNvSpPr/>
            <p:nvPr/>
          </p:nvSpPr>
          <p:spPr>
            <a:xfrm>
              <a:off x="7238950" y="2021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5" name="pt29725"/>
            <p:cNvSpPr/>
            <p:nvPr/>
          </p:nvSpPr>
          <p:spPr>
            <a:xfrm>
              <a:off x="6964125" y="1972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6" name="pt29726"/>
            <p:cNvSpPr/>
            <p:nvPr/>
          </p:nvSpPr>
          <p:spPr>
            <a:xfrm>
              <a:off x="7201895" y="2114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7" name="pt29727"/>
            <p:cNvSpPr/>
            <p:nvPr/>
          </p:nvSpPr>
          <p:spPr>
            <a:xfrm>
              <a:off x="7272459" y="1878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8" name="pt29728"/>
            <p:cNvSpPr/>
            <p:nvPr/>
          </p:nvSpPr>
          <p:spPr>
            <a:xfrm>
              <a:off x="7285184" y="2114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9" name="pt29729"/>
            <p:cNvSpPr/>
            <p:nvPr/>
          </p:nvSpPr>
          <p:spPr>
            <a:xfrm>
              <a:off x="7070330" y="2123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0" name="pt29730"/>
            <p:cNvSpPr/>
            <p:nvPr/>
          </p:nvSpPr>
          <p:spPr>
            <a:xfrm>
              <a:off x="7082046" y="2037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1" name="pt29731"/>
            <p:cNvSpPr/>
            <p:nvPr/>
          </p:nvSpPr>
          <p:spPr>
            <a:xfrm>
              <a:off x="7287835" y="1814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2" name="pt29732"/>
            <p:cNvSpPr/>
            <p:nvPr/>
          </p:nvSpPr>
          <p:spPr>
            <a:xfrm>
              <a:off x="7126907" y="2138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3" name="pt29733"/>
            <p:cNvSpPr/>
            <p:nvPr/>
          </p:nvSpPr>
          <p:spPr>
            <a:xfrm>
              <a:off x="7099566" y="2244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4" name="pt29734"/>
            <p:cNvSpPr/>
            <p:nvPr/>
          </p:nvSpPr>
          <p:spPr>
            <a:xfrm>
              <a:off x="7114492" y="2065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5" name="pt29735"/>
            <p:cNvSpPr/>
            <p:nvPr/>
          </p:nvSpPr>
          <p:spPr>
            <a:xfrm>
              <a:off x="7334871" y="2060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6" name="pt29736"/>
            <p:cNvSpPr/>
            <p:nvPr/>
          </p:nvSpPr>
          <p:spPr>
            <a:xfrm>
              <a:off x="7232331" y="2241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7" name="pt29737"/>
            <p:cNvSpPr/>
            <p:nvPr/>
          </p:nvSpPr>
          <p:spPr>
            <a:xfrm>
              <a:off x="7016460" y="2083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8" name="pt29738"/>
            <p:cNvSpPr/>
            <p:nvPr/>
          </p:nvSpPr>
          <p:spPr>
            <a:xfrm>
              <a:off x="6919836" y="2218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9" name="pt29739"/>
            <p:cNvSpPr/>
            <p:nvPr/>
          </p:nvSpPr>
          <p:spPr>
            <a:xfrm>
              <a:off x="6964737" y="2015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0" name="pt29740"/>
            <p:cNvSpPr/>
            <p:nvPr/>
          </p:nvSpPr>
          <p:spPr>
            <a:xfrm>
              <a:off x="7159791" y="2138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1" name="pt29741"/>
            <p:cNvSpPr/>
            <p:nvPr/>
          </p:nvSpPr>
          <p:spPr>
            <a:xfrm>
              <a:off x="7266920" y="2026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2" name="pt29742"/>
            <p:cNvSpPr/>
            <p:nvPr/>
          </p:nvSpPr>
          <p:spPr>
            <a:xfrm>
              <a:off x="7197257" y="2089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3" name="pt29743"/>
            <p:cNvSpPr/>
            <p:nvPr/>
          </p:nvSpPr>
          <p:spPr>
            <a:xfrm>
              <a:off x="6992563" y="1876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4" name="pt29744"/>
            <p:cNvSpPr/>
            <p:nvPr/>
          </p:nvSpPr>
          <p:spPr>
            <a:xfrm>
              <a:off x="7354323" y="1843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5" name="pt29745"/>
            <p:cNvSpPr/>
            <p:nvPr/>
          </p:nvSpPr>
          <p:spPr>
            <a:xfrm>
              <a:off x="6977711" y="2035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6" name="pt29746"/>
            <p:cNvSpPr/>
            <p:nvPr/>
          </p:nvSpPr>
          <p:spPr>
            <a:xfrm>
              <a:off x="6924416" y="2181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7" name="pt29747"/>
            <p:cNvSpPr/>
            <p:nvPr/>
          </p:nvSpPr>
          <p:spPr>
            <a:xfrm>
              <a:off x="7228870" y="1997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8" name="pt29748"/>
            <p:cNvSpPr/>
            <p:nvPr/>
          </p:nvSpPr>
          <p:spPr>
            <a:xfrm>
              <a:off x="7335780" y="2099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9" name="pt29749"/>
            <p:cNvSpPr/>
            <p:nvPr/>
          </p:nvSpPr>
          <p:spPr>
            <a:xfrm>
              <a:off x="7157309" y="2184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0" name="pt29750"/>
            <p:cNvSpPr/>
            <p:nvPr/>
          </p:nvSpPr>
          <p:spPr>
            <a:xfrm>
              <a:off x="6974201" y="2001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1" name="pt29751"/>
            <p:cNvSpPr/>
            <p:nvPr/>
          </p:nvSpPr>
          <p:spPr>
            <a:xfrm>
              <a:off x="7052838" y="2269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2" name="pt29752"/>
            <p:cNvSpPr/>
            <p:nvPr/>
          </p:nvSpPr>
          <p:spPr>
            <a:xfrm>
              <a:off x="6968852" y="1876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3" name="pt29753"/>
            <p:cNvSpPr/>
            <p:nvPr/>
          </p:nvSpPr>
          <p:spPr>
            <a:xfrm>
              <a:off x="7024828" y="2025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4" name="pt29754"/>
            <p:cNvSpPr/>
            <p:nvPr/>
          </p:nvSpPr>
          <p:spPr>
            <a:xfrm>
              <a:off x="6952315" y="2036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5" name="pt29755"/>
            <p:cNvSpPr/>
            <p:nvPr/>
          </p:nvSpPr>
          <p:spPr>
            <a:xfrm>
              <a:off x="6749797" y="1745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6" name="pt29756"/>
            <p:cNvSpPr/>
            <p:nvPr/>
          </p:nvSpPr>
          <p:spPr>
            <a:xfrm>
              <a:off x="6732502" y="2539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7" name="pt29757"/>
            <p:cNvSpPr/>
            <p:nvPr/>
          </p:nvSpPr>
          <p:spPr>
            <a:xfrm>
              <a:off x="7024646" y="2066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8" name="pt29758"/>
            <p:cNvSpPr/>
            <p:nvPr/>
          </p:nvSpPr>
          <p:spPr>
            <a:xfrm>
              <a:off x="6827233" y="2215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9" name="pt29759"/>
            <p:cNvSpPr/>
            <p:nvPr/>
          </p:nvSpPr>
          <p:spPr>
            <a:xfrm>
              <a:off x="7332411" y="1994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0" name="pt29760"/>
            <p:cNvSpPr/>
            <p:nvPr/>
          </p:nvSpPr>
          <p:spPr>
            <a:xfrm>
              <a:off x="7002158" y="1961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1" name="pt29761"/>
            <p:cNvSpPr/>
            <p:nvPr/>
          </p:nvSpPr>
          <p:spPr>
            <a:xfrm>
              <a:off x="7203804" y="2148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2" name="pt29762"/>
            <p:cNvSpPr/>
            <p:nvPr/>
          </p:nvSpPr>
          <p:spPr>
            <a:xfrm>
              <a:off x="6908130" y="2114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3" name="pt29763"/>
            <p:cNvSpPr/>
            <p:nvPr/>
          </p:nvSpPr>
          <p:spPr>
            <a:xfrm>
              <a:off x="7056931" y="2115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4" name="pt29764"/>
            <p:cNvSpPr/>
            <p:nvPr/>
          </p:nvSpPr>
          <p:spPr>
            <a:xfrm>
              <a:off x="7109673" y="2134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5" name="pt29765"/>
            <p:cNvSpPr/>
            <p:nvPr/>
          </p:nvSpPr>
          <p:spPr>
            <a:xfrm>
              <a:off x="7202584" y="2009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6" name="pt29766"/>
            <p:cNvSpPr/>
            <p:nvPr/>
          </p:nvSpPr>
          <p:spPr>
            <a:xfrm>
              <a:off x="7082414" y="2162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7" name="pt29767"/>
            <p:cNvSpPr/>
            <p:nvPr/>
          </p:nvSpPr>
          <p:spPr>
            <a:xfrm>
              <a:off x="7095894" y="2190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8" name="pt29768"/>
            <p:cNvSpPr/>
            <p:nvPr/>
          </p:nvSpPr>
          <p:spPr>
            <a:xfrm>
              <a:off x="6957887" y="2048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9" name="pt29769"/>
            <p:cNvSpPr/>
            <p:nvPr/>
          </p:nvSpPr>
          <p:spPr>
            <a:xfrm>
              <a:off x="7748836" y="2444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0" name="pt29770"/>
            <p:cNvSpPr/>
            <p:nvPr/>
          </p:nvSpPr>
          <p:spPr>
            <a:xfrm>
              <a:off x="7008935" y="20187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1" name="pt29771"/>
            <p:cNvSpPr/>
            <p:nvPr/>
          </p:nvSpPr>
          <p:spPr>
            <a:xfrm>
              <a:off x="7398585" y="2225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2" name="pt29772"/>
            <p:cNvSpPr/>
            <p:nvPr/>
          </p:nvSpPr>
          <p:spPr>
            <a:xfrm>
              <a:off x="7180711" y="2092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3" name="pt29773"/>
            <p:cNvSpPr/>
            <p:nvPr/>
          </p:nvSpPr>
          <p:spPr>
            <a:xfrm>
              <a:off x="6941367" y="2230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4" name="pt29774"/>
            <p:cNvSpPr/>
            <p:nvPr/>
          </p:nvSpPr>
          <p:spPr>
            <a:xfrm>
              <a:off x="7173157" y="1944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5" name="pt29775"/>
            <p:cNvSpPr/>
            <p:nvPr/>
          </p:nvSpPr>
          <p:spPr>
            <a:xfrm>
              <a:off x="7180147" y="2125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6" name="pt29776"/>
            <p:cNvSpPr/>
            <p:nvPr/>
          </p:nvSpPr>
          <p:spPr>
            <a:xfrm>
              <a:off x="7109373" y="2122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7" name="pt29777"/>
            <p:cNvSpPr/>
            <p:nvPr/>
          </p:nvSpPr>
          <p:spPr>
            <a:xfrm>
              <a:off x="6759653" y="1430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8" name="pt29778"/>
            <p:cNvSpPr/>
            <p:nvPr/>
          </p:nvSpPr>
          <p:spPr>
            <a:xfrm>
              <a:off x="7411152" y="2870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9" name="pt29779"/>
            <p:cNvSpPr/>
            <p:nvPr/>
          </p:nvSpPr>
          <p:spPr>
            <a:xfrm>
              <a:off x="7179443" y="2118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0" name="pt29780"/>
            <p:cNvSpPr/>
            <p:nvPr/>
          </p:nvSpPr>
          <p:spPr>
            <a:xfrm>
              <a:off x="7330451" y="1991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1" name="pt29781"/>
            <p:cNvSpPr/>
            <p:nvPr/>
          </p:nvSpPr>
          <p:spPr>
            <a:xfrm>
              <a:off x="7074799" y="2224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2" name="pt29782"/>
            <p:cNvSpPr/>
            <p:nvPr/>
          </p:nvSpPr>
          <p:spPr>
            <a:xfrm>
              <a:off x="7080367" y="2054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3" name="pt29783"/>
            <p:cNvSpPr/>
            <p:nvPr/>
          </p:nvSpPr>
          <p:spPr>
            <a:xfrm>
              <a:off x="6735871" y="1831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4" name="pt29784"/>
            <p:cNvSpPr/>
            <p:nvPr/>
          </p:nvSpPr>
          <p:spPr>
            <a:xfrm>
              <a:off x="7172168" y="1961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5" name="pt29785"/>
            <p:cNvSpPr/>
            <p:nvPr/>
          </p:nvSpPr>
          <p:spPr>
            <a:xfrm>
              <a:off x="7112486" y="2146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6" name="pt29786"/>
            <p:cNvSpPr/>
            <p:nvPr/>
          </p:nvSpPr>
          <p:spPr>
            <a:xfrm>
              <a:off x="7108978" y="2156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7" name="pt29787"/>
            <p:cNvSpPr/>
            <p:nvPr/>
          </p:nvSpPr>
          <p:spPr>
            <a:xfrm>
              <a:off x="7113369" y="2148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8" name="pt29788"/>
            <p:cNvSpPr/>
            <p:nvPr/>
          </p:nvSpPr>
          <p:spPr>
            <a:xfrm>
              <a:off x="7223478" y="2079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9" name="pt29789"/>
            <p:cNvSpPr/>
            <p:nvPr/>
          </p:nvSpPr>
          <p:spPr>
            <a:xfrm>
              <a:off x="7197183" y="2077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0" name="pt29790"/>
            <p:cNvSpPr/>
            <p:nvPr/>
          </p:nvSpPr>
          <p:spPr>
            <a:xfrm>
              <a:off x="7081725" y="2016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1" name="pt29791"/>
            <p:cNvSpPr/>
            <p:nvPr/>
          </p:nvSpPr>
          <p:spPr>
            <a:xfrm>
              <a:off x="6930742" y="2248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2" name="pt29792"/>
            <p:cNvSpPr/>
            <p:nvPr/>
          </p:nvSpPr>
          <p:spPr>
            <a:xfrm>
              <a:off x="7336678" y="2057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3" name="pt29793"/>
            <p:cNvSpPr/>
            <p:nvPr/>
          </p:nvSpPr>
          <p:spPr>
            <a:xfrm>
              <a:off x="7439879" y="2541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4" name="pt29794"/>
            <p:cNvSpPr/>
            <p:nvPr/>
          </p:nvSpPr>
          <p:spPr>
            <a:xfrm>
              <a:off x="7185801" y="2142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5" name="pt29795"/>
            <p:cNvSpPr/>
            <p:nvPr/>
          </p:nvSpPr>
          <p:spPr>
            <a:xfrm>
              <a:off x="7446564" y="2568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6" name="pt29796"/>
            <p:cNvSpPr/>
            <p:nvPr/>
          </p:nvSpPr>
          <p:spPr>
            <a:xfrm>
              <a:off x="7107029" y="2261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7" name="pt29797"/>
            <p:cNvSpPr/>
            <p:nvPr/>
          </p:nvSpPr>
          <p:spPr>
            <a:xfrm>
              <a:off x="7102292" y="2149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8" name="pt29798"/>
            <p:cNvSpPr/>
            <p:nvPr/>
          </p:nvSpPr>
          <p:spPr>
            <a:xfrm>
              <a:off x="6905503" y="2025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9" name="pt29799"/>
            <p:cNvSpPr/>
            <p:nvPr/>
          </p:nvSpPr>
          <p:spPr>
            <a:xfrm>
              <a:off x="7198633" y="2008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0" name="pt29800"/>
            <p:cNvSpPr/>
            <p:nvPr/>
          </p:nvSpPr>
          <p:spPr>
            <a:xfrm>
              <a:off x="7051246" y="2360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1" name="pt29801"/>
            <p:cNvSpPr/>
            <p:nvPr/>
          </p:nvSpPr>
          <p:spPr>
            <a:xfrm>
              <a:off x="6891955" y="1884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2" name="pt29802"/>
            <p:cNvSpPr/>
            <p:nvPr/>
          </p:nvSpPr>
          <p:spPr>
            <a:xfrm>
              <a:off x="7156806" y="2202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3" name="pt29803"/>
            <p:cNvSpPr/>
            <p:nvPr/>
          </p:nvSpPr>
          <p:spPr>
            <a:xfrm>
              <a:off x="7082568" y="1934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4" name="pt29804"/>
            <p:cNvSpPr/>
            <p:nvPr/>
          </p:nvSpPr>
          <p:spPr>
            <a:xfrm>
              <a:off x="7108594" y="2093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5" name="pt29805"/>
            <p:cNvSpPr/>
            <p:nvPr/>
          </p:nvSpPr>
          <p:spPr>
            <a:xfrm>
              <a:off x="7098095" y="2221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6" name="pt29806"/>
            <p:cNvSpPr/>
            <p:nvPr/>
          </p:nvSpPr>
          <p:spPr>
            <a:xfrm>
              <a:off x="7125860" y="2150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7" name="pt29807"/>
            <p:cNvSpPr/>
            <p:nvPr/>
          </p:nvSpPr>
          <p:spPr>
            <a:xfrm>
              <a:off x="7148148" y="2240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8" name="pt29808"/>
            <p:cNvSpPr/>
            <p:nvPr/>
          </p:nvSpPr>
          <p:spPr>
            <a:xfrm>
              <a:off x="7045961" y="2272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9" name="pt29809"/>
            <p:cNvSpPr/>
            <p:nvPr/>
          </p:nvSpPr>
          <p:spPr>
            <a:xfrm>
              <a:off x="7058095" y="2153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0" name="pt29810"/>
            <p:cNvSpPr/>
            <p:nvPr/>
          </p:nvSpPr>
          <p:spPr>
            <a:xfrm>
              <a:off x="7349500" y="2065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1" name="pt29811"/>
            <p:cNvSpPr/>
            <p:nvPr/>
          </p:nvSpPr>
          <p:spPr>
            <a:xfrm>
              <a:off x="7295216" y="1977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2" name="pt29812"/>
            <p:cNvSpPr/>
            <p:nvPr/>
          </p:nvSpPr>
          <p:spPr>
            <a:xfrm>
              <a:off x="7045661" y="2284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3" name="pt29813"/>
            <p:cNvSpPr/>
            <p:nvPr/>
          </p:nvSpPr>
          <p:spPr>
            <a:xfrm>
              <a:off x="7178057" y="2062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4" name="pt29814"/>
            <p:cNvSpPr/>
            <p:nvPr/>
          </p:nvSpPr>
          <p:spPr>
            <a:xfrm>
              <a:off x="6894994" y="1932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5" name="pt29815"/>
            <p:cNvSpPr/>
            <p:nvPr/>
          </p:nvSpPr>
          <p:spPr>
            <a:xfrm>
              <a:off x="7078969" y="2161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6" name="pt29816"/>
            <p:cNvSpPr/>
            <p:nvPr/>
          </p:nvSpPr>
          <p:spPr>
            <a:xfrm>
              <a:off x="7086997" y="1968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7" name="pt29817"/>
            <p:cNvSpPr/>
            <p:nvPr/>
          </p:nvSpPr>
          <p:spPr>
            <a:xfrm>
              <a:off x="6663216" y="1761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8" name="pt29818"/>
            <p:cNvSpPr/>
            <p:nvPr/>
          </p:nvSpPr>
          <p:spPr>
            <a:xfrm>
              <a:off x="6750965" y="1738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9" name="pt29819"/>
            <p:cNvSpPr/>
            <p:nvPr/>
          </p:nvSpPr>
          <p:spPr>
            <a:xfrm>
              <a:off x="7237517" y="2122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0" name="pt29820"/>
            <p:cNvSpPr/>
            <p:nvPr/>
          </p:nvSpPr>
          <p:spPr>
            <a:xfrm>
              <a:off x="7493818" y="2493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1" name="pt29821"/>
            <p:cNvSpPr/>
            <p:nvPr/>
          </p:nvSpPr>
          <p:spPr>
            <a:xfrm>
              <a:off x="7319005" y="1897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2" name="pt29822"/>
            <p:cNvSpPr/>
            <p:nvPr/>
          </p:nvSpPr>
          <p:spPr>
            <a:xfrm>
              <a:off x="7223572" y="2232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3" name="pt29823"/>
            <p:cNvSpPr/>
            <p:nvPr/>
          </p:nvSpPr>
          <p:spPr>
            <a:xfrm>
              <a:off x="6894805" y="1908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4" name="pt29824"/>
            <p:cNvSpPr/>
            <p:nvPr/>
          </p:nvSpPr>
          <p:spPr>
            <a:xfrm>
              <a:off x="7137122" y="223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5" name="pt29825"/>
            <p:cNvSpPr/>
            <p:nvPr/>
          </p:nvSpPr>
          <p:spPr>
            <a:xfrm>
              <a:off x="7105100" y="2150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6" name="pt29826"/>
            <p:cNvSpPr/>
            <p:nvPr/>
          </p:nvSpPr>
          <p:spPr>
            <a:xfrm>
              <a:off x="7106761" y="2225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7" name="pt29827"/>
            <p:cNvSpPr/>
            <p:nvPr/>
          </p:nvSpPr>
          <p:spPr>
            <a:xfrm>
              <a:off x="6861830" y="2284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8" name="pt29828"/>
            <p:cNvSpPr/>
            <p:nvPr/>
          </p:nvSpPr>
          <p:spPr>
            <a:xfrm>
              <a:off x="7002887" y="2007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9" name="pt29829"/>
            <p:cNvSpPr/>
            <p:nvPr/>
          </p:nvSpPr>
          <p:spPr>
            <a:xfrm>
              <a:off x="7286742" y="1902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0" name="pt29830"/>
            <p:cNvSpPr/>
            <p:nvPr/>
          </p:nvSpPr>
          <p:spPr>
            <a:xfrm>
              <a:off x="7221302" y="2065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1" name="pt29831"/>
            <p:cNvSpPr/>
            <p:nvPr/>
          </p:nvSpPr>
          <p:spPr>
            <a:xfrm>
              <a:off x="7291137" y="1962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2" name="pt29832"/>
            <p:cNvSpPr/>
            <p:nvPr/>
          </p:nvSpPr>
          <p:spPr>
            <a:xfrm>
              <a:off x="6937710" y="221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3" name="pt29833"/>
            <p:cNvSpPr/>
            <p:nvPr/>
          </p:nvSpPr>
          <p:spPr>
            <a:xfrm>
              <a:off x="7680432" y="2395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4" name="pt29834"/>
            <p:cNvSpPr/>
            <p:nvPr/>
          </p:nvSpPr>
          <p:spPr>
            <a:xfrm>
              <a:off x="7230923" y="2131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5" name="pt29835"/>
            <p:cNvSpPr/>
            <p:nvPr/>
          </p:nvSpPr>
          <p:spPr>
            <a:xfrm>
              <a:off x="7421693" y="2475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6" name="pt29836"/>
            <p:cNvSpPr/>
            <p:nvPr/>
          </p:nvSpPr>
          <p:spPr>
            <a:xfrm>
              <a:off x="7015188" y="1843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7" name="pt29837"/>
            <p:cNvSpPr/>
            <p:nvPr/>
          </p:nvSpPr>
          <p:spPr>
            <a:xfrm>
              <a:off x="7666869" y="2421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8" name="pt29838"/>
            <p:cNvSpPr/>
            <p:nvPr/>
          </p:nvSpPr>
          <p:spPr>
            <a:xfrm>
              <a:off x="7237026" y="2016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9" name="pt29839"/>
            <p:cNvSpPr/>
            <p:nvPr/>
          </p:nvSpPr>
          <p:spPr>
            <a:xfrm>
              <a:off x="7056641" y="2173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0" name="pt29840"/>
            <p:cNvSpPr/>
            <p:nvPr/>
          </p:nvSpPr>
          <p:spPr>
            <a:xfrm>
              <a:off x="6929586" y="2241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1" name="pt29841"/>
            <p:cNvSpPr/>
            <p:nvPr/>
          </p:nvSpPr>
          <p:spPr>
            <a:xfrm>
              <a:off x="7106139" y="2190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2" name="pt29842"/>
            <p:cNvSpPr/>
            <p:nvPr/>
          </p:nvSpPr>
          <p:spPr>
            <a:xfrm>
              <a:off x="7168453" y="202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3" name="pt29843"/>
            <p:cNvSpPr/>
            <p:nvPr/>
          </p:nvSpPr>
          <p:spPr>
            <a:xfrm>
              <a:off x="6961206" y="2010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4" name="pt29844"/>
            <p:cNvSpPr/>
            <p:nvPr/>
          </p:nvSpPr>
          <p:spPr>
            <a:xfrm>
              <a:off x="6842592" y="2041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5" name="pt29845"/>
            <p:cNvSpPr/>
            <p:nvPr/>
          </p:nvSpPr>
          <p:spPr>
            <a:xfrm>
              <a:off x="7348398" y="2299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6" name="pt29846"/>
            <p:cNvSpPr/>
            <p:nvPr/>
          </p:nvSpPr>
          <p:spPr>
            <a:xfrm>
              <a:off x="7121430" y="2143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7" name="pt29847"/>
            <p:cNvSpPr/>
            <p:nvPr/>
          </p:nvSpPr>
          <p:spPr>
            <a:xfrm>
              <a:off x="7141483" y="2307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8" name="pt29848"/>
            <p:cNvSpPr/>
            <p:nvPr/>
          </p:nvSpPr>
          <p:spPr>
            <a:xfrm>
              <a:off x="7284438" y="2062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9" name="pt29849"/>
            <p:cNvSpPr/>
            <p:nvPr/>
          </p:nvSpPr>
          <p:spPr>
            <a:xfrm>
              <a:off x="7100092" y="2192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0" name="pt29850"/>
            <p:cNvSpPr/>
            <p:nvPr/>
          </p:nvSpPr>
          <p:spPr>
            <a:xfrm>
              <a:off x="7177118" y="1992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1" name="pt29851"/>
            <p:cNvSpPr/>
            <p:nvPr/>
          </p:nvSpPr>
          <p:spPr>
            <a:xfrm>
              <a:off x="7364155" y="2449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2" name="pt29852"/>
            <p:cNvSpPr/>
            <p:nvPr/>
          </p:nvSpPr>
          <p:spPr>
            <a:xfrm>
              <a:off x="7411837" y="2599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3" name="pt29853"/>
            <p:cNvSpPr/>
            <p:nvPr/>
          </p:nvSpPr>
          <p:spPr>
            <a:xfrm>
              <a:off x="7083359" y="2135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4" name="pt29854"/>
            <p:cNvSpPr/>
            <p:nvPr/>
          </p:nvSpPr>
          <p:spPr>
            <a:xfrm>
              <a:off x="7069267" y="2123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5" name="pt29855"/>
            <p:cNvSpPr/>
            <p:nvPr/>
          </p:nvSpPr>
          <p:spPr>
            <a:xfrm>
              <a:off x="7037760" y="2306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6" name="pt29856"/>
            <p:cNvSpPr/>
            <p:nvPr/>
          </p:nvSpPr>
          <p:spPr>
            <a:xfrm>
              <a:off x="6933121" y="220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7" name="pt29857"/>
            <p:cNvSpPr/>
            <p:nvPr/>
          </p:nvSpPr>
          <p:spPr>
            <a:xfrm>
              <a:off x="7338523" y="2036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8" name="pt29858"/>
            <p:cNvSpPr/>
            <p:nvPr/>
          </p:nvSpPr>
          <p:spPr>
            <a:xfrm>
              <a:off x="7587861" y="2475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9" name="pt29859"/>
            <p:cNvSpPr/>
            <p:nvPr/>
          </p:nvSpPr>
          <p:spPr>
            <a:xfrm>
              <a:off x="7120359" y="2162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0" name="pt29860"/>
            <p:cNvSpPr/>
            <p:nvPr/>
          </p:nvSpPr>
          <p:spPr>
            <a:xfrm>
              <a:off x="7033163" y="2117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1" name="pt29861"/>
            <p:cNvSpPr/>
            <p:nvPr/>
          </p:nvSpPr>
          <p:spPr>
            <a:xfrm>
              <a:off x="7186018" y="2150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2" name="pt29862"/>
            <p:cNvSpPr/>
            <p:nvPr/>
          </p:nvSpPr>
          <p:spPr>
            <a:xfrm>
              <a:off x="6927911" y="2202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3" name="pt29863"/>
            <p:cNvSpPr/>
            <p:nvPr/>
          </p:nvSpPr>
          <p:spPr>
            <a:xfrm>
              <a:off x="7198529" y="1971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4" name="pt29864"/>
            <p:cNvSpPr/>
            <p:nvPr/>
          </p:nvSpPr>
          <p:spPr>
            <a:xfrm>
              <a:off x="7180832" y="2116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5" name="pt29865"/>
            <p:cNvSpPr/>
            <p:nvPr/>
          </p:nvSpPr>
          <p:spPr>
            <a:xfrm>
              <a:off x="7502700" y="2355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6" name="pt29866"/>
            <p:cNvSpPr/>
            <p:nvPr/>
          </p:nvSpPr>
          <p:spPr>
            <a:xfrm>
              <a:off x="7360234" y="2575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7" name="pt29867"/>
            <p:cNvSpPr/>
            <p:nvPr/>
          </p:nvSpPr>
          <p:spPr>
            <a:xfrm>
              <a:off x="7122770" y="2164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8" name="pt29868"/>
            <p:cNvSpPr/>
            <p:nvPr/>
          </p:nvSpPr>
          <p:spPr>
            <a:xfrm>
              <a:off x="7277156" y="2028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9" name="pt29869"/>
            <p:cNvSpPr/>
            <p:nvPr/>
          </p:nvSpPr>
          <p:spPr>
            <a:xfrm>
              <a:off x="6884485" y="2062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0" name="pt29870"/>
            <p:cNvSpPr/>
            <p:nvPr/>
          </p:nvSpPr>
          <p:spPr>
            <a:xfrm>
              <a:off x="7384570" y="2231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1" name="pt29871"/>
            <p:cNvSpPr/>
            <p:nvPr/>
          </p:nvSpPr>
          <p:spPr>
            <a:xfrm>
              <a:off x="7122815" y="2094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2" name="pt29872"/>
            <p:cNvSpPr/>
            <p:nvPr/>
          </p:nvSpPr>
          <p:spPr>
            <a:xfrm>
              <a:off x="7634330" y="2395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3" name="pt29873"/>
            <p:cNvSpPr/>
            <p:nvPr/>
          </p:nvSpPr>
          <p:spPr>
            <a:xfrm>
              <a:off x="7275789" y="2149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4" name="pt29874"/>
            <p:cNvSpPr/>
            <p:nvPr/>
          </p:nvSpPr>
          <p:spPr>
            <a:xfrm>
              <a:off x="7300462" y="215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5" name="pt29875"/>
            <p:cNvSpPr/>
            <p:nvPr/>
          </p:nvSpPr>
          <p:spPr>
            <a:xfrm>
              <a:off x="7174286" y="1972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6" name="pt29876"/>
            <p:cNvSpPr/>
            <p:nvPr/>
          </p:nvSpPr>
          <p:spPr>
            <a:xfrm>
              <a:off x="7323530" y="2057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7" name="pt29877"/>
            <p:cNvSpPr/>
            <p:nvPr/>
          </p:nvSpPr>
          <p:spPr>
            <a:xfrm>
              <a:off x="7164133" y="2112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8" name="pt29878"/>
            <p:cNvSpPr/>
            <p:nvPr/>
          </p:nvSpPr>
          <p:spPr>
            <a:xfrm>
              <a:off x="7424633" y="2746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9" name="pt29879"/>
            <p:cNvSpPr/>
            <p:nvPr/>
          </p:nvSpPr>
          <p:spPr>
            <a:xfrm>
              <a:off x="7093593" y="2225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0" name="pt29880"/>
            <p:cNvSpPr/>
            <p:nvPr/>
          </p:nvSpPr>
          <p:spPr>
            <a:xfrm>
              <a:off x="7106499" y="2180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1" name="pt29881"/>
            <p:cNvSpPr/>
            <p:nvPr/>
          </p:nvSpPr>
          <p:spPr>
            <a:xfrm>
              <a:off x="7151628" y="2268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2" name="pt29882"/>
            <p:cNvSpPr/>
            <p:nvPr/>
          </p:nvSpPr>
          <p:spPr>
            <a:xfrm>
              <a:off x="7166993" y="2063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3" name="pt29883"/>
            <p:cNvSpPr/>
            <p:nvPr/>
          </p:nvSpPr>
          <p:spPr>
            <a:xfrm>
              <a:off x="7158055" y="2132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4" name="pt29884"/>
            <p:cNvSpPr/>
            <p:nvPr/>
          </p:nvSpPr>
          <p:spPr>
            <a:xfrm>
              <a:off x="7356630" y="2463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5" name="pt29885"/>
            <p:cNvSpPr/>
            <p:nvPr/>
          </p:nvSpPr>
          <p:spPr>
            <a:xfrm>
              <a:off x="7357959" y="2397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6" name="pt29886"/>
            <p:cNvSpPr/>
            <p:nvPr/>
          </p:nvSpPr>
          <p:spPr>
            <a:xfrm>
              <a:off x="7421394" y="2391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7" name="pt29887"/>
            <p:cNvSpPr/>
            <p:nvPr/>
          </p:nvSpPr>
          <p:spPr>
            <a:xfrm>
              <a:off x="7152418" y="2354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8" name="pt29888"/>
            <p:cNvSpPr/>
            <p:nvPr/>
          </p:nvSpPr>
          <p:spPr>
            <a:xfrm>
              <a:off x="7142224" y="2201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9" name="pt29889"/>
            <p:cNvSpPr/>
            <p:nvPr/>
          </p:nvSpPr>
          <p:spPr>
            <a:xfrm>
              <a:off x="7075949" y="227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0" name="pt29890"/>
            <p:cNvSpPr/>
            <p:nvPr/>
          </p:nvSpPr>
          <p:spPr>
            <a:xfrm>
              <a:off x="6916283" y="2135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1" name="pt29891"/>
            <p:cNvSpPr/>
            <p:nvPr/>
          </p:nvSpPr>
          <p:spPr>
            <a:xfrm>
              <a:off x="7105848" y="2172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2" name="pt29892"/>
            <p:cNvSpPr/>
            <p:nvPr/>
          </p:nvSpPr>
          <p:spPr>
            <a:xfrm>
              <a:off x="7188197" y="2074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3" name="pt29893"/>
            <p:cNvSpPr/>
            <p:nvPr/>
          </p:nvSpPr>
          <p:spPr>
            <a:xfrm>
              <a:off x="7244758" y="226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4" name="pt29894"/>
            <p:cNvSpPr/>
            <p:nvPr/>
          </p:nvSpPr>
          <p:spPr>
            <a:xfrm>
              <a:off x="7251610" y="2069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5" name="pt29895"/>
            <p:cNvSpPr/>
            <p:nvPr/>
          </p:nvSpPr>
          <p:spPr>
            <a:xfrm>
              <a:off x="7094855" y="2181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6" name="pt29896"/>
            <p:cNvSpPr/>
            <p:nvPr/>
          </p:nvSpPr>
          <p:spPr>
            <a:xfrm>
              <a:off x="6989105" y="1948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7" name="pt29897"/>
            <p:cNvSpPr/>
            <p:nvPr/>
          </p:nvSpPr>
          <p:spPr>
            <a:xfrm>
              <a:off x="7145942" y="2223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8" name="pt29898"/>
            <p:cNvSpPr/>
            <p:nvPr/>
          </p:nvSpPr>
          <p:spPr>
            <a:xfrm>
              <a:off x="6997825" y="2000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9" name="pt29899"/>
            <p:cNvSpPr/>
            <p:nvPr/>
          </p:nvSpPr>
          <p:spPr>
            <a:xfrm>
              <a:off x="7337090" y="199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0" name="pt29900"/>
            <p:cNvSpPr/>
            <p:nvPr/>
          </p:nvSpPr>
          <p:spPr>
            <a:xfrm>
              <a:off x="7225499" y="2059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1" name="pt29901"/>
            <p:cNvSpPr/>
            <p:nvPr/>
          </p:nvSpPr>
          <p:spPr>
            <a:xfrm>
              <a:off x="7283091" y="2067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2" name="pt29902"/>
            <p:cNvSpPr/>
            <p:nvPr/>
          </p:nvSpPr>
          <p:spPr>
            <a:xfrm>
              <a:off x="6991912" y="1929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3" name="pt29903"/>
            <p:cNvSpPr/>
            <p:nvPr/>
          </p:nvSpPr>
          <p:spPr>
            <a:xfrm>
              <a:off x="6960477" y="2026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4" name="pt29904"/>
            <p:cNvSpPr/>
            <p:nvPr/>
          </p:nvSpPr>
          <p:spPr>
            <a:xfrm>
              <a:off x="7139688" y="2214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5" name="pt29905"/>
            <p:cNvSpPr/>
            <p:nvPr/>
          </p:nvSpPr>
          <p:spPr>
            <a:xfrm>
              <a:off x="7120553" y="2141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6" name="pt29906"/>
            <p:cNvSpPr/>
            <p:nvPr/>
          </p:nvSpPr>
          <p:spPr>
            <a:xfrm>
              <a:off x="7444226" y="2508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7" name="pt29907"/>
            <p:cNvSpPr/>
            <p:nvPr/>
          </p:nvSpPr>
          <p:spPr>
            <a:xfrm>
              <a:off x="7211751" y="2350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8" name="pt29908"/>
            <p:cNvSpPr/>
            <p:nvPr/>
          </p:nvSpPr>
          <p:spPr>
            <a:xfrm>
              <a:off x="7139281" y="2062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9" name="pt29909"/>
            <p:cNvSpPr/>
            <p:nvPr/>
          </p:nvSpPr>
          <p:spPr>
            <a:xfrm>
              <a:off x="7079648" y="2169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0" name="pt29910"/>
            <p:cNvSpPr/>
            <p:nvPr/>
          </p:nvSpPr>
          <p:spPr>
            <a:xfrm>
              <a:off x="7226597" y="2041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1" name="pt29911"/>
            <p:cNvSpPr/>
            <p:nvPr/>
          </p:nvSpPr>
          <p:spPr>
            <a:xfrm>
              <a:off x="7069578" y="2095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2" name="pt29912"/>
            <p:cNvSpPr/>
            <p:nvPr/>
          </p:nvSpPr>
          <p:spPr>
            <a:xfrm>
              <a:off x="7285348" y="2110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3" name="pt29913"/>
            <p:cNvSpPr/>
            <p:nvPr/>
          </p:nvSpPr>
          <p:spPr>
            <a:xfrm>
              <a:off x="7076962" y="2123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4" name="pt29914"/>
            <p:cNvSpPr/>
            <p:nvPr/>
          </p:nvSpPr>
          <p:spPr>
            <a:xfrm>
              <a:off x="7229131" y="1977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5" name="pt29915"/>
            <p:cNvSpPr/>
            <p:nvPr/>
          </p:nvSpPr>
          <p:spPr>
            <a:xfrm>
              <a:off x="7066372" y="2121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6" name="pt29916"/>
            <p:cNvSpPr/>
            <p:nvPr/>
          </p:nvSpPr>
          <p:spPr>
            <a:xfrm>
              <a:off x="7236036" y="2160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7" name="pt29917"/>
            <p:cNvSpPr/>
            <p:nvPr/>
          </p:nvSpPr>
          <p:spPr>
            <a:xfrm>
              <a:off x="7528839" y="2267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8" name="pt29918"/>
            <p:cNvSpPr/>
            <p:nvPr/>
          </p:nvSpPr>
          <p:spPr>
            <a:xfrm>
              <a:off x="7151880" y="2235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9" name="pt29919"/>
            <p:cNvSpPr/>
            <p:nvPr/>
          </p:nvSpPr>
          <p:spPr>
            <a:xfrm>
              <a:off x="6917909" y="213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0" name="pt29920"/>
            <p:cNvSpPr/>
            <p:nvPr/>
          </p:nvSpPr>
          <p:spPr>
            <a:xfrm>
              <a:off x="7275114" y="2104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1" name="pt29921"/>
            <p:cNvSpPr/>
            <p:nvPr/>
          </p:nvSpPr>
          <p:spPr>
            <a:xfrm>
              <a:off x="7008733" y="1995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2" name="pt29922"/>
            <p:cNvSpPr/>
            <p:nvPr/>
          </p:nvSpPr>
          <p:spPr>
            <a:xfrm>
              <a:off x="7169214" y="1982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3" name="pt29923"/>
            <p:cNvSpPr/>
            <p:nvPr/>
          </p:nvSpPr>
          <p:spPr>
            <a:xfrm>
              <a:off x="7149872" y="2275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4" name="pt29924"/>
            <p:cNvSpPr/>
            <p:nvPr/>
          </p:nvSpPr>
          <p:spPr>
            <a:xfrm>
              <a:off x="6961993" y="2035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5" name="pt29925"/>
            <p:cNvSpPr/>
            <p:nvPr/>
          </p:nvSpPr>
          <p:spPr>
            <a:xfrm>
              <a:off x="7211101" y="2224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6" name="pt29926"/>
            <p:cNvSpPr/>
            <p:nvPr/>
          </p:nvSpPr>
          <p:spPr>
            <a:xfrm>
              <a:off x="7206669" y="2064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7" name="pt29927"/>
            <p:cNvSpPr/>
            <p:nvPr/>
          </p:nvSpPr>
          <p:spPr>
            <a:xfrm>
              <a:off x="6929160" y="2361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8" name="pt29928"/>
            <p:cNvSpPr/>
            <p:nvPr/>
          </p:nvSpPr>
          <p:spPr>
            <a:xfrm>
              <a:off x="7170535" y="2023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9" name="pt29929"/>
            <p:cNvSpPr/>
            <p:nvPr/>
          </p:nvSpPr>
          <p:spPr>
            <a:xfrm>
              <a:off x="7121948" y="2123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0" name="pt29930"/>
            <p:cNvSpPr/>
            <p:nvPr/>
          </p:nvSpPr>
          <p:spPr>
            <a:xfrm>
              <a:off x="6778086" y="2370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1" name="pt29931"/>
            <p:cNvSpPr/>
            <p:nvPr/>
          </p:nvSpPr>
          <p:spPr>
            <a:xfrm>
              <a:off x="7072914" y="2211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2" name="pt29932"/>
            <p:cNvSpPr/>
            <p:nvPr/>
          </p:nvSpPr>
          <p:spPr>
            <a:xfrm>
              <a:off x="7404001" y="2639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3" name="pt29933"/>
            <p:cNvSpPr/>
            <p:nvPr/>
          </p:nvSpPr>
          <p:spPr>
            <a:xfrm>
              <a:off x="7084095" y="2139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4" name="pt29934"/>
            <p:cNvSpPr/>
            <p:nvPr/>
          </p:nvSpPr>
          <p:spPr>
            <a:xfrm>
              <a:off x="7108523" y="2147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5" name="pt29935"/>
            <p:cNvSpPr/>
            <p:nvPr/>
          </p:nvSpPr>
          <p:spPr>
            <a:xfrm>
              <a:off x="7280922" y="2124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6" name="pt29936"/>
            <p:cNvSpPr/>
            <p:nvPr/>
          </p:nvSpPr>
          <p:spPr>
            <a:xfrm>
              <a:off x="6946445" y="2134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7" name="pt29937"/>
            <p:cNvSpPr/>
            <p:nvPr/>
          </p:nvSpPr>
          <p:spPr>
            <a:xfrm>
              <a:off x="6608438" y="2031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8" name="pt29938"/>
            <p:cNvSpPr/>
            <p:nvPr/>
          </p:nvSpPr>
          <p:spPr>
            <a:xfrm>
              <a:off x="6923274" y="2218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9" name="pt29939"/>
            <p:cNvSpPr/>
            <p:nvPr/>
          </p:nvSpPr>
          <p:spPr>
            <a:xfrm>
              <a:off x="7104946" y="2189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0" name="pt29940"/>
            <p:cNvSpPr/>
            <p:nvPr/>
          </p:nvSpPr>
          <p:spPr>
            <a:xfrm>
              <a:off x="7346602" y="2152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1" name="pt29941"/>
            <p:cNvSpPr/>
            <p:nvPr/>
          </p:nvSpPr>
          <p:spPr>
            <a:xfrm>
              <a:off x="7249544" y="2071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2" name="pt29942"/>
            <p:cNvSpPr/>
            <p:nvPr/>
          </p:nvSpPr>
          <p:spPr>
            <a:xfrm>
              <a:off x="6992155" y="1915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3" name="pt29943"/>
            <p:cNvSpPr/>
            <p:nvPr/>
          </p:nvSpPr>
          <p:spPr>
            <a:xfrm>
              <a:off x="7136938" y="2182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4" name="pt29944"/>
            <p:cNvSpPr/>
            <p:nvPr/>
          </p:nvSpPr>
          <p:spPr>
            <a:xfrm>
              <a:off x="7235927" y="2039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5" name="pt29945"/>
            <p:cNvSpPr/>
            <p:nvPr/>
          </p:nvSpPr>
          <p:spPr>
            <a:xfrm>
              <a:off x="7002811" y="2000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6" name="pt29946"/>
            <p:cNvSpPr/>
            <p:nvPr/>
          </p:nvSpPr>
          <p:spPr>
            <a:xfrm>
              <a:off x="7096082" y="2197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7" name="pt29947"/>
            <p:cNvSpPr/>
            <p:nvPr/>
          </p:nvSpPr>
          <p:spPr>
            <a:xfrm>
              <a:off x="6970296" y="1951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8" name="pt29948"/>
            <p:cNvSpPr/>
            <p:nvPr/>
          </p:nvSpPr>
          <p:spPr>
            <a:xfrm>
              <a:off x="7079624" y="2008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9" name="pt29949"/>
            <p:cNvSpPr/>
            <p:nvPr/>
          </p:nvSpPr>
          <p:spPr>
            <a:xfrm>
              <a:off x="7196150" y="2107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0" name="pt29950"/>
            <p:cNvSpPr/>
            <p:nvPr/>
          </p:nvSpPr>
          <p:spPr>
            <a:xfrm>
              <a:off x="7220668" y="2035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1" name="pt29951"/>
            <p:cNvSpPr/>
            <p:nvPr/>
          </p:nvSpPr>
          <p:spPr>
            <a:xfrm>
              <a:off x="7295237" y="2087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2" name="pt29952"/>
            <p:cNvSpPr/>
            <p:nvPr/>
          </p:nvSpPr>
          <p:spPr>
            <a:xfrm>
              <a:off x="7220012" y="2354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3" name="pt29953"/>
            <p:cNvSpPr/>
            <p:nvPr/>
          </p:nvSpPr>
          <p:spPr>
            <a:xfrm>
              <a:off x="7344603" y="1980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4" name="pt29954"/>
            <p:cNvSpPr/>
            <p:nvPr/>
          </p:nvSpPr>
          <p:spPr>
            <a:xfrm>
              <a:off x="7076703" y="2139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5" name="pt29955"/>
            <p:cNvSpPr/>
            <p:nvPr/>
          </p:nvSpPr>
          <p:spPr>
            <a:xfrm>
              <a:off x="7034271" y="2150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6" name="pt29956"/>
            <p:cNvSpPr/>
            <p:nvPr/>
          </p:nvSpPr>
          <p:spPr>
            <a:xfrm>
              <a:off x="7129176" y="2104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7" name="pt29957"/>
            <p:cNvSpPr/>
            <p:nvPr/>
          </p:nvSpPr>
          <p:spPr>
            <a:xfrm>
              <a:off x="7094369" y="2155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8" name="pt29958"/>
            <p:cNvSpPr/>
            <p:nvPr/>
          </p:nvSpPr>
          <p:spPr>
            <a:xfrm>
              <a:off x="7073465" y="2170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9" name="pt29959"/>
            <p:cNvSpPr/>
            <p:nvPr/>
          </p:nvSpPr>
          <p:spPr>
            <a:xfrm>
              <a:off x="7084586" y="2026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0" name="pt29960"/>
            <p:cNvSpPr/>
            <p:nvPr/>
          </p:nvSpPr>
          <p:spPr>
            <a:xfrm>
              <a:off x="7016141" y="2050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1" name="pt29961"/>
            <p:cNvSpPr/>
            <p:nvPr/>
          </p:nvSpPr>
          <p:spPr>
            <a:xfrm>
              <a:off x="6917042" y="2214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2" name="pt29962"/>
            <p:cNvSpPr/>
            <p:nvPr/>
          </p:nvSpPr>
          <p:spPr>
            <a:xfrm>
              <a:off x="7241392" y="1767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3" name="pt29963"/>
            <p:cNvSpPr/>
            <p:nvPr/>
          </p:nvSpPr>
          <p:spPr>
            <a:xfrm>
              <a:off x="7142884" y="2327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4" name="pt29964"/>
            <p:cNvSpPr/>
            <p:nvPr/>
          </p:nvSpPr>
          <p:spPr>
            <a:xfrm>
              <a:off x="7011063" y="1844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5" name="pt29965"/>
            <p:cNvSpPr/>
            <p:nvPr/>
          </p:nvSpPr>
          <p:spPr>
            <a:xfrm>
              <a:off x="7285567" y="1938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6" name="pt29966"/>
            <p:cNvSpPr/>
            <p:nvPr/>
          </p:nvSpPr>
          <p:spPr>
            <a:xfrm>
              <a:off x="7270346" y="2059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7" name="pt29967"/>
            <p:cNvSpPr/>
            <p:nvPr/>
          </p:nvSpPr>
          <p:spPr>
            <a:xfrm>
              <a:off x="6995914" y="206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8" name="pt29968"/>
            <p:cNvSpPr/>
            <p:nvPr/>
          </p:nvSpPr>
          <p:spPr>
            <a:xfrm>
              <a:off x="7262388" y="2044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9" name="pt29969"/>
            <p:cNvSpPr/>
            <p:nvPr/>
          </p:nvSpPr>
          <p:spPr>
            <a:xfrm>
              <a:off x="7122831" y="2175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0" name="pt29970"/>
            <p:cNvSpPr/>
            <p:nvPr/>
          </p:nvSpPr>
          <p:spPr>
            <a:xfrm>
              <a:off x="7351558" y="2035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1" name="pt29971"/>
            <p:cNvSpPr/>
            <p:nvPr/>
          </p:nvSpPr>
          <p:spPr>
            <a:xfrm>
              <a:off x="7146375" y="2211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2" name="pt29972"/>
            <p:cNvSpPr/>
            <p:nvPr/>
          </p:nvSpPr>
          <p:spPr>
            <a:xfrm>
              <a:off x="7340048" y="2170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3" name="pt29973"/>
            <p:cNvSpPr/>
            <p:nvPr/>
          </p:nvSpPr>
          <p:spPr>
            <a:xfrm>
              <a:off x="6846557" y="2352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4" name="pt29974"/>
            <p:cNvSpPr/>
            <p:nvPr/>
          </p:nvSpPr>
          <p:spPr>
            <a:xfrm>
              <a:off x="7142730" y="2244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5" name="pt29975"/>
            <p:cNvSpPr/>
            <p:nvPr/>
          </p:nvSpPr>
          <p:spPr>
            <a:xfrm>
              <a:off x="7388714" y="1959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6" name="pt29976"/>
            <p:cNvSpPr/>
            <p:nvPr/>
          </p:nvSpPr>
          <p:spPr>
            <a:xfrm>
              <a:off x="6918561" y="2167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7" name="pt29977"/>
            <p:cNvSpPr/>
            <p:nvPr/>
          </p:nvSpPr>
          <p:spPr>
            <a:xfrm>
              <a:off x="7256872" y="2179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8" name="pt29978"/>
            <p:cNvSpPr/>
            <p:nvPr/>
          </p:nvSpPr>
          <p:spPr>
            <a:xfrm>
              <a:off x="7219251" y="2332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9" name="pt29979"/>
            <p:cNvSpPr/>
            <p:nvPr/>
          </p:nvSpPr>
          <p:spPr>
            <a:xfrm>
              <a:off x="7383749" y="2192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0" name="pt29980"/>
            <p:cNvSpPr/>
            <p:nvPr/>
          </p:nvSpPr>
          <p:spPr>
            <a:xfrm>
              <a:off x="7118891" y="2162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1" name="pt29981"/>
            <p:cNvSpPr/>
            <p:nvPr/>
          </p:nvSpPr>
          <p:spPr>
            <a:xfrm>
              <a:off x="7176816" y="2036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2" name="pt29982"/>
            <p:cNvSpPr/>
            <p:nvPr/>
          </p:nvSpPr>
          <p:spPr>
            <a:xfrm>
              <a:off x="7353586" y="1953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3" name="pt29983"/>
            <p:cNvSpPr/>
            <p:nvPr/>
          </p:nvSpPr>
          <p:spPr>
            <a:xfrm>
              <a:off x="7339160" y="2004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4" name="pt29984"/>
            <p:cNvSpPr/>
            <p:nvPr/>
          </p:nvSpPr>
          <p:spPr>
            <a:xfrm>
              <a:off x="7068709" y="2119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5" name="pt29985"/>
            <p:cNvSpPr/>
            <p:nvPr/>
          </p:nvSpPr>
          <p:spPr>
            <a:xfrm>
              <a:off x="7233594" y="2178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6" name="pt29986"/>
            <p:cNvSpPr/>
            <p:nvPr/>
          </p:nvSpPr>
          <p:spPr>
            <a:xfrm>
              <a:off x="6993323" y="1920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7" name="pt29987"/>
            <p:cNvSpPr/>
            <p:nvPr/>
          </p:nvSpPr>
          <p:spPr>
            <a:xfrm>
              <a:off x="7424482" y="2558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8" name="pt29988"/>
            <p:cNvSpPr/>
            <p:nvPr/>
          </p:nvSpPr>
          <p:spPr>
            <a:xfrm>
              <a:off x="7236053" y="2100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9" name="pt29989"/>
            <p:cNvSpPr/>
            <p:nvPr/>
          </p:nvSpPr>
          <p:spPr>
            <a:xfrm>
              <a:off x="6880164" y="2218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0" name="pt29990"/>
            <p:cNvSpPr/>
            <p:nvPr/>
          </p:nvSpPr>
          <p:spPr>
            <a:xfrm>
              <a:off x="7176809" y="207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1" name="pt29991"/>
            <p:cNvSpPr/>
            <p:nvPr/>
          </p:nvSpPr>
          <p:spPr>
            <a:xfrm>
              <a:off x="7040445" y="2254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2" name="pt29992"/>
            <p:cNvSpPr/>
            <p:nvPr/>
          </p:nvSpPr>
          <p:spPr>
            <a:xfrm>
              <a:off x="7268378" y="1931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3" name="pt29993"/>
            <p:cNvSpPr/>
            <p:nvPr/>
          </p:nvSpPr>
          <p:spPr>
            <a:xfrm>
              <a:off x="7224297" y="2210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4" name="pt29994"/>
            <p:cNvSpPr/>
            <p:nvPr/>
          </p:nvSpPr>
          <p:spPr>
            <a:xfrm>
              <a:off x="7130972" y="2077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5" name="pt29995"/>
            <p:cNvSpPr/>
            <p:nvPr/>
          </p:nvSpPr>
          <p:spPr>
            <a:xfrm>
              <a:off x="6790479" y="2529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6" name="pt29996"/>
            <p:cNvSpPr/>
            <p:nvPr/>
          </p:nvSpPr>
          <p:spPr>
            <a:xfrm>
              <a:off x="7181937" y="2111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7" name="pt29997"/>
            <p:cNvSpPr/>
            <p:nvPr/>
          </p:nvSpPr>
          <p:spPr>
            <a:xfrm>
              <a:off x="7223636" y="1955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8" name="pt29998"/>
            <p:cNvSpPr/>
            <p:nvPr/>
          </p:nvSpPr>
          <p:spPr>
            <a:xfrm>
              <a:off x="7370209" y="2587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9" name="pt29999"/>
            <p:cNvSpPr/>
            <p:nvPr/>
          </p:nvSpPr>
          <p:spPr>
            <a:xfrm>
              <a:off x="7285338" y="2075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0" name="pt30000"/>
            <p:cNvSpPr/>
            <p:nvPr/>
          </p:nvSpPr>
          <p:spPr>
            <a:xfrm>
              <a:off x="7898112" y="2216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1" name="pt30001"/>
            <p:cNvSpPr/>
            <p:nvPr/>
          </p:nvSpPr>
          <p:spPr>
            <a:xfrm>
              <a:off x="7104669" y="2198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2" name="pt30002"/>
            <p:cNvSpPr/>
            <p:nvPr/>
          </p:nvSpPr>
          <p:spPr>
            <a:xfrm>
              <a:off x="7092117" y="2105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3" name="pt30003"/>
            <p:cNvSpPr/>
            <p:nvPr/>
          </p:nvSpPr>
          <p:spPr>
            <a:xfrm>
              <a:off x="7026903" y="2013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4" name="pt30004"/>
            <p:cNvSpPr/>
            <p:nvPr/>
          </p:nvSpPr>
          <p:spPr>
            <a:xfrm>
              <a:off x="7255966" y="2085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5" name="pt30005"/>
            <p:cNvSpPr/>
            <p:nvPr/>
          </p:nvSpPr>
          <p:spPr>
            <a:xfrm>
              <a:off x="7082835" y="2109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6" name="pt30006"/>
            <p:cNvSpPr/>
            <p:nvPr/>
          </p:nvSpPr>
          <p:spPr>
            <a:xfrm>
              <a:off x="6986457" y="1828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7" name="pt30007"/>
            <p:cNvSpPr/>
            <p:nvPr/>
          </p:nvSpPr>
          <p:spPr>
            <a:xfrm>
              <a:off x="7417553" y="2689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8" name="pt30008"/>
            <p:cNvSpPr/>
            <p:nvPr/>
          </p:nvSpPr>
          <p:spPr>
            <a:xfrm>
              <a:off x="7191472" y="2007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9" name="pt30009"/>
            <p:cNvSpPr/>
            <p:nvPr/>
          </p:nvSpPr>
          <p:spPr>
            <a:xfrm>
              <a:off x="6920542" y="2160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0" name="pt30010"/>
            <p:cNvSpPr/>
            <p:nvPr/>
          </p:nvSpPr>
          <p:spPr>
            <a:xfrm>
              <a:off x="7148770" y="2254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1" name="pt30011"/>
            <p:cNvSpPr/>
            <p:nvPr/>
          </p:nvSpPr>
          <p:spPr>
            <a:xfrm>
              <a:off x="7239048" y="1960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2" name="pt30012"/>
            <p:cNvSpPr/>
            <p:nvPr/>
          </p:nvSpPr>
          <p:spPr>
            <a:xfrm>
              <a:off x="6941004" y="2160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3" name="pt30013"/>
            <p:cNvSpPr/>
            <p:nvPr/>
          </p:nvSpPr>
          <p:spPr>
            <a:xfrm>
              <a:off x="7085008" y="2160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4" name="pt30014"/>
            <p:cNvSpPr/>
            <p:nvPr/>
          </p:nvSpPr>
          <p:spPr>
            <a:xfrm>
              <a:off x="7161567" y="2057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5" name="pt30015"/>
            <p:cNvSpPr/>
            <p:nvPr/>
          </p:nvSpPr>
          <p:spPr>
            <a:xfrm>
              <a:off x="7098919" y="2216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6" name="pt30016"/>
            <p:cNvSpPr/>
            <p:nvPr/>
          </p:nvSpPr>
          <p:spPr>
            <a:xfrm>
              <a:off x="7110329" y="2103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7" name="pt30017"/>
            <p:cNvSpPr/>
            <p:nvPr/>
          </p:nvSpPr>
          <p:spPr>
            <a:xfrm>
              <a:off x="7112214" y="2103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8" name="pt30018"/>
            <p:cNvSpPr/>
            <p:nvPr/>
          </p:nvSpPr>
          <p:spPr>
            <a:xfrm>
              <a:off x="7049687" y="2079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9" name="pt30019"/>
            <p:cNvSpPr/>
            <p:nvPr/>
          </p:nvSpPr>
          <p:spPr>
            <a:xfrm>
              <a:off x="7077382" y="2090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0" name="pt30020"/>
            <p:cNvSpPr/>
            <p:nvPr/>
          </p:nvSpPr>
          <p:spPr>
            <a:xfrm>
              <a:off x="7104301" y="2206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1" name="pt30021"/>
            <p:cNvSpPr/>
            <p:nvPr/>
          </p:nvSpPr>
          <p:spPr>
            <a:xfrm>
              <a:off x="7101604" y="2203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2" name="pt30022"/>
            <p:cNvSpPr/>
            <p:nvPr/>
          </p:nvSpPr>
          <p:spPr>
            <a:xfrm>
              <a:off x="7378634" y="2213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3" name="pt30023"/>
            <p:cNvSpPr/>
            <p:nvPr/>
          </p:nvSpPr>
          <p:spPr>
            <a:xfrm>
              <a:off x="7026698" y="1950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4" name="pt30024"/>
            <p:cNvSpPr/>
            <p:nvPr/>
          </p:nvSpPr>
          <p:spPr>
            <a:xfrm>
              <a:off x="7209277" y="2187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5" name="pt30025"/>
            <p:cNvSpPr/>
            <p:nvPr/>
          </p:nvSpPr>
          <p:spPr>
            <a:xfrm>
              <a:off x="6894504" y="2111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6" name="pt30026"/>
            <p:cNvSpPr/>
            <p:nvPr/>
          </p:nvSpPr>
          <p:spPr>
            <a:xfrm>
              <a:off x="7366273" y="2553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7" name="pt30027"/>
            <p:cNvSpPr/>
            <p:nvPr/>
          </p:nvSpPr>
          <p:spPr>
            <a:xfrm>
              <a:off x="6969199" y="1996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8" name="pt30028"/>
            <p:cNvSpPr/>
            <p:nvPr/>
          </p:nvSpPr>
          <p:spPr>
            <a:xfrm>
              <a:off x="7036183" y="2012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9" name="pt30029"/>
            <p:cNvSpPr/>
            <p:nvPr/>
          </p:nvSpPr>
          <p:spPr>
            <a:xfrm>
              <a:off x="7739283" y="2297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0" name="pt30030"/>
            <p:cNvSpPr/>
            <p:nvPr/>
          </p:nvSpPr>
          <p:spPr>
            <a:xfrm>
              <a:off x="7042579" y="2199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1" name="pt30031"/>
            <p:cNvSpPr/>
            <p:nvPr/>
          </p:nvSpPr>
          <p:spPr>
            <a:xfrm>
              <a:off x="7051580" y="2309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2" name="pt30032"/>
            <p:cNvSpPr/>
            <p:nvPr/>
          </p:nvSpPr>
          <p:spPr>
            <a:xfrm>
              <a:off x="7326840" y="1957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3" name="pt30033"/>
            <p:cNvSpPr/>
            <p:nvPr/>
          </p:nvSpPr>
          <p:spPr>
            <a:xfrm>
              <a:off x="7035108" y="2010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4" name="pt30034"/>
            <p:cNvSpPr/>
            <p:nvPr/>
          </p:nvSpPr>
          <p:spPr>
            <a:xfrm>
              <a:off x="7223900" y="2064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5" name="pt30035"/>
            <p:cNvSpPr/>
            <p:nvPr/>
          </p:nvSpPr>
          <p:spPr>
            <a:xfrm>
              <a:off x="7108968" y="2221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6" name="pt30036"/>
            <p:cNvSpPr/>
            <p:nvPr/>
          </p:nvSpPr>
          <p:spPr>
            <a:xfrm>
              <a:off x="7101062" y="2160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7" name="pt30037"/>
            <p:cNvSpPr/>
            <p:nvPr/>
          </p:nvSpPr>
          <p:spPr>
            <a:xfrm>
              <a:off x="7107645" y="2026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8" name="pt30038"/>
            <p:cNvSpPr/>
            <p:nvPr/>
          </p:nvSpPr>
          <p:spPr>
            <a:xfrm>
              <a:off x="7010033" y="2015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9" name="pt30039"/>
            <p:cNvSpPr/>
            <p:nvPr/>
          </p:nvSpPr>
          <p:spPr>
            <a:xfrm>
              <a:off x="7211532" y="2207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0" name="pt30040"/>
            <p:cNvSpPr/>
            <p:nvPr/>
          </p:nvSpPr>
          <p:spPr>
            <a:xfrm>
              <a:off x="7134613" y="2265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1" name="pt30041"/>
            <p:cNvSpPr/>
            <p:nvPr/>
          </p:nvSpPr>
          <p:spPr>
            <a:xfrm>
              <a:off x="7414420" y="2369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2" name="pt30042"/>
            <p:cNvSpPr/>
            <p:nvPr/>
          </p:nvSpPr>
          <p:spPr>
            <a:xfrm>
              <a:off x="6892103" y="1860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3" name="pt30043"/>
            <p:cNvSpPr/>
            <p:nvPr/>
          </p:nvSpPr>
          <p:spPr>
            <a:xfrm>
              <a:off x="7243319" y="220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4" name="pt30044"/>
            <p:cNvSpPr/>
            <p:nvPr/>
          </p:nvSpPr>
          <p:spPr>
            <a:xfrm>
              <a:off x="7070424" y="2025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5" name="pt30045"/>
            <p:cNvSpPr/>
            <p:nvPr/>
          </p:nvSpPr>
          <p:spPr>
            <a:xfrm>
              <a:off x="7187856" y="2082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6" name="pt30046"/>
            <p:cNvSpPr/>
            <p:nvPr/>
          </p:nvSpPr>
          <p:spPr>
            <a:xfrm>
              <a:off x="7129743" y="2114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7" name="pt30047"/>
            <p:cNvSpPr/>
            <p:nvPr/>
          </p:nvSpPr>
          <p:spPr>
            <a:xfrm>
              <a:off x="7159831" y="2184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8" name="pt30048"/>
            <p:cNvSpPr/>
            <p:nvPr/>
          </p:nvSpPr>
          <p:spPr>
            <a:xfrm>
              <a:off x="7118567" y="2186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9" name="pt30049"/>
            <p:cNvSpPr/>
            <p:nvPr/>
          </p:nvSpPr>
          <p:spPr>
            <a:xfrm>
              <a:off x="7180451" y="2066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0" name="pt30050"/>
            <p:cNvSpPr/>
            <p:nvPr/>
          </p:nvSpPr>
          <p:spPr>
            <a:xfrm>
              <a:off x="7134879" y="2113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1" name="pt30051"/>
            <p:cNvSpPr/>
            <p:nvPr/>
          </p:nvSpPr>
          <p:spPr>
            <a:xfrm>
              <a:off x="6804630" y="2356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2" name="pt30052"/>
            <p:cNvSpPr/>
            <p:nvPr/>
          </p:nvSpPr>
          <p:spPr>
            <a:xfrm>
              <a:off x="7410823" y="2795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3" name="pt30053"/>
            <p:cNvSpPr/>
            <p:nvPr/>
          </p:nvSpPr>
          <p:spPr>
            <a:xfrm>
              <a:off x="6905398" y="1990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4" name="pt30054"/>
            <p:cNvSpPr/>
            <p:nvPr/>
          </p:nvSpPr>
          <p:spPr>
            <a:xfrm>
              <a:off x="7397135" y="2151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5" name="pt30055"/>
            <p:cNvSpPr/>
            <p:nvPr/>
          </p:nvSpPr>
          <p:spPr>
            <a:xfrm>
              <a:off x="7147399" y="2226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6" name="pt30056"/>
            <p:cNvSpPr/>
            <p:nvPr/>
          </p:nvSpPr>
          <p:spPr>
            <a:xfrm>
              <a:off x="7217106" y="210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7" name="pt30057"/>
            <p:cNvSpPr/>
            <p:nvPr/>
          </p:nvSpPr>
          <p:spPr>
            <a:xfrm>
              <a:off x="7195613" y="2056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8" name="pt30058"/>
            <p:cNvSpPr/>
            <p:nvPr/>
          </p:nvSpPr>
          <p:spPr>
            <a:xfrm>
              <a:off x="7037518" y="222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9" name="pt30059"/>
            <p:cNvSpPr/>
            <p:nvPr/>
          </p:nvSpPr>
          <p:spPr>
            <a:xfrm>
              <a:off x="7065758" y="1558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0" name="pt30060"/>
            <p:cNvSpPr/>
            <p:nvPr/>
          </p:nvSpPr>
          <p:spPr>
            <a:xfrm>
              <a:off x="7243606" y="2254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1" name="pt30061"/>
            <p:cNvSpPr/>
            <p:nvPr/>
          </p:nvSpPr>
          <p:spPr>
            <a:xfrm>
              <a:off x="7192075" y="205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2" name="pt30062"/>
            <p:cNvSpPr/>
            <p:nvPr/>
          </p:nvSpPr>
          <p:spPr>
            <a:xfrm>
              <a:off x="6896600" y="1821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3" name="pt30063"/>
            <p:cNvSpPr/>
            <p:nvPr/>
          </p:nvSpPr>
          <p:spPr>
            <a:xfrm>
              <a:off x="7049964" y="2326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4" name="pt30064"/>
            <p:cNvSpPr/>
            <p:nvPr/>
          </p:nvSpPr>
          <p:spPr>
            <a:xfrm>
              <a:off x="7265509" y="2105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5" name="pt30065"/>
            <p:cNvSpPr/>
            <p:nvPr/>
          </p:nvSpPr>
          <p:spPr>
            <a:xfrm>
              <a:off x="7267150" y="2061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6" name="pt30066"/>
            <p:cNvSpPr/>
            <p:nvPr/>
          </p:nvSpPr>
          <p:spPr>
            <a:xfrm>
              <a:off x="7435311" y="2577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7" name="pt30067"/>
            <p:cNvSpPr/>
            <p:nvPr/>
          </p:nvSpPr>
          <p:spPr>
            <a:xfrm>
              <a:off x="7183384" y="2091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8" name="pt30068"/>
            <p:cNvSpPr/>
            <p:nvPr/>
          </p:nvSpPr>
          <p:spPr>
            <a:xfrm>
              <a:off x="7136284" y="2097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9" name="pt30069"/>
            <p:cNvSpPr/>
            <p:nvPr/>
          </p:nvSpPr>
          <p:spPr>
            <a:xfrm>
              <a:off x="7236268" y="2120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0" name="pt30070"/>
            <p:cNvSpPr/>
            <p:nvPr/>
          </p:nvSpPr>
          <p:spPr>
            <a:xfrm>
              <a:off x="7132744" y="2118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1" name="pt30071"/>
            <p:cNvSpPr/>
            <p:nvPr/>
          </p:nvSpPr>
          <p:spPr>
            <a:xfrm>
              <a:off x="7054544" y="2217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2" name="pt30072"/>
            <p:cNvSpPr/>
            <p:nvPr/>
          </p:nvSpPr>
          <p:spPr>
            <a:xfrm>
              <a:off x="6975446" y="1938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3" name="pt30073"/>
            <p:cNvSpPr/>
            <p:nvPr/>
          </p:nvSpPr>
          <p:spPr>
            <a:xfrm>
              <a:off x="7014426" y="1889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4" name="pt30074"/>
            <p:cNvSpPr/>
            <p:nvPr/>
          </p:nvSpPr>
          <p:spPr>
            <a:xfrm>
              <a:off x="7226664" y="2291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5" name="pt30075"/>
            <p:cNvSpPr/>
            <p:nvPr/>
          </p:nvSpPr>
          <p:spPr>
            <a:xfrm>
              <a:off x="7140629" y="2192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6" name="pt30076"/>
            <p:cNvSpPr/>
            <p:nvPr/>
          </p:nvSpPr>
          <p:spPr>
            <a:xfrm>
              <a:off x="7268706" y="2013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7" name="pt30077"/>
            <p:cNvSpPr/>
            <p:nvPr/>
          </p:nvSpPr>
          <p:spPr>
            <a:xfrm>
              <a:off x="7266329" y="199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8" name="pt30078"/>
            <p:cNvSpPr/>
            <p:nvPr/>
          </p:nvSpPr>
          <p:spPr>
            <a:xfrm>
              <a:off x="7240326" y="1856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9" name="pt30079"/>
            <p:cNvSpPr/>
            <p:nvPr/>
          </p:nvSpPr>
          <p:spPr>
            <a:xfrm>
              <a:off x="7165247" y="2090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0" name="pt30080"/>
            <p:cNvSpPr/>
            <p:nvPr/>
          </p:nvSpPr>
          <p:spPr>
            <a:xfrm>
              <a:off x="7084581" y="1869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1" name="pt30081"/>
            <p:cNvSpPr/>
            <p:nvPr/>
          </p:nvSpPr>
          <p:spPr>
            <a:xfrm>
              <a:off x="6996738" y="1986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2" name="pt30082"/>
            <p:cNvSpPr/>
            <p:nvPr/>
          </p:nvSpPr>
          <p:spPr>
            <a:xfrm>
              <a:off x="7219707" y="2093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3" name="pt30083"/>
            <p:cNvSpPr/>
            <p:nvPr/>
          </p:nvSpPr>
          <p:spPr>
            <a:xfrm>
              <a:off x="7269589" y="208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4" name="pt30084"/>
            <p:cNvSpPr/>
            <p:nvPr/>
          </p:nvSpPr>
          <p:spPr>
            <a:xfrm>
              <a:off x="7206897" y="2077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5" name="pt30085"/>
            <p:cNvSpPr/>
            <p:nvPr/>
          </p:nvSpPr>
          <p:spPr>
            <a:xfrm>
              <a:off x="7132442" y="2137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6" name="pt30086"/>
            <p:cNvSpPr/>
            <p:nvPr/>
          </p:nvSpPr>
          <p:spPr>
            <a:xfrm>
              <a:off x="7150983" y="2356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7" name="pt30087"/>
            <p:cNvSpPr/>
            <p:nvPr/>
          </p:nvSpPr>
          <p:spPr>
            <a:xfrm>
              <a:off x="7194239" y="1992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8" name="pt30088"/>
            <p:cNvSpPr/>
            <p:nvPr/>
          </p:nvSpPr>
          <p:spPr>
            <a:xfrm>
              <a:off x="7299300" y="200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9" name="pt30089"/>
            <p:cNvSpPr/>
            <p:nvPr/>
          </p:nvSpPr>
          <p:spPr>
            <a:xfrm>
              <a:off x="7274077" y="218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0" name="pt30090"/>
            <p:cNvSpPr/>
            <p:nvPr/>
          </p:nvSpPr>
          <p:spPr>
            <a:xfrm>
              <a:off x="7008635" y="2038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1" name="pt30091"/>
            <p:cNvSpPr/>
            <p:nvPr/>
          </p:nvSpPr>
          <p:spPr>
            <a:xfrm>
              <a:off x="7398634" y="2054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2" name="pt30092"/>
            <p:cNvSpPr/>
            <p:nvPr/>
          </p:nvSpPr>
          <p:spPr>
            <a:xfrm>
              <a:off x="7223650" y="2034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3" name="pt30093"/>
            <p:cNvSpPr/>
            <p:nvPr/>
          </p:nvSpPr>
          <p:spPr>
            <a:xfrm>
              <a:off x="6838823" y="2227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4" name="pt30094"/>
            <p:cNvSpPr/>
            <p:nvPr/>
          </p:nvSpPr>
          <p:spPr>
            <a:xfrm>
              <a:off x="7453710" y="2354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5" name="pt30095"/>
            <p:cNvSpPr/>
            <p:nvPr/>
          </p:nvSpPr>
          <p:spPr>
            <a:xfrm>
              <a:off x="7052328" y="2294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6" name="pt30096"/>
            <p:cNvSpPr/>
            <p:nvPr/>
          </p:nvSpPr>
          <p:spPr>
            <a:xfrm>
              <a:off x="7284611" y="2158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7" name="pt30097"/>
            <p:cNvSpPr/>
            <p:nvPr/>
          </p:nvSpPr>
          <p:spPr>
            <a:xfrm>
              <a:off x="7117467" y="2170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8" name="pt30098"/>
            <p:cNvSpPr/>
            <p:nvPr/>
          </p:nvSpPr>
          <p:spPr>
            <a:xfrm>
              <a:off x="7171595" y="1978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9" name="pt30099"/>
            <p:cNvSpPr/>
            <p:nvPr/>
          </p:nvSpPr>
          <p:spPr>
            <a:xfrm>
              <a:off x="7101165" y="2208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0" name="pt30100"/>
            <p:cNvSpPr/>
            <p:nvPr/>
          </p:nvSpPr>
          <p:spPr>
            <a:xfrm>
              <a:off x="6821094" y="2389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1" name="pt30101"/>
            <p:cNvSpPr/>
            <p:nvPr/>
          </p:nvSpPr>
          <p:spPr>
            <a:xfrm>
              <a:off x="7547043" y="2465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2" name="pt30102"/>
            <p:cNvSpPr/>
            <p:nvPr/>
          </p:nvSpPr>
          <p:spPr>
            <a:xfrm>
              <a:off x="7184442" y="2119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3" name="pt30103"/>
            <p:cNvSpPr/>
            <p:nvPr/>
          </p:nvSpPr>
          <p:spPr>
            <a:xfrm>
              <a:off x="7139614" y="2211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4" name="pt30104"/>
            <p:cNvSpPr/>
            <p:nvPr/>
          </p:nvSpPr>
          <p:spPr>
            <a:xfrm>
              <a:off x="7361233" y="2438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5" name="pt30105"/>
            <p:cNvSpPr/>
            <p:nvPr/>
          </p:nvSpPr>
          <p:spPr>
            <a:xfrm>
              <a:off x="6938323" y="225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6" name="pt30106"/>
            <p:cNvSpPr/>
            <p:nvPr/>
          </p:nvSpPr>
          <p:spPr>
            <a:xfrm>
              <a:off x="7509208" y="2301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7" name="pt30107"/>
            <p:cNvSpPr/>
            <p:nvPr/>
          </p:nvSpPr>
          <p:spPr>
            <a:xfrm>
              <a:off x="7246296" y="2205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8" name="pt30108"/>
            <p:cNvSpPr/>
            <p:nvPr/>
          </p:nvSpPr>
          <p:spPr>
            <a:xfrm>
              <a:off x="7061227" y="2030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9" name="pt30109"/>
            <p:cNvSpPr/>
            <p:nvPr/>
          </p:nvSpPr>
          <p:spPr>
            <a:xfrm>
              <a:off x="7125914" y="2056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0" name="pt30110"/>
            <p:cNvSpPr/>
            <p:nvPr/>
          </p:nvSpPr>
          <p:spPr>
            <a:xfrm>
              <a:off x="7304463" y="1945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1" name="pt30111"/>
            <p:cNvSpPr/>
            <p:nvPr/>
          </p:nvSpPr>
          <p:spPr>
            <a:xfrm>
              <a:off x="6998084" y="2000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2" name="pt30112"/>
            <p:cNvSpPr/>
            <p:nvPr/>
          </p:nvSpPr>
          <p:spPr>
            <a:xfrm>
              <a:off x="7101220" y="2216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3" name="pt30113"/>
            <p:cNvSpPr/>
            <p:nvPr/>
          </p:nvSpPr>
          <p:spPr>
            <a:xfrm>
              <a:off x="6979331" y="1941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4" name="pt30114"/>
            <p:cNvSpPr/>
            <p:nvPr/>
          </p:nvSpPr>
          <p:spPr>
            <a:xfrm>
              <a:off x="6990388" y="2028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5" name="pt30115"/>
            <p:cNvSpPr/>
            <p:nvPr/>
          </p:nvSpPr>
          <p:spPr>
            <a:xfrm>
              <a:off x="7249771" y="2013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6" name="pt30116"/>
            <p:cNvSpPr/>
            <p:nvPr/>
          </p:nvSpPr>
          <p:spPr>
            <a:xfrm>
              <a:off x="7150533" y="2331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7" name="pt30117"/>
            <p:cNvSpPr/>
            <p:nvPr/>
          </p:nvSpPr>
          <p:spPr>
            <a:xfrm>
              <a:off x="6951297" y="2069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8" name="pt30118"/>
            <p:cNvSpPr/>
            <p:nvPr/>
          </p:nvSpPr>
          <p:spPr>
            <a:xfrm>
              <a:off x="7252583" y="2078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9" name="pt30119"/>
            <p:cNvSpPr/>
            <p:nvPr/>
          </p:nvSpPr>
          <p:spPr>
            <a:xfrm>
              <a:off x="7049619" y="2310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0" name="pt30120"/>
            <p:cNvSpPr/>
            <p:nvPr/>
          </p:nvSpPr>
          <p:spPr>
            <a:xfrm>
              <a:off x="7203864" y="213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1" name="pt30121"/>
            <p:cNvSpPr/>
            <p:nvPr/>
          </p:nvSpPr>
          <p:spPr>
            <a:xfrm>
              <a:off x="6847562" y="2212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2" name="pt30122"/>
            <p:cNvSpPr/>
            <p:nvPr/>
          </p:nvSpPr>
          <p:spPr>
            <a:xfrm>
              <a:off x="7179665" y="2119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3" name="pt30123"/>
            <p:cNvSpPr/>
            <p:nvPr/>
          </p:nvSpPr>
          <p:spPr>
            <a:xfrm>
              <a:off x="7107542" y="2135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4" name="pt30124"/>
            <p:cNvSpPr/>
            <p:nvPr/>
          </p:nvSpPr>
          <p:spPr>
            <a:xfrm>
              <a:off x="7260118" y="2057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5" name="pt30125"/>
            <p:cNvSpPr/>
            <p:nvPr/>
          </p:nvSpPr>
          <p:spPr>
            <a:xfrm>
              <a:off x="7081749" y="2122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6" name="pt30126"/>
            <p:cNvSpPr/>
            <p:nvPr/>
          </p:nvSpPr>
          <p:spPr>
            <a:xfrm>
              <a:off x="7303356" y="1995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7" name="pt30127"/>
            <p:cNvSpPr/>
            <p:nvPr/>
          </p:nvSpPr>
          <p:spPr>
            <a:xfrm>
              <a:off x="7218352" y="2145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8" name="pt30128"/>
            <p:cNvSpPr/>
            <p:nvPr/>
          </p:nvSpPr>
          <p:spPr>
            <a:xfrm>
              <a:off x="7184336" y="2103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9" name="pt30129"/>
            <p:cNvSpPr/>
            <p:nvPr/>
          </p:nvSpPr>
          <p:spPr>
            <a:xfrm>
              <a:off x="7121024" y="2045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0" name="pt30130"/>
            <p:cNvSpPr/>
            <p:nvPr/>
          </p:nvSpPr>
          <p:spPr>
            <a:xfrm>
              <a:off x="7077193" y="2163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1" name="pt30131"/>
            <p:cNvSpPr/>
            <p:nvPr/>
          </p:nvSpPr>
          <p:spPr>
            <a:xfrm>
              <a:off x="7121406" y="2161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2" name="pt30132"/>
            <p:cNvSpPr/>
            <p:nvPr/>
          </p:nvSpPr>
          <p:spPr>
            <a:xfrm>
              <a:off x="7039592" y="2239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3" name="pt30133"/>
            <p:cNvSpPr/>
            <p:nvPr/>
          </p:nvSpPr>
          <p:spPr>
            <a:xfrm>
              <a:off x="7115272" y="2070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4" name="pt30134"/>
            <p:cNvSpPr/>
            <p:nvPr/>
          </p:nvSpPr>
          <p:spPr>
            <a:xfrm>
              <a:off x="6911471" y="2195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5" name="pt30135"/>
            <p:cNvSpPr/>
            <p:nvPr/>
          </p:nvSpPr>
          <p:spPr>
            <a:xfrm>
              <a:off x="7303334" y="2099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6" name="pt30136"/>
            <p:cNvSpPr/>
            <p:nvPr/>
          </p:nvSpPr>
          <p:spPr>
            <a:xfrm>
              <a:off x="7057161" y="2041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7" name="pt30137"/>
            <p:cNvSpPr/>
            <p:nvPr/>
          </p:nvSpPr>
          <p:spPr>
            <a:xfrm>
              <a:off x="7094289" y="2226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8" name="pt30138"/>
            <p:cNvSpPr/>
            <p:nvPr/>
          </p:nvSpPr>
          <p:spPr>
            <a:xfrm>
              <a:off x="7085427" y="2193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9" name="pt30139"/>
            <p:cNvSpPr/>
            <p:nvPr/>
          </p:nvSpPr>
          <p:spPr>
            <a:xfrm>
              <a:off x="7090154" y="2214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0" name="pt30140"/>
            <p:cNvSpPr/>
            <p:nvPr/>
          </p:nvSpPr>
          <p:spPr>
            <a:xfrm>
              <a:off x="7184075" y="2153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1" name="pt30141"/>
            <p:cNvSpPr/>
            <p:nvPr/>
          </p:nvSpPr>
          <p:spPr>
            <a:xfrm>
              <a:off x="6869029" y="2047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2" name="pt30142"/>
            <p:cNvSpPr/>
            <p:nvPr/>
          </p:nvSpPr>
          <p:spPr>
            <a:xfrm>
              <a:off x="7540332" y="2063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3" name="pt30143"/>
            <p:cNvSpPr/>
            <p:nvPr/>
          </p:nvSpPr>
          <p:spPr>
            <a:xfrm>
              <a:off x="7118206" y="2181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4" name="pt30144"/>
            <p:cNvSpPr/>
            <p:nvPr/>
          </p:nvSpPr>
          <p:spPr>
            <a:xfrm>
              <a:off x="7073818" y="2164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5" name="pt30145"/>
            <p:cNvSpPr/>
            <p:nvPr/>
          </p:nvSpPr>
          <p:spPr>
            <a:xfrm>
              <a:off x="6848889" y="2271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6" name="pt30146"/>
            <p:cNvSpPr/>
            <p:nvPr/>
          </p:nvSpPr>
          <p:spPr>
            <a:xfrm>
              <a:off x="7180160" y="2115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7" name="pt30147"/>
            <p:cNvSpPr/>
            <p:nvPr/>
          </p:nvSpPr>
          <p:spPr>
            <a:xfrm>
              <a:off x="7201735" y="2098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8" name="pt30148"/>
            <p:cNvSpPr/>
            <p:nvPr/>
          </p:nvSpPr>
          <p:spPr>
            <a:xfrm>
              <a:off x="7403773" y="2800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9" name="pt30149"/>
            <p:cNvSpPr/>
            <p:nvPr/>
          </p:nvSpPr>
          <p:spPr>
            <a:xfrm>
              <a:off x="7114617" y="209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0" name="pt30150"/>
            <p:cNvSpPr/>
            <p:nvPr/>
          </p:nvSpPr>
          <p:spPr>
            <a:xfrm>
              <a:off x="7054315" y="2226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1" name="pt30151"/>
            <p:cNvSpPr/>
            <p:nvPr/>
          </p:nvSpPr>
          <p:spPr>
            <a:xfrm>
              <a:off x="7038909" y="2139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2" name="pt30152"/>
            <p:cNvSpPr/>
            <p:nvPr/>
          </p:nvSpPr>
          <p:spPr>
            <a:xfrm>
              <a:off x="7673781" y="2308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3" name="pt30153"/>
            <p:cNvSpPr/>
            <p:nvPr/>
          </p:nvSpPr>
          <p:spPr>
            <a:xfrm>
              <a:off x="7089758" y="2180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4" name="pt30154"/>
            <p:cNvSpPr/>
            <p:nvPr/>
          </p:nvSpPr>
          <p:spPr>
            <a:xfrm>
              <a:off x="7196691" y="2071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5" name="pt30155"/>
            <p:cNvSpPr/>
            <p:nvPr/>
          </p:nvSpPr>
          <p:spPr>
            <a:xfrm>
              <a:off x="7205009" y="2172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6" name="pt30156"/>
            <p:cNvSpPr/>
            <p:nvPr/>
          </p:nvSpPr>
          <p:spPr>
            <a:xfrm>
              <a:off x="7307138" y="1964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7" name="pt30157"/>
            <p:cNvSpPr/>
            <p:nvPr/>
          </p:nvSpPr>
          <p:spPr>
            <a:xfrm>
              <a:off x="7108604" y="1940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8" name="pt30158"/>
            <p:cNvSpPr/>
            <p:nvPr/>
          </p:nvSpPr>
          <p:spPr>
            <a:xfrm>
              <a:off x="6861674" y="2206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9" name="pt30159"/>
            <p:cNvSpPr/>
            <p:nvPr/>
          </p:nvSpPr>
          <p:spPr>
            <a:xfrm>
              <a:off x="7144105" y="2140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0" name="pt30160"/>
            <p:cNvSpPr/>
            <p:nvPr/>
          </p:nvSpPr>
          <p:spPr>
            <a:xfrm>
              <a:off x="6948061" y="2193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1" name="pt30161"/>
            <p:cNvSpPr/>
            <p:nvPr/>
          </p:nvSpPr>
          <p:spPr>
            <a:xfrm>
              <a:off x="7203672" y="2114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2" name="pt30162"/>
            <p:cNvSpPr/>
            <p:nvPr/>
          </p:nvSpPr>
          <p:spPr>
            <a:xfrm>
              <a:off x="7293786" y="2004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3" name="pt30163"/>
            <p:cNvSpPr/>
            <p:nvPr/>
          </p:nvSpPr>
          <p:spPr>
            <a:xfrm>
              <a:off x="7008316" y="1922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4" name="pt30164"/>
            <p:cNvSpPr/>
            <p:nvPr/>
          </p:nvSpPr>
          <p:spPr>
            <a:xfrm>
              <a:off x="7265697" y="2225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5" name="pt30165"/>
            <p:cNvSpPr/>
            <p:nvPr/>
          </p:nvSpPr>
          <p:spPr>
            <a:xfrm>
              <a:off x="6650715" y="1918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6" name="pt30166"/>
            <p:cNvSpPr/>
            <p:nvPr/>
          </p:nvSpPr>
          <p:spPr>
            <a:xfrm>
              <a:off x="7260049" y="2073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7" name="pt30167"/>
            <p:cNvSpPr/>
            <p:nvPr/>
          </p:nvSpPr>
          <p:spPr>
            <a:xfrm>
              <a:off x="7109539" y="2156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8" name="pt30168"/>
            <p:cNvSpPr/>
            <p:nvPr/>
          </p:nvSpPr>
          <p:spPr>
            <a:xfrm>
              <a:off x="7101016" y="2205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9" name="pt30169"/>
            <p:cNvSpPr/>
            <p:nvPr/>
          </p:nvSpPr>
          <p:spPr>
            <a:xfrm>
              <a:off x="7037358" y="2261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0" name="pt30170"/>
            <p:cNvSpPr/>
            <p:nvPr/>
          </p:nvSpPr>
          <p:spPr>
            <a:xfrm>
              <a:off x="6828368" y="2170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1" name="pt30171"/>
            <p:cNvSpPr/>
            <p:nvPr/>
          </p:nvSpPr>
          <p:spPr>
            <a:xfrm>
              <a:off x="7355906" y="2322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2" name="pt30172"/>
            <p:cNvSpPr/>
            <p:nvPr/>
          </p:nvSpPr>
          <p:spPr>
            <a:xfrm>
              <a:off x="7284717" y="210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3" name="pt30173"/>
            <p:cNvSpPr/>
            <p:nvPr/>
          </p:nvSpPr>
          <p:spPr>
            <a:xfrm>
              <a:off x="6811045" y="2142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4" name="pt30174"/>
            <p:cNvSpPr/>
            <p:nvPr/>
          </p:nvSpPr>
          <p:spPr>
            <a:xfrm>
              <a:off x="7107888" y="2115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5" name="pt30175"/>
            <p:cNvSpPr/>
            <p:nvPr/>
          </p:nvSpPr>
          <p:spPr>
            <a:xfrm>
              <a:off x="7081128" y="209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6" name="pt30176"/>
            <p:cNvSpPr/>
            <p:nvPr/>
          </p:nvSpPr>
          <p:spPr>
            <a:xfrm>
              <a:off x="6810873" y="2388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7" name="pt30177"/>
            <p:cNvSpPr/>
            <p:nvPr/>
          </p:nvSpPr>
          <p:spPr>
            <a:xfrm>
              <a:off x="7109008" y="2197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8" name="pt30178"/>
            <p:cNvSpPr/>
            <p:nvPr/>
          </p:nvSpPr>
          <p:spPr>
            <a:xfrm>
              <a:off x="7251561" y="2087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9" name="pt30179"/>
            <p:cNvSpPr/>
            <p:nvPr/>
          </p:nvSpPr>
          <p:spPr>
            <a:xfrm>
              <a:off x="7254867" y="1966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0" name="pt30180"/>
            <p:cNvSpPr/>
            <p:nvPr/>
          </p:nvSpPr>
          <p:spPr>
            <a:xfrm>
              <a:off x="7345481" y="2032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1" name="pt30181"/>
            <p:cNvSpPr/>
            <p:nvPr/>
          </p:nvSpPr>
          <p:spPr>
            <a:xfrm>
              <a:off x="7343570" y="2059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2" name="pt30182"/>
            <p:cNvSpPr/>
            <p:nvPr/>
          </p:nvSpPr>
          <p:spPr>
            <a:xfrm>
              <a:off x="6984631" y="200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3" name="pt30183"/>
            <p:cNvSpPr/>
            <p:nvPr/>
          </p:nvSpPr>
          <p:spPr>
            <a:xfrm>
              <a:off x="7090637" y="2202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4" name="pt30184"/>
            <p:cNvSpPr/>
            <p:nvPr/>
          </p:nvSpPr>
          <p:spPr>
            <a:xfrm>
              <a:off x="6816929" y="2330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5" name="pt30185"/>
            <p:cNvSpPr/>
            <p:nvPr/>
          </p:nvSpPr>
          <p:spPr>
            <a:xfrm>
              <a:off x="7108898" y="2144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6" name="pt30186"/>
            <p:cNvSpPr/>
            <p:nvPr/>
          </p:nvSpPr>
          <p:spPr>
            <a:xfrm>
              <a:off x="6781405" y="2278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7" name="pt30187"/>
            <p:cNvSpPr/>
            <p:nvPr/>
          </p:nvSpPr>
          <p:spPr>
            <a:xfrm>
              <a:off x="7112520" y="2005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8" name="pt30188"/>
            <p:cNvSpPr/>
            <p:nvPr/>
          </p:nvSpPr>
          <p:spPr>
            <a:xfrm>
              <a:off x="7174359" y="1955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9" name="pt30189"/>
            <p:cNvSpPr/>
            <p:nvPr/>
          </p:nvSpPr>
          <p:spPr>
            <a:xfrm>
              <a:off x="7239138" y="1909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0" name="pt30190"/>
            <p:cNvSpPr/>
            <p:nvPr/>
          </p:nvSpPr>
          <p:spPr>
            <a:xfrm>
              <a:off x="7348267" y="2074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1" name="pt30191"/>
            <p:cNvSpPr/>
            <p:nvPr/>
          </p:nvSpPr>
          <p:spPr>
            <a:xfrm>
              <a:off x="7054223" y="2290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2" name="pt30192"/>
            <p:cNvSpPr/>
            <p:nvPr/>
          </p:nvSpPr>
          <p:spPr>
            <a:xfrm>
              <a:off x="7100416" y="2247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3" name="pt30193"/>
            <p:cNvSpPr/>
            <p:nvPr/>
          </p:nvSpPr>
          <p:spPr>
            <a:xfrm>
              <a:off x="7020227" y="2054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4" name="pt30194"/>
            <p:cNvSpPr/>
            <p:nvPr/>
          </p:nvSpPr>
          <p:spPr>
            <a:xfrm>
              <a:off x="7136051" y="2236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5" name="pt30195"/>
            <p:cNvSpPr/>
            <p:nvPr/>
          </p:nvSpPr>
          <p:spPr>
            <a:xfrm>
              <a:off x="6818574" y="2182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6" name="pt30196"/>
            <p:cNvSpPr/>
            <p:nvPr/>
          </p:nvSpPr>
          <p:spPr>
            <a:xfrm>
              <a:off x="7304868" y="2080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7" name="pt30197"/>
            <p:cNvSpPr/>
            <p:nvPr/>
          </p:nvSpPr>
          <p:spPr>
            <a:xfrm>
              <a:off x="7101295" y="2200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8" name="pt30198"/>
            <p:cNvSpPr/>
            <p:nvPr/>
          </p:nvSpPr>
          <p:spPr>
            <a:xfrm>
              <a:off x="7069367" y="2153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9" name="pt30199"/>
            <p:cNvSpPr/>
            <p:nvPr/>
          </p:nvSpPr>
          <p:spPr>
            <a:xfrm>
              <a:off x="7084971" y="2198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0" name="pt30200"/>
            <p:cNvSpPr/>
            <p:nvPr/>
          </p:nvSpPr>
          <p:spPr>
            <a:xfrm>
              <a:off x="6939405" y="1970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1" name="pt30201"/>
            <p:cNvSpPr/>
            <p:nvPr/>
          </p:nvSpPr>
          <p:spPr>
            <a:xfrm>
              <a:off x="7094032" y="2059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2" name="pt30202"/>
            <p:cNvSpPr/>
            <p:nvPr/>
          </p:nvSpPr>
          <p:spPr>
            <a:xfrm>
              <a:off x="7093963" y="2223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3" name="pt30203"/>
            <p:cNvSpPr/>
            <p:nvPr/>
          </p:nvSpPr>
          <p:spPr>
            <a:xfrm>
              <a:off x="7020418" y="2078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4" name="pt30204"/>
            <p:cNvSpPr/>
            <p:nvPr/>
          </p:nvSpPr>
          <p:spPr>
            <a:xfrm>
              <a:off x="7173577" y="1969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5" name="pt30205"/>
            <p:cNvSpPr/>
            <p:nvPr/>
          </p:nvSpPr>
          <p:spPr>
            <a:xfrm>
              <a:off x="7210868" y="2239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6" name="pt30206"/>
            <p:cNvSpPr/>
            <p:nvPr/>
          </p:nvSpPr>
          <p:spPr>
            <a:xfrm>
              <a:off x="7139393" y="2200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7" name="pt30207"/>
            <p:cNvSpPr/>
            <p:nvPr/>
          </p:nvSpPr>
          <p:spPr>
            <a:xfrm>
              <a:off x="7062387" y="1859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8" name="pt30208"/>
            <p:cNvSpPr/>
            <p:nvPr/>
          </p:nvSpPr>
          <p:spPr>
            <a:xfrm>
              <a:off x="7249864" y="2270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9" name="pt30209"/>
            <p:cNvSpPr/>
            <p:nvPr/>
          </p:nvSpPr>
          <p:spPr>
            <a:xfrm>
              <a:off x="7044455" y="2036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0" name="pt30210"/>
            <p:cNvSpPr/>
            <p:nvPr/>
          </p:nvSpPr>
          <p:spPr>
            <a:xfrm>
              <a:off x="7178167" y="2096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1" name="pt30211"/>
            <p:cNvSpPr/>
            <p:nvPr/>
          </p:nvSpPr>
          <p:spPr>
            <a:xfrm>
              <a:off x="7144590" y="2168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2" name="pt30212"/>
            <p:cNvSpPr/>
            <p:nvPr/>
          </p:nvSpPr>
          <p:spPr>
            <a:xfrm>
              <a:off x="7458123" y="2343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3" name="pt30213"/>
            <p:cNvSpPr/>
            <p:nvPr/>
          </p:nvSpPr>
          <p:spPr>
            <a:xfrm>
              <a:off x="6919475" y="2142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4" name="pt30214"/>
            <p:cNvSpPr/>
            <p:nvPr/>
          </p:nvSpPr>
          <p:spPr>
            <a:xfrm>
              <a:off x="7149881" y="2318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5" name="pt30215"/>
            <p:cNvSpPr/>
            <p:nvPr/>
          </p:nvSpPr>
          <p:spPr>
            <a:xfrm>
              <a:off x="7098611" y="2233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6" name="pt30216"/>
            <p:cNvSpPr/>
            <p:nvPr/>
          </p:nvSpPr>
          <p:spPr>
            <a:xfrm>
              <a:off x="7313113" y="2047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7" name="pt30217"/>
            <p:cNvSpPr/>
            <p:nvPr/>
          </p:nvSpPr>
          <p:spPr>
            <a:xfrm>
              <a:off x="7270572" y="1998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8" name="pt30218"/>
            <p:cNvSpPr/>
            <p:nvPr/>
          </p:nvSpPr>
          <p:spPr>
            <a:xfrm>
              <a:off x="6879479" y="2210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9" name="pt30219"/>
            <p:cNvSpPr/>
            <p:nvPr/>
          </p:nvSpPr>
          <p:spPr>
            <a:xfrm>
              <a:off x="6827498" y="1918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0" name="pt30220"/>
            <p:cNvSpPr/>
            <p:nvPr/>
          </p:nvSpPr>
          <p:spPr>
            <a:xfrm>
              <a:off x="7207839" y="2134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1" name="pt30221"/>
            <p:cNvSpPr/>
            <p:nvPr/>
          </p:nvSpPr>
          <p:spPr>
            <a:xfrm>
              <a:off x="7725883" y="2393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2" name="pt30222"/>
            <p:cNvSpPr/>
            <p:nvPr/>
          </p:nvSpPr>
          <p:spPr>
            <a:xfrm>
              <a:off x="7072002" y="2336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3" name="pt30223"/>
            <p:cNvSpPr/>
            <p:nvPr/>
          </p:nvSpPr>
          <p:spPr>
            <a:xfrm>
              <a:off x="6987778" y="1997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4" name="pt30224"/>
            <p:cNvSpPr/>
            <p:nvPr/>
          </p:nvSpPr>
          <p:spPr>
            <a:xfrm>
              <a:off x="7395717" y="2073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5" name="pt30225"/>
            <p:cNvSpPr/>
            <p:nvPr/>
          </p:nvSpPr>
          <p:spPr>
            <a:xfrm>
              <a:off x="7117869" y="2229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6" name="pt30226"/>
            <p:cNvSpPr/>
            <p:nvPr/>
          </p:nvSpPr>
          <p:spPr>
            <a:xfrm>
              <a:off x="7233753" y="2108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7" name="pt30227"/>
            <p:cNvSpPr/>
            <p:nvPr/>
          </p:nvSpPr>
          <p:spPr>
            <a:xfrm>
              <a:off x="6643368" y="213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8" name="pt30228"/>
            <p:cNvSpPr/>
            <p:nvPr/>
          </p:nvSpPr>
          <p:spPr>
            <a:xfrm>
              <a:off x="7231950" y="2022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9" name="pt30229"/>
            <p:cNvSpPr/>
            <p:nvPr/>
          </p:nvSpPr>
          <p:spPr>
            <a:xfrm>
              <a:off x="6977352" y="1948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0" name="pt30230"/>
            <p:cNvSpPr/>
            <p:nvPr/>
          </p:nvSpPr>
          <p:spPr>
            <a:xfrm>
              <a:off x="7123798" y="2113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1" name="pt30231"/>
            <p:cNvSpPr/>
            <p:nvPr/>
          </p:nvSpPr>
          <p:spPr>
            <a:xfrm>
              <a:off x="7068583" y="2129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2" name="pt30232"/>
            <p:cNvSpPr/>
            <p:nvPr/>
          </p:nvSpPr>
          <p:spPr>
            <a:xfrm>
              <a:off x="7155450" y="2331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3" name="pt30233"/>
            <p:cNvSpPr/>
            <p:nvPr/>
          </p:nvSpPr>
          <p:spPr>
            <a:xfrm>
              <a:off x="7151724" y="2283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4" name="pt30234"/>
            <p:cNvSpPr/>
            <p:nvPr/>
          </p:nvSpPr>
          <p:spPr>
            <a:xfrm>
              <a:off x="7057640" y="2238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5" name="pt30235"/>
            <p:cNvSpPr/>
            <p:nvPr/>
          </p:nvSpPr>
          <p:spPr>
            <a:xfrm>
              <a:off x="6783727" y="2490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6" name="pt30236"/>
            <p:cNvSpPr/>
            <p:nvPr/>
          </p:nvSpPr>
          <p:spPr>
            <a:xfrm>
              <a:off x="7070391" y="2110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7" name="pt30237"/>
            <p:cNvSpPr/>
            <p:nvPr/>
          </p:nvSpPr>
          <p:spPr>
            <a:xfrm>
              <a:off x="7219174" y="2129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8" name="pt30238"/>
            <p:cNvSpPr/>
            <p:nvPr/>
          </p:nvSpPr>
          <p:spPr>
            <a:xfrm>
              <a:off x="7207662" y="2177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9" name="pt30239"/>
            <p:cNvSpPr/>
            <p:nvPr/>
          </p:nvSpPr>
          <p:spPr>
            <a:xfrm>
              <a:off x="7075548" y="226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0" name="pt30240"/>
            <p:cNvSpPr/>
            <p:nvPr/>
          </p:nvSpPr>
          <p:spPr>
            <a:xfrm>
              <a:off x="7110424" y="2033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1" name="pt30241"/>
            <p:cNvSpPr/>
            <p:nvPr/>
          </p:nvSpPr>
          <p:spPr>
            <a:xfrm>
              <a:off x="7214070" y="2355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2" name="pt30242"/>
            <p:cNvSpPr/>
            <p:nvPr/>
          </p:nvSpPr>
          <p:spPr>
            <a:xfrm>
              <a:off x="7189142" y="2138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3" name="pt30243"/>
            <p:cNvSpPr/>
            <p:nvPr/>
          </p:nvSpPr>
          <p:spPr>
            <a:xfrm>
              <a:off x="7444524" y="2683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4" name="pt30244"/>
            <p:cNvSpPr/>
            <p:nvPr/>
          </p:nvSpPr>
          <p:spPr>
            <a:xfrm>
              <a:off x="7133060" y="2089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5" name="pt30245"/>
            <p:cNvSpPr/>
            <p:nvPr/>
          </p:nvSpPr>
          <p:spPr>
            <a:xfrm>
              <a:off x="7254225" y="2038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6" name="pt30246"/>
            <p:cNvSpPr/>
            <p:nvPr/>
          </p:nvSpPr>
          <p:spPr>
            <a:xfrm>
              <a:off x="7297212" y="2003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7" name="pt30247"/>
            <p:cNvSpPr/>
            <p:nvPr/>
          </p:nvSpPr>
          <p:spPr>
            <a:xfrm>
              <a:off x="7260690" y="2151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8" name="pt30248"/>
            <p:cNvSpPr/>
            <p:nvPr/>
          </p:nvSpPr>
          <p:spPr>
            <a:xfrm>
              <a:off x="7215974" y="2323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9" name="pt30249"/>
            <p:cNvSpPr/>
            <p:nvPr/>
          </p:nvSpPr>
          <p:spPr>
            <a:xfrm>
              <a:off x="7032880" y="1886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0" name="pt30250"/>
            <p:cNvSpPr/>
            <p:nvPr/>
          </p:nvSpPr>
          <p:spPr>
            <a:xfrm>
              <a:off x="7150809" y="2270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1" name="pt30251"/>
            <p:cNvSpPr/>
            <p:nvPr/>
          </p:nvSpPr>
          <p:spPr>
            <a:xfrm>
              <a:off x="7244432" y="2216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2" name="pt30252"/>
            <p:cNvSpPr/>
            <p:nvPr/>
          </p:nvSpPr>
          <p:spPr>
            <a:xfrm>
              <a:off x="6949976" y="2082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3" name="pt30253"/>
            <p:cNvSpPr/>
            <p:nvPr/>
          </p:nvSpPr>
          <p:spPr>
            <a:xfrm>
              <a:off x="7052076" y="2281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4" name="pt30254"/>
            <p:cNvSpPr/>
            <p:nvPr/>
          </p:nvSpPr>
          <p:spPr>
            <a:xfrm>
              <a:off x="6835990" y="2125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5" name="pt30255"/>
            <p:cNvSpPr/>
            <p:nvPr/>
          </p:nvSpPr>
          <p:spPr>
            <a:xfrm>
              <a:off x="7416881" y="2550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6" name="pt30256"/>
            <p:cNvSpPr/>
            <p:nvPr/>
          </p:nvSpPr>
          <p:spPr>
            <a:xfrm>
              <a:off x="7003959" y="1952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7" name="pt30257"/>
            <p:cNvSpPr/>
            <p:nvPr/>
          </p:nvSpPr>
          <p:spPr>
            <a:xfrm>
              <a:off x="7120355" y="2092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8" name="pt30258"/>
            <p:cNvSpPr/>
            <p:nvPr/>
          </p:nvSpPr>
          <p:spPr>
            <a:xfrm>
              <a:off x="6961218" y="2044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9" name="pt30259"/>
            <p:cNvSpPr/>
            <p:nvPr/>
          </p:nvSpPr>
          <p:spPr>
            <a:xfrm>
              <a:off x="7175757" y="207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0" name="pt30260"/>
            <p:cNvSpPr/>
            <p:nvPr/>
          </p:nvSpPr>
          <p:spPr>
            <a:xfrm>
              <a:off x="6881437" y="2266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1" name="pt30261"/>
            <p:cNvSpPr/>
            <p:nvPr/>
          </p:nvSpPr>
          <p:spPr>
            <a:xfrm>
              <a:off x="7230317" y="1956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2" name="pt30262"/>
            <p:cNvSpPr/>
            <p:nvPr/>
          </p:nvSpPr>
          <p:spPr>
            <a:xfrm>
              <a:off x="6894776" y="172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3" name="pt30263"/>
            <p:cNvSpPr/>
            <p:nvPr/>
          </p:nvSpPr>
          <p:spPr>
            <a:xfrm>
              <a:off x="7505609" y="2085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4" name="pt30264"/>
            <p:cNvSpPr/>
            <p:nvPr/>
          </p:nvSpPr>
          <p:spPr>
            <a:xfrm>
              <a:off x="7131904" y="2155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5" name="pt30265"/>
            <p:cNvSpPr/>
            <p:nvPr/>
          </p:nvSpPr>
          <p:spPr>
            <a:xfrm>
              <a:off x="7124933" y="2111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6" name="pt30266"/>
            <p:cNvSpPr/>
            <p:nvPr/>
          </p:nvSpPr>
          <p:spPr>
            <a:xfrm>
              <a:off x="6987845" y="1964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7" name="pt30267"/>
            <p:cNvSpPr/>
            <p:nvPr/>
          </p:nvSpPr>
          <p:spPr>
            <a:xfrm>
              <a:off x="7226970" y="2259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8" name="pt30268"/>
            <p:cNvSpPr/>
            <p:nvPr/>
          </p:nvSpPr>
          <p:spPr>
            <a:xfrm>
              <a:off x="7176923" y="2081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9" name="pt30269"/>
            <p:cNvSpPr/>
            <p:nvPr/>
          </p:nvSpPr>
          <p:spPr>
            <a:xfrm>
              <a:off x="7177395" y="2034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0" name="pt30270"/>
            <p:cNvSpPr/>
            <p:nvPr/>
          </p:nvSpPr>
          <p:spPr>
            <a:xfrm>
              <a:off x="6688076" y="1638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1" name="pt30271"/>
            <p:cNvSpPr/>
            <p:nvPr/>
          </p:nvSpPr>
          <p:spPr>
            <a:xfrm>
              <a:off x="7206124" y="2243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2" name="pt30272"/>
            <p:cNvSpPr/>
            <p:nvPr/>
          </p:nvSpPr>
          <p:spPr>
            <a:xfrm>
              <a:off x="7014947" y="1894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3" name="pt30273"/>
            <p:cNvSpPr/>
            <p:nvPr/>
          </p:nvSpPr>
          <p:spPr>
            <a:xfrm>
              <a:off x="7186425" y="2129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4" name="pt30274"/>
            <p:cNvSpPr/>
            <p:nvPr/>
          </p:nvSpPr>
          <p:spPr>
            <a:xfrm>
              <a:off x="7084127" y="2098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5" name="pt30275"/>
            <p:cNvSpPr/>
            <p:nvPr/>
          </p:nvSpPr>
          <p:spPr>
            <a:xfrm>
              <a:off x="7195896" y="1954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6" name="pt30276"/>
            <p:cNvSpPr/>
            <p:nvPr/>
          </p:nvSpPr>
          <p:spPr>
            <a:xfrm>
              <a:off x="7155715" y="2328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7" name="pt30277"/>
            <p:cNvSpPr/>
            <p:nvPr/>
          </p:nvSpPr>
          <p:spPr>
            <a:xfrm>
              <a:off x="7445793" y="2923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8" name="pt30278"/>
            <p:cNvSpPr/>
            <p:nvPr/>
          </p:nvSpPr>
          <p:spPr>
            <a:xfrm>
              <a:off x="7329148" y="1892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9" name="pt30279"/>
            <p:cNvSpPr/>
            <p:nvPr/>
          </p:nvSpPr>
          <p:spPr>
            <a:xfrm>
              <a:off x="7283448" y="2055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0" name="pt30280"/>
            <p:cNvSpPr/>
            <p:nvPr/>
          </p:nvSpPr>
          <p:spPr>
            <a:xfrm>
              <a:off x="6906606" y="2115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1" name="pt30281"/>
            <p:cNvSpPr/>
            <p:nvPr/>
          </p:nvSpPr>
          <p:spPr>
            <a:xfrm>
              <a:off x="7188611" y="2038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2" name="pt30282"/>
            <p:cNvSpPr/>
            <p:nvPr/>
          </p:nvSpPr>
          <p:spPr>
            <a:xfrm>
              <a:off x="7175840" y="2095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3" name="pt30283"/>
            <p:cNvSpPr/>
            <p:nvPr/>
          </p:nvSpPr>
          <p:spPr>
            <a:xfrm>
              <a:off x="7426585" y="2803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4" name="pt30284"/>
            <p:cNvSpPr/>
            <p:nvPr/>
          </p:nvSpPr>
          <p:spPr>
            <a:xfrm>
              <a:off x="7050530" y="2414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5" name="pt30285"/>
            <p:cNvSpPr/>
            <p:nvPr/>
          </p:nvSpPr>
          <p:spPr>
            <a:xfrm>
              <a:off x="7131552" y="2149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6" name="pt30286"/>
            <p:cNvSpPr/>
            <p:nvPr/>
          </p:nvSpPr>
          <p:spPr>
            <a:xfrm>
              <a:off x="7167580" y="1986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7" name="pt30287"/>
            <p:cNvSpPr/>
            <p:nvPr/>
          </p:nvSpPr>
          <p:spPr>
            <a:xfrm>
              <a:off x="7188166" y="2017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8" name="pt30288"/>
            <p:cNvSpPr/>
            <p:nvPr/>
          </p:nvSpPr>
          <p:spPr>
            <a:xfrm>
              <a:off x="7204315" y="2203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9" name="pt30289"/>
            <p:cNvSpPr/>
            <p:nvPr/>
          </p:nvSpPr>
          <p:spPr>
            <a:xfrm>
              <a:off x="7091514" y="2209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0" name="pt30290"/>
            <p:cNvSpPr/>
            <p:nvPr/>
          </p:nvSpPr>
          <p:spPr>
            <a:xfrm>
              <a:off x="6884664" y="1984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1" name="pt30291"/>
            <p:cNvSpPr/>
            <p:nvPr/>
          </p:nvSpPr>
          <p:spPr>
            <a:xfrm>
              <a:off x="6742157" y="1652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2" name="pt30292"/>
            <p:cNvSpPr/>
            <p:nvPr/>
          </p:nvSpPr>
          <p:spPr>
            <a:xfrm>
              <a:off x="7281151" y="1950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3" name="pt30293"/>
            <p:cNvSpPr/>
            <p:nvPr/>
          </p:nvSpPr>
          <p:spPr>
            <a:xfrm>
              <a:off x="6888088" y="1772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4" name="pt30294"/>
            <p:cNvSpPr/>
            <p:nvPr/>
          </p:nvSpPr>
          <p:spPr>
            <a:xfrm>
              <a:off x="7242455" y="2237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5" name="pt30295"/>
            <p:cNvSpPr/>
            <p:nvPr/>
          </p:nvSpPr>
          <p:spPr>
            <a:xfrm>
              <a:off x="7209056" y="2370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6" name="pt30296"/>
            <p:cNvSpPr/>
            <p:nvPr/>
          </p:nvSpPr>
          <p:spPr>
            <a:xfrm>
              <a:off x="7256779" y="2080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7" name="pt30297"/>
            <p:cNvSpPr/>
            <p:nvPr/>
          </p:nvSpPr>
          <p:spPr>
            <a:xfrm>
              <a:off x="7260887" y="2024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8" name="pt30298"/>
            <p:cNvSpPr/>
            <p:nvPr/>
          </p:nvSpPr>
          <p:spPr>
            <a:xfrm>
              <a:off x="7540517" y="2181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9" name="pt30299"/>
            <p:cNvSpPr/>
            <p:nvPr/>
          </p:nvSpPr>
          <p:spPr>
            <a:xfrm>
              <a:off x="7400539" y="2732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0" name="pt30300"/>
            <p:cNvSpPr/>
            <p:nvPr/>
          </p:nvSpPr>
          <p:spPr>
            <a:xfrm>
              <a:off x="7224460" y="2034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1" name="pt30301"/>
            <p:cNvSpPr/>
            <p:nvPr/>
          </p:nvSpPr>
          <p:spPr>
            <a:xfrm>
              <a:off x="7041762" y="2237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2" name="pt30302"/>
            <p:cNvSpPr/>
            <p:nvPr/>
          </p:nvSpPr>
          <p:spPr>
            <a:xfrm>
              <a:off x="6999714" y="1988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3" name="pt30303"/>
            <p:cNvSpPr/>
            <p:nvPr/>
          </p:nvSpPr>
          <p:spPr>
            <a:xfrm>
              <a:off x="7173682" y="198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4" name="pt30304"/>
            <p:cNvSpPr/>
            <p:nvPr/>
          </p:nvSpPr>
          <p:spPr>
            <a:xfrm>
              <a:off x="7205600" y="2077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5" name="pt30305"/>
            <p:cNvSpPr/>
            <p:nvPr/>
          </p:nvSpPr>
          <p:spPr>
            <a:xfrm>
              <a:off x="7262766" y="2040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6" name="pt30306"/>
            <p:cNvSpPr/>
            <p:nvPr/>
          </p:nvSpPr>
          <p:spPr>
            <a:xfrm>
              <a:off x="7173801" y="2011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7" name="pt30307"/>
            <p:cNvSpPr/>
            <p:nvPr/>
          </p:nvSpPr>
          <p:spPr>
            <a:xfrm>
              <a:off x="7370720" y="2366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8" name="pt30308"/>
            <p:cNvSpPr/>
            <p:nvPr/>
          </p:nvSpPr>
          <p:spPr>
            <a:xfrm>
              <a:off x="6907761" y="2158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9" name="pt30309"/>
            <p:cNvSpPr/>
            <p:nvPr/>
          </p:nvSpPr>
          <p:spPr>
            <a:xfrm>
              <a:off x="7313123" y="1981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0" name="pt30310"/>
            <p:cNvSpPr/>
            <p:nvPr/>
          </p:nvSpPr>
          <p:spPr>
            <a:xfrm>
              <a:off x="7052578" y="2388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1" name="pt30311"/>
            <p:cNvSpPr/>
            <p:nvPr/>
          </p:nvSpPr>
          <p:spPr>
            <a:xfrm>
              <a:off x="6683557" y="2006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2" name="pt30312"/>
            <p:cNvSpPr/>
            <p:nvPr/>
          </p:nvSpPr>
          <p:spPr>
            <a:xfrm>
              <a:off x="6887576" y="1992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3" name="pt30313"/>
            <p:cNvSpPr/>
            <p:nvPr/>
          </p:nvSpPr>
          <p:spPr>
            <a:xfrm>
              <a:off x="7071712" y="2287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4" name="pt30314"/>
            <p:cNvSpPr/>
            <p:nvPr/>
          </p:nvSpPr>
          <p:spPr>
            <a:xfrm>
              <a:off x="7060753" y="1941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5" name="pt30315"/>
            <p:cNvSpPr/>
            <p:nvPr/>
          </p:nvSpPr>
          <p:spPr>
            <a:xfrm>
              <a:off x="7167985" y="2077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6" name="pt30316"/>
            <p:cNvSpPr/>
            <p:nvPr/>
          </p:nvSpPr>
          <p:spPr>
            <a:xfrm>
              <a:off x="7112174" y="2020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7" name="pt30317"/>
            <p:cNvSpPr/>
            <p:nvPr/>
          </p:nvSpPr>
          <p:spPr>
            <a:xfrm>
              <a:off x="7310038" y="2105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8" name="pt30318"/>
            <p:cNvSpPr/>
            <p:nvPr/>
          </p:nvSpPr>
          <p:spPr>
            <a:xfrm>
              <a:off x="7308951" y="2083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9" name="pt30319"/>
            <p:cNvSpPr/>
            <p:nvPr/>
          </p:nvSpPr>
          <p:spPr>
            <a:xfrm>
              <a:off x="7131239" y="2082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0" name="pt30320"/>
            <p:cNvSpPr/>
            <p:nvPr/>
          </p:nvSpPr>
          <p:spPr>
            <a:xfrm>
              <a:off x="7261738" y="2115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1" name="pt30321"/>
            <p:cNvSpPr/>
            <p:nvPr/>
          </p:nvSpPr>
          <p:spPr>
            <a:xfrm>
              <a:off x="7238436" y="1839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2" name="pt30322"/>
            <p:cNvSpPr/>
            <p:nvPr/>
          </p:nvSpPr>
          <p:spPr>
            <a:xfrm>
              <a:off x="7097622" y="2269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3" name="pt30323"/>
            <p:cNvSpPr/>
            <p:nvPr/>
          </p:nvSpPr>
          <p:spPr>
            <a:xfrm>
              <a:off x="7266034" y="1930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4" name="pt30324"/>
            <p:cNvSpPr/>
            <p:nvPr/>
          </p:nvSpPr>
          <p:spPr>
            <a:xfrm>
              <a:off x="7316622" y="2013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5" name="pt30325"/>
            <p:cNvSpPr/>
            <p:nvPr/>
          </p:nvSpPr>
          <p:spPr>
            <a:xfrm>
              <a:off x="6890642" y="1632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6" name="pt30326"/>
            <p:cNvSpPr/>
            <p:nvPr/>
          </p:nvSpPr>
          <p:spPr>
            <a:xfrm>
              <a:off x="6969818" y="1998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7" name="pt30327"/>
            <p:cNvSpPr/>
            <p:nvPr/>
          </p:nvSpPr>
          <p:spPr>
            <a:xfrm>
              <a:off x="6981486" y="2031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8" name="pt30328"/>
            <p:cNvSpPr/>
            <p:nvPr/>
          </p:nvSpPr>
          <p:spPr>
            <a:xfrm>
              <a:off x="7248226" y="2073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9" name="pt30329"/>
            <p:cNvSpPr/>
            <p:nvPr/>
          </p:nvSpPr>
          <p:spPr>
            <a:xfrm>
              <a:off x="7221011" y="2281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0" name="pt30330"/>
            <p:cNvSpPr/>
            <p:nvPr/>
          </p:nvSpPr>
          <p:spPr>
            <a:xfrm>
              <a:off x="7137527" y="2192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1" name="pt30331"/>
            <p:cNvSpPr/>
            <p:nvPr/>
          </p:nvSpPr>
          <p:spPr>
            <a:xfrm>
              <a:off x="7122143" y="2162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2" name="pt30332"/>
            <p:cNvSpPr/>
            <p:nvPr/>
          </p:nvSpPr>
          <p:spPr>
            <a:xfrm>
              <a:off x="7142142" y="2241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3" name="pt30333"/>
            <p:cNvSpPr/>
            <p:nvPr/>
          </p:nvSpPr>
          <p:spPr>
            <a:xfrm>
              <a:off x="7396173" y="2165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4" name="pt30334"/>
            <p:cNvSpPr/>
            <p:nvPr/>
          </p:nvSpPr>
          <p:spPr>
            <a:xfrm>
              <a:off x="7188885" y="2075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5" name="pt30335"/>
            <p:cNvSpPr/>
            <p:nvPr/>
          </p:nvSpPr>
          <p:spPr>
            <a:xfrm>
              <a:off x="7134836" y="2165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6" name="pt30336"/>
            <p:cNvSpPr/>
            <p:nvPr/>
          </p:nvSpPr>
          <p:spPr>
            <a:xfrm>
              <a:off x="7223705" y="2153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7" name="pt30337"/>
            <p:cNvSpPr/>
            <p:nvPr/>
          </p:nvSpPr>
          <p:spPr>
            <a:xfrm>
              <a:off x="7379799" y="2063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8" name="pt30338"/>
            <p:cNvSpPr/>
            <p:nvPr/>
          </p:nvSpPr>
          <p:spPr>
            <a:xfrm>
              <a:off x="6929205" y="2247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9" name="pt30339"/>
            <p:cNvSpPr/>
            <p:nvPr/>
          </p:nvSpPr>
          <p:spPr>
            <a:xfrm>
              <a:off x="7117011" y="2178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0" name="pt30340"/>
            <p:cNvSpPr/>
            <p:nvPr/>
          </p:nvSpPr>
          <p:spPr>
            <a:xfrm>
              <a:off x="7132361" y="2117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1" name="pt30341"/>
            <p:cNvSpPr/>
            <p:nvPr/>
          </p:nvSpPr>
          <p:spPr>
            <a:xfrm>
              <a:off x="7194203" y="1990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2" name="pt30342"/>
            <p:cNvSpPr/>
            <p:nvPr/>
          </p:nvSpPr>
          <p:spPr>
            <a:xfrm>
              <a:off x="7033989" y="1907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3" name="pt30343"/>
            <p:cNvSpPr/>
            <p:nvPr/>
          </p:nvSpPr>
          <p:spPr>
            <a:xfrm>
              <a:off x="7115490" y="2067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4" name="pt30344"/>
            <p:cNvSpPr/>
            <p:nvPr/>
          </p:nvSpPr>
          <p:spPr>
            <a:xfrm>
              <a:off x="6833741" y="2103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5" name="pt30345"/>
            <p:cNvSpPr/>
            <p:nvPr/>
          </p:nvSpPr>
          <p:spPr>
            <a:xfrm>
              <a:off x="7053656" y="2279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6" name="pt30346"/>
            <p:cNvSpPr/>
            <p:nvPr/>
          </p:nvSpPr>
          <p:spPr>
            <a:xfrm>
              <a:off x="6917165" y="2232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7" name="pt30347"/>
            <p:cNvSpPr/>
            <p:nvPr/>
          </p:nvSpPr>
          <p:spPr>
            <a:xfrm>
              <a:off x="7332479" y="1875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8" name="pt30348"/>
            <p:cNvSpPr/>
            <p:nvPr/>
          </p:nvSpPr>
          <p:spPr>
            <a:xfrm>
              <a:off x="7295036" y="2051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9" name="pt30349"/>
            <p:cNvSpPr/>
            <p:nvPr/>
          </p:nvSpPr>
          <p:spPr>
            <a:xfrm>
              <a:off x="7054520" y="2306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0" name="pt30350"/>
            <p:cNvSpPr/>
            <p:nvPr/>
          </p:nvSpPr>
          <p:spPr>
            <a:xfrm>
              <a:off x="7248995" y="2006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1" name="pt30351"/>
            <p:cNvSpPr/>
            <p:nvPr/>
          </p:nvSpPr>
          <p:spPr>
            <a:xfrm>
              <a:off x="6835408" y="2202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2" name="pt30352"/>
            <p:cNvSpPr/>
            <p:nvPr/>
          </p:nvSpPr>
          <p:spPr>
            <a:xfrm>
              <a:off x="6803635" y="2211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3" name="pt30353"/>
            <p:cNvSpPr/>
            <p:nvPr/>
          </p:nvSpPr>
          <p:spPr>
            <a:xfrm>
              <a:off x="7324697" y="2021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4" name="pt30354"/>
            <p:cNvSpPr/>
            <p:nvPr/>
          </p:nvSpPr>
          <p:spPr>
            <a:xfrm>
              <a:off x="7264486" y="2081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5" name="pt30355"/>
            <p:cNvSpPr/>
            <p:nvPr/>
          </p:nvSpPr>
          <p:spPr>
            <a:xfrm>
              <a:off x="7068460" y="2178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6" name="pt30356"/>
            <p:cNvSpPr/>
            <p:nvPr/>
          </p:nvSpPr>
          <p:spPr>
            <a:xfrm>
              <a:off x="7187718" y="2172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7" name="pt30357"/>
            <p:cNvSpPr/>
            <p:nvPr/>
          </p:nvSpPr>
          <p:spPr>
            <a:xfrm>
              <a:off x="7159936" y="2216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8" name="pt30358"/>
            <p:cNvSpPr/>
            <p:nvPr/>
          </p:nvSpPr>
          <p:spPr>
            <a:xfrm>
              <a:off x="7125912" y="2154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9" name="pt30359"/>
            <p:cNvSpPr/>
            <p:nvPr/>
          </p:nvSpPr>
          <p:spPr>
            <a:xfrm>
              <a:off x="7346285" y="2183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0" name="pt30360"/>
            <p:cNvSpPr/>
            <p:nvPr/>
          </p:nvSpPr>
          <p:spPr>
            <a:xfrm>
              <a:off x="7077043" y="2112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1" name="pt30361"/>
            <p:cNvSpPr/>
            <p:nvPr/>
          </p:nvSpPr>
          <p:spPr>
            <a:xfrm>
              <a:off x="7267196" y="2050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2" name="pt30362"/>
            <p:cNvSpPr/>
            <p:nvPr/>
          </p:nvSpPr>
          <p:spPr>
            <a:xfrm>
              <a:off x="7356153" y="2470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3" name="pt30363"/>
            <p:cNvSpPr/>
            <p:nvPr/>
          </p:nvSpPr>
          <p:spPr>
            <a:xfrm>
              <a:off x="6686050" y="2283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4" name="pt30364"/>
            <p:cNvSpPr/>
            <p:nvPr/>
          </p:nvSpPr>
          <p:spPr>
            <a:xfrm>
              <a:off x="7277169" y="1966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5" name="pt30365"/>
            <p:cNvSpPr/>
            <p:nvPr/>
          </p:nvSpPr>
          <p:spPr>
            <a:xfrm>
              <a:off x="7348735" y="2142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6" name="pt30366"/>
            <p:cNvSpPr/>
            <p:nvPr/>
          </p:nvSpPr>
          <p:spPr>
            <a:xfrm>
              <a:off x="6894591" y="2063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7" name="pt30367"/>
            <p:cNvSpPr/>
            <p:nvPr/>
          </p:nvSpPr>
          <p:spPr>
            <a:xfrm>
              <a:off x="7128706" y="2164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8" name="pt30368"/>
            <p:cNvSpPr/>
            <p:nvPr/>
          </p:nvSpPr>
          <p:spPr>
            <a:xfrm>
              <a:off x="6991579" y="1911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9" name="pt30369"/>
            <p:cNvSpPr/>
            <p:nvPr/>
          </p:nvSpPr>
          <p:spPr>
            <a:xfrm>
              <a:off x="7412673" y="2445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0" name="pt30370"/>
            <p:cNvSpPr/>
            <p:nvPr/>
          </p:nvSpPr>
          <p:spPr>
            <a:xfrm>
              <a:off x="7323045" y="1986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1" name="pt30371"/>
            <p:cNvSpPr/>
            <p:nvPr/>
          </p:nvSpPr>
          <p:spPr>
            <a:xfrm>
              <a:off x="6894175" y="1905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2" name="pt30372"/>
            <p:cNvSpPr/>
            <p:nvPr/>
          </p:nvSpPr>
          <p:spPr>
            <a:xfrm>
              <a:off x="6897746" y="1911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3" name="pt30373"/>
            <p:cNvSpPr/>
            <p:nvPr/>
          </p:nvSpPr>
          <p:spPr>
            <a:xfrm>
              <a:off x="7227981" y="2188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4" name="pt30374"/>
            <p:cNvSpPr/>
            <p:nvPr/>
          </p:nvSpPr>
          <p:spPr>
            <a:xfrm>
              <a:off x="7301415" y="1994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5" name="pt30375"/>
            <p:cNvSpPr/>
            <p:nvPr/>
          </p:nvSpPr>
          <p:spPr>
            <a:xfrm>
              <a:off x="7119152" y="2138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6" name="pt30376"/>
            <p:cNvSpPr/>
            <p:nvPr/>
          </p:nvSpPr>
          <p:spPr>
            <a:xfrm>
              <a:off x="7271999" y="2213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7" name="pt30377"/>
            <p:cNvSpPr/>
            <p:nvPr/>
          </p:nvSpPr>
          <p:spPr>
            <a:xfrm>
              <a:off x="7151926" y="2146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8" name="pt30378"/>
            <p:cNvSpPr/>
            <p:nvPr/>
          </p:nvSpPr>
          <p:spPr>
            <a:xfrm>
              <a:off x="7156717" y="2133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9" name="pt30379"/>
            <p:cNvSpPr/>
            <p:nvPr/>
          </p:nvSpPr>
          <p:spPr>
            <a:xfrm>
              <a:off x="7250291" y="2125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0" name="pt30380"/>
            <p:cNvSpPr/>
            <p:nvPr/>
          </p:nvSpPr>
          <p:spPr>
            <a:xfrm>
              <a:off x="7058563" y="2075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1" name="pt30381"/>
            <p:cNvSpPr/>
            <p:nvPr/>
          </p:nvSpPr>
          <p:spPr>
            <a:xfrm>
              <a:off x="7012575" y="1846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2" name="pt30382"/>
            <p:cNvSpPr/>
            <p:nvPr/>
          </p:nvSpPr>
          <p:spPr>
            <a:xfrm>
              <a:off x="7074719" y="2281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3" name="pt30383"/>
            <p:cNvSpPr/>
            <p:nvPr/>
          </p:nvSpPr>
          <p:spPr>
            <a:xfrm>
              <a:off x="7273548" y="2039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4" name="pt30384"/>
            <p:cNvSpPr/>
            <p:nvPr/>
          </p:nvSpPr>
          <p:spPr>
            <a:xfrm>
              <a:off x="7003380" y="1985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5" name="pt30385"/>
            <p:cNvSpPr/>
            <p:nvPr/>
          </p:nvSpPr>
          <p:spPr>
            <a:xfrm>
              <a:off x="7171587" y="1996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6" name="pt30386"/>
            <p:cNvSpPr/>
            <p:nvPr/>
          </p:nvSpPr>
          <p:spPr>
            <a:xfrm>
              <a:off x="7168749" y="1999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7" name="pt30387"/>
            <p:cNvSpPr/>
            <p:nvPr/>
          </p:nvSpPr>
          <p:spPr>
            <a:xfrm>
              <a:off x="7256047" y="1984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8" name="pt30388"/>
            <p:cNvSpPr/>
            <p:nvPr/>
          </p:nvSpPr>
          <p:spPr>
            <a:xfrm>
              <a:off x="6950490" y="1965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9" name="pt30389"/>
            <p:cNvSpPr/>
            <p:nvPr/>
          </p:nvSpPr>
          <p:spPr>
            <a:xfrm>
              <a:off x="7311196" y="2055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0" name="pt30390"/>
            <p:cNvSpPr/>
            <p:nvPr/>
          </p:nvSpPr>
          <p:spPr>
            <a:xfrm>
              <a:off x="7321896" y="1944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1" name="pt30391"/>
            <p:cNvSpPr/>
            <p:nvPr/>
          </p:nvSpPr>
          <p:spPr>
            <a:xfrm>
              <a:off x="7309194" y="2060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2" name="pt30392"/>
            <p:cNvSpPr/>
            <p:nvPr/>
          </p:nvSpPr>
          <p:spPr>
            <a:xfrm>
              <a:off x="7067407" y="1986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3" name="pt30393"/>
            <p:cNvSpPr/>
            <p:nvPr/>
          </p:nvSpPr>
          <p:spPr>
            <a:xfrm>
              <a:off x="6935455" y="2174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4" name="pt30394"/>
            <p:cNvSpPr/>
            <p:nvPr/>
          </p:nvSpPr>
          <p:spPr>
            <a:xfrm>
              <a:off x="7102212" y="2036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5" name="pt30395"/>
            <p:cNvSpPr/>
            <p:nvPr/>
          </p:nvSpPr>
          <p:spPr>
            <a:xfrm>
              <a:off x="6838265" y="2147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6" name="pt30396"/>
            <p:cNvSpPr/>
            <p:nvPr/>
          </p:nvSpPr>
          <p:spPr>
            <a:xfrm>
              <a:off x="7319177" y="2085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7" name="pt30397"/>
            <p:cNvSpPr/>
            <p:nvPr/>
          </p:nvSpPr>
          <p:spPr>
            <a:xfrm>
              <a:off x="7126010" y="2179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8" name="pt30398"/>
            <p:cNvSpPr/>
            <p:nvPr/>
          </p:nvSpPr>
          <p:spPr>
            <a:xfrm>
              <a:off x="7366790" y="2579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9" name="pt30399"/>
            <p:cNvSpPr/>
            <p:nvPr/>
          </p:nvSpPr>
          <p:spPr>
            <a:xfrm>
              <a:off x="7144031" y="2266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0" name="pt30400"/>
            <p:cNvSpPr/>
            <p:nvPr/>
          </p:nvSpPr>
          <p:spPr>
            <a:xfrm>
              <a:off x="7077797" y="2142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1" name="pt30401"/>
            <p:cNvSpPr/>
            <p:nvPr/>
          </p:nvSpPr>
          <p:spPr>
            <a:xfrm>
              <a:off x="7307009" y="2012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2" name="pt30402"/>
            <p:cNvSpPr/>
            <p:nvPr/>
          </p:nvSpPr>
          <p:spPr>
            <a:xfrm>
              <a:off x="7096139" y="2182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3" name="pt30403"/>
            <p:cNvSpPr/>
            <p:nvPr/>
          </p:nvSpPr>
          <p:spPr>
            <a:xfrm>
              <a:off x="7504668" y="2524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4" name="pt30404"/>
            <p:cNvSpPr/>
            <p:nvPr/>
          </p:nvSpPr>
          <p:spPr>
            <a:xfrm>
              <a:off x="7189548" y="209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5" name="pt30405"/>
            <p:cNvSpPr/>
            <p:nvPr/>
          </p:nvSpPr>
          <p:spPr>
            <a:xfrm>
              <a:off x="7307360" y="1982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6" name="pt30406"/>
            <p:cNvSpPr/>
            <p:nvPr/>
          </p:nvSpPr>
          <p:spPr>
            <a:xfrm>
              <a:off x="6741326" y="2026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7" name="pt30407"/>
            <p:cNvSpPr/>
            <p:nvPr/>
          </p:nvSpPr>
          <p:spPr>
            <a:xfrm>
              <a:off x="7222076" y="2138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8" name="pt30408"/>
            <p:cNvSpPr/>
            <p:nvPr/>
          </p:nvSpPr>
          <p:spPr>
            <a:xfrm>
              <a:off x="7180484" y="2092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9" name="pt30409"/>
            <p:cNvSpPr/>
            <p:nvPr/>
          </p:nvSpPr>
          <p:spPr>
            <a:xfrm>
              <a:off x="7025715" y="1910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0" name="pt30410"/>
            <p:cNvSpPr/>
            <p:nvPr/>
          </p:nvSpPr>
          <p:spPr>
            <a:xfrm>
              <a:off x="7002728" y="1955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1" name="pt30411"/>
            <p:cNvSpPr/>
            <p:nvPr/>
          </p:nvSpPr>
          <p:spPr>
            <a:xfrm>
              <a:off x="7261748" y="2063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2" name="pt30412"/>
            <p:cNvSpPr/>
            <p:nvPr/>
          </p:nvSpPr>
          <p:spPr>
            <a:xfrm>
              <a:off x="7353087" y="2048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3" name="pt30413"/>
            <p:cNvSpPr/>
            <p:nvPr/>
          </p:nvSpPr>
          <p:spPr>
            <a:xfrm>
              <a:off x="6817914" y="2247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4" name="pt30414"/>
            <p:cNvSpPr/>
            <p:nvPr/>
          </p:nvSpPr>
          <p:spPr>
            <a:xfrm>
              <a:off x="7084994" y="2221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5" name="pt30415"/>
            <p:cNvSpPr/>
            <p:nvPr/>
          </p:nvSpPr>
          <p:spPr>
            <a:xfrm>
              <a:off x="7075906" y="2346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6" name="pt30416"/>
            <p:cNvSpPr/>
            <p:nvPr/>
          </p:nvSpPr>
          <p:spPr>
            <a:xfrm>
              <a:off x="7590194" y="1962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7" name="pt30417"/>
            <p:cNvSpPr/>
            <p:nvPr/>
          </p:nvSpPr>
          <p:spPr>
            <a:xfrm>
              <a:off x="7009946" y="1865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8" name="pt30418"/>
            <p:cNvSpPr/>
            <p:nvPr/>
          </p:nvSpPr>
          <p:spPr>
            <a:xfrm>
              <a:off x="7260277" y="2026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9" name="pt30419"/>
            <p:cNvSpPr/>
            <p:nvPr/>
          </p:nvSpPr>
          <p:spPr>
            <a:xfrm>
              <a:off x="6977847" y="2029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0" name="pt30420"/>
            <p:cNvSpPr/>
            <p:nvPr/>
          </p:nvSpPr>
          <p:spPr>
            <a:xfrm>
              <a:off x="7043409" y="2248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1" name="pt30421"/>
            <p:cNvSpPr/>
            <p:nvPr/>
          </p:nvSpPr>
          <p:spPr>
            <a:xfrm>
              <a:off x="7515215" y="2417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2" name="pt30422"/>
            <p:cNvSpPr/>
            <p:nvPr/>
          </p:nvSpPr>
          <p:spPr>
            <a:xfrm>
              <a:off x="7225455" y="217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3" name="pt30423"/>
            <p:cNvSpPr/>
            <p:nvPr/>
          </p:nvSpPr>
          <p:spPr>
            <a:xfrm>
              <a:off x="6828510" y="2051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4" name="pt30424"/>
            <p:cNvSpPr/>
            <p:nvPr/>
          </p:nvSpPr>
          <p:spPr>
            <a:xfrm>
              <a:off x="7184475" y="2144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5" name="pt30425"/>
            <p:cNvSpPr/>
            <p:nvPr/>
          </p:nvSpPr>
          <p:spPr>
            <a:xfrm>
              <a:off x="7002127" y="2077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6" name="pt30426"/>
            <p:cNvSpPr/>
            <p:nvPr/>
          </p:nvSpPr>
          <p:spPr>
            <a:xfrm>
              <a:off x="7526645" y="2568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7" name="pt30427"/>
            <p:cNvSpPr/>
            <p:nvPr/>
          </p:nvSpPr>
          <p:spPr>
            <a:xfrm>
              <a:off x="7049724" y="2314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8" name="pt30428"/>
            <p:cNvSpPr/>
            <p:nvPr/>
          </p:nvSpPr>
          <p:spPr>
            <a:xfrm>
              <a:off x="7421382" y="2432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9" name="pt30429"/>
            <p:cNvSpPr/>
            <p:nvPr/>
          </p:nvSpPr>
          <p:spPr>
            <a:xfrm>
              <a:off x="7169749" y="197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0" name="pt30430"/>
            <p:cNvSpPr/>
            <p:nvPr/>
          </p:nvSpPr>
          <p:spPr>
            <a:xfrm>
              <a:off x="7019411" y="1929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1" name="pt30431"/>
            <p:cNvSpPr/>
            <p:nvPr/>
          </p:nvSpPr>
          <p:spPr>
            <a:xfrm>
              <a:off x="7175811" y="2053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2" name="pt30432"/>
            <p:cNvSpPr/>
            <p:nvPr/>
          </p:nvSpPr>
          <p:spPr>
            <a:xfrm>
              <a:off x="6681198" y="1693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3" name="pt30433"/>
            <p:cNvSpPr/>
            <p:nvPr/>
          </p:nvSpPr>
          <p:spPr>
            <a:xfrm>
              <a:off x="7151874" y="2338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4" name="pt30434"/>
            <p:cNvSpPr/>
            <p:nvPr/>
          </p:nvSpPr>
          <p:spPr>
            <a:xfrm>
              <a:off x="7146418" y="2249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5" name="pt30435"/>
            <p:cNvSpPr/>
            <p:nvPr/>
          </p:nvSpPr>
          <p:spPr>
            <a:xfrm>
              <a:off x="7683395" y="2320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6" name="pt30436"/>
            <p:cNvSpPr/>
            <p:nvPr/>
          </p:nvSpPr>
          <p:spPr>
            <a:xfrm>
              <a:off x="7195163" y="1985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7" name="pt30437"/>
            <p:cNvSpPr/>
            <p:nvPr/>
          </p:nvSpPr>
          <p:spPr>
            <a:xfrm>
              <a:off x="7150018" y="2279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8" name="pt30438"/>
            <p:cNvSpPr/>
            <p:nvPr/>
          </p:nvSpPr>
          <p:spPr>
            <a:xfrm>
              <a:off x="7186716" y="2083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9" name="pt30439"/>
            <p:cNvSpPr/>
            <p:nvPr/>
          </p:nvSpPr>
          <p:spPr>
            <a:xfrm>
              <a:off x="6870593" y="2266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0" name="pt30440"/>
            <p:cNvSpPr/>
            <p:nvPr/>
          </p:nvSpPr>
          <p:spPr>
            <a:xfrm>
              <a:off x="7037101" y="204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1" name="pt30441"/>
            <p:cNvSpPr/>
            <p:nvPr/>
          </p:nvSpPr>
          <p:spPr>
            <a:xfrm>
              <a:off x="7679957" y="237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2" name="pt30442"/>
            <p:cNvSpPr/>
            <p:nvPr/>
          </p:nvSpPr>
          <p:spPr>
            <a:xfrm>
              <a:off x="7216781" y="2299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3" name="pt30443"/>
            <p:cNvSpPr/>
            <p:nvPr/>
          </p:nvSpPr>
          <p:spPr>
            <a:xfrm>
              <a:off x="7117202" y="2199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4" name="pt30444"/>
            <p:cNvSpPr/>
            <p:nvPr/>
          </p:nvSpPr>
          <p:spPr>
            <a:xfrm>
              <a:off x="7129550" y="2260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5" name="pt30445"/>
            <p:cNvSpPr/>
            <p:nvPr/>
          </p:nvSpPr>
          <p:spPr>
            <a:xfrm>
              <a:off x="7226396" y="2299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6" name="pt30446"/>
            <p:cNvSpPr/>
            <p:nvPr/>
          </p:nvSpPr>
          <p:spPr>
            <a:xfrm>
              <a:off x="7213830" y="2376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7" name="pt30447"/>
            <p:cNvSpPr/>
            <p:nvPr/>
          </p:nvSpPr>
          <p:spPr>
            <a:xfrm>
              <a:off x="6960192" y="2120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8" name="pt30448"/>
            <p:cNvSpPr/>
            <p:nvPr/>
          </p:nvSpPr>
          <p:spPr>
            <a:xfrm>
              <a:off x="7400653" y="2467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9" name="pt30449"/>
            <p:cNvSpPr/>
            <p:nvPr/>
          </p:nvSpPr>
          <p:spPr>
            <a:xfrm>
              <a:off x="6964117" y="1983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0" name="pt30450"/>
            <p:cNvSpPr/>
            <p:nvPr/>
          </p:nvSpPr>
          <p:spPr>
            <a:xfrm>
              <a:off x="7119045" y="2171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1" name="pt30451"/>
            <p:cNvSpPr/>
            <p:nvPr/>
          </p:nvSpPr>
          <p:spPr>
            <a:xfrm>
              <a:off x="7104819" y="2199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2" name="pt30452"/>
            <p:cNvSpPr/>
            <p:nvPr/>
          </p:nvSpPr>
          <p:spPr>
            <a:xfrm>
              <a:off x="7018878" y="1980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3" name="pt30453"/>
            <p:cNvSpPr/>
            <p:nvPr/>
          </p:nvSpPr>
          <p:spPr>
            <a:xfrm>
              <a:off x="6979325" y="2004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4" name="pt30454"/>
            <p:cNvSpPr/>
            <p:nvPr/>
          </p:nvSpPr>
          <p:spPr>
            <a:xfrm>
              <a:off x="7096534" y="2159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5" name="pt30455"/>
            <p:cNvSpPr/>
            <p:nvPr/>
          </p:nvSpPr>
          <p:spPr>
            <a:xfrm>
              <a:off x="7069879" y="1957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6" name="pt30456"/>
            <p:cNvSpPr/>
            <p:nvPr/>
          </p:nvSpPr>
          <p:spPr>
            <a:xfrm>
              <a:off x="7100439" y="2214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7" name="pt30457"/>
            <p:cNvSpPr/>
            <p:nvPr/>
          </p:nvSpPr>
          <p:spPr>
            <a:xfrm>
              <a:off x="7133075" y="2082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8" name="pt30458"/>
            <p:cNvSpPr/>
            <p:nvPr/>
          </p:nvSpPr>
          <p:spPr>
            <a:xfrm>
              <a:off x="7147276" y="2256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9" name="pt30459"/>
            <p:cNvSpPr/>
            <p:nvPr/>
          </p:nvSpPr>
          <p:spPr>
            <a:xfrm>
              <a:off x="6933424" y="2180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0" name="pt30460"/>
            <p:cNvSpPr/>
            <p:nvPr/>
          </p:nvSpPr>
          <p:spPr>
            <a:xfrm>
              <a:off x="7135000" y="2194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1" name="pt30461"/>
            <p:cNvSpPr/>
            <p:nvPr/>
          </p:nvSpPr>
          <p:spPr>
            <a:xfrm>
              <a:off x="7124933" y="2148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2" name="pt30462"/>
            <p:cNvSpPr/>
            <p:nvPr/>
          </p:nvSpPr>
          <p:spPr>
            <a:xfrm>
              <a:off x="7153297" y="2305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3" name="pt30463"/>
            <p:cNvSpPr/>
            <p:nvPr/>
          </p:nvSpPr>
          <p:spPr>
            <a:xfrm>
              <a:off x="7143002" y="217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4" name="pt30464"/>
            <p:cNvSpPr/>
            <p:nvPr/>
          </p:nvSpPr>
          <p:spPr>
            <a:xfrm>
              <a:off x="6793095" y="2325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5" name="pt30465"/>
            <p:cNvSpPr/>
            <p:nvPr/>
          </p:nvSpPr>
          <p:spPr>
            <a:xfrm>
              <a:off x="7106138" y="2211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6" name="pt30466"/>
            <p:cNvSpPr/>
            <p:nvPr/>
          </p:nvSpPr>
          <p:spPr>
            <a:xfrm>
              <a:off x="7400744" y="2479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7" name="pt30467"/>
            <p:cNvSpPr/>
            <p:nvPr/>
          </p:nvSpPr>
          <p:spPr>
            <a:xfrm>
              <a:off x="7194798" y="2053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8" name="pt30468"/>
            <p:cNvSpPr/>
            <p:nvPr/>
          </p:nvSpPr>
          <p:spPr>
            <a:xfrm>
              <a:off x="7085146" y="2189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9" name="pt30469"/>
            <p:cNvSpPr/>
            <p:nvPr/>
          </p:nvSpPr>
          <p:spPr>
            <a:xfrm>
              <a:off x="7129190" y="2096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0" name="pt30470"/>
            <p:cNvSpPr/>
            <p:nvPr/>
          </p:nvSpPr>
          <p:spPr>
            <a:xfrm>
              <a:off x="7213051" y="2279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1" name="pt30471"/>
            <p:cNvSpPr/>
            <p:nvPr/>
          </p:nvSpPr>
          <p:spPr>
            <a:xfrm>
              <a:off x="7061183" y="2024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2" name="pt30472"/>
            <p:cNvSpPr/>
            <p:nvPr/>
          </p:nvSpPr>
          <p:spPr>
            <a:xfrm>
              <a:off x="7150536" y="2289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3" name="pt30473"/>
            <p:cNvSpPr/>
            <p:nvPr/>
          </p:nvSpPr>
          <p:spPr>
            <a:xfrm>
              <a:off x="7167914" y="2025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4" name="pt30474"/>
            <p:cNvSpPr/>
            <p:nvPr/>
          </p:nvSpPr>
          <p:spPr>
            <a:xfrm>
              <a:off x="6834664" y="2345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5" name="pt30475"/>
            <p:cNvSpPr/>
            <p:nvPr/>
          </p:nvSpPr>
          <p:spPr>
            <a:xfrm>
              <a:off x="7068503" y="2097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6" name="pt30476"/>
            <p:cNvSpPr/>
            <p:nvPr/>
          </p:nvSpPr>
          <p:spPr>
            <a:xfrm>
              <a:off x="7006577" y="1937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7" name="pt30477"/>
            <p:cNvSpPr/>
            <p:nvPr/>
          </p:nvSpPr>
          <p:spPr>
            <a:xfrm>
              <a:off x="6947775" y="2048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8" name="pt30478"/>
            <p:cNvSpPr/>
            <p:nvPr/>
          </p:nvSpPr>
          <p:spPr>
            <a:xfrm>
              <a:off x="7396352" y="2253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9" name="pt30479"/>
            <p:cNvSpPr/>
            <p:nvPr/>
          </p:nvSpPr>
          <p:spPr>
            <a:xfrm>
              <a:off x="7337797" y="2040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0" name="pt30480"/>
            <p:cNvSpPr/>
            <p:nvPr/>
          </p:nvSpPr>
          <p:spPr>
            <a:xfrm>
              <a:off x="7363057" y="2242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1" name="pt30481"/>
            <p:cNvSpPr/>
            <p:nvPr/>
          </p:nvSpPr>
          <p:spPr>
            <a:xfrm>
              <a:off x="7097466" y="2208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2" name="pt30482"/>
            <p:cNvSpPr/>
            <p:nvPr/>
          </p:nvSpPr>
          <p:spPr>
            <a:xfrm>
              <a:off x="7330859" y="1910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3" name="pt30483"/>
            <p:cNvSpPr/>
            <p:nvPr/>
          </p:nvSpPr>
          <p:spPr>
            <a:xfrm>
              <a:off x="7250820" y="2167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4" name="pt30484"/>
            <p:cNvSpPr/>
            <p:nvPr/>
          </p:nvSpPr>
          <p:spPr>
            <a:xfrm>
              <a:off x="7234932" y="2108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5" name="pt30485"/>
            <p:cNvSpPr/>
            <p:nvPr/>
          </p:nvSpPr>
          <p:spPr>
            <a:xfrm>
              <a:off x="7237032" y="2138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6" name="pt30486"/>
            <p:cNvSpPr/>
            <p:nvPr/>
          </p:nvSpPr>
          <p:spPr>
            <a:xfrm>
              <a:off x="7154449" y="2242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7" name="pt30487"/>
            <p:cNvSpPr/>
            <p:nvPr/>
          </p:nvSpPr>
          <p:spPr>
            <a:xfrm>
              <a:off x="7023314" y="2006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8" name="pt30488"/>
            <p:cNvSpPr/>
            <p:nvPr/>
          </p:nvSpPr>
          <p:spPr>
            <a:xfrm>
              <a:off x="7021515" y="204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9" name="pt30489"/>
            <p:cNvSpPr/>
            <p:nvPr/>
          </p:nvSpPr>
          <p:spPr>
            <a:xfrm>
              <a:off x="7070263" y="1886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0" name="pt30490"/>
            <p:cNvSpPr/>
            <p:nvPr/>
          </p:nvSpPr>
          <p:spPr>
            <a:xfrm>
              <a:off x="6853169" y="2155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1" name="pt30491"/>
            <p:cNvSpPr/>
            <p:nvPr/>
          </p:nvSpPr>
          <p:spPr>
            <a:xfrm>
              <a:off x="7065382" y="1667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2" name="pt30492"/>
            <p:cNvSpPr/>
            <p:nvPr/>
          </p:nvSpPr>
          <p:spPr>
            <a:xfrm>
              <a:off x="6977835" y="1972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3" name="pt30493"/>
            <p:cNvSpPr/>
            <p:nvPr/>
          </p:nvSpPr>
          <p:spPr>
            <a:xfrm>
              <a:off x="7088521" y="2260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4" name="pt30494"/>
            <p:cNvSpPr/>
            <p:nvPr/>
          </p:nvSpPr>
          <p:spPr>
            <a:xfrm>
              <a:off x="6868971" y="2232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5" name="pt30495"/>
            <p:cNvSpPr/>
            <p:nvPr/>
          </p:nvSpPr>
          <p:spPr>
            <a:xfrm>
              <a:off x="7111090" y="2152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6" name="pt30496"/>
            <p:cNvSpPr/>
            <p:nvPr/>
          </p:nvSpPr>
          <p:spPr>
            <a:xfrm>
              <a:off x="6906086" y="1940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7" name="pt30497"/>
            <p:cNvSpPr/>
            <p:nvPr/>
          </p:nvSpPr>
          <p:spPr>
            <a:xfrm>
              <a:off x="7186885" y="2127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8" name="pt30498"/>
            <p:cNvSpPr/>
            <p:nvPr/>
          </p:nvSpPr>
          <p:spPr>
            <a:xfrm>
              <a:off x="7318868" y="2202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9" name="pt30499"/>
            <p:cNvSpPr/>
            <p:nvPr/>
          </p:nvSpPr>
          <p:spPr>
            <a:xfrm>
              <a:off x="7471319" y="2408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0" name="pt30500"/>
            <p:cNvSpPr/>
            <p:nvPr/>
          </p:nvSpPr>
          <p:spPr>
            <a:xfrm>
              <a:off x="7292637" y="1956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1" name="pt30501"/>
            <p:cNvSpPr/>
            <p:nvPr/>
          </p:nvSpPr>
          <p:spPr>
            <a:xfrm>
              <a:off x="7223818" y="1945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2" name="pt30502"/>
            <p:cNvSpPr/>
            <p:nvPr/>
          </p:nvSpPr>
          <p:spPr>
            <a:xfrm>
              <a:off x="7189818" y="2014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3" name="pt30503"/>
            <p:cNvSpPr/>
            <p:nvPr/>
          </p:nvSpPr>
          <p:spPr>
            <a:xfrm>
              <a:off x="7014094" y="2009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4" name="pt30504"/>
            <p:cNvSpPr/>
            <p:nvPr/>
          </p:nvSpPr>
          <p:spPr>
            <a:xfrm>
              <a:off x="7326444" y="2047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5" name="pt30505"/>
            <p:cNvSpPr/>
            <p:nvPr/>
          </p:nvSpPr>
          <p:spPr>
            <a:xfrm>
              <a:off x="7272099" y="2113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6" name="pt30506"/>
            <p:cNvSpPr/>
            <p:nvPr/>
          </p:nvSpPr>
          <p:spPr>
            <a:xfrm>
              <a:off x="7150482" y="2339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7" name="pt30507"/>
            <p:cNvSpPr/>
            <p:nvPr/>
          </p:nvSpPr>
          <p:spPr>
            <a:xfrm>
              <a:off x="7152726" y="229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8" name="pt30508"/>
            <p:cNvSpPr/>
            <p:nvPr/>
          </p:nvSpPr>
          <p:spPr>
            <a:xfrm>
              <a:off x="7381743" y="2342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9" name="pt30509"/>
            <p:cNvSpPr/>
            <p:nvPr/>
          </p:nvSpPr>
          <p:spPr>
            <a:xfrm>
              <a:off x="7279523" y="1897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0" name="pt30510"/>
            <p:cNvSpPr/>
            <p:nvPr/>
          </p:nvSpPr>
          <p:spPr>
            <a:xfrm>
              <a:off x="7106914" y="2150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1" name="pt30511"/>
            <p:cNvSpPr/>
            <p:nvPr/>
          </p:nvSpPr>
          <p:spPr>
            <a:xfrm>
              <a:off x="7173449" y="2023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2" name="pt30512"/>
            <p:cNvSpPr/>
            <p:nvPr/>
          </p:nvSpPr>
          <p:spPr>
            <a:xfrm>
              <a:off x="7166290" y="2017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3" name="pt30513"/>
            <p:cNvSpPr/>
            <p:nvPr/>
          </p:nvSpPr>
          <p:spPr>
            <a:xfrm>
              <a:off x="7181002" y="2088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4" name="pt30514"/>
            <p:cNvSpPr/>
            <p:nvPr/>
          </p:nvSpPr>
          <p:spPr>
            <a:xfrm>
              <a:off x="7249371" y="2077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5" name="pt30515"/>
            <p:cNvSpPr/>
            <p:nvPr/>
          </p:nvSpPr>
          <p:spPr>
            <a:xfrm>
              <a:off x="7118473" y="2206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6" name="pt30516"/>
            <p:cNvSpPr/>
            <p:nvPr/>
          </p:nvSpPr>
          <p:spPr>
            <a:xfrm>
              <a:off x="7365772" y="2485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7" name="pt30517"/>
            <p:cNvSpPr/>
            <p:nvPr/>
          </p:nvSpPr>
          <p:spPr>
            <a:xfrm>
              <a:off x="7091366" y="2231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8" name="pt30518"/>
            <p:cNvSpPr/>
            <p:nvPr/>
          </p:nvSpPr>
          <p:spPr>
            <a:xfrm>
              <a:off x="7162712" y="2103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9" name="pt30519"/>
            <p:cNvSpPr/>
            <p:nvPr/>
          </p:nvSpPr>
          <p:spPr>
            <a:xfrm>
              <a:off x="7195186" y="2062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0" name="pt30520"/>
            <p:cNvSpPr/>
            <p:nvPr/>
          </p:nvSpPr>
          <p:spPr>
            <a:xfrm>
              <a:off x="7165908" y="2018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1" name="pt30521"/>
            <p:cNvSpPr/>
            <p:nvPr/>
          </p:nvSpPr>
          <p:spPr>
            <a:xfrm>
              <a:off x="7082155" y="2071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2" name="pt30522"/>
            <p:cNvSpPr/>
            <p:nvPr/>
          </p:nvSpPr>
          <p:spPr>
            <a:xfrm>
              <a:off x="7106097" y="2178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3" name="pt30523"/>
            <p:cNvSpPr/>
            <p:nvPr/>
          </p:nvSpPr>
          <p:spPr>
            <a:xfrm>
              <a:off x="7123219" y="2151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4" name="pt30524"/>
            <p:cNvSpPr/>
            <p:nvPr/>
          </p:nvSpPr>
          <p:spPr>
            <a:xfrm>
              <a:off x="7370596" y="242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5" name="pt30525"/>
            <p:cNvSpPr/>
            <p:nvPr/>
          </p:nvSpPr>
          <p:spPr>
            <a:xfrm>
              <a:off x="7212993" y="2117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6" name="pt30526"/>
            <p:cNvSpPr/>
            <p:nvPr/>
          </p:nvSpPr>
          <p:spPr>
            <a:xfrm>
              <a:off x="7135419" y="2156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7" name="pt30527"/>
            <p:cNvSpPr/>
            <p:nvPr/>
          </p:nvSpPr>
          <p:spPr>
            <a:xfrm>
              <a:off x="7059610" y="2045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8" name="pt30528"/>
            <p:cNvSpPr/>
            <p:nvPr/>
          </p:nvSpPr>
          <p:spPr>
            <a:xfrm>
              <a:off x="6910269" y="2185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9" name="pt30529"/>
            <p:cNvSpPr/>
            <p:nvPr/>
          </p:nvSpPr>
          <p:spPr>
            <a:xfrm>
              <a:off x="7059909" y="1979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0" name="pt30530"/>
            <p:cNvSpPr/>
            <p:nvPr/>
          </p:nvSpPr>
          <p:spPr>
            <a:xfrm>
              <a:off x="6904760" y="1907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1" name="pt30531"/>
            <p:cNvSpPr/>
            <p:nvPr/>
          </p:nvSpPr>
          <p:spPr>
            <a:xfrm>
              <a:off x="7282488" y="2065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2" name="pt30532"/>
            <p:cNvSpPr/>
            <p:nvPr/>
          </p:nvSpPr>
          <p:spPr>
            <a:xfrm>
              <a:off x="7100352" y="2206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3" name="pt30533"/>
            <p:cNvSpPr/>
            <p:nvPr/>
          </p:nvSpPr>
          <p:spPr>
            <a:xfrm>
              <a:off x="7158319" y="2114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4" name="pt30534"/>
            <p:cNvSpPr/>
            <p:nvPr/>
          </p:nvSpPr>
          <p:spPr>
            <a:xfrm>
              <a:off x="7306766" y="1916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5" name="pt30535"/>
            <p:cNvSpPr/>
            <p:nvPr/>
          </p:nvSpPr>
          <p:spPr>
            <a:xfrm>
              <a:off x="7090755" y="2250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6" name="pt30536"/>
            <p:cNvSpPr/>
            <p:nvPr/>
          </p:nvSpPr>
          <p:spPr>
            <a:xfrm>
              <a:off x="7025429" y="1845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7" name="pt30537"/>
            <p:cNvSpPr/>
            <p:nvPr/>
          </p:nvSpPr>
          <p:spPr>
            <a:xfrm>
              <a:off x="6919233" y="2156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8" name="pt30538"/>
            <p:cNvSpPr/>
            <p:nvPr/>
          </p:nvSpPr>
          <p:spPr>
            <a:xfrm>
              <a:off x="6993304" y="1880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9" name="pt30539"/>
            <p:cNvSpPr/>
            <p:nvPr/>
          </p:nvSpPr>
          <p:spPr>
            <a:xfrm>
              <a:off x="7104883" y="2206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0" name="pt30540"/>
            <p:cNvSpPr/>
            <p:nvPr/>
          </p:nvSpPr>
          <p:spPr>
            <a:xfrm>
              <a:off x="7335499" y="1913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1" name="pt30541"/>
            <p:cNvSpPr/>
            <p:nvPr/>
          </p:nvSpPr>
          <p:spPr>
            <a:xfrm>
              <a:off x="7119986" y="2174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2" name="pt30542"/>
            <p:cNvSpPr/>
            <p:nvPr/>
          </p:nvSpPr>
          <p:spPr>
            <a:xfrm>
              <a:off x="7120884" y="2148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3" name="pt30543"/>
            <p:cNvSpPr/>
            <p:nvPr/>
          </p:nvSpPr>
          <p:spPr>
            <a:xfrm>
              <a:off x="7079032" y="2121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4" name="pt30544"/>
            <p:cNvSpPr/>
            <p:nvPr/>
          </p:nvSpPr>
          <p:spPr>
            <a:xfrm>
              <a:off x="7129096" y="2099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5" name="pt30545"/>
            <p:cNvSpPr/>
            <p:nvPr/>
          </p:nvSpPr>
          <p:spPr>
            <a:xfrm>
              <a:off x="7105034" y="2256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6" name="pt30546"/>
            <p:cNvSpPr/>
            <p:nvPr/>
          </p:nvSpPr>
          <p:spPr>
            <a:xfrm>
              <a:off x="7129617" y="2083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7" name="pt30547"/>
            <p:cNvSpPr/>
            <p:nvPr/>
          </p:nvSpPr>
          <p:spPr>
            <a:xfrm>
              <a:off x="6851520" y="220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8" name="pt30548"/>
            <p:cNvSpPr/>
            <p:nvPr/>
          </p:nvSpPr>
          <p:spPr>
            <a:xfrm>
              <a:off x="7210397" y="2286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9" name="pt30549"/>
            <p:cNvSpPr/>
            <p:nvPr/>
          </p:nvSpPr>
          <p:spPr>
            <a:xfrm>
              <a:off x="7049818" y="2317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0" name="pt30550"/>
            <p:cNvSpPr/>
            <p:nvPr/>
          </p:nvSpPr>
          <p:spPr>
            <a:xfrm>
              <a:off x="7002353" y="2005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1" name="pt30551"/>
            <p:cNvSpPr/>
            <p:nvPr/>
          </p:nvSpPr>
          <p:spPr>
            <a:xfrm>
              <a:off x="7019464" y="2073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2" name="pt30552"/>
            <p:cNvSpPr/>
            <p:nvPr/>
          </p:nvSpPr>
          <p:spPr>
            <a:xfrm>
              <a:off x="6994442" y="2081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3" name="pt30553"/>
            <p:cNvSpPr/>
            <p:nvPr/>
          </p:nvSpPr>
          <p:spPr>
            <a:xfrm>
              <a:off x="7343135" y="2171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4" name="pt30554"/>
            <p:cNvSpPr/>
            <p:nvPr/>
          </p:nvSpPr>
          <p:spPr>
            <a:xfrm>
              <a:off x="7123038" y="2111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5" name="pt30555"/>
            <p:cNvSpPr/>
            <p:nvPr/>
          </p:nvSpPr>
          <p:spPr>
            <a:xfrm>
              <a:off x="7226606" y="1999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6" name="pt30556"/>
            <p:cNvSpPr/>
            <p:nvPr/>
          </p:nvSpPr>
          <p:spPr>
            <a:xfrm>
              <a:off x="7045796" y="2249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7" name="pt30557"/>
            <p:cNvSpPr/>
            <p:nvPr/>
          </p:nvSpPr>
          <p:spPr>
            <a:xfrm>
              <a:off x="7088873" y="2186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8" name="pt30558"/>
            <p:cNvSpPr/>
            <p:nvPr/>
          </p:nvSpPr>
          <p:spPr>
            <a:xfrm>
              <a:off x="7105748" y="2198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9" name="pt30559"/>
            <p:cNvSpPr/>
            <p:nvPr/>
          </p:nvSpPr>
          <p:spPr>
            <a:xfrm>
              <a:off x="7046660" y="2287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0" name="pt30560"/>
            <p:cNvSpPr/>
            <p:nvPr/>
          </p:nvSpPr>
          <p:spPr>
            <a:xfrm>
              <a:off x="7049841" y="2260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1" name="pt30561"/>
            <p:cNvSpPr/>
            <p:nvPr/>
          </p:nvSpPr>
          <p:spPr>
            <a:xfrm>
              <a:off x="7021588" y="1940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2" name="pt30562"/>
            <p:cNvSpPr/>
            <p:nvPr/>
          </p:nvSpPr>
          <p:spPr>
            <a:xfrm>
              <a:off x="7299668" y="1943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3" name="pt30563"/>
            <p:cNvSpPr/>
            <p:nvPr/>
          </p:nvSpPr>
          <p:spPr>
            <a:xfrm>
              <a:off x="6807356" y="2349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4" name="pt30564"/>
            <p:cNvSpPr/>
            <p:nvPr/>
          </p:nvSpPr>
          <p:spPr>
            <a:xfrm>
              <a:off x="7418201" y="2670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5" name="pt30565"/>
            <p:cNvSpPr/>
            <p:nvPr/>
          </p:nvSpPr>
          <p:spPr>
            <a:xfrm>
              <a:off x="7063886" y="1852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6" name="pt30566"/>
            <p:cNvSpPr/>
            <p:nvPr/>
          </p:nvSpPr>
          <p:spPr>
            <a:xfrm>
              <a:off x="7138961" y="2108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7" name="pt30567"/>
            <p:cNvSpPr/>
            <p:nvPr/>
          </p:nvSpPr>
          <p:spPr>
            <a:xfrm>
              <a:off x="6990724" y="1881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8" name="pt30568"/>
            <p:cNvSpPr/>
            <p:nvPr/>
          </p:nvSpPr>
          <p:spPr>
            <a:xfrm>
              <a:off x="7051409" y="2390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9" name="pt30569"/>
            <p:cNvSpPr/>
            <p:nvPr/>
          </p:nvSpPr>
          <p:spPr>
            <a:xfrm>
              <a:off x="7198319" y="2023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0" name="pt30570"/>
            <p:cNvSpPr/>
            <p:nvPr/>
          </p:nvSpPr>
          <p:spPr>
            <a:xfrm>
              <a:off x="7254167" y="1960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1" name="pt30571"/>
            <p:cNvSpPr/>
            <p:nvPr/>
          </p:nvSpPr>
          <p:spPr>
            <a:xfrm>
              <a:off x="7349655" y="2070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2" name="pt30572"/>
            <p:cNvSpPr/>
            <p:nvPr/>
          </p:nvSpPr>
          <p:spPr>
            <a:xfrm>
              <a:off x="6915192" y="2293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3" name="pt30573"/>
            <p:cNvSpPr/>
            <p:nvPr/>
          </p:nvSpPr>
          <p:spPr>
            <a:xfrm>
              <a:off x="7058556" y="2107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4" name="pt30574"/>
            <p:cNvSpPr/>
            <p:nvPr/>
          </p:nvSpPr>
          <p:spPr>
            <a:xfrm>
              <a:off x="7276321" y="2111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5" name="pt30575"/>
            <p:cNvSpPr/>
            <p:nvPr/>
          </p:nvSpPr>
          <p:spPr>
            <a:xfrm>
              <a:off x="7436057" y="2336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6" name="pt30576"/>
            <p:cNvSpPr/>
            <p:nvPr/>
          </p:nvSpPr>
          <p:spPr>
            <a:xfrm>
              <a:off x="7074705" y="2214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7" name="pt30577"/>
            <p:cNvSpPr/>
            <p:nvPr/>
          </p:nvSpPr>
          <p:spPr>
            <a:xfrm>
              <a:off x="7351219" y="2052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8" name="pt30578"/>
            <p:cNvSpPr/>
            <p:nvPr/>
          </p:nvSpPr>
          <p:spPr>
            <a:xfrm>
              <a:off x="7111897" y="2208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9" name="pt30579"/>
            <p:cNvSpPr/>
            <p:nvPr/>
          </p:nvSpPr>
          <p:spPr>
            <a:xfrm>
              <a:off x="6969405" y="1943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0" name="pt30580"/>
            <p:cNvSpPr/>
            <p:nvPr/>
          </p:nvSpPr>
          <p:spPr>
            <a:xfrm>
              <a:off x="7145842" y="2294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1" name="pt30581"/>
            <p:cNvSpPr/>
            <p:nvPr/>
          </p:nvSpPr>
          <p:spPr>
            <a:xfrm>
              <a:off x="7307945" y="1947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2" name="pt30582"/>
            <p:cNvSpPr/>
            <p:nvPr/>
          </p:nvSpPr>
          <p:spPr>
            <a:xfrm>
              <a:off x="6986822" y="2043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3" name="pt30583"/>
            <p:cNvSpPr/>
            <p:nvPr/>
          </p:nvSpPr>
          <p:spPr>
            <a:xfrm>
              <a:off x="7155620" y="2345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4" name="pt30584"/>
            <p:cNvSpPr/>
            <p:nvPr/>
          </p:nvSpPr>
          <p:spPr>
            <a:xfrm>
              <a:off x="6974131" y="1983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5" name="pt30585"/>
            <p:cNvSpPr/>
            <p:nvPr/>
          </p:nvSpPr>
          <p:spPr>
            <a:xfrm>
              <a:off x="7485131" y="2408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6" name="pt30586"/>
            <p:cNvSpPr/>
            <p:nvPr/>
          </p:nvSpPr>
          <p:spPr>
            <a:xfrm>
              <a:off x="7274846" y="1989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7" name="pt30587"/>
            <p:cNvSpPr/>
            <p:nvPr/>
          </p:nvSpPr>
          <p:spPr>
            <a:xfrm>
              <a:off x="7016654" y="2164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8" name="pt30588"/>
            <p:cNvSpPr/>
            <p:nvPr/>
          </p:nvSpPr>
          <p:spPr>
            <a:xfrm>
              <a:off x="6844983" y="2304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9" name="pt30589"/>
            <p:cNvSpPr/>
            <p:nvPr/>
          </p:nvSpPr>
          <p:spPr>
            <a:xfrm>
              <a:off x="7072465" y="2257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0" name="pt30590"/>
            <p:cNvSpPr/>
            <p:nvPr/>
          </p:nvSpPr>
          <p:spPr>
            <a:xfrm>
              <a:off x="7105358" y="2266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1" name="pt30591"/>
            <p:cNvSpPr/>
            <p:nvPr/>
          </p:nvSpPr>
          <p:spPr>
            <a:xfrm>
              <a:off x="6963825" y="204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2" name="pt30592"/>
            <p:cNvSpPr/>
            <p:nvPr/>
          </p:nvSpPr>
          <p:spPr>
            <a:xfrm>
              <a:off x="7116977" y="2175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3" name="pt30593"/>
            <p:cNvSpPr/>
            <p:nvPr/>
          </p:nvSpPr>
          <p:spPr>
            <a:xfrm>
              <a:off x="6954757" y="2144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4" name="pt30594"/>
            <p:cNvSpPr/>
            <p:nvPr/>
          </p:nvSpPr>
          <p:spPr>
            <a:xfrm>
              <a:off x="7428508" y="2568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5" name="pt30595"/>
            <p:cNvSpPr/>
            <p:nvPr/>
          </p:nvSpPr>
          <p:spPr>
            <a:xfrm>
              <a:off x="7279249" y="1998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6" name="pt30596"/>
            <p:cNvSpPr/>
            <p:nvPr/>
          </p:nvSpPr>
          <p:spPr>
            <a:xfrm>
              <a:off x="7372371" y="2474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7" name="pt30597"/>
            <p:cNvSpPr/>
            <p:nvPr/>
          </p:nvSpPr>
          <p:spPr>
            <a:xfrm>
              <a:off x="7090695" y="2231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8" name="pt30598"/>
            <p:cNvSpPr/>
            <p:nvPr/>
          </p:nvSpPr>
          <p:spPr>
            <a:xfrm>
              <a:off x="6885726" y="2145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9" name="pt30599"/>
            <p:cNvSpPr/>
            <p:nvPr/>
          </p:nvSpPr>
          <p:spPr>
            <a:xfrm>
              <a:off x="7382629" y="2265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0" name="pt30600"/>
            <p:cNvSpPr/>
            <p:nvPr/>
          </p:nvSpPr>
          <p:spPr>
            <a:xfrm>
              <a:off x="7297439" y="2018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1" name="pt30601"/>
            <p:cNvSpPr/>
            <p:nvPr/>
          </p:nvSpPr>
          <p:spPr>
            <a:xfrm>
              <a:off x="7153995" y="2345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2" name="pt30602"/>
            <p:cNvSpPr/>
            <p:nvPr/>
          </p:nvSpPr>
          <p:spPr>
            <a:xfrm>
              <a:off x="7307712" y="1950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3" name="pt30603"/>
            <p:cNvSpPr/>
            <p:nvPr/>
          </p:nvSpPr>
          <p:spPr>
            <a:xfrm>
              <a:off x="6975466" y="1935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4" name="pt30604"/>
            <p:cNvSpPr/>
            <p:nvPr/>
          </p:nvSpPr>
          <p:spPr>
            <a:xfrm>
              <a:off x="7011103" y="1980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5" name="pt30605"/>
            <p:cNvSpPr/>
            <p:nvPr/>
          </p:nvSpPr>
          <p:spPr>
            <a:xfrm>
              <a:off x="7261006" y="2049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6" name="pt30606"/>
            <p:cNvSpPr/>
            <p:nvPr/>
          </p:nvSpPr>
          <p:spPr>
            <a:xfrm>
              <a:off x="6993146" y="1976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7" name="pt30607"/>
            <p:cNvSpPr/>
            <p:nvPr/>
          </p:nvSpPr>
          <p:spPr>
            <a:xfrm>
              <a:off x="7015104" y="1915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8" name="pt30608"/>
            <p:cNvSpPr/>
            <p:nvPr/>
          </p:nvSpPr>
          <p:spPr>
            <a:xfrm>
              <a:off x="7059239" y="2045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9" name="pt30609"/>
            <p:cNvSpPr/>
            <p:nvPr/>
          </p:nvSpPr>
          <p:spPr>
            <a:xfrm>
              <a:off x="7097618" y="2199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0" name="pt30610"/>
            <p:cNvSpPr/>
            <p:nvPr/>
          </p:nvSpPr>
          <p:spPr>
            <a:xfrm>
              <a:off x="7108463" y="2177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1" name="pt30611"/>
            <p:cNvSpPr/>
            <p:nvPr/>
          </p:nvSpPr>
          <p:spPr>
            <a:xfrm>
              <a:off x="7009984" y="1997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2" name="pt30612"/>
            <p:cNvSpPr/>
            <p:nvPr/>
          </p:nvSpPr>
          <p:spPr>
            <a:xfrm>
              <a:off x="7276998" y="199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3" name="pt30613"/>
            <p:cNvSpPr/>
            <p:nvPr/>
          </p:nvSpPr>
          <p:spPr>
            <a:xfrm>
              <a:off x="7041295" y="2293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4" name="pt30614"/>
            <p:cNvSpPr/>
            <p:nvPr/>
          </p:nvSpPr>
          <p:spPr>
            <a:xfrm>
              <a:off x="7207203" y="2171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5" name="pt30615"/>
            <p:cNvSpPr/>
            <p:nvPr/>
          </p:nvSpPr>
          <p:spPr>
            <a:xfrm>
              <a:off x="7285219" y="2005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6" name="pt30616"/>
            <p:cNvSpPr/>
            <p:nvPr/>
          </p:nvSpPr>
          <p:spPr>
            <a:xfrm>
              <a:off x="6845751" y="2311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7" name="pt30617"/>
            <p:cNvSpPr/>
            <p:nvPr/>
          </p:nvSpPr>
          <p:spPr>
            <a:xfrm>
              <a:off x="7015672" y="1934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8" name="pt30618"/>
            <p:cNvSpPr/>
            <p:nvPr/>
          </p:nvSpPr>
          <p:spPr>
            <a:xfrm>
              <a:off x="6965743" y="2063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9" name="pt30619"/>
            <p:cNvSpPr/>
            <p:nvPr/>
          </p:nvSpPr>
          <p:spPr>
            <a:xfrm>
              <a:off x="7245119" y="2059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0" name="pt30620"/>
            <p:cNvSpPr/>
            <p:nvPr/>
          </p:nvSpPr>
          <p:spPr>
            <a:xfrm>
              <a:off x="7049604" y="2298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1" name="pt30621"/>
            <p:cNvSpPr/>
            <p:nvPr/>
          </p:nvSpPr>
          <p:spPr>
            <a:xfrm>
              <a:off x="7434282" y="2476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2" name="pt30622"/>
            <p:cNvSpPr/>
            <p:nvPr/>
          </p:nvSpPr>
          <p:spPr>
            <a:xfrm>
              <a:off x="7027716" y="2025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3" name="pt30623"/>
            <p:cNvSpPr/>
            <p:nvPr/>
          </p:nvSpPr>
          <p:spPr>
            <a:xfrm>
              <a:off x="6956335" y="2189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4" name="pt30624"/>
            <p:cNvSpPr/>
            <p:nvPr/>
          </p:nvSpPr>
          <p:spPr>
            <a:xfrm>
              <a:off x="7345425" y="2083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5" name="pt30625"/>
            <p:cNvSpPr/>
            <p:nvPr/>
          </p:nvSpPr>
          <p:spPr>
            <a:xfrm>
              <a:off x="7237007" y="1996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6" name="pt30626"/>
            <p:cNvSpPr/>
            <p:nvPr/>
          </p:nvSpPr>
          <p:spPr>
            <a:xfrm>
              <a:off x="7060507" y="2215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7" name="pt30627"/>
            <p:cNvSpPr/>
            <p:nvPr/>
          </p:nvSpPr>
          <p:spPr>
            <a:xfrm>
              <a:off x="7198565" y="2006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8" name="pt30628"/>
            <p:cNvSpPr/>
            <p:nvPr/>
          </p:nvSpPr>
          <p:spPr>
            <a:xfrm>
              <a:off x="7256260" y="2041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9" name="pt30629"/>
            <p:cNvSpPr/>
            <p:nvPr/>
          </p:nvSpPr>
          <p:spPr>
            <a:xfrm>
              <a:off x="7495524" y="2467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0" name="pt30630"/>
            <p:cNvSpPr/>
            <p:nvPr/>
          </p:nvSpPr>
          <p:spPr>
            <a:xfrm>
              <a:off x="6939282" y="2187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1" name="pt30631"/>
            <p:cNvSpPr/>
            <p:nvPr/>
          </p:nvSpPr>
          <p:spPr>
            <a:xfrm>
              <a:off x="7412551" y="2539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2" name="pt30632"/>
            <p:cNvSpPr/>
            <p:nvPr/>
          </p:nvSpPr>
          <p:spPr>
            <a:xfrm>
              <a:off x="7071363" y="2276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3" name="pt30633"/>
            <p:cNvSpPr/>
            <p:nvPr/>
          </p:nvSpPr>
          <p:spPr>
            <a:xfrm>
              <a:off x="7154897" y="2372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4" name="pt30634"/>
            <p:cNvSpPr/>
            <p:nvPr/>
          </p:nvSpPr>
          <p:spPr>
            <a:xfrm>
              <a:off x="7055958" y="2246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5" name="pt30635"/>
            <p:cNvSpPr/>
            <p:nvPr/>
          </p:nvSpPr>
          <p:spPr>
            <a:xfrm>
              <a:off x="7022930" y="1917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6" name="pt30636"/>
            <p:cNvSpPr/>
            <p:nvPr/>
          </p:nvSpPr>
          <p:spPr>
            <a:xfrm>
              <a:off x="7004857" y="1986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7" name="pt30637"/>
            <p:cNvSpPr/>
            <p:nvPr/>
          </p:nvSpPr>
          <p:spPr>
            <a:xfrm>
              <a:off x="6868284" y="2272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8" name="pt30638"/>
            <p:cNvSpPr/>
            <p:nvPr/>
          </p:nvSpPr>
          <p:spPr>
            <a:xfrm>
              <a:off x="7544409" y="2450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9" name="pt30639"/>
            <p:cNvSpPr/>
            <p:nvPr/>
          </p:nvSpPr>
          <p:spPr>
            <a:xfrm>
              <a:off x="7157980" y="2179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0" name="pt30640"/>
            <p:cNvSpPr/>
            <p:nvPr/>
          </p:nvSpPr>
          <p:spPr>
            <a:xfrm>
              <a:off x="7184798" y="2101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1" name="pt30641"/>
            <p:cNvSpPr/>
            <p:nvPr/>
          </p:nvSpPr>
          <p:spPr>
            <a:xfrm>
              <a:off x="6973265" y="1955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2" name="pt30642"/>
            <p:cNvSpPr/>
            <p:nvPr/>
          </p:nvSpPr>
          <p:spPr>
            <a:xfrm>
              <a:off x="6955313" y="2087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3" name="pt30643"/>
            <p:cNvSpPr/>
            <p:nvPr/>
          </p:nvSpPr>
          <p:spPr>
            <a:xfrm>
              <a:off x="6860430" y="222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4" name="pt30644"/>
            <p:cNvSpPr/>
            <p:nvPr/>
          </p:nvSpPr>
          <p:spPr>
            <a:xfrm>
              <a:off x="7491680" y="2282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5" name="pt30645"/>
            <p:cNvSpPr/>
            <p:nvPr/>
          </p:nvSpPr>
          <p:spPr>
            <a:xfrm>
              <a:off x="7096376" y="2173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6" name="pt30646"/>
            <p:cNvSpPr/>
            <p:nvPr/>
          </p:nvSpPr>
          <p:spPr>
            <a:xfrm>
              <a:off x="7153041" y="2283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7" name="pt30647"/>
            <p:cNvSpPr/>
            <p:nvPr/>
          </p:nvSpPr>
          <p:spPr>
            <a:xfrm>
              <a:off x="6711586" y="1824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8" name="pt30648"/>
            <p:cNvSpPr/>
            <p:nvPr/>
          </p:nvSpPr>
          <p:spPr>
            <a:xfrm>
              <a:off x="7051066" y="2259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9" name="pt30649"/>
            <p:cNvSpPr/>
            <p:nvPr/>
          </p:nvSpPr>
          <p:spPr>
            <a:xfrm>
              <a:off x="7110551" y="2143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0" name="pt30650"/>
            <p:cNvSpPr/>
            <p:nvPr/>
          </p:nvSpPr>
          <p:spPr>
            <a:xfrm>
              <a:off x="7369848" y="2531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1" name="pt30651"/>
            <p:cNvSpPr/>
            <p:nvPr/>
          </p:nvSpPr>
          <p:spPr>
            <a:xfrm>
              <a:off x="6954725" y="2128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2" name="pt30652"/>
            <p:cNvSpPr/>
            <p:nvPr/>
          </p:nvSpPr>
          <p:spPr>
            <a:xfrm>
              <a:off x="7326316" y="2047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3" name="pt30653"/>
            <p:cNvSpPr/>
            <p:nvPr/>
          </p:nvSpPr>
          <p:spPr>
            <a:xfrm>
              <a:off x="7044608" y="2376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4" name="pt30654"/>
            <p:cNvSpPr/>
            <p:nvPr/>
          </p:nvSpPr>
          <p:spPr>
            <a:xfrm>
              <a:off x="7216979" y="2305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5" name="pt30655"/>
            <p:cNvSpPr/>
            <p:nvPr/>
          </p:nvSpPr>
          <p:spPr>
            <a:xfrm>
              <a:off x="7286311" y="2052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6" name="pt30656"/>
            <p:cNvSpPr/>
            <p:nvPr/>
          </p:nvSpPr>
          <p:spPr>
            <a:xfrm>
              <a:off x="6884822" y="1854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7" name="pt30657"/>
            <p:cNvSpPr/>
            <p:nvPr/>
          </p:nvSpPr>
          <p:spPr>
            <a:xfrm>
              <a:off x="7015414" y="1880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8" name="pt30658"/>
            <p:cNvSpPr/>
            <p:nvPr/>
          </p:nvSpPr>
          <p:spPr>
            <a:xfrm>
              <a:off x="6982660" y="2102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9" name="pt30659"/>
            <p:cNvSpPr/>
            <p:nvPr/>
          </p:nvSpPr>
          <p:spPr>
            <a:xfrm>
              <a:off x="6931617" y="2192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0" name="pt30660"/>
            <p:cNvSpPr/>
            <p:nvPr/>
          </p:nvSpPr>
          <p:spPr>
            <a:xfrm>
              <a:off x="7672782" y="2117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1" name="pt30661"/>
            <p:cNvSpPr/>
            <p:nvPr/>
          </p:nvSpPr>
          <p:spPr>
            <a:xfrm>
              <a:off x="7066468" y="2133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2" name="pt30662"/>
            <p:cNvSpPr/>
            <p:nvPr/>
          </p:nvSpPr>
          <p:spPr>
            <a:xfrm>
              <a:off x="7467466" y="2653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3" name="pt30663"/>
            <p:cNvSpPr/>
            <p:nvPr/>
          </p:nvSpPr>
          <p:spPr>
            <a:xfrm>
              <a:off x="7022423" y="2060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4" name="pt30664"/>
            <p:cNvSpPr/>
            <p:nvPr/>
          </p:nvSpPr>
          <p:spPr>
            <a:xfrm>
              <a:off x="7023792" y="1847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5" name="pt30665"/>
            <p:cNvSpPr/>
            <p:nvPr/>
          </p:nvSpPr>
          <p:spPr>
            <a:xfrm>
              <a:off x="7355541" y="2354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6" name="pt30666"/>
            <p:cNvSpPr/>
            <p:nvPr/>
          </p:nvSpPr>
          <p:spPr>
            <a:xfrm>
              <a:off x="7489496" y="2258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7" name="pt30667"/>
            <p:cNvSpPr/>
            <p:nvPr/>
          </p:nvSpPr>
          <p:spPr>
            <a:xfrm>
              <a:off x="7137540" y="2155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8" name="pt30668"/>
            <p:cNvSpPr/>
            <p:nvPr/>
          </p:nvSpPr>
          <p:spPr>
            <a:xfrm>
              <a:off x="6990160" y="2048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9" name="pt30669"/>
            <p:cNvSpPr/>
            <p:nvPr/>
          </p:nvSpPr>
          <p:spPr>
            <a:xfrm>
              <a:off x="7054547" y="2241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0" name="pt30670"/>
            <p:cNvSpPr/>
            <p:nvPr/>
          </p:nvSpPr>
          <p:spPr>
            <a:xfrm>
              <a:off x="7193621" y="1969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1" name="pt30671"/>
            <p:cNvSpPr/>
            <p:nvPr/>
          </p:nvSpPr>
          <p:spPr>
            <a:xfrm>
              <a:off x="7250074" y="2231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2" name="pt30672"/>
            <p:cNvSpPr/>
            <p:nvPr/>
          </p:nvSpPr>
          <p:spPr>
            <a:xfrm>
              <a:off x="7230611" y="2074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3" name="pt30673"/>
            <p:cNvSpPr/>
            <p:nvPr/>
          </p:nvSpPr>
          <p:spPr>
            <a:xfrm>
              <a:off x="7154148" y="2272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4" name="pt30674"/>
            <p:cNvSpPr/>
            <p:nvPr/>
          </p:nvSpPr>
          <p:spPr>
            <a:xfrm>
              <a:off x="6950385" y="2248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5" name="pt30675"/>
            <p:cNvSpPr/>
            <p:nvPr/>
          </p:nvSpPr>
          <p:spPr>
            <a:xfrm>
              <a:off x="7266566" y="1970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6" name="pt30676"/>
            <p:cNvSpPr/>
            <p:nvPr/>
          </p:nvSpPr>
          <p:spPr>
            <a:xfrm>
              <a:off x="7182331" y="212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7" name="pt30677"/>
            <p:cNvSpPr/>
            <p:nvPr/>
          </p:nvSpPr>
          <p:spPr>
            <a:xfrm>
              <a:off x="7176854" y="2117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8" name="pt30678"/>
            <p:cNvSpPr/>
            <p:nvPr/>
          </p:nvSpPr>
          <p:spPr>
            <a:xfrm>
              <a:off x="6926343" y="1935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9" name="pt30679"/>
            <p:cNvSpPr/>
            <p:nvPr/>
          </p:nvSpPr>
          <p:spPr>
            <a:xfrm>
              <a:off x="7352797" y="2050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0" name="pt30680"/>
            <p:cNvSpPr/>
            <p:nvPr/>
          </p:nvSpPr>
          <p:spPr>
            <a:xfrm>
              <a:off x="7172141" y="2000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1" name="pt30681"/>
            <p:cNvSpPr/>
            <p:nvPr/>
          </p:nvSpPr>
          <p:spPr>
            <a:xfrm>
              <a:off x="7238070" y="1848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2" name="pt30682"/>
            <p:cNvSpPr/>
            <p:nvPr/>
          </p:nvSpPr>
          <p:spPr>
            <a:xfrm>
              <a:off x="7159416" y="2118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3" name="pt30683"/>
            <p:cNvSpPr/>
            <p:nvPr/>
          </p:nvSpPr>
          <p:spPr>
            <a:xfrm>
              <a:off x="6984456" y="1952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4" name="pt30684"/>
            <p:cNvSpPr/>
            <p:nvPr/>
          </p:nvSpPr>
          <p:spPr>
            <a:xfrm>
              <a:off x="6947343" y="2181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5" name="pt30685"/>
            <p:cNvSpPr/>
            <p:nvPr/>
          </p:nvSpPr>
          <p:spPr>
            <a:xfrm>
              <a:off x="7322428" y="1918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6" name="pt30686"/>
            <p:cNvSpPr/>
            <p:nvPr/>
          </p:nvSpPr>
          <p:spPr>
            <a:xfrm>
              <a:off x="7170529" y="2009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7" name="pt30687"/>
            <p:cNvSpPr/>
            <p:nvPr/>
          </p:nvSpPr>
          <p:spPr>
            <a:xfrm>
              <a:off x="7215218" y="2191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8" name="pt30688"/>
            <p:cNvSpPr/>
            <p:nvPr/>
          </p:nvSpPr>
          <p:spPr>
            <a:xfrm>
              <a:off x="7269516" y="2005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9" name="pt30689"/>
            <p:cNvSpPr/>
            <p:nvPr/>
          </p:nvSpPr>
          <p:spPr>
            <a:xfrm>
              <a:off x="7036539" y="2267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0" name="pt30690"/>
            <p:cNvSpPr/>
            <p:nvPr/>
          </p:nvSpPr>
          <p:spPr>
            <a:xfrm>
              <a:off x="7150065" y="2323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1" name="pt30691"/>
            <p:cNvSpPr/>
            <p:nvPr/>
          </p:nvSpPr>
          <p:spPr>
            <a:xfrm>
              <a:off x="7159334" y="2093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2" name="pt30692"/>
            <p:cNvSpPr/>
            <p:nvPr/>
          </p:nvSpPr>
          <p:spPr>
            <a:xfrm>
              <a:off x="7225001" y="2025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3" name="pt30693"/>
            <p:cNvSpPr/>
            <p:nvPr/>
          </p:nvSpPr>
          <p:spPr>
            <a:xfrm>
              <a:off x="7103985" y="2145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4" name="pt30694"/>
            <p:cNvSpPr/>
            <p:nvPr/>
          </p:nvSpPr>
          <p:spPr>
            <a:xfrm>
              <a:off x="7052378" y="2392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5" name="pt30695"/>
            <p:cNvSpPr/>
            <p:nvPr/>
          </p:nvSpPr>
          <p:spPr>
            <a:xfrm>
              <a:off x="7212457" y="2318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6" name="pt30696"/>
            <p:cNvSpPr/>
            <p:nvPr/>
          </p:nvSpPr>
          <p:spPr>
            <a:xfrm>
              <a:off x="7171672" y="1969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7" name="pt30697"/>
            <p:cNvSpPr/>
            <p:nvPr/>
          </p:nvSpPr>
          <p:spPr>
            <a:xfrm>
              <a:off x="7275525" y="2084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8" name="pt30698"/>
            <p:cNvSpPr/>
            <p:nvPr/>
          </p:nvSpPr>
          <p:spPr>
            <a:xfrm>
              <a:off x="7155836" y="2241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9" name="pt30699"/>
            <p:cNvSpPr/>
            <p:nvPr/>
          </p:nvSpPr>
          <p:spPr>
            <a:xfrm>
              <a:off x="7357572" y="2100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0" name="pt30700"/>
            <p:cNvSpPr/>
            <p:nvPr/>
          </p:nvSpPr>
          <p:spPr>
            <a:xfrm>
              <a:off x="7311942" y="2098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1" name="pt30701"/>
            <p:cNvSpPr/>
            <p:nvPr/>
          </p:nvSpPr>
          <p:spPr>
            <a:xfrm>
              <a:off x="7180662" y="2198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2" name="pt30702"/>
            <p:cNvSpPr/>
            <p:nvPr/>
          </p:nvSpPr>
          <p:spPr>
            <a:xfrm>
              <a:off x="7164599" y="2037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3" name="pt30703"/>
            <p:cNvSpPr/>
            <p:nvPr/>
          </p:nvSpPr>
          <p:spPr>
            <a:xfrm>
              <a:off x="7128333" y="2126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4" name="pt30704"/>
            <p:cNvSpPr/>
            <p:nvPr/>
          </p:nvSpPr>
          <p:spPr>
            <a:xfrm>
              <a:off x="7291430" y="1966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5" name="pt30705"/>
            <p:cNvSpPr/>
            <p:nvPr/>
          </p:nvSpPr>
          <p:spPr>
            <a:xfrm>
              <a:off x="7045954" y="2305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6" name="pt30706"/>
            <p:cNvSpPr/>
            <p:nvPr/>
          </p:nvSpPr>
          <p:spPr>
            <a:xfrm>
              <a:off x="7202322" y="2067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7" name="pt30707"/>
            <p:cNvSpPr/>
            <p:nvPr/>
          </p:nvSpPr>
          <p:spPr>
            <a:xfrm>
              <a:off x="7173146" y="1998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8" name="pt30708"/>
            <p:cNvSpPr/>
            <p:nvPr/>
          </p:nvSpPr>
          <p:spPr>
            <a:xfrm>
              <a:off x="7256590" y="2062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9" name="pt30709"/>
            <p:cNvSpPr/>
            <p:nvPr/>
          </p:nvSpPr>
          <p:spPr>
            <a:xfrm>
              <a:off x="7242103" y="2280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0" name="pt30710"/>
            <p:cNvSpPr/>
            <p:nvPr/>
          </p:nvSpPr>
          <p:spPr>
            <a:xfrm>
              <a:off x="7050599" y="2283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1" name="pt30711"/>
            <p:cNvSpPr/>
            <p:nvPr/>
          </p:nvSpPr>
          <p:spPr>
            <a:xfrm>
              <a:off x="7010540" y="2083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2" name="pt30712"/>
            <p:cNvSpPr/>
            <p:nvPr/>
          </p:nvSpPr>
          <p:spPr>
            <a:xfrm>
              <a:off x="6912914" y="2158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3" name="pt30713"/>
            <p:cNvSpPr/>
            <p:nvPr/>
          </p:nvSpPr>
          <p:spPr>
            <a:xfrm>
              <a:off x="7576627" y="2220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4" name="pt30714"/>
            <p:cNvSpPr/>
            <p:nvPr/>
          </p:nvSpPr>
          <p:spPr>
            <a:xfrm>
              <a:off x="6966757" y="2015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5" name="pt30715"/>
            <p:cNvSpPr/>
            <p:nvPr/>
          </p:nvSpPr>
          <p:spPr>
            <a:xfrm>
              <a:off x="7055229" y="2229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6" name="pt30716"/>
            <p:cNvSpPr/>
            <p:nvPr/>
          </p:nvSpPr>
          <p:spPr>
            <a:xfrm>
              <a:off x="6890734" y="1932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7" name="pt30717"/>
            <p:cNvSpPr/>
            <p:nvPr/>
          </p:nvSpPr>
          <p:spPr>
            <a:xfrm>
              <a:off x="7108972" y="2162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8" name="pt30718"/>
            <p:cNvSpPr/>
            <p:nvPr/>
          </p:nvSpPr>
          <p:spPr>
            <a:xfrm>
              <a:off x="7335430" y="2125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9" name="pt30719"/>
            <p:cNvSpPr/>
            <p:nvPr/>
          </p:nvSpPr>
          <p:spPr>
            <a:xfrm>
              <a:off x="7414317" y="2680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0" name="pt30720"/>
            <p:cNvSpPr/>
            <p:nvPr/>
          </p:nvSpPr>
          <p:spPr>
            <a:xfrm>
              <a:off x="7036891" y="2225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1" name="pt30721"/>
            <p:cNvSpPr/>
            <p:nvPr/>
          </p:nvSpPr>
          <p:spPr>
            <a:xfrm>
              <a:off x="7291903" y="1928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2" name="pt30722"/>
            <p:cNvSpPr/>
            <p:nvPr/>
          </p:nvSpPr>
          <p:spPr>
            <a:xfrm>
              <a:off x="7237477" y="1938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3" name="pt30723"/>
            <p:cNvSpPr/>
            <p:nvPr/>
          </p:nvSpPr>
          <p:spPr>
            <a:xfrm>
              <a:off x="7273237" y="2056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4" name="pt30724"/>
            <p:cNvSpPr/>
            <p:nvPr/>
          </p:nvSpPr>
          <p:spPr>
            <a:xfrm>
              <a:off x="7072090" y="2244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5" name="pt30725"/>
            <p:cNvSpPr/>
            <p:nvPr/>
          </p:nvSpPr>
          <p:spPr>
            <a:xfrm>
              <a:off x="7174965" y="1997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6" name="pt30726"/>
            <p:cNvSpPr/>
            <p:nvPr/>
          </p:nvSpPr>
          <p:spPr>
            <a:xfrm>
              <a:off x="6941662" y="2187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7" name="pt30727"/>
            <p:cNvSpPr/>
            <p:nvPr/>
          </p:nvSpPr>
          <p:spPr>
            <a:xfrm>
              <a:off x="7342306" y="1993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8" name="pt30728"/>
            <p:cNvSpPr/>
            <p:nvPr/>
          </p:nvSpPr>
          <p:spPr>
            <a:xfrm>
              <a:off x="7188957" y="200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9" name="pt30729"/>
            <p:cNvSpPr/>
            <p:nvPr/>
          </p:nvSpPr>
          <p:spPr>
            <a:xfrm>
              <a:off x="7384703" y="2123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0" name="pt30730"/>
            <p:cNvSpPr/>
            <p:nvPr/>
          </p:nvSpPr>
          <p:spPr>
            <a:xfrm>
              <a:off x="7102022" y="2182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1" name="pt30731"/>
            <p:cNvSpPr/>
            <p:nvPr/>
          </p:nvSpPr>
          <p:spPr>
            <a:xfrm>
              <a:off x="7218502" y="2135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2" name="pt30732"/>
            <p:cNvSpPr/>
            <p:nvPr/>
          </p:nvSpPr>
          <p:spPr>
            <a:xfrm>
              <a:off x="7372165" y="2670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3" name="pt30733"/>
            <p:cNvSpPr/>
            <p:nvPr/>
          </p:nvSpPr>
          <p:spPr>
            <a:xfrm>
              <a:off x="7249001" y="2106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4" name="pt30734"/>
            <p:cNvSpPr/>
            <p:nvPr/>
          </p:nvSpPr>
          <p:spPr>
            <a:xfrm>
              <a:off x="7105094" y="2232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5" name="pt30735"/>
            <p:cNvSpPr/>
            <p:nvPr/>
          </p:nvSpPr>
          <p:spPr>
            <a:xfrm>
              <a:off x="6887111" y="1911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6" name="pt30736"/>
            <p:cNvSpPr/>
            <p:nvPr/>
          </p:nvSpPr>
          <p:spPr>
            <a:xfrm>
              <a:off x="7081410" y="2144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7" name="pt30737"/>
            <p:cNvSpPr/>
            <p:nvPr/>
          </p:nvSpPr>
          <p:spPr>
            <a:xfrm>
              <a:off x="7053673" y="2402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8" name="pt30738"/>
            <p:cNvSpPr/>
            <p:nvPr/>
          </p:nvSpPr>
          <p:spPr>
            <a:xfrm>
              <a:off x="7022533" y="1942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9" name="pt30739"/>
            <p:cNvSpPr/>
            <p:nvPr/>
          </p:nvSpPr>
          <p:spPr>
            <a:xfrm>
              <a:off x="7131161" y="2033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0" name="pt30740"/>
            <p:cNvSpPr/>
            <p:nvPr/>
          </p:nvSpPr>
          <p:spPr>
            <a:xfrm>
              <a:off x="7194279" y="1992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1" name="pt30741"/>
            <p:cNvSpPr/>
            <p:nvPr/>
          </p:nvSpPr>
          <p:spPr>
            <a:xfrm>
              <a:off x="7310708" y="2062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2" name="pt30742"/>
            <p:cNvSpPr/>
            <p:nvPr/>
          </p:nvSpPr>
          <p:spPr>
            <a:xfrm>
              <a:off x="7226496" y="2225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3" name="pt30743"/>
            <p:cNvSpPr/>
            <p:nvPr/>
          </p:nvSpPr>
          <p:spPr>
            <a:xfrm>
              <a:off x="7282999" y="1943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4" name="pt30744"/>
            <p:cNvSpPr/>
            <p:nvPr/>
          </p:nvSpPr>
          <p:spPr>
            <a:xfrm>
              <a:off x="7034592" y="2230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5" name="pt30745"/>
            <p:cNvSpPr/>
            <p:nvPr/>
          </p:nvSpPr>
          <p:spPr>
            <a:xfrm>
              <a:off x="6945874" y="2193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6" name="pt30746"/>
            <p:cNvSpPr/>
            <p:nvPr/>
          </p:nvSpPr>
          <p:spPr>
            <a:xfrm>
              <a:off x="6834176" y="2323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7" name="pt30747"/>
            <p:cNvSpPr/>
            <p:nvPr/>
          </p:nvSpPr>
          <p:spPr>
            <a:xfrm>
              <a:off x="7269739" y="2141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8" name="pt30748"/>
            <p:cNvSpPr/>
            <p:nvPr/>
          </p:nvSpPr>
          <p:spPr>
            <a:xfrm>
              <a:off x="7159713" y="2116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9" name="pt30749"/>
            <p:cNvSpPr/>
            <p:nvPr/>
          </p:nvSpPr>
          <p:spPr>
            <a:xfrm>
              <a:off x="7311381" y="2136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0" name="pt30750"/>
            <p:cNvSpPr/>
            <p:nvPr/>
          </p:nvSpPr>
          <p:spPr>
            <a:xfrm>
              <a:off x="7048205" y="2264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1" name="pt30751"/>
            <p:cNvSpPr/>
            <p:nvPr/>
          </p:nvSpPr>
          <p:spPr>
            <a:xfrm>
              <a:off x="7124581" y="2126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2" name="pt30752"/>
            <p:cNvSpPr/>
            <p:nvPr/>
          </p:nvSpPr>
          <p:spPr>
            <a:xfrm>
              <a:off x="7065880" y="2103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3" name="pt30753"/>
            <p:cNvSpPr/>
            <p:nvPr/>
          </p:nvSpPr>
          <p:spPr>
            <a:xfrm>
              <a:off x="7026690" y="1822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4" name="pt30754"/>
            <p:cNvSpPr/>
            <p:nvPr/>
          </p:nvSpPr>
          <p:spPr>
            <a:xfrm>
              <a:off x="7456449" y="2692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5" name="pt30755"/>
            <p:cNvSpPr/>
            <p:nvPr/>
          </p:nvSpPr>
          <p:spPr>
            <a:xfrm>
              <a:off x="7169587" y="2018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6" name="pt30756"/>
            <p:cNvSpPr/>
            <p:nvPr/>
          </p:nvSpPr>
          <p:spPr>
            <a:xfrm>
              <a:off x="7247740" y="2102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7" name="pt30757"/>
            <p:cNvSpPr/>
            <p:nvPr/>
          </p:nvSpPr>
          <p:spPr>
            <a:xfrm>
              <a:off x="7089738" y="1971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8" name="pt30758"/>
            <p:cNvSpPr/>
            <p:nvPr/>
          </p:nvSpPr>
          <p:spPr>
            <a:xfrm>
              <a:off x="7287675" y="1904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9" name="pt30759"/>
            <p:cNvSpPr/>
            <p:nvPr/>
          </p:nvSpPr>
          <p:spPr>
            <a:xfrm>
              <a:off x="7147770" y="2400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0" name="pt30760"/>
            <p:cNvSpPr/>
            <p:nvPr/>
          </p:nvSpPr>
          <p:spPr>
            <a:xfrm>
              <a:off x="7236300" y="2084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1" name="pt30761"/>
            <p:cNvSpPr/>
            <p:nvPr/>
          </p:nvSpPr>
          <p:spPr>
            <a:xfrm>
              <a:off x="7000417" y="2153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2" name="pt30762"/>
            <p:cNvSpPr/>
            <p:nvPr/>
          </p:nvSpPr>
          <p:spPr>
            <a:xfrm>
              <a:off x="7283150" y="2034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3" name="pt30763"/>
            <p:cNvSpPr/>
            <p:nvPr/>
          </p:nvSpPr>
          <p:spPr>
            <a:xfrm>
              <a:off x="7239755" y="1888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4" name="pt30764"/>
            <p:cNvSpPr/>
            <p:nvPr/>
          </p:nvSpPr>
          <p:spPr>
            <a:xfrm>
              <a:off x="7197625" y="2033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5" name="pt30765"/>
            <p:cNvSpPr/>
            <p:nvPr/>
          </p:nvSpPr>
          <p:spPr>
            <a:xfrm>
              <a:off x="7061647" y="1999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6" name="pt30766"/>
            <p:cNvSpPr/>
            <p:nvPr/>
          </p:nvSpPr>
          <p:spPr>
            <a:xfrm>
              <a:off x="7300281" y="2101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7" name="pt30767"/>
            <p:cNvSpPr/>
            <p:nvPr/>
          </p:nvSpPr>
          <p:spPr>
            <a:xfrm>
              <a:off x="7268953" y="1956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8" name="pt30768"/>
            <p:cNvSpPr/>
            <p:nvPr/>
          </p:nvSpPr>
          <p:spPr>
            <a:xfrm>
              <a:off x="7172614" y="1958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9" name="pt30769"/>
            <p:cNvSpPr/>
            <p:nvPr/>
          </p:nvSpPr>
          <p:spPr>
            <a:xfrm>
              <a:off x="7166111" y="2061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0" name="pt30770"/>
            <p:cNvSpPr/>
            <p:nvPr/>
          </p:nvSpPr>
          <p:spPr>
            <a:xfrm>
              <a:off x="6908925" y="2174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1" name="pt30771"/>
            <p:cNvSpPr/>
            <p:nvPr/>
          </p:nvSpPr>
          <p:spPr>
            <a:xfrm>
              <a:off x="7086471" y="2192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2" name="pt30772"/>
            <p:cNvSpPr/>
            <p:nvPr/>
          </p:nvSpPr>
          <p:spPr>
            <a:xfrm>
              <a:off x="7191824" y="1995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3" name="pt30773"/>
            <p:cNvSpPr/>
            <p:nvPr/>
          </p:nvSpPr>
          <p:spPr>
            <a:xfrm>
              <a:off x="7330977" y="2066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4" name="pt30774"/>
            <p:cNvSpPr/>
            <p:nvPr/>
          </p:nvSpPr>
          <p:spPr>
            <a:xfrm>
              <a:off x="7235744" y="2115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5" name="pt30775"/>
            <p:cNvSpPr/>
            <p:nvPr/>
          </p:nvSpPr>
          <p:spPr>
            <a:xfrm>
              <a:off x="6807541" y="2177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6" name="pt30776"/>
            <p:cNvSpPr/>
            <p:nvPr/>
          </p:nvSpPr>
          <p:spPr>
            <a:xfrm>
              <a:off x="7062292" y="1895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7" name="pt30777"/>
            <p:cNvSpPr/>
            <p:nvPr/>
          </p:nvSpPr>
          <p:spPr>
            <a:xfrm>
              <a:off x="7431488" y="2528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8" name="pt30778"/>
            <p:cNvSpPr/>
            <p:nvPr/>
          </p:nvSpPr>
          <p:spPr>
            <a:xfrm>
              <a:off x="7028859" y="1985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9" name="pt30779"/>
            <p:cNvSpPr/>
            <p:nvPr/>
          </p:nvSpPr>
          <p:spPr>
            <a:xfrm>
              <a:off x="7047379" y="2269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0" name="pt30780"/>
            <p:cNvSpPr/>
            <p:nvPr/>
          </p:nvSpPr>
          <p:spPr>
            <a:xfrm>
              <a:off x="7187242" y="2156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1" name="pt30781"/>
            <p:cNvSpPr/>
            <p:nvPr/>
          </p:nvSpPr>
          <p:spPr>
            <a:xfrm>
              <a:off x="7153647" y="2293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2" name="pt30782"/>
            <p:cNvSpPr/>
            <p:nvPr/>
          </p:nvSpPr>
          <p:spPr>
            <a:xfrm>
              <a:off x="7200855" y="2033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3" name="pt30783"/>
            <p:cNvSpPr/>
            <p:nvPr/>
          </p:nvSpPr>
          <p:spPr>
            <a:xfrm>
              <a:off x="7144536" y="2261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4" name="pt30784"/>
            <p:cNvSpPr/>
            <p:nvPr/>
          </p:nvSpPr>
          <p:spPr>
            <a:xfrm>
              <a:off x="7167215" y="2057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5" name="pt30785"/>
            <p:cNvSpPr/>
            <p:nvPr/>
          </p:nvSpPr>
          <p:spPr>
            <a:xfrm>
              <a:off x="7118434" y="2177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6" name="pt30786"/>
            <p:cNvSpPr/>
            <p:nvPr/>
          </p:nvSpPr>
          <p:spPr>
            <a:xfrm>
              <a:off x="6843098" y="2262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7" name="pt30787"/>
            <p:cNvSpPr/>
            <p:nvPr/>
          </p:nvSpPr>
          <p:spPr>
            <a:xfrm>
              <a:off x="7281674" y="2211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8" name="pt30788"/>
            <p:cNvSpPr/>
            <p:nvPr/>
          </p:nvSpPr>
          <p:spPr>
            <a:xfrm>
              <a:off x="7166501" y="2072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9" name="pt30789"/>
            <p:cNvSpPr/>
            <p:nvPr/>
          </p:nvSpPr>
          <p:spPr>
            <a:xfrm>
              <a:off x="7175308" y="2021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0" name="pt30790"/>
            <p:cNvSpPr/>
            <p:nvPr/>
          </p:nvSpPr>
          <p:spPr>
            <a:xfrm>
              <a:off x="7024461" y="1935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1" name="pt30791"/>
            <p:cNvSpPr/>
            <p:nvPr/>
          </p:nvSpPr>
          <p:spPr>
            <a:xfrm>
              <a:off x="6917322" y="2160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2" name="pt30792"/>
            <p:cNvSpPr/>
            <p:nvPr/>
          </p:nvSpPr>
          <p:spPr>
            <a:xfrm>
              <a:off x="7194432" y="2015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3" name="pt30793"/>
            <p:cNvSpPr/>
            <p:nvPr/>
          </p:nvSpPr>
          <p:spPr>
            <a:xfrm>
              <a:off x="6998472" y="1850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4" name="pt30794"/>
            <p:cNvSpPr/>
            <p:nvPr/>
          </p:nvSpPr>
          <p:spPr>
            <a:xfrm>
              <a:off x="7327364" y="2159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5" name="pt30795"/>
            <p:cNvSpPr/>
            <p:nvPr/>
          </p:nvSpPr>
          <p:spPr>
            <a:xfrm>
              <a:off x="7097204" y="2121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6" name="pt30796"/>
            <p:cNvSpPr/>
            <p:nvPr/>
          </p:nvSpPr>
          <p:spPr>
            <a:xfrm>
              <a:off x="7124509" y="2096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7" name="pt30797"/>
            <p:cNvSpPr/>
            <p:nvPr/>
          </p:nvSpPr>
          <p:spPr>
            <a:xfrm>
              <a:off x="7181087" y="2100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8" name="pt30798"/>
            <p:cNvSpPr/>
            <p:nvPr/>
          </p:nvSpPr>
          <p:spPr>
            <a:xfrm>
              <a:off x="7360169" y="2249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9" name="pt30799"/>
            <p:cNvSpPr/>
            <p:nvPr/>
          </p:nvSpPr>
          <p:spPr>
            <a:xfrm>
              <a:off x="7196865" y="204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0" name="pt30800"/>
            <p:cNvSpPr/>
            <p:nvPr/>
          </p:nvSpPr>
          <p:spPr>
            <a:xfrm>
              <a:off x="7112988" y="2101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1" name="pt30801"/>
            <p:cNvSpPr/>
            <p:nvPr/>
          </p:nvSpPr>
          <p:spPr>
            <a:xfrm>
              <a:off x="7148496" y="231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2" name="pt30802"/>
            <p:cNvSpPr/>
            <p:nvPr/>
          </p:nvSpPr>
          <p:spPr>
            <a:xfrm>
              <a:off x="7256826" y="2059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3" name="pt30803"/>
            <p:cNvSpPr/>
            <p:nvPr/>
          </p:nvSpPr>
          <p:spPr>
            <a:xfrm>
              <a:off x="7125111" y="2137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4" name="pt30804"/>
            <p:cNvSpPr/>
            <p:nvPr/>
          </p:nvSpPr>
          <p:spPr>
            <a:xfrm>
              <a:off x="7211254" y="2424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5" name="pt30805"/>
            <p:cNvSpPr/>
            <p:nvPr/>
          </p:nvSpPr>
          <p:spPr>
            <a:xfrm>
              <a:off x="7376441" y="2205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6" name="pt30806"/>
            <p:cNvSpPr/>
            <p:nvPr/>
          </p:nvSpPr>
          <p:spPr>
            <a:xfrm>
              <a:off x="6668750" y="1705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7" name="pt30807"/>
            <p:cNvSpPr/>
            <p:nvPr/>
          </p:nvSpPr>
          <p:spPr>
            <a:xfrm>
              <a:off x="7447731" y="2426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8" name="pt30808"/>
            <p:cNvSpPr/>
            <p:nvPr/>
          </p:nvSpPr>
          <p:spPr>
            <a:xfrm>
              <a:off x="7266429" y="2117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9" name="pt30809"/>
            <p:cNvSpPr/>
            <p:nvPr/>
          </p:nvSpPr>
          <p:spPr>
            <a:xfrm>
              <a:off x="7149889" y="2348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0" name="pt30810"/>
            <p:cNvSpPr/>
            <p:nvPr/>
          </p:nvSpPr>
          <p:spPr>
            <a:xfrm>
              <a:off x="7248918" y="188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1" name="pt30811"/>
            <p:cNvSpPr/>
            <p:nvPr/>
          </p:nvSpPr>
          <p:spPr>
            <a:xfrm>
              <a:off x="7053070" y="2282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2" name="pt30812"/>
            <p:cNvSpPr/>
            <p:nvPr/>
          </p:nvSpPr>
          <p:spPr>
            <a:xfrm>
              <a:off x="7211925" y="2160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3" name="pt30813"/>
            <p:cNvSpPr/>
            <p:nvPr/>
          </p:nvSpPr>
          <p:spPr>
            <a:xfrm>
              <a:off x="7024558" y="1814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4" name="pt30814"/>
            <p:cNvSpPr/>
            <p:nvPr/>
          </p:nvSpPr>
          <p:spPr>
            <a:xfrm>
              <a:off x="6933338" y="2150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5" name="pt30815"/>
            <p:cNvSpPr/>
            <p:nvPr/>
          </p:nvSpPr>
          <p:spPr>
            <a:xfrm>
              <a:off x="7185063" y="2151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6" name="pt30816"/>
            <p:cNvSpPr/>
            <p:nvPr/>
          </p:nvSpPr>
          <p:spPr>
            <a:xfrm>
              <a:off x="7382235" y="2132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7" name="pt30817"/>
            <p:cNvSpPr/>
            <p:nvPr/>
          </p:nvSpPr>
          <p:spPr>
            <a:xfrm>
              <a:off x="7074402" y="2276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8" name="pt30818"/>
            <p:cNvSpPr/>
            <p:nvPr/>
          </p:nvSpPr>
          <p:spPr>
            <a:xfrm>
              <a:off x="7287262" y="1796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9" name="pt30819"/>
            <p:cNvSpPr/>
            <p:nvPr/>
          </p:nvSpPr>
          <p:spPr>
            <a:xfrm>
              <a:off x="7199014" y="2220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0" name="pt30820"/>
            <p:cNvSpPr/>
            <p:nvPr/>
          </p:nvSpPr>
          <p:spPr>
            <a:xfrm>
              <a:off x="6904537" y="1852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1" name="pt30821"/>
            <p:cNvSpPr/>
            <p:nvPr/>
          </p:nvSpPr>
          <p:spPr>
            <a:xfrm>
              <a:off x="7127484" y="2042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2" name="pt30822"/>
            <p:cNvSpPr/>
            <p:nvPr/>
          </p:nvSpPr>
          <p:spPr>
            <a:xfrm>
              <a:off x="7381283" y="2256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3" name="pt30823"/>
            <p:cNvSpPr/>
            <p:nvPr/>
          </p:nvSpPr>
          <p:spPr>
            <a:xfrm>
              <a:off x="7040140" y="220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4" name="pt30824"/>
            <p:cNvSpPr/>
            <p:nvPr/>
          </p:nvSpPr>
          <p:spPr>
            <a:xfrm>
              <a:off x="7351965" y="2050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5" name="pt30825"/>
            <p:cNvSpPr/>
            <p:nvPr/>
          </p:nvSpPr>
          <p:spPr>
            <a:xfrm>
              <a:off x="7035596" y="2208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6" name="pt30826"/>
            <p:cNvSpPr/>
            <p:nvPr/>
          </p:nvSpPr>
          <p:spPr>
            <a:xfrm>
              <a:off x="7104783" y="2274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7" name="pt30827"/>
            <p:cNvSpPr/>
            <p:nvPr/>
          </p:nvSpPr>
          <p:spPr>
            <a:xfrm>
              <a:off x="7082604" y="1994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8" name="pt30828"/>
            <p:cNvSpPr/>
            <p:nvPr/>
          </p:nvSpPr>
          <p:spPr>
            <a:xfrm>
              <a:off x="7172650" y="2038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9" name="pt30829"/>
            <p:cNvSpPr/>
            <p:nvPr/>
          </p:nvSpPr>
          <p:spPr>
            <a:xfrm>
              <a:off x="7123516" y="2096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0" name="pt30830"/>
            <p:cNvSpPr/>
            <p:nvPr/>
          </p:nvSpPr>
          <p:spPr>
            <a:xfrm>
              <a:off x="7183161" y="2153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1" name="pt30831"/>
            <p:cNvSpPr/>
            <p:nvPr/>
          </p:nvSpPr>
          <p:spPr>
            <a:xfrm>
              <a:off x="6820825" y="238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2" name="pt30832"/>
            <p:cNvSpPr/>
            <p:nvPr/>
          </p:nvSpPr>
          <p:spPr>
            <a:xfrm>
              <a:off x="7178369" y="2060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3" name="pt30833"/>
            <p:cNvSpPr/>
            <p:nvPr/>
          </p:nvSpPr>
          <p:spPr>
            <a:xfrm>
              <a:off x="7112356" y="2089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4" name="pt30834"/>
            <p:cNvSpPr/>
            <p:nvPr/>
          </p:nvSpPr>
          <p:spPr>
            <a:xfrm>
              <a:off x="7325754" y="2027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5" name="pt30835"/>
            <p:cNvSpPr/>
            <p:nvPr/>
          </p:nvSpPr>
          <p:spPr>
            <a:xfrm>
              <a:off x="7398587" y="215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6" name="pt30836"/>
            <p:cNvSpPr/>
            <p:nvPr/>
          </p:nvSpPr>
          <p:spPr>
            <a:xfrm>
              <a:off x="7018959" y="2057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7" name="pt30837"/>
            <p:cNvSpPr/>
            <p:nvPr/>
          </p:nvSpPr>
          <p:spPr>
            <a:xfrm>
              <a:off x="6868517" y="2398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8" name="pt30838"/>
            <p:cNvSpPr/>
            <p:nvPr/>
          </p:nvSpPr>
          <p:spPr>
            <a:xfrm>
              <a:off x="7142870" y="2235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9" name="pt30839"/>
            <p:cNvSpPr/>
            <p:nvPr/>
          </p:nvSpPr>
          <p:spPr>
            <a:xfrm>
              <a:off x="7101804" y="2061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0" name="pt30840"/>
            <p:cNvSpPr/>
            <p:nvPr/>
          </p:nvSpPr>
          <p:spPr>
            <a:xfrm>
              <a:off x="6933343" y="1923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1" name="pt30841"/>
            <p:cNvSpPr/>
            <p:nvPr/>
          </p:nvSpPr>
          <p:spPr>
            <a:xfrm>
              <a:off x="7083135" y="2086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2" name="pt30842"/>
            <p:cNvSpPr/>
            <p:nvPr/>
          </p:nvSpPr>
          <p:spPr>
            <a:xfrm>
              <a:off x="7029385" y="1910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3" name="pt30843"/>
            <p:cNvSpPr/>
            <p:nvPr/>
          </p:nvSpPr>
          <p:spPr>
            <a:xfrm>
              <a:off x="7153518" y="2256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4" name="pt30844"/>
            <p:cNvSpPr/>
            <p:nvPr/>
          </p:nvSpPr>
          <p:spPr>
            <a:xfrm>
              <a:off x="7246865" y="2226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5" name="pt30845"/>
            <p:cNvSpPr/>
            <p:nvPr/>
          </p:nvSpPr>
          <p:spPr>
            <a:xfrm>
              <a:off x="7081487" y="1941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6" name="pt30846"/>
            <p:cNvSpPr/>
            <p:nvPr/>
          </p:nvSpPr>
          <p:spPr>
            <a:xfrm>
              <a:off x="7169354" y="2006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7" name="pt30847"/>
            <p:cNvSpPr/>
            <p:nvPr/>
          </p:nvSpPr>
          <p:spPr>
            <a:xfrm>
              <a:off x="6924451" y="2206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8" name="pt30848"/>
            <p:cNvSpPr/>
            <p:nvPr/>
          </p:nvSpPr>
          <p:spPr>
            <a:xfrm>
              <a:off x="6932495" y="2279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9" name="pt30849"/>
            <p:cNvSpPr/>
            <p:nvPr/>
          </p:nvSpPr>
          <p:spPr>
            <a:xfrm>
              <a:off x="7126221" y="2122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0" name="pt30850"/>
            <p:cNvSpPr/>
            <p:nvPr/>
          </p:nvSpPr>
          <p:spPr>
            <a:xfrm>
              <a:off x="7066840" y="2066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1" name="pt30851"/>
            <p:cNvSpPr/>
            <p:nvPr/>
          </p:nvSpPr>
          <p:spPr>
            <a:xfrm>
              <a:off x="7148206" y="232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2" name="pt30852"/>
            <p:cNvSpPr/>
            <p:nvPr/>
          </p:nvSpPr>
          <p:spPr>
            <a:xfrm>
              <a:off x="7318290" y="1955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3" name="pt30853"/>
            <p:cNvSpPr/>
            <p:nvPr/>
          </p:nvSpPr>
          <p:spPr>
            <a:xfrm>
              <a:off x="7043707" y="218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4" name="pt30854"/>
            <p:cNvSpPr/>
            <p:nvPr/>
          </p:nvSpPr>
          <p:spPr>
            <a:xfrm>
              <a:off x="7341598" y="1961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5" name="pt30855"/>
            <p:cNvSpPr/>
            <p:nvPr/>
          </p:nvSpPr>
          <p:spPr>
            <a:xfrm>
              <a:off x="7387502" y="2148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6" name="pt30856"/>
            <p:cNvSpPr/>
            <p:nvPr/>
          </p:nvSpPr>
          <p:spPr>
            <a:xfrm>
              <a:off x="7272002" y="2053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7" name="pt30857"/>
            <p:cNvSpPr/>
            <p:nvPr/>
          </p:nvSpPr>
          <p:spPr>
            <a:xfrm>
              <a:off x="7076707" y="209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8" name="pt30858"/>
            <p:cNvSpPr/>
            <p:nvPr/>
          </p:nvSpPr>
          <p:spPr>
            <a:xfrm>
              <a:off x="6956298" y="2211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9" name="pt30859"/>
            <p:cNvSpPr/>
            <p:nvPr/>
          </p:nvSpPr>
          <p:spPr>
            <a:xfrm>
              <a:off x="7119158" y="2179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0" name="pt30860"/>
            <p:cNvSpPr/>
            <p:nvPr/>
          </p:nvSpPr>
          <p:spPr>
            <a:xfrm>
              <a:off x="7321322" y="195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1" name="pt30861"/>
            <p:cNvSpPr/>
            <p:nvPr/>
          </p:nvSpPr>
          <p:spPr>
            <a:xfrm>
              <a:off x="7174851" y="1979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2" name="pt30862"/>
            <p:cNvSpPr/>
            <p:nvPr/>
          </p:nvSpPr>
          <p:spPr>
            <a:xfrm>
              <a:off x="7305629" y="2031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3" name="pt30863"/>
            <p:cNvSpPr/>
            <p:nvPr/>
          </p:nvSpPr>
          <p:spPr>
            <a:xfrm>
              <a:off x="7213887" y="2224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4" name="pt30864"/>
            <p:cNvSpPr/>
            <p:nvPr/>
          </p:nvSpPr>
          <p:spPr>
            <a:xfrm>
              <a:off x="7318381" y="180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5" name="pt30865"/>
            <p:cNvSpPr/>
            <p:nvPr/>
          </p:nvSpPr>
          <p:spPr>
            <a:xfrm>
              <a:off x="7024264" y="1671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6" name="pt30866"/>
            <p:cNvSpPr/>
            <p:nvPr/>
          </p:nvSpPr>
          <p:spPr>
            <a:xfrm>
              <a:off x="7101879" y="2196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7" name="pt30867"/>
            <p:cNvSpPr/>
            <p:nvPr/>
          </p:nvSpPr>
          <p:spPr>
            <a:xfrm>
              <a:off x="6958755" y="2076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8" name="pt30868"/>
            <p:cNvSpPr/>
            <p:nvPr/>
          </p:nvSpPr>
          <p:spPr>
            <a:xfrm>
              <a:off x="7254169" y="2102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9" name="pt30869"/>
            <p:cNvSpPr/>
            <p:nvPr/>
          </p:nvSpPr>
          <p:spPr>
            <a:xfrm>
              <a:off x="7168103" y="2043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0" name="pt30870"/>
            <p:cNvSpPr/>
            <p:nvPr/>
          </p:nvSpPr>
          <p:spPr>
            <a:xfrm>
              <a:off x="7185098" y="2022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1" name="pt30871"/>
            <p:cNvSpPr/>
            <p:nvPr/>
          </p:nvSpPr>
          <p:spPr>
            <a:xfrm>
              <a:off x="7419000" y="2714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2" name="pt30872"/>
            <p:cNvSpPr/>
            <p:nvPr/>
          </p:nvSpPr>
          <p:spPr>
            <a:xfrm>
              <a:off x="7361208" y="2428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3" name="pt30873"/>
            <p:cNvSpPr/>
            <p:nvPr/>
          </p:nvSpPr>
          <p:spPr>
            <a:xfrm>
              <a:off x="7246830" y="2154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4" name="pt30874"/>
            <p:cNvSpPr/>
            <p:nvPr/>
          </p:nvSpPr>
          <p:spPr>
            <a:xfrm>
              <a:off x="7132124" y="2091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5" name="pt30875"/>
            <p:cNvSpPr/>
            <p:nvPr/>
          </p:nvSpPr>
          <p:spPr>
            <a:xfrm>
              <a:off x="7245870" y="2200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6" name="pt30876"/>
            <p:cNvSpPr/>
            <p:nvPr/>
          </p:nvSpPr>
          <p:spPr>
            <a:xfrm>
              <a:off x="7102737" y="2120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7" name="pt30877"/>
            <p:cNvSpPr/>
            <p:nvPr/>
          </p:nvSpPr>
          <p:spPr>
            <a:xfrm>
              <a:off x="7277152" y="1973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8" name="pt30878"/>
            <p:cNvSpPr/>
            <p:nvPr/>
          </p:nvSpPr>
          <p:spPr>
            <a:xfrm>
              <a:off x="7048361" y="2294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9" name="pt30879"/>
            <p:cNvSpPr/>
            <p:nvPr/>
          </p:nvSpPr>
          <p:spPr>
            <a:xfrm>
              <a:off x="7091000" y="2171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0" name="pt30880"/>
            <p:cNvSpPr/>
            <p:nvPr/>
          </p:nvSpPr>
          <p:spPr>
            <a:xfrm>
              <a:off x="7031516" y="1916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1" name="pt30881"/>
            <p:cNvSpPr/>
            <p:nvPr/>
          </p:nvSpPr>
          <p:spPr>
            <a:xfrm>
              <a:off x="7137849" y="2144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2" name="pt30882"/>
            <p:cNvSpPr/>
            <p:nvPr/>
          </p:nvSpPr>
          <p:spPr>
            <a:xfrm>
              <a:off x="6659819" y="2246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3" name="pt30883"/>
            <p:cNvSpPr/>
            <p:nvPr/>
          </p:nvSpPr>
          <p:spPr>
            <a:xfrm>
              <a:off x="7188394" y="2024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4" name="pt30884"/>
            <p:cNvSpPr/>
            <p:nvPr/>
          </p:nvSpPr>
          <p:spPr>
            <a:xfrm>
              <a:off x="7126768" y="2088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5" name="pt30885"/>
            <p:cNvSpPr/>
            <p:nvPr/>
          </p:nvSpPr>
          <p:spPr>
            <a:xfrm>
              <a:off x="7080241" y="2116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6" name="pt30886"/>
            <p:cNvSpPr/>
            <p:nvPr/>
          </p:nvSpPr>
          <p:spPr>
            <a:xfrm>
              <a:off x="7133173" y="2149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7" name="pt30887"/>
            <p:cNvSpPr/>
            <p:nvPr/>
          </p:nvSpPr>
          <p:spPr>
            <a:xfrm>
              <a:off x="7158078" y="2205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8" name="pt30888"/>
            <p:cNvSpPr/>
            <p:nvPr/>
          </p:nvSpPr>
          <p:spPr>
            <a:xfrm>
              <a:off x="7131664" y="205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9" name="pt30889"/>
            <p:cNvSpPr/>
            <p:nvPr/>
          </p:nvSpPr>
          <p:spPr>
            <a:xfrm>
              <a:off x="6743830" y="2063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0" name="pt30890"/>
            <p:cNvSpPr/>
            <p:nvPr/>
          </p:nvSpPr>
          <p:spPr>
            <a:xfrm>
              <a:off x="7212346" y="2375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1" name="pt30891"/>
            <p:cNvSpPr/>
            <p:nvPr/>
          </p:nvSpPr>
          <p:spPr>
            <a:xfrm>
              <a:off x="7332368" y="1906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2" name="pt30892"/>
            <p:cNvSpPr/>
            <p:nvPr/>
          </p:nvSpPr>
          <p:spPr>
            <a:xfrm>
              <a:off x="7172509" y="1965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3" name="pt30893"/>
            <p:cNvSpPr/>
            <p:nvPr/>
          </p:nvSpPr>
          <p:spPr>
            <a:xfrm>
              <a:off x="7031145" y="1792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4" name="pt30894"/>
            <p:cNvSpPr/>
            <p:nvPr/>
          </p:nvSpPr>
          <p:spPr>
            <a:xfrm>
              <a:off x="7309358" y="2116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5" name="pt30895"/>
            <p:cNvSpPr/>
            <p:nvPr/>
          </p:nvSpPr>
          <p:spPr>
            <a:xfrm>
              <a:off x="7203464" y="2200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6" name="pt30896"/>
            <p:cNvSpPr/>
            <p:nvPr/>
          </p:nvSpPr>
          <p:spPr>
            <a:xfrm>
              <a:off x="7111693" y="2105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7" name="pt30897"/>
            <p:cNvSpPr/>
            <p:nvPr/>
          </p:nvSpPr>
          <p:spPr>
            <a:xfrm>
              <a:off x="7129226" y="2131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8" name="pt30898"/>
            <p:cNvSpPr/>
            <p:nvPr/>
          </p:nvSpPr>
          <p:spPr>
            <a:xfrm>
              <a:off x="7408201" y="2782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9" name="pt30899"/>
            <p:cNvSpPr/>
            <p:nvPr/>
          </p:nvSpPr>
          <p:spPr>
            <a:xfrm>
              <a:off x="7278647" y="197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0" name="pt30900"/>
            <p:cNvSpPr/>
            <p:nvPr/>
          </p:nvSpPr>
          <p:spPr>
            <a:xfrm>
              <a:off x="7144648" y="2153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1" name="pt30901"/>
            <p:cNvSpPr/>
            <p:nvPr/>
          </p:nvSpPr>
          <p:spPr>
            <a:xfrm>
              <a:off x="7107675" y="2168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2" name="pt30902"/>
            <p:cNvSpPr/>
            <p:nvPr/>
          </p:nvSpPr>
          <p:spPr>
            <a:xfrm>
              <a:off x="7212595" y="2363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3" name="pt30903"/>
            <p:cNvSpPr/>
            <p:nvPr/>
          </p:nvSpPr>
          <p:spPr>
            <a:xfrm>
              <a:off x="7603730" y="2458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4" name="pt30904"/>
            <p:cNvSpPr/>
            <p:nvPr/>
          </p:nvSpPr>
          <p:spPr>
            <a:xfrm>
              <a:off x="7140225" y="2166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5" name="pt30905"/>
            <p:cNvSpPr/>
            <p:nvPr/>
          </p:nvSpPr>
          <p:spPr>
            <a:xfrm>
              <a:off x="7238552" y="1987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6" name="pt30906"/>
            <p:cNvSpPr/>
            <p:nvPr/>
          </p:nvSpPr>
          <p:spPr>
            <a:xfrm>
              <a:off x="7084617" y="2149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7" name="pt30907"/>
            <p:cNvSpPr/>
            <p:nvPr/>
          </p:nvSpPr>
          <p:spPr>
            <a:xfrm>
              <a:off x="7188170" y="2077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8" name="pt30908"/>
            <p:cNvSpPr/>
            <p:nvPr/>
          </p:nvSpPr>
          <p:spPr>
            <a:xfrm>
              <a:off x="7125428" y="2086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9" name="pt30909"/>
            <p:cNvSpPr/>
            <p:nvPr/>
          </p:nvSpPr>
          <p:spPr>
            <a:xfrm>
              <a:off x="7092392" y="2215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0" name="pt30910"/>
            <p:cNvSpPr/>
            <p:nvPr/>
          </p:nvSpPr>
          <p:spPr>
            <a:xfrm>
              <a:off x="7580558" y="2283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1" name="pt30911"/>
            <p:cNvSpPr/>
            <p:nvPr/>
          </p:nvSpPr>
          <p:spPr>
            <a:xfrm>
              <a:off x="7430139" y="2683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2" name="pt30912"/>
            <p:cNvSpPr/>
            <p:nvPr/>
          </p:nvSpPr>
          <p:spPr>
            <a:xfrm>
              <a:off x="7370373" y="2397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3" name="pt30913"/>
            <p:cNvSpPr/>
            <p:nvPr/>
          </p:nvSpPr>
          <p:spPr>
            <a:xfrm>
              <a:off x="6903290" y="2032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4" name="pt30914"/>
            <p:cNvSpPr/>
            <p:nvPr/>
          </p:nvSpPr>
          <p:spPr>
            <a:xfrm>
              <a:off x="7145127" y="227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5" name="pt30915"/>
            <p:cNvSpPr/>
            <p:nvPr/>
          </p:nvSpPr>
          <p:spPr>
            <a:xfrm>
              <a:off x="7432359" y="2376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6" name="pt30916"/>
            <p:cNvSpPr/>
            <p:nvPr/>
          </p:nvSpPr>
          <p:spPr>
            <a:xfrm>
              <a:off x="6977806" y="2104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7" name="pt30917"/>
            <p:cNvSpPr/>
            <p:nvPr/>
          </p:nvSpPr>
          <p:spPr>
            <a:xfrm>
              <a:off x="7250899" y="2169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8" name="pt30918"/>
            <p:cNvSpPr/>
            <p:nvPr/>
          </p:nvSpPr>
          <p:spPr>
            <a:xfrm>
              <a:off x="6875302" y="2022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9" name="pt30919"/>
            <p:cNvSpPr/>
            <p:nvPr/>
          </p:nvSpPr>
          <p:spPr>
            <a:xfrm>
              <a:off x="6847645" y="2331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0" name="pt30920"/>
            <p:cNvSpPr/>
            <p:nvPr/>
          </p:nvSpPr>
          <p:spPr>
            <a:xfrm>
              <a:off x="7409427" y="2548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1" name="pt30921"/>
            <p:cNvSpPr/>
            <p:nvPr/>
          </p:nvSpPr>
          <p:spPr>
            <a:xfrm>
              <a:off x="7231713" y="2306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2" name="pt30922"/>
            <p:cNvSpPr/>
            <p:nvPr/>
          </p:nvSpPr>
          <p:spPr>
            <a:xfrm>
              <a:off x="7228278" y="2211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3" name="pt30923"/>
            <p:cNvSpPr/>
            <p:nvPr/>
          </p:nvSpPr>
          <p:spPr>
            <a:xfrm>
              <a:off x="7366589" y="2488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4" name="pt30924"/>
            <p:cNvSpPr/>
            <p:nvPr/>
          </p:nvSpPr>
          <p:spPr>
            <a:xfrm>
              <a:off x="7168444" y="2011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5" name="pt30925"/>
            <p:cNvSpPr/>
            <p:nvPr/>
          </p:nvSpPr>
          <p:spPr>
            <a:xfrm>
              <a:off x="7084700" y="2091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6" name="pt30926"/>
            <p:cNvSpPr/>
            <p:nvPr/>
          </p:nvSpPr>
          <p:spPr>
            <a:xfrm>
              <a:off x="6868538" y="2231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7" name="pt30927"/>
            <p:cNvSpPr/>
            <p:nvPr/>
          </p:nvSpPr>
          <p:spPr>
            <a:xfrm>
              <a:off x="7062906" y="1825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8" name="pt30928"/>
            <p:cNvSpPr/>
            <p:nvPr/>
          </p:nvSpPr>
          <p:spPr>
            <a:xfrm>
              <a:off x="7023082" y="1959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9" name="pt30929"/>
            <p:cNvSpPr/>
            <p:nvPr/>
          </p:nvSpPr>
          <p:spPr>
            <a:xfrm>
              <a:off x="6996903" y="2144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0" name="pt30930"/>
            <p:cNvSpPr/>
            <p:nvPr/>
          </p:nvSpPr>
          <p:spPr>
            <a:xfrm>
              <a:off x="7254645" y="2083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1" name="pt30931"/>
            <p:cNvSpPr/>
            <p:nvPr/>
          </p:nvSpPr>
          <p:spPr>
            <a:xfrm>
              <a:off x="7209243" y="2228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2" name="pt30932"/>
            <p:cNvSpPr/>
            <p:nvPr/>
          </p:nvSpPr>
          <p:spPr>
            <a:xfrm>
              <a:off x="7173281" y="2024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3" name="pt30933"/>
            <p:cNvSpPr/>
            <p:nvPr/>
          </p:nvSpPr>
          <p:spPr>
            <a:xfrm>
              <a:off x="6822346" y="2025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4" name="pt30934"/>
            <p:cNvSpPr/>
            <p:nvPr/>
          </p:nvSpPr>
          <p:spPr>
            <a:xfrm>
              <a:off x="7175834" y="2032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5" name="pt30935"/>
            <p:cNvSpPr/>
            <p:nvPr/>
          </p:nvSpPr>
          <p:spPr>
            <a:xfrm>
              <a:off x="7160934" y="204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6" name="pt30936"/>
            <p:cNvSpPr/>
            <p:nvPr/>
          </p:nvSpPr>
          <p:spPr>
            <a:xfrm>
              <a:off x="6848352" y="224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7" name="pt30937"/>
            <p:cNvSpPr/>
            <p:nvPr/>
          </p:nvSpPr>
          <p:spPr>
            <a:xfrm>
              <a:off x="7385032" y="2214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8" name="pt30938"/>
            <p:cNvSpPr/>
            <p:nvPr/>
          </p:nvSpPr>
          <p:spPr>
            <a:xfrm>
              <a:off x="7219274" y="230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9" name="pt30939"/>
            <p:cNvSpPr/>
            <p:nvPr/>
          </p:nvSpPr>
          <p:spPr>
            <a:xfrm>
              <a:off x="7085282" y="2177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0" name="pt30940"/>
            <p:cNvSpPr/>
            <p:nvPr/>
          </p:nvSpPr>
          <p:spPr>
            <a:xfrm>
              <a:off x="7190295" y="2046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1" name="pt30941"/>
            <p:cNvSpPr/>
            <p:nvPr/>
          </p:nvSpPr>
          <p:spPr>
            <a:xfrm>
              <a:off x="6845486" y="2066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2" name="pt30942"/>
            <p:cNvSpPr/>
            <p:nvPr/>
          </p:nvSpPr>
          <p:spPr>
            <a:xfrm>
              <a:off x="6661731" y="1522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3" name="pt30943"/>
            <p:cNvSpPr/>
            <p:nvPr/>
          </p:nvSpPr>
          <p:spPr>
            <a:xfrm>
              <a:off x="7115096" y="2110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4" name="pt30944"/>
            <p:cNvSpPr/>
            <p:nvPr/>
          </p:nvSpPr>
          <p:spPr>
            <a:xfrm>
              <a:off x="7008731" y="211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5" name="pt30945"/>
            <p:cNvSpPr/>
            <p:nvPr/>
          </p:nvSpPr>
          <p:spPr>
            <a:xfrm>
              <a:off x="7356647" y="2434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6" name="pt30946"/>
            <p:cNvSpPr/>
            <p:nvPr/>
          </p:nvSpPr>
          <p:spPr>
            <a:xfrm>
              <a:off x="6963755" y="192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7" name="pt30947"/>
            <p:cNvSpPr/>
            <p:nvPr/>
          </p:nvSpPr>
          <p:spPr>
            <a:xfrm>
              <a:off x="7156261" y="2240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8" name="pt30948"/>
            <p:cNvSpPr/>
            <p:nvPr/>
          </p:nvSpPr>
          <p:spPr>
            <a:xfrm>
              <a:off x="7063771" y="1770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9" name="pt30949"/>
            <p:cNvSpPr/>
            <p:nvPr/>
          </p:nvSpPr>
          <p:spPr>
            <a:xfrm>
              <a:off x="7537404" y="2309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0" name="pt30950"/>
            <p:cNvSpPr/>
            <p:nvPr/>
          </p:nvSpPr>
          <p:spPr>
            <a:xfrm>
              <a:off x="7018999" y="2179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1" name="pt30951"/>
            <p:cNvSpPr/>
            <p:nvPr/>
          </p:nvSpPr>
          <p:spPr>
            <a:xfrm>
              <a:off x="7156216" y="2311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2" name="pt30952"/>
            <p:cNvSpPr/>
            <p:nvPr/>
          </p:nvSpPr>
          <p:spPr>
            <a:xfrm>
              <a:off x="7304362" y="202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3" name="pt30953"/>
            <p:cNvSpPr/>
            <p:nvPr/>
          </p:nvSpPr>
          <p:spPr>
            <a:xfrm>
              <a:off x="6848908" y="2437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4" name="pt30954"/>
            <p:cNvSpPr/>
            <p:nvPr/>
          </p:nvSpPr>
          <p:spPr>
            <a:xfrm>
              <a:off x="7049048" y="2170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5" name="pt30955"/>
            <p:cNvSpPr/>
            <p:nvPr/>
          </p:nvSpPr>
          <p:spPr>
            <a:xfrm>
              <a:off x="7209502" y="2482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6" name="pt30956"/>
            <p:cNvSpPr/>
            <p:nvPr/>
          </p:nvSpPr>
          <p:spPr>
            <a:xfrm>
              <a:off x="7120360" y="2146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7" name="pt30957"/>
            <p:cNvSpPr/>
            <p:nvPr/>
          </p:nvSpPr>
          <p:spPr>
            <a:xfrm>
              <a:off x="7083091" y="2128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8" name="pt30958"/>
            <p:cNvSpPr/>
            <p:nvPr/>
          </p:nvSpPr>
          <p:spPr>
            <a:xfrm>
              <a:off x="7156808" y="2160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9" name="pt30959"/>
            <p:cNvSpPr/>
            <p:nvPr/>
          </p:nvSpPr>
          <p:spPr>
            <a:xfrm>
              <a:off x="7187608" y="2088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0" name="pt30960"/>
            <p:cNvSpPr/>
            <p:nvPr/>
          </p:nvSpPr>
          <p:spPr>
            <a:xfrm>
              <a:off x="7244656" y="2263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1" name="pt30961"/>
            <p:cNvSpPr/>
            <p:nvPr/>
          </p:nvSpPr>
          <p:spPr>
            <a:xfrm>
              <a:off x="7149932" y="2288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2" name="pt30962"/>
            <p:cNvSpPr/>
            <p:nvPr/>
          </p:nvSpPr>
          <p:spPr>
            <a:xfrm>
              <a:off x="7014142" y="1781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3" name="pt30963"/>
            <p:cNvSpPr/>
            <p:nvPr/>
          </p:nvSpPr>
          <p:spPr>
            <a:xfrm>
              <a:off x="7126792" y="2141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4" name="pt30964"/>
            <p:cNvSpPr/>
            <p:nvPr/>
          </p:nvSpPr>
          <p:spPr>
            <a:xfrm>
              <a:off x="7141050" y="2255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5" name="pt30965"/>
            <p:cNvSpPr/>
            <p:nvPr/>
          </p:nvSpPr>
          <p:spPr>
            <a:xfrm>
              <a:off x="7225769" y="2267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6" name="pt30966"/>
            <p:cNvSpPr/>
            <p:nvPr/>
          </p:nvSpPr>
          <p:spPr>
            <a:xfrm>
              <a:off x="7136313" y="2170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7" name="pt30967"/>
            <p:cNvSpPr/>
            <p:nvPr/>
          </p:nvSpPr>
          <p:spPr>
            <a:xfrm>
              <a:off x="7144764" y="2227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8" name="pt30968"/>
            <p:cNvSpPr/>
            <p:nvPr/>
          </p:nvSpPr>
          <p:spPr>
            <a:xfrm>
              <a:off x="7298047" y="1944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9" name="pt30969"/>
            <p:cNvSpPr/>
            <p:nvPr/>
          </p:nvSpPr>
          <p:spPr>
            <a:xfrm>
              <a:off x="7148507" y="2370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0" name="pt30970"/>
            <p:cNvSpPr/>
            <p:nvPr/>
          </p:nvSpPr>
          <p:spPr>
            <a:xfrm>
              <a:off x="6974821" y="1948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1" name="pt30971"/>
            <p:cNvSpPr/>
            <p:nvPr/>
          </p:nvSpPr>
          <p:spPr>
            <a:xfrm>
              <a:off x="7325881" y="191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2" name="pt30972"/>
            <p:cNvSpPr/>
            <p:nvPr/>
          </p:nvSpPr>
          <p:spPr>
            <a:xfrm>
              <a:off x="7526280" y="2322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3" name="pt30973"/>
            <p:cNvSpPr/>
            <p:nvPr/>
          </p:nvSpPr>
          <p:spPr>
            <a:xfrm>
              <a:off x="7250871" y="2100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4" name="pt30974"/>
            <p:cNvSpPr/>
            <p:nvPr/>
          </p:nvSpPr>
          <p:spPr>
            <a:xfrm>
              <a:off x="7441004" y="272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5" name="pt30975"/>
            <p:cNvSpPr/>
            <p:nvPr/>
          </p:nvSpPr>
          <p:spPr>
            <a:xfrm>
              <a:off x="7100279" y="2208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6" name="pt30976"/>
            <p:cNvSpPr/>
            <p:nvPr/>
          </p:nvSpPr>
          <p:spPr>
            <a:xfrm>
              <a:off x="7097889" y="2209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7" name="pt30977"/>
            <p:cNvSpPr/>
            <p:nvPr/>
          </p:nvSpPr>
          <p:spPr>
            <a:xfrm>
              <a:off x="7314740" y="1930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8" name="pt30978"/>
            <p:cNvSpPr/>
            <p:nvPr/>
          </p:nvSpPr>
          <p:spPr>
            <a:xfrm>
              <a:off x="6996586" y="2117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9" name="pt30979"/>
            <p:cNvSpPr/>
            <p:nvPr/>
          </p:nvSpPr>
          <p:spPr>
            <a:xfrm>
              <a:off x="7499708" y="2344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0" name="pt30980"/>
            <p:cNvSpPr/>
            <p:nvPr/>
          </p:nvSpPr>
          <p:spPr>
            <a:xfrm>
              <a:off x="7333336" y="2010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1" name="pt30981"/>
            <p:cNvSpPr/>
            <p:nvPr/>
          </p:nvSpPr>
          <p:spPr>
            <a:xfrm>
              <a:off x="6922851" y="2159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2" name="pt30982"/>
            <p:cNvSpPr/>
            <p:nvPr/>
          </p:nvSpPr>
          <p:spPr>
            <a:xfrm>
              <a:off x="7303094" y="1949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3" name="pt30983"/>
            <p:cNvSpPr/>
            <p:nvPr/>
          </p:nvSpPr>
          <p:spPr>
            <a:xfrm>
              <a:off x="7132823" y="2075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4" name="pt30984"/>
            <p:cNvSpPr/>
            <p:nvPr/>
          </p:nvSpPr>
          <p:spPr>
            <a:xfrm>
              <a:off x="7139850" y="2216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5" name="pt30985"/>
            <p:cNvSpPr/>
            <p:nvPr/>
          </p:nvSpPr>
          <p:spPr>
            <a:xfrm>
              <a:off x="7336711" y="2064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6" name="pt30986"/>
            <p:cNvSpPr/>
            <p:nvPr/>
          </p:nvSpPr>
          <p:spPr>
            <a:xfrm>
              <a:off x="7311894" y="2049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7" name="pt30987"/>
            <p:cNvSpPr/>
            <p:nvPr/>
          </p:nvSpPr>
          <p:spPr>
            <a:xfrm>
              <a:off x="7335110" y="2074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8" name="pt30988"/>
            <p:cNvSpPr/>
            <p:nvPr/>
          </p:nvSpPr>
          <p:spPr>
            <a:xfrm>
              <a:off x="7160497" y="1949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9" name="pt30989"/>
            <p:cNvSpPr/>
            <p:nvPr/>
          </p:nvSpPr>
          <p:spPr>
            <a:xfrm>
              <a:off x="7220077" y="2023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0" name="pt30990"/>
            <p:cNvSpPr/>
            <p:nvPr/>
          </p:nvSpPr>
          <p:spPr>
            <a:xfrm>
              <a:off x="6902562" y="1906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1" name="pt30991"/>
            <p:cNvSpPr/>
            <p:nvPr/>
          </p:nvSpPr>
          <p:spPr>
            <a:xfrm>
              <a:off x="7148049" y="2311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2" name="pt30992"/>
            <p:cNvSpPr/>
            <p:nvPr/>
          </p:nvSpPr>
          <p:spPr>
            <a:xfrm>
              <a:off x="7144466" y="2141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3" name="pt30993"/>
            <p:cNvSpPr/>
            <p:nvPr/>
          </p:nvSpPr>
          <p:spPr>
            <a:xfrm>
              <a:off x="7108117" y="2145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4" name="pt30994"/>
            <p:cNvSpPr/>
            <p:nvPr/>
          </p:nvSpPr>
          <p:spPr>
            <a:xfrm>
              <a:off x="7068732" y="2021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5" name="pt30995"/>
            <p:cNvSpPr/>
            <p:nvPr/>
          </p:nvSpPr>
          <p:spPr>
            <a:xfrm>
              <a:off x="6982565" y="2076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6" name="pt30996"/>
            <p:cNvSpPr/>
            <p:nvPr/>
          </p:nvSpPr>
          <p:spPr>
            <a:xfrm>
              <a:off x="7245079" y="2249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7" name="pt30997"/>
            <p:cNvSpPr/>
            <p:nvPr/>
          </p:nvSpPr>
          <p:spPr>
            <a:xfrm>
              <a:off x="7600383" y="2312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8" name="pt30998"/>
            <p:cNvSpPr/>
            <p:nvPr/>
          </p:nvSpPr>
          <p:spPr>
            <a:xfrm>
              <a:off x="7452630" y="2457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9" name="pt30999"/>
            <p:cNvSpPr/>
            <p:nvPr/>
          </p:nvSpPr>
          <p:spPr>
            <a:xfrm>
              <a:off x="7147847" y="2327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0" name="pt31000"/>
            <p:cNvSpPr/>
            <p:nvPr/>
          </p:nvSpPr>
          <p:spPr>
            <a:xfrm>
              <a:off x="7211128" y="2312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1" name="pt31001"/>
            <p:cNvSpPr/>
            <p:nvPr/>
          </p:nvSpPr>
          <p:spPr>
            <a:xfrm>
              <a:off x="7138936" y="2232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2" name="pt31002"/>
            <p:cNvSpPr/>
            <p:nvPr/>
          </p:nvSpPr>
          <p:spPr>
            <a:xfrm>
              <a:off x="7300951" y="1944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3" name="pt31003"/>
            <p:cNvSpPr/>
            <p:nvPr/>
          </p:nvSpPr>
          <p:spPr>
            <a:xfrm>
              <a:off x="7175325" y="2091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4" name="pt31004"/>
            <p:cNvSpPr/>
            <p:nvPr/>
          </p:nvSpPr>
          <p:spPr>
            <a:xfrm>
              <a:off x="7320804" y="1900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5" name="pt31005"/>
            <p:cNvSpPr/>
            <p:nvPr/>
          </p:nvSpPr>
          <p:spPr>
            <a:xfrm>
              <a:off x="7105083" y="2184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6" name="pt31006"/>
            <p:cNvSpPr/>
            <p:nvPr/>
          </p:nvSpPr>
          <p:spPr>
            <a:xfrm>
              <a:off x="7044523" y="2190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7" name="pt31007"/>
            <p:cNvSpPr/>
            <p:nvPr/>
          </p:nvSpPr>
          <p:spPr>
            <a:xfrm>
              <a:off x="7265919" y="1921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8" name="pt31008"/>
            <p:cNvSpPr/>
            <p:nvPr/>
          </p:nvSpPr>
          <p:spPr>
            <a:xfrm>
              <a:off x="7121295" y="2209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9" name="pt31009"/>
            <p:cNvSpPr/>
            <p:nvPr/>
          </p:nvSpPr>
          <p:spPr>
            <a:xfrm>
              <a:off x="7141646" y="2233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0" name="pt31010"/>
            <p:cNvSpPr/>
            <p:nvPr/>
          </p:nvSpPr>
          <p:spPr>
            <a:xfrm>
              <a:off x="7002171" y="2004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1" name="pt31011"/>
            <p:cNvSpPr/>
            <p:nvPr/>
          </p:nvSpPr>
          <p:spPr>
            <a:xfrm>
              <a:off x="6877861" y="2072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2" name="pt31012"/>
            <p:cNvSpPr/>
            <p:nvPr/>
          </p:nvSpPr>
          <p:spPr>
            <a:xfrm>
              <a:off x="7273097" y="1989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3" name="pt31013"/>
            <p:cNvSpPr/>
            <p:nvPr/>
          </p:nvSpPr>
          <p:spPr>
            <a:xfrm>
              <a:off x="7090321" y="221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4" name="pt31014"/>
            <p:cNvSpPr/>
            <p:nvPr/>
          </p:nvSpPr>
          <p:spPr>
            <a:xfrm>
              <a:off x="7157596" y="2147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5" name="pt31015"/>
            <p:cNvSpPr/>
            <p:nvPr/>
          </p:nvSpPr>
          <p:spPr>
            <a:xfrm>
              <a:off x="7324926" y="2010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6" name="pt31016"/>
            <p:cNvSpPr/>
            <p:nvPr/>
          </p:nvSpPr>
          <p:spPr>
            <a:xfrm>
              <a:off x="7005355" y="1973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7" name="pt31017"/>
            <p:cNvSpPr/>
            <p:nvPr/>
          </p:nvSpPr>
          <p:spPr>
            <a:xfrm>
              <a:off x="7106229" y="2216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8" name="pt31018"/>
            <p:cNvSpPr/>
            <p:nvPr/>
          </p:nvSpPr>
          <p:spPr>
            <a:xfrm>
              <a:off x="7003331" y="2082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9" name="pt31019"/>
            <p:cNvSpPr/>
            <p:nvPr/>
          </p:nvSpPr>
          <p:spPr>
            <a:xfrm>
              <a:off x="7253814" y="2017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0" name="pt31020"/>
            <p:cNvSpPr/>
            <p:nvPr/>
          </p:nvSpPr>
          <p:spPr>
            <a:xfrm>
              <a:off x="7308347" y="1935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1" name="pt31021"/>
            <p:cNvSpPr/>
            <p:nvPr/>
          </p:nvSpPr>
          <p:spPr>
            <a:xfrm>
              <a:off x="7117069" y="2142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2" name="pt31022"/>
            <p:cNvSpPr/>
            <p:nvPr/>
          </p:nvSpPr>
          <p:spPr>
            <a:xfrm>
              <a:off x="7063732" y="1774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3" name="pt31023"/>
            <p:cNvSpPr/>
            <p:nvPr/>
          </p:nvSpPr>
          <p:spPr>
            <a:xfrm>
              <a:off x="7132452" y="2207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4" name="pt31024"/>
            <p:cNvSpPr/>
            <p:nvPr/>
          </p:nvSpPr>
          <p:spPr>
            <a:xfrm>
              <a:off x="7091467" y="2254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5" name="pt31025"/>
            <p:cNvSpPr/>
            <p:nvPr/>
          </p:nvSpPr>
          <p:spPr>
            <a:xfrm>
              <a:off x="7040324" y="2176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6" name="pt31026"/>
            <p:cNvSpPr/>
            <p:nvPr/>
          </p:nvSpPr>
          <p:spPr>
            <a:xfrm>
              <a:off x="7040241" y="2184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7" name="pt31027"/>
            <p:cNvSpPr/>
            <p:nvPr/>
          </p:nvSpPr>
          <p:spPr>
            <a:xfrm>
              <a:off x="7244807" y="2278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8" name="pt31028"/>
            <p:cNvSpPr/>
            <p:nvPr/>
          </p:nvSpPr>
          <p:spPr>
            <a:xfrm>
              <a:off x="7217824" y="2183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9" name="pt31029"/>
            <p:cNvSpPr/>
            <p:nvPr/>
          </p:nvSpPr>
          <p:spPr>
            <a:xfrm>
              <a:off x="7169805" y="2013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0" name="pt31030"/>
            <p:cNvSpPr/>
            <p:nvPr/>
          </p:nvSpPr>
          <p:spPr>
            <a:xfrm>
              <a:off x="7025842" y="1747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1" name="pt31031"/>
            <p:cNvSpPr/>
            <p:nvPr/>
          </p:nvSpPr>
          <p:spPr>
            <a:xfrm>
              <a:off x="7160568" y="1914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2" name="pt31032"/>
            <p:cNvSpPr/>
            <p:nvPr/>
          </p:nvSpPr>
          <p:spPr>
            <a:xfrm>
              <a:off x="7513726" y="215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3" name="pt31033"/>
            <p:cNvSpPr/>
            <p:nvPr/>
          </p:nvSpPr>
          <p:spPr>
            <a:xfrm>
              <a:off x="7368849" y="2453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4" name="pt31034"/>
            <p:cNvSpPr/>
            <p:nvPr/>
          </p:nvSpPr>
          <p:spPr>
            <a:xfrm>
              <a:off x="7018206" y="2092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5" name="pt31035"/>
            <p:cNvSpPr/>
            <p:nvPr/>
          </p:nvSpPr>
          <p:spPr>
            <a:xfrm>
              <a:off x="7200982" y="1936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6" name="pt31036"/>
            <p:cNvSpPr/>
            <p:nvPr/>
          </p:nvSpPr>
          <p:spPr>
            <a:xfrm>
              <a:off x="7242380" y="2195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7" name="pt31037"/>
            <p:cNvSpPr/>
            <p:nvPr/>
          </p:nvSpPr>
          <p:spPr>
            <a:xfrm>
              <a:off x="7327971" y="1988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8" name="pt31038"/>
            <p:cNvSpPr/>
            <p:nvPr/>
          </p:nvSpPr>
          <p:spPr>
            <a:xfrm>
              <a:off x="7064922" y="1789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9" name="pt31039"/>
            <p:cNvSpPr/>
            <p:nvPr/>
          </p:nvSpPr>
          <p:spPr>
            <a:xfrm>
              <a:off x="6645621" y="1777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0" name="pt31040"/>
            <p:cNvSpPr/>
            <p:nvPr/>
          </p:nvSpPr>
          <p:spPr>
            <a:xfrm>
              <a:off x="7253387" y="1947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1" name="pt31041"/>
            <p:cNvSpPr/>
            <p:nvPr/>
          </p:nvSpPr>
          <p:spPr>
            <a:xfrm>
              <a:off x="7100693" y="2105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2" name="pt31042"/>
            <p:cNvSpPr/>
            <p:nvPr/>
          </p:nvSpPr>
          <p:spPr>
            <a:xfrm>
              <a:off x="7399097" y="2484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3" name="pt31043"/>
            <p:cNvSpPr/>
            <p:nvPr/>
          </p:nvSpPr>
          <p:spPr>
            <a:xfrm>
              <a:off x="6952406" y="2087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4" name="pt31044"/>
            <p:cNvSpPr/>
            <p:nvPr/>
          </p:nvSpPr>
          <p:spPr>
            <a:xfrm>
              <a:off x="7344922" y="1943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5" name="pt31045"/>
            <p:cNvSpPr/>
            <p:nvPr/>
          </p:nvSpPr>
          <p:spPr>
            <a:xfrm>
              <a:off x="7186047" y="2048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6" name="pt31046"/>
            <p:cNvSpPr/>
            <p:nvPr/>
          </p:nvSpPr>
          <p:spPr>
            <a:xfrm>
              <a:off x="6834481" y="2249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7" name="pt31047"/>
            <p:cNvSpPr/>
            <p:nvPr/>
          </p:nvSpPr>
          <p:spPr>
            <a:xfrm>
              <a:off x="7122317" y="2162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8" name="pt31048"/>
            <p:cNvSpPr/>
            <p:nvPr/>
          </p:nvSpPr>
          <p:spPr>
            <a:xfrm>
              <a:off x="6993748" y="1872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9" name="pt31049"/>
            <p:cNvSpPr/>
            <p:nvPr/>
          </p:nvSpPr>
          <p:spPr>
            <a:xfrm>
              <a:off x="7299954" y="2078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0" name="pt31050"/>
            <p:cNvSpPr/>
            <p:nvPr/>
          </p:nvSpPr>
          <p:spPr>
            <a:xfrm>
              <a:off x="6992965" y="1861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1" name="pt31051"/>
            <p:cNvSpPr/>
            <p:nvPr/>
          </p:nvSpPr>
          <p:spPr>
            <a:xfrm>
              <a:off x="7040638" y="233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2" name="pt31052"/>
            <p:cNvSpPr/>
            <p:nvPr/>
          </p:nvSpPr>
          <p:spPr>
            <a:xfrm>
              <a:off x="7255737" y="2180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3" name="pt31053"/>
            <p:cNvSpPr/>
            <p:nvPr/>
          </p:nvSpPr>
          <p:spPr>
            <a:xfrm>
              <a:off x="7258781" y="2047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4" name="pt31054"/>
            <p:cNvSpPr/>
            <p:nvPr/>
          </p:nvSpPr>
          <p:spPr>
            <a:xfrm>
              <a:off x="7263829" y="2102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5" name="pt31055"/>
            <p:cNvSpPr/>
            <p:nvPr/>
          </p:nvSpPr>
          <p:spPr>
            <a:xfrm>
              <a:off x="7415113" y="2751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6" name="pt31056"/>
            <p:cNvSpPr/>
            <p:nvPr/>
          </p:nvSpPr>
          <p:spPr>
            <a:xfrm>
              <a:off x="6865253" y="2319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7" name="pt31057"/>
            <p:cNvSpPr/>
            <p:nvPr/>
          </p:nvSpPr>
          <p:spPr>
            <a:xfrm>
              <a:off x="7162696" y="1955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8" name="pt31058"/>
            <p:cNvSpPr/>
            <p:nvPr/>
          </p:nvSpPr>
          <p:spPr>
            <a:xfrm>
              <a:off x="6673776" y="1895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9" name="pt31059"/>
            <p:cNvSpPr/>
            <p:nvPr/>
          </p:nvSpPr>
          <p:spPr>
            <a:xfrm>
              <a:off x="6952013" y="2137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0" name="pt31060"/>
            <p:cNvSpPr/>
            <p:nvPr/>
          </p:nvSpPr>
          <p:spPr>
            <a:xfrm>
              <a:off x="7236728" y="2011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1" name="pt31061"/>
            <p:cNvSpPr/>
            <p:nvPr/>
          </p:nvSpPr>
          <p:spPr>
            <a:xfrm>
              <a:off x="7238186" y="1811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2" name="pt31062"/>
            <p:cNvSpPr/>
            <p:nvPr/>
          </p:nvSpPr>
          <p:spPr>
            <a:xfrm>
              <a:off x="6813275" y="2372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3" name="pt31063"/>
            <p:cNvSpPr/>
            <p:nvPr/>
          </p:nvSpPr>
          <p:spPr>
            <a:xfrm>
              <a:off x="7190930" y="2026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4" name="pt31064"/>
            <p:cNvSpPr/>
            <p:nvPr/>
          </p:nvSpPr>
          <p:spPr>
            <a:xfrm>
              <a:off x="7206807" y="2218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5" name="pt31065"/>
            <p:cNvSpPr/>
            <p:nvPr/>
          </p:nvSpPr>
          <p:spPr>
            <a:xfrm>
              <a:off x="7150025" y="2308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6" name="pt31066"/>
            <p:cNvSpPr/>
            <p:nvPr/>
          </p:nvSpPr>
          <p:spPr>
            <a:xfrm>
              <a:off x="7122554" y="2082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7" name="pt31067"/>
            <p:cNvSpPr/>
            <p:nvPr/>
          </p:nvSpPr>
          <p:spPr>
            <a:xfrm>
              <a:off x="6972281" y="1979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8" name="pt31068"/>
            <p:cNvSpPr/>
            <p:nvPr/>
          </p:nvSpPr>
          <p:spPr>
            <a:xfrm>
              <a:off x="6696328" y="2031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9" name="pt31069"/>
            <p:cNvSpPr/>
            <p:nvPr/>
          </p:nvSpPr>
          <p:spPr>
            <a:xfrm>
              <a:off x="7198495" y="2022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0" name="pt31070"/>
            <p:cNvSpPr/>
            <p:nvPr/>
          </p:nvSpPr>
          <p:spPr>
            <a:xfrm>
              <a:off x="7373315" y="2628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1" name="pt31071"/>
            <p:cNvSpPr/>
            <p:nvPr/>
          </p:nvSpPr>
          <p:spPr>
            <a:xfrm>
              <a:off x="7215101" y="2168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2" name="pt31072"/>
            <p:cNvSpPr/>
            <p:nvPr/>
          </p:nvSpPr>
          <p:spPr>
            <a:xfrm>
              <a:off x="6873444" y="2212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3" name="pt31073"/>
            <p:cNvSpPr/>
            <p:nvPr/>
          </p:nvSpPr>
          <p:spPr>
            <a:xfrm>
              <a:off x="7216017" y="2351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4" name="pt31074"/>
            <p:cNvSpPr/>
            <p:nvPr/>
          </p:nvSpPr>
          <p:spPr>
            <a:xfrm>
              <a:off x="7265079" y="1816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5" name="pt31075"/>
            <p:cNvSpPr/>
            <p:nvPr/>
          </p:nvSpPr>
          <p:spPr>
            <a:xfrm>
              <a:off x="7140567" y="2193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6" name="pt31076"/>
            <p:cNvSpPr/>
            <p:nvPr/>
          </p:nvSpPr>
          <p:spPr>
            <a:xfrm>
              <a:off x="7044722" y="2181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7" name="pt31077"/>
            <p:cNvSpPr/>
            <p:nvPr/>
          </p:nvSpPr>
          <p:spPr>
            <a:xfrm>
              <a:off x="7097103" y="2148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8" name="pt31078"/>
            <p:cNvSpPr/>
            <p:nvPr/>
          </p:nvSpPr>
          <p:spPr>
            <a:xfrm>
              <a:off x="7182512" y="2118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9" name="pt31079"/>
            <p:cNvSpPr/>
            <p:nvPr/>
          </p:nvSpPr>
          <p:spPr>
            <a:xfrm>
              <a:off x="7061830" y="2055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0" name="pt31080"/>
            <p:cNvSpPr/>
            <p:nvPr/>
          </p:nvSpPr>
          <p:spPr>
            <a:xfrm>
              <a:off x="7297020" y="1971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1" name="pt31081"/>
            <p:cNvSpPr/>
            <p:nvPr/>
          </p:nvSpPr>
          <p:spPr>
            <a:xfrm>
              <a:off x="7276703" y="2037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2" name="pt31082"/>
            <p:cNvSpPr/>
            <p:nvPr/>
          </p:nvSpPr>
          <p:spPr>
            <a:xfrm>
              <a:off x="6968563" y="2000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3" name="pt31083"/>
            <p:cNvSpPr/>
            <p:nvPr/>
          </p:nvSpPr>
          <p:spPr>
            <a:xfrm>
              <a:off x="7414822" y="2764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4" name="pt31084"/>
            <p:cNvSpPr/>
            <p:nvPr/>
          </p:nvSpPr>
          <p:spPr>
            <a:xfrm>
              <a:off x="7191475" y="2017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5" name="pt31085"/>
            <p:cNvSpPr/>
            <p:nvPr/>
          </p:nvSpPr>
          <p:spPr>
            <a:xfrm>
              <a:off x="7138224" y="2115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6" name="pt31086"/>
            <p:cNvSpPr/>
            <p:nvPr/>
          </p:nvSpPr>
          <p:spPr>
            <a:xfrm>
              <a:off x="7197828" y="2043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7" name="pt31087"/>
            <p:cNvSpPr/>
            <p:nvPr/>
          </p:nvSpPr>
          <p:spPr>
            <a:xfrm>
              <a:off x="6982719" y="1991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8" name="pt31088"/>
            <p:cNvSpPr/>
            <p:nvPr/>
          </p:nvSpPr>
          <p:spPr>
            <a:xfrm>
              <a:off x="7440953" y="2459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9" name="pt31089"/>
            <p:cNvSpPr/>
            <p:nvPr/>
          </p:nvSpPr>
          <p:spPr>
            <a:xfrm>
              <a:off x="7073718" y="2046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0" name="pt31090"/>
            <p:cNvSpPr/>
            <p:nvPr/>
          </p:nvSpPr>
          <p:spPr>
            <a:xfrm>
              <a:off x="7394858" y="2361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1" name="pt31091"/>
            <p:cNvSpPr/>
            <p:nvPr/>
          </p:nvSpPr>
          <p:spPr>
            <a:xfrm>
              <a:off x="7207680" y="2184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2" name="pt31092"/>
            <p:cNvSpPr/>
            <p:nvPr/>
          </p:nvSpPr>
          <p:spPr>
            <a:xfrm>
              <a:off x="7154194" y="2315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3" name="pt31093"/>
            <p:cNvSpPr/>
            <p:nvPr/>
          </p:nvSpPr>
          <p:spPr>
            <a:xfrm>
              <a:off x="7326154" y="2083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4" name="pt31094"/>
            <p:cNvSpPr/>
            <p:nvPr/>
          </p:nvSpPr>
          <p:spPr>
            <a:xfrm>
              <a:off x="7814742" y="2115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5" name="pt31095"/>
            <p:cNvSpPr/>
            <p:nvPr/>
          </p:nvSpPr>
          <p:spPr>
            <a:xfrm>
              <a:off x="7098346" y="2219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6" name="pt31096"/>
            <p:cNvSpPr/>
            <p:nvPr/>
          </p:nvSpPr>
          <p:spPr>
            <a:xfrm>
              <a:off x="7342968" y="2093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7" name="pt31097"/>
            <p:cNvSpPr/>
            <p:nvPr/>
          </p:nvSpPr>
          <p:spPr>
            <a:xfrm>
              <a:off x="7153123" y="239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8" name="pt31098"/>
            <p:cNvSpPr/>
            <p:nvPr/>
          </p:nvSpPr>
          <p:spPr>
            <a:xfrm>
              <a:off x="7346137" y="1983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9" name="pt31099"/>
            <p:cNvSpPr/>
            <p:nvPr/>
          </p:nvSpPr>
          <p:spPr>
            <a:xfrm>
              <a:off x="7003920" y="1950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0" name="pt31100"/>
            <p:cNvSpPr/>
            <p:nvPr/>
          </p:nvSpPr>
          <p:spPr>
            <a:xfrm>
              <a:off x="7242992" y="2135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1" name="pt31101"/>
            <p:cNvSpPr/>
            <p:nvPr/>
          </p:nvSpPr>
          <p:spPr>
            <a:xfrm>
              <a:off x="7249349" y="2219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2" name="pt31102"/>
            <p:cNvSpPr/>
            <p:nvPr/>
          </p:nvSpPr>
          <p:spPr>
            <a:xfrm>
              <a:off x="7190902" y="2047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3" name="pt31103"/>
            <p:cNvSpPr/>
            <p:nvPr/>
          </p:nvSpPr>
          <p:spPr>
            <a:xfrm>
              <a:off x="7289727" y="1890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4" name="pt31104"/>
            <p:cNvSpPr/>
            <p:nvPr/>
          </p:nvSpPr>
          <p:spPr>
            <a:xfrm>
              <a:off x="7441268" y="2691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5" name="pt31105"/>
            <p:cNvSpPr/>
            <p:nvPr/>
          </p:nvSpPr>
          <p:spPr>
            <a:xfrm>
              <a:off x="7083238" y="2088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6" name="pt31106"/>
            <p:cNvSpPr/>
            <p:nvPr/>
          </p:nvSpPr>
          <p:spPr>
            <a:xfrm>
              <a:off x="7097350" y="2271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7" name="pt31107"/>
            <p:cNvSpPr/>
            <p:nvPr/>
          </p:nvSpPr>
          <p:spPr>
            <a:xfrm>
              <a:off x="7412183" y="2734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8" name="pt31108"/>
            <p:cNvSpPr/>
            <p:nvPr/>
          </p:nvSpPr>
          <p:spPr>
            <a:xfrm>
              <a:off x="7019039" y="2033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9" name="pt31109"/>
            <p:cNvSpPr/>
            <p:nvPr/>
          </p:nvSpPr>
          <p:spPr>
            <a:xfrm>
              <a:off x="6851225" y="2491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0" name="pt31110"/>
            <p:cNvSpPr/>
            <p:nvPr/>
          </p:nvSpPr>
          <p:spPr>
            <a:xfrm>
              <a:off x="6922929" y="2060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1" name="pt31111"/>
            <p:cNvSpPr/>
            <p:nvPr/>
          </p:nvSpPr>
          <p:spPr>
            <a:xfrm>
              <a:off x="6918332" y="2083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2" name="pt31112"/>
            <p:cNvSpPr/>
            <p:nvPr/>
          </p:nvSpPr>
          <p:spPr>
            <a:xfrm>
              <a:off x="7035701" y="2179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3" name="pt31113"/>
            <p:cNvSpPr/>
            <p:nvPr/>
          </p:nvSpPr>
          <p:spPr>
            <a:xfrm>
              <a:off x="7125691" y="2170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4" name="pt31114"/>
            <p:cNvSpPr/>
            <p:nvPr/>
          </p:nvSpPr>
          <p:spPr>
            <a:xfrm>
              <a:off x="7022250" y="2040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5" name="pt31115"/>
            <p:cNvSpPr/>
            <p:nvPr/>
          </p:nvSpPr>
          <p:spPr>
            <a:xfrm>
              <a:off x="7168360" y="1961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6" name="pt31116"/>
            <p:cNvSpPr/>
            <p:nvPr/>
          </p:nvSpPr>
          <p:spPr>
            <a:xfrm>
              <a:off x="7292866" y="2075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7" name="pt31117"/>
            <p:cNvSpPr/>
            <p:nvPr/>
          </p:nvSpPr>
          <p:spPr>
            <a:xfrm>
              <a:off x="7185207" y="2122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8" name="pt31118"/>
            <p:cNvSpPr/>
            <p:nvPr/>
          </p:nvSpPr>
          <p:spPr>
            <a:xfrm>
              <a:off x="7086079" y="2168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9" name="pt31119"/>
            <p:cNvSpPr/>
            <p:nvPr/>
          </p:nvSpPr>
          <p:spPr>
            <a:xfrm>
              <a:off x="7015544" y="1900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0" name="pt31120"/>
            <p:cNvSpPr/>
            <p:nvPr/>
          </p:nvSpPr>
          <p:spPr>
            <a:xfrm>
              <a:off x="7038054" y="2338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1" name="pt31121"/>
            <p:cNvSpPr/>
            <p:nvPr/>
          </p:nvSpPr>
          <p:spPr>
            <a:xfrm>
              <a:off x="7015250" y="1827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2" name="pt31122"/>
            <p:cNvSpPr/>
            <p:nvPr/>
          </p:nvSpPr>
          <p:spPr>
            <a:xfrm>
              <a:off x="7078476" y="2038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3" name="pt31123"/>
            <p:cNvSpPr/>
            <p:nvPr/>
          </p:nvSpPr>
          <p:spPr>
            <a:xfrm>
              <a:off x="7040506" y="2194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4" name="pt31124"/>
            <p:cNvSpPr/>
            <p:nvPr/>
          </p:nvSpPr>
          <p:spPr>
            <a:xfrm>
              <a:off x="7046939" y="2151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5" name="pt31125"/>
            <p:cNvSpPr/>
            <p:nvPr/>
          </p:nvSpPr>
          <p:spPr>
            <a:xfrm>
              <a:off x="7100214" y="2266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6" name="pt31126"/>
            <p:cNvSpPr/>
            <p:nvPr/>
          </p:nvSpPr>
          <p:spPr>
            <a:xfrm>
              <a:off x="7303388" y="2041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7" name="pt31127"/>
            <p:cNvSpPr/>
            <p:nvPr/>
          </p:nvSpPr>
          <p:spPr>
            <a:xfrm>
              <a:off x="6787247" y="2440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8" name="pt31128"/>
            <p:cNvSpPr/>
            <p:nvPr/>
          </p:nvSpPr>
          <p:spPr>
            <a:xfrm>
              <a:off x="7014474" y="1962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9" name="pt31129"/>
            <p:cNvSpPr/>
            <p:nvPr/>
          </p:nvSpPr>
          <p:spPr>
            <a:xfrm>
              <a:off x="6794948" y="2459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0" name="pt31130"/>
            <p:cNvSpPr/>
            <p:nvPr/>
          </p:nvSpPr>
          <p:spPr>
            <a:xfrm>
              <a:off x="6887511" y="1970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1" name="pt31131"/>
            <p:cNvSpPr/>
            <p:nvPr/>
          </p:nvSpPr>
          <p:spPr>
            <a:xfrm>
              <a:off x="7329815" y="2029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2" name="pt31132"/>
            <p:cNvSpPr/>
            <p:nvPr/>
          </p:nvSpPr>
          <p:spPr>
            <a:xfrm>
              <a:off x="7028074" y="1832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3" name="pt31133"/>
            <p:cNvSpPr/>
            <p:nvPr/>
          </p:nvSpPr>
          <p:spPr>
            <a:xfrm>
              <a:off x="7444045" y="2894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4" name="pt31134"/>
            <p:cNvSpPr/>
            <p:nvPr/>
          </p:nvSpPr>
          <p:spPr>
            <a:xfrm>
              <a:off x="7085114" y="2113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5" name="pt31135"/>
            <p:cNvSpPr/>
            <p:nvPr/>
          </p:nvSpPr>
          <p:spPr>
            <a:xfrm>
              <a:off x="7049171" y="2137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6" name="pt31136"/>
            <p:cNvSpPr/>
            <p:nvPr/>
          </p:nvSpPr>
          <p:spPr>
            <a:xfrm>
              <a:off x="7171810" y="2007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7" name="pt31137"/>
            <p:cNvSpPr/>
            <p:nvPr/>
          </p:nvSpPr>
          <p:spPr>
            <a:xfrm>
              <a:off x="7263547" y="2115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8" name="pt31138"/>
            <p:cNvSpPr/>
            <p:nvPr/>
          </p:nvSpPr>
          <p:spPr>
            <a:xfrm>
              <a:off x="7179996" y="2059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9" name="pt31139"/>
            <p:cNvSpPr/>
            <p:nvPr/>
          </p:nvSpPr>
          <p:spPr>
            <a:xfrm>
              <a:off x="7179688" y="2133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0" name="pt31140"/>
            <p:cNvSpPr/>
            <p:nvPr/>
          </p:nvSpPr>
          <p:spPr>
            <a:xfrm>
              <a:off x="7277770" y="2070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1" name="pt31141"/>
            <p:cNvSpPr/>
            <p:nvPr/>
          </p:nvSpPr>
          <p:spPr>
            <a:xfrm>
              <a:off x="6941755" y="2137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2" name="pt31142"/>
            <p:cNvSpPr/>
            <p:nvPr/>
          </p:nvSpPr>
          <p:spPr>
            <a:xfrm>
              <a:off x="7150337" y="229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3" name="pt31143"/>
            <p:cNvSpPr/>
            <p:nvPr/>
          </p:nvSpPr>
          <p:spPr>
            <a:xfrm>
              <a:off x="6958713" y="205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4" name="pt31144"/>
            <p:cNvSpPr/>
            <p:nvPr/>
          </p:nvSpPr>
          <p:spPr>
            <a:xfrm>
              <a:off x="6870905" y="2243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5" name="pt31145"/>
            <p:cNvSpPr/>
            <p:nvPr/>
          </p:nvSpPr>
          <p:spPr>
            <a:xfrm>
              <a:off x="7173709" y="2044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6" name="pt31146"/>
            <p:cNvSpPr/>
            <p:nvPr/>
          </p:nvSpPr>
          <p:spPr>
            <a:xfrm>
              <a:off x="6913381" y="2159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7" name="pt31147"/>
            <p:cNvSpPr/>
            <p:nvPr/>
          </p:nvSpPr>
          <p:spPr>
            <a:xfrm>
              <a:off x="7047868" y="2202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8" name="pt31148"/>
            <p:cNvSpPr/>
            <p:nvPr/>
          </p:nvSpPr>
          <p:spPr>
            <a:xfrm>
              <a:off x="7099215" y="2184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9" name="pt31149"/>
            <p:cNvSpPr/>
            <p:nvPr/>
          </p:nvSpPr>
          <p:spPr>
            <a:xfrm>
              <a:off x="6976966" y="1957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0" name="pt31150"/>
            <p:cNvSpPr/>
            <p:nvPr/>
          </p:nvSpPr>
          <p:spPr>
            <a:xfrm>
              <a:off x="7210319" y="2336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1" name="pt31151"/>
            <p:cNvSpPr/>
            <p:nvPr/>
          </p:nvSpPr>
          <p:spPr>
            <a:xfrm>
              <a:off x="7232509" y="2160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2" name="pt31152"/>
            <p:cNvSpPr/>
            <p:nvPr/>
          </p:nvSpPr>
          <p:spPr>
            <a:xfrm>
              <a:off x="7285256" y="2349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3" name="pt31153"/>
            <p:cNvSpPr/>
            <p:nvPr/>
          </p:nvSpPr>
          <p:spPr>
            <a:xfrm>
              <a:off x="7140127" y="2204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4" name="pt31154"/>
            <p:cNvSpPr/>
            <p:nvPr/>
          </p:nvSpPr>
          <p:spPr>
            <a:xfrm>
              <a:off x="7208580" y="2274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5" name="pt31155"/>
            <p:cNvSpPr/>
            <p:nvPr/>
          </p:nvSpPr>
          <p:spPr>
            <a:xfrm>
              <a:off x="7345038" y="2085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6" name="pt31156"/>
            <p:cNvSpPr/>
            <p:nvPr/>
          </p:nvSpPr>
          <p:spPr>
            <a:xfrm>
              <a:off x="7187787" y="2146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7" name="pt31157"/>
            <p:cNvSpPr/>
            <p:nvPr/>
          </p:nvSpPr>
          <p:spPr>
            <a:xfrm>
              <a:off x="6908102" y="2260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8" name="pt31158"/>
            <p:cNvSpPr/>
            <p:nvPr/>
          </p:nvSpPr>
          <p:spPr>
            <a:xfrm>
              <a:off x="7168488" y="1952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9" name="pt31159"/>
            <p:cNvSpPr/>
            <p:nvPr/>
          </p:nvSpPr>
          <p:spPr>
            <a:xfrm>
              <a:off x="7162824" y="2046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0" name="pt31160"/>
            <p:cNvSpPr/>
            <p:nvPr/>
          </p:nvSpPr>
          <p:spPr>
            <a:xfrm>
              <a:off x="7454381" y="2589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1" name="pt31161"/>
            <p:cNvSpPr/>
            <p:nvPr/>
          </p:nvSpPr>
          <p:spPr>
            <a:xfrm>
              <a:off x="7345342" y="2093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2" name="pt31162"/>
            <p:cNvSpPr/>
            <p:nvPr/>
          </p:nvSpPr>
          <p:spPr>
            <a:xfrm>
              <a:off x="7105366" y="2212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3" name="pt31163"/>
            <p:cNvSpPr/>
            <p:nvPr/>
          </p:nvSpPr>
          <p:spPr>
            <a:xfrm>
              <a:off x="6983797" y="2060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4" name="pt31164"/>
            <p:cNvSpPr/>
            <p:nvPr/>
          </p:nvSpPr>
          <p:spPr>
            <a:xfrm>
              <a:off x="7348887" y="2181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5" name="pt31165"/>
            <p:cNvSpPr/>
            <p:nvPr/>
          </p:nvSpPr>
          <p:spPr>
            <a:xfrm>
              <a:off x="7384364" y="226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6" name="pt31166"/>
            <p:cNvSpPr/>
            <p:nvPr/>
          </p:nvSpPr>
          <p:spPr>
            <a:xfrm>
              <a:off x="7144669" y="2283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7" name="pt31167"/>
            <p:cNvSpPr/>
            <p:nvPr/>
          </p:nvSpPr>
          <p:spPr>
            <a:xfrm>
              <a:off x="6950893" y="2130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8" name="pt31168"/>
            <p:cNvSpPr/>
            <p:nvPr/>
          </p:nvSpPr>
          <p:spPr>
            <a:xfrm>
              <a:off x="7114203" y="2071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9" name="pt31169"/>
            <p:cNvSpPr/>
            <p:nvPr/>
          </p:nvSpPr>
          <p:spPr>
            <a:xfrm>
              <a:off x="7041298" y="232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0" name="pt31170"/>
            <p:cNvSpPr/>
            <p:nvPr/>
          </p:nvSpPr>
          <p:spPr>
            <a:xfrm>
              <a:off x="7094802" y="2215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1" name="pt31171"/>
            <p:cNvSpPr/>
            <p:nvPr/>
          </p:nvSpPr>
          <p:spPr>
            <a:xfrm>
              <a:off x="7165752" y="2121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2" name="pt31172"/>
            <p:cNvSpPr/>
            <p:nvPr/>
          </p:nvSpPr>
          <p:spPr>
            <a:xfrm>
              <a:off x="7248898" y="2117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3" name="pt31173"/>
            <p:cNvSpPr/>
            <p:nvPr/>
          </p:nvSpPr>
          <p:spPr>
            <a:xfrm>
              <a:off x="7135713" y="2204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4" name="pt31174"/>
            <p:cNvSpPr/>
            <p:nvPr/>
          </p:nvSpPr>
          <p:spPr>
            <a:xfrm>
              <a:off x="7098672" y="2228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5" name="pt31175"/>
            <p:cNvSpPr/>
            <p:nvPr/>
          </p:nvSpPr>
          <p:spPr>
            <a:xfrm>
              <a:off x="7073759" y="2263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6" name="pt31176"/>
            <p:cNvSpPr/>
            <p:nvPr/>
          </p:nvSpPr>
          <p:spPr>
            <a:xfrm>
              <a:off x="7306869" y="1964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7" name="pt31177"/>
            <p:cNvSpPr/>
            <p:nvPr/>
          </p:nvSpPr>
          <p:spPr>
            <a:xfrm>
              <a:off x="7183302" y="2119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8" name="pt31178"/>
            <p:cNvSpPr/>
            <p:nvPr/>
          </p:nvSpPr>
          <p:spPr>
            <a:xfrm>
              <a:off x="7124364" y="2121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9" name="pt31179"/>
            <p:cNvSpPr/>
            <p:nvPr/>
          </p:nvSpPr>
          <p:spPr>
            <a:xfrm>
              <a:off x="7260739" y="1975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0" name="pt31180"/>
            <p:cNvSpPr/>
            <p:nvPr/>
          </p:nvSpPr>
          <p:spPr>
            <a:xfrm>
              <a:off x="7096380" y="2147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1" name="pt31181"/>
            <p:cNvSpPr/>
            <p:nvPr/>
          </p:nvSpPr>
          <p:spPr>
            <a:xfrm>
              <a:off x="7053949" y="2321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2" name="pt31182"/>
            <p:cNvSpPr/>
            <p:nvPr/>
          </p:nvSpPr>
          <p:spPr>
            <a:xfrm>
              <a:off x="7126962" y="2180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3" name="pt31183"/>
            <p:cNvSpPr/>
            <p:nvPr/>
          </p:nvSpPr>
          <p:spPr>
            <a:xfrm>
              <a:off x="7182912" y="2116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4" name="pt31184"/>
            <p:cNvSpPr/>
            <p:nvPr/>
          </p:nvSpPr>
          <p:spPr>
            <a:xfrm>
              <a:off x="7012229" y="1931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5" name="pt31185"/>
            <p:cNvSpPr/>
            <p:nvPr/>
          </p:nvSpPr>
          <p:spPr>
            <a:xfrm>
              <a:off x="6936675" y="2216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6" name="pt31186"/>
            <p:cNvSpPr/>
            <p:nvPr/>
          </p:nvSpPr>
          <p:spPr>
            <a:xfrm>
              <a:off x="7210776" y="2313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7" name="pt31187"/>
            <p:cNvSpPr/>
            <p:nvPr/>
          </p:nvSpPr>
          <p:spPr>
            <a:xfrm>
              <a:off x="7383816" y="216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8" name="pt31188"/>
            <p:cNvSpPr/>
            <p:nvPr/>
          </p:nvSpPr>
          <p:spPr>
            <a:xfrm>
              <a:off x="7116189" y="2185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9" name="pt31189"/>
            <p:cNvSpPr/>
            <p:nvPr/>
          </p:nvSpPr>
          <p:spPr>
            <a:xfrm>
              <a:off x="7088905" y="2290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0" name="pt31190"/>
            <p:cNvSpPr/>
            <p:nvPr/>
          </p:nvSpPr>
          <p:spPr>
            <a:xfrm>
              <a:off x="7306964" y="1886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1" name="pt31191"/>
            <p:cNvSpPr/>
            <p:nvPr/>
          </p:nvSpPr>
          <p:spPr>
            <a:xfrm>
              <a:off x="6848922" y="2357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2" name="pt31192"/>
            <p:cNvSpPr/>
            <p:nvPr/>
          </p:nvSpPr>
          <p:spPr>
            <a:xfrm>
              <a:off x="7294260" y="1957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3" name="pt31193"/>
            <p:cNvSpPr/>
            <p:nvPr/>
          </p:nvSpPr>
          <p:spPr>
            <a:xfrm>
              <a:off x="7007544" y="2002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4" name="pt31194"/>
            <p:cNvSpPr/>
            <p:nvPr/>
          </p:nvSpPr>
          <p:spPr>
            <a:xfrm>
              <a:off x="7253331" y="2018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5" name="pt31195"/>
            <p:cNvSpPr/>
            <p:nvPr/>
          </p:nvSpPr>
          <p:spPr>
            <a:xfrm>
              <a:off x="7234209" y="230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6" name="pt31196"/>
            <p:cNvSpPr/>
            <p:nvPr/>
          </p:nvSpPr>
          <p:spPr>
            <a:xfrm>
              <a:off x="6857688" y="2226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7" name="pt31197"/>
            <p:cNvSpPr/>
            <p:nvPr/>
          </p:nvSpPr>
          <p:spPr>
            <a:xfrm>
              <a:off x="7309272" y="2054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8" name="pt31198"/>
            <p:cNvSpPr/>
            <p:nvPr/>
          </p:nvSpPr>
          <p:spPr>
            <a:xfrm>
              <a:off x="7007726" y="2007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9" name="pt31199"/>
            <p:cNvSpPr/>
            <p:nvPr/>
          </p:nvSpPr>
          <p:spPr>
            <a:xfrm>
              <a:off x="6932717" y="2141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0" name="pt31200"/>
            <p:cNvSpPr/>
            <p:nvPr/>
          </p:nvSpPr>
          <p:spPr>
            <a:xfrm>
              <a:off x="7049295" y="2301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1" name="pt31201"/>
            <p:cNvSpPr/>
            <p:nvPr/>
          </p:nvSpPr>
          <p:spPr>
            <a:xfrm>
              <a:off x="6815762" y="2410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2" name="pt31202"/>
            <p:cNvSpPr/>
            <p:nvPr/>
          </p:nvSpPr>
          <p:spPr>
            <a:xfrm>
              <a:off x="7210317" y="2339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3" name="pt31203"/>
            <p:cNvSpPr/>
            <p:nvPr/>
          </p:nvSpPr>
          <p:spPr>
            <a:xfrm>
              <a:off x="7115335" y="2110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4" name="pt31204"/>
            <p:cNvSpPr/>
            <p:nvPr/>
          </p:nvSpPr>
          <p:spPr>
            <a:xfrm>
              <a:off x="7458532" y="2662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5" name="pt31205"/>
            <p:cNvSpPr/>
            <p:nvPr/>
          </p:nvSpPr>
          <p:spPr>
            <a:xfrm>
              <a:off x="7108967" y="2077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6" name="pt31206"/>
            <p:cNvSpPr/>
            <p:nvPr/>
          </p:nvSpPr>
          <p:spPr>
            <a:xfrm>
              <a:off x="6907125" y="1978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7" name="pt31207"/>
            <p:cNvSpPr/>
            <p:nvPr/>
          </p:nvSpPr>
          <p:spPr>
            <a:xfrm>
              <a:off x="7051292" y="228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8" name="pt31208"/>
            <p:cNvSpPr/>
            <p:nvPr/>
          </p:nvSpPr>
          <p:spPr>
            <a:xfrm>
              <a:off x="7256274" y="2079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9" name="pt31209"/>
            <p:cNvSpPr/>
            <p:nvPr/>
          </p:nvSpPr>
          <p:spPr>
            <a:xfrm>
              <a:off x="7024938" y="1898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0" name="pt31210"/>
            <p:cNvSpPr/>
            <p:nvPr/>
          </p:nvSpPr>
          <p:spPr>
            <a:xfrm>
              <a:off x="7209336" y="2167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1" name="pt31211"/>
            <p:cNvSpPr/>
            <p:nvPr/>
          </p:nvSpPr>
          <p:spPr>
            <a:xfrm>
              <a:off x="6886549" y="1936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2" name="pt31212"/>
            <p:cNvSpPr/>
            <p:nvPr/>
          </p:nvSpPr>
          <p:spPr>
            <a:xfrm>
              <a:off x="6747389" y="2249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3" name="pt31213"/>
            <p:cNvSpPr/>
            <p:nvPr/>
          </p:nvSpPr>
          <p:spPr>
            <a:xfrm>
              <a:off x="7275918" y="2003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4" name="pt31214"/>
            <p:cNvSpPr/>
            <p:nvPr/>
          </p:nvSpPr>
          <p:spPr>
            <a:xfrm>
              <a:off x="7088269" y="2220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5" name="pt31215"/>
            <p:cNvSpPr/>
            <p:nvPr/>
          </p:nvSpPr>
          <p:spPr>
            <a:xfrm>
              <a:off x="7128699" y="2169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6" name="pt31216"/>
            <p:cNvSpPr/>
            <p:nvPr/>
          </p:nvSpPr>
          <p:spPr>
            <a:xfrm>
              <a:off x="6899396" y="1959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7" name="pt31217"/>
            <p:cNvSpPr/>
            <p:nvPr/>
          </p:nvSpPr>
          <p:spPr>
            <a:xfrm>
              <a:off x="7046215" y="2221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8" name="pt31218"/>
            <p:cNvSpPr/>
            <p:nvPr/>
          </p:nvSpPr>
          <p:spPr>
            <a:xfrm>
              <a:off x="7428281" y="2574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9" name="pt31219"/>
            <p:cNvSpPr/>
            <p:nvPr/>
          </p:nvSpPr>
          <p:spPr>
            <a:xfrm>
              <a:off x="7101920" y="2139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0" name="pt31220"/>
            <p:cNvSpPr/>
            <p:nvPr/>
          </p:nvSpPr>
          <p:spPr>
            <a:xfrm>
              <a:off x="7509164" y="2399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1" name="pt31221"/>
            <p:cNvSpPr/>
            <p:nvPr/>
          </p:nvSpPr>
          <p:spPr>
            <a:xfrm>
              <a:off x="7018086" y="2084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2" name="pt31222"/>
            <p:cNvSpPr/>
            <p:nvPr/>
          </p:nvSpPr>
          <p:spPr>
            <a:xfrm>
              <a:off x="7175532" y="2062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3" name="pt31223"/>
            <p:cNvSpPr/>
            <p:nvPr/>
          </p:nvSpPr>
          <p:spPr>
            <a:xfrm>
              <a:off x="7187140" y="2143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4" name="pt31224"/>
            <p:cNvSpPr/>
            <p:nvPr/>
          </p:nvSpPr>
          <p:spPr>
            <a:xfrm>
              <a:off x="7031830" y="1775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5" name="pt31225"/>
            <p:cNvSpPr/>
            <p:nvPr/>
          </p:nvSpPr>
          <p:spPr>
            <a:xfrm>
              <a:off x="7303409" y="1973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6" name="pt31226"/>
            <p:cNvSpPr/>
            <p:nvPr/>
          </p:nvSpPr>
          <p:spPr>
            <a:xfrm>
              <a:off x="7073691" y="2230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7" name="pt31227"/>
            <p:cNvSpPr/>
            <p:nvPr/>
          </p:nvSpPr>
          <p:spPr>
            <a:xfrm>
              <a:off x="7117374" y="2173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8" name="pt31228"/>
            <p:cNvSpPr/>
            <p:nvPr/>
          </p:nvSpPr>
          <p:spPr>
            <a:xfrm>
              <a:off x="7276333" y="1961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9" name="pt31229"/>
            <p:cNvSpPr/>
            <p:nvPr/>
          </p:nvSpPr>
          <p:spPr>
            <a:xfrm>
              <a:off x="6805054" y="2446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0" name="pt31230"/>
            <p:cNvSpPr/>
            <p:nvPr/>
          </p:nvSpPr>
          <p:spPr>
            <a:xfrm>
              <a:off x="7282465" y="2132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1" name="pt31231"/>
            <p:cNvSpPr/>
            <p:nvPr/>
          </p:nvSpPr>
          <p:spPr>
            <a:xfrm>
              <a:off x="7132710" y="2093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2" name="pt31232"/>
            <p:cNvSpPr/>
            <p:nvPr/>
          </p:nvSpPr>
          <p:spPr>
            <a:xfrm>
              <a:off x="7129501" y="2100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3" name="pt31233"/>
            <p:cNvSpPr/>
            <p:nvPr/>
          </p:nvSpPr>
          <p:spPr>
            <a:xfrm>
              <a:off x="7258903" y="2128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4" name="pt31234"/>
            <p:cNvSpPr/>
            <p:nvPr/>
          </p:nvSpPr>
          <p:spPr>
            <a:xfrm>
              <a:off x="7097377" y="2247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5" name="pt31235"/>
            <p:cNvSpPr/>
            <p:nvPr/>
          </p:nvSpPr>
          <p:spPr>
            <a:xfrm>
              <a:off x="7153106" y="2328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6" name="pt31236"/>
            <p:cNvSpPr/>
            <p:nvPr/>
          </p:nvSpPr>
          <p:spPr>
            <a:xfrm>
              <a:off x="7124647" y="2060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7" name="pt31237"/>
            <p:cNvSpPr/>
            <p:nvPr/>
          </p:nvSpPr>
          <p:spPr>
            <a:xfrm>
              <a:off x="6999382" y="1947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8" name="pt31238"/>
            <p:cNvSpPr/>
            <p:nvPr/>
          </p:nvSpPr>
          <p:spPr>
            <a:xfrm>
              <a:off x="7115246" y="2040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9" name="pt31239"/>
            <p:cNvSpPr/>
            <p:nvPr/>
          </p:nvSpPr>
          <p:spPr>
            <a:xfrm>
              <a:off x="6876162" y="2182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0" name="pt31240"/>
            <p:cNvSpPr/>
            <p:nvPr/>
          </p:nvSpPr>
          <p:spPr>
            <a:xfrm>
              <a:off x="6965544" y="2012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1" name="pt31241"/>
            <p:cNvSpPr/>
            <p:nvPr/>
          </p:nvSpPr>
          <p:spPr>
            <a:xfrm>
              <a:off x="7130613" y="2069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2" name="pt31242"/>
            <p:cNvSpPr/>
            <p:nvPr/>
          </p:nvSpPr>
          <p:spPr>
            <a:xfrm>
              <a:off x="7173562" y="2006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3" name="pt31243"/>
            <p:cNvSpPr/>
            <p:nvPr/>
          </p:nvSpPr>
          <p:spPr>
            <a:xfrm>
              <a:off x="7143965" y="2290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4" name="pt31244"/>
            <p:cNvSpPr/>
            <p:nvPr/>
          </p:nvSpPr>
          <p:spPr>
            <a:xfrm>
              <a:off x="7214557" y="2277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5" name="pt31245"/>
            <p:cNvSpPr/>
            <p:nvPr/>
          </p:nvSpPr>
          <p:spPr>
            <a:xfrm>
              <a:off x="7030882" y="1833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6" name="pt31246"/>
            <p:cNvSpPr/>
            <p:nvPr/>
          </p:nvSpPr>
          <p:spPr>
            <a:xfrm>
              <a:off x="7173707" y="1997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7" name="pt31247"/>
            <p:cNvSpPr/>
            <p:nvPr/>
          </p:nvSpPr>
          <p:spPr>
            <a:xfrm>
              <a:off x="7222156" y="2143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8" name="pt31248"/>
            <p:cNvSpPr/>
            <p:nvPr/>
          </p:nvSpPr>
          <p:spPr>
            <a:xfrm>
              <a:off x="7231948" y="2133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9" name="pt31249"/>
            <p:cNvSpPr/>
            <p:nvPr/>
          </p:nvSpPr>
          <p:spPr>
            <a:xfrm>
              <a:off x="7138730" y="2181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0" name="pt31250"/>
            <p:cNvSpPr/>
            <p:nvPr/>
          </p:nvSpPr>
          <p:spPr>
            <a:xfrm>
              <a:off x="7070060" y="2062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1" name="pt31251"/>
            <p:cNvSpPr/>
            <p:nvPr/>
          </p:nvSpPr>
          <p:spPr>
            <a:xfrm>
              <a:off x="7231976" y="2083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2" name="pt31252"/>
            <p:cNvSpPr/>
            <p:nvPr/>
          </p:nvSpPr>
          <p:spPr>
            <a:xfrm>
              <a:off x="7220634" y="2076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3" name="pt31253"/>
            <p:cNvSpPr/>
            <p:nvPr/>
          </p:nvSpPr>
          <p:spPr>
            <a:xfrm>
              <a:off x="7076540" y="2170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4" name="pt31254"/>
            <p:cNvSpPr/>
            <p:nvPr/>
          </p:nvSpPr>
          <p:spPr>
            <a:xfrm>
              <a:off x="7382148" y="2357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5" name="pt31255"/>
            <p:cNvSpPr/>
            <p:nvPr/>
          </p:nvSpPr>
          <p:spPr>
            <a:xfrm>
              <a:off x="6978046" y="1903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6" name="pt31256"/>
            <p:cNvSpPr/>
            <p:nvPr/>
          </p:nvSpPr>
          <p:spPr>
            <a:xfrm>
              <a:off x="7378085" y="2406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7" name="pt31257"/>
            <p:cNvSpPr/>
            <p:nvPr/>
          </p:nvSpPr>
          <p:spPr>
            <a:xfrm>
              <a:off x="7008696" y="2140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8" name="pt31258"/>
            <p:cNvSpPr/>
            <p:nvPr/>
          </p:nvSpPr>
          <p:spPr>
            <a:xfrm>
              <a:off x="7067866" y="2133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9" name="pt31259"/>
            <p:cNvSpPr/>
            <p:nvPr/>
          </p:nvSpPr>
          <p:spPr>
            <a:xfrm>
              <a:off x="7168498" y="1952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0" name="pt31260"/>
            <p:cNvSpPr/>
            <p:nvPr/>
          </p:nvSpPr>
          <p:spPr>
            <a:xfrm>
              <a:off x="7442472" y="2424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1" name="pt31261"/>
            <p:cNvSpPr/>
            <p:nvPr/>
          </p:nvSpPr>
          <p:spPr>
            <a:xfrm>
              <a:off x="7102730" y="2193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2" name="pt31262"/>
            <p:cNvSpPr/>
            <p:nvPr/>
          </p:nvSpPr>
          <p:spPr>
            <a:xfrm>
              <a:off x="7087634" y="2179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3" name="pt31263"/>
            <p:cNvSpPr/>
            <p:nvPr/>
          </p:nvSpPr>
          <p:spPr>
            <a:xfrm>
              <a:off x="7348737" y="2270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4" name="pt31264"/>
            <p:cNvSpPr/>
            <p:nvPr/>
          </p:nvSpPr>
          <p:spPr>
            <a:xfrm>
              <a:off x="7139988" y="2181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5" name="pt31265"/>
            <p:cNvSpPr/>
            <p:nvPr/>
          </p:nvSpPr>
          <p:spPr>
            <a:xfrm>
              <a:off x="7140788" y="217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6" name="pt31266"/>
            <p:cNvSpPr/>
            <p:nvPr/>
          </p:nvSpPr>
          <p:spPr>
            <a:xfrm>
              <a:off x="7030118" y="1724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7" name="pt31267"/>
            <p:cNvSpPr/>
            <p:nvPr/>
          </p:nvSpPr>
          <p:spPr>
            <a:xfrm>
              <a:off x="7056631" y="2212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8" name="pt31268"/>
            <p:cNvSpPr/>
            <p:nvPr/>
          </p:nvSpPr>
          <p:spPr>
            <a:xfrm>
              <a:off x="6749262" y="2110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9" name="pt31269"/>
            <p:cNvSpPr/>
            <p:nvPr/>
          </p:nvSpPr>
          <p:spPr>
            <a:xfrm>
              <a:off x="7071215" y="2102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0" name="pt31270"/>
            <p:cNvSpPr/>
            <p:nvPr/>
          </p:nvSpPr>
          <p:spPr>
            <a:xfrm>
              <a:off x="7089290" y="2243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1" name="pt31271"/>
            <p:cNvSpPr/>
            <p:nvPr/>
          </p:nvSpPr>
          <p:spPr>
            <a:xfrm>
              <a:off x="7188481" y="2102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2" name="pt31272"/>
            <p:cNvSpPr/>
            <p:nvPr/>
          </p:nvSpPr>
          <p:spPr>
            <a:xfrm>
              <a:off x="7048035" y="2270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3" name="pt31273"/>
            <p:cNvSpPr/>
            <p:nvPr/>
          </p:nvSpPr>
          <p:spPr>
            <a:xfrm>
              <a:off x="7182147" y="2141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4" name="pt31274"/>
            <p:cNvSpPr/>
            <p:nvPr/>
          </p:nvSpPr>
          <p:spPr>
            <a:xfrm>
              <a:off x="7022990" y="2112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5" name="pt31275"/>
            <p:cNvSpPr/>
            <p:nvPr/>
          </p:nvSpPr>
          <p:spPr>
            <a:xfrm>
              <a:off x="7123951" y="2206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6" name="pt31276"/>
            <p:cNvSpPr/>
            <p:nvPr/>
          </p:nvSpPr>
          <p:spPr>
            <a:xfrm>
              <a:off x="7197917" y="2063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7" name="pt31277"/>
            <p:cNvSpPr/>
            <p:nvPr/>
          </p:nvSpPr>
          <p:spPr>
            <a:xfrm>
              <a:off x="6778011" y="255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8" name="pt31278"/>
            <p:cNvSpPr/>
            <p:nvPr/>
          </p:nvSpPr>
          <p:spPr>
            <a:xfrm>
              <a:off x="7370965" y="2493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9" name="pt31279"/>
            <p:cNvSpPr/>
            <p:nvPr/>
          </p:nvSpPr>
          <p:spPr>
            <a:xfrm>
              <a:off x="7183418" y="2131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0" name="pt31280"/>
            <p:cNvSpPr/>
            <p:nvPr/>
          </p:nvSpPr>
          <p:spPr>
            <a:xfrm>
              <a:off x="7016904" y="2031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1" name="pt31281"/>
            <p:cNvSpPr/>
            <p:nvPr/>
          </p:nvSpPr>
          <p:spPr>
            <a:xfrm>
              <a:off x="7225670" y="2081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2" name="pt31282"/>
            <p:cNvSpPr/>
            <p:nvPr/>
          </p:nvSpPr>
          <p:spPr>
            <a:xfrm>
              <a:off x="6971321" y="1936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3" name="pt31283"/>
            <p:cNvSpPr/>
            <p:nvPr/>
          </p:nvSpPr>
          <p:spPr>
            <a:xfrm>
              <a:off x="7286256" y="1820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4" name="pt31284"/>
            <p:cNvSpPr/>
            <p:nvPr/>
          </p:nvSpPr>
          <p:spPr>
            <a:xfrm>
              <a:off x="7440028" y="2638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5" name="pt31285"/>
            <p:cNvSpPr/>
            <p:nvPr/>
          </p:nvSpPr>
          <p:spPr>
            <a:xfrm>
              <a:off x="7240339" y="1826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6" name="pt31286"/>
            <p:cNvSpPr/>
            <p:nvPr/>
          </p:nvSpPr>
          <p:spPr>
            <a:xfrm>
              <a:off x="6615854" y="2270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7" name="pt31287"/>
            <p:cNvSpPr/>
            <p:nvPr/>
          </p:nvSpPr>
          <p:spPr>
            <a:xfrm>
              <a:off x="6933605" y="2294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8" name="pt31288"/>
            <p:cNvSpPr/>
            <p:nvPr/>
          </p:nvSpPr>
          <p:spPr>
            <a:xfrm>
              <a:off x="7155939" y="2297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9" name="pt31289"/>
            <p:cNvSpPr/>
            <p:nvPr/>
          </p:nvSpPr>
          <p:spPr>
            <a:xfrm>
              <a:off x="7082128" y="2087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0" name="pt31290"/>
            <p:cNvSpPr/>
            <p:nvPr/>
          </p:nvSpPr>
          <p:spPr>
            <a:xfrm>
              <a:off x="7113266" y="2077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1" name="pt31291"/>
            <p:cNvSpPr/>
            <p:nvPr/>
          </p:nvSpPr>
          <p:spPr>
            <a:xfrm>
              <a:off x="7137853" y="2130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2" name="pt31292"/>
            <p:cNvSpPr/>
            <p:nvPr/>
          </p:nvSpPr>
          <p:spPr>
            <a:xfrm>
              <a:off x="7261802" y="1915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3" name="pt31293"/>
            <p:cNvSpPr/>
            <p:nvPr/>
          </p:nvSpPr>
          <p:spPr>
            <a:xfrm>
              <a:off x="7157765" y="2098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4" name="pt31294"/>
            <p:cNvSpPr/>
            <p:nvPr/>
          </p:nvSpPr>
          <p:spPr>
            <a:xfrm>
              <a:off x="7410399" y="2592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5" name="pt31295"/>
            <p:cNvSpPr/>
            <p:nvPr/>
          </p:nvSpPr>
          <p:spPr>
            <a:xfrm>
              <a:off x="7151508" y="2319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6" name="pt31296"/>
            <p:cNvSpPr/>
            <p:nvPr/>
          </p:nvSpPr>
          <p:spPr>
            <a:xfrm>
              <a:off x="7398513" y="2159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7" name="pt31297"/>
            <p:cNvSpPr/>
            <p:nvPr/>
          </p:nvSpPr>
          <p:spPr>
            <a:xfrm>
              <a:off x="7102845" y="2147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8" name="pt31298"/>
            <p:cNvSpPr/>
            <p:nvPr/>
          </p:nvSpPr>
          <p:spPr>
            <a:xfrm>
              <a:off x="7182002" y="2144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9" name="pt31299"/>
            <p:cNvSpPr/>
            <p:nvPr/>
          </p:nvSpPr>
          <p:spPr>
            <a:xfrm>
              <a:off x="7141469" y="2238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0" name="pt31300"/>
            <p:cNvSpPr/>
            <p:nvPr/>
          </p:nvSpPr>
          <p:spPr>
            <a:xfrm>
              <a:off x="7038732" y="2208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1" name="pt31301"/>
            <p:cNvSpPr/>
            <p:nvPr/>
          </p:nvSpPr>
          <p:spPr>
            <a:xfrm>
              <a:off x="6991776" y="1958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2" name="pt31302"/>
            <p:cNvSpPr/>
            <p:nvPr/>
          </p:nvSpPr>
          <p:spPr>
            <a:xfrm>
              <a:off x="7198064" y="2032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3" name="pt31303"/>
            <p:cNvSpPr/>
            <p:nvPr/>
          </p:nvSpPr>
          <p:spPr>
            <a:xfrm>
              <a:off x="7007245" y="1999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4" name="pt31304"/>
            <p:cNvSpPr/>
            <p:nvPr/>
          </p:nvSpPr>
          <p:spPr>
            <a:xfrm>
              <a:off x="7333648" y="1959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5" name="pt31305"/>
            <p:cNvSpPr/>
            <p:nvPr/>
          </p:nvSpPr>
          <p:spPr>
            <a:xfrm>
              <a:off x="7106201" y="2123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6" name="pt31306"/>
            <p:cNvSpPr/>
            <p:nvPr/>
          </p:nvSpPr>
          <p:spPr>
            <a:xfrm>
              <a:off x="7121486" y="2144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7" name="pt31307"/>
            <p:cNvSpPr/>
            <p:nvPr/>
          </p:nvSpPr>
          <p:spPr>
            <a:xfrm>
              <a:off x="7136201" y="2197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8" name="pt31308"/>
            <p:cNvSpPr/>
            <p:nvPr/>
          </p:nvSpPr>
          <p:spPr>
            <a:xfrm>
              <a:off x="7270020" y="1897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9" name="pt31309"/>
            <p:cNvSpPr/>
            <p:nvPr/>
          </p:nvSpPr>
          <p:spPr>
            <a:xfrm>
              <a:off x="6977303" y="2025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0" name="pt31310"/>
            <p:cNvSpPr/>
            <p:nvPr/>
          </p:nvSpPr>
          <p:spPr>
            <a:xfrm>
              <a:off x="7213748" y="2233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1" name="pt31311"/>
            <p:cNvSpPr/>
            <p:nvPr/>
          </p:nvSpPr>
          <p:spPr>
            <a:xfrm>
              <a:off x="6904131" y="1811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2" name="pt31312"/>
            <p:cNvSpPr/>
            <p:nvPr/>
          </p:nvSpPr>
          <p:spPr>
            <a:xfrm>
              <a:off x="7168490" y="2007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3" name="pt31313"/>
            <p:cNvSpPr/>
            <p:nvPr/>
          </p:nvSpPr>
          <p:spPr>
            <a:xfrm>
              <a:off x="7069705" y="2129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4" name="pt31314"/>
            <p:cNvSpPr/>
            <p:nvPr/>
          </p:nvSpPr>
          <p:spPr>
            <a:xfrm>
              <a:off x="7154215" y="2327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5" name="pt31315"/>
            <p:cNvSpPr/>
            <p:nvPr/>
          </p:nvSpPr>
          <p:spPr>
            <a:xfrm>
              <a:off x="6980015" y="1960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6" name="pt31316"/>
            <p:cNvSpPr/>
            <p:nvPr/>
          </p:nvSpPr>
          <p:spPr>
            <a:xfrm>
              <a:off x="7199516" y="2037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7" name="pt31317"/>
            <p:cNvSpPr/>
            <p:nvPr/>
          </p:nvSpPr>
          <p:spPr>
            <a:xfrm>
              <a:off x="7175476" y="2073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8" name="pt31318"/>
            <p:cNvSpPr/>
            <p:nvPr/>
          </p:nvSpPr>
          <p:spPr>
            <a:xfrm>
              <a:off x="7157180" y="2175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9" name="pt31319"/>
            <p:cNvSpPr/>
            <p:nvPr/>
          </p:nvSpPr>
          <p:spPr>
            <a:xfrm>
              <a:off x="7258445" y="2184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0" name="pt31320"/>
            <p:cNvSpPr/>
            <p:nvPr/>
          </p:nvSpPr>
          <p:spPr>
            <a:xfrm>
              <a:off x="7112635" y="2081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1" name="pt31321"/>
            <p:cNvSpPr/>
            <p:nvPr/>
          </p:nvSpPr>
          <p:spPr>
            <a:xfrm>
              <a:off x="7185496" y="2160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2" name="pt31322"/>
            <p:cNvSpPr/>
            <p:nvPr/>
          </p:nvSpPr>
          <p:spPr>
            <a:xfrm>
              <a:off x="7420481" y="2459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3" name="pt31323"/>
            <p:cNvSpPr/>
            <p:nvPr/>
          </p:nvSpPr>
          <p:spPr>
            <a:xfrm>
              <a:off x="7020596" y="1945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4" name="pt31324"/>
            <p:cNvSpPr/>
            <p:nvPr/>
          </p:nvSpPr>
          <p:spPr>
            <a:xfrm>
              <a:off x="7206881" y="2084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5" name="pt31325"/>
            <p:cNvSpPr/>
            <p:nvPr/>
          </p:nvSpPr>
          <p:spPr>
            <a:xfrm>
              <a:off x="7264216" y="2078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6" name="pt31326"/>
            <p:cNvSpPr/>
            <p:nvPr/>
          </p:nvSpPr>
          <p:spPr>
            <a:xfrm>
              <a:off x="7289705" y="1828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7" name="pt31327"/>
            <p:cNvSpPr/>
            <p:nvPr/>
          </p:nvSpPr>
          <p:spPr>
            <a:xfrm>
              <a:off x="6933125" y="1921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8" name="pt31328"/>
            <p:cNvSpPr/>
            <p:nvPr/>
          </p:nvSpPr>
          <p:spPr>
            <a:xfrm>
              <a:off x="7057098" y="2208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9" name="pt31329"/>
            <p:cNvSpPr/>
            <p:nvPr/>
          </p:nvSpPr>
          <p:spPr>
            <a:xfrm>
              <a:off x="7293172" y="2048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0" name="pt31330"/>
            <p:cNvSpPr/>
            <p:nvPr/>
          </p:nvSpPr>
          <p:spPr>
            <a:xfrm>
              <a:off x="6986216" y="1862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1" name="pt31331"/>
            <p:cNvSpPr/>
            <p:nvPr/>
          </p:nvSpPr>
          <p:spPr>
            <a:xfrm>
              <a:off x="7017007" y="2131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2" name="pt31332"/>
            <p:cNvSpPr/>
            <p:nvPr/>
          </p:nvSpPr>
          <p:spPr>
            <a:xfrm>
              <a:off x="7208859" y="2236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3" name="pt31333"/>
            <p:cNvSpPr/>
            <p:nvPr/>
          </p:nvSpPr>
          <p:spPr>
            <a:xfrm>
              <a:off x="7135722" y="2137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4" name="pt31334"/>
            <p:cNvSpPr/>
            <p:nvPr/>
          </p:nvSpPr>
          <p:spPr>
            <a:xfrm>
              <a:off x="7109551" y="2084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5" name="pt31335"/>
            <p:cNvSpPr/>
            <p:nvPr/>
          </p:nvSpPr>
          <p:spPr>
            <a:xfrm>
              <a:off x="7104580" y="2188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6" name="pt31336"/>
            <p:cNvSpPr/>
            <p:nvPr/>
          </p:nvSpPr>
          <p:spPr>
            <a:xfrm>
              <a:off x="7300424" y="1994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7" name="pt31337"/>
            <p:cNvSpPr/>
            <p:nvPr/>
          </p:nvSpPr>
          <p:spPr>
            <a:xfrm>
              <a:off x="7276318" y="1957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8" name="pt31338"/>
            <p:cNvSpPr/>
            <p:nvPr/>
          </p:nvSpPr>
          <p:spPr>
            <a:xfrm>
              <a:off x="7221252" y="1995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9" name="pt31339"/>
            <p:cNvSpPr/>
            <p:nvPr/>
          </p:nvSpPr>
          <p:spPr>
            <a:xfrm>
              <a:off x="7079051" y="2151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0" name="pt31340"/>
            <p:cNvSpPr/>
            <p:nvPr/>
          </p:nvSpPr>
          <p:spPr>
            <a:xfrm>
              <a:off x="7163889" y="2139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1" name="pt31341"/>
            <p:cNvSpPr/>
            <p:nvPr/>
          </p:nvSpPr>
          <p:spPr>
            <a:xfrm>
              <a:off x="7156684" y="2231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2" name="pt31342"/>
            <p:cNvSpPr/>
            <p:nvPr/>
          </p:nvSpPr>
          <p:spPr>
            <a:xfrm>
              <a:off x="7283576" y="2136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3" name="pt31343"/>
            <p:cNvSpPr/>
            <p:nvPr/>
          </p:nvSpPr>
          <p:spPr>
            <a:xfrm>
              <a:off x="6936651" y="2181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4" name="pt31344"/>
            <p:cNvSpPr/>
            <p:nvPr/>
          </p:nvSpPr>
          <p:spPr>
            <a:xfrm>
              <a:off x="7148703" y="2341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5" name="pt31345"/>
            <p:cNvSpPr/>
            <p:nvPr/>
          </p:nvSpPr>
          <p:spPr>
            <a:xfrm>
              <a:off x="7535847" y="2678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6" name="pt31346"/>
            <p:cNvSpPr/>
            <p:nvPr/>
          </p:nvSpPr>
          <p:spPr>
            <a:xfrm>
              <a:off x="7122937" y="2131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7" name="pt31347"/>
            <p:cNvSpPr/>
            <p:nvPr/>
          </p:nvSpPr>
          <p:spPr>
            <a:xfrm>
              <a:off x="7166797" y="2023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8" name="pt31348"/>
            <p:cNvSpPr/>
            <p:nvPr/>
          </p:nvSpPr>
          <p:spPr>
            <a:xfrm>
              <a:off x="7293350" y="2042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9" name="pt31349"/>
            <p:cNvSpPr/>
            <p:nvPr/>
          </p:nvSpPr>
          <p:spPr>
            <a:xfrm>
              <a:off x="7166617" y="2118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0" name="pt31350"/>
            <p:cNvSpPr/>
            <p:nvPr/>
          </p:nvSpPr>
          <p:spPr>
            <a:xfrm>
              <a:off x="7218558" y="2082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1" name="pt31351"/>
            <p:cNvSpPr/>
            <p:nvPr/>
          </p:nvSpPr>
          <p:spPr>
            <a:xfrm>
              <a:off x="7015381" y="1769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2" name="pt31352"/>
            <p:cNvSpPr/>
            <p:nvPr/>
          </p:nvSpPr>
          <p:spPr>
            <a:xfrm>
              <a:off x="7209971" y="2302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3" name="pt31353"/>
            <p:cNvSpPr/>
            <p:nvPr/>
          </p:nvSpPr>
          <p:spPr>
            <a:xfrm>
              <a:off x="7063051" y="175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4" name="pt31354"/>
            <p:cNvSpPr/>
            <p:nvPr/>
          </p:nvSpPr>
          <p:spPr>
            <a:xfrm>
              <a:off x="7272407" y="202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5" name="pt31355"/>
            <p:cNvSpPr/>
            <p:nvPr/>
          </p:nvSpPr>
          <p:spPr>
            <a:xfrm>
              <a:off x="6934958" y="2190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6" name="pt31356"/>
            <p:cNvSpPr/>
            <p:nvPr/>
          </p:nvSpPr>
          <p:spPr>
            <a:xfrm>
              <a:off x="7371577" y="2532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7" name="pt31357"/>
            <p:cNvSpPr/>
            <p:nvPr/>
          </p:nvSpPr>
          <p:spPr>
            <a:xfrm>
              <a:off x="6951644" y="2045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8" name="pt31358"/>
            <p:cNvSpPr/>
            <p:nvPr/>
          </p:nvSpPr>
          <p:spPr>
            <a:xfrm>
              <a:off x="7425914" y="2771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9" name="pt31359"/>
            <p:cNvSpPr/>
            <p:nvPr/>
          </p:nvSpPr>
          <p:spPr>
            <a:xfrm>
              <a:off x="6965270" y="2052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0" name="pt31360"/>
            <p:cNvSpPr/>
            <p:nvPr/>
          </p:nvSpPr>
          <p:spPr>
            <a:xfrm>
              <a:off x="7218352" y="2168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1" name="pt31361"/>
            <p:cNvSpPr/>
            <p:nvPr/>
          </p:nvSpPr>
          <p:spPr>
            <a:xfrm>
              <a:off x="7186259" y="2166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2" name="pt31362"/>
            <p:cNvSpPr/>
            <p:nvPr/>
          </p:nvSpPr>
          <p:spPr>
            <a:xfrm>
              <a:off x="7231666" y="2078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3" name="pt31363"/>
            <p:cNvSpPr/>
            <p:nvPr/>
          </p:nvSpPr>
          <p:spPr>
            <a:xfrm>
              <a:off x="7298208" y="2024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4" name="pt31364"/>
            <p:cNvSpPr/>
            <p:nvPr/>
          </p:nvSpPr>
          <p:spPr>
            <a:xfrm>
              <a:off x="7156834" y="2225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5" name="pt31365"/>
            <p:cNvSpPr/>
            <p:nvPr/>
          </p:nvSpPr>
          <p:spPr>
            <a:xfrm>
              <a:off x="7030429" y="1969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6" name="pt31366"/>
            <p:cNvSpPr/>
            <p:nvPr/>
          </p:nvSpPr>
          <p:spPr>
            <a:xfrm>
              <a:off x="7209198" y="2302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7" name="pt31367"/>
            <p:cNvSpPr/>
            <p:nvPr/>
          </p:nvSpPr>
          <p:spPr>
            <a:xfrm>
              <a:off x="7210657" y="2236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8" name="pt31368"/>
            <p:cNvSpPr/>
            <p:nvPr/>
          </p:nvSpPr>
          <p:spPr>
            <a:xfrm>
              <a:off x="7433835" y="2585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9" name="pt31369"/>
            <p:cNvSpPr/>
            <p:nvPr/>
          </p:nvSpPr>
          <p:spPr>
            <a:xfrm>
              <a:off x="7039531" y="2149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0" name="pt31370"/>
            <p:cNvSpPr/>
            <p:nvPr/>
          </p:nvSpPr>
          <p:spPr>
            <a:xfrm>
              <a:off x="6940555" y="2208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1" name="pt31371"/>
            <p:cNvSpPr/>
            <p:nvPr/>
          </p:nvSpPr>
          <p:spPr>
            <a:xfrm>
              <a:off x="6986971" y="1959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2" name="pt31372"/>
            <p:cNvSpPr/>
            <p:nvPr/>
          </p:nvSpPr>
          <p:spPr>
            <a:xfrm>
              <a:off x="7281337" y="200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3" name="pt31373"/>
            <p:cNvSpPr/>
            <p:nvPr/>
          </p:nvSpPr>
          <p:spPr>
            <a:xfrm>
              <a:off x="7157750" y="2082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4" name="pt31374"/>
            <p:cNvSpPr/>
            <p:nvPr/>
          </p:nvSpPr>
          <p:spPr>
            <a:xfrm>
              <a:off x="7209262" y="2427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5" name="pt31375"/>
            <p:cNvSpPr/>
            <p:nvPr/>
          </p:nvSpPr>
          <p:spPr>
            <a:xfrm>
              <a:off x="7215197" y="2205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6" name="pt31376"/>
            <p:cNvSpPr/>
            <p:nvPr/>
          </p:nvSpPr>
          <p:spPr>
            <a:xfrm>
              <a:off x="7297883" y="1916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7" name="pt31377"/>
            <p:cNvSpPr/>
            <p:nvPr/>
          </p:nvSpPr>
          <p:spPr>
            <a:xfrm>
              <a:off x="7129943" y="2080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8" name="pt31378"/>
            <p:cNvSpPr/>
            <p:nvPr/>
          </p:nvSpPr>
          <p:spPr>
            <a:xfrm>
              <a:off x="6899018" y="2044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9" name="pt31379"/>
            <p:cNvSpPr/>
            <p:nvPr/>
          </p:nvSpPr>
          <p:spPr>
            <a:xfrm>
              <a:off x="8004081" y="2086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0" name="pt31380"/>
            <p:cNvSpPr/>
            <p:nvPr/>
          </p:nvSpPr>
          <p:spPr>
            <a:xfrm>
              <a:off x="7081456" y="2066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1" name="pt31381"/>
            <p:cNvSpPr/>
            <p:nvPr/>
          </p:nvSpPr>
          <p:spPr>
            <a:xfrm>
              <a:off x="7284736" y="2071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2" name="pt31382"/>
            <p:cNvSpPr/>
            <p:nvPr/>
          </p:nvSpPr>
          <p:spPr>
            <a:xfrm>
              <a:off x="7126469" y="2165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3" name="pt31383"/>
            <p:cNvSpPr/>
            <p:nvPr/>
          </p:nvSpPr>
          <p:spPr>
            <a:xfrm>
              <a:off x="7125037" y="2106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4" name="pt31384"/>
            <p:cNvSpPr/>
            <p:nvPr/>
          </p:nvSpPr>
          <p:spPr>
            <a:xfrm>
              <a:off x="7235032" y="195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5" name="pt31385"/>
            <p:cNvSpPr/>
            <p:nvPr/>
          </p:nvSpPr>
          <p:spPr>
            <a:xfrm>
              <a:off x="7138531" y="2243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6" name="pt31386"/>
            <p:cNvSpPr/>
            <p:nvPr/>
          </p:nvSpPr>
          <p:spPr>
            <a:xfrm>
              <a:off x="6946916" y="2088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7" name="pt31387"/>
            <p:cNvSpPr/>
            <p:nvPr/>
          </p:nvSpPr>
          <p:spPr>
            <a:xfrm>
              <a:off x="6962755" y="1961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8" name="pt31388"/>
            <p:cNvSpPr/>
            <p:nvPr/>
          </p:nvSpPr>
          <p:spPr>
            <a:xfrm>
              <a:off x="6953845" y="2136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9" name="pt31389"/>
            <p:cNvSpPr/>
            <p:nvPr/>
          </p:nvSpPr>
          <p:spPr>
            <a:xfrm>
              <a:off x="7337255" y="2090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0" name="pt31390"/>
            <p:cNvSpPr/>
            <p:nvPr/>
          </p:nvSpPr>
          <p:spPr>
            <a:xfrm>
              <a:off x="6992911" y="1957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1" name="pt31391"/>
            <p:cNvSpPr/>
            <p:nvPr/>
          </p:nvSpPr>
          <p:spPr>
            <a:xfrm>
              <a:off x="7201908" y="204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2" name="pt31392"/>
            <p:cNvSpPr/>
            <p:nvPr/>
          </p:nvSpPr>
          <p:spPr>
            <a:xfrm>
              <a:off x="7275312" y="2029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3" name="pt31393"/>
            <p:cNvSpPr/>
            <p:nvPr/>
          </p:nvSpPr>
          <p:spPr>
            <a:xfrm>
              <a:off x="7215889" y="2158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4" name="pt31394"/>
            <p:cNvSpPr/>
            <p:nvPr/>
          </p:nvSpPr>
          <p:spPr>
            <a:xfrm>
              <a:off x="7094471" y="2115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5" name="pt31395"/>
            <p:cNvSpPr/>
            <p:nvPr/>
          </p:nvSpPr>
          <p:spPr>
            <a:xfrm>
              <a:off x="7085989" y="2122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6" name="pt31396"/>
            <p:cNvSpPr/>
            <p:nvPr/>
          </p:nvSpPr>
          <p:spPr>
            <a:xfrm>
              <a:off x="7075478" y="2137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7" name="pt31397"/>
            <p:cNvSpPr/>
            <p:nvPr/>
          </p:nvSpPr>
          <p:spPr>
            <a:xfrm>
              <a:off x="7176727" y="2119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8" name="pt31398"/>
            <p:cNvSpPr/>
            <p:nvPr/>
          </p:nvSpPr>
          <p:spPr>
            <a:xfrm>
              <a:off x="7203637" y="2224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9" name="pt31399"/>
            <p:cNvSpPr/>
            <p:nvPr/>
          </p:nvSpPr>
          <p:spPr>
            <a:xfrm>
              <a:off x="7165239" y="2074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0" name="pt31400"/>
            <p:cNvSpPr/>
            <p:nvPr/>
          </p:nvSpPr>
          <p:spPr>
            <a:xfrm>
              <a:off x="6868428" y="2313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1" name="pt31401"/>
            <p:cNvSpPr/>
            <p:nvPr/>
          </p:nvSpPr>
          <p:spPr>
            <a:xfrm>
              <a:off x="7151594" y="2249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2" name="pt31402"/>
            <p:cNvSpPr/>
            <p:nvPr/>
          </p:nvSpPr>
          <p:spPr>
            <a:xfrm>
              <a:off x="7114449" y="2128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3" name="pt31403"/>
            <p:cNvSpPr/>
            <p:nvPr/>
          </p:nvSpPr>
          <p:spPr>
            <a:xfrm>
              <a:off x="7213651" y="2376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4" name="pt31404"/>
            <p:cNvSpPr/>
            <p:nvPr/>
          </p:nvSpPr>
          <p:spPr>
            <a:xfrm>
              <a:off x="7133069" y="2134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5" name="pt31405"/>
            <p:cNvSpPr/>
            <p:nvPr/>
          </p:nvSpPr>
          <p:spPr>
            <a:xfrm>
              <a:off x="7112601" y="2159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6" name="pt31406"/>
            <p:cNvSpPr/>
            <p:nvPr/>
          </p:nvSpPr>
          <p:spPr>
            <a:xfrm>
              <a:off x="7144356" y="2180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7" name="pt31407"/>
            <p:cNvSpPr/>
            <p:nvPr/>
          </p:nvSpPr>
          <p:spPr>
            <a:xfrm>
              <a:off x="7075581" y="2294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8" name="pt31408"/>
            <p:cNvSpPr/>
            <p:nvPr/>
          </p:nvSpPr>
          <p:spPr>
            <a:xfrm>
              <a:off x="6967950" y="2072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9" name="pt31409"/>
            <p:cNvSpPr/>
            <p:nvPr/>
          </p:nvSpPr>
          <p:spPr>
            <a:xfrm>
              <a:off x="6868859" y="2080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0" name="pt31410"/>
            <p:cNvSpPr/>
            <p:nvPr/>
          </p:nvSpPr>
          <p:spPr>
            <a:xfrm>
              <a:off x="7035418" y="2222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1" name="pt31411"/>
            <p:cNvSpPr/>
            <p:nvPr/>
          </p:nvSpPr>
          <p:spPr>
            <a:xfrm>
              <a:off x="7097177" y="2252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2" name="pt31412"/>
            <p:cNvSpPr/>
            <p:nvPr/>
          </p:nvSpPr>
          <p:spPr>
            <a:xfrm>
              <a:off x="7154869" y="2427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3" name="pt31413"/>
            <p:cNvSpPr/>
            <p:nvPr/>
          </p:nvSpPr>
          <p:spPr>
            <a:xfrm>
              <a:off x="6909448" y="222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4" name="pt31414"/>
            <p:cNvSpPr/>
            <p:nvPr/>
          </p:nvSpPr>
          <p:spPr>
            <a:xfrm>
              <a:off x="7283901" y="1970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5" name="pt31415"/>
            <p:cNvSpPr/>
            <p:nvPr/>
          </p:nvSpPr>
          <p:spPr>
            <a:xfrm>
              <a:off x="7163102" y="2127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6" name="pt31416"/>
            <p:cNvSpPr/>
            <p:nvPr/>
          </p:nvSpPr>
          <p:spPr>
            <a:xfrm>
              <a:off x="7183357" y="2096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7" name="pt31417"/>
            <p:cNvSpPr/>
            <p:nvPr/>
          </p:nvSpPr>
          <p:spPr>
            <a:xfrm>
              <a:off x="7198792" y="1999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8" name="pt31418"/>
            <p:cNvSpPr/>
            <p:nvPr/>
          </p:nvSpPr>
          <p:spPr>
            <a:xfrm>
              <a:off x="6779007" y="2453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9" name="pt31419"/>
            <p:cNvSpPr/>
            <p:nvPr/>
          </p:nvSpPr>
          <p:spPr>
            <a:xfrm>
              <a:off x="7154715" y="2306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0" name="pt31420"/>
            <p:cNvSpPr/>
            <p:nvPr/>
          </p:nvSpPr>
          <p:spPr>
            <a:xfrm>
              <a:off x="7245204" y="2200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1" name="pt31421"/>
            <p:cNvSpPr/>
            <p:nvPr/>
          </p:nvSpPr>
          <p:spPr>
            <a:xfrm>
              <a:off x="7363517" y="2318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2" name="pt31422"/>
            <p:cNvSpPr/>
            <p:nvPr/>
          </p:nvSpPr>
          <p:spPr>
            <a:xfrm>
              <a:off x="6880684" y="2045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3" name="pt31423"/>
            <p:cNvSpPr/>
            <p:nvPr/>
          </p:nvSpPr>
          <p:spPr>
            <a:xfrm>
              <a:off x="6950116" y="2152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4" name="pt31424"/>
            <p:cNvSpPr/>
            <p:nvPr/>
          </p:nvSpPr>
          <p:spPr>
            <a:xfrm>
              <a:off x="7268305" y="1984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5" name="pt31425"/>
            <p:cNvSpPr/>
            <p:nvPr/>
          </p:nvSpPr>
          <p:spPr>
            <a:xfrm>
              <a:off x="7257746" y="2042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6" name="pt31426"/>
            <p:cNvSpPr/>
            <p:nvPr/>
          </p:nvSpPr>
          <p:spPr>
            <a:xfrm>
              <a:off x="7186638" y="2075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7" name="pt31427"/>
            <p:cNvSpPr/>
            <p:nvPr/>
          </p:nvSpPr>
          <p:spPr>
            <a:xfrm>
              <a:off x="6944922" y="2191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8" name="pt31428"/>
            <p:cNvSpPr/>
            <p:nvPr/>
          </p:nvSpPr>
          <p:spPr>
            <a:xfrm>
              <a:off x="7152514" y="2370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9" name="pt31429"/>
            <p:cNvSpPr/>
            <p:nvPr/>
          </p:nvSpPr>
          <p:spPr>
            <a:xfrm>
              <a:off x="7235668" y="2092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0" name="pt31430"/>
            <p:cNvSpPr/>
            <p:nvPr/>
          </p:nvSpPr>
          <p:spPr>
            <a:xfrm>
              <a:off x="7113275" y="2080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1" name="pt31431"/>
            <p:cNvSpPr/>
            <p:nvPr/>
          </p:nvSpPr>
          <p:spPr>
            <a:xfrm>
              <a:off x="6891715" y="1859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2" name="pt31432"/>
            <p:cNvSpPr/>
            <p:nvPr/>
          </p:nvSpPr>
          <p:spPr>
            <a:xfrm>
              <a:off x="7212138" y="2364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3" name="pt31433"/>
            <p:cNvSpPr/>
            <p:nvPr/>
          </p:nvSpPr>
          <p:spPr>
            <a:xfrm>
              <a:off x="6928676" y="2129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4" name="pt31434"/>
            <p:cNvSpPr/>
            <p:nvPr/>
          </p:nvSpPr>
          <p:spPr>
            <a:xfrm>
              <a:off x="7312682" y="1919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5" name="pt31435"/>
            <p:cNvSpPr/>
            <p:nvPr/>
          </p:nvSpPr>
          <p:spPr>
            <a:xfrm>
              <a:off x="7168011" y="2006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6" name="pt31436"/>
            <p:cNvSpPr/>
            <p:nvPr/>
          </p:nvSpPr>
          <p:spPr>
            <a:xfrm>
              <a:off x="7107503" y="2225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7" name="pt31437"/>
            <p:cNvSpPr/>
            <p:nvPr/>
          </p:nvSpPr>
          <p:spPr>
            <a:xfrm>
              <a:off x="7169782" y="2001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8" name="pt31438"/>
            <p:cNvSpPr/>
            <p:nvPr/>
          </p:nvSpPr>
          <p:spPr>
            <a:xfrm>
              <a:off x="7078510" y="2156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9" name="pt31439"/>
            <p:cNvSpPr/>
            <p:nvPr/>
          </p:nvSpPr>
          <p:spPr>
            <a:xfrm>
              <a:off x="7080109" y="2016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0" name="pt31440"/>
            <p:cNvSpPr/>
            <p:nvPr/>
          </p:nvSpPr>
          <p:spPr>
            <a:xfrm>
              <a:off x="7257501" y="212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1" name="pt31441"/>
            <p:cNvSpPr/>
            <p:nvPr/>
          </p:nvSpPr>
          <p:spPr>
            <a:xfrm>
              <a:off x="7206160" y="2056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2" name="pt31442"/>
            <p:cNvSpPr/>
            <p:nvPr/>
          </p:nvSpPr>
          <p:spPr>
            <a:xfrm>
              <a:off x="7170543" y="1978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3" name="pt31443"/>
            <p:cNvSpPr/>
            <p:nvPr/>
          </p:nvSpPr>
          <p:spPr>
            <a:xfrm>
              <a:off x="6966884" y="1995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4" name="pt31444"/>
            <p:cNvSpPr/>
            <p:nvPr/>
          </p:nvSpPr>
          <p:spPr>
            <a:xfrm>
              <a:off x="6909720" y="2176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5" name="pt31445"/>
            <p:cNvSpPr/>
            <p:nvPr/>
          </p:nvSpPr>
          <p:spPr>
            <a:xfrm>
              <a:off x="7365250" y="265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6" name="pt31446"/>
            <p:cNvSpPr/>
            <p:nvPr/>
          </p:nvSpPr>
          <p:spPr>
            <a:xfrm>
              <a:off x="7278415" y="2165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7" name="pt31447"/>
            <p:cNvSpPr/>
            <p:nvPr/>
          </p:nvSpPr>
          <p:spPr>
            <a:xfrm>
              <a:off x="7082847" y="1772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8" name="pt31448"/>
            <p:cNvSpPr/>
            <p:nvPr/>
          </p:nvSpPr>
          <p:spPr>
            <a:xfrm>
              <a:off x="7366606" y="2527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9" name="pt31449"/>
            <p:cNvSpPr/>
            <p:nvPr/>
          </p:nvSpPr>
          <p:spPr>
            <a:xfrm>
              <a:off x="7267557" y="1921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0" name="pt31450"/>
            <p:cNvSpPr/>
            <p:nvPr/>
          </p:nvSpPr>
          <p:spPr>
            <a:xfrm>
              <a:off x="7051653" y="2282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1" name="pt31451"/>
            <p:cNvSpPr/>
            <p:nvPr/>
          </p:nvSpPr>
          <p:spPr>
            <a:xfrm>
              <a:off x="7249858" y="2148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2" name="pt31452"/>
            <p:cNvSpPr/>
            <p:nvPr/>
          </p:nvSpPr>
          <p:spPr>
            <a:xfrm>
              <a:off x="7171910" y="1922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3" name="pt31453"/>
            <p:cNvSpPr/>
            <p:nvPr/>
          </p:nvSpPr>
          <p:spPr>
            <a:xfrm>
              <a:off x="7075289" y="2243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4" name="pt31454"/>
            <p:cNvSpPr/>
            <p:nvPr/>
          </p:nvSpPr>
          <p:spPr>
            <a:xfrm>
              <a:off x="7155299" y="2342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5" name="pt31455"/>
            <p:cNvSpPr/>
            <p:nvPr/>
          </p:nvSpPr>
          <p:spPr>
            <a:xfrm>
              <a:off x="7405562" y="2441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6" name="pt31456"/>
            <p:cNvSpPr/>
            <p:nvPr/>
          </p:nvSpPr>
          <p:spPr>
            <a:xfrm>
              <a:off x="6855897" y="2445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7" name="pt31457"/>
            <p:cNvSpPr/>
            <p:nvPr/>
          </p:nvSpPr>
          <p:spPr>
            <a:xfrm>
              <a:off x="6829486" y="1990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8" name="pt31458"/>
            <p:cNvSpPr/>
            <p:nvPr/>
          </p:nvSpPr>
          <p:spPr>
            <a:xfrm>
              <a:off x="7135120" y="2247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9" name="pt31459"/>
            <p:cNvSpPr/>
            <p:nvPr/>
          </p:nvSpPr>
          <p:spPr>
            <a:xfrm>
              <a:off x="7310930" y="2077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0" name="pt31460"/>
            <p:cNvSpPr/>
            <p:nvPr/>
          </p:nvSpPr>
          <p:spPr>
            <a:xfrm>
              <a:off x="7234157" y="2204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1" name="pt31461"/>
            <p:cNvSpPr/>
            <p:nvPr/>
          </p:nvSpPr>
          <p:spPr>
            <a:xfrm>
              <a:off x="7381073" y="2329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2" name="pt31462"/>
            <p:cNvSpPr/>
            <p:nvPr/>
          </p:nvSpPr>
          <p:spPr>
            <a:xfrm>
              <a:off x="7237244" y="1971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3" name="pt31463"/>
            <p:cNvSpPr/>
            <p:nvPr/>
          </p:nvSpPr>
          <p:spPr>
            <a:xfrm>
              <a:off x="7099676" y="2132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4" name="pt31464"/>
            <p:cNvSpPr/>
            <p:nvPr/>
          </p:nvSpPr>
          <p:spPr>
            <a:xfrm>
              <a:off x="6769094" y="2805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5" name="pt31465"/>
            <p:cNvSpPr/>
            <p:nvPr/>
          </p:nvSpPr>
          <p:spPr>
            <a:xfrm>
              <a:off x="6979900" y="1971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6" name="pt31466"/>
            <p:cNvSpPr/>
            <p:nvPr/>
          </p:nvSpPr>
          <p:spPr>
            <a:xfrm>
              <a:off x="6834599" y="2195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7" name="pt31467"/>
            <p:cNvSpPr/>
            <p:nvPr/>
          </p:nvSpPr>
          <p:spPr>
            <a:xfrm>
              <a:off x="7202659" y="2112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8" name="pt31468"/>
            <p:cNvSpPr/>
            <p:nvPr/>
          </p:nvSpPr>
          <p:spPr>
            <a:xfrm>
              <a:off x="7125713" y="210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9" name="pt31469"/>
            <p:cNvSpPr/>
            <p:nvPr/>
          </p:nvSpPr>
          <p:spPr>
            <a:xfrm>
              <a:off x="6961541" y="193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0" name="pt31470"/>
            <p:cNvSpPr/>
            <p:nvPr/>
          </p:nvSpPr>
          <p:spPr>
            <a:xfrm>
              <a:off x="7093538" y="2158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1" name="pt31471"/>
            <p:cNvSpPr/>
            <p:nvPr/>
          </p:nvSpPr>
          <p:spPr>
            <a:xfrm>
              <a:off x="7181395" y="2086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2" name="pt31472"/>
            <p:cNvSpPr/>
            <p:nvPr/>
          </p:nvSpPr>
          <p:spPr>
            <a:xfrm>
              <a:off x="7004103" y="197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3" name="pt31473"/>
            <p:cNvSpPr/>
            <p:nvPr/>
          </p:nvSpPr>
          <p:spPr>
            <a:xfrm>
              <a:off x="7028037" y="1892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4" name="pt31474"/>
            <p:cNvSpPr/>
            <p:nvPr/>
          </p:nvSpPr>
          <p:spPr>
            <a:xfrm>
              <a:off x="6889305" y="1941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5" name="pt31475"/>
            <p:cNvSpPr/>
            <p:nvPr/>
          </p:nvSpPr>
          <p:spPr>
            <a:xfrm>
              <a:off x="6915184" y="2221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6" name="pt31476"/>
            <p:cNvSpPr/>
            <p:nvPr/>
          </p:nvSpPr>
          <p:spPr>
            <a:xfrm>
              <a:off x="7117569" y="2197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7" name="pt31477"/>
            <p:cNvSpPr/>
            <p:nvPr/>
          </p:nvSpPr>
          <p:spPr>
            <a:xfrm>
              <a:off x="7170136" y="2074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8" name="pt31478"/>
            <p:cNvSpPr/>
            <p:nvPr/>
          </p:nvSpPr>
          <p:spPr>
            <a:xfrm>
              <a:off x="7149136" y="2311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9" name="pt31479"/>
            <p:cNvSpPr/>
            <p:nvPr/>
          </p:nvSpPr>
          <p:spPr>
            <a:xfrm>
              <a:off x="7436691" y="2586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0" name="pt31480"/>
            <p:cNvSpPr/>
            <p:nvPr/>
          </p:nvSpPr>
          <p:spPr>
            <a:xfrm>
              <a:off x="7160709" y="2057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1" name="pt31481"/>
            <p:cNvSpPr/>
            <p:nvPr/>
          </p:nvSpPr>
          <p:spPr>
            <a:xfrm>
              <a:off x="7008744" y="1949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2" name="pt31482"/>
            <p:cNvSpPr/>
            <p:nvPr/>
          </p:nvSpPr>
          <p:spPr>
            <a:xfrm>
              <a:off x="7194486" y="2096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3" name="pt31483"/>
            <p:cNvSpPr/>
            <p:nvPr/>
          </p:nvSpPr>
          <p:spPr>
            <a:xfrm>
              <a:off x="7809309" y="2191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4" name="pt31484"/>
            <p:cNvSpPr/>
            <p:nvPr/>
          </p:nvSpPr>
          <p:spPr>
            <a:xfrm>
              <a:off x="7137925" y="2224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5" name="pt31485"/>
            <p:cNvSpPr/>
            <p:nvPr/>
          </p:nvSpPr>
          <p:spPr>
            <a:xfrm>
              <a:off x="7250091" y="1968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6" name="pt31486"/>
            <p:cNvSpPr/>
            <p:nvPr/>
          </p:nvSpPr>
          <p:spPr>
            <a:xfrm>
              <a:off x="7128117" y="2061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7" name="pt31487"/>
            <p:cNvSpPr/>
            <p:nvPr/>
          </p:nvSpPr>
          <p:spPr>
            <a:xfrm>
              <a:off x="7038457" y="2386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8" name="pt31488"/>
            <p:cNvSpPr/>
            <p:nvPr/>
          </p:nvSpPr>
          <p:spPr>
            <a:xfrm>
              <a:off x="7641455" y="2387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9" name="pt31489"/>
            <p:cNvSpPr/>
            <p:nvPr/>
          </p:nvSpPr>
          <p:spPr>
            <a:xfrm>
              <a:off x="7229633" y="2082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0" name="pt31490"/>
            <p:cNvSpPr/>
            <p:nvPr/>
          </p:nvSpPr>
          <p:spPr>
            <a:xfrm>
              <a:off x="7010578" y="2046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1" name="pt31491"/>
            <p:cNvSpPr/>
            <p:nvPr/>
          </p:nvSpPr>
          <p:spPr>
            <a:xfrm>
              <a:off x="7073206" y="2249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2" name="pt31492"/>
            <p:cNvSpPr/>
            <p:nvPr/>
          </p:nvSpPr>
          <p:spPr>
            <a:xfrm>
              <a:off x="7446463" y="2403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3" name="pt31493"/>
            <p:cNvSpPr/>
            <p:nvPr/>
          </p:nvSpPr>
          <p:spPr>
            <a:xfrm>
              <a:off x="7343184" y="2109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4" name="pt31494"/>
            <p:cNvSpPr/>
            <p:nvPr/>
          </p:nvSpPr>
          <p:spPr>
            <a:xfrm>
              <a:off x="6917324" y="2243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5" name="pt31495"/>
            <p:cNvSpPr/>
            <p:nvPr/>
          </p:nvSpPr>
          <p:spPr>
            <a:xfrm>
              <a:off x="7195463" y="2020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6" name="pt31496"/>
            <p:cNvSpPr/>
            <p:nvPr/>
          </p:nvSpPr>
          <p:spPr>
            <a:xfrm>
              <a:off x="7258605" y="2103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7" name="pt31497"/>
            <p:cNvSpPr/>
            <p:nvPr/>
          </p:nvSpPr>
          <p:spPr>
            <a:xfrm>
              <a:off x="7266832" y="1960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8" name="pt31498"/>
            <p:cNvSpPr/>
            <p:nvPr/>
          </p:nvSpPr>
          <p:spPr>
            <a:xfrm>
              <a:off x="7266514" y="2026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9" name="pt31499"/>
            <p:cNvSpPr/>
            <p:nvPr/>
          </p:nvSpPr>
          <p:spPr>
            <a:xfrm>
              <a:off x="7072733" y="2237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0" name="pt31500"/>
            <p:cNvSpPr/>
            <p:nvPr/>
          </p:nvSpPr>
          <p:spPr>
            <a:xfrm>
              <a:off x="7252051" y="195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1" name="pt31501"/>
            <p:cNvSpPr/>
            <p:nvPr/>
          </p:nvSpPr>
          <p:spPr>
            <a:xfrm>
              <a:off x="7158611" y="2002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2" name="pt31502"/>
            <p:cNvSpPr/>
            <p:nvPr/>
          </p:nvSpPr>
          <p:spPr>
            <a:xfrm>
              <a:off x="7105231" y="2166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3" name="pt31503"/>
            <p:cNvSpPr/>
            <p:nvPr/>
          </p:nvSpPr>
          <p:spPr>
            <a:xfrm>
              <a:off x="7117506" y="2198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4" name="pt31504"/>
            <p:cNvSpPr/>
            <p:nvPr/>
          </p:nvSpPr>
          <p:spPr>
            <a:xfrm>
              <a:off x="7061638" y="2032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5" name="pt31505"/>
            <p:cNvSpPr/>
            <p:nvPr/>
          </p:nvSpPr>
          <p:spPr>
            <a:xfrm>
              <a:off x="7048175" y="2354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6" name="pt31506"/>
            <p:cNvSpPr/>
            <p:nvPr/>
          </p:nvSpPr>
          <p:spPr>
            <a:xfrm>
              <a:off x="7393185" y="2163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7" name="pt31507"/>
            <p:cNvSpPr/>
            <p:nvPr/>
          </p:nvSpPr>
          <p:spPr>
            <a:xfrm>
              <a:off x="7095756" y="2234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8" name="pt31508"/>
            <p:cNvSpPr/>
            <p:nvPr/>
          </p:nvSpPr>
          <p:spPr>
            <a:xfrm>
              <a:off x="7121077" y="2161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9" name="pt31509"/>
            <p:cNvSpPr/>
            <p:nvPr/>
          </p:nvSpPr>
          <p:spPr>
            <a:xfrm>
              <a:off x="7109097" y="2054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0" name="pt31510"/>
            <p:cNvSpPr/>
            <p:nvPr/>
          </p:nvSpPr>
          <p:spPr>
            <a:xfrm>
              <a:off x="6927842" y="2223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1" name="pt31511"/>
            <p:cNvSpPr/>
            <p:nvPr/>
          </p:nvSpPr>
          <p:spPr>
            <a:xfrm>
              <a:off x="7207100" y="2065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2" name="pt31512"/>
            <p:cNvSpPr/>
            <p:nvPr/>
          </p:nvSpPr>
          <p:spPr>
            <a:xfrm>
              <a:off x="7270962" y="1944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3" name="pt31513"/>
            <p:cNvSpPr/>
            <p:nvPr/>
          </p:nvSpPr>
          <p:spPr>
            <a:xfrm>
              <a:off x="6714548" y="2146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4" name="pt31514"/>
            <p:cNvSpPr/>
            <p:nvPr/>
          </p:nvSpPr>
          <p:spPr>
            <a:xfrm>
              <a:off x="7054610" y="2233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5" name="pt31515"/>
            <p:cNvSpPr/>
            <p:nvPr/>
          </p:nvSpPr>
          <p:spPr>
            <a:xfrm>
              <a:off x="7130461" y="2153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6" name="pt31516"/>
            <p:cNvSpPr/>
            <p:nvPr/>
          </p:nvSpPr>
          <p:spPr>
            <a:xfrm>
              <a:off x="7126470" y="2137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7" name="pt31517"/>
            <p:cNvSpPr/>
            <p:nvPr/>
          </p:nvSpPr>
          <p:spPr>
            <a:xfrm>
              <a:off x="7150145" y="2313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8" name="pt31518"/>
            <p:cNvSpPr/>
            <p:nvPr/>
          </p:nvSpPr>
          <p:spPr>
            <a:xfrm>
              <a:off x="7204696" y="2121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9" name="pt31519"/>
            <p:cNvSpPr/>
            <p:nvPr/>
          </p:nvSpPr>
          <p:spPr>
            <a:xfrm>
              <a:off x="6977021" y="1928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0" name="pt31520"/>
            <p:cNvSpPr/>
            <p:nvPr/>
          </p:nvSpPr>
          <p:spPr>
            <a:xfrm>
              <a:off x="7232844" y="2119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1" name="pt31521"/>
            <p:cNvSpPr/>
            <p:nvPr/>
          </p:nvSpPr>
          <p:spPr>
            <a:xfrm>
              <a:off x="7087313" y="2194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2" name="pt31522"/>
            <p:cNvSpPr/>
            <p:nvPr/>
          </p:nvSpPr>
          <p:spPr>
            <a:xfrm>
              <a:off x="7180831" y="2156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3" name="pt31523"/>
            <p:cNvSpPr/>
            <p:nvPr/>
          </p:nvSpPr>
          <p:spPr>
            <a:xfrm>
              <a:off x="7088778" y="2196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4" name="pt31524"/>
            <p:cNvSpPr/>
            <p:nvPr/>
          </p:nvSpPr>
          <p:spPr>
            <a:xfrm>
              <a:off x="6967927" y="1967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5" name="pt31525"/>
            <p:cNvSpPr/>
            <p:nvPr/>
          </p:nvSpPr>
          <p:spPr>
            <a:xfrm>
              <a:off x="7349414" y="2238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6" name="pt31526"/>
            <p:cNvSpPr/>
            <p:nvPr/>
          </p:nvSpPr>
          <p:spPr>
            <a:xfrm>
              <a:off x="7197035" y="1994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7" name="pt31527"/>
            <p:cNvSpPr/>
            <p:nvPr/>
          </p:nvSpPr>
          <p:spPr>
            <a:xfrm>
              <a:off x="7090944" y="2207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8" name="pt31528"/>
            <p:cNvSpPr/>
            <p:nvPr/>
          </p:nvSpPr>
          <p:spPr>
            <a:xfrm>
              <a:off x="7305879" y="1912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9" name="pt31529"/>
            <p:cNvSpPr/>
            <p:nvPr/>
          </p:nvSpPr>
          <p:spPr>
            <a:xfrm>
              <a:off x="7139114" y="2215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0" name="pt31530"/>
            <p:cNvSpPr/>
            <p:nvPr/>
          </p:nvSpPr>
          <p:spPr>
            <a:xfrm>
              <a:off x="7263810" y="2133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1" name="pt31531"/>
            <p:cNvSpPr/>
            <p:nvPr/>
          </p:nvSpPr>
          <p:spPr>
            <a:xfrm>
              <a:off x="7372322" y="2639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2" name="pt31532"/>
            <p:cNvSpPr/>
            <p:nvPr/>
          </p:nvSpPr>
          <p:spPr>
            <a:xfrm>
              <a:off x="6963216" y="1996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3" name="pt31533"/>
            <p:cNvSpPr/>
            <p:nvPr/>
          </p:nvSpPr>
          <p:spPr>
            <a:xfrm>
              <a:off x="7273042" y="2111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4" name="pt31534"/>
            <p:cNvSpPr/>
            <p:nvPr/>
          </p:nvSpPr>
          <p:spPr>
            <a:xfrm>
              <a:off x="7153179" y="2328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5" name="pt31535"/>
            <p:cNvSpPr/>
            <p:nvPr/>
          </p:nvSpPr>
          <p:spPr>
            <a:xfrm>
              <a:off x="7258358" y="2269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6" name="pt31536"/>
            <p:cNvSpPr/>
            <p:nvPr/>
          </p:nvSpPr>
          <p:spPr>
            <a:xfrm>
              <a:off x="6984474" y="2005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7" name="pt31537"/>
            <p:cNvSpPr/>
            <p:nvPr/>
          </p:nvSpPr>
          <p:spPr>
            <a:xfrm>
              <a:off x="7381247" y="1992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8" name="pt31538"/>
            <p:cNvSpPr/>
            <p:nvPr/>
          </p:nvSpPr>
          <p:spPr>
            <a:xfrm>
              <a:off x="7203527" y="2104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9" name="pt31539"/>
            <p:cNvSpPr/>
            <p:nvPr/>
          </p:nvSpPr>
          <p:spPr>
            <a:xfrm>
              <a:off x="7083505" y="2026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0" name="pt31540"/>
            <p:cNvSpPr/>
            <p:nvPr/>
          </p:nvSpPr>
          <p:spPr>
            <a:xfrm>
              <a:off x="7125219" y="2122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1" name="pt31541"/>
            <p:cNvSpPr/>
            <p:nvPr/>
          </p:nvSpPr>
          <p:spPr>
            <a:xfrm>
              <a:off x="7084140" y="2026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2" name="pt31542"/>
            <p:cNvSpPr/>
            <p:nvPr/>
          </p:nvSpPr>
          <p:spPr>
            <a:xfrm>
              <a:off x="7203477" y="2062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3" name="pt31543"/>
            <p:cNvSpPr/>
            <p:nvPr/>
          </p:nvSpPr>
          <p:spPr>
            <a:xfrm>
              <a:off x="6887816" y="1994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4" name="pt31544"/>
            <p:cNvSpPr/>
            <p:nvPr/>
          </p:nvSpPr>
          <p:spPr>
            <a:xfrm>
              <a:off x="7255421" y="2053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5" name="pt31545"/>
            <p:cNvSpPr/>
            <p:nvPr/>
          </p:nvSpPr>
          <p:spPr>
            <a:xfrm>
              <a:off x="7473495" y="2711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6" name="pt31546"/>
            <p:cNvSpPr/>
            <p:nvPr/>
          </p:nvSpPr>
          <p:spPr>
            <a:xfrm>
              <a:off x="6990917" y="1937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7" name="pt31547"/>
            <p:cNvSpPr/>
            <p:nvPr/>
          </p:nvSpPr>
          <p:spPr>
            <a:xfrm>
              <a:off x="6837590" y="2080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8" name="pt31548"/>
            <p:cNvSpPr/>
            <p:nvPr/>
          </p:nvSpPr>
          <p:spPr>
            <a:xfrm>
              <a:off x="6955531" y="2023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9" name="pt31549"/>
            <p:cNvSpPr/>
            <p:nvPr/>
          </p:nvSpPr>
          <p:spPr>
            <a:xfrm>
              <a:off x="7242807" y="2221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0" name="pt31550"/>
            <p:cNvSpPr/>
            <p:nvPr/>
          </p:nvSpPr>
          <p:spPr>
            <a:xfrm>
              <a:off x="7309746" y="2068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1" name="pt31551"/>
            <p:cNvSpPr/>
            <p:nvPr/>
          </p:nvSpPr>
          <p:spPr>
            <a:xfrm>
              <a:off x="7147284" y="2186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2" name="pt31552"/>
            <p:cNvSpPr/>
            <p:nvPr/>
          </p:nvSpPr>
          <p:spPr>
            <a:xfrm>
              <a:off x="7196752" y="2122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3" name="pt31553"/>
            <p:cNvSpPr/>
            <p:nvPr/>
          </p:nvSpPr>
          <p:spPr>
            <a:xfrm>
              <a:off x="7029593" y="1743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4" name="pt31554"/>
            <p:cNvSpPr/>
            <p:nvPr/>
          </p:nvSpPr>
          <p:spPr>
            <a:xfrm>
              <a:off x="6959726" y="2146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5" name="pt31555"/>
            <p:cNvSpPr/>
            <p:nvPr/>
          </p:nvSpPr>
          <p:spPr>
            <a:xfrm>
              <a:off x="7164571" y="2073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6" name="pt31556"/>
            <p:cNvSpPr/>
            <p:nvPr/>
          </p:nvSpPr>
          <p:spPr>
            <a:xfrm>
              <a:off x="7018926" y="2148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7" name="pt31557"/>
            <p:cNvSpPr/>
            <p:nvPr/>
          </p:nvSpPr>
          <p:spPr>
            <a:xfrm>
              <a:off x="7193838" y="2023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8" name="pt31558"/>
            <p:cNvSpPr/>
            <p:nvPr/>
          </p:nvSpPr>
          <p:spPr>
            <a:xfrm>
              <a:off x="7056931" y="2157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9" name="pt31559"/>
            <p:cNvSpPr/>
            <p:nvPr/>
          </p:nvSpPr>
          <p:spPr>
            <a:xfrm>
              <a:off x="6953267" y="2173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0" name="pt31560"/>
            <p:cNvSpPr/>
            <p:nvPr/>
          </p:nvSpPr>
          <p:spPr>
            <a:xfrm>
              <a:off x="7138257" y="2152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1" name="pt31561"/>
            <p:cNvSpPr/>
            <p:nvPr/>
          </p:nvSpPr>
          <p:spPr>
            <a:xfrm>
              <a:off x="7303082" y="2062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2" name="pt31562"/>
            <p:cNvSpPr/>
            <p:nvPr/>
          </p:nvSpPr>
          <p:spPr>
            <a:xfrm>
              <a:off x="7227050" y="1964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3" name="pt31563"/>
            <p:cNvSpPr/>
            <p:nvPr/>
          </p:nvSpPr>
          <p:spPr>
            <a:xfrm>
              <a:off x="7220328" y="2297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4" name="pt31564"/>
            <p:cNvSpPr/>
            <p:nvPr/>
          </p:nvSpPr>
          <p:spPr>
            <a:xfrm>
              <a:off x="7147522" y="2360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5" name="pt31565"/>
            <p:cNvSpPr/>
            <p:nvPr/>
          </p:nvSpPr>
          <p:spPr>
            <a:xfrm>
              <a:off x="7366742" y="2575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6" name="pt31566"/>
            <p:cNvSpPr/>
            <p:nvPr/>
          </p:nvSpPr>
          <p:spPr>
            <a:xfrm>
              <a:off x="7155483" y="2343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7" name="pt31567"/>
            <p:cNvSpPr/>
            <p:nvPr/>
          </p:nvSpPr>
          <p:spPr>
            <a:xfrm>
              <a:off x="7424547" y="2225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8" name="pt31568"/>
            <p:cNvSpPr/>
            <p:nvPr/>
          </p:nvSpPr>
          <p:spPr>
            <a:xfrm>
              <a:off x="7087414" y="2175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9" name="pt31569"/>
            <p:cNvSpPr/>
            <p:nvPr/>
          </p:nvSpPr>
          <p:spPr>
            <a:xfrm>
              <a:off x="7211850" y="2368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0" name="pt31570"/>
            <p:cNvSpPr/>
            <p:nvPr/>
          </p:nvSpPr>
          <p:spPr>
            <a:xfrm>
              <a:off x="7232624" y="211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1" name="pt31571"/>
            <p:cNvSpPr/>
            <p:nvPr/>
          </p:nvSpPr>
          <p:spPr>
            <a:xfrm>
              <a:off x="7358788" y="2509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2" name="pt31572"/>
            <p:cNvSpPr/>
            <p:nvPr/>
          </p:nvSpPr>
          <p:spPr>
            <a:xfrm>
              <a:off x="7148779" y="2310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3" name="pt31573"/>
            <p:cNvSpPr/>
            <p:nvPr/>
          </p:nvSpPr>
          <p:spPr>
            <a:xfrm>
              <a:off x="7038936" y="2371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4" name="pt31574"/>
            <p:cNvSpPr/>
            <p:nvPr/>
          </p:nvSpPr>
          <p:spPr>
            <a:xfrm>
              <a:off x="7104256" y="2203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5" name="pt31575"/>
            <p:cNvSpPr/>
            <p:nvPr/>
          </p:nvSpPr>
          <p:spPr>
            <a:xfrm>
              <a:off x="7139023" y="2195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6" name="pt31576"/>
            <p:cNvSpPr/>
            <p:nvPr/>
          </p:nvSpPr>
          <p:spPr>
            <a:xfrm>
              <a:off x="7145867" y="2211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7" name="pt31577"/>
            <p:cNvSpPr/>
            <p:nvPr/>
          </p:nvSpPr>
          <p:spPr>
            <a:xfrm>
              <a:off x="7429381" y="267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8" name="pt31578"/>
            <p:cNvSpPr/>
            <p:nvPr/>
          </p:nvSpPr>
          <p:spPr>
            <a:xfrm>
              <a:off x="7164080" y="2091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9" name="pt31579"/>
            <p:cNvSpPr/>
            <p:nvPr/>
          </p:nvSpPr>
          <p:spPr>
            <a:xfrm>
              <a:off x="6972414" y="1926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0" name="pt31580"/>
            <p:cNvSpPr/>
            <p:nvPr/>
          </p:nvSpPr>
          <p:spPr>
            <a:xfrm>
              <a:off x="7185959" y="2126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1" name="pt31581"/>
            <p:cNvSpPr/>
            <p:nvPr/>
          </p:nvSpPr>
          <p:spPr>
            <a:xfrm>
              <a:off x="7544167" y="2443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2" name="pt31582"/>
            <p:cNvSpPr/>
            <p:nvPr/>
          </p:nvSpPr>
          <p:spPr>
            <a:xfrm>
              <a:off x="7263945" y="2074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3" name="pt31583"/>
            <p:cNvSpPr/>
            <p:nvPr/>
          </p:nvSpPr>
          <p:spPr>
            <a:xfrm>
              <a:off x="7289221" y="1847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4" name="pt31584"/>
            <p:cNvSpPr/>
            <p:nvPr/>
          </p:nvSpPr>
          <p:spPr>
            <a:xfrm>
              <a:off x="6960184" y="1894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5" name="pt31585"/>
            <p:cNvSpPr/>
            <p:nvPr/>
          </p:nvSpPr>
          <p:spPr>
            <a:xfrm>
              <a:off x="7037182" y="2159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6" name="pt31586"/>
            <p:cNvSpPr/>
            <p:nvPr/>
          </p:nvSpPr>
          <p:spPr>
            <a:xfrm>
              <a:off x="7060855" y="1956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7" name="pt31587"/>
            <p:cNvSpPr/>
            <p:nvPr/>
          </p:nvSpPr>
          <p:spPr>
            <a:xfrm>
              <a:off x="7105034" y="2231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8" name="pt31588"/>
            <p:cNvSpPr/>
            <p:nvPr/>
          </p:nvSpPr>
          <p:spPr>
            <a:xfrm>
              <a:off x="7266157" y="2171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9" name="pt31589"/>
            <p:cNvSpPr/>
            <p:nvPr/>
          </p:nvSpPr>
          <p:spPr>
            <a:xfrm>
              <a:off x="7210294" y="2360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0" name="pt31590"/>
            <p:cNvSpPr/>
            <p:nvPr/>
          </p:nvSpPr>
          <p:spPr>
            <a:xfrm>
              <a:off x="7040560" y="2206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1" name="pt31591"/>
            <p:cNvSpPr/>
            <p:nvPr/>
          </p:nvSpPr>
          <p:spPr>
            <a:xfrm>
              <a:off x="7144097" y="228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2" name="pt31592"/>
            <p:cNvSpPr/>
            <p:nvPr/>
          </p:nvSpPr>
          <p:spPr>
            <a:xfrm>
              <a:off x="7123965" y="2188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3" name="pt31593"/>
            <p:cNvSpPr/>
            <p:nvPr/>
          </p:nvSpPr>
          <p:spPr>
            <a:xfrm>
              <a:off x="7221509" y="2207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4" name="pt31594"/>
            <p:cNvSpPr/>
            <p:nvPr/>
          </p:nvSpPr>
          <p:spPr>
            <a:xfrm>
              <a:off x="7349121" y="2172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5" name="pt31595"/>
            <p:cNvSpPr/>
            <p:nvPr/>
          </p:nvSpPr>
          <p:spPr>
            <a:xfrm>
              <a:off x="7118121" y="2207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6" name="pt31596"/>
            <p:cNvSpPr/>
            <p:nvPr/>
          </p:nvSpPr>
          <p:spPr>
            <a:xfrm>
              <a:off x="7141247" y="2310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7" name="pt31597"/>
            <p:cNvSpPr/>
            <p:nvPr/>
          </p:nvSpPr>
          <p:spPr>
            <a:xfrm>
              <a:off x="6902435" y="1634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8" name="pt31598"/>
            <p:cNvSpPr/>
            <p:nvPr/>
          </p:nvSpPr>
          <p:spPr>
            <a:xfrm>
              <a:off x="7064995" y="1714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9" name="pt31599"/>
            <p:cNvSpPr/>
            <p:nvPr/>
          </p:nvSpPr>
          <p:spPr>
            <a:xfrm>
              <a:off x="7206943" y="2147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0" name="pt31600"/>
            <p:cNvSpPr/>
            <p:nvPr/>
          </p:nvSpPr>
          <p:spPr>
            <a:xfrm>
              <a:off x="7181868" y="2087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1" name="pt31601"/>
            <p:cNvSpPr/>
            <p:nvPr/>
          </p:nvSpPr>
          <p:spPr>
            <a:xfrm>
              <a:off x="7202075" y="2079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2" name="pt31602"/>
            <p:cNvSpPr/>
            <p:nvPr/>
          </p:nvSpPr>
          <p:spPr>
            <a:xfrm>
              <a:off x="7285223" y="2026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3" name="pt31603"/>
            <p:cNvSpPr/>
            <p:nvPr/>
          </p:nvSpPr>
          <p:spPr>
            <a:xfrm>
              <a:off x="6882798" y="1839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4" name="pt31604"/>
            <p:cNvSpPr/>
            <p:nvPr/>
          </p:nvSpPr>
          <p:spPr>
            <a:xfrm>
              <a:off x="7239551" y="2050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5" name="pt31605"/>
            <p:cNvSpPr/>
            <p:nvPr/>
          </p:nvSpPr>
          <p:spPr>
            <a:xfrm>
              <a:off x="7032031" y="1985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6" name="pt31606"/>
            <p:cNvSpPr/>
            <p:nvPr/>
          </p:nvSpPr>
          <p:spPr>
            <a:xfrm>
              <a:off x="7054206" y="2314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7" name="pt31607"/>
            <p:cNvSpPr/>
            <p:nvPr/>
          </p:nvSpPr>
          <p:spPr>
            <a:xfrm>
              <a:off x="6927638" y="2292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8" name="pt31608"/>
            <p:cNvSpPr/>
            <p:nvPr/>
          </p:nvSpPr>
          <p:spPr>
            <a:xfrm>
              <a:off x="7085940" y="2158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9" name="pt31609"/>
            <p:cNvSpPr/>
            <p:nvPr/>
          </p:nvSpPr>
          <p:spPr>
            <a:xfrm>
              <a:off x="7224993" y="2012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0" name="pt31610"/>
            <p:cNvSpPr/>
            <p:nvPr/>
          </p:nvSpPr>
          <p:spPr>
            <a:xfrm>
              <a:off x="7152488" y="2348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1" name="pt31611"/>
            <p:cNvSpPr/>
            <p:nvPr/>
          </p:nvSpPr>
          <p:spPr>
            <a:xfrm>
              <a:off x="6909868" y="2230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2" name="pt31612"/>
            <p:cNvSpPr/>
            <p:nvPr/>
          </p:nvSpPr>
          <p:spPr>
            <a:xfrm>
              <a:off x="6978959" y="1909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3" name="pt31613"/>
            <p:cNvSpPr/>
            <p:nvPr/>
          </p:nvSpPr>
          <p:spPr>
            <a:xfrm>
              <a:off x="7133010" y="2103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4" name="pt31614"/>
            <p:cNvSpPr/>
            <p:nvPr/>
          </p:nvSpPr>
          <p:spPr>
            <a:xfrm>
              <a:off x="7276776" y="1986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5" name="pt31615"/>
            <p:cNvSpPr/>
            <p:nvPr/>
          </p:nvSpPr>
          <p:spPr>
            <a:xfrm>
              <a:off x="7206813" y="2134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6" name="pt31616"/>
            <p:cNvSpPr/>
            <p:nvPr/>
          </p:nvSpPr>
          <p:spPr>
            <a:xfrm>
              <a:off x="7198031" y="2004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7" name="pt31617"/>
            <p:cNvSpPr/>
            <p:nvPr/>
          </p:nvSpPr>
          <p:spPr>
            <a:xfrm>
              <a:off x="6976978" y="1959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8" name="pt31618"/>
            <p:cNvSpPr/>
            <p:nvPr/>
          </p:nvSpPr>
          <p:spPr>
            <a:xfrm>
              <a:off x="7085663" y="2166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9" name="pt31619"/>
            <p:cNvSpPr/>
            <p:nvPr/>
          </p:nvSpPr>
          <p:spPr>
            <a:xfrm>
              <a:off x="6936698" y="2177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0" name="pt31620"/>
            <p:cNvSpPr/>
            <p:nvPr/>
          </p:nvSpPr>
          <p:spPr>
            <a:xfrm>
              <a:off x="7075333" y="2212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1" name="pt31621"/>
            <p:cNvSpPr/>
            <p:nvPr/>
          </p:nvSpPr>
          <p:spPr>
            <a:xfrm>
              <a:off x="7221367" y="2205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2" name="pt31622"/>
            <p:cNvSpPr/>
            <p:nvPr/>
          </p:nvSpPr>
          <p:spPr>
            <a:xfrm>
              <a:off x="7107831" y="209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3" name="pt31623"/>
            <p:cNvSpPr/>
            <p:nvPr/>
          </p:nvSpPr>
          <p:spPr>
            <a:xfrm>
              <a:off x="7366338" y="2482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4" name="pt31624"/>
            <p:cNvSpPr/>
            <p:nvPr/>
          </p:nvSpPr>
          <p:spPr>
            <a:xfrm>
              <a:off x="7147032" y="2243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5" name="pt31625"/>
            <p:cNvSpPr/>
            <p:nvPr/>
          </p:nvSpPr>
          <p:spPr>
            <a:xfrm>
              <a:off x="7157250" y="2174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6" name="pt31626"/>
            <p:cNvSpPr/>
            <p:nvPr/>
          </p:nvSpPr>
          <p:spPr>
            <a:xfrm>
              <a:off x="7110618" y="2083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7" name="pt31627"/>
            <p:cNvSpPr/>
            <p:nvPr/>
          </p:nvSpPr>
          <p:spPr>
            <a:xfrm>
              <a:off x="7059279" y="2047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8" name="pt31628"/>
            <p:cNvSpPr/>
            <p:nvPr/>
          </p:nvSpPr>
          <p:spPr>
            <a:xfrm>
              <a:off x="7119625" y="2105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9" name="pt31629"/>
            <p:cNvSpPr/>
            <p:nvPr/>
          </p:nvSpPr>
          <p:spPr>
            <a:xfrm>
              <a:off x="7265872" y="2170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0" name="pt31630"/>
            <p:cNvSpPr/>
            <p:nvPr/>
          </p:nvSpPr>
          <p:spPr>
            <a:xfrm>
              <a:off x="7095415" y="2234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1" name="pt31631"/>
            <p:cNvSpPr/>
            <p:nvPr/>
          </p:nvSpPr>
          <p:spPr>
            <a:xfrm>
              <a:off x="7125694" y="2132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2" name="pt31632"/>
            <p:cNvSpPr/>
            <p:nvPr/>
          </p:nvSpPr>
          <p:spPr>
            <a:xfrm>
              <a:off x="7185988" y="2162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3" name="pt31633"/>
            <p:cNvSpPr/>
            <p:nvPr/>
          </p:nvSpPr>
          <p:spPr>
            <a:xfrm>
              <a:off x="6936317" y="2174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4" name="pt31634"/>
            <p:cNvSpPr/>
            <p:nvPr/>
          </p:nvSpPr>
          <p:spPr>
            <a:xfrm>
              <a:off x="7244687" y="2177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5" name="pt31635"/>
            <p:cNvSpPr/>
            <p:nvPr/>
          </p:nvSpPr>
          <p:spPr>
            <a:xfrm>
              <a:off x="7381495" y="2171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6" name="pt31636"/>
            <p:cNvSpPr/>
            <p:nvPr/>
          </p:nvSpPr>
          <p:spPr>
            <a:xfrm>
              <a:off x="7022847" y="2011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7" name="pt31637"/>
            <p:cNvSpPr/>
            <p:nvPr/>
          </p:nvSpPr>
          <p:spPr>
            <a:xfrm>
              <a:off x="7211616" y="2335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8" name="pt31638"/>
            <p:cNvSpPr/>
            <p:nvPr/>
          </p:nvSpPr>
          <p:spPr>
            <a:xfrm>
              <a:off x="7240557" y="1673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9" name="pt31639"/>
            <p:cNvSpPr/>
            <p:nvPr/>
          </p:nvSpPr>
          <p:spPr>
            <a:xfrm>
              <a:off x="7151352" y="2321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0" name="pt31640"/>
            <p:cNvSpPr/>
            <p:nvPr/>
          </p:nvSpPr>
          <p:spPr>
            <a:xfrm>
              <a:off x="7244952" y="2097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1" name="pt31641"/>
            <p:cNvSpPr/>
            <p:nvPr/>
          </p:nvSpPr>
          <p:spPr>
            <a:xfrm>
              <a:off x="7267217" y="2026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2" name="pt31642"/>
            <p:cNvSpPr/>
            <p:nvPr/>
          </p:nvSpPr>
          <p:spPr>
            <a:xfrm>
              <a:off x="6989997" y="1812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3" name="pt31643"/>
            <p:cNvSpPr/>
            <p:nvPr/>
          </p:nvSpPr>
          <p:spPr>
            <a:xfrm>
              <a:off x="7069850" y="2048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4" name="pt31644"/>
            <p:cNvSpPr/>
            <p:nvPr/>
          </p:nvSpPr>
          <p:spPr>
            <a:xfrm>
              <a:off x="7329416" y="1981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5" name="pt31645"/>
            <p:cNvSpPr/>
            <p:nvPr/>
          </p:nvSpPr>
          <p:spPr>
            <a:xfrm>
              <a:off x="7399115" y="2659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6" name="pt31646"/>
            <p:cNvSpPr/>
            <p:nvPr/>
          </p:nvSpPr>
          <p:spPr>
            <a:xfrm>
              <a:off x="7145738" y="2271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7" name="pt31647"/>
            <p:cNvSpPr/>
            <p:nvPr/>
          </p:nvSpPr>
          <p:spPr>
            <a:xfrm>
              <a:off x="7189045" y="2093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8" name="pt31648"/>
            <p:cNvSpPr/>
            <p:nvPr/>
          </p:nvSpPr>
          <p:spPr>
            <a:xfrm>
              <a:off x="6918155" y="2182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9" name="pt31649"/>
            <p:cNvSpPr/>
            <p:nvPr/>
          </p:nvSpPr>
          <p:spPr>
            <a:xfrm>
              <a:off x="7052090" y="228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0" name="pt31650"/>
            <p:cNvSpPr/>
            <p:nvPr/>
          </p:nvSpPr>
          <p:spPr>
            <a:xfrm>
              <a:off x="7210680" y="2256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1" name="pt31651"/>
            <p:cNvSpPr/>
            <p:nvPr/>
          </p:nvSpPr>
          <p:spPr>
            <a:xfrm>
              <a:off x="7233219" y="2168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2" name="pt31652"/>
            <p:cNvSpPr/>
            <p:nvPr/>
          </p:nvSpPr>
          <p:spPr>
            <a:xfrm>
              <a:off x="7309337" y="2119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3" name="pt31653"/>
            <p:cNvSpPr/>
            <p:nvPr/>
          </p:nvSpPr>
          <p:spPr>
            <a:xfrm>
              <a:off x="7289838" y="1835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4" name="pt31654"/>
            <p:cNvSpPr/>
            <p:nvPr/>
          </p:nvSpPr>
          <p:spPr>
            <a:xfrm>
              <a:off x="7184249" y="2133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5" name="pt31655"/>
            <p:cNvSpPr/>
            <p:nvPr/>
          </p:nvSpPr>
          <p:spPr>
            <a:xfrm>
              <a:off x="7244613" y="2215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6" name="pt31656"/>
            <p:cNvSpPr/>
            <p:nvPr/>
          </p:nvSpPr>
          <p:spPr>
            <a:xfrm>
              <a:off x="7263656" y="2013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7" name="pt31657"/>
            <p:cNvSpPr/>
            <p:nvPr/>
          </p:nvSpPr>
          <p:spPr>
            <a:xfrm>
              <a:off x="7368517" y="2508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8" name="pt31658"/>
            <p:cNvSpPr/>
            <p:nvPr/>
          </p:nvSpPr>
          <p:spPr>
            <a:xfrm>
              <a:off x="6969720" y="202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9" name="pt31659"/>
            <p:cNvSpPr/>
            <p:nvPr/>
          </p:nvSpPr>
          <p:spPr>
            <a:xfrm>
              <a:off x="7229786" y="2056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0" name="pt31660"/>
            <p:cNvSpPr/>
            <p:nvPr/>
          </p:nvSpPr>
          <p:spPr>
            <a:xfrm>
              <a:off x="6825361" y="2164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1" name="pt31661"/>
            <p:cNvSpPr/>
            <p:nvPr/>
          </p:nvSpPr>
          <p:spPr>
            <a:xfrm>
              <a:off x="7111638" y="2112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2" name="pt31662"/>
            <p:cNvSpPr/>
            <p:nvPr/>
          </p:nvSpPr>
          <p:spPr>
            <a:xfrm>
              <a:off x="6983274" y="1940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3" name="pt31663"/>
            <p:cNvSpPr/>
            <p:nvPr/>
          </p:nvSpPr>
          <p:spPr>
            <a:xfrm>
              <a:off x="7243194" y="2168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4" name="pt31664"/>
            <p:cNvSpPr/>
            <p:nvPr/>
          </p:nvSpPr>
          <p:spPr>
            <a:xfrm>
              <a:off x="7180127" y="2144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5" name="pt31665"/>
            <p:cNvSpPr/>
            <p:nvPr/>
          </p:nvSpPr>
          <p:spPr>
            <a:xfrm>
              <a:off x="7028663" y="1769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6" name="pt31666"/>
            <p:cNvSpPr/>
            <p:nvPr/>
          </p:nvSpPr>
          <p:spPr>
            <a:xfrm>
              <a:off x="6916440" y="2169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7" name="pt31667"/>
            <p:cNvSpPr/>
            <p:nvPr/>
          </p:nvSpPr>
          <p:spPr>
            <a:xfrm>
              <a:off x="7266998" y="2100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8" name="pt31668"/>
            <p:cNvSpPr/>
            <p:nvPr/>
          </p:nvSpPr>
          <p:spPr>
            <a:xfrm>
              <a:off x="6993567" y="2001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9" name="pt31669"/>
            <p:cNvSpPr/>
            <p:nvPr/>
          </p:nvSpPr>
          <p:spPr>
            <a:xfrm>
              <a:off x="7004513" y="2067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0" name="pt31670"/>
            <p:cNvSpPr/>
            <p:nvPr/>
          </p:nvSpPr>
          <p:spPr>
            <a:xfrm>
              <a:off x="7122340" y="2108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1" name="pt31671"/>
            <p:cNvSpPr/>
            <p:nvPr/>
          </p:nvSpPr>
          <p:spPr>
            <a:xfrm>
              <a:off x="6748684" y="1733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2" name="pt31672"/>
            <p:cNvSpPr/>
            <p:nvPr/>
          </p:nvSpPr>
          <p:spPr>
            <a:xfrm>
              <a:off x="7044650" y="219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3" name="pt31673"/>
            <p:cNvSpPr/>
            <p:nvPr/>
          </p:nvSpPr>
          <p:spPr>
            <a:xfrm>
              <a:off x="6983028" y="2025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4" name="pt31674"/>
            <p:cNvSpPr/>
            <p:nvPr/>
          </p:nvSpPr>
          <p:spPr>
            <a:xfrm>
              <a:off x="7280337" y="2058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5" name="pt31675"/>
            <p:cNvSpPr/>
            <p:nvPr/>
          </p:nvSpPr>
          <p:spPr>
            <a:xfrm>
              <a:off x="7075981" y="2207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6" name="pt31676"/>
            <p:cNvSpPr/>
            <p:nvPr/>
          </p:nvSpPr>
          <p:spPr>
            <a:xfrm>
              <a:off x="7186666" y="2121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7" name="pt31677"/>
            <p:cNvSpPr/>
            <p:nvPr/>
          </p:nvSpPr>
          <p:spPr>
            <a:xfrm>
              <a:off x="7009809" y="1992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8" name="pt31678"/>
            <p:cNvSpPr/>
            <p:nvPr/>
          </p:nvSpPr>
          <p:spPr>
            <a:xfrm>
              <a:off x="7273171" y="2076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9" name="pt31679"/>
            <p:cNvSpPr/>
            <p:nvPr/>
          </p:nvSpPr>
          <p:spPr>
            <a:xfrm>
              <a:off x="7318805" y="1959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0" name="pt31680"/>
            <p:cNvSpPr/>
            <p:nvPr/>
          </p:nvSpPr>
          <p:spPr>
            <a:xfrm>
              <a:off x="7225138" y="1982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1" name="pt31681"/>
            <p:cNvSpPr/>
            <p:nvPr/>
          </p:nvSpPr>
          <p:spPr>
            <a:xfrm>
              <a:off x="7135874" y="2159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2" name="pt31682"/>
            <p:cNvSpPr/>
            <p:nvPr/>
          </p:nvSpPr>
          <p:spPr>
            <a:xfrm>
              <a:off x="7118673" y="2202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3" name="pt31683"/>
            <p:cNvSpPr/>
            <p:nvPr/>
          </p:nvSpPr>
          <p:spPr>
            <a:xfrm>
              <a:off x="7151009" y="2294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4" name="pt31684"/>
            <p:cNvSpPr/>
            <p:nvPr/>
          </p:nvSpPr>
          <p:spPr>
            <a:xfrm>
              <a:off x="7260794" y="2124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5" name="pt31685"/>
            <p:cNvSpPr/>
            <p:nvPr/>
          </p:nvSpPr>
          <p:spPr>
            <a:xfrm>
              <a:off x="7447054" y="2717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6" name="pt31686"/>
            <p:cNvSpPr/>
            <p:nvPr/>
          </p:nvSpPr>
          <p:spPr>
            <a:xfrm>
              <a:off x="7214945" y="2175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7" name="pt31687"/>
            <p:cNvSpPr/>
            <p:nvPr/>
          </p:nvSpPr>
          <p:spPr>
            <a:xfrm>
              <a:off x="6786594" y="2541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8" name="pt31688"/>
            <p:cNvSpPr/>
            <p:nvPr/>
          </p:nvSpPr>
          <p:spPr>
            <a:xfrm>
              <a:off x="7130349" y="212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9" name="pt31689"/>
            <p:cNvSpPr/>
            <p:nvPr/>
          </p:nvSpPr>
          <p:spPr>
            <a:xfrm>
              <a:off x="6994301" y="2198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0" name="pt31690"/>
            <p:cNvSpPr/>
            <p:nvPr/>
          </p:nvSpPr>
          <p:spPr>
            <a:xfrm>
              <a:off x="7132131" y="2161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1" name="pt31691"/>
            <p:cNvSpPr/>
            <p:nvPr/>
          </p:nvSpPr>
          <p:spPr>
            <a:xfrm>
              <a:off x="7447816" y="2730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2" name="pt31692"/>
            <p:cNvSpPr/>
            <p:nvPr/>
          </p:nvSpPr>
          <p:spPr>
            <a:xfrm>
              <a:off x="7064617" y="1671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3" name="pt31693"/>
            <p:cNvSpPr/>
            <p:nvPr/>
          </p:nvSpPr>
          <p:spPr>
            <a:xfrm>
              <a:off x="7074125" y="2262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4" name="pt31694"/>
            <p:cNvSpPr/>
            <p:nvPr/>
          </p:nvSpPr>
          <p:spPr>
            <a:xfrm>
              <a:off x="7051095" y="2185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5" name="pt31695"/>
            <p:cNvSpPr/>
            <p:nvPr/>
          </p:nvSpPr>
          <p:spPr>
            <a:xfrm>
              <a:off x="7143220" y="2150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6" name="pt31696"/>
            <p:cNvSpPr/>
            <p:nvPr/>
          </p:nvSpPr>
          <p:spPr>
            <a:xfrm>
              <a:off x="7375998" y="2090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7" name="pt31697"/>
            <p:cNvSpPr/>
            <p:nvPr/>
          </p:nvSpPr>
          <p:spPr>
            <a:xfrm>
              <a:off x="7065976" y="2134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8" name="pt31698"/>
            <p:cNvSpPr/>
            <p:nvPr/>
          </p:nvSpPr>
          <p:spPr>
            <a:xfrm>
              <a:off x="7304598" y="1990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9" name="pt31699"/>
            <p:cNvSpPr/>
            <p:nvPr/>
          </p:nvSpPr>
          <p:spPr>
            <a:xfrm>
              <a:off x="7164920" y="2160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0" name="pt31700"/>
            <p:cNvSpPr/>
            <p:nvPr/>
          </p:nvSpPr>
          <p:spPr>
            <a:xfrm>
              <a:off x="7114465" y="2060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1" name="pt31701"/>
            <p:cNvSpPr/>
            <p:nvPr/>
          </p:nvSpPr>
          <p:spPr>
            <a:xfrm>
              <a:off x="6787325" y="2642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2" name="pt31702"/>
            <p:cNvSpPr/>
            <p:nvPr/>
          </p:nvSpPr>
          <p:spPr>
            <a:xfrm>
              <a:off x="7399243" y="2595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3" name="pt31703"/>
            <p:cNvSpPr/>
            <p:nvPr/>
          </p:nvSpPr>
          <p:spPr>
            <a:xfrm>
              <a:off x="7037621" y="2160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4" name="pt31704"/>
            <p:cNvSpPr/>
            <p:nvPr/>
          </p:nvSpPr>
          <p:spPr>
            <a:xfrm>
              <a:off x="7056583" y="2138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5" name="pt31705"/>
            <p:cNvSpPr/>
            <p:nvPr/>
          </p:nvSpPr>
          <p:spPr>
            <a:xfrm>
              <a:off x="7255816" y="2136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6" name="pt31706"/>
            <p:cNvSpPr/>
            <p:nvPr/>
          </p:nvSpPr>
          <p:spPr>
            <a:xfrm>
              <a:off x="6913159" y="2183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7" name="pt31707"/>
            <p:cNvSpPr/>
            <p:nvPr/>
          </p:nvSpPr>
          <p:spPr>
            <a:xfrm>
              <a:off x="7091545" y="2262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8" name="pt31708"/>
            <p:cNvSpPr/>
            <p:nvPr/>
          </p:nvSpPr>
          <p:spPr>
            <a:xfrm>
              <a:off x="7139310" y="2180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9" name="pt31709"/>
            <p:cNvSpPr/>
            <p:nvPr/>
          </p:nvSpPr>
          <p:spPr>
            <a:xfrm>
              <a:off x="7309378" y="2133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0" name="pt31710"/>
            <p:cNvSpPr/>
            <p:nvPr/>
          </p:nvSpPr>
          <p:spPr>
            <a:xfrm>
              <a:off x="7005136" y="2116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1" name="pt31711"/>
            <p:cNvSpPr/>
            <p:nvPr/>
          </p:nvSpPr>
          <p:spPr>
            <a:xfrm>
              <a:off x="7345392" y="2026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2" name="pt31712"/>
            <p:cNvSpPr/>
            <p:nvPr/>
          </p:nvSpPr>
          <p:spPr>
            <a:xfrm>
              <a:off x="7098972" y="2227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3" name="pt31713"/>
            <p:cNvSpPr/>
            <p:nvPr/>
          </p:nvSpPr>
          <p:spPr>
            <a:xfrm>
              <a:off x="7227761" y="2194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4" name="pt31714"/>
            <p:cNvSpPr/>
            <p:nvPr/>
          </p:nvSpPr>
          <p:spPr>
            <a:xfrm>
              <a:off x="7090169" y="2227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5" name="pt31715"/>
            <p:cNvSpPr/>
            <p:nvPr/>
          </p:nvSpPr>
          <p:spPr>
            <a:xfrm>
              <a:off x="7118895" y="2098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6" name="pt31716"/>
            <p:cNvSpPr/>
            <p:nvPr/>
          </p:nvSpPr>
          <p:spPr>
            <a:xfrm>
              <a:off x="7356804" y="2127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7" name="pt31717"/>
            <p:cNvSpPr/>
            <p:nvPr/>
          </p:nvSpPr>
          <p:spPr>
            <a:xfrm>
              <a:off x="7019765" y="2073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8" name="pt31718"/>
            <p:cNvSpPr/>
            <p:nvPr/>
          </p:nvSpPr>
          <p:spPr>
            <a:xfrm>
              <a:off x="7165120" y="2107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9" name="pt31719"/>
            <p:cNvSpPr/>
            <p:nvPr/>
          </p:nvSpPr>
          <p:spPr>
            <a:xfrm>
              <a:off x="7147289" y="2296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0" name="pt31720"/>
            <p:cNvSpPr/>
            <p:nvPr/>
          </p:nvSpPr>
          <p:spPr>
            <a:xfrm>
              <a:off x="7119402" y="2153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1" name="pt31721"/>
            <p:cNvSpPr/>
            <p:nvPr/>
          </p:nvSpPr>
          <p:spPr>
            <a:xfrm>
              <a:off x="7090149" y="2206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2" name="pt31722"/>
            <p:cNvSpPr/>
            <p:nvPr/>
          </p:nvSpPr>
          <p:spPr>
            <a:xfrm>
              <a:off x="7008747" y="2001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3" name="pt31723"/>
            <p:cNvSpPr/>
            <p:nvPr/>
          </p:nvSpPr>
          <p:spPr>
            <a:xfrm>
              <a:off x="7017788" y="2066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4" name="pt31724"/>
            <p:cNvSpPr/>
            <p:nvPr/>
          </p:nvSpPr>
          <p:spPr>
            <a:xfrm>
              <a:off x="7262123" y="2131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5" name="pt31725"/>
            <p:cNvSpPr/>
            <p:nvPr/>
          </p:nvSpPr>
          <p:spPr>
            <a:xfrm>
              <a:off x="7250891" y="2088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6" name="pt31726"/>
            <p:cNvSpPr/>
            <p:nvPr/>
          </p:nvSpPr>
          <p:spPr>
            <a:xfrm>
              <a:off x="7343138" y="2002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7" name="pt31727"/>
            <p:cNvSpPr/>
            <p:nvPr/>
          </p:nvSpPr>
          <p:spPr>
            <a:xfrm>
              <a:off x="7176430" y="2136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8" name="pt31728"/>
            <p:cNvSpPr/>
            <p:nvPr/>
          </p:nvSpPr>
          <p:spPr>
            <a:xfrm>
              <a:off x="6980223" y="2046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9" name="pt31729"/>
            <p:cNvSpPr/>
            <p:nvPr/>
          </p:nvSpPr>
          <p:spPr>
            <a:xfrm>
              <a:off x="7133663" y="2126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0" name="pt31730"/>
            <p:cNvSpPr/>
            <p:nvPr/>
          </p:nvSpPr>
          <p:spPr>
            <a:xfrm>
              <a:off x="7293236" y="1940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1" name="pt31731"/>
            <p:cNvSpPr/>
            <p:nvPr/>
          </p:nvSpPr>
          <p:spPr>
            <a:xfrm>
              <a:off x="7265478" y="2091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2" name="pt31732"/>
            <p:cNvSpPr/>
            <p:nvPr/>
          </p:nvSpPr>
          <p:spPr>
            <a:xfrm>
              <a:off x="7010328" y="2061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3" name="pt31733"/>
            <p:cNvSpPr/>
            <p:nvPr/>
          </p:nvSpPr>
          <p:spPr>
            <a:xfrm>
              <a:off x="7043578" y="2259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4" name="pt31734"/>
            <p:cNvSpPr/>
            <p:nvPr/>
          </p:nvSpPr>
          <p:spPr>
            <a:xfrm>
              <a:off x="7166677" y="2104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5" name="pt31735"/>
            <p:cNvSpPr/>
            <p:nvPr/>
          </p:nvSpPr>
          <p:spPr>
            <a:xfrm>
              <a:off x="7246245" y="2260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6" name="pt31736"/>
            <p:cNvSpPr/>
            <p:nvPr/>
          </p:nvSpPr>
          <p:spPr>
            <a:xfrm>
              <a:off x="7212323" y="2194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7" name="pt31737"/>
            <p:cNvSpPr/>
            <p:nvPr/>
          </p:nvSpPr>
          <p:spPr>
            <a:xfrm>
              <a:off x="7095072" y="2224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8" name="pt31738"/>
            <p:cNvSpPr/>
            <p:nvPr/>
          </p:nvSpPr>
          <p:spPr>
            <a:xfrm>
              <a:off x="7158330" y="2210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9" name="pt31739"/>
            <p:cNvSpPr/>
            <p:nvPr/>
          </p:nvSpPr>
          <p:spPr>
            <a:xfrm>
              <a:off x="7154764" y="2385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0" name="pt31740"/>
            <p:cNvSpPr/>
            <p:nvPr/>
          </p:nvSpPr>
          <p:spPr>
            <a:xfrm>
              <a:off x="7374377" y="2283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1" name="pt31741"/>
            <p:cNvSpPr/>
            <p:nvPr/>
          </p:nvSpPr>
          <p:spPr>
            <a:xfrm>
              <a:off x="7259441" y="2183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2" name="pt31742"/>
            <p:cNvSpPr/>
            <p:nvPr/>
          </p:nvSpPr>
          <p:spPr>
            <a:xfrm>
              <a:off x="7296486" y="2055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3" name="pt31743"/>
            <p:cNvSpPr/>
            <p:nvPr/>
          </p:nvSpPr>
          <p:spPr>
            <a:xfrm>
              <a:off x="7102766" y="208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4" name="pt31744"/>
            <p:cNvSpPr/>
            <p:nvPr/>
          </p:nvSpPr>
          <p:spPr>
            <a:xfrm>
              <a:off x="7106027" y="2223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5" name="pt31745"/>
            <p:cNvSpPr/>
            <p:nvPr/>
          </p:nvSpPr>
          <p:spPr>
            <a:xfrm>
              <a:off x="7113386" y="2136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6" name="pt31746"/>
            <p:cNvSpPr/>
            <p:nvPr/>
          </p:nvSpPr>
          <p:spPr>
            <a:xfrm>
              <a:off x="6824480" y="2022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7" name="pt31747"/>
            <p:cNvSpPr/>
            <p:nvPr/>
          </p:nvSpPr>
          <p:spPr>
            <a:xfrm>
              <a:off x="6467870" y="1659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8" name="pt31748"/>
            <p:cNvSpPr/>
            <p:nvPr/>
          </p:nvSpPr>
          <p:spPr>
            <a:xfrm>
              <a:off x="7251959" y="2121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9" name="pt31749"/>
            <p:cNvSpPr/>
            <p:nvPr/>
          </p:nvSpPr>
          <p:spPr>
            <a:xfrm>
              <a:off x="7532459" y="2260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0" name="pt31750"/>
            <p:cNvSpPr/>
            <p:nvPr/>
          </p:nvSpPr>
          <p:spPr>
            <a:xfrm>
              <a:off x="7323012" y="2210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1" name="pt31751"/>
            <p:cNvSpPr/>
            <p:nvPr/>
          </p:nvSpPr>
          <p:spPr>
            <a:xfrm>
              <a:off x="7168327" y="1856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2" name="pt31752"/>
            <p:cNvSpPr/>
            <p:nvPr/>
          </p:nvSpPr>
          <p:spPr>
            <a:xfrm>
              <a:off x="7114848" y="2103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3" name="pt31753"/>
            <p:cNvSpPr/>
            <p:nvPr/>
          </p:nvSpPr>
          <p:spPr>
            <a:xfrm>
              <a:off x="7229238" y="2007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4" name="pt31754"/>
            <p:cNvSpPr/>
            <p:nvPr/>
          </p:nvSpPr>
          <p:spPr>
            <a:xfrm>
              <a:off x="7099701" y="2206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5" name="pt31755"/>
            <p:cNvSpPr/>
            <p:nvPr/>
          </p:nvSpPr>
          <p:spPr>
            <a:xfrm>
              <a:off x="7273988" y="194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6" name="pt31756"/>
            <p:cNvSpPr/>
            <p:nvPr/>
          </p:nvSpPr>
          <p:spPr>
            <a:xfrm>
              <a:off x="7229573" y="2022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7" name="pt31757"/>
            <p:cNvSpPr/>
            <p:nvPr/>
          </p:nvSpPr>
          <p:spPr>
            <a:xfrm>
              <a:off x="7005628" y="2122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8" name="pt31758"/>
            <p:cNvSpPr/>
            <p:nvPr/>
          </p:nvSpPr>
          <p:spPr>
            <a:xfrm>
              <a:off x="7084715" y="211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9" name="pt31759"/>
            <p:cNvSpPr/>
            <p:nvPr/>
          </p:nvSpPr>
          <p:spPr>
            <a:xfrm>
              <a:off x="6967803" y="1938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0" name="pt31760"/>
            <p:cNvSpPr/>
            <p:nvPr/>
          </p:nvSpPr>
          <p:spPr>
            <a:xfrm>
              <a:off x="7300927" y="2010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1" name="pt31761"/>
            <p:cNvSpPr/>
            <p:nvPr/>
          </p:nvSpPr>
          <p:spPr>
            <a:xfrm>
              <a:off x="7098076" y="2238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2" name="pt31762"/>
            <p:cNvSpPr/>
            <p:nvPr/>
          </p:nvSpPr>
          <p:spPr>
            <a:xfrm>
              <a:off x="7029542" y="1820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3" name="pt31763"/>
            <p:cNvSpPr/>
            <p:nvPr/>
          </p:nvSpPr>
          <p:spPr>
            <a:xfrm>
              <a:off x="7157488" y="2200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4" name="pt31764"/>
            <p:cNvSpPr/>
            <p:nvPr/>
          </p:nvSpPr>
          <p:spPr>
            <a:xfrm>
              <a:off x="7304952" y="2049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5" name="pt31765"/>
            <p:cNvSpPr/>
            <p:nvPr/>
          </p:nvSpPr>
          <p:spPr>
            <a:xfrm>
              <a:off x="7090749" y="2196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6" name="pt31766"/>
            <p:cNvSpPr/>
            <p:nvPr/>
          </p:nvSpPr>
          <p:spPr>
            <a:xfrm>
              <a:off x="7090330" y="2179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7" name="pt31767"/>
            <p:cNvSpPr/>
            <p:nvPr/>
          </p:nvSpPr>
          <p:spPr>
            <a:xfrm>
              <a:off x="7168124" y="2093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8" name="pt31768"/>
            <p:cNvSpPr/>
            <p:nvPr/>
          </p:nvSpPr>
          <p:spPr>
            <a:xfrm>
              <a:off x="7323981" y="2209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9" name="pt31769"/>
            <p:cNvSpPr/>
            <p:nvPr/>
          </p:nvSpPr>
          <p:spPr>
            <a:xfrm>
              <a:off x="7209439" y="2272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0" name="pt31770"/>
            <p:cNvSpPr/>
            <p:nvPr/>
          </p:nvSpPr>
          <p:spPr>
            <a:xfrm>
              <a:off x="7010912" y="1844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1" name="pt31771"/>
            <p:cNvSpPr/>
            <p:nvPr/>
          </p:nvSpPr>
          <p:spPr>
            <a:xfrm>
              <a:off x="6902105" y="1990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2" name="pt31772"/>
            <p:cNvSpPr/>
            <p:nvPr/>
          </p:nvSpPr>
          <p:spPr>
            <a:xfrm>
              <a:off x="6927364" y="2262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3" name="pt31773"/>
            <p:cNvSpPr/>
            <p:nvPr/>
          </p:nvSpPr>
          <p:spPr>
            <a:xfrm>
              <a:off x="7078176" y="2140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4" name="pt31774"/>
            <p:cNvSpPr/>
            <p:nvPr/>
          </p:nvSpPr>
          <p:spPr>
            <a:xfrm>
              <a:off x="7266802" y="2029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5" name="pt31775"/>
            <p:cNvSpPr/>
            <p:nvPr/>
          </p:nvSpPr>
          <p:spPr>
            <a:xfrm>
              <a:off x="7101427" y="2188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6" name="pt31776"/>
            <p:cNvSpPr/>
            <p:nvPr/>
          </p:nvSpPr>
          <p:spPr>
            <a:xfrm>
              <a:off x="7145899" y="2238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7" name="pt31777"/>
            <p:cNvSpPr/>
            <p:nvPr/>
          </p:nvSpPr>
          <p:spPr>
            <a:xfrm>
              <a:off x="7205478" y="2187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8" name="pt31778"/>
            <p:cNvSpPr/>
            <p:nvPr/>
          </p:nvSpPr>
          <p:spPr>
            <a:xfrm>
              <a:off x="7185611" y="2168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9" name="pt31779"/>
            <p:cNvSpPr/>
            <p:nvPr/>
          </p:nvSpPr>
          <p:spPr>
            <a:xfrm>
              <a:off x="7067505" y="2113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0" name="pt31780"/>
            <p:cNvSpPr/>
            <p:nvPr/>
          </p:nvSpPr>
          <p:spPr>
            <a:xfrm>
              <a:off x="7039456" y="2160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1" name="pt31781"/>
            <p:cNvSpPr/>
            <p:nvPr/>
          </p:nvSpPr>
          <p:spPr>
            <a:xfrm>
              <a:off x="7227098" y="2254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2" name="pt31782"/>
            <p:cNvSpPr/>
            <p:nvPr/>
          </p:nvSpPr>
          <p:spPr>
            <a:xfrm>
              <a:off x="7265549" y="2049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3" name="pt31783"/>
            <p:cNvSpPr/>
            <p:nvPr/>
          </p:nvSpPr>
          <p:spPr>
            <a:xfrm>
              <a:off x="7073533" y="2224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4" name="pt31784"/>
            <p:cNvSpPr/>
            <p:nvPr/>
          </p:nvSpPr>
          <p:spPr>
            <a:xfrm>
              <a:off x="6951135" y="2132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5" name="pt31785"/>
            <p:cNvSpPr/>
            <p:nvPr/>
          </p:nvSpPr>
          <p:spPr>
            <a:xfrm>
              <a:off x="7085339" y="2224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6" name="pt31786"/>
            <p:cNvSpPr/>
            <p:nvPr/>
          </p:nvSpPr>
          <p:spPr>
            <a:xfrm>
              <a:off x="6994992" y="212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7" name="pt31787"/>
            <p:cNvSpPr/>
            <p:nvPr/>
          </p:nvSpPr>
          <p:spPr>
            <a:xfrm>
              <a:off x="7141865" y="2179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8" name="pt31788"/>
            <p:cNvSpPr/>
            <p:nvPr/>
          </p:nvSpPr>
          <p:spPr>
            <a:xfrm>
              <a:off x="7119579" y="2132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9" name="pt31789"/>
            <p:cNvSpPr/>
            <p:nvPr/>
          </p:nvSpPr>
          <p:spPr>
            <a:xfrm>
              <a:off x="7290409" y="1914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0" name="pt31790"/>
            <p:cNvSpPr/>
            <p:nvPr/>
          </p:nvSpPr>
          <p:spPr>
            <a:xfrm>
              <a:off x="7357752" y="229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1" name="pt31791"/>
            <p:cNvSpPr/>
            <p:nvPr/>
          </p:nvSpPr>
          <p:spPr>
            <a:xfrm>
              <a:off x="7195866" y="2103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2" name="pt31792"/>
            <p:cNvSpPr/>
            <p:nvPr/>
          </p:nvSpPr>
          <p:spPr>
            <a:xfrm>
              <a:off x="7106853" y="2194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3" name="pt31793"/>
            <p:cNvSpPr/>
            <p:nvPr/>
          </p:nvSpPr>
          <p:spPr>
            <a:xfrm>
              <a:off x="7022655" y="2134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4" name="pt31794"/>
            <p:cNvSpPr/>
            <p:nvPr/>
          </p:nvSpPr>
          <p:spPr>
            <a:xfrm>
              <a:off x="7010456" y="1965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5" name="pt31795"/>
            <p:cNvSpPr/>
            <p:nvPr/>
          </p:nvSpPr>
          <p:spPr>
            <a:xfrm>
              <a:off x="7120121" y="2060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6" name="pt31796"/>
            <p:cNvSpPr/>
            <p:nvPr/>
          </p:nvSpPr>
          <p:spPr>
            <a:xfrm>
              <a:off x="7433231" y="2429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7" name="pt31797"/>
            <p:cNvSpPr/>
            <p:nvPr/>
          </p:nvSpPr>
          <p:spPr>
            <a:xfrm>
              <a:off x="7484471" y="2557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8" name="pt31798"/>
            <p:cNvSpPr/>
            <p:nvPr/>
          </p:nvSpPr>
          <p:spPr>
            <a:xfrm>
              <a:off x="7035805" y="2183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9" name="pt31799"/>
            <p:cNvSpPr/>
            <p:nvPr/>
          </p:nvSpPr>
          <p:spPr>
            <a:xfrm>
              <a:off x="7031857" y="2009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0" name="pt31800"/>
            <p:cNvSpPr/>
            <p:nvPr/>
          </p:nvSpPr>
          <p:spPr>
            <a:xfrm>
              <a:off x="7074443" y="2186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1" name="pt31801"/>
            <p:cNvSpPr/>
            <p:nvPr/>
          </p:nvSpPr>
          <p:spPr>
            <a:xfrm>
              <a:off x="6979499" y="2030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2" name="pt31802"/>
            <p:cNvSpPr/>
            <p:nvPr/>
          </p:nvSpPr>
          <p:spPr>
            <a:xfrm>
              <a:off x="7101564" y="2164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3" name="pt31803"/>
            <p:cNvSpPr/>
            <p:nvPr/>
          </p:nvSpPr>
          <p:spPr>
            <a:xfrm>
              <a:off x="7293782" y="199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4" name="pt31804"/>
            <p:cNvSpPr/>
            <p:nvPr/>
          </p:nvSpPr>
          <p:spPr>
            <a:xfrm>
              <a:off x="7528676" y="2334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5" name="pt31805"/>
            <p:cNvSpPr/>
            <p:nvPr/>
          </p:nvSpPr>
          <p:spPr>
            <a:xfrm>
              <a:off x="7012469" y="1807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6" name="pt31806"/>
            <p:cNvSpPr/>
            <p:nvPr/>
          </p:nvSpPr>
          <p:spPr>
            <a:xfrm>
              <a:off x="7039959" y="2134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7" name="pt31807"/>
            <p:cNvSpPr/>
            <p:nvPr/>
          </p:nvSpPr>
          <p:spPr>
            <a:xfrm>
              <a:off x="7253716" y="2128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8" name="pt31808"/>
            <p:cNvSpPr/>
            <p:nvPr/>
          </p:nvSpPr>
          <p:spPr>
            <a:xfrm>
              <a:off x="7162308" y="2052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9" name="pt31809"/>
            <p:cNvSpPr/>
            <p:nvPr/>
          </p:nvSpPr>
          <p:spPr>
            <a:xfrm>
              <a:off x="7180785" y="2139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0" name="pt31810"/>
            <p:cNvSpPr/>
            <p:nvPr/>
          </p:nvSpPr>
          <p:spPr>
            <a:xfrm>
              <a:off x="7167874" y="1990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1" name="pt31811"/>
            <p:cNvSpPr/>
            <p:nvPr/>
          </p:nvSpPr>
          <p:spPr>
            <a:xfrm>
              <a:off x="7112486" y="2134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2" name="pt31812"/>
            <p:cNvSpPr/>
            <p:nvPr/>
          </p:nvSpPr>
          <p:spPr>
            <a:xfrm>
              <a:off x="7044806" y="2241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3" name="pt31813"/>
            <p:cNvSpPr/>
            <p:nvPr/>
          </p:nvSpPr>
          <p:spPr>
            <a:xfrm>
              <a:off x="7198728" y="2021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4" name="pt31814"/>
            <p:cNvSpPr/>
            <p:nvPr/>
          </p:nvSpPr>
          <p:spPr>
            <a:xfrm>
              <a:off x="7487986" y="2164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5" name="pt31815"/>
            <p:cNvSpPr/>
            <p:nvPr/>
          </p:nvSpPr>
          <p:spPr>
            <a:xfrm>
              <a:off x="6911022" y="2123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6" name="pt31816"/>
            <p:cNvSpPr/>
            <p:nvPr/>
          </p:nvSpPr>
          <p:spPr>
            <a:xfrm>
              <a:off x="7011910" y="1844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7" name="pt31817"/>
            <p:cNvSpPr/>
            <p:nvPr/>
          </p:nvSpPr>
          <p:spPr>
            <a:xfrm>
              <a:off x="7208619" y="2254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8" name="pt31818"/>
            <p:cNvSpPr/>
            <p:nvPr/>
          </p:nvSpPr>
          <p:spPr>
            <a:xfrm>
              <a:off x="6889826" y="1757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9" name="pt31819"/>
            <p:cNvSpPr/>
            <p:nvPr/>
          </p:nvSpPr>
          <p:spPr>
            <a:xfrm>
              <a:off x="7225235" y="2267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0" name="pt31820"/>
            <p:cNvSpPr/>
            <p:nvPr/>
          </p:nvSpPr>
          <p:spPr>
            <a:xfrm>
              <a:off x="7254333" y="2171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1" name="pt31821"/>
            <p:cNvSpPr/>
            <p:nvPr/>
          </p:nvSpPr>
          <p:spPr>
            <a:xfrm>
              <a:off x="7250650" y="2101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2" name="pt31822"/>
            <p:cNvSpPr/>
            <p:nvPr/>
          </p:nvSpPr>
          <p:spPr>
            <a:xfrm>
              <a:off x="7181263" y="2123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3" name="pt31823"/>
            <p:cNvSpPr/>
            <p:nvPr/>
          </p:nvSpPr>
          <p:spPr>
            <a:xfrm>
              <a:off x="7272225" y="2012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4" name="pt31824"/>
            <p:cNvSpPr/>
            <p:nvPr/>
          </p:nvSpPr>
          <p:spPr>
            <a:xfrm>
              <a:off x="7076695" y="2079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5" name="pt31825"/>
            <p:cNvSpPr/>
            <p:nvPr/>
          </p:nvSpPr>
          <p:spPr>
            <a:xfrm>
              <a:off x="7309771" y="2017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6" name="pt31826"/>
            <p:cNvSpPr/>
            <p:nvPr/>
          </p:nvSpPr>
          <p:spPr>
            <a:xfrm>
              <a:off x="7044143" y="2198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7" name="pt31827"/>
            <p:cNvSpPr/>
            <p:nvPr/>
          </p:nvSpPr>
          <p:spPr>
            <a:xfrm>
              <a:off x="7082540" y="1977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8" name="pt31828"/>
            <p:cNvSpPr/>
            <p:nvPr/>
          </p:nvSpPr>
          <p:spPr>
            <a:xfrm>
              <a:off x="7283258" y="2000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9" name="pt31829"/>
            <p:cNvSpPr/>
            <p:nvPr/>
          </p:nvSpPr>
          <p:spPr>
            <a:xfrm>
              <a:off x="7449468" y="2521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0" name="pt31830"/>
            <p:cNvSpPr/>
            <p:nvPr/>
          </p:nvSpPr>
          <p:spPr>
            <a:xfrm>
              <a:off x="6966894" y="2009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1" name="pt31831"/>
            <p:cNvSpPr/>
            <p:nvPr/>
          </p:nvSpPr>
          <p:spPr>
            <a:xfrm>
              <a:off x="7371877" y="2711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2" name="pt31832"/>
            <p:cNvSpPr/>
            <p:nvPr/>
          </p:nvSpPr>
          <p:spPr>
            <a:xfrm>
              <a:off x="7245356" y="2191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3" name="pt31833"/>
            <p:cNvSpPr/>
            <p:nvPr/>
          </p:nvSpPr>
          <p:spPr>
            <a:xfrm>
              <a:off x="6926924" y="2177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4" name="pt31834"/>
            <p:cNvSpPr/>
            <p:nvPr/>
          </p:nvSpPr>
          <p:spPr>
            <a:xfrm>
              <a:off x="7137717" y="2171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5" name="pt31835"/>
            <p:cNvSpPr/>
            <p:nvPr/>
          </p:nvSpPr>
          <p:spPr>
            <a:xfrm>
              <a:off x="7304091" y="2011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6" name="pt31836"/>
            <p:cNvSpPr/>
            <p:nvPr/>
          </p:nvSpPr>
          <p:spPr>
            <a:xfrm>
              <a:off x="7451215" y="2823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7" name="pt31837"/>
            <p:cNvSpPr/>
            <p:nvPr/>
          </p:nvSpPr>
          <p:spPr>
            <a:xfrm>
              <a:off x="7081594" y="2035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8" name="pt31838"/>
            <p:cNvSpPr/>
            <p:nvPr/>
          </p:nvSpPr>
          <p:spPr>
            <a:xfrm>
              <a:off x="7273372" y="2086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9" name="pt31839"/>
            <p:cNvSpPr/>
            <p:nvPr/>
          </p:nvSpPr>
          <p:spPr>
            <a:xfrm>
              <a:off x="7209987" y="2319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0" name="pt31840"/>
            <p:cNvSpPr/>
            <p:nvPr/>
          </p:nvSpPr>
          <p:spPr>
            <a:xfrm>
              <a:off x="6917762" y="2203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1" name="pt31841"/>
            <p:cNvSpPr/>
            <p:nvPr/>
          </p:nvSpPr>
          <p:spPr>
            <a:xfrm>
              <a:off x="7107556" y="2111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2" name="pt31842"/>
            <p:cNvSpPr/>
            <p:nvPr/>
          </p:nvSpPr>
          <p:spPr>
            <a:xfrm>
              <a:off x="6945993" y="2197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3" name="pt31843"/>
            <p:cNvSpPr/>
            <p:nvPr/>
          </p:nvSpPr>
          <p:spPr>
            <a:xfrm>
              <a:off x="7121429" y="2147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4" name="pt31844"/>
            <p:cNvSpPr/>
            <p:nvPr/>
          </p:nvSpPr>
          <p:spPr>
            <a:xfrm>
              <a:off x="7474499" y="2656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5" name="pt31845"/>
            <p:cNvSpPr/>
            <p:nvPr/>
          </p:nvSpPr>
          <p:spPr>
            <a:xfrm>
              <a:off x="7105626" y="2190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6" name="pt31846"/>
            <p:cNvSpPr/>
            <p:nvPr/>
          </p:nvSpPr>
          <p:spPr>
            <a:xfrm>
              <a:off x="6963472" y="1998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7" name="pt31847"/>
            <p:cNvSpPr/>
            <p:nvPr/>
          </p:nvSpPr>
          <p:spPr>
            <a:xfrm>
              <a:off x="7122555" y="2096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8" name="pt31848"/>
            <p:cNvSpPr/>
            <p:nvPr/>
          </p:nvSpPr>
          <p:spPr>
            <a:xfrm>
              <a:off x="7229940" y="2000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9" name="pt31849"/>
            <p:cNvSpPr/>
            <p:nvPr/>
          </p:nvSpPr>
          <p:spPr>
            <a:xfrm>
              <a:off x="7138399" y="223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0" name="pt31850"/>
            <p:cNvSpPr/>
            <p:nvPr/>
          </p:nvSpPr>
          <p:spPr>
            <a:xfrm>
              <a:off x="7465632" y="2591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1" name="pt31851"/>
            <p:cNvSpPr/>
            <p:nvPr/>
          </p:nvSpPr>
          <p:spPr>
            <a:xfrm>
              <a:off x="7286744" y="1939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2" name="pt31852"/>
            <p:cNvSpPr/>
            <p:nvPr/>
          </p:nvSpPr>
          <p:spPr>
            <a:xfrm>
              <a:off x="7264507" y="206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3" name="pt31853"/>
            <p:cNvSpPr/>
            <p:nvPr/>
          </p:nvSpPr>
          <p:spPr>
            <a:xfrm>
              <a:off x="7040441" y="2292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4" name="pt31854"/>
            <p:cNvSpPr/>
            <p:nvPr/>
          </p:nvSpPr>
          <p:spPr>
            <a:xfrm>
              <a:off x="7175339" y="205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5" name="pt31855"/>
            <p:cNvSpPr/>
            <p:nvPr/>
          </p:nvSpPr>
          <p:spPr>
            <a:xfrm>
              <a:off x="7139822" y="2202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6" name="pt31856"/>
            <p:cNvSpPr/>
            <p:nvPr/>
          </p:nvSpPr>
          <p:spPr>
            <a:xfrm>
              <a:off x="7096641" y="2131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7" name="pt31857"/>
            <p:cNvSpPr/>
            <p:nvPr/>
          </p:nvSpPr>
          <p:spPr>
            <a:xfrm>
              <a:off x="7110110" y="2170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8" name="pt31858"/>
            <p:cNvSpPr/>
            <p:nvPr/>
          </p:nvSpPr>
          <p:spPr>
            <a:xfrm>
              <a:off x="7160498" y="2130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9" name="pt31859"/>
            <p:cNvSpPr/>
            <p:nvPr/>
          </p:nvSpPr>
          <p:spPr>
            <a:xfrm>
              <a:off x="7248607" y="2024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0" name="pt31860"/>
            <p:cNvSpPr/>
            <p:nvPr/>
          </p:nvSpPr>
          <p:spPr>
            <a:xfrm>
              <a:off x="7370862" y="2498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1" name="pt31861"/>
            <p:cNvSpPr/>
            <p:nvPr/>
          </p:nvSpPr>
          <p:spPr>
            <a:xfrm>
              <a:off x="7338822" y="181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2" name="pt31862"/>
            <p:cNvSpPr/>
            <p:nvPr/>
          </p:nvSpPr>
          <p:spPr>
            <a:xfrm>
              <a:off x="7032718" y="2056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3" name="pt31863"/>
            <p:cNvSpPr/>
            <p:nvPr/>
          </p:nvSpPr>
          <p:spPr>
            <a:xfrm>
              <a:off x="7044421" y="2248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4" name="pt31864"/>
            <p:cNvSpPr/>
            <p:nvPr/>
          </p:nvSpPr>
          <p:spPr>
            <a:xfrm>
              <a:off x="6823937" y="2069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5" name="pt31865"/>
            <p:cNvSpPr/>
            <p:nvPr/>
          </p:nvSpPr>
          <p:spPr>
            <a:xfrm>
              <a:off x="7296450" y="1911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6" name="pt31866"/>
            <p:cNvSpPr/>
            <p:nvPr/>
          </p:nvSpPr>
          <p:spPr>
            <a:xfrm>
              <a:off x="7266050" y="2075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7" name="pt31867"/>
            <p:cNvSpPr/>
            <p:nvPr/>
          </p:nvSpPr>
          <p:spPr>
            <a:xfrm>
              <a:off x="7261754" y="2065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8" name="pt31868"/>
            <p:cNvSpPr/>
            <p:nvPr/>
          </p:nvSpPr>
          <p:spPr>
            <a:xfrm>
              <a:off x="7169810" y="1929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9" name="pt31869"/>
            <p:cNvSpPr/>
            <p:nvPr/>
          </p:nvSpPr>
          <p:spPr>
            <a:xfrm>
              <a:off x="7262313" y="2016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0" name="pt31870"/>
            <p:cNvSpPr/>
            <p:nvPr/>
          </p:nvSpPr>
          <p:spPr>
            <a:xfrm>
              <a:off x="7195492" y="2018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1" name="pt31871"/>
            <p:cNvSpPr/>
            <p:nvPr/>
          </p:nvSpPr>
          <p:spPr>
            <a:xfrm>
              <a:off x="7179768" y="2076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2" name="pt31872"/>
            <p:cNvSpPr/>
            <p:nvPr/>
          </p:nvSpPr>
          <p:spPr>
            <a:xfrm>
              <a:off x="7386716" y="1765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3" name="pt31873"/>
            <p:cNvSpPr/>
            <p:nvPr/>
          </p:nvSpPr>
          <p:spPr>
            <a:xfrm>
              <a:off x="7051978" y="2305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4" name="pt31874"/>
            <p:cNvSpPr/>
            <p:nvPr/>
          </p:nvSpPr>
          <p:spPr>
            <a:xfrm>
              <a:off x="7288156" y="1986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5" name="pt31875"/>
            <p:cNvSpPr/>
            <p:nvPr/>
          </p:nvSpPr>
          <p:spPr>
            <a:xfrm>
              <a:off x="7065512" y="1746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6" name="pt31876"/>
            <p:cNvSpPr/>
            <p:nvPr/>
          </p:nvSpPr>
          <p:spPr>
            <a:xfrm>
              <a:off x="7064000" y="1719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7" name="pt31877"/>
            <p:cNvSpPr/>
            <p:nvPr/>
          </p:nvSpPr>
          <p:spPr>
            <a:xfrm>
              <a:off x="6990334" y="1920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8" name="pt31878"/>
            <p:cNvSpPr/>
            <p:nvPr/>
          </p:nvSpPr>
          <p:spPr>
            <a:xfrm>
              <a:off x="7188725" y="2022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9" name="pt31879"/>
            <p:cNvSpPr/>
            <p:nvPr/>
          </p:nvSpPr>
          <p:spPr>
            <a:xfrm>
              <a:off x="7431382" y="2482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0" name="pt31880"/>
            <p:cNvSpPr/>
            <p:nvPr/>
          </p:nvSpPr>
          <p:spPr>
            <a:xfrm>
              <a:off x="7402698" y="2414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1" name="pt31881"/>
            <p:cNvSpPr/>
            <p:nvPr/>
          </p:nvSpPr>
          <p:spPr>
            <a:xfrm>
              <a:off x="7252565" y="2032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2" name="pt31882"/>
            <p:cNvSpPr/>
            <p:nvPr/>
          </p:nvSpPr>
          <p:spPr>
            <a:xfrm>
              <a:off x="7093127" y="2198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3" name="pt31883"/>
            <p:cNvSpPr/>
            <p:nvPr/>
          </p:nvSpPr>
          <p:spPr>
            <a:xfrm>
              <a:off x="6957762" y="2046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4" name="pt31884"/>
            <p:cNvSpPr/>
            <p:nvPr/>
          </p:nvSpPr>
          <p:spPr>
            <a:xfrm>
              <a:off x="7114769" y="2104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5" name="pt31885"/>
            <p:cNvSpPr/>
            <p:nvPr/>
          </p:nvSpPr>
          <p:spPr>
            <a:xfrm>
              <a:off x="7069947" y="1973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6" name="pt31886"/>
            <p:cNvSpPr/>
            <p:nvPr/>
          </p:nvSpPr>
          <p:spPr>
            <a:xfrm>
              <a:off x="7275487" y="2000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7" name="pt31887"/>
            <p:cNvSpPr/>
            <p:nvPr/>
          </p:nvSpPr>
          <p:spPr>
            <a:xfrm>
              <a:off x="7309612" y="2128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8" name="pt31888"/>
            <p:cNvSpPr/>
            <p:nvPr/>
          </p:nvSpPr>
          <p:spPr>
            <a:xfrm>
              <a:off x="6825669" y="2150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9" name="pt31889"/>
            <p:cNvSpPr/>
            <p:nvPr/>
          </p:nvSpPr>
          <p:spPr>
            <a:xfrm>
              <a:off x="7081915" y="1971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0" name="pt31890"/>
            <p:cNvSpPr/>
            <p:nvPr/>
          </p:nvSpPr>
          <p:spPr>
            <a:xfrm>
              <a:off x="7025174" y="1843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1" name="pt31891"/>
            <p:cNvSpPr/>
            <p:nvPr/>
          </p:nvSpPr>
          <p:spPr>
            <a:xfrm>
              <a:off x="7086514" y="2154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2" name="pt31892"/>
            <p:cNvSpPr/>
            <p:nvPr/>
          </p:nvSpPr>
          <p:spPr>
            <a:xfrm>
              <a:off x="7279398" y="1910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3" name="pt31893"/>
            <p:cNvSpPr/>
            <p:nvPr/>
          </p:nvSpPr>
          <p:spPr>
            <a:xfrm>
              <a:off x="7037827" y="2177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4" name="pt31894"/>
            <p:cNvSpPr/>
            <p:nvPr/>
          </p:nvSpPr>
          <p:spPr>
            <a:xfrm>
              <a:off x="7446646" y="2503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5" name="pt31895"/>
            <p:cNvSpPr/>
            <p:nvPr/>
          </p:nvSpPr>
          <p:spPr>
            <a:xfrm>
              <a:off x="7254257" y="2058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6" name="pt31896"/>
            <p:cNvSpPr/>
            <p:nvPr/>
          </p:nvSpPr>
          <p:spPr>
            <a:xfrm>
              <a:off x="7008640" y="1845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7" name="pt31897"/>
            <p:cNvSpPr/>
            <p:nvPr/>
          </p:nvSpPr>
          <p:spPr>
            <a:xfrm>
              <a:off x="7273009" y="2100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8" name="pt31898"/>
            <p:cNvSpPr/>
            <p:nvPr/>
          </p:nvSpPr>
          <p:spPr>
            <a:xfrm>
              <a:off x="7266773" y="2016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9" name="pt31899"/>
            <p:cNvSpPr/>
            <p:nvPr/>
          </p:nvSpPr>
          <p:spPr>
            <a:xfrm>
              <a:off x="7206532" y="2059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0" name="pt31900"/>
            <p:cNvSpPr/>
            <p:nvPr/>
          </p:nvSpPr>
          <p:spPr>
            <a:xfrm>
              <a:off x="7512772" y="2533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1" name="pt31901"/>
            <p:cNvSpPr/>
            <p:nvPr/>
          </p:nvSpPr>
          <p:spPr>
            <a:xfrm>
              <a:off x="7104556" y="2205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2" name="pt31902"/>
            <p:cNvSpPr/>
            <p:nvPr/>
          </p:nvSpPr>
          <p:spPr>
            <a:xfrm>
              <a:off x="7462175" y="2470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3" name="pt31903"/>
            <p:cNvSpPr/>
            <p:nvPr/>
          </p:nvSpPr>
          <p:spPr>
            <a:xfrm>
              <a:off x="7342234" y="2104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4" name="pt31904"/>
            <p:cNvSpPr/>
            <p:nvPr/>
          </p:nvSpPr>
          <p:spPr>
            <a:xfrm>
              <a:off x="7215460" y="2217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5" name="pt31905"/>
            <p:cNvSpPr/>
            <p:nvPr/>
          </p:nvSpPr>
          <p:spPr>
            <a:xfrm>
              <a:off x="7199550" y="1973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6" name="pt31906"/>
            <p:cNvSpPr/>
            <p:nvPr/>
          </p:nvSpPr>
          <p:spPr>
            <a:xfrm>
              <a:off x="7025350" y="1698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7" name="pt31907"/>
            <p:cNvSpPr/>
            <p:nvPr/>
          </p:nvSpPr>
          <p:spPr>
            <a:xfrm>
              <a:off x="7284118" y="207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8" name="pt31908"/>
            <p:cNvSpPr/>
            <p:nvPr/>
          </p:nvSpPr>
          <p:spPr>
            <a:xfrm>
              <a:off x="6970365" y="1932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9" name="pt31909"/>
            <p:cNvSpPr/>
            <p:nvPr/>
          </p:nvSpPr>
          <p:spPr>
            <a:xfrm>
              <a:off x="7150666" y="2275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0" name="pt31910"/>
            <p:cNvSpPr/>
            <p:nvPr/>
          </p:nvSpPr>
          <p:spPr>
            <a:xfrm>
              <a:off x="7149323" y="2282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1" name="pt31911"/>
            <p:cNvSpPr/>
            <p:nvPr/>
          </p:nvSpPr>
          <p:spPr>
            <a:xfrm>
              <a:off x="6892512" y="1929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2" name="pt31912"/>
            <p:cNvSpPr/>
            <p:nvPr/>
          </p:nvSpPr>
          <p:spPr>
            <a:xfrm>
              <a:off x="7087828" y="2184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3" name="pt31913"/>
            <p:cNvSpPr/>
            <p:nvPr/>
          </p:nvSpPr>
          <p:spPr>
            <a:xfrm>
              <a:off x="7204302" y="2096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4" name="pt31914"/>
            <p:cNvSpPr/>
            <p:nvPr/>
          </p:nvSpPr>
          <p:spPr>
            <a:xfrm>
              <a:off x="7009455" y="1825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5" name="pt31915"/>
            <p:cNvSpPr/>
            <p:nvPr/>
          </p:nvSpPr>
          <p:spPr>
            <a:xfrm>
              <a:off x="7127640" y="2071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6" name="pt31916"/>
            <p:cNvSpPr/>
            <p:nvPr/>
          </p:nvSpPr>
          <p:spPr>
            <a:xfrm>
              <a:off x="7193461" y="2018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7" name="pt31917"/>
            <p:cNvSpPr/>
            <p:nvPr/>
          </p:nvSpPr>
          <p:spPr>
            <a:xfrm>
              <a:off x="6940409" y="2149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8" name="pt31918"/>
            <p:cNvSpPr/>
            <p:nvPr/>
          </p:nvSpPr>
          <p:spPr>
            <a:xfrm>
              <a:off x="7250739" y="2155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9" name="pt31919"/>
            <p:cNvSpPr/>
            <p:nvPr/>
          </p:nvSpPr>
          <p:spPr>
            <a:xfrm>
              <a:off x="7107445" y="2125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0" name="pt31920"/>
            <p:cNvSpPr/>
            <p:nvPr/>
          </p:nvSpPr>
          <p:spPr>
            <a:xfrm>
              <a:off x="7298759" y="2061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1" name="pt31921"/>
            <p:cNvSpPr/>
            <p:nvPr/>
          </p:nvSpPr>
          <p:spPr>
            <a:xfrm>
              <a:off x="7295442" y="2010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2" name="pt31922"/>
            <p:cNvSpPr/>
            <p:nvPr/>
          </p:nvSpPr>
          <p:spPr>
            <a:xfrm>
              <a:off x="7093630" y="2190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3" name="pt31923"/>
            <p:cNvSpPr/>
            <p:nvPr/>
          </p:nvSpPr>
          <p:spPr>
            <a:xfrm>
              <a:off x="7098534" y="2263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4" name="pt31924"/>
            <p:cNvSpPr/>
            <p:nvPr/>
          </p:nvSpPr>
          <p:spPr>
            <a:xfrm>
              <a:off x="7243050" y="2224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5" name="pt31925"/>
            <p:cNvSpPr/>
            <p:nvPr/>
          </p:nvSpPr>
          <p:spPr>
            <a:xfrm>
              <a:off x="7359007" y="2418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6" name="pt31926"/>
            <p:cNvSpPr/>
            <p:nvPr/>
          </p:nvSpPr>
          <p:spPr>
            <a:xfrm>
              <a:off x="7113214" y="2102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7" name="pt31927"/>
            <p:cNvSpPr/>
            <p:nvPr/>
          </p:nvSpPr>
          <p:spPr>
            <a:xfrm>
              <a:off x="7176539" y="2046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8" name="pt31928"/>
            <p:cNvSpPr/>
            <p:nvPr/>
          </p:nvSpPr>
          <p:spPr>
            <a:xfrm>
              <a:off x="6923222" y="2142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9" name="pt31929"/>
            <p:cNvSpPr/>
            <p:nvPr/>
          </p:nvSpPr>
          <p:spPr>
            <a:xfrm>
              <a:off x="7138420" y="2166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0" name="pt31930"/>
            <p:cNvSpPr/>
            <p:nvPr/>
          </p:nvSpPr>
          <p:spPr>
            <a:xfrm>
              <a:off x="7165416" y="2077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1" name="pt31931"/>
            <p:cNvSpPr/>
            <p:nvPr/>
          </p:nvSpPr>
          <p:spPr>
            <a:xfrm>
              <a:off x="7231493" y="2183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2" name="pt31932"/>
            <p:cNvSpPr/>
            <p:nvPr/>
          </p:nvSpPr>
          <p:spPr>
            <a:xfrm>
              <a:off x="7426445" y="2722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3" name="pt31933"/>
            <p:cNvSpPr/>
            <p:nvPr/>
          </p:nvSpPr>
          <p:spPr>
            <a:xfrm>
              <a:off x="7352780" y="1882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4" name="pt31934"/>
            <p:cNvSpPr/>
            <p:nvPr/>
          </p:nvSpPr>
          <p:spPr>
            <a:xfrm>
              <a:off x="6869112" y="2111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5" name="pt31935"/>
            <p:cNvSpPr/>
            <p:nvPr/>
          </p:nvSpPr>
          <p:spPr>
            <a:xfrm>
              <a:off x="7261637" y="2105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6" name="pt31936"/>
            <p:cNvSpPr/>
            <p:nvPr/>
          </p:nvSpPr>
          <p:spPr>
            <a:xfrm>
              <a:off x="7113296" y="2135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7" name="pt31937"/>
            <p:cNvSpPr/>
            <p:nvPr/>
          </p:nvSpPr>
          <p:spPr>
            <a:xfrm>
              <a:off x="7218819" y="2014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8" name="pt31938"/>
            <p:cNvSpPr/>
            <p:nvPr/>
          </p:nvSpPr>
          <p:spPr>
            <a:xfrm>
              <a:off x="7245687" y="2153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9" name="pt31939"/>
            <p:cNvSpPr/>
            <p:nvPr/>
          </p:nvSpPr>
          <p:spPr>
            <a:xfrm>
              <a:off x="7120189" y="2179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0" name="pt31940"/>
            <p:cNvSpPr/>
            <p:nvPr/>
          </p:nvSpPr>
          <p:spPr>
            <a:xfrm>
              <a:off x="7236018" y="201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1" name="pt31941"/>
            <p:cNvSpPr/>
            <p:nvPr/>
          </p:nvSpPr>
          <p:spPr>
            <a:xfrm>
              <a:off x="7040580" y="2244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2" name="pt31942"/>
            <p:cNvSpPr/>
            <p:nvPr/>
          </p:nvSpPr>
          <p:spPr>
            <a:xfrm>
              <a:off x="7142755" y="2233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3" name="pt31943"/>
            <p:cNvSpPr/>
            <p:nvPr/>
          </p:nvSpPr>
          <p:spPr>
            <a:xfrm>
              <a:off x="7089485" y="2216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4" name="pt31944"/>
            <p:cNvSpPr/>
            <p:nvPr/>
          </p:nvSpPr>
          <p:spPr>
            <a:xfrm>
              <a:off x="7201753" y="2113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5" name="pt31945"/>
            <p:cNvSpPr/>
            <p:nvPr/>
          </p:nvSpPr>
          <p:spPr>
            <a:xfrm>
              <a:off x="7205341" y="2093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6" name="pt31946"/>
            <p:cNvSpPr/>
            <p:nvPr/>
          </p:nvSpPr>
          <p:spPr>
            <a:xfrm>
              <a:off x="7453866" y="2255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7" name="pt31947"/>
            <p:cNvSpPr/>
            <p:nvPr/>
          </p:nvSpPr>
          <p:spPr>
            <a:xfrm>
              <a:off x="7392083" y="2030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8" name="pt31948"/>
            <p:cNvSpPr/>
            <p:nvPr/>
          </p:nvSpPr>
          <p:spPr>
            <a:xfrm>
              <a:off x="7323263" y="2121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9" name="pt31949"/>
            <p:cNvSpPr/>
            <p:nvPr/>
          </p:nvSpPr>
          <p:spPr>
            <a:xfrm>
              <a:off x="6888331" y="1764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0" name="pt31950"/>
            <p:cNvSpPr/>
            <p:nvPr/>
          </p:nvSpPr>
          <p:spPr>
            <a:xfrm>
              <a:off x="7032320" y="1811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1" name="pt31951"/>
            <p:cNvSpPr/>
            <p:nvPr/>
          </p:nvSpPr>
          <p:spPr>
            <a:xfrm>
              <a:off x="7151197" y="2284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2" name="pt31952"/>
            <p:cNvSpPr/>
            <p:nvPr/>
          </p:nvSpPr>
          <p:spPr>
            <a:xfrm>
              <a:off x="7154318" y="2337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3" name="pt31953"/>
            <p:cNvSpPr/>
            <p:nvPr/>
          </p:nvSpPr>
          <p:spPr>
            <a:xfrm>
              <a:off x="7333498" y="1883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4" name="pt31954"/>
            <p:cNvSpPr/>
            <p:nvPr/>
          </p:nvSpPr>
          <p:spPr>
            <a:xfrm>
              <a:off x="7273065" y="1976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5" name="pt31955"/>
            <p:cNvSpPr/>
            <p:nvPr/>
          </p:nvSpPr>
          <p:spPr>
            <a:xfrm>
              <a:off x="7191948" y="2071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6" name="pt31956"/>
            <p:cNvSpPr/>
            <p:nvPr/>
          </p:nvSpPr>
          <p:spPr>
            <a:xfrm>
              <a:off x="7646216" y="259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7" name="pt31957"/>
            <p:cNvSpPr/>
            <p:nvPr/>
          </p:nvSpPr>
          <p:spPr>
            <a:xfrm>
              <a:off x="7122237" y="2132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8" name="pt31958"/>
            <p:cNvSpPr/>
            <p:nvPr/>
          </p:nvSpPr>
          <p:spPr>
            <a:xfrm>
              <a:off x="7106193" y="2153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9" name="pt31959"/>
            <p:cNvSpPr/>
            <p:nvPr/>
          </p:nvSpPr>
          <p:spPr>
            <a:xfrm>
              <a:off x="7061379" y="2047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0" name="pt31960"/>
            <p:cNvSpPr/>
            <p:nvPr/>
          </p:nvSpPr>
          <p:spPr>
            <a:xfrm>
              <a:off x="7250620" y="2112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1" name="pt31961"/>
            <p:cNvSpPr/>
            <p:nvPr/>
          </p:nvSpPr>
          <p:spPr>
            <a:xfrm>
              <a:off x="7244926" y="2187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2" name="pt31962"/>
            <p:cNvSpPr/>
            <p:nvPr/>
          </p:nvSpPr>
          <p:spPr>
            <a:xfrm>
              <a:off x="7244146" y="2163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3" name="pt31963"/>
            <p:cNvSpPr/>
            <p:nvPr/>
          </p:nvSpPr>
          <p:spPr>
            <a:xfrm>
              <a:off x="7086344" y="2177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4" name="pt31964"/>
            <p:cNvSpPr/>
            <p:nvPr/>
          </p:nvSpPr>
          <p:spPr>
            <a:xfrm>
              <a:off x="6925753" y="2171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5" name="pt31965"/>
            <p:cNvSpPr/>
            <p:nvPr/>
          </p:nvSpPr>
          <p:spPr>
            <a:xfrm>
              <a:off x="7154811" y="2305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6" name="pt31966"/>
            <p:cNvSpPr/>
            <p:nvPr/>
          </p:nvSpPr>
          <p:spPr>
            <a:xfrm>
              <a:off x="7410137" y="2324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7" name="pt31967"/>
            <p:cNvSpPr/>
            <p:nvPr/>
          </p:nvSpPr>
          <p:spPr>
            <a:xfrm>
              <a:off x="7088029" y="2128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8" name="pt31968"/>
            <p:cNvSpPr/>
            <p:nvPr/>
          </p:nvSpPr>
          <p:spPr>
            <a:xfrm>
              <a:off x="7366796" y="2651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9" name="pt31969"/>
            <p:cNvSpPr/>
            <p:nvPr/>
          </p:nvSpPr>
          <p:spPr>
            <a:xfrm>
              <a:off x="7038362" y="2267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0" name="pt31970"/>
            <p:cNvSpPr/>
            <p:nvPr/>
          </p:nvSpPr>
          <p:spPr>
            <a:xfrm>
              <a:off x="7240891" y="1911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1" name="pt31971"/>
            <p:cNvSpPr/>
            <p:nvPr/>
          </p:nvSpPr>
          <p:spPr>
            <a:xfrm>
              <a:off x="7356490" y="250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2" name="pt31972"/>
            <p:cNvSpPr/>
            <p:nvPr/>
          </p:nvSpPr>
          <p:spPr>
            <a:xfrm>
              <a:off x="7061255" y="2072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3" name="pt31973"/>
            <p:cNvSpPr/>
            <p:nvPr/>
          </p:nvSpPr>
          <p:spPr>
            <a:xfrm>
              <a:off x="7188866" y="2117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4" name="pt31974"/>
            <p:cNvSpPr/>
            <p:nvPr/>
          </p:nvSpPr>
          <p:spPr>
            <a:xfrm>
              <a:off x="7263711" y="2077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5" name="pt31975"/>
            <p:cNvSpPr/>
            <p:nvPr/>
          </p:nvSpPr>
          <p:spPr>
            <a:xfrm>
              <a:off x="6871027" y="2163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6" name="pt31976"/>
            <p:cNvSpPr/>
            <p:nvPr/>
          </p:nvSpPr>
          <p:spPr>
            <a:xfrm>
              <a:off x="7226615" y="2231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7" name="pt31977"/>
            <p:cNvSpPr/>
            <p:nvPr/>
          </p:nvSpPr>
          <p:spPr>
            <a:xfrm>
              <a:off x="7025912" y="1852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8" name="pt31978"/>
            <p:cNvSpPr/>
            <p:nvPr/>
          </p:nvSpPr>
          <p:spPr>
            <a:xfrm>
              <a:off x="7261984" y="2115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9" name="pt31979"/>
            <p:cNvSpPr/>
            <p:nvPr/>
          </p:nvSpPr>
          <p:spPr>
            <a:xfrm>
              <a:off x="7201026" y="2006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0" name="pt31980"/>
            <p:cNvSpPr/>
            <p:nvPr/>
          </p:nvSpPr>
          <p:spPr>
            <a:xfrm>
              <a:off x="7119508" y="2174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1" name="pt31981"/>
            <p:cNvSpPr/>
            <p:nvPr/>
          </p:nvSpPr>
          <p:spPr>
            <a:xfrm>
              <a:off x="7448810" y="2932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2" name="pt31982"/>
            <p:cNvSpPr/>
            <p:nvPr/>
          </p:nvSpPr>
          <p:spPr>
            <a:xfrm>
              <a:off x="7262652" y="2089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3" name="pt31983"/>
            <p:cNvSpPr/>
            <p:nvPr/>
          </p:nvSpPr>
          <p:spPr>
            <a:xfrm>
              <a:off x="7177747" y="2117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4" name="pt31984"/>
            <p:cNvSpPr/>
            <p:nvPr/>
          </p:nvSpPr>
          <p:spPr>
            <a:xfrm>
              <a:off x="7156694" y="2032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5" name="pt31985"/>
            <p:cNvSpPr/>
            <p:nvPr/>
          </p:nvSpPr>
          <p:spPr>
            <a:xfrm>
              <a:off x="7123824" y="2202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6" name="pt31986"/>
            <p:cNvSpPr/>
            <p:nvPr/>
          </p:nvSpPr>
          <p:spPr>
            <a:xfrm>
              <a:off x="7174712" y="2024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7" name="pt31987"/>
            <p:cNvSpPr/>
            <p:nvPr/>
          </p:nvSpPr>
          <p:spPr>
            <a:xfrm>
              <a:off x="7153315" y="2234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8" name="pt31988"/>
            <p:cNvSpPr/>
            <p:nvPr/>
          </p:nvSpPr>
          <p:spPr>
            <a:xfrm>
              <a:off x="7093617" y="2143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9" name="pt31989"/>
            <p:cNvSpPr/>
            <p:nvPr/>
          </p:nvSpPr>
          <p:spPr>
            <a:xfrm>
              <a:off x="7108469" y="2061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0" name="pt31990"/>
            <p:cNvSpPr/>
            <p:nvPr/>
          </p:nvSpPr>
          <p:spPr>
            <a:xfrm>
              <a:off x="7174736" y="1990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1" name="pt31991"/>
            <p:cNvSpPr/>
            <p:nvPr/>
          </p:nvSpPr>
          <p:spPr>
            <a:xfrm>
              <a:off x="7112397" y="2063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2" name="pt31992"/>
            <p:cNvSpPr/>
            <p:nvPr/>
          </p:nvSpPr>
          <p:spPr>
            <a:xfrm>
              <a:off x="7129434" y="2097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3" name="pt31993"/>
            <p:cNvSpPr/>
            <p:nvPr/>
          </p:nvSpPr>
          <p:spPr>
            <a:xfrm>
              <a:off x="7161777" y="2074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4" name="pt31994"/>
            <p:cNvSpPr/>
            <p:nvPr/>
          </p:nvSpPr>
          <p:spPr>
            <a:xfrm>
              <a:off x="7032758" y="1954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5" name="pt31995"/>
            <p:cNvSpPr/>
            <p:nvPr/>
          </p:nvSpPr>
          <p:spPr>
            <a:xfrm>
              <a:off x="7389549" y="2108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6" name="pt31996"/>
            <p:cNvSpPr/>
            <p:nvPr/>
          </p:nvSpPr>
          <p:spPr>
            <a:xfrm>
              <a:off x="7111084" y="208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7" name="pt31997"/>
            <p:cNvSpPr/>
            <p:nvPr/>
          </p:nvSpPr>
          <p:spPr>
            <a:xfrm>
              <a:off x="7085453" y="2245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8" name="pt31998"/>
            <p:cNvSpPr/>
            <p:nvPr/>
          </p:nvSpPr>
          <p:spPr>
            <a:xfrm>
              <a:off x="6918989" y="2147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9" name="pt31999"/>
            <p:cNvSpPr/>
            <p:nvPr/>
          </p:nvSpPr>
          <p:spPr>
            <a:xfrm>
              <a:off x="7153680" y="2225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0" name="pt32000"/>
            <p:cNvSpPr/>
            <p:nvPr/>
          </p:nvSpPr>
          <p:spPr>
            <a:xfrm>
              <a:off x="7171644" y="2010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1" name="pt32001"/>
            <p:cNvSpPr/>
            <p:nvPr/>
          </p:nvSpPr>
          <p:spPr>
            <a:xfrm>
              <a:off x="7232721" y="2003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2" name="pt32002"/>
            <p:cNvSpPr/>
            <p:nvPr/>
          </p:nvSpPr>
          <p:spPr>
            <a:xfrm>
              <a:off x="7304722" y="1975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3" name="pt32003"/>
            <p:cNvSpPr/>
            <p:nvPr/>
          </p:nvSpPr>
          <p:spPr>
            <a:xfrm>
              <a:off x="7023991" y="1737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4" name="pt32004"/>
            <p:cNvSpPr/>
            <p:nvPr/>
          </p:nvSpPr>
          <p:spPr>
            <a:xfrm>
              <a:off x="7112731" y="2002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5" name="pt32005"/>
            <p:cNvSpPr/>
            <p:nvPr/>
          </p:nvSpPr>
          <p:spPr>
            <a:xfrm>
              <a:off x="7425432" y="2828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6" name="pt32006"/>
            <p:cNvSpPr/>
            <p:nvPr/>
          </p:nvSpPr>
          <p:spPr>
            <a:xfrm>
              <a:off x="6806853" y="2402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7" name="pt32007"/>
            <p:cNvSpPr/>
            <p:nvPr/>
          </p:nvSpPr>
          <p:spPr>
            <a:xfrm>
              <a:off x="6758039" y="2117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8" name="pt32008"/>
            <p:cNvSpPr/>
            <p:nvPr/>
          </p:nvSpPr>
          <p:spPr>
            <a:xfrm>
              <a:off x="6473068" y="1946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9" name="pt32009"/>
            <p:cNvSpPr/>
            <p:nvPr/>
          </p:nvSpPr>
          <p:spPr>
            <a:xfrm>
              <a:off x="7197974" y="2082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0" name="pt32010"/>
            <p:cNvSpPr/>
            <p:nvPr/>
          </p:nvSpPr>
          <p:spPr>
            <a:xfrm>
              <a:off x="7048695" y="2379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1" name="pt32011"/>
            <p:cNvSpPr/>
            <p:nvPr/>
          </p:nvSpPr>
          <p:spPr>
            <a:xfrm>
              <a:off x="7395858" y="2070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2" name="pt32012"/>
            <p:cNvSpPr/>
            <p:nvPr/>
          </p:nvSpPr>
          <p:spPr>
            <a:xfrm>
              <a:off x="7027088" y="1835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3" name="pt32013"/>
            <p:cNvSpPr/>
            <p:nvPr/>
          </p:nvSpPr>
          <p:spPr>
            <a:xfrm>
              <a:off x="7203315" y="2146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4" name="pt32014"/>
            <p:cNvSpPr/>
            <p:nvPr/>
          </p:nvSpPr>
          <p:spPr>
            <a:xfrm>
              <a:off x="7151358" y="2294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5" name="pt32015"/>
            <p:cNvSpPr/>
            <p:nvPr/>
          </p:nvSpPr>
          <p:spPr>
            <a:xfrm>
              <a:off x="7152378" y="2339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6" name="pt32016"/>
            <p:cNvSpPr/>
            <p:nvPr/>
          </p:nvSpPr>
          <p:spPr>
            <a:xfrm>
              <a:off x="6914474" y="2175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7" name="pt32017"/>
            <p:cNvSpPr/>
            <p:nvPr/>
          </p:nvSpPr>
          <p:spPr>
            <a:xfrm>
              <a:off x="7114373" y="2124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8" name="pt32018"/>
            <p:cNvSpPr/>
            <p:nvPr/>
          </p:nvSpPr>
          <p:spPr>
            <a:xfrm>
              <a:off x="7364422" y="2317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9" name="pt32019"/>
            <p:cNvSpPr/>
            <p:nvPr/>
          </p:nvSpPr>
          <p:spPr>
            <a:xfrm>
              <a:off x="7254864" y="1953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0" name="pt32020"/>
            <p:cNvSpPr/>
            <p:nvPr/>
          </p:nvSpPr>
          <p:spPr>
            <a:xfrm>
              <a:off x="7140824" y="2211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1" name="pt32021"/>
            <p:cNvSpPr/>
            <p:nvPr/>
          </p:nvSpPr>
          <p:spPr>
            <a:xfrm>
              <a:off x="7187854" y="2165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2" name="pt32022"/>
            <p:cNvSpPr/>
            <p:nvPr/>
          </p:nvSpPr>
          <p:spPr>
            <a:xfrm>
              <a:off x="7132784" y="2026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3" name="pt32023"/>
            <p:cNvSpPr/>
            <p:nvPr/>
          </p:nvSpPr>
          <p:spPr>
            <a:xfrm>
              <a:off x="7041773" y="2168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4" name="pt32024"/>
            <p:cNvSpPr/>
            <p:nvPr/>
          </p:nvSpPr>
          <p:spPr>
            <a:xfrm>
              <a:off x="7227076" y="2122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5" name="pt32025"/>
            <p:cNvSpPr/>
            <p:nvPr/>
          </p:nvSpPr>
          <p:spPr>
            <a:xfrm>
              <a:off x="7253106" y="2088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6" name="pt32026"/>
            <p:cNvSpPr/>
            <p:nvPr/>
          </p:nvSpPr>
          <p:spPr>
            <a:xfrm>
              <a:off x="7029485" y="1863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7" name="pt32027"/>
            <p:cNvSpPr/>
            <p:nvPr/>
          </p:nvSpPr>
          <p:spPr>
            <a:xfrm>
              <a:off x="7107182" y="2216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8" name="pt32028"/>
            <p:cNvSpPr/>
            <p:nvPr/>
          </p:nvSpPr>
          <p:spPr>
            <a:xfrm>
              <a:off x="7084783" y="2041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9" name="pt32029"/>
            <p:cNvSpPr/>
            <p:nvPr/>
          </p:nvSpPr>
          <p:spPr>
            <a:xfrm>
              <a:off x="7163760" y="2084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0" name="pt32030"/>
            <p:cNvSpPr/>
            <p:nvPr/>
          </p:nvSpPr>
          <p:spPr>
            <a:xfrm>
              <a:off x="7237582" y="1982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1" name="pt32031"/>
            <p:cNvSpPr/>
            <p:nvPr/>
          </p:nvSpPr>
          <p:spPr>
            <a:xfrm>
              <a:off x="7150301" y="2289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2" name="pt32032"/>
            <p:cNvSpPr/>
            <p:nvPr/>
          </p:nvSpPr>
          <p:spPr>
            <a:xfrm>
              <a:off x="7091106" y="2186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3" name="pt32033"/>
            <p:cNvSpPr/>
            <p:nvPr/>
          </p:nvSpPr>
          <p:spPr>
            <a:xfrm>
              <a:off x="7128106" y="2115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4" name="pt32034"/>
            <p:cNvSpPr/>
            <p:nvPr/>
          </p:nvSpPr>
          <p:spPr>
            <a:xfrm>
              <a:off x="7138424" y="2190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5" name="pt32035"/>
            <p:cNvSpPr/>
            <p:nvPr/>
          </p:nvSpPr>
          <p:spPr>
            <a:xfrm>
              <a:off x="6989672" y="1971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6" name="pt32036"/>
            <p:cNvSpPr/>
            <p:nvPr/>
          </p:nvSpPr>
          <p:spPr>
            <a:xfrm>
              <a:off x="7250749" y="2084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7" name="pt32037"/>
            <p:cNvSpPr/>
            <p:nvPr/>
          </p:nvSpPr>
          <p:spPr>
            <a:xfrm>
              <a:off x="7339869" y="2147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8" name="pt32038"/>
            <p:cNvSpPr/>
            <p:nvPr/>
          </p:nvSpPr>
          <p:spPr>
            <a:xfrm>
              <a:off x="7253885" y="2077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9" name="pt32039"/>
            <p:cNvSpPr/>
            <p:nvPr/>
          </p:nvSpPr>
          <p:spPr>
            <a:xfrm>
              <a:off x="7135967" y="2116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0" name="pt32040"/>
            <p:cNvSpPr/>
            <p:nvPr/>
          </p:nvSpPr>
          <p:spPr>
            <a:xfrm>
              <a:off x="6945240" y="2157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1" name="pt32041"/>
            <p:cNvSpPr/>
            <p:nvPr/>
          </p:nvSpPr>
          <p:spPr>
            <a:xfrm>
              <a:off x="7158713" y="2190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2" name="pt32042"/>
            <p:cNvSpPr/>
            <p:nvPr/>
          </p:nvSpPr>
          <p:spPr>
            <a:xfrm>
              <a:off x="7269228" y="2086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3" name="pt32043"/>
            <p:cNvSpPr/>
            <p:nvPr/>
          </p:nvSpPr>
          <p:spPr>
            <a:xfrm>
              <a:off x="7167507" y="2033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4" name="pt32044"/>
            <p:cNvSpPr/>
            <p:nvPr/>
          </p:nvSpPr>
          <p:spPr>
            <a:xfrm>
              <a:off x="7245667" y="2158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5" name="pt32045"/>
            <p:cNvSpPr/>
            <p:nvPr/>
          </p:nvSpPr>
          <p:spPr>
            <a:xfrm>
              <a:off x="7229145" y="2027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6" name="pt32046"/>
            <p:cNvSpPr/>
            <p:nvPr/>
          </p:nvSpPr>
          <p:spPr>
            <a:xfrm>
              <a:off x="7194057" y="1970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7" name="pt32047"/>
            <p:cNvSpPr/>
            <p:nvPr/>
          </p:nvSpPr>
          <p:spPr>
            <a:xfrm>
              <a:off x="7018795" y="2081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8" name="pt32048"/>
            <p:cNvSpPr/>
            <p:nvPr/>
          </p:nvSpPr>
          <p:spPr>
            <a:xfrm>
              <a:off x="7238764" y="1953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9" name="pt32049"/>
            <p:cNvSpPr/>
            <p:nvPr/>
          </p:nvSpPr>
          <p:spPr>
            <a:xfrm>
              <a:off x="7395287" y="2192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0" name="pt32050"/>
            <p:cNvSpPr/>
            <p:nvPr/>
          </p:nvSpPr>
          <p:spPr>
            <a:xfrm>
              <a:off x="7145265" y="2274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1" name="pt32051"/>
            <p:cNvSpPr/>
            <p:nvPr/>
          </p:nvSpPr>
          <p:spPr>
            <a:xfrm>
              <a:off x="7058456" y="2076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2" name="pt32052"/>
            <p:cNvSpPr/>
            <p:nvPr/>
          </p:nvSpPr>
          <p:spPr>
            <a:xfrm>
              <a:off x="7310458" y="2138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3" name="pt32053"/>
            <p:cNvSpPr/>
            <p:nvPr/>
          </p:nvSpPr>
          <p:spPr>
            <a:xfrm>
              <a:off x="7168586" y="2019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4" name="pt32054"/>
            <p:cNvSpPr/>
            <p:nvPr/>
          </p:nvSpPr>
          <p:spPr>
            <a:xfrm>
              <a:off x="7381938" y="2184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5" name="pt32055"/>
            <p:cNvSpPr/>
            <p:nvPr/>
          </p:nvSpPr>
          <p:spPr>
            <a:xfrm>
              <a:off x="7629795" y="254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6" name="pt32056"/>
            <p:cNvSpPr/>
            <p:nvPr/>
          </p:nvSpPr>
          <p:spPr>
            <a:xfrm>
              <a:off x="7161195" y="2002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7" name="pt32057"/>
            <p:cNvSpPr/>
            <p:nvPr/>
          </p:nvSpPr>
          <p:spPr>
            <a:xfrm>
              <a:off x="7164474" y="2087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8" name="pt32058"/>
            <p:cNvSpPr/>
            <p:nvPr/>
          </p:nvSpPr>
          <p:spPr>
            <a:xfrm>
              <a:off x="7095086" y="2233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9" name="pt32059"/>
            <p:cNvSpPr/>
            <p:nvPr/>
          </p:nvSpPr>
          <p:spPr>
            <a:xfrm>
              <a:off x="7049859" y="2291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0" name="pt32060"/>
            <p:cNvSpPr/>
            <p:nvPr/>
          </p:nvSpPr>
          <p:spPr>
            <a:xfrm>
              <a:off x="7281204" y="1993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1" name="pt32061"/>
            <p:cNvSpPr/>
            <p:nvPr/>
          </p:nvSpPr>
          <p:spPr>
            <a:xfrm>
              <a:off x="6975536" y="1934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2" name="pt32062"/>
            <p:cNvSpPr/>
            <p:nvPr/>
          </p:nvSpPr>
          <p:spPr>
            <a:xfrm>
              <a:off x="7145869" y="2293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3" name="pt32063"/>
            <p:cNvSpPr/>
            <p:nvPr/>
          </p:nvSpPr>
          <p:spPr>
            <a:xfrm>
              <a:off x="7071961" y="2217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4" name="pt32064"/>
            <p:cNvSpPr/>
            <p:nvPr/>
          </p:nvSpPr>
          <p:spPr>
            <a:xfrm>
              <a:off x="7281626" y="2157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5" name="pt32065"/>
            <p:cNvSpPr/>
            <p:nvPr/>
          </p:nvSpPr>
          <p:spPr>
            <a:xfrm>
              <a:off x="7362836" y="2527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6" name="pt32066"/>
            <p:cNvSpPr/>
            <p:nvPr/>
          </p:nvSpPr>
          <p:spPr>
            <a:xfrm>
              <a:off x="7112956" y="2138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7" name="pt32067"/>
            <p:cNvSpPr/>
            <p:nvPr/>
          </p:nvSpPr>
          <p:spPr>
            <a:xfrm>
              <a:off x="7125903" y="2070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8" name="pt32068"/>
            <p:cNvSpPr/>
            <p:nvPr/>
          </p:nvSpPr>
          <p:spPr>
            <a:xfrm>
              <a:off x="7208772" y="2250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9" name="pt32069"/>
            <p:cNvSpPr/>
            <p:nvPr/>
          </p:nvSpPr>
          <p:spPr>
            <a:xfrm>
              <a:off x="7043609" y="2276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0" name="pt32070"/>
            <p:cNvSpPr/>
            <p:nvPr/>
          </p:nvSpPr>
          <p:spPr>
            <a:xfrm>
              <a:off x="7395507" y="2175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1" name="pt32071"/>
            <p:cNvSpPr/>
            <p:nvPr/>
          </p:nvSpPr>
          <p:spPr>
            <a:xfrm>
              <a:off x="7321505" y="2105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2" name="pt32072"/>
            <p:cNvSpPr/>
            <p:nvPr/>
          </p:nvSpPr>
          <p:spPr>
            <a:xfrm>
              <a:off x="7221039" y="1988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3" name="pt32073"/>
            <p:cNvSpPr/>
            <p:nvPr/>
          </p:nvSpPr>
          <p:spPr>
            <a:xfrm>
              <a:off x="7116822" y="2197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4" name="pt32074"/>
            <p:cNvSpPr/>
            <p:nvPr/>
          </p:nvSpPr>
          <p:spPr>
            <a:xfrm>
              <a:off x="6792168" y="2563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5" name="pt32075"/>
            <p:cNvSpPr/>
            <p:nvPr/>
          </p:nvSpPr>
          <p:spPr>
            <a:xfrm>
              <a:off x="7305233" y="1978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6" name="pt32076"/>
            <p:cNvSpPr/>
            <p:nvPr/>
          </p:nvSpPr>
          <p:spPr>
            <a:xfrm>
              <a:off x="7243893" y="2215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7" name="pt32077"/>
            <p:cNvSpPr/>
            <p:nvPr/>
          </p:nvSpPr>
          <p:spPr>
            <a:xfrm>
              <a:off x="7008032" y="1910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8" name="pt32078"/>
            <p:cNvSpPr/>
            <p:nvPr/>
          </p:nvSpPr>
          <p:spPr>
            <a:xfrm>
              <a:off x="7180201" y="2132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9" name="pt32079"/>
            <p:cNvSpPr/>
            <p:nvPr/>
          </p:nvSpPr>
          <p:spPr>
            <a:xfrm>
              <a:off x="6972110" y="1961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0" name="pt32080"/>
            <p:cNvSpPr/>
            <p:nvPr/>
          </p:nvSpPr>
          <p:spPr>
            <a:xfrm>
              <a:off x="7191785" y="2048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1" name="pt32081"/>
            <p:cNvSpPr/>
            <p:nvPr/>
          </p:nvSpPr>
          <p:spPr>
            <a:xfrm>
              <a:off x="7277917" y="1965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2" name="pt32082"/>
            <p:cNvSpPr/>
            <p:nvPr/>
          </p:nvSpPr>
          <p:spPr>
            <a:xfrm>
              <a:off x="7186605" y="2129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3" name="pt32083"/>
            <p:cNvSpPr/>
            <p:nvPr/>
          </p:nvSpPr>
          <p:spPr>
            <a:xfrm>
              <a:off x="7134325" y="2127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4" name="pt32084"/>
            <p:cNvSpPr/>
            <p:nvPr/>
          </p:nvSpPr>
          <p:spPr>
            <a:xfrm>
              <a:off x="6970065" y="1952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5" name="pt32085"/>
            <p:cNvSpPr/>
            <p:nvPr/>
          </p:nvSpPr>
          <p:spPr>
            <a:xfrm>
              <a:off x="7081670" y="2035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6" name="pt32086"/>
            <p:cNvSpPr/>
            <p:nvPr/>
          </p:nvSpPr>
          <p:spPr>
            <a:xfrm>
              <a:off x="7340421" y="2081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7" name="pt32087"/>
            <p:cNvSpPr/>
            <p:nvPr/>
          </p:nvSpPr>
          <p:spPr>
            <a:xfrm>
              <a:off x="7019532" y="2083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8" name="pt32088"/>
            <p:cNvSpPr/>
            <p:nvPr/>
          </p:nvSpPr>
          <p:spPr>
            <a:xfrm>
              <a:off x="6992406" y="2004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9" name="pt32089"/>
            <p:cNvSpPr/>
            <p:nvPr/>
          </p:nvSpPr>
          <p:spPr>
            <a:xfrm>
              <a:off x="7040343" y="2279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0" name="pt32090"/>
            <p:cNvSpPr/>
            <p:nvPr/>
          </p:nvSpPr>
          <p:spPr>
            <a:xfrm>
              <a:off x="7560771" y="2221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1" name="pt32091"/>
            <p:cNvSpPr/>
            <p:nvPr/>
          </p:nvSpPr>
          <p:spPr>
            <a:xfrm>
              <a:off x="7208152" y="2197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2" name="pt32092"/>
            <p:cNvSpPr/>
            <p:nvPr/>
          </p:nvSpPr>
          <p:spPr>
            <a:xfrm>
              <a:off x="7009608" y="1880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3" name="pt32093"/>
            <p:cNvSpPr/>
            <p:nvPr/>
          </p:nvSpPr>
          <p:spPr>
            <a:xfrm>
              <a:off x="7138630" y="2109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4" name="pt32094"/>
            <p:cNvSpPr/>
            <p:nvPr/>
          </p:nvSpPr>
          <p:spPr>
            <a:xfrm>
              <a:off x="7149379" y="2318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5" name="pt32095"/>
            <p:cNvSpPr/>
            <p:nvPr/>
          </p:nvSpPr>
          <p:spPr>
            <a:xfrm>
              <a:off x="7225163" y="2041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6" name="pt32096"/>
            <p:cNvSpPr/>
            <p:nvPr/>
          </p:nvSpPr>
          <p:spPr>
            <a:xfrm>
              <a:off x="7190326" y="2067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7" name="pt32097"/>
            <p:cNvSpPr/>
            <p:nvPr/>
          </p:nvSpPr>
          <p:spPr>
            <a:xfrm>
              <a:off x="7324570" y="2008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8" name="pt32098"/>
            <p:cNvSpPr/>
            <p:nvPr/>
          </p:nvSpPr>
          <p:spPr>
            <a:xfrm>
              <a:off x="7124946" y="2159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9" name="pt32099"/>
            <p:cNvSpPr/>
            <p:nvPr/>
          </p:nvSpPr>
          <p:spPr>
            <a:xfrm>
              <a:off x="7111052" y="2121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0" name="pt32100"/>
            <p:cNvSpPr/>
            <p:nvPr/>
          </p:nvSpPr>
          <p:spPr>
            <a:xfrm>
              <a:off x="7421739" y="2375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1" name="pt32101"/>
            <p:cNvSpPr/>
            <p:nvPr/>
          </p:nvSpPr>
          <p:spPr>
            <a:xfrm>
              <a:off x="7342430" y="2086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2" name="pt32102"/>
            <p:cNvSpPr/>
            <p:nvPr/>
          </p:nvSpPr>
          <p:spPr>
            <a:xfrm>
              <a:off x="7284434" y="2040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3" name="pt32103"/>
            <p:cNvSpPr/>
            <p:nvPr/>
          </p:nvSpPr>
          <p:spPr>
            <a:xfrm>
              <a:off x="7055694" y="220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4" name="pt32104"/>
            <p:cNvSpPr/>
            <p:nvPr/>
          </p:nvSpPr>
          <p:spPr>
            <a:xfrm>
              <a:off x="7018045" y="2117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5" name="pt32105"/>
            <p:cNvSpPr/>
            <p:nvPr/>
          </p:nvSpPr>
          <p:spPr>
            <a:xfrm>
              <a:off x="6824469" y="2000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6" name="pt32106"/>
            <p:cNvSpPr/>
            <p:nvPr/>
          </p:nvSpPr>
          <p:spPr>
            <a:xfrm>
              <a:off x="6957771" y="2126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7" name="pt32107"/>
            <p:cNvSpPr/>
            <p:nvPr/>
          </p:nvSpPr>
          <p:spPr>
            <a:xfrm>
              <a:off x="7206874" y="2117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8" name="pt32108"/>
            <p:cNvSpPr/>
            <p:nvPr/>
          </p:nvSpPr>
          <p:spPr>
            <a:xfrm>
              <a:off x="6737253" y="2092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9" name="pt32109"/>
            <p:cNvSpPr/>
            <p:nvPr/>
          </p:nvSpPr>
          <p:spPr>
            <a:xfrm>
              <a:off x="7082168" y="2054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0" name="pt32110"/>
            <p:cNvSpPr/>
            <p:nvPr/>
          </p:nvSpPr>
          <p:spPr>
            <a:xfrm>
              <a:off x="7272523" y="2152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1" name="pt32111"/>
            <p:cNvSpPr/>
            <p:nvPr/>
          </p:nvSpPr>
          <p:spPr>
            <a:xfrm>
              <a:off x="7053309" y="2254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2" name="pt32112"/>
            <p:cNvSpPr/>
            <p:nvPr/>
          </p:nvSpPr>
          <p:spPr>
            <a:xfrm>
              <a:off x="7135330" y="2152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3" name="pt32113"/>
            <p:cNvSpPr/>
            <p:nvPr/>
          </p:nvSpPr>
          <p:spPr>
            <a:xfrm>
              <a:off x="7173256" y="1952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4" name="pt32114"/>
            <p:cNvSpPr/>
            <p:nvPr/>
          </p:nvSpPr>
          <p:spPr>
            <a:xfrm>
              <a:off x="7201114" y="1983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5" name="pt32115"/>
            <p:cNvSpPr/>
            <p:nvPr/>
          </p:nvSpPr>
          <p:spPr>
            <a:xfrm>
              <a:off x="7418695" y="2500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6" name="pt32116"/>
            <p:cNvSpPr/>
            <p:nvPr/>
          </p:nvSpPr>
          <p:spPr>
            <a:xfrm>
              <a:off x="7045165" y="2280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7" name="pt32117"/>
            <p:cNvSpPr/>
            <p:nvPr/>
          </p:nvSpPr>
          <p:spPr>
            <a:xfrm>
              <a:off x="7238499" y="1942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8" name="pt32118"/>
            <p:cNvSpPr/>
            <p:nvPr/>
          </p:nvSpPr>
          <p:spPr>
            <a:xfrm>
              <a:off x="7120580" y="2153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9" name="pt32119"/>
            <p:cNvSpPr/>
            <p:nvPr/>
          </p:nvSpPr>
          <p:spPr>
            <a:xfrm>
              <a:off x="7166272" y="2066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0" name="pt32120"/>
            <p:cNvSpPr/>
            <p:nvPr/>
          </p:nvSpPr>
          <p:spPr>
            <a:xfrm>
              <a:off x="6996863" y="2082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1" name="pt32121"/>
            <p:cNvSpPr/>
            <p:nvPr/>
          </p:nvSpPr>
          <p:spPr>
            <a:xfrm>
              <a:off x="7088683" y="2223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2" name="pt32122"/>
            <p:cNvSpPr/>
            <p:nvPr/>
          </p:nvSpPr>
          <p:spPr>
            <a:xfrm>
              <a:off x="7212659" y="2183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3" name="pt32123"/>
            <p:cNvSpPr/>
            <p:nvPr/>
          </p:nvSpPr>
          <p:spPr>
            <a:xfrm>
              <a:off x="7336557" y="2062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4" name="pt32124"/>
            <p:cNvSpPr/>
            <p:nvPr/>
          </p:nvSpPr>
          <p:spPr>
            <a:xfrm>
              <a:off x="7649706" y="2480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5" name="pt32125"/>
            <p:cNvSpPr/>
            <p:nvPr/>
          </p:nvSpPr>
          <p:spPr>
            <a:xfrm>
              <a:off x="7040340" y="2185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6" name="pt32126"/>
            <p:cNvSpPr/>
            <p:nvPr/>
          </p:nvSpPr>
          <p:spPr>
            <a:xfrm>
              <a:off x="7145564" y="2210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7" name="pt32127"/>
            <p:cNvSpPr/>
            <p:nvPr/>
          </p:nvSpPr>
          <p:spPr>
            <a:xfrm>
              <a:off x="7116895" y="2145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8" name="pt32128"/>
            <p:cNvSpPr/>
            <p:nvPr/>
          </p:nvSpPr>
          <p:spPr>
            <a:xfrm>
              <a:off x="7232517" y="211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9" name="pt32129"/>
            <p:cNvSpPr/>
            <p:nvPr/>
          </p:nvSpPr>
          <p:spPr>
            <a:xfrm>
              <a:off x="7079864" y="2181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0" name="pt32130"/>
            <p:cNvSpPr/>
            <p:nvPr/>
          </p:nvSpPr>
          <p:spPr>
            <a:xfrm>
              <a:off x="7475925" y="2401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1" name="pt32131"/>
            <p:cNvSpPr/>
            <p:nvPr/>
          </p:nvSpPr>
          <p:spPr>
            <a:xfrm>
              <a:off x="7153444" y="2280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2" name="pt32132"/>
            <p:cNvSpPr/>
            <p:nvPr/>
          </p:nvSpPr>
          <p:spPr>
            <a:xfrm>
              <a:off x="7156654" y="2197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3" name="pt32133"/>
            <p:cNvSpPr/>
            <p:nvPr/>
          </p:nvSpPr>
          <p:spPr>
            <a:xfrm>
              <a:off x="7141557" y="2238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4" name="pt32134"/>
            <p:cNvSpPr/>
            <p:nvPr/>
          </p:nvSpPr>
          <p:spPr>
            <a:xfrm>
              <a:off x="6767907" y="2387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5" name="pt32135"/>
            <p:cNvSpPr/>
            <p:nvPr/>
          </p:nvSpPr>
          <p:spPr>
            <a:xfrm>
              <a:off x="6937075" y="2207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6" name="pt32136"/>
            <p:cNvSpPr/>
            <p:nvPr/>
          </p:nvSpPr>
          <p:spPr>
            <a:xfrm>
              <a:off x="7101609" y="2155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7" name="pt32137"/>
            <p:cNvSpPr/>
            <p:nvPr/>
          </p:nvSpPr>
          <p:spPr>
            <a:xfrm>
              <a:off x="7059597" y="2059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8" name="pt32138"/>
            <p:cNvSpPr/>
            <p:nvPr/>
          </p:nvSpPr>
          <p:spPr>
            <a:xfrm>
              <a:off x="6760712" y="1890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9" name="pt32139"/>
            <p:cNvSpPr/>
            <p:nvPr/>
          </p:nvSpPr>
          <p:spPr>
            <a:xfrm>
              <a:off x="7095878" y="2233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0" name="pt32140"/>
            <p:cNvSpPr/>
            <p:nvPr/>
          </p:nvSpPr>
          <p:spPr>
            <a:xfrm>
              <a:off x="6713551" y="1622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1" name="pt32141"/>
            <p:cNvSpPr/>
            <p:nvPr/>
          </p:nvSpPr>
          <p:spPr>
            <a:xfrm>
              <a:off x="7191227" y="2059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2" name="pt32142"/>
            <p:cNvSpPr/>
            <p:nvPr/>
          </p:nvSpPr>
          <p:spPr>
            <a:xfrm>
              <a:off x="7295562" y="1976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3" name="pt32143"/>
            <p:cNvSpPr/>
            <p:nvPr/>
          </p:nvSpPr>
          <p:spPr>
            <a:xfrm>
              <a:off x="6927020" y="2171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4" name="pt32144"/>
            <p:cNvSpPr/>
            <p:nvPr/>
          </p:nvSpPr>
          <p:spPr>
            <a:xfrm>
              <a:off x="7237708" y="1971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5" name="pt32145"/>
            <p:cNvSpPr/>
            <p:nvPr/>
          </p:nvSpPr>
          <p:spPr>
            <a:xfrm>
              <a:off x="7062973" y="1880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6" name="pt32146"/>
            <p:cNvSpPr/>
            <p:nvPr/>
          </p:nvSpPr>
          <p:spPr>
            <a:xfrm>
              <a:off x="7215788" y="2250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7" name="pt32147"/>
            <p:cNvSpPr/>
            <p:nvPr/>
          </p:nvSpPr>
          <p:spPr>
            <a:xfrm>
              <a:off x="7212758" y="2220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8" name="pt32148"/>
            <p:cNvSpPr/>
            <p:nvPr/>
          </p:nvSpPr>
          <p:spPr>
            <a:xfrm>
              <a:off x="6871454" y="2268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9" name="pt32149"/>
            <p:cNvSpPr/>
            <p:nvPr/>
          </p:nvSpPr>
          <p:spPr>
            <a:xfrm>
              <a:off x="7023545" y="1878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0" name="pt32150"/>
            <p:cNvSpPr/>
            <p:nvPr/>
          </p:nvSpPr>
          <p:spPr>
            <a:xfrm>
              <a:off x="7316173" y="1908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1" name="pt32151"/>
            <p:cNvSpPr/>
            <p:nvPr/>
          </p:nvSpPr>
          <p:spPr>
            <a:xfrm>
              <a:off x="7119571" y="1961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2" name="pt32152"/>
            <p:cNvSpPr/>
            <p:nvPr/>
          </p:nvSpPr>
          <p:spPr>
            <a:xfrm>
              <a:off x="7313608" y="1953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3" name="pt32153"/>
            <p:cNvSpPr/>
            <p:nvPr/>
          </p:nvSpPr>
          <p:spPr>
            <a:xfrm>
              <a:off x="7140902" y="2258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4" name="pt32154"/>
            <p:cNvSpPr/>
            <p:nvPr/>
          </p:nvSpPr>
          <p:spPr>
            <a:xfrm>
              <a:off x="7181836" y="2121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5" name="pt32155"/>
            <p:cNvSpPr/>
            <p:nvPr/>
          </p:nvSpPr>
          <p:spPr>
            <a:xfrm>
              <a:off x="7220383" y="210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6" name="pt32156"/>
            <p:cNvSpPr/>
            <p:nvPr/>
          </p:nvSpPr>
          <p:spPr>
            <a:xfrm>
              <a:off x="7270250" y="2014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7" name="pt32157"/>
            <p:cNvSpPr/>
            <p:nvPr/>
          </p:nvSpPr>
          <p:spPr>
            <a:xfrm>
              <a:off x="7122022" y="2172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8" name="pt32158"/>
            <p:cNvSpPr/>
            <p:nvPr/>
          </p:nvSpPr>
          <p:spPr>
            <a:xfrm>
              <a:off x="7135695" y="2195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9" name="pt32159"/>
            <p:cNvSpPr/>
            <p:nvPr/>
          </p:nvSpPr>
          <p:spPr>
            <a:xfrm>
              <a:off x="7176351" y="2080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0" name="pt32160"/>
            <p:cNvSpPr/>
            <p:nvPr/>
          </p:nvSpPr>
          <p:spPr>
            <a:xfrm>
              <a:off x="6955537" y="2155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1" name="pt32161"/>
            <p:cNvSpPr/>
            <p:nvPr/>
          </p:nvSpPr>
          <p:spPr>
            <a:xfrm>
              <a:off x="6954141" y="2104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2" name="pt32162"/>
            <p:cNvSpPr/>
            <p:nvPr/>
          </p:nvSpPr>
          <p:spPr>
            <a:xfrm>
              <a:off x="7004083" y="2004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3" name="pt32163"/>
            <p:cNvSpPr/>
            <p:nvPr/>
          </p:nvSpPr>
          <p:spPr>
            <a:xfrm>
              <a:off x="7141147" y="2238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4" name="pt32164"/>
            <p:cNvSpPr/>
            <p:nvPr/>
          </p:nvSpPr>
          <p:spPr>
            <a:xfrm>
              <a:off x="7324126" y="1934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5" name="pt32165"/>
            <p:cNvSpPr/>
            <p:nvPr/>
          </p:nvSpPr>
          <p:spPr>
            <a:xfrm>
              <a:off x="7176682" y="2066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6" name="pt32166"/>
            <p:cNvSpPr/>
            <p:nvPr/>
          </p:nvSpPr>
          <p:spPr>
            <a:xfrm>
              <a:off x="7321272" y="2109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7" name="pt32167"/>
            <p:cNvSpPr/>
            <p:nvPr/>
          </p:nvSpPr>
          <p:spPr>
            <a:xfrm>
              <a:off x="7109417" y="2080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8" name="pt32168"/>
            <p:cNvSpPr/>
            <p:nvPr/>
          </p:nvSpPr>
          <p:spPr>
            <a:xfrm>
              <a:off x="6926179" y="2147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9" name="pt32169"/>
            <p:cNvSpPr/>
            <p:nvPr/>
          </p:nvSpPr>
          <p:spPr>
            <a:xfrm>
              <a:off x="6987266" y="2048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0" name="pt32170"/>
            <p:cNvSpPr/>
            <p:nvPr/>
          </p:nvSpPr>
          <p:spPr>
            <a:xfrm>
              <a:off x="7156829" y="2238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1" name="pt32171"/>
            <p:cNvSpPr/>
            <p:nvPr/>
          </p:nvSpPr>
          <p:spPr>
            <a:xfrm>
              <a:off x="7047493" y="2220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2" name="pt32172"/>
            <p:cNvSpPr/>
            <p:nvPr/>
          </p:nvSpPr>
          <p:spPr>
            <a:xfrm>
              <a:off x="7348799" y="2270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3" name="pt32173"/>
            <p:cNvSpPr/>
            <p:nvPr/>
          </p:nvSpPr>
          <p:spPr>
            <a:xfrm>
              <a:off x="7257925" y="2086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4" name="pt32174"/>
            <p:cNvSpPr/>
            <p:nvPr/>
          </p:nvSpPr>
          <p:spPr>
            <a:xfrm>
              <a:off x="7269153" y="208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5" name="pt32175"/>
            <p:cNvSpPr/>
            <p:nvPr/>
          </p:nvSpPr>
          <p:spPr>
            <a:xfrm>
              <a:off x="7008296" y="2014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6" name="pt32176"/>
            <p:cNvSpPr/>
            <p:nvPr/>
          </p:nvSpPr>
          <p:spPr>
            <a:xfrm>
              <a:off x="7151185" y="2371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7" name="pt32177"/>
            <p:cNvSpPr/>
            <p:nvPr/>
          </p:nvSpPr>
          <p:spPr>
            <a:xfrm>
              <a:off x="7132477" y="2181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8" name="pt32178"/>
            <p:cNvSpPr/>
            <p:nvPr/>
          </p:nvSpPr>
          <p:spPr>
            <a:xfrm>
              <a:off x="7338764" y="2075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9" name="pt32179"/>
            <p:cNvSpPr/>
            <p:nvPr/>
          </p:nvSpPr>
          <p:spPr>
            <a:xfrm>
              <a:off x="7121793" y="2131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0" name="pt32180"/>
            <p:cNvSpPr/>
            <p:nvPr/>
          </p:nvSpPr>
          <p:spPr>
            <a:xfrm>
              <a:off x="7411641" y="2374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1" name="pt32181"/>
            <p:cNvSpPr/>
            <p:nvPr/>
          </p:nvSpPr>
          <p:spPr>
            <a:xfrm>
              <a:off x="7206569" y="211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2" name="pt32182"/>
            <p:cNvSpPr/>
            <p:nvPr/>
          </p:nvSpPr>
          <p:spPr>
            <a:xfrm>
              <a:off x="7214104" y="2207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3" name="pt32183"/>
            <p:cNvSpPr/>
            <p:nvPr/>
          </p:nvSpPr>
          <p:spPr>
            <a:xfrm>
              <a:off x="6978725" y="1901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4" name="pt32184"/>
            <p:cNvSpPr/>
            <p:nvPr/>
          </p:nvSpPr>
          <p:spPr>
            <a:xfrm>
              <a:off x="7176304" y="2021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5" name="pt32185"/>
            <p:cNvSpPr/>
            <p:nvPr/>
          </p:nvSpPr>
          <p:spPr>
            <a:xfrm>
              <a:off x="7433612" y="2624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6" name="pt32186"/>
            <p:cNvSpPr/>
            <p:nvPr/>
          </p:nvSpPr>
          <p:spPr>
            <a:xfrm>
              <a:off x="6968012" y="2054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7" name="pt32187"/>
            <p:cNvSpPr/>
            <p:nvPr/>
          </p:nvSpPr>
          <p:spPr>
            <a:xfrm>
              <a:off x="7076247" y="2228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8" name="pt32188"/>
            <p:cNvSpPr/>
            <p:nvPr/>
          </p:nvSpPr>
          <p:spPr>
            <a:xfrm>
              <a:off x="6972867" y="1808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9" name="pt32189"/>
            <p:cNvSpPr/>
            <p:nvPr/>
          </p:nvSpPr>
          <p:spPr>
            <a:xfrm>
              <a:off x="7147782" y="2265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0" name="pt32190"/>
            <p:cNvSpPr/>
            <p:nvPr/>
          </p:nvSpPr>
          <p:spPr>
            <a:xfrm>
              <a:off x="7137850" y="2216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1" name="pt32191"/>
            <p:cNvSpPr/>
            <p:nvPr/>
          </p:nvSpPr>
          <p:spPr>
            <a:xfrm>
              <a:off x="7232465" y="2080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2" name="pt32192"/>
            <p:cNvSpPr/>
            <p:nvPr/>
          </p:nvSpPr>
          <p:spPr>
            <a:xfrm>
              <a:off x="7094491" y="2254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3" name="pt32193"/>
            <p:cNvSpPr/>
            <p:nvPr/>
          </p:nvSpPr>
          <p:spPr>
            <a:xfrm>
              <a:off x="7227437" y="2022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4" name="pt32194"/>
            <p:cNvSpPr/>
            <p:nvPr/>
          </p:nvSpPr>
          <p:spPr>
            <a:xfrm>
              <a:off x="7188987" y="207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5" name="pt32195"/>
            <p:cNvSpPr/>
            <p:nvPr/>
          </p:nvSpPr>
          <p:spPr>
            <a:xfrm>
              <a:off x="7068527" y="2119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6" name="pt32196"/>
            <p:cNvSpPr/>
            <p:nvPr/>
          </p:nvSpPr>
          <p:spPr>
            <a:xfrm>
              <a:off x="7146875" y="2289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7" name="pt32197"/>
            <p:cNvSpPr/>
            <p:nvPr/>
          </p:nvSpPr>
          <p:spPr>
            <a:xfrm>
              <a:off x="6966250" y="1910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8" name="pt32198"/>
            <p:cNvSpPr/>
            <p:nvPr/>
          </p:nvSpPr>
          <p:spPr>
            <a:xfrm>
              <a:off x="6980557" y="2009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9" name="pt32199"/>
            <p:cNvSpPr/>
            <p:nvPr/>
          </p:nvSpPr>
          <p:spPr>
            <a:xfrm>
              <a:off x="7154062" y="2325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0" name="pt32200"/>
            <p:cNvSpPr/>
            <p:nvPr/>
          </p:nvSpPr>
          <p:spPr>
            <a:xfrm>
              <a:off x="6953534" y="2144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1" name="pt32201"/>
            <p:cNvSpPr/>
            <p:nvPr/>
          </p:nvSpPr>
          <p:spPr>
            <a:xfrm>
              <a:off x="7350631" y="2209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2" name="pt32202"/>
            <p:cNvSpPr/>
            <p:nvPr/>
          </p:nvSpPr>
          <p:spPr>
            <a:xfrm>
              <a:off x="7222203" y="2041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3" name="pt32203"/>
            <p:cNvSpPr/>
            <p:nvPr/>
          </p:nvSpPr>
          <p:spPr>
            <a:xfrm>
              <a:off x="6847740" y="2283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4" name="pt32204"/>
            <p:cNvSpPr/>
            <p:nvPr/>
          </p:nvSpPr>
          <p:spPr>
            <a:xfrm>
              <a:off x="6947307" y="2194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5" name="pt32205"/>
            <p:cNvSpPr/>
            <p:nvPr/>
          </p:nvSpPr>
          <p:spPr>
            <a:xfrm>
              <a:off x="6662702" y="2272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6" name="pt32206"/>
            <p:cNvSpPr/>
            <p:nvPr/>
          </p:nvSpPr>
          <p:spPr>
            <a:xfrm>
              <a:off x="7194729" y="2022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7" name="pt32207"/>
            <p:cNvSpPr/>
            <p:nvPr/>
          </p:nvSpPr>
          <p:spPr>
            <a:xfrm>
              <a:off x="6959571" y="2101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8" name="pt32208"/>
            <p:cNvSpPr/>
            <p:nvPr/>
          </p:nvSpPr>
          <p:spPr>
            <a:xfrm>
              <a:off x="7194839" y="1998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9" name="pt32209"/>
            <p:cNvSpPr/>
            <p:nvPr/>
          </p:nvSpPr>
          <p:spPr>
            <a:xfrm>
              <a:off x="7000527" y="204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0" name="pt32210"/>
            <p:cNvSpPr/>
            <p:nvPr/>
          </p:nvSpPr>
          <p:spPr>
            <a:xfrm>
              <a:off x="7126211" y="2133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1" name="pt32211"/>
            <p:cNvSpPr/>
            <p:nvPr/>
          </p:nvSpPr>
          <p:spPr>
            <a:xfrm>
              <a:off x="7186864" y="2005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2" name="pt32212"/>
            <p:cNvSpPr/>
            <p:nvPr/>
          </p:nvSpPr>
          <p:spPr>
            <a:xfrm>
              <a:off x="7195784" y="2040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3" name="pt32213"/>
            <p:cNvSpPr/>
            <p:nvPr/>
          </p:nvSpPr>
          <p:spPr>
            <a:xfrm>
              <a:off x="6962473" y="2001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4" name="pt32214"/>
            <p:cNvSpPr/>
            <p:nvPr/>
          </p:nvSpPr>
          <p:spPr>
            <a:xfrm>
              <a:off x="7180174" y="2111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5" name="pt32215"/>
            <p:cNvSpPr/>
            <p:nvPr/>
          </p:nvSpPr>
          <p:spPr>
            <a:xfrm>
              <a:off x="7422567" y="262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6" name="pt32216"/>
            <p:cNvSpPr/>
            <p:nvPr/>
          </p:nvSpPr>
          <p:spPr>
            <a:xfrm>
              <a:off x="7145696" y="2177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7" name="pt32217"/>
            <p:cNvSpPr/>
            <p:nvPr/>
          </p:nvSpPr>
          <p:spPr>
            <a:xfrm>
              <a:off x="7279003" y="2062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8" name="pt32218"/>
            <p:cNvSpPr/>
            <p:nvPr/>
          </p:nvSpPr>
          <p:spPr>
            <a:xfrm>
              <a:off x="7258341" y="2127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9" name="pt32219"/>
            <p:cNvSpPr/>
            <p:nvPr/>
          </p:nvSpPr>
          <p:spPr>
            <a:xfrm>
              <a:off x="7276923" y="1983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0" name="pt32220"/>
            <p:cNvSpPr/>
            <p:nvPr/>
          </p:nvSpPr>
          <p:spPr>
            <a:xfrm>
              <a:off x="7133594" y="2145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1" name="pt32221"/>
            <p:cNvSpPr/>
            <p:nvPr/>
          </p:nvSpPr>
          <p:spPr>
            <a:xfrm>
              <a:off x="7120480" y="2184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2" name="pt32222"/>
            <p:cNvSpPr/>
            <p:nvPr/>
          </p:nvSpPr>
          <p:spPr>
            <a:xfrm>
              <a:off x="7079311" y="1968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3" name="pt32223"/>
            <p:cNvSpPr/>
            <p:nvPr/>
          </p:nvSpPr>
          <p:spPr>
            <a:xfrm>
              <a:off x="7333473" y="1875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4" name="pt32224"/>
            <p:cNvSpPr/>
            <p:nvPr/>
          </p:nvSpPr>
          <p:spPr>
            <a:xfrm>
              <a:off x="7229938" y="2048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5" name="pt32225"/>
            <p:cNvSpPr/>
            <p:nvPr/>
          </p:nvSpPr>
          <p:spPr>
            <a:xfrm>
              <a:off x="6884280" y="179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6" name="pt32226"/>
            <p:cNvSpPr/>
            <p:nvPr/>
          </p:nvSpPr>
          <p:spPr>
            <a:xfrm>
              <a:off x="7084048" y="2099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7" name="pt32227"/>
            <p:cNvSpPr/>
            <p:nvPr/>
          </p:nvSpPr>
          <p:spPr>
            <a:xfrm>
              <a:off x="7088223" y="2134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8" name="pt32228"/>
            <p:cNvSpPr/>
            <p:nvPr/>
          </p:nvSpPr>
          <p:spPr>
            <a:xfrm>
              <a:off x="7108710" y="2141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9" name="pt32229"/>
            <p:cNvSpPr/>
            <p:nvPr/>
          </p:nvSpPr>
          <p:spPr>
            <a:xfrm>
              <a:off x="7130827" y="2114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0" name="pt32230"/>
            <p:cNvSpPr/>
            <p:nvPr/>
          </p:nvSpPr>
          <p:spPr>
            <a:xfrm>
              <a:off x="7200840" y="1970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1" name="pt32231"/>
            <p:cNvSpPr/>
            <p:nvPr/>
          </p:nvSpPr>
          <p:spPr>
            <a:xfrm>
              <a:off x="7132987" y="2186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2" name="pt32232"/>
            <p:cNvSpPr/>
            <p:nvPr/>
          </p:nvSpPr>
          <p:spPr>
            <a:xfrm>
              <a:off x="7285936" y="2067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3" name="pt32233"/>
            <p:cNvSpPr/>
            <p:nvPr/>
          </p:nvSpPr>
          <p:spPr>
            <a:xfrm>
              <a:off x="7385072" y="2349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4" name="pt32234"/>
            <p:cNvSpPr/>
            <p:nvPr/>
          </p:nvSpPr>
          <p:spPr>
            <a:xfrm>
              <a:off x="7182686" y="2167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5" name="pt32235"/>
            <p:cNvSpPr/>
            <p:nvPr/>
          </p:nvSpPr>
          <p:spPr>
            <a:xfrm>
              <a:off x="7053553" y="2305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6" name="pt32236"/>
            <p:cNvSpPr/>
            <p:nvPr/>
          </p:nvSpPr>
          <p:spPr>
            <a:xfrm>
              <a:off x="7098876" y="2143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7" name="pt32237"/>
            <p:cNvSpPr/>
            <p:nvPr/>
          </p:nvSpPr>
          <p:spPr>
            <a:xfrm>
              <a:off x="7284316" y="2215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8" name="pt32238"/>
            <p:cNvSpPr/>
            <p:nvPr/>
          </p:nvSpPr>
          <p:spPr>
            <a:xfrm>
              <a:off x="7038692" y="2309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9" name="pt32239"/>
            <p:cNvSpPr/>
            <p:nvPr/>
          </p:nvSpPr>
          <p:spPr>
            <a:xfrm>
              <a:off x="7193758" y="2054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0" name="pt32240"/>
            <p:cNvSpPr/>
            <p:nvPr/>
          </p:nvSpPr>
          <p:spPr>
            <a:xfrm>
              <a:off x="7197327" y="2067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1" name="pt32241"/>
            <p:cNvSpPr/>
            <p:nvPr/>
          </p:nvSpPr>
          <p:spPr>
            <a:xfrm>
              <a:off x="7116830" y="2141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2" name="pt32242"/>
            <p:cNvSpPr/>
            <p:nvPr/>
          </p:nvSpPr>
          <p:spPr>
            <a:xfrm>
              <a:off x="7373576" y="2495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3" name="pt32243"/>
            <p:cNvSpPr/>
            <p:nvPr/>
          </p:nvSpPr>
          <p:spPr>
            <a:xfrm>
              <a:off x="7044333" y="2217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4" name="pt32244"/>
            <p:cNvSpPr/>
            <p:nvPr/>
          </p:nvSpPr>
          <p:spPr>
            <a:xfrm>
              <a:off x="7203778" y="2138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5" name="pt32245"/>
            <p:cNvSpPr/>
            <p:nvPr/>
          </p:nvSpPr>
          <p:spPr>
            <a:xfrm>
              <a:off x="7397101" y="2125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6" name="pt32246"/>
            <p:cNvSpPr/>
            <p:nvPr/>
          </p:nvSpPr>
          <p:spPr>
            <a:xfrm>
              <a:off x="7065072" y="1820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7" name="pt32247"/>
            <p:cNvSpPr/>
            <p:nvPr/>
          </p:nvSpPr>
          <p:spPr>
            <a:xfrm>
              <a:off x="7336712" y="2052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8" name="pt32248"/>
            <p:cNvSpPr/>
            <p:nvPr/>
          </p:nvSpPr>
          <p:spPr>
            <a:xfrm>
              <a:off x="7265270" y="2154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9" name="pt32249"/>
            <p:cNvSpPr/>
            <p:nvPr/>
          </p:nvSpPr>
          <p:spPr>
            <a:xfrm>
              <a:off x="7105037" y="2179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0" name="pt32250"/>
            <p:cNvSpPr/>
            <p:nvPr/>
          </p:nvSpPr>
          <p:spPr>
            <a:xfrm>
              <a:off x="7080881" y="2058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1" name="pt32251"/>
            <p:cNvSpPr/>
            <p:nvPr/>
          </p:nvSpPr>
          <p:spPr>
            <a:xfrm>
              <a:off x="7063165" y="1708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2" name="pt32252"/>
            <p:cNvSpPr/>
            <p:nvPr/>
          </p:nvSpPr>
          <p:spPr>
            <a:xfrm>
              <a:off x="6746546" y="2117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3" name="pt32253"/>
            <p:cNvSpPr/>
            <p:nvPr/>
          </p:nvSpPr>
          <p:spPr>
            <a:xfrm>
              <a:off x="7193699" y="2014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4" name="pt32254"/>
            <p:cNvSpPr/>
            <p:nvPr/>
          </p:nvSpPr>
          <p:spPr>
            <a:xfrm>
              <a:off x="6745308" y="2250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5" name="pt32255"/>
            <p:cNvSpPr/>
            <p:nvPr/>
          </p:nvSpPr>
          <p:spPr>
            <a:xfrm>
              <a:off x="7094935" y="2252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6" name="pt32256"/>
            <p:cNvSpPr/>
            <p:nvPr/>
          </p:nvSpPr>
          <p:spPr>
            <a:xfrm>
              <a:off x="6982356" y="2079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7" name="pt32257"/>
            <p:cNvSpPr/>
            <p:nvPr/>
          </p:nvSpPr>
          <p:spPr>
            <a:xfrm>
              <a:off x="7143919" y="2228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8" name="pt32258"/>
            <p:cNvSpPr/>
            <p:nvPr/>
          </p:nvSpPr>
          <p:spPr>
            <a:xfrm>
              <a:off x="7168874" y="1959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9" name="pt32259"/>
            <p:cNvSpPr/>
            <p:nvPr/>
          </p:nvSpPr>
          <p:spPr>
            <a:xfrm>
              <a:off x="7245999" y="2217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0" name="pt32260"/>
            <p:cNvSpPr/>
            <p:nvPr/>
          </p:nvSpPr>
          <p:spPr>
            <a:xfrm>
              <a:off x="7134540" y="2162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1" name="pt32261"/>
            <p:cNvSpPr/>
            <p:nvPr/>
          </p:nvSpPr>
          <p:spPr>
            <a:xfrm>
              <a:off x="7193876" y="2077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2" name="pt32262"/>
            <p:cNvSpPr/>
            <p:nvPr/>
          </p:nvSpPr>
          <p:spPr>
            <a:xfrm>
              <a:off x="6978724" y="1968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3" name="pt32263"/>
            <p:cNvSpPr/>
            <p:nvPr/>
          </p:nvSpPr>
          <p:spPr>
            <a:xfrm>
              <a:off x="7311047" y="2041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4" name="pt32264"/>
            <p:cNvSpPr/>
            <p:nvPr/>
          </p:nvSpPr>
          <p:spPr>
            <a:xfrm>
              <a:off x="7339137" y="1991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5" name="pt32265"/>
            <p:cNvSpPr/>
            <p:nvPr/>
          </p:nvSpPr>
          <p:spPr>
            <a:xfrm>
              <a:off x="6791017" y="2816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6" name="pt32266"/>
            <p:cNvSpPr/>
            <p:nvPr/>
          </p:nvSpPr>
          <p:spPr>
            <a:xfrm>
              <a:off x="6921223" y="2078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7" name="pt32267"/>
            <p:cNvSpPr/>
            <p:nvPr/>
          </p:nvSpPr>
          <p:spPr>
            <a:xfrm>
              <a:off x="7240170" y="1744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8" name="pt32268"/>
            <p:cNvSpPr/>
            <p:nvPr/>
          </p:nvSpPr>
          <p:spPr>
            <a:xfrm>
              <a:off x="7120264" y="2096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9" name="pt32269"/>
            <p:cNvSpPr/>
            <p:nvPr/>
          </p:nvSpPr>
          <p:spPr>
            <a:xfrm>
              <a:off x="7055631" y="2267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0" name="pt32270"/>
            <p:cNvSpPr/>
            <p:nvPr/>
          </p:nvSpPr>
          <p:spPr>
            <a:xfrm>
              <a:off x="7161126" y="2050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1" name="pt32271"/>
            <p:cNvSpPr/>
            <p:nvPr/>
          </p:nvSpPr>
          <p:spPr>
            <a:xfrm>
              <a:off x="7271130" y="1914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2" name="pt32272"/>
            <p:cNvSpPr/>
            <p:nvPr/>
          </p:nvSpPr>
          <p:spPr>
            <a:xfrm>
              <a:off x="7096667" y="2217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3" name="pt32273"/>
            <p:cNvSpPr/>
            <p:nvPr/>
          </p:nvSpPr>
          <p:spPr>
            <a:xfrm>
              <a:off x="7083052" y="2045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4" name="pt32274"/>
            <p:cNvSpPr/>
            <p:nvPr/>
          </p:nvSpPr>
          <p:spPr>
            <a:xfrm>
              <a:off x="7294003" y="1979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5" name="pt32275"/>
            <p:cNvSpPr/>
            <p:nvPr/>
          </p:nvSpPr>
          <p:spPr>
            <a:xfrm>
              <a:off x="6829884" y="2065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6" name="pt32276"/>
            <p:cNvSpPr/>
            <p:nvPr/>
          </p:nvSpPr>
          <p:spPr>
            <a:xfrm>
              <a:off x="7076720" y="2128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7" name="pt32277"/>
            <p:cNvSpPr/>
            <p:nvPr/>
          </p:nvSpPr>
          <p:spPr>
            <a:xfrm>
              <a:off x="7082377" y="2092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8" name="pt32278"/>
            <p:cNvSpPr/>
            <p:nvPr/>
          </p:nvSpPr>
          <p:spPr>
            <a:xfrm>
              <a:off x="7033936" y="2089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9" name="pt32279"/>
            <p:cNvSpPr/>
            <p:nvPr/>
          </p:nvSpPr>
          <p:spPr>
            <a:xfrm>
              <a:off x="7168472" y="2004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0" name="pt32280"/>
            <p:cNvSpPr/>
            <p:nvPr/>
          </p:nvSpPr>
          <p:spPr>
            <a:xfrm>
              <a:off x="7344751" y="2164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1" name="pt32281"/>
            <p:cNvSpPr/>
            <p:nvPr/>
          </p:nvSpPr>
          <p:spPr>
            <a:xfrm>
              <a:off x="7131722" y="2110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2" name="pt32282"/>
            <p:cNvSpPr/>
            <p:nvPr/>
          </p:nvSpPr>
          <p:spPr>
            <a:xfrm>
              <a:off x="7164564" y="2044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3" name="pt32283"/>
            <p:cNvSpPr/>
            <p:nvPr/>
          </p:nvSpPr>
          <p:spPr>
            <a:xfrm>
              <a:off x="6890040" y="1784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4" name="pt32284"/>
            <p:cNvSpPr/>
            <p:nvPr/>
          </p:nvSpPr>
          <p:spPr>
            <a:xfrm>
              <a:off x="7337598" y="2038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5" name="pt32285"/>
            <p:cNvSpPr/>
            <p:nvPr/>
          </p:nvSpPr>
          <p:spPr>
            <a:xfrm>
              <a:off x="7047237" y="2301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6" name="pt32286"/>
            <p:cNvSpPr/>
            <p:nvPr/>
          </p:nvSpPr>
          <p:spPr>
            <a:xfrm>
              <a:off x="7053283" y="2299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7" name="pt32287"/>
            <p:cNvSpPr/>
            <p:nvPr/>
          </p:nvSpPr>
          <p:spPr>
            <a:xfrm>
              <a:off x="7242976" y="2285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8" name="pt32288"/>
            <p:cNvSpPr/>
            <p:nvPr/>
          </p:nvSpPr>
          <p:spPr>
            <a:xfrm>
              <a:off x="7152689" y="2274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9" name="pt32289"/>
            <p:cNvSpPr/>
            <p:nvPr/>
          </p:nvSpPr>
          <p:spPr>
            <a:xfrm>
              <a:off x="7081838" y="2063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0" name="pt32290"/>
            <p:cNvSpPr/>
            <p:nvPr/>
          </p:nvSpPr>
          <p:spPr>
            <a:xfrm>
              <a:off x="7248837" y="2116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1" name="pt32291"/>
            <p:cNvSpPr/>
            <p:nvPr/>
          </p:nvSpPr>
          <p:spPr>
            <a:xfrm>
              <a:off x="6979708" y="2007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2" name="pt32292"/>
            <p:cNvSpPr/>
            <p:nvPr/>
          </p:nvSpPr>
          <p:spPr>
            <a:xfrm>
              <a:off x="7054270" y="2298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3" name="pt32293"/>
            <p:cNvSpPr/>
            <p:nvPr/>
          </p:nvSpPr>
          <p:spPr>
            <a:xfrm>
              <a:off x="7371708" y="2652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4" name="pt32294"/>
            <p:cNvSpPr/>
            <p:nvPr/>
          </p:nvSpPr>
          <p:spPr>
            <a:xfrm>
              <a:off x="6858556" y="2349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5" name="pt32295"/>
            <p:cNvSpPr/>
            <p:nvPr/>
          </p:nvSpPr>
          <p:spPr>
            <a:xfrm>
              <a:off x="7309264" y="1959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6" name="pt32296"/>
            <p:cNvSpPr/>
            <p:nvPr/>
          </p:nvSpPr>
          <p:spPr>
            <a:xfrm>
              <a:off x="7284458" y="2087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7" name="pt32297"/>
            <p:cNvSpPr/>
            <p:nvPr/>
          </p:nvSpPr>
          <p:spPr>
            <a:xfrm>
              <a:off x="7009121" y="1909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8" name="pt32298"/>
            <p:cNvSpPr/>
            <p:nvPr/>
          </p:nvSpPr>
          <p:spPr>
            <a:xfrm>
              <a:off x="7100479" y="2164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9" name="pt32299"/>
            <p:cNvSpPr/>
            <p:nvPr/>
          </p:nvSpPr>
          <p:spPr>
            <a:xfrm>
              <a:off x="7738624" y="2383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0" name="pt32300"/>
            <p:cNvSpPr/>
            <p:nvPr/>
          </p:nvSpPr>
          <p:spPr>
            <a:xfrm>
              <a:off x="7252141" y="211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1" name="pt32301"/>
            <p:cNvSpPr/>
            <p:nvPr/>
          </p:nvSpPr>
          <p:spPr>
            <a:xfrm>
              <a:off x="7201307" y="2060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2" name="pt32302"/>
            <p:cNvSpPr/>
            <p:nvPr/>
          </p:nvSpPr>
          <p:spPr>
            <a:xfrm>
              <a:off x="7078609" y="2080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3" name="pt32303"/>
            <p:cNvSpPr/>
            <p:nvPr/>
          </p:nvSpPr>
          <p:spPr>
            <a:xfrm>
              <a:off x="7157302" y="2171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4" name="pt32304"/>
            <p:cNvSpPr/>
            <p:nvPr/>
          </p:nvSpPr>
          <p:spPr>
            <a:xfrm>
              <a:off x="6944281" y="2036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5" name="pt32305"/>
            <p:cNvSpPr/>
            <p:nvPr/>
          </p:nvSpPr>
          <p:spPr>
            <a:xfrm>
              <a:off x="7103018" y="2172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6" name="pt32306"/>
            <p:cNvSpPr/>
            <p:nvPr/>
          </p:nvSpPr>
          <p:spPr>
            <a:xfrm>
              <a:off x="7142324" y="2156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7" name="pt32307"/>
            <p:cNvSpPr/>
            <p:nvPr/>
          </p:nvSpPr>
          <p:spPr>
            <a:xfrm>
              <a:off x="7130525" y="2184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8" name="pt32308"/>
            <p:cNvSpPr/>
            <p:nvPr/>
          </p:nvSpPr>
          <p:spPr>
            <a:xfrm>
              <a:off x="7281350" y="2078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9" name="pt32309"/>
            <p:cNvSpPr/>
            <p:nvPr/>
          </p:nvSpPr>
          <p:spPr>
            <a:xfrm>
              <a:off x="7259795" y="1980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0" name="pt32310"/>
            <p:cNvSpPr/>
            <p:nvPr/>
          </p:nvSpPr>
          <p:spPr>
            <a:xfrm>
              <a:off x="7185430" y="2151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1" name="pt32311"/>
            <p:cNvSpPr/>
            <p:nvPr/>
          </p:nvSpPr>
          <p:spPr>
            <a:xfrm>
              <a:off x="7284496" y="2129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2" name="pt32312"/>
            <p:cNvSpPr/>
            <p:nvPr/>
          </p:nvSpPr>
          <p:spPr>
            <a:xfrm>
              <a:off x="7105396" y="2215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3" name="pt32313"/>
            <p:cNvSpPr/>
            <p:nvPr/>
          </p:nvSpPr>
          <p:spPr>
            <a:xfrm>
              <a:off x="7087691" y="2174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4" name="pt32314"/>
            <p:cNvSpPr/>
            <p:nvPr/>
          </p:nvSpPr>
          <p:spPr>
            <a:xfrm>
              <a:off x="7089766" y="2070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5" name="pt32315"/>
            <p:cNvSpPr/>
            <p:nvPr/>
          </p:nvSpPr>
          <p:spPr>
            <a:xfrm>
              <a:off x="7133504" y="2117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6" name="pt32316"/>
            <p:cNvSpPr/>
            <p:nvPr/>
          </p:nvSpPr>
          <p:spPr>
            <a:xfrm>
              <a:off x="7069959" y="2124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7" name="pt32317"/>
            <p:cNvSpPr/>
            <p:nvPr/>
          </p:nvSpPr>
          <p:spPr>
            <a:xfrm>
              <a:off x="7077510" y="2133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8" name="pt32318"/>
            <p:cNvSpPr/>
            <p:nvPr/>
          </p:nvSpPr>
          <p:spPr>
            <a:xfrm>
              <a:off x="7094474" y="2280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9" name="pt32319"/>
            <p:cNvSpPr/>
            <p:nvPr/>
          </p:nvSpPr>
          <p:spPr>
            <a:xfrm>
              <a:off x="7238097" y="1898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0" name="pt32320"/>
            <p:cNvSpPr/>
            <p:nvPr/>
          </p:nvSpPr>
          <p:spPr>
            <a:xfrm>
              <a:off x="6966916" y="2087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1" name="pt32321"/>
            <p:cNvSpPr/>
            <p:nvPr/>
          </p:nvSpPr>
          <p:spPr>
            <a:xfrm>
              <a:off x="6796721" y="2544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2" name="pt32322"/>
            <p:cNvSpPr/>
            <p:nvPr/>
          </p:nvSpPr>
          <p:spPr>
            <a:xfrm>
              <a:off x="7065997" y="2107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3" name="pt32323"/>
            <p:cNvSpPr/>
            <p:nvPr/>
          </p:nvSpPr>
          <p:spPr>
            <a:xfrm>
              <a:off x="7046248" y="2197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4" name="pt32324"/>
            <p:cNvSpPr/>
            <p:nvPr/>
          </p:nvSpPr>
          <p:spPr>
            <a:xfrm>
              <a:off x="7273528" y="2169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5" name="pt32325"/>
            <p:cNvSpPr/>
            <p:nvPr/>
          </p:nvSpPr>
          <p:spPr>
            <a:xfrm>
              <a:off x="7088219" y="2196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6" name="pt32326"/>
            <p:cNvSpPr/>
            <p:nvPr/>
          </p:nvSpPr>
          <p:spPr>
            <a:xfrm>
              <a:off x="6870379" y="2128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7" name="pt32327"/>
            <p:cNvSpPr/>
            <p:nvPr/>
          </p:nvSpPr>
          <p:spPr>
            <a:xfrm>
              <a:off x="7142160" y="2212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8" name="pt32328"/>
            <p:cNvSpPr/>
            <p:nvPr/>
          </p:nvSpPr>
          <p:spPr>
            <a:xfrm>
              <a:off x="7111008" y="2035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9" name="pt32329"/>
            <p:cNvSpPr/>
            <p:nvPr/>
          </p:nvSpPr>
          <p:spPr>
            <a:xfrm>
              <a:off x="7185033" y="2139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0" name="pt32330"/>
            <p:cNvSpPr/>
            <p:nvPr/>
          </p:nvSpPr>
          <p:spPr>
            <a:xfrm>
              <a:off x="7189431" y="2035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1" name="pt32331"/>
            <p:cNvSpPr/>
            <p:nvPr/>
          </p:nvSpPr>
          <p:spPr>
            <a:xfrm>
              <a:off x="7214554" y="2227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2" name="pt32332"/>
            <p:cNvSpPr/>
            <p:nvPr/>
          </p:nvSpPr>
          <p:spPr>
            <a:xfrm>
              <a:off x="7235769" y="198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3" name="pt32333"/>
            <p:cNvSpPr/>
            <p:nvPr/>
          </p:nvSpPr>
          <p:spPr>
            <a:xfrm>
              <a:off x="7170123" y="1981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4" name="pt32334"/>
            <p:cNvSpPr/>
            <p:nvPr/>
          </p:nvSpPr>
          <p:spPr>
            <a:xfrm>
              <a:off x="7194829" y="2037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5" name="pt32335"/>
            <p:cNvSpPr/>
            <p:nvPr/>
          </p:nvSpPr>
          <p:spPr>
            <a:xfrm>
              <a:off x="6909223" y="2268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6" name="pt32336"/>
            <p:cNvSpPr/>
            <p:nvPr/>
          </p:nvSpPr>
          <p:spPr>
            <a:xfrm>
              <a:off x="6978785" y="2029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7" name="pt32337"/>
            <p:cNvSpPr/>
            <p:nvPr/>
          </p:nvSpPr>
          <p:spPr>
            <a:xfrm>
              <a:off x="7156901" y="2077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8" name="pt32338"/>
            <p:cNvSpPr/>
            <p:nvPr/>
          </p:nvSpPr>
          <p:spPr>
            <a:xfrm>
              <a:off x="7242055" y="2217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9" name="pt32339"/>
            <p:cNvSpPr/>
            <p:nvPr/>
          </p:nvSpPr>
          <p:spPr>
            <a:xfrm>
              <a:off x="7459174" y="2510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0" name="pt32340"/>
            <p:cNvSpPr/>
            <p:nvPr/>
          </p:nvSpPr>
          <p:spPr>
            <a:xfrm>
              <a:off x="7194695" y="2083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1" name="pt32341"/>
            <p:cNvSpPr/>
            <p:nvPr/>
          </p:nvSpPr>
          <p:spPr>
            <a:xfrm>
              <a:off x="7327644" y="1908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2" name="pt32342"/>
            <p:cNvSpPr/>
            <p:nvPr/>
          </p:nvSpPr>
          <p:spPr>
            <a:xfrm>
              <a:off x="6954620" y="2042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3" name="pt32343"/>
            <p:cNvSpPr/>
            <p:nvPr/>
          </p:nvSpPr>
          <p:spPr>
            <a:xfrm>
              <a:off x="7012135" y="1733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4" name="pt32344"/>
            <p:cNvSpPr/>
            <p:nvPr/>
          </p:nvSpPr>
          <p:spPr>
            <a:xfrm>
              <a:off x="7195659" y="2103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5" name="pt32345"/>
            <p:cNvSpPr/>
            <p:nvPr/>
          </p:nvSpPr>
          <p:spPr>
            <a:xfrm>
              <a:off x="7134597" y="2150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6" name="pt32346"/>
            <p:cNvSpPr/>
            <p:nvPr/>
          </p:nvSpPr>
          <p:spPr>
            <a:xfrm>
              <a:off x="7108460" y="2153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7" name="pt32347"/>
            <p:cNvSpPr/>
            <p:nvPr/>
          </p:nvSpPr>
          <p:spPr>
            <a:xfrm>
              <a:off x="7143691" y="2220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8" name="pt32348"/>
            <p:cNvSpPr/>
            <p:nvPr/>
          </p:nvSpPr>
          <p:spPr>
            <a:xfrm>
              <a:off x="6940937" y="2212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9" name="pt32349"/>
            <p:cNvSpPr/>
            <p:nvPr/>
          </p:nvSpPr>
          <p:spPr>
            <a:xfrm>
              <a:off x="7259250" y="2018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0" name="pt32350"/>
            <p:cNvSpPr/>
            <p:nvPr/>
          </p:nvSpPr>
          <p:spPr>
            <a:xfrm>
              <a:off x="7193258" y="1954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1" name="pt32351"/>
            <p:cNvSpPr/>
            <p:nvPr/>
          </p:nvSpPr>
          <p:spPr>
            <a:xfrm>
              <a:off x="7299489" y="2080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2" name="pt32352"/>
            <p:cNvSpPr/>
            <p:nvPr/>
          </p:nvSpPr>
          <p:spPr>
            <a:xfrm>
              <a:off x="7022837" y="2037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3" name="pt32353"/>
            <p:cNvSpPr/>
            <p:nvPr/>
          </p:nvSpPr>
          <p:spPr>
            <a:xfrm>
              <a:off x="7154691" y="2336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4" name="pt32354"/>
            <p:cNvSpPr/>
            <p:nvPr/>
          </p:nvSpPr>
          <p:spPr>
            <a:xfrm>
              <a:off x="7054434" y="2232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5" name="pt32355"/>
            <p:cNvSpPr/>
            <p:nvPr/>
          </p:nvSpPr>
          <p:spPr>
            <a:xfrm>
              <a:off x="7115282" y="2117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6" name="pt32356"/>
            <p:cNvSpPr/>
            <p:nvPr/>
          </p:nvSpPr>
          <p:spPr>
            <a:xfrm>
              <a:off x="7460794" y="2442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7" name="pt32357"/>
            <p:cNvSpPr/>
            <p:nvPr/>
          </p:nvSpPr>
          <p:spPr>
            <a:xfrm>
              <a:off x="7144386" y="2128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8" name="pt32358"/>
            <p:cNvSpPr/>
            <p:nvPr/>
          </p:nvSpPr>
          <p:spPr>
            <a:xfrm>
              <a:off x="7154734" y="2354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9" name="pt32359"/>
            <p:cNvSpPr/>
            <p:nvPr/>
          </p:nvSpPr>
          <p:spPr>
            <a:xfrm>
              <a:off x="7212877" y="2135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0" name="pt32360"/>
            <p:cNvSpPr/>
            <p:nvPr/>
          </p:nvSpPr>
          <p:spPr>
            <a:xfrm>
              <a:off x="7370273" y="2501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1" name="pt32361"/>
            <p:cNvSpPr/>
            <p:nvPr/>
          </p:nvSpPr>
          <p:spPr>
            <a:xfrm>
              <a:off x="7246161" y="2183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2" name="pt32362"/>
            <p:cNvSpPr/>
            <p:nvPr/>
          </p:nvSpPr>
          <p:spPr>
            <a:xfrm>
              <a:off x="7164610" y="2124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3" name="pt32363"/>
            <p:cNvSpPr/>
            <p:nvPr/>
          </p:nvSpPr>
          <p:spPr>
            <a:xfrm>
              <a:off x="7040735" y="2335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4" name="pt32364"/>
            <p:cNvSpPr/>
            <p:nvPr/>
          </p:nvSpPr>
          <p:spPr>
            <a:xfrm>
              <a:off x="7151602" y="2329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5" name="pt32365"/>
            <p:cNvSpPr/>
            <p:nvPr/>
          </p:nvSpPr>
          <p:spPr>
            <a:xfrm>
              <a:off x="6856430" y="2019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6" name="pt32366"/>
            <p:cNvSpPr/>
            <p:nvPr/>
          </p:nvSpPr>
          <p:spPr>
            <a:xfrm>
              <a:off x="7208701" y="2181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7" name="pt32367"/>
            <p:cNvSpPr/>
            <p:nvPr/>
          </p:nvSpPr>
          <p:spPr>
            <a:xfrm>
              <a:off x="7106777" y="2173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8" name="pt32368"/>
            <p:cNvSpPr/>
            <p:nvPr/>
          </p:nvSpPr>
          <p:spPr>
            <a:xfrm>
              <a:off x="7255837" y="2105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9" name="pt32369"/>
            <p:cNvSpPr/>
            <p:nvPr/>
          </p:nvSpPr>
          <p:spPr>
            <a:xfrm>
              <a:off x="7324564" y="2018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0" name="pt32370"/>
            <p:cNvSpPr/>
            <p:nvPr/>
          </p:nvSpPr>
          <p:spPr>
            <a:xfrm>
              <a:off x="7366559" y="2656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1" name="pt32371"/>
            <p:cNvSpPr/>
            <p:nvPr/>
          </p:nvSpPr>
          <p:spPr>
            <a:xfrm>
              <a:off x="7063831" y="1867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2" name="pt32372"/>
            <p:cNvSpPr/>
            <p:nvPr/>
          </p:nvSpPr>
          <p:spPr>
            <a:xfrm>
              <a:off x="7273940" y="2027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3" name="pt32373"/>
            <p:cNvSpPr/>
            <p:nvPr/>
          </p:nvSpPr>
          <p:spPr>
            <a:xfrm>
              <a:off x="6923317" y="2149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4" name="pt32374"/>
            <p:cNvSpPr/>
            <p:nvPr/>
          </p:nvSpPr>
          <p:spPr>
            <a:xfrm>
              <a:off x="7106883" y="217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5" name="pt32375"/>
            <p:cNvSpPr/>
            <p:nvPr/>
          </p:nvSpPr>
          <p:spPr>
            <a:xfrm>
              <a:off x="7018975" y="2091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6" name="pt32376"/>
            <p:cNvSpPr/>
            <p:nvPr/>
          </p:nvSpPr>
          <p:spPr>
            <a:xfrm>
              <a:off x="6778978" y="2558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7" name="pt32377"/>
            <p:cNvSpPr/>
            <p:nvPr/>
          </p:nvSpPr>
          <p:spPr>
            <a:xfrm>
              <a:off x="7299370" y="2003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8" name="pt32378"/>
            <p:cNvSpPr/>
            <p:nvPr/>
          </p:nvSpPr>
          <p:spPr>
            <a:xfrm>
              <a:off x="6997884" y="2092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9" name="pt32379"/>
            <p:cNvSpPr/>
            <p:nvPr/>
          </p:nvSpPr>
          <p:spPr>
            <a:xfrm>
              <a:off x="7114477" y="2141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0" name="pt32380"/>
            <p:cNvSpPr/>
            <p:nvPr/>
          </p:nvSpPr>
          <p:spPr>
            <a:xfrm>
              <a:off x="7231057" y="1950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1" name="pt32381"/>
            <p:cNvSpPr/>
            <p:nvPr/>
          </p:nvSpPr>
          <p:spPr>
            <a:xfrm>
              <a:off x="7212008" y="2179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2" name="pt32382"/>
            <p:cNvSpPr/>
            <p:nvPr/>
          </p:nvSpPr>
          <p:spPr>
            <a:xfrm>
              <a:off x="7261157" y="2099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3" name="pt32383"/>
            <p:cNvSpPr/>
            <p:nvPr/>
          </p:nvSpPr>
          <p:spPr>
            <a:xfrm>
              <a:off x="6848303" y="2126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4" name="pt32384"/>
            <p:cNvSpPr/>
            <p:nvPr/>
          </p:nvSpPr>
          <p:spPr>
            <a:xfrm>
              <a:off x="7126017" y="2190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5" name="pt32385"/>
            <p:cNvSpPr/>
            <p:nvPr/>
          </p:nvSpPr>
          <p:spPr>
            <a:xfrm>
              <a:off x="6984681" y="1920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6" name="pt32386"/>
            <p:cNvSpPr/>
            <p:nvPr/>
          </p:nvSpPr>
          <p:spPr>
            <a:xfrm>
              <a:off x="7155863" y="2358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7" name="pt32387"/>
            <p:cNvSpPr/>
            <p:nvPr/>
          </p:nvSpPr>
          <p:spPr>
            <a:xfrm>
              <a:off x="7273176" y="2129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8" name="pt32388"/>
            <p:cNvSpPr/>
            <p:nvPr/>
          </p:nvSpPr>
          <p:spPr>
            <a:xfrm>
              <a:off x="6911449" y="2154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9" name="pt32389"/>
            <p:cNvSpPr/>
            <p:nvPr/>
          </p:nvSpPr>
          <p:spPr>
            <a:xfrm>
              <a:off x="7417435" y="2739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0" name="pt32390"/>
            <p:cNvSpPr/>
            <p:nvPr/>
          </p:nvSpPr>
          <p:spPr>
            <a:xfrm>
              <a:off x="7118255" y="2168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1" name="pt32391"/>
            <p:cNvSpPr/>
            <p:nvPr/>
          </p:nvSpPr>
          <p:spPr>
            <a:xfrm>
              <a:off x="7055466" y="2208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2" name="pt32392"/>
            <p:cNvSpPr/>
            <p:nvPr/>
          </p:nvSpPr>
          <p:spPr>
            <a:xfrm>
              <a:off x="6920332" y="2008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3" name="pt32393"/>
            <p:cNvSpPr/>
            <p:nvPr/>
          </p:nvSpPr>
          <p:spPr>
            <a:xfrm>
              <a:off x="7043092" y="2170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4" name="pt32394"/>
            <p:cNvSpPr/>
            <p:nvPr/>
          </p:nvSpPr>
          <p:spPr>
            <a:xfrm>
              <a:off x="7042911" y="222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5" name="pt32395"/>
            <p:cNvSpPr/>
            <p:nvPr/>
          </p:nvSpPr>
          <p:spPr>
            <a:xfrm>
              <a:off x="7067723" y="2117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6" name="pt32396"/>
            <p:cNvSpPr/>
            <p:nvPr/>
          </p:nvSpPr>
          <p:spPr>
            <a:xfrm>
              <a:off x="7095377" y="2268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7" name="pt32397"/>
            <p:cNvSpPr/>
            <p:nvPr/>
          </p:nvSpPr>
          <p:spPr>
            <a:xfrm>
              <a:off x="7627357" y="2354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8" name="pt32398"/>
            <p:cNvSpPr/>
            <p:nvPr/>
          </p:nvSpPr>
          <p:spPr>
            <a:xfrm>
              <a:off x="7045980" y="2209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9" name="pt32399"/>
            <p:cNvSpPr/>
            <p:nvPr/>
          </p:nvSpPr>
          <p:spPr>
            <a:xfrm>
              <a:off x="7114256" y="2095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0" name="pt32400"/>
            <p:cNvSpPr/>
            <p:nvPr/>
          </p:nvSpPr>
          <p:spPr>
            <a:xfrm>
              <a:off x="7228088" y="1963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1" name="pt32401"/>
            <p:cNvSpPr/>
            <p:nvPr/>
          </p:nvSpPr>
          <p:spPr>
            <a:xfrm>
              <a:off x="7255636" y="1970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2" name="pt32402"/>
            <p:cNvSpPr/>
            <p:nvPr/>
          </p:nvSpPr>
          <p:spPr>
            <a:xfrm>
              <a:off x="7102882" y="2164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3" name="pt32403"/>
            <p:cNvSpPr/>
            <p:nvPr/>
          </p:nvSpPr>
          <p:spPr>
            <a:xfrm>
              <a:off x="7173777" y="2001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4" name="pt32404"/>
            <p:cNvSpPr/>
            <p:nvPr/>
          </p:nvSpPr>
          <p:spPr>
            <a:xfrm>
              <a:off x="6909315" y="2268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5" name="pt32405"/>
            <p:cNvSpPr/>
            <p:nvPr/>
          </p:nvSpPr>
          <p:spPr>
            <a:xfrm>
              <a:off x="7338970" y="2186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6" name="pt32406"/>
            <p:cNvSpPr/>
            <p:nvPr/>
          </p:nvSpPr>
          <p:spPr>
            <a:xfrm>
              <a:off x="6898052" y="1547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7" name="pt32407"/>
            <p:cNvSpPr/>
            <p:nvPr/>
          </p:nvSpPr>
          <p:spPr>
            <a:xfrm>
              <a:off x="7068773" y="1959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8" name="pt32408"/>
            <p:cNvSpPr/>
            <p:nvPr/>
          </p:nvSpPr>
          <p:spPr>
            <a:xfrm>
              <a:off x="7046804" y="2248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9" name="pt32409"/>
            <p:cNvSpPr/>
            <p:nvPr/>
          </p:nvSpPr>
          <p:spPr>
            <a:xfrm>
              <a:off x="7203293" y="2194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0" name="pt32410"/>
            <p:cNvSpPr/>
            <p:nvPr/>
          </p:nvSpPr>
          <p:spPr>
            <a:xfrm>
              <a:off x="6937095" y="2147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1" name="pt32411"/>
            <p:cNvSpPr/>
            <p:nvPr/>
          </p:nvSpPr>
          <p:spPr>
            <a:xfrm>
              <a:off x="7280262" y="1963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2" name="pt32412"/>
            <p:cNvSpPr/>
            <p:nvPr/>
          </p:nvSpPr>
          <p:spPr>
            <a:xfrm>
              <a:off x="7083178" y="2070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3" name="pt32413"/>
            <p:cNvSpPr/>
            <p:nvPr/>
          </p:nvSpPr>
          <p:spPr>
            <a:xfrm>
              <a:off x="7193728" y="2055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4" name="pt32414"/>
            <p:cNvSpPr/>
            <p:nvPr/>
          </p:nvSpPr>
          <p:spPr>
            <a:xfrm>
              <a:off x="7096474" y="2133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5" name="pt32415"/>
            <p:cNvSpPr/>
            <p:nvPr/>
          </p:nvSpPr>
          <p:spPr>
            <a:xfrm>
              <a:off x="7344248" y="2205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6" name="pt32416"/>
            <p:cNvSpPr/>
            <p:nvPr/>
          </p:nvSpPr>
          <p:spPr>
            <a:xfrm>
              <a:off x="7208790" y="2222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7" name="pt32417"/>
            <p:cNvSpPr/>
            <p:nvPr/>
          </p:nvSpPr>
          <p:spPr>
            <a:xfrm>
              <a:off x="6863950" y="2243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8" name="pt32418"/>
            <p:cNvSpPr/>
            <p:nvPr/>
          </p:nvSpPr>
          <p:spPr>
            <a:xfrm>
              <a:off x="6962068" y="1909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9" name="pt32419"/>
            <p:cNvSpPr/>
            <p:nvPr/>
          </p:nvSpPr>
          <p:spPr>
            <a:xfrm>
              <a:off x="7229371" y="2055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0" name="pt32420"/>
            <p:cNvSpPr/>
            <p:nvPr/>
          </p:nvSpPr>
          <p:spPr>
            <a:xfrm>
              <a:off x="7209713" y="2211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1" name="pt32421"/>
            <p:cNvSpPr/>
            <p:nvPr/>
          </p:nvSpPr>
          <p:spPr>
            <a:xfrm>
              <a:off x="6808597" y="2339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2" name="pt32422"/>
            <p:cNvSpPr/>
            <p:nvPr/>
          </p:nvSpPr>
          <p:spPr>
            <a:xfrm>
              <a:off x="7067903" y="2110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3" name="pt32423"/>
            <p:cNvSpPr/>
            <p:nvPr/>
          </p:nvSpPr>
          <p:spPr>
            <a:xfrm>
              <a:off x="7234045" y="203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4" name="pt32424"/>
            <p:cNvSpPr/>
            <p:nvPr/>
          </p:nvSpPr>
          <p:spPr>
            <a:xfrm>
              <a:off x="7314668" y="2008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5" name="pt32425"/>
            <p:cNvSpPr/>
            <p:nvPr/>
          </p:nvSpPr>
          <p:spPr>
            <a:xfrm>
              <a:off x="7016954" y="2081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6" name="pt32426"/>
            <p:cNvSpPr/>
            <p:nvPr/>
          </p:nvSpPr>
          <p:spPr>
            <a:xfrm>
              <a:off x="6976587" y="2047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7" name="pt32427"/>
            <p:cNvSpPr/>
            <p:nvPr/>
          </p:nvSpPr>
          <p:spPr>
            <a:xfrm>
              <a:off x="7121699" y="2213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8" name="pt32428"/>
            <p:cNvSpPr/>
            <p:nvPr/>
          </p:nvSpPr>
          <p:spPr>
            <a:xfrm>
              <a:off x="7173004" y="1999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9" name="pt32429"/>
            <p:cNvSpPr/>
            <p:nvPr/>
          </p:nvSpPr>
          <p:spPr>
            <a:xfrm>
              <a:off x="7121650" y="2083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0" name="pt32430"/>
            <p:cNvSpPr/>
            <p:nvPr/>
          </p:nvSpPr>
          <p:spPr>
            <a:xfrm>
              <a:off x="7326110" y="2027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1" name="pt32431"/>
            <p:cNvSpPr/>
            <p:nvPr/>
          </p:nvSpPr>
          <p:spPr>
            <a:xfrm>
              <a:off x="6855157" y="2141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2" name="pt32432"/>
            <p:cNvSpPr/>
            <p:nvPr/>
          </p:nvSpPr>
          <p:spPr>
            <a:xfrm>
              <a:off x="7274191" y="2015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3" name="pt32433"/>
            <p:cNvSpPr/>
            <p:nvPr/>
          </p:nvSpPr>
          <p:spPr>
            <a:xfrm>
              <a:off x="6876458" y="2252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4" name="pt32434"/>
            <p:cNvSpPr/>
            <p:nvPr/>
          </p:nvSpPr>
          <p:spPr>
            <a:xfrm>
              <a:off x="7236271" y="2161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5" name="pt32435"/>
            <p:cNvSpPr/>
            <p:nvPr/>
          </p:nvSpPr>
          <p:spPr>
            <a:xfrm>
              <a:off x="7233176" y="2160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6" name="pt32436"/>
            <p:cNvSpPr/>
            <p:nvPr/>
          </p:nvSpPr>
          <p:spPr>
            <a:xfrm>
              <a:off x="6934459" y="2222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7" name="pt32437"/>
            <p:cNvSpPr/>
            <p:nvPr/>
          </p:nvSpPr>
          <p:spPr>
            <a:xfrm>
              <a:off x="7350890" y="2216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8" name="pt32438"/>
            <p:cNvSpPr/>
            <p:nvPr/>
          </p:nvSpPr>
          <p:spPr>
            <a:xfrm>
              <a:off x="7265873" y="1979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9" name="pt32439"/>
            <p:cNvSpPr/>
            <p:nvPr/>
          </p:nvSpPr>
          <p:spPr>
            <a:xfrm>
              <a:off x="7244608" y="2242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0" name="pt32440"/>
            <p:cNvSpPr/>
            <p:nvPr/>
          </p:nvSpPr>
          <p:spPr>
            <a:xfrm>
              <a:off x="7082892" y="1936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1" name="pt32441"/>
            <p:cNvSpPr/>
            <p:nvPr/>
          </p:nvSpPr>
          <p:spPr>
            <a:xfrm>
              <a:off x="7414812" y="2655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2" name="pt32442"/>
            <p:cNvSpPr/>
            <p:nvPr/>
          </p:nvSpPr>
          <p:spPr>
            <a:xfrm>
              <a:off x="7301606" y="1998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3" name="pt32443"/>
            <p:cNvSpPr/>
            <p:nvPr/>
          </p:nvSpPr>
          <p:spPr>
            <a:xfrm>
              <a:off x="7103282" y="1935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4" name="pt32444"/>
            <p:cNvSpPr/>
            <p:nvPr/>
          </p:nvSpPr>
          <p:spPr>
            <a:xfrm>
              <a:off x="7373443" y="2381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5" name="pt32445"/>
            <p:cNvSpPr/>
            <p:nvPr/>
          </p:nvSpPr>
          <p:spPr>
            <a:xfrm>
              <a:off x="7169565" y="1934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6" name="pt32446"/>
            <p:cNvSpPr/>
            <p:nvPr/>
          </p:nvSpPr>
          <p:spPr>
            <a:xfrm>
              <a:off x="7158780" y="2150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7" name="pt32447"/>
            <p:cNvSpPr/>
            <p:nvPr/>
          </p:nvSpPr>
          <p:spPr>
            <a:xfrm>
              <a:off x="6963821" y="2001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8" name="pt32448"/>
            <p:cNvSpPr/>
            <p:nvPr/>
          </p:nvSpPr>
          <p:spPr>
            <a:xfrm>
              <a:off x="7347463" y="2203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9" name="pt32449"/>
            <p:cNvSpPr/>
            <p:nvPr/>
          </p:nvSpPr>
          <p:spPr>
            <a:xfrm>
              <a:off x="7217315" y="2313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0" name="pt32450"/>
            <p:cNvSpPr/>
            <p:nvPr/>
          </p:nvSpPr>
          <p:spPr>
            <a:xfrm>
              <a:off x="7164119" y="2099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1" name="pt32451"/>
            <p:cNvSpPr/>
            <p:nvPr/>
          </p:nvSpPr>
          <p:spPr>
            <a:xfrm>
              <a:off x="7322676" y="1982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2" name="pt32452"/>
            <p:cNvSpPr/>
            <p:nvPr/>
          </p:nvSpPr>
          <p:spPr>
            <a:xfrm>
              <a:off x="7187539" y="2153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3" name="pt32453"/>
            <p:cNvSpPr/>
            <p:nvPr/>
          </p:nvSpPr>
          <p:spPr>
            <a:xfrm>
              <a:off x="6965777" y="2029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4" name="pt32454"/>
            <p:cNvSpPr/>
            <p:nvPr/>
          </p:nvSpPr>
          <p:spPr>
            <a:xfrm>
              <a:off x="7338456" y="1954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5" name="pt32455"/>
            <p:cNvSpPr/>
            <p:nvPr/>
          </p:nvSpPr>
          <p:spPr>
            <a:xfrm>
              <a:off x="7136802" y="2181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6" name="pt32456"/>
            <p:cNvSpPr/>
            <p:nvPr/>
          </p:nvSpPr>
          <p:spPr>
            <a:xfrm>
              <a:off x="7049064" y="2317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7" name="pt32457"/>
            <p:cNvSpPr/>
            <p:nvPr/>
          </p:nvSpPr>
          <p:spPr>
            <a:xfrm>
              <a:off x="7234304" y="1980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8" name="pt32458"/>
            <p:cNvSpPr/>
            <p:nvPr/>
          </p:nvSpPr>
          <p:spPr>
            <a:xfrm>
              <a:off x="7514828" y="2140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9" name="pt32459"/>
            <p:cNvSpPr/>
            <p:nvPr/>
          </p:nvSpPr>
          <p:spPr>
            <a:xfrm>
              <a:off x="7044018" y="2246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0" name="pt32460"/>
            <p:cNvSpPr/>
            <p:nvPr/>
          </p:nvSpPr>
          <p:spPr>
            <a:xfrm>
              <a:off x="7286530" y="2025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1" name="pt32461"/>
            <p:cNvSpPr/>
            <p:nvPr/>
          </p:nvSpPr>
          <p:spPr>
            <a:xfrm>
              <a:off x="7456081" y="2572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2" name="pt32462"/>
            <p:cNvSpPr/>
            <p:nvPr/>
          </p:nvSpPr>
          <p:spPr>
            <a:xfrm>
              <a:off x="7095547" y="2236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3" name="pt32463"/>
            <p:cNvSpPr/>
            <p:nvPr/>
          </p:nvSpPr>
          <p:spPr>
            <a:xfrm>
              <a:off x="7314488" y="1944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4" name="pt32464"/>
            <p:cNvSpPr/>
            <p:nvPr/>
          </p:nvSpPr>
          <p:spPr>
            <a:xfrm>
              <a:off x="7321103" y="2029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5" name="pt32465"/>
            <p:cNvSpPr/>
            <p:nvPr/>
          </p:nvSpPr>
          <p:spPr>
            <a:xfrm>
              <a:off x="7274728" y="1952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6" name="pt32466"/>
            <p:cNvSpPr/>
            <p:nvPr/>
          </p:nvSpPr>
          <p:spPr>
            <a:xfrm>
              <a:off x="7087571" y="2183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7" name="pt32467"/>
            <p:cNvSpPr/>
            <p:nvPr/>
          </p:nvSpPr>
          <p:spPr>
            <a:xfrm>
              <a:off x="7086141" y="2016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8" name="pt32468"/>
            <p:cNvSpPr/>
            <p:nvPr/>
          </p:nvSpPr>
          <p:spPr>
            <a:xfrm>
              <a:off x="7291089" y="1987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9" name="pt32469"/>
            <p:cNvSpPr/>
            <p:nvPr/>
          </p:nvSpPr>
          <p:spPr>
            <a:xfrm>
              <a:off x="7151619" y="2348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0" name="pt32470"/>
            <p:cNvSpPr/>
            <p:nvPr/>
          </p:nvSpPr>
          <p:spPr>
            <a:xfrm>
              <a:off x="7148055" y="2260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1" name="pt32471"/>
            <p:cNvSpPr/>
            <p:nvPr/>
          </p:nvSpPr>
          <p:spPr>
            <a:xfrm>
              <a:off x="7093890" y="2204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2" name="pt32472"/>
            <p:cNvSpPr/>
            <p:nvPr/>
          </p:nvSpPr>
          <p:spPr>
            <a:xfrm>
              <a:off x="6830819" y="1983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3" name="pt32473"/>
            <p:cNvSpPr/>
            <p:nvPr/>
          </p:nvSpPr>
          <p:spPr>
            <a:xfrm>
              <a:off x="7155142" y="2375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4" name="pt32474"/>
            <p:cNvSpPr/>
            <p:nvPr/>
          </p:nvSpPr>
          <p:spPr>
            <a:xfrm>
              <a:off x="7168447" y="1970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5" name="pt32475"/>
            <p:cNvSpPr/>
            <p:nvPr/>
          </p:nvSpPr>
          <p:spPr>
            <a:xfrm>
              <a:off x="7275905" y="2041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6" name="pt32476"/>
            <p:cNvSpPr/>
            <p:nvPr/>
          </p:nvSpPr>
          <p:spPr>
            <a:xfrm>
              <a:off x="7167117" y="2007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7" name="pt32477"/>
            <p:cNvSpPr/>
            <p:nvPr/>
          </p:nvSpPr>
          <p:spPr>
            <a:xfrm>
              <a:off x="7396372" y="1991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8" name="pt32478"/>
            <p:cNvSpPr/>
            <p:nvPr/>
          </p:nvSpPr>
          <p:spPr>
            <a:xfrm>
              <a:off x="6967762" y="1978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9" name="pt32479"/>
            <p:cNvSpPr/>
            <p:nvPr/>
          </p:nvSpPr>
          <p:spPr>
            <a:xfrm>
              <a:off x="7160041" y="2050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0" name="pt32480"/>
            <p:cNvSpPr/>
            <p:nvPr/>
          </p:nvSpPr>
          <p:spPr>
            <a:xfrm>
              <a:off x="7077760" y="220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1" name="pt32481"/>
            <p:cNvSpPr/>
            <p:nvPr/>
          </p:nvSpPr>
          <p:spPr>
            <a:xfrm>
              <a:off x="7270627" y="1960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2" name="pt32482"/>
            <p:cNvSpPr/>
            <p:nvPr/>
          </p:nvSpPr>
          <p:spPr>
            <a:xfrm>
              <a:off x="7027269" y="1956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3" name="pt32483"/>
            <p:cNvSpPr/>
            <p:nvPr/>
          </p:nvSpPr>
          <p:spPr>
            <a:xfrm>
              <a:off x="7196903" y="1946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4" name="pt32484"/>
            <p:cNvSpPr/>
            <p:nvPr/>
          </p:nvSpPr>
          <p:spPr>
            <a:xfrm>
              <a:off x="7034892" y="2111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5" name="pt32485"/>
            <p:cNvSpPr/>
            <p:nvPr/>
          </p:nvSpPr>
          <p:spPr>
            <a:xfrm>
              <a:off x="6974977" y="1982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6" name="pt32486"/>
            <p:cNvSpPr/>
            <p:nvPr/>
          </p:nvSpPr>
          <p:spPr>
            <a:xfrm>
              <a:off x="7112123" y="2032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7" name="pt32487"/>
            <p:cNvSpPr/>
            <p:nvPr/>
          </p:nvSpPr>
          <p:spPr>
            <a:xfrm>
              <a:off x="7154954" y="2329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8" name="pt32488"/>
            <p:cNvSpPr/>
            <p:nvPr/>
          </p:nvSpPr>
          <p:spPr>
            <a:xfrm>
              <a:off x="7030162" y="1801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9" name="pt32489"/>
            <p:cNvSpPr/>
            <p:nvPr/>
          </p:nvSpPr>
          <p:spPr>
            <a:xfrm>
              <a:off x="7201879" y="2071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0" name="pt32490"/>
            <p:cNvSpPr/>
            <p:nvPr/>
          </p:nvSpPr>
          <p:spPr>
            <a:xfrm>
              <a:off x="6920474" y="2222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1" name="pt32491"/>
            <p:cNvSpPr/>
            <p:nvPr/>
          </p:nvSpPr>
          <p:spPr>
            <a:xfrm>
              <a:off x="7163542" y="2066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2" name="pt32492"/>
            <p:cNvSpPr/>
            <p:nvPr/>
          </p:nvSpPr>
          <p:spPr>
            <a:xfrm>
              <a:off x="7121523" y="2141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3" name="pt32493"/>
            <p:cNvSpPr/>
            <p:nvPr/>
          </p:nvSpPr>
          <p:spPr>
            <a:xfrm>
              <a:off x="7264725" y="2159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4" name="pt32494"/>
            <p:cNvSpPr/>
            <p:nvPr/>
          </p:nvSpPr>
          <p:spPr>
            <a:xfrm>
              <a:off x="7111611" y="2107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5" name="pt32495"/>
            <p:cNvSpPr/>
            <p:nvPr/>
          </p:nvSpPr>
          <p:spPr>
            <a:xfrm>
              <a:off x="7625951" y="2224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6" name="pt32496"/>
            <p:cNvSpPr/>
            <p:nvPr/>
          </p:nvSpPr>
          <p:spPr>
            <a:xfrm>
              <a:off x="6973549" y="1866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7" name="pt32497"/>
            <p:cNvSpPr/>
            <p:nvPr/>
          </p:nvSpPr>
          <p:spPr>
            <a:xfrm>
              <a:off x="7077831" y="2158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8" name="pt32498"/>
            <p:cNvSpPr/>
            <p:nvPr/>
          </p:nvSpPr>
          <p:spPr>
            <a:xfrm>
              <a:off x="7362990" y="2476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9" name="pt32499"/>
            <p:cNvSpPr/>
            <p:nvPr/>
          </p:nvSpPr>
          <p:spPr>
            <a:xfrm>
              <a:off x="6987176" y="1966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0" name="pt32500"/>
            <p:cNvSpPr/>
            <p:nvPr/>
          </p:nvSpPr>
          <p:spPr>
            <a:xfrm>
              <a:off x="7404266" y="270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1" name="pt32501"/>
            <p:cNvSpPr/>
            <p:nvPr/>
          </p:nvSpPr>
          <p:spPr>
            <a:xfrm>
              <a:off x="7213292" y="2243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2" name="pt32502"/>
            <p:cNvSpPr/>
            <p:nvPr/>
          </p:nvSpPr>
          <p:spPr>
            <a:xfrm>
              <a:off x="6930887" y="221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3" name="pt32503"/>
            <p:cNvSpPr/>
            <p:nvPr/>
          </p:nvSpPr>
          <p:spPr>
            <a:xfrm>
              <a:off x="7142854" y="2178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4" name="pt32504"/>
            <p:cNvSpPr/>
            <p:nvPr/>
          </p:nvSpPr>
          <p:spPr>
            <a:xfrm>
              <a:off x="7218250" y="2350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5" name="pt32505"/>
            <p:cNvSpPr/>
            <p:nvPr/>
          </p:nvSpPr>
          <p:spPr>
            <a:xfrm>
              <a:off x="7430913" y="2586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6" name="pt32506"/>
            <p:cNvSpPr/>
            <p:nvPr/>
          </p:nvSpPr>
          <p:spPr>
            <a:xfrm>
              <a:off x="7245000" y="2268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7" name="pt32507"/>
            <p:cNvSpPr/>
            <p:nvPr/>
          </p:nvSpPr>
          <p:spPr>
            <a:xfrm>
              <a:off x="7215091" y="2403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8" name="pt32508"/>
            <p:cNvSpPr/>
            <p:nvPr/>
          </p:nvSpPr>
          <p:spPr>
            <a:xfrm>
              <a:off x="7257649" y="2024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9" name="pt32509"/>
            <p:cNvSpPr/>
            <p:nvPr/>
          </p:nvSpPr>
          <p:spPr>
            <a:xfrm>
              <a:off x="7237481" y="2022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0" name="pt32510"/>
            <p:cNvSpPr/>
            <p:nvPr/>
          </p:nvSpPr>
          <p:spPr>
            <a:xfrm>
              <a:off x="6827221" y="2015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1" name="pt32511"/>
            <p:cNvSpPr/>
            <p:nvPr/>
          </p:nvSpPr>
          <p:spPr>
            <a:xfrm>
              <a:off x="6978909" y="2074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2" name="pt32512"/>
            <p:cNvSpPr/>
            <p:nvPr/>
          </p:nvSpPr>
          <p:spPr>
            <a:xfrm>
              <a:off x="7158590" y="2152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3" name="pt32513"/>
            <p:cNvSpPr/>
            <p:nvPr/>
          </p:nvSpPr>
          <p:spPr>
            <a:xfrm>
              <a:off x="7078635" y="2144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4" name="pt32514"/>
            <p:cNvSpPr/>
            <p:nvPr/>
          </p:nvSpPr>
          <p:spPr>
            <a:xfrm>
              <a:off x="7104703" y="2012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5" name="pt32515"/>
            <p:cNvSpPr/>
            <p:nvPr/>
          </p:nvSpPr>
          <p:spPr>
            <a:xfrm>
              <a:off x="7246212" y="2212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6" name="pt32516"/>
            <p:cNvSpPr/>
            <p:nvPr/>
          </p:nvSpPr>
          <p:spPr>
            <a:xfrm>
              <a:off x="7183230" y="2115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7" name="pt32517"/>
            <p:cNvSpPr/>
            <p:nvPr/>
          </p:nvSpPr>
          <p:spPr>
            <a:xfrm>
              <a:off x="7439026" y="2737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8" name="pt32518"/>
            <p:cNvSpPr/>
            <p:nvPr/>
          </p:nvSpPr>
          <p:spPr>
            <a:xfrm>
              <a:off x="7070496" y="2141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9" name="pt32519"/>
            <p:cNvSpPr/>
            <p:nvPr/>
          </p:nvSpPr>
          <p:spPr>
            <a:xfrm>
              <a:off x="7152481" y="2302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0" name="pt32520"/>
            <p:cNvSpPr/>
            <p:nvPr/>
          </p:nvSpPr>
          <p:spPr>
            <a:xfrm>
              <a:off x="7185137" y="2172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1" name="pt32521"/>
            <p:cNvSpPr/>
            <p:nvPr/>
          </p:nvSpPr>
          <p:spPr>
            <a:xfrm>
              <a:off x="7061477" y="2007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2" name="pt32522"/>
            <p:cNvSpPr/>
            <p:nvPr/>
          </p:nvSpPr>
          <p:spPr>
            <a:xfrm>
              <a:off x="7171632" y="2017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3" name="pt32523"/>
            <p:cNvSpPr/>
            <p:nvPr/>
          </p:nvSpPr>
          <p:spPr>
            <a:xfrm>
              <a:off x="7282127" y="2090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4" name="pt32524"/>
            <p:cNvSpPr/>
            <p:nvPr/>
          </p:nvSpPr>
          <p:spPr>
            <a:xfrm>
              <a:off x="7291136" y="2136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5" name="pt32525"/>
            <p:cNvSpPr/>
            <p:nvPr/>
          </p:nvSpPr>
          <p:spPr>
            <a:xfrm>
              <a:off x="7391417" y="2083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6" name="pt32526"/>
            <p:cNvSpPr/>
            <p:nvPr/>
          </p:nvSpPr>
          <p:spPr>
            <a:xfrm>
              <a:off x="7074539" y="2234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7" name="pt32527"/>
            <p:cNvSpPr/>
            <p:nvPr/>
          </p:nvSpPr>
          <p:spPr>
            <a:xfrm>
              <a:off x="7176838" y="2150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8" name="pt32528"/>
            <p:cNvSpPr/>
            <p:nvPr/>
          </p:nvSpPr>
          <p:spPr>
            <a:xfrm>
              <a:off x="7173339" y="2039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9" name="pt32529"/>
            <p:cNvSpPr/>
            <p:nvPr/>
          </p:nvSpPr>
          <p:spPr>
            <a:xfrm>
              <a:off x="7063735" y="1768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0" name="pt32530"/>
            <p:cNvSpPr/>
            <p:nvPr/>
          </p:nvSpPr>
          <p:spPr>
            <a:xfrm>
              <a:off x="7061750" y="1942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1" name="pt32531"/>
            <p:cNvSpPr/>
            <p:nvPr/>
          </p:nvSpPr>
          <p:spPr>
            <a:xfrm>
              <a:off x="7189728" y="2045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2" name="pt32532"/>
            <p:cNvSpPr/>
            <p:nvPr/>
          </p:nvSpPr>
          <p:spPr>
            <a:xfrm>
              <a:off x="7133570" y="2221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3" name="pt32533"/>
            <p:cNvSpPr/>
            <p:nvPr/>
          </p:nvSpPr>
          <p:spPr>
            <a:xfrm>
              <a:off x="7430919" y="2361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4" name="pt32534"/>
            <p:cNvSpPr/>
            <p:nvPr/>
          </p:nvSpPr>
          <p:spPr>
            <a:xfrm>
              <a:off x="7129002" y="2113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5" name="pt32535"/>
            <p:cNvSpPr/>
            <p:nvPr/>
          </p:nvSpPr>
          <p:spPr>
            <a:xfrm>
              <a:off x="7210280" y="2276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6" name="pt32536"/>
            <p:cNvSpPr/>
            <p:nvPr/>
          </p:nvSpPr>
          <p:spPr>
            <a:xfrm>
              <a:off x="7411983" y="2967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7" name="pt32537"/>
            <p:cNvSpPr/>
            <p:nvPr/>
          </p:nvSpPr>
          <p:spPr>
            <a:xfrm>
              <a:off x="6908382" y="2158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8" name="pt32538"/>
            <p:cNvSpPr/>
            <p:nvPr/>
          </p:nvSpPr>
          <p:spPr>
            <a:xfrm>
              <a:off x="6994886" y="2008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9" name="pt32539"/>
            <p:cNvSpPr/>
            <p:nvPr/>
          </p:nvSpPr>
          <p:spPr>
            <a:xfrm>
              <a:off x="7335318" y="2036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0" name="pt32540"/>
            <p:cNvSpPr/>
            <p:nvPr/>
          </p:nvSpPr>
          <p:spPr>
            <a:xfrm>
              <a:off x="7148514" y="2260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1" name="pt32541"/>
            <p:cNvSpPr/>
            <p:nvPr/>
          </p:nvSpPr>
          <p:spPr>
            <a:xfrm>
              <a:off x="7224640" y="2045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2" name="pt32542"/>
            <p:cNvSpPr/>
            <p:nvPr/>
          </p:nvSpPr>
          <p:spPr>
            <a:xfrm>
              <a:off x="7237978" y="1972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3" name="pt32543"/>
            <p:cNvSpPr/>
            <p:nvPr/>
          </p:nvSpPr>
          <p:spPr>
            <a:xfrm>
              <a:off x="7113566" y="2094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4" name="pt32544"/>
            <p:cNvSpPr/>
            <p:nvPr/>
          </p:nvSpPr>
          <p:spPr>
            <a:xfrm>
              <a:off x="6825166" y="2145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5" name="pt32545"/>
            <p:cNvSpPr/>
            <p:nvPr/>
          </p:nvSpPr>
          <p:spPr>
            <a:xfrm>
              <a:off x="7164753" y="2089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6" name="pt32546"/>
            <p:cNvSpPr/>
            <p:nvPr/>
          </p:nvSpPr>
          <p:spPr>
            <a:xfrm>
              <a:off x="6939411" y="2042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7" name="pt32547"/>
            <p:cNvSpPr/>
            <p:nvPr/>
          </p:nvSpPr>
          <p:spPr>
            <a:xfrm>
              <a:off x="7294159" y="2003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8" name="pt32548"/>
            <p:cNvSpPr/>
            <p:nvPr/>
          </p:nvSpPr>
          <p:spPr>
            <a:xfrm>
              <a:off x="7168507" y="1969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9" name="pt32549"/>
            <p:cNvSpPr/>
            <p:nvPr/>
          </p:nvSpPr>
          <p:spPr>
            <a:xfrm>
              <a:off x="6955737" y="2163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0" name="pt32550"/>
            <p:cNvSpPr/>
            <p:nvPr/>
          </p:nvSpPr>
          <p:spPr>
            <a:xfrm>
              <a:off x="7252466" y="1954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1" name="pt32551"/>
            <p:cNvSpPr/>
            <p:nvPr/>
          </p:nvSpPr>
          <p:spPr>
            <a:xfrm>
              <a:off x="6879592" y="2259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2" name="pt32552"/>
            <p:cNvSpPr/>
            <p:nvPr/>
          </p:nvSpPr>
          <p:spPr>
            <a:xfrm>
              <a:off x="7368002" y="2441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3" name="pt32553"/>
            <p:cNvSpPr/>
            <p:nvPr/>
          </p:nvSpPr>
          <p:spPr>
            <a:xfrm>
              <a:off x="6930427" y="2174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4" name="pt32554"/>
            <p:cNvSpPr/>
            <p:nvPr/>
          </p:nvSpPr>
          <p:spPr>
            <a:xfrm>
              <a:off x="7146913" y="2241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5" name="pt32555"/>
            <p:cNvSpPr/>
            <p:nvPr/>
          </p:nvSpPr>
          <p:spPr>
            <a:xfrm>
              <a:off x="7388833" y="2041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6" name="pt32556"/>
            <p:cNvSpPr/>
            <p:nvPr/>
          </p:nvSpPr>
          <p:spPr>
            <a:xfrm>
              <a:off x="7287188" y="2068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7" name="pt32557"/>
            <p:cNvSpPr/>
            <p:nvPr/>
          </p:nvSpPr>
          <p:spPr>
            <a:xfrm>
              <a:off x="7305672" y="1960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8" name="pt32558"/>
            <p:cNvSpPr/>
            <p:nvPr/>
          </p:nvSpPr>
          <p:spPr>
            <a:xfrm>
              <a:off x="6983917" y="2073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9" name="pt32559"/>
            <p:cNvSpPr/>
            <p:nvPr/>
          </p:nvSpPr>
          <p:spPr>
            <a:xfrm>
              <a:off x="7110147" y="2128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0" name="pt32560"/>
            <p:cNvSpPr/>
            <p:nvPr/>
          </p:nvSpPr>
          <p:spPr>
            <a:xfrm>
              <a:off x="7123813" y="2043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1" name="pt32561"/>
            <p:cNvSpPr/>
            <p:nvPr/>
          </p:nvSpPr>
          <p:spPr>
            <a:xfrm>
              <a:off x="7345027" y="2134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2" name="pt32562"/>
            <p:cNvSpPr/>
            <p:nvPr/>
          </p:nvSpPr>
          <p:spPr>
            <a:xfrm>
              <a:off x="7386863" y="1746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3" name="pt32563"/>
            <p:cNvSpPr/>
            <p:nvPr/>
          </p:nvSpPr>
          <p:spPr>
            <a:xfrm>
              <a:off x="7166660" y="2110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4" name="pt32564"/>
            <p:cNvSpPr/>
            <p:nvPr/>
          </p:nvSpPr>
          <p:spPr>
            <a:xfrm>
              <a:off x="7125637" y="2110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5" name="pt32565"/>
            <p:cNvSpPr/>
            <p:nvPr/>
          </p:nvSpPr>
          <p:spPr>
            <a:xfrm>
              <a:off x="7311167" y="2173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6" name="pt32566"/>
            <p:cNvSpPr/>
            <p:nvPr/>
          </p:nvSpPr>
          <p:spPr>
            <a:xfrm>
              <a:off x="7213127" y="2209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7" name="pt32567"/>
            <p:cNvSpPr/>
            <p:nvPr/>
          </p:nvSpPr>
          <p:spPr>
            <a:xfrm>
              <a:off x="7034769" y="2061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8" name="pt32568"/>
            <p:cNvSpPr/>
            <p:nvPr/>
          </p:nvSpPr>
          <p:spPr>
            <a:xfrm>
              <a:off x="7274289" y="1868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9" name="pt32569"/>
            <p:cNvSpPr/>
            <p:nvPr/>
          </p:nvSpPr>
          <p:spPr>
            <a:xfrm>
              <a:off x="6998211" y="2061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0" name="pt32570"/>
            <p:cNvSpPr/>
            <p:nvPr/>
          </p:nvSpPr>
          <p:spPr>
            <a:xfrm>
              <a:off x="7183345" y="2090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1" name="pt32571"/>
            <p:cNvSpPr/>
            <p:nvPr/>
          </p:nvSpPr>
          <p:spPr>
            <a:xfrm>
              <a:off x="6817541" y="2348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2" name="pt32572"/>
            <p:cNvSpPr/>
            <p:nvPr/>
          </p:nvSpPr>
          <p:spPr>
            <a:xfrm>
              <a:off x="6801293" y="221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3" name="pt32573"/>
            <p:cNvSpPr/>
            <p:nvPr/>
          </p:nvSpPr>
          <p:spPr>
            <a:xfrm>
              <a:off x="7069892" y="2106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4" name="pt32574"/>
            <p:cNvSpPr/>
            <p:nvPr/>
          </p:nvSpPr>
          <p:spPr>
            <a:xfrm>
              <a:off x="7191804" y="2036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5" name="pt32575"/>
            <p:cNvSpPr/>
            <p:nvPr/>
          </p:nvSpPr>
          <p:spPr>
            <a:xfrm>
              <a:off x="7087853" y="2160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6" name="pt32576"/>
            <p:cNvSpPr/>
            <p:nvPr/>
          </p:nvSpPr>
          <p:spPr>
            <a:xfrm>
              <a:off x="7001589" y="2010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7" name="pt32577"/>
            <p:cNvSpPr/>
            <p:nvPr/>
          </p:nvSpPr>
          <p:spPr>
            <a:xfrm>
              <a:off x="7156034" y="2408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8" name="pt32578"/>
            <p:cNvSpPr/>
            <p:nvPr/>
          </p:nvSpPr>
          <p:spPr>
            <a:xfrm>
              <a:off x="7106183" y="2152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9" name="pt32579"/>
            <p:cNvSpPr/>
            <p:nvPr/>
          </p:nvSpPr>
          <p:spPr>
            <a:xfrm>
              <a:off x="6849621" y="2221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0" name="pt32580"/>
            <p:cNvSpPr/>
            <p:nvPr/>
          </p:nvSpPr>
          <p:spPr>
            <a:xfrm>
              <a:off x="6883423" y="2111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1" name="pt32581"/>
            <p:cNvSpPr/>
            <p:nvPr/>
          </p:nvSpPr>
          <p:spPr>
            <a:xfrm>
              <a:off x="7145061" y="229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2" name="pt32582"/>
            <p:cNvSpPr/>
            <p:nvPr/>
          </p:nvSpPr>
          <p:spPr>
            <a:xfrm>
              <a:off x="7090639" y="2202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3" name="pt32583"/>
            <p:cNvSpPr/>
            <p:nvPr/>
          </p:nvSpPr>
          <p:spPr>
            <a:xfrm>
              <a:off x="6951585" y="1981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4" name="pt32584"/>
            <p:cNvSpPr/>
            <p:nvPr/>
          </p:nvSpPr>
          <p:spPr>
            <a:xfrm>
              <a:off x="7097925" y="2220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5" name="pt32585"/>
            <p:cNvSpPr/>
            <p:nvPr/>
          </p:nvSpPr>
          <p:spPr>
            <a:xfrm>
              <a:off x="7106781" y="2189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6" name="pt32586"/>
            <p:cNvSpPr/>
            <p:nvPr/>
          </p:nvSpPr>
          <p:spPr>
            <a:xfrm>
              <a:off x="7119666" y="2180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7" name="pt32587"/>
            <p:cNvSpPr/>
            <p:nvPr/>
          </p:nvSpPr>
          <p:spPr>
            <a:xfrm>
              <a:off x="6865536" y="222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8" name="pt32588"/>
            <p:cNvSpPr/>
            <p:nvPr/>
          </p:nvSpPr>
          <p:spPr>
            <a:xfrm>
              <a:off x="7113868" y="2169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9" name="pt32589"/>
            <p:cNvSpPr/>
            <p:nvPr/>
          </p:nvSpPr>
          <p:spPr>
            <a:xfrm>
              <a:off x="7314301" y="2060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0" name="pt32590"/>
            <p:cNvSpPr/>
            <p:nvPr/>
          </p:nvSpPr>
          <p:spPr>
            <a:xfrm>
              <a:off x="7249146" y="2009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1" name="pt32591"/>
            <p:cNvSpPr/>
            <p:nvPr/>
          </p:nvSpPr>
          <p:spPr>
            <a:xfrm>
              <a:off x="6786368" y="2607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2" name="pt32592"/>
            <p:cNvSpPr/>
            <p:nvPr/>
          </p:nvSpPr>
          <p:spPr>
            <a:xfrm>
              <a:off x="7111205" y="2042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3" name="pt32593"/>
            <p:cNvSpPr/>
            <p:nvPr/>
          </p:nvSpPr>
          <p:spPr>
            <a:xfrm>
              <a:off x="7360506" y="2368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4" name="pt32594"/>
            <p:cNvSpPr/>
            <p:nvPr/>
          </p:nvSpPr>
          <p:spPr>
            <a:xfrm>
              <a:off x="7190530" y="2023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5" name="pt32595"/>
            <p:cNvSpPr/>
            <p:nvPr/>
          </p:nvSpPr>
          <p:spPr>
            <a:xfrm>
              <a:off x="7190061" y="2081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6" name="pt32596"/>
            <p:cNvSpPr/>
            <p:nvPr/>
          </p:nvSpPr>
          <p:spPr>
            <a:xfrm>
              <a:off x="7121040" y="2141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7" name="pt32597"/>
            <p:cNvSpPr/>
            <p:nvPr/>
          </p:nvSpPr>
          <p:spPr>
            <a:xfrm>
              <a:off x="6962070" y="2075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8" name="pt32598"/>
            <p:cNvSpPr/>
            <p:nvPr/>
          </p:nvSpPr>
          <p:spPr>
            <a:xfrm>
              <a:off x="7091081" y="2245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9" name="pt32599"/>
            <p:cNvSpPr/>
            <p:nvPr/>
          </p:nvSpPr>
          <p:spPr>
            <a:xfrm>
              <a:off x="7167892" y="2032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0" name="pt32600"/>
            <p:cNvSpPr/>
            <p:nvPr/>
          </p:nvSpPr>
          <p:spPr>
            <a:xfrm>
              <a:off x="7407320" y="2478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1" name="pt32601"/>
            <p:cNvSpPr/>
            <p:nvPr/>
          </p:nvSpPr>
          <p:spPr>
            <a:xfrm>
              <a:off x="7164380" y="2059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2" name="pt32602"/>
            <p:cNvSpPr/>
            <p:nvPr/>
          </p:nvSpPr>
          <p:spPr>
            <a:xfrm>
              <a:off x="7336644" y="1962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3" name="pt32603"/>
            <p:cNvSpPr/>
            <p:nvPr/>
          </p:nvSpPr>
          <p:spPr>
            <a:xfrm>
              <a:off x="7110213" y="2040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4" name="pt32604"/>
            <p:cNvSpPr/>
            <p:nvPr/>
          </p:nvSpPr>
          <p:spPr>
            <a:xfrm>
              <a:off x="7141530" y="2281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5" name="pt32605"/>
            <p:cNvSpPr/>
            <p:nvPr/>
          </p:nvSpPr>
          <p:spPr>
            <a:xfrm>
              <a:off x="7297151" y="1951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6" name="pt32606"/>
            <p:cNvSpPr/>
            <p:nvPr/>
          </p:nvSpPr>
          <p:spPr>
            <a:xfrm>
              <a:off x="7337535" y="2097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7" name="pt32607"/>
            <p:cNvSpPr/>
            <p:nvPr/>
          </p:nvSpPr>
          <p:spPr>
            <a:xfrm>
              <a:off x="7493449" y="2340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8" name="pt32608"/>
            <p:cNvSpPr/>
            <p:nvPr/>
          </p:nvSpPr>
          <p:spPr>
            <a:xfrm>
              <a:off x="7135194" y="2110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9" name="pt32609"/>
            <p:cNvSpPr/>
            <p:nvPr/>
          </p:nvSpPr>
          <p:spPr>
            <a:xfrm>
              <a:off x="7411651" y="2672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0" name="pt32610"/>
            <p:cNvSpPr/>
            <p:nvPr/>
          </p:nvSpPr>
          <p:spPr>
            <a:xfrm>
              <a:off x="7132202" y="210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1" name="pt32611"/>
            <p:cNvSpPr/>
            <p:nvPr/>
          </p:nvSpPr>
          <p:spPr>
            <a:xfrm>
              <a:off x="7415523" y="2587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2" name="pt32612"/>
            <p:cNvSpPr/>
            <p:nvPr/>
          </p:nvSpPr>
          <p:spPr>
            <a:xfrm>
              <a:off x="6926537" y="205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3" name="pt32613"/>
            <p:cNvSpPr/>
            <p:nvPr/>
          </p:nvSpPr>
          <p:spPr>
            <a:xfrm>
              <a:off x="7057766" y="2141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4" name="pt32614"/>
            <p:cNvSpPr/>
            <p:nvPr/>
          </p:nvSpPr>
          <p:spPr>
            <a:xfrm>
              <a:off x="7367226" y="2537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5" name="pt32615"/>
            <p:cNvSpPr/>
            <p:nvPr/>
          </p:nvSpPr>
          <p:spPr>
            <a:xfrm>
              <a:off x="7278231" y="1955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6" name="pt32616"/>
            <p:cNvSpPr/>
            <p:nvPr/>
          </p:nvSpPr>
          <p:spPr>
            <a:xfrm>
              <a:off x="7068471" y="1930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7" name="pt32617"/>
            <p:cNvSpPr/>
            <p:nvPr/>
          </p:nvSpPr>
          <p:spPr>
            <a:xfrm>
              <a:off x="6967926" y="2039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8" name="pt32618"/>
            <p:cNvSpPr/>
            <p:nvPr/>
          </p:nvSpPr>
          <p:spPr>
            <a:xfrm>
              <a:off x="7262147" y="214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9" name="pt32619"/>
            <p:cNvSpPr/>
            <p:nvPr/>
          </p:nvSpPr>
          <p:spPr>
            <a:xfrm>
              <a:off x="7302797" y="2022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0" name="pt32620"/>
            <p:cNvSpPr/>
            <p:nvPr/>
          </p:nvSpPr>
          <p:spPr>
            <a:xfrm>
              <a:off x="6851065" y="2334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1" name="pt32621"/>
            <p:cNvSpPr/>
            <p:nvPr/>
          </p:nvSpPr>
          <p:spPr>
            <a:xfrm>
              <a:off x="7164879" y="2124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2" name="pt32622"/>
            <p:cNvSpPr/>
            <p:nvPr/>
          </p:nvSpPr>
          <p:spPr>
            <a:xfrm>
              <a:off x="6963106" y="2055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3" name="pt32623"/>
            <p:cNvSpPr/>
            <p:nvPr/>
          </p:nvSpPr>
          <p:spPr>
            <a:xfrm>
              <a:off x="6845647" y="2157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4" name="pt32624"/>
            <p:cNvSpPr/>
            <p:nvPr/>
          </p:nvSpPr>
          <p:spPr>
            <a:xfrm>
              <a:off x="6994599" y="2020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5" name="pt32625"/>
            <p:cNvSpPr/>
            <p:nvPr/>
          </p:nvSpPr>
          <p:spPr>
            <a:xfrm>
              <a:off x="7192125" y="1987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6" name="pt32626"/>
            <p:cNvSpPr/>
            <p:nvPr/>
          </p:nvSpPr>
          <p:spPr>
            <a:xfrm>
              <a:off x="7200021" y="2030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7" name="pt32627"/>
            <p:cNvSpPr/>
            <p:nvPr/>
          </p:nvSpPr>
          <p:spPr>
            <a:xfrm>
              <a:off x="7126126" y="2155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8" name="pt32628"/>
            <p:cNvSpPr/>
            <p:nvPr/>
          </p:nvSpPr>
          <p:spPr>
            <a:xfrm>
              <a:off x="7230611" y="2180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9" name="pt32629"/>
            <p:cNvSpPr/>
            <p:nvPr/>
          </p:nvSpPr>
          <p:spPr>
            <a:xfrm>
              <a:off x="7521867" y="2002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0" name="pt32630"/>
            <p:cNvSpPr/>
            <p:nvPr/>
          </p:nvSpPr>
          <p:spPr>
            <a:xfrm>
              <a:off x="6908179" y="2079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1" name="pt32631"/>
            <p:cNvSpPr/>
            <p:nvPr/>
          </p:nvSpPr>
          <p:spPr>
            <a:xfrm>
              <a:off x="6871868" y="2313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2" name="pt32632"/>
            <p:cNvSpPr/>
            <p:nvPr/>
          </p:nvSpPr>
          <p:spPr>
            <a:xfrm>
              <a:off x="7138913" y="2144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3" name="pt32633"/>
            <p:cNvSpPr/>
            <p:nvPr/>
          </p:nvSpPr>
          <p:spPr>
            <a:xfrm>
              <a:off x="7147771" y="2343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4" name="pt32634"/>
            <p:cNvSpPr/>
            <p:nvPr/>
          </p:nvSpPr>
          <p:spPr>
            <a:xfrm>
              <a:off x="7088344" y="224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5" name="pt32635"/>
            <p:cNvSpPr/>
            <p:nvPr/>
          </p:nvSpPr>
          <p:spPr>
            <a:xfrm>
              <a:off x="7100359" y="2192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6" name="pt32636"/>
            <p:cNvSpPr/>
            <p:nvPr/>
          </p:nvSpPr>
          <p:spPr>
            <a:xfrm>
              <a:off x="7204622" y="2149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7" name="pt32637"/>
            <p:cNvSpPr/>
            <p:nvPr/>
          </p:nvSpPr>
          <p:spPr>
            <a:xfrm>
              <a:off x="7006521" y="1960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8" name="pt32638"/>
            <p:cNvSpPr/>
            <p:nvPr/>
          </p:nvSpPr>
          <p:spPr>
            <a:xfrm>
              <a:off x="7175591" y="2038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9" name="pt32639"/>
            <p:cNvSpPr/>
            <p:nvPr/>
          </p:nvSpPr>
          <p:spPr>
            <a:xfrm>
              <a:off x="7174323" y="1989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0" name="pt32640"/>
            <p:cNvSpPr/>
            <p:nvPr/>
          </p:nvSpPr>
          <p:spPr>
            <a:xfrm>
              <a:off x="7065140" y="1838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1" name="pt32641"/>
            <p:cNvSpPr/>
            <p:nvPr/>
          </p:nvSpPr>
          <p:spPr>
            <a:xfrm>
              <a:off x="7226290" y="2072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2" name="pt32642"/>
            <p:cNvSpPr/>
            <p:nvPr/>
          </p:nvSpPr>
          <p:spPr>
            <a:xfrm>
              <a:off x="7119804" y="2117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3" name="pt32643"/>
            <p:cNvSpPr/>
            <p:nvPr/>
          </p:nvSpPr>
          <p:spPr>
            <a:xfrm>
              <a:off x="7288815" y="1765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4" name="pt32644"/>
            <p:cNvSpPr/>
            <p:nvPr/>
          </p:nvSpPr>
          <p:spPr>
            <a:xfrm>
              <a:off x="7211827" y="2248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5" name="pt32645"/>
            <p:cNvSpPr/>
            <p:nvPr/>
          </p:nvSpPr>
          <p:spPr>
            <a:xfrm>
              <a:off x="7203290" y="2064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6" name="pt32646"/>
            <p:cNvSpPr/>
            <p:nvPr/>
          </p:nvSpPr>
          <p:spPr>
            <a:xfrm>
              <a:off x="7347052" y="2153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7" name="pt32647"/>
            <p:cNvSpPr/>
            <p:nvPr/>
          </p:nvSpPr>
          <p:spPr>
            <a:xfrm>
              <a:off x="7117367" y="2106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8" name="pt32648"/>
            <p:cNvSpPr/>
            <p:nvPr/>
          </p:nvSpPr>
          <p:spPr>
            <a:xfrm>
              <a:off x="7223735" y="2045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9" name="pt32649"/>
            <p:cNvSpPr/>
            <p:nvPr/>
          </p:nvSpPr>
          <p:spPr>
            <a:xfrm>
              <a:off x="7226535" y="2199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0" name="pt32650"/>
            <p:cNvSpPr/>
            <p:nvPr/>
          </p:nvSpPr>
          <p:spPr>
            <a:xfrm>
              <a:off x="7413092" y="2685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1" name="pt32651"/>
            <p:cNvSpPr/>
            <p:nvPr/>
          </p:nvSpPr>
          <p:spPr>
            <a:xfrm>
              <a:off x="7309796" y="2034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2" name="pt32652"/>
            <p:cNvSpPr/>
            <p:nvPr/>
          </p:nvSpPr>
          <p:spPr>
            <a:xfrm>
              <a:off x="6913904" y="2091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3" name="pt32653"/>
            <p:cNvSpPr/>
            <p:nvPr/>
          </p:nvSpPr>
          <p:spPr>
            <a:xfrm>
              <a:off x="7141522" y="2208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4" name="pt32654"/>
            <p:cNvSpPr/>
            <p:nvPr/>
          </p:nvSpPr>
          <p:spPr>
            <a:xfrm>
              <a:off x="7210157" y="2226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5" name="pt32655"/>
            <p:cNvSpPr/>
            <p:nvPr/>
          </p:nvSpPr>
          <p:spPr>
            <a:xfrm>
              <a:off x="7260630" y="2068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6" name="pt32656"/>
            <p:cNvSpPr/>
            <p:nvPr/>
          </p:nvSpPr>
          <p:spPr>
            <a:xfrm>
              <a:off x="7168219" y="2043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7" name="pt32657"/>
            <p:cNvSpPr/>
            <p:nvPr/>
          </p:nvSpPr>
          <p:spPr>
            <a:xfrm>
              <a:off x="7058334" y="2186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8" name="pt32658"/>
            <p:cNvSpPr/>
            <p:nvPr/>
          </p:nvSpPr>
          <p:spPr>
            <a:xfrm>
              <a:off x="7276574" y="2046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9" name="pt32659"/>
            <p:cNvSpPr/>
            <p:nvPr/>
          </p:nvSpPr>
          <p:spPr>
            <a:xfrm>
              <a:off x="7062161" y="1846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0" name="pt32660"/>
            <p:cNvSpPr/>
            <p:nvPr/>
          </p:nvSpPr>
          <p:spPr>
            <a:xfrm>
              <a:off x="7213338" y="2197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1" name="pt32661"/>
            <p:cNvSpPr/>
            <p:nvPr/>
          </p:nvSpPr>
          <p:spPr>
            <a:xfrm>
              <a:off x="7158748" y="2206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2" name="pt32662"/>
            <p:cNvSpPr/>
            <p:nvPr/>
          </p:nvSpPr>
          <p:spPr>
            <a:xfrm>
              <a:off x="7157610" y="2147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3" name="pt32663"/>
            <p:cNvSpPr/>
            <p:nvPr/>
          </p:nvSpPr>
          <p:spPr>
            <a:xfrm>
              <a:off x="7692828" y="2384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4" name="pt32664"/>
            <p:cNvSpPr/>
            <p:nvPr/>
          </p:nvSpPr>
          <p:spPr>
            <a:xfrm>
              <a:off x="7163360" y="2100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5" name="pt32665"/>
            <p:cNvSpPr/>
            <p:nvPr/>
          </p:nvSpPr>
          <p:spPr>
            <a:xfrm>
              <a:off x="6922461" y="218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6" name="pt32666"/>
            <p:cNvSpPr/>
            <p:nvPr/>
          </p:nvSpPr>
          <p:spPr>
            <a:xfrm>
              <a:off x="7033297" y="2108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7" name="pt32667"/>
            <p:cNvSpPr/>
            <p:nvPr/>
          </p:nvSpPr>
          <p:spPr>
            <a:xfrm>
              <a:off x="7034822" y="2104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8" name="pt32668"/>
            <p:cNvSpPr/>
            <p:nvPr/>
          </p:nvSpPr>
          <p:spPr>
            <a:xfrm>
              <a:off x="6950490" y="2186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9" name="pt32669"/>
            <p:cNvSpPr/>
            <p:nvPr/>
          </p:nvSpPr>
          <p:spPr>
            <a:xfrm>
              <a:off x="7269527" y="2001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0" name="pt32670"/>
            <p:cNvSpPr/>
            <p:nvPr/>
          </p:nvSpPr>
          <p:spPr>
            <a:xfrm>
              <a:off x="7208843" y="2170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1" name="pt32671"/>
            <p:cNvSpPr/>
            <p:nvPr/>
          </p:nvSpPr>
          <p:spPr>
            <a:xfrm>
              <a:off x="7161607" y="2041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2" name="pt32672"/>
            <p:cNvSpPr/>
            <p:nvPr/>
          </p:nvSpPr>
          <p:spPr>
            <a:xfrm>
              <a:off x="7304922" y="1938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3" name="pt32673"/>
            <p:cNvSpPr/>
            <p:nvPr/>
          </p:nvSpPr>
          <p:spPr>
            <a:xfrm>
              <a:off x="7048923" y="2136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4" name="pt32674"/>
            <p:cNvSpPr/>
            <p:nvPr/>
          </p:nvSpPr>
          <p:spPr>
            <a:xfrm>
              <a:off x="7010307" y="2098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5" name="pt32675"/>
            <p:cNvSpPr/>
            <p:nvPr/>
          </p:nvSpPr>
          <p:spPr>
            <a:xfrm>
              <a:off x="7165319" y="2159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6" name="pt32676"/>
            <p:cNvSpPr/>
            <p:nvPr/>
          </p:nvSpPr>
          <p:spPr>
            <a:xfrm>
              <a:off x="7244524" y="2227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7" name="pt32677"/>
            <p:cNvSpPr/>
            <p:nvPr/>
          </p:nvSpPr>
          <p:spPr>
            <a:xfrm>
              <a:off x="7142372" y="2223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8" name="pt32678"/>
            <p:cNvSpPr/>
            <p:nvPr/>
          </p:nvSpPr>
          <p:spPr>
            <a:xfrm>
              <a:off x="7268604" y="2055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9" name="pt32679"/>
            <p:cNvSpPr/>
            <p:nvPr/>
          </p:nvSpPr>
          <p:spPr>
            <a:xfrm>
              <a:off x="6999620" y="1979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0" name="pt32680"/>
            <p:cNvSpPr/>
            <p:nvPr/>
          </p:nvSpPr>
          <p:spPr>
            <a:xfrm>
              <a:off x="7250779" y="2135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1" name="pt32681"/>
            <p:cNvSpPr/>
            <p:nvPr/>
          </p:nvSpPr>
          <p:spPr>
            <a:xfrm>
              <a:off x="7165787" y="202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2" name="pt32682"/>
            <p:cNvSpPr/>
            <p:nvPr/>
          </p:nvSpPr>
          <p:spPr>
            <a:xfrm>
              <a:off x="6928709" y="2297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3" name="pt32683"/>
            <p:cNvSpPr/>
            <p:nvPr/>
          </p:nvSpPr>
          <p:spPr>
            <a:xfrm>
              <a:off x="7007519" y="2122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4" name="pt32684"/>
            <p:cNvSpPr/>
            <p:nvPr/>
          </p:nvSpPr>
          <p:spPr>
            <a:xfrm>
              <a:off x="7245045" y="2212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5" name="pt32685"/>
            <p:cNvSpPr/>
            <p:nvPr/>
          </p:nvSpPr>
          <p:spPr>
            <a:xfrm>
              <a:off x="7262837" y="2070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6" name="pt32686"/>
            <p:cNvSpPr/>
            <p:nvPr/>
          </p:nvSpPr>
          <p:spPr>
            <a:xfrm>
              <a:off x="7109003" y="2138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7" name="pt32687"/>
            <p:cNvSpPr/>
            <p:nvPr/>
          </p:nvSpPr>
          <p:spPr>
            <a:xfrm>
              <a:off x="6842803" y="2379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8" name="pt32688"/>
            <p:cNvSpPr/>
            <p:nvPr/>
          </p:nvSpPr>
          <p:spPr>
            <a:xfrm>
              <a:off x="7236822" y="1990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9" name="pt32689"/>
            <p:cNvSpPr/>
            <p:nvPr/>
          </p:nvSpPr>
          <p:spPr>
            <a:xfrm>
              <a:off x="6987869" y="1937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0" name="pt32690"/>
            <p:cNvSpPr/>
            <p:nvPr/>
          </p:nvSpPr>
          <p:spPr>
            <a:xfrm>
              <a:off x="6972382" y="1895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1" name="pt32691"/>
            <p:cNvSpPr/>
            <p:nvPr/>
          </p:nvSpPr>
          <p:spPr>
            <a:xfrm>
              <a:off x="7146959" y="2233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2" name="pt32692"/>
            <p:cNvSpPr/>
            <p:nvPr/>
          </p:nvSpPr>
          <p:spPr>
            <a:xfrm>
              <a:off x="7124243" y="2125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3" name="pt32693"/>
            <p:cNvSpPr/>
            <p:nvPr/>
          </p:nvSpPr>
          <p:spPr>
            <a:xfrm>
              <a:off x="7052449" y="2292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4" name="pt32694"/>
            <p:cNvSpPr/>
            <p:nvPr/>
          </p:nvSpPr>
          <p:spPr>
            <a:xfrm>
              <a:off x="7077674" y="2104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5" name="pt32695"/>
            <p:cNvSpPr/>
            <p:nvPr/>
          </p:nvSpPr>
          <p:spPr>
            <a:xfrm>
              <a:off x="7026014" y="1950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6" name="pt32696"/>
            <p:cNvSpPr/>
            <p:nvPr/>
          </p:nvSpPr>
          <p:spPr>
            <a:xfrm>
              <a:off x="6978082" y="2075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7" name="pt32697"/>
            <p:cNvSpPr/>
            <p:nvPr/>
          </p:nvSpPr>
          <p:spPr>
            <a:xfrm>
              <a:off x="6940794" y="2216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8" name="pt32698"/>
            <p:cNvSpPr/>
            <p:nvPr/>
          </p:nvSpPr>
          <p:spPr>
            <a:xfrm>
              <a:off x="7048621" y="228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9" name="pt32699"/>
            <p:cNvSpPr/>
            <p:nvPr/>
          </p:nvSpPr>
          <p:spPr>
            <a:xfrm>
              <a:off x="7323974" y="1948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0" name="pt32700"/>
            <p:cNvSpPr/>
            <p:nvPr/>
          </p:nvSpPr>
          <p:spPr>
            <a:xfrm>
              <a:off x="7150680" y="2136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1" name="pt32701"/>
            <p:cNvSpPr/>
            <p:nvPr/>
          </p:nvSpPr>
          <p:spPr>
            <a:xfrm>
              <a:off x="7098247" y="2275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2" name="pt32702"/>
            <p:cNvSpPr/>
            <p:nvPr/>
          </p:nvSpPr>
          <p:spPr>
            <a:xfrm>
              <a:off x="7187266" y="2039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3" name="pt32703"/>
            <p:cNvSpPr/>
            <p:nvPr/>
          </p:nvSpPr>
          <p:spPr>
            <a:xfrm>
              <a:off x="6943085" y="2215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4" name="pt32704"/>
            <p:cNvSpPr/>
            <p:nvPr/>
          </p:nvSpPr>
          <p:spPr>
            <a:xfrm>
              <a:off x="7049520" y="2433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5" name="pt32705"/>
            <p:cNvSpPr/>
            <p:nvPr/>
          </p:nvSpPr>
          <p:spPr>
            <a:xfrm>
              <a:off x="7308107" y="2030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6" name="pt32706"/>
            <p:cNvSpPr/>
            <p:nvPr/>
          </p:nvSpPr>
          <p:spPr>
            <a:xfrm>
              <a:off x="6923055" y="2202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7" name="pt32707"/>
            <p:cNvSpPr/>
            <p:nvPr/>
          </p:nvSpPr>
          <p:spPr>
            <a:xfrm>
              <a:off x="7030086" y="1735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8" name="pt32708"/>
            <p:cNvSpPr/>
            <p:nvPr/>
          </p:nvSpPr>
          <p:spPr>
            <a:xfrm>
              <a:off x="7342661" y="2011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9" name="pt32709"/>
            <p:cNvSpPr/>
            <p:nvPr/>
          </p:nvSpPr>
          <p:spPr>
            <a:xfrm>
              <a:off x="7424518" y="2379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0" name="pt32710"/>
            <p:cNvSpPr/>
            <p:nvPr/>
          </p:nvSpPr>
          <p:spPr>
            <a:xfrm>
              <a:off x="7188455" y="2109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1" name="pt32711"/>
            <p:cNvSpPr/>
            <p:nvPr/>
          </p:nvSpPr>
          <p:spPr>
            <a:xfrm>
              <a:off x="7507351" y="2376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2" name="pt32712"/>
            <p:cNvSpPr/>
            <p:nvPr/>
          </p:nvSpPr>
          <p:spPr>
            <a:xfrm>
              <a:off x="7087183" y="2192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3" name="pt32713"/>
            <p:cNvSpPr/>
            <p:nvPr/>
          </p:nvSpPr>
          <p:spPr>
            <a:xfrm>
              <a:off x="7419835" y="2540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4" name="pt32714"/>
            <p:cNvSpPr/>
            <p:nvPr/>
          </p:nvSpPr>
          <p:spPr>
            <a:xfrm>
              <a:off x="7287518" y="1944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5" name="pt32715"/>
            <p:cNvSpPr/>
            <p:nvPr/>
          </p:nvSpPr>
          <p:spPr>
            <a:xfrm>
              <a:off x="7292006" y="1998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6" name="pt32716"/>
            <p:cNvSpPr/>
            <p:nvPr/>
          </p:nvSpPr>
          <p:spPr>
            <a:xfrm>
              <a:off x="7045437" y="2346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7" name="pt32717"/>
            <p:cNvSpPr/>
            <p:nvPr/>
          </p:nvSpPr>
          <p:spPr>
            <a:xfrm>
              <a:off x="7281508" y="2103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8" name="pt32718"/>
            <p:cNvSpPr/>
            <p:nvPr/>
          </p:nvSpPr>
          <p:spPr>
            <a:xfrm>
              <a:off x="6926216" y="2175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9" name="pt32719"/>
            <p:cNvSpPr/>
            <p:nvPr/>
          </p:nvSpPr>
          <p:spPr>
            <a:xfrm>
              <a:off x="7262118" y="2085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0" name="pt32720"/>
            <p:cNvSpPr/>
            <p:nvPr/>
          </p:nvSpPr>
          <p:spPr>
            <a:xfrm>
              <a:off x="6960532" y="2100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1" name="pt32721"/>
            <p:cNvSpPr/>
            <p:nvPr/>
          </p:nvSpPr>
          <p:spPr>
            <a:xfrm>
              <a:off x="7210356" y="2365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2" name="pt32722"/>
            <p:cNvSpPr/>
            <p:nvPr/>
          </p:nvSpPr>
          <p:spPr>
            <a:xfrm>
              <a:off x="7166766" y="2025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3" name="pt32723"/>
            <p:cNvSpPr/>
            <p:nvPr/>
          </p:nvSpPr>
          <p:spPr>
            <a:xfrm>
              <a:off x="7229045" y="2006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4" name="pt32724"/>
            <p:cNvSpPr/>
            <p:nvPr/>
          </p:nvSpPr>
          <p:spPr>
            <a:xfrm>
              <a:off x="7126217" y="2160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5" name="pt32725"/>
            <p:cNvSpPr/>
            <p:nvPr/>
          </p:nvSpPr>
          <p:spPr>
            <a:xfrm>
              <a:off x="7069954" y="1892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6" name="pt32726"/>
            <p:cNvSpPr/>
            <p:nvPr/>
          </p:nvSpPr>
          <p:spPr>
            <a:xfrm>
              <a:off x="7002118" y="204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7" name="pt32727"/>
            <p:cNvSpPr/>
            <p:nvPr/>
          </p:nvSpPr>
          <p:spPr>
            <a:xfrm>
              <a:off x="7198340" y="2029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8" name="pt32728"/>
            <p:cNvSpPr/>
            <p:nvPr/>
          </p:nvSpPr>
          <p:spPr>
            <a:xfrm>
              <a:off x="6919574" y="2115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9" name="pt32729"/>
            <p:cNvSpPr/>
            <p:nvPr/>
          </p:nvSpPr>
          <p:spPr>
            <a:xfrm>
              <a:off x="6928772" y="2145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0" name="pt32730"/>
            <p:cNvSpPr/>
            <p:nvPr/>
          </p:nvSpPr>
          <p:spPr>
            <a:xfrm>
              <a:off x="7159643" y="2212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1" name="pt32731"/>
            <p:cNvSpPr/>
            <p:nvPr/>
          </p:nvSpPr>
          <p:spPr>
            <a:xfrm>
              <a:off x="7335788" y="2106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2" name="pt32732"/>
            <p:cNvSpPr/>
            <p:nvPr/>
          </p:nvSpPr>
          <p:spPr>
            <a:xfrm>
              <a:off x="7179497" y="2144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3" name="pt32733"/>
            <p:cNvSpPr/>
            <p:nvPr/>
          </p:nvSpPr>
          <p:spPr>
            <a:xfrm>
              <a:off x="7211998" y="2238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4" name="pt32734"/>
            <p:cNvSpPr/>
            <p:nvPr/>
          </p:nvSpPr>
          <p:spPr>
            <a:xfrm>
              <a:off x="7170744" y="1976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5" name="pt32735"/>
            <p:cNvSpPr/>
            <p:nvPr/>
          </p:nvSpPr>
          <p:spPr>
            <a:xfrm>
              <a:off x="6963005" y="1918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6" name="pt32736"/>
            <p:cNvSpPr/>
            <p:nvPr/>
          </p:nvSpPr>
          <p:spPr>
            <a:xfrm>
              <a:off x="7037973" y="2218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7" name="pt32737"/>
            <p:cNvSpPr/>
            <p:nvPr/>
          </p:nvSpPr>
          <p:spPr>
            <a:xfrm>
              <a:off x="7171896" y="1946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8" name="pt32738"/>
            <p:cNvSpPr/>
            <p:nvPr/>
          </p:nvSpPr>
          <p:spPr>
            <a:xfrm>
              <a:off x="7132832" y="2136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9" name="pt32739"/>
            <p:cNvSpPr/>
            <p:nvPr/>
          </p:nvSpPr>
          <p:spPr>
            <a:xfrm>
              <a:off x="6668790" y="1581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0" name="pt32740"/>
            <p:cNvSpPr/>
            <p:nvPr/>
          </p:nvSpPr>
          <p:spPr>
            <a:xfrm>
              <a:off x="7102591" y="2178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1" name="pt32741"/>
            <p:cNvSpPr/>
            <p:nvPr/>
          </p:nvSpPr>
          <p:spPr>
            <a:xfrm>
              <a:off x="7148741" y="2468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2" name="pt32742"/>
            <p:cNvSpPr/>
            <p:nvPr/>
          </p:nvSpPr>
          <p:spPr>
            <a:xfrm>
              <a:off x="7322275" y="2002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3" name="pt32743"/>
            <p:cNvSpPr/>
            <p:nvPr/>
          </p:nvSpPr>
          <p:spPr>
            <a:xfrm>
              <a:off x="7061945" y="1984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4" name="pt32744"/>
            <p:cNvSpPr/>
            <p:nvPr/>
          </p:nvSpPr>
          <p:spPr>
            <a:xfrm>
              <a:off x="7084932" y="2200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5" name="pt32745"/>
            <p:cNvSpPr/>
            <p:nvPr/>
          </p:nvSpPr>
          <p:spPr>
            <a:xfrm>
              <a:off x="7166511" y="2125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6" name="pt32746"/>
            <p:cNvSpPr/>
            <p:nvPr/>
          </p:nvSpPr>
          <p:spPr>
            <a:xfrm>
              <a:off x="6869336" y="2207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7" name="pt32747"/>
            <p:cNvSpPr/>
            <p:nvPr/>
          </p:nvSpPr>
          <p:spPr>
            <a:xfrm>
              <a:off x="7274075" y="2048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8" name="pt32748"/>
            <p:cNvSpPr/>
            <p:nvPr/>
          </p:nvSpPr>
          <p:spPr>
            <a:xfrm>
              <a:off x="7293689" y="1950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9" name="pt32749"/>
            <p:cNvSpPr/>
            <p:nvPr/>
          </p:nvSpPr>
          <p:spPr>
            <a:xfrm>
              <a:off x="7180016" y="2138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0" name="pt32750"/>
            <p:cNvSpPr/>
            <p:nvPr/>
          </p:nvSpPr>
          <p:spPr>
            <a:xfrm>
              <a:off x="7291787" y="1958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1" name="pt32751"/>
            <p:cNvSpPr/>
            <p:nvPr/>
          </p:nvSpPr>
          <p:spPr>
            <a:xfrm>
              <a:off x="7210457" y="2233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2" name="pt32752"/>
            <p:cNvSpPr/>
            <p:nvPr/>
          </p:nvSpPr>
          <p:spPr>
            <a:xfrm>
              <a:off x="7236851" y="1944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3" name="pt32753"/>
            <p:cNvSpPr/>
            <p:nvPr/>
          </p:nvSpPr>
          <p:spPr>
            <a:xfrm>
              <a:off x="6959282" y="2102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4" name="pt32754"/>
            <p:cNvSpPr/>
            <p:nvPr/>
          </p:nvSpPr>
          <p:spPr>
            <a:xfrm>
              <a:off x="7186306" y="2151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5" name="pt32755"/>
            <p:cNvSpPr/>
            <p:nvPr/>
          </p:nvSpPr>
          <p:spPr>
            <a:xfrm>
              <a:off x="7121564" y="2129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6" name="pt32756"/>
            <p:cNvSpPr/>
            <p:nvPr/>
          </p:nvSpPr>
          <p:spPr>
            <a:xfrm>
              <a:off x="7284213" y="1933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7" name="pt32757"/>
            <p:cNvSpPr/>
            <p:nvPr/>
          </p:nvSpPr>
          <p:spPr>
            <a:xfrm>
              <a:off x="6975481" y="1985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8" name="pt32758"/>
            <p:cNvSpPr/>
            <p:nvPr/>
          </p:nvSpPr>
          <p:spPr>
            <a:xfrm>
              <a:off x="6573411" y="1685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9" name="pt32759"/>
            <p:cNvSpPr/>
            <p:nvPr/>
          </p:nvSpPr>
          <p:spPr>
            <a:xfrm>
              <a:off x="7101768" y="2109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0" name="pt32760"/>
            <p:cNvSpPr/>
            <p:nvPr/>
          </p:nvSpPr>
          <p:spPr>
            <a:xfrm>
              <a:off x="7167354" y="2026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1" name="pt32761"/>
            <p:cNvSpPr/>
            <p:nvPr/>
          </p:nvSpPr>
          <p:spPr>
            <a:xfrm>
              <a:off x="6842500" y="2157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2" name="pt32762"/>
            <p:cNvSpPr/>
            <p:nvPr/>
          </p:nvSpPr>
          <p:spPr>
            <a:xfrm>
              <a:off x="7220165" y="2300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3" name="pt32763"/>
            <p:cNvSpPr/>
            <p:nvPr/>
          </p:nvSpPr>
          <p:spPr>
            <a:xfrm>
              <a:off x="7329937" y="190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4" name="pt32764"/>
            <p:cNvSpPr/>
            <p:nvPr/>
          </p:nvSpPr>
          <p:spPr>
            <a:xfrm>
              <a:off x="6804073" y="2513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5" name="pt32765"/>
            <p:cNvSpPr/>
            <p:nvPr/>
          </p:nvSpPr>
          <p:spPr>
            <a:xfrm>
              <a:off x="7078069" y="2133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6" name="pt32766"/>
            <p:cNvSpPr/>
            <p:nvPr/>
          </p:nvSpPr>
          <p:spPr>
            <a:xfrm>
              <a:off x="7018172" y="2106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7" name="pt32767"/>
            <p:cNvSpPr/>
            <p:nvPr/>
          </p:nvSpPr>
          <p:spPr>
            <a:xfrm>
              <a:off x="7299781" y="1968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8" name="pt32768"/>
            <p:cNvSpPr/>
            <p:nvPr/>
          </p:nvSpPr>
          <p:spPr>
            <a:xfrm>
              <a:off x="7065921" y="2044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9" name="pt32769"/>
            <p:cNvSpPr/>
            <p:nvPr/>
          </p:nvSpPr>
          <p:spPr>
            <a:xfrm>
              <a:off x="7139102" y="2228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0" name="pt32770"/>
            <p:cNvSpPr/>
            <p:nvPr/>
          </p:nvSpPr>
          <p:spPr>
            <a:xfrm>
              <a:off x="6968726" y="2020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1" name="pt32771"/>
            <p:cNvSpPr/>
            <p:nvPr/>
          </p:nvSpPr>
          <p:spPr>
            <a:xfrm>
              <a:off x="7281769" y="2072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2" name="pt32772"/>
            <p:cNvSpPr/>
            <p:nvPr/>
          </p:nvSpPr>
          <p:spPr>
            <a:xfrm>
              <a:off x="7069792" y="2087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3" name="pt32773"/>
            <p:cNvSpPr/>
            <p:nvPr/>
          </p:nvSpPr>
          <p:spPr>
            <a:xfrm>
              <a:off x="7037358" y="2296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4" name="pt32774"/>
            <p:cNvSpPr/>
            <p:nvPr/>
          </p:nvSpPr>
          <p:spPr>
            <a:xfrm>
              <a:off x="7372412" y="2389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5" name="pt32775"/>
            <p:cNvSpPr/>
            <p:nvPr/>
          </p:nvSpPr>
          <p:spPr>
            <a:xfrm>
              <a:off x="7089795" y="2197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6" name="pt32776"/>
            <p:cNvSpPr/>
            <p:nvPr/>
          </p:nvSpPr>
          <p:spPr>
            <a:xfrm>
              <a:off x="7346278" y="2102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7" name="pt32777"/>
            <p:cNvSpPr/>
            <p:nvPr/>
          </p:nvSpPr>
          <p:spPr>
            <a:xfrm>
              <a:off x="7236087" y="2051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8" name="pt32778"/>
            <p:cNvSpPr/>
            <p:nvPr/>
          </p:nvSpPr>
          <p:spPr>
            <a:xfrm>
              <a:off x="6992534" y="1913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9" name="pt32779"/>
            <p:cNvSpPr/>
            <p:nvPr/>
          </p:nvSpPr>
          <p:spPr>
            <a:xfrm>
              <a:off x="6817048" y="2210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0" name="pt32780"/>
            <p:cNvSpPr/>
            <p:nvPr/>
          </p:nvSpPr>
          <p:spPr>
            <a:xfrm>
              <a:off x="7208484" y="2202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1" name="pt32781"/>
            <p:cNvSpPr/>
            <p:nvPr/>
          </p:nvSpPr>
          <p:spPr>
            <a:xfrm>
              <a:off x="7043543" y="2269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2" name="pt32782"/>
            <p:cNvSpPr/>
            <p:nvPr/>
          </p:nvSpPr>
          <p:spPr>
            <a:xfrm>
              <a:off x="7255086" y="2034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3" name="pt32783"/>
            <p:cNvSpPr/>
            <p:nvPr/>
          </p:nvSpPr>
          <p:spPr>
            <a:xfrm>
              <a:off x="7202244" y="1969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4" name="pt32784"/>
            <p:cNvSpPr/>
            <p:nvPr/>
          </p:nvSpPr>
          <p:spPr>
            <a:xfrm>
              <a:off x="7180782" y="2147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5" name="pt32785"/>
            <p:cNvSpPr/>
            <p:nvPr/>
          </p:nvSpPr>
          <p:spPr>
            <a:xfrm>
              <a:off x="6882734" y="2014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6" name="pt32786"/>
            <p:cNvSpPr/>
            <p:nvPr/>
          </p:nvSpPr>
          <p:spPr>
            <a:xfrm>
              <a:off x="7148986" y="2354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7" name="pt32787"/>
            <p:cNvSpPr/>
            <p:nvPr/>
          </p:nvSpPr>
          <p:spPr>
            <a:xfrm>
              <a:off x="6997575" y="2004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8" name="pt32788"/>
            <p:cNvSpPr/>
            <p:nvPr/>
          </p:nvSpPr>
          <p:spPr>
            <a:xfrm>
              <a:off x="7130511" y="2076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9" name="pt32789"/>
            <p:cNvSpPr/>
            <p:nvPr/>
          </p:nvSpPr>
          <p:spPr>
            <a:xfrm>
              <a:off x="7271335" y="2031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0" name="pt32790"/>
            <p:cNvSpPr/>
            <p:nvPr/>
          </p:nvSpPr>
          <p:spPr>
            <a:xfrm>
              <a:off x="6987886" y="1940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1" name="pt32791"/>
            <p:cNvSpPr/>
            <p:nvPr/>
          </p:nvSpPr>
          <p:spPr>
            <a:xfrm>
              <a:off x="6807893" y="2454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2" name="pt32792"/>
            <p:cNvSpPr/>
            <p:nvPr/>
          </p:nvSpPr>
          <p:spPr>
            <a:xfrm>
              <a:off x="7036078" y="2155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3" name="pt32793"/>
            <p:cNvSpPr/>
            <p:nvPr/>
          </p:nvSpPr>
          <p:spPr>
            <a:xfrm>
              <a:off x="7074904" y="2269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4" name="pt32794"/>
            <p:cNvSpPr/>
            <p:nvPr/>
          </p:nvSpPr>
          <p:spPr>
            <a:xfrm>
              <a:off x="7066193" y="2091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5" name="pt32795"/>
            <p:cNvSpPr/>
            <p:nvPr/>
          </p:nvSpPr>
          <p:spPr>
            <a:xfrm>
              <a:off x="7241784" y="1628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6" name="pt32796"/>
            <p:cNvSpPr/>
            <p:nvPr/>
          </p:nvSpPr>
          <p:spPr>
            <a:xfrm>
              <a:off x="7101646" y="2200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7" name="pt32797"/>
            <p:cNvSpPr/>
            <p:nvPr/>
          </p:nvSpPr>
          <p:spPr>
            <a:xfrm>
              <a:off x="7137134" y="2142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8" name="pt32798"/>
            <p:cNvSpPr/>
            <p:nvPr/>
          </p:nvSpPr>
          <p:spPr>
            <a:xfrm>
              <a:off x="6793204" y="2652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9" name="pt32799"/>
            <p:cNvSpPr/>
            <p:nvPr/>
          </p:nvSpPr>
          <p:spPr>
            <a:xfrm>
              <a:off x="7018122" y="2157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0" name="pt32800"/>
            <p:cNvSpPr/>
            <p:nvPr/>
          </p:nvSpPr>
          <p:spPr>
            <a:xfrm>
              <a:off x="7370759" y="2427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1" name="pt32801"/>
            <p:cNvSpPr/>
            <p:nvPr/>
          </p:nvSpPr>
          <p:spPr>
            <a:xfrm>
              <a:off x="7425803" y="2564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2" name="pt32802"/>
            <p:cNvSpPr/>
            <p:nvPr/>
          </p:nvSpPr>
          <p:spPr>
            <a:xfrm>
              <a:off x="6787481" y="267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3" name="pt32803"/>
            <p:cNvSpPr/>
            <p:nvPr/>
          </p:nvSpPr>
          <p:spPr>
            <a:xfrm>
              <a:off x="7159324" y="2046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4" name="pt32804"/>
            <p:cNvSpPr/>
            <p:nvPr/>
          </p:nvSpPr>
          <p:spPr>
            <a:xfrm>
              <a:off x="7052083" y="2341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5" name="pt32805"/>
            <p:cNvSpPr/>
            <p:nvPr/>
          </p:nvSpPr>
          <p:spPr>
            <a:xfrm>
              <a:off x="7471097" y="2870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6" name="pt32806"/>
            <p:cNvSpPr/>
            <p:nvPr/>
          </p:nvSpPr>
          <p:spPr>
            <a:xfrm>
              <a:off x="7013994" y="1859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7" name="pt32807"/>
            <p:cNvSpPr/>
            <p:nvPr/>
          </p:nvSpPr>
          <p:spPr>
            <a:xfrm>
              <a:off x="7081819" y="197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8" name="pt32808"/>
            <p:cNvSpPr/>
            <p:nvPr/>
          </p:nvSpPr>
          <p:spPr>
            <a:xfrm>
              <a:off x="7093011" y="2234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9" name="pt32809"/>
            <p:cNvSpPr/>
            <p:nvPr/>
          </p:nvSpPr>
          <p:spPr>
            <a:xfrm>
              <a:off x="7176416" y="2096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0" name="pt32810"/>
            <p:cNvSpPr/>
            <p:nvPr/>
          </p:nvSpPr>
          <p:spPr>
            <a:xfrm>
              <a:off x="6969062" y="1956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1" name="pt32811"/>
            <p:cNvSpPr/>
            <p:nvPr/>
          </p:nvSpPr>
          <p:spPr>
            <a:xfrm>
              <a:off x="7161495" y="2090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2" name="pt32812"/>
            <p:cNvSpPr/>
            <p:nvPr/>
          </p:nvSpPr>
          <p:spPr>
            <a:xfrm>
              <a:off x="7139095" y="2260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3" name="pt32813"/>
            <p:cNvSpPr/>
            <p:nvPr/>
          </p:nvSpPr>
          <p:spPr>
            <a:xfrm>
              <a:off x="7202512" y="2044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4" name="pt32814"/>
            <p:cNvSpPr/>
            <p:nvPr/>
          </p:nvSpPr>
          <p:spPr>
            <a:xfrm>
              <a:off x="7241667" y="1671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5" name="pt32815"/>
            <p:cNvSpPr/>
            <p:nvPr/>
          </p:nvSpPr>
          <p:spPr>
            <a:xfrm>
              <a:off x="7059740" y="1831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6" name="pt32816"/>
            <p:cNvSpPr/>
            <p:nvPr/>
          </p:nvSpPr>
          <p:spPr>
            <a:xfrm>
              <a:off x="7050793" y="2285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7" name="pt32817"/>
            <p:cNvSpPr/>
            <p:nvPr/>
          </p:nvSpPr>
          <p:spPr>
            <a:xfrm>
              <a:off x="6952750" y="2137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8" name="pt32818"/>
            <p:cNvSpPr/>
            <p:nvPr/>
          </p:nvSpPr>
          <p:spPr>
            <a:xfrm>
              <a:off x="7174758" y="1926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9" name="pt32819"/>
            <p:cNvSpPr/>
            <p:nvPr/>
          </p:nvSpPr>
          <p:spPr>
            <a:xfrm>
              <a:off x="7137085" y="2312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0" name="pt32820"/>
            <p:cNvSpPr/>
            <p:nvPr/>
          </p:nvSpPr>
          <p:spPr>
            <a:xfrm>
              <a:off x="7315127" y="1948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1" name="pt32821"/>
            <p:cNvSpPr/>
            <p:nvPr/>
          </p:nvSpPr>
          <p:spPr>
            <a:xfrm>
              <a:off x="7072835" y="220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2" name="pt32822"/>
            <p:cNvSpPr/>
            <p:nvPr/>
          </p:nvSpPr>
          <p:spPr>
            <a:xfrm>
              <a:off x="7165467" y="2103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3" name="pt32823"/>
            <p:cNvSpPr/>
            <p:nvPr/>
          </p:nvSpPr>
          <p:spPr>
            <a:xfrm>
              <a:off x="7162052" y="2001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4" name="pt32824"/>
            <p:cNvSpPr/>
            <p:nvPr/>
          </p:nvSpPr>
          <p:spPr>
            <a:xfrm>
              <a:off x="7233523" y="2050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5" name="pt32825"/>
            <p:cNvSpPr/>
            <p:nvPr/>
          </p:nvSpPr>
          <p:spPr>
            <a:xfrm>
              <a:off x="7142797" y="2193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6" name="pt32826"/>
            <p:cNvSpPr/>
            <p:nvPr/>
          </p:nvSpPr>
          <p:spPr>
            <a:xfrm>
              <a:off x="7097232" y="218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7" name="pt32827"/>
            <p:cNvSpPr/>
            <p:nvPr/>
          </p:nvSpPr>
          <p:spPr>
            <a:xfrm>
              <a:off x="7175550" y="2063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8" name="pt32828"/>
            <p:cNvSpPr/>
            <p:nvPr/>
          </p:nvSpPr>
          <p:spPr>
            <a:xfrm>
              <a:off x="7309253" y="2100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9" name="pt32829"/>
            <p:cNvSpPr/>
            <p:nvPr/>
          </p:nvSpPr>
          <p:spPr>
            <a:xfrm>
              <a:off x="7286357" y="2056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0" name="pt32830"/>
            <p:cNvSpPr/>
            <p:nvPr/>
          </p:nvSpPr>
          <p:spPr>
            <a:xfrm>
              <a:off x="7046758" y="2009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1" name="pt32831"/>
            <p:cNvSpPr/>
            <p:nvPr/>
          </p:nvSpPr>
          <p:spPr>
            <a:xfrm>
              <a:off x="7002409" y="1970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2" name="pt32832"/>
            <p:cNvSpPr/>
            <p:nvPr/>
          </p:nvSpPr>
          <p:spPr>
            <a:xfrm>
              <a:off x="7275890" y="1996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3" name="pt32833"/>
            <p:cNvSpPr/>
            <p:nvPr/>
          </p:nvSpPr>
          <p:spPr>
            <a:xfrm>
              <a:off x="7044207" y="2219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4" name="pt32834"/>
            <p:cNvSpPr/>
            <p:nvPr/>
          </p:nvSpPr>
          <p:spPr>
            <a:xfrm>
              <a:off x="7097579" y="2225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5" name="pt32835"/>
            <p:cNvSpPr/>
            <p:nvPr/>
          </p:nvSpPr>
          <p:spPr>
            <a:xfrm>
              <a:off x="6775654" y="2333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6" name="pt32836"/>
            <p:cNvSpPr/>
            <p:nvPr/>
          </p:nvSpPr>
          <p:spPr>
            <a:xfrm>
              <a:off x="7101963" y="2188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7" name="pt32837"/>
            <p:cNvSpPr/>
            <p:nvPr/>
          </p:nvSpPr>
          <p:spPr>
            <a:xfrm>
              <a:off x="7019978" y="2006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8" name="pt32838"/>
            <p:cNvSpPr/>
            <p:nvPr/>
          </p:nvSpPr>
          <p:spPr>
            <a:xfrm>
              <a:off x="6951174" y="2198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9" name="pt32839"/>
            <p:cNvSpPr/>
            <p:nvPr/>
          </p:nvSpPr>
          <p:spPr>
            <a:xfrm>
              <a:off x="6963752" y="2088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0" name="pt32840"/>
            <p:cNvSpPr/>
            <p:nvPr/>
          </p:nvSpPr>
          <p:spPr>
            <a:xfrm>
              <a:off x="7013404" y="1542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1" name="pt32841"/>
            <p:cNvSpPr/>
            <p:nvPr/>
          </p:nvSpPr>
          <p:spPr>
            <a:xfrm>
              <a:off x="7195476" y="2137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2" name="pt32842"/>
            <p:cNvSpPr/>
            <p:nvPr/>
          </p:nvSpPr>
          <p:spPr>
            <a:xfrm>
              <a:off x="7323853" y="2007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3" name="pt32843"/>
            <p:cNvSpPr/>
            <p:nvPr/>
          </p:nvSpPr>
          <p:spPr>
            <a:xfrm>
              <a:off x="7261901" y="2124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4" name="pt32844"/>
            <p:cNvSpPr/>
            <p:nvPr/>
          </p:nvSpPr>
          <p:spPr>
            <a:xfrm>
              <a:off x="7025073" y="1731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5" name="pt32845"/>
            <p:cNvSpPr/>
            <p:nvPr/>
          </p:nvSpPr>
          <p:spPr>
            <a:xfrm>
              <a:off x="7300389" y="1975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6" name="pt32846"/>
            <p:cNvSpPr/>
            <p:nvPr/>
          </p:nvSpPr>
          <p:spPr>
            <a:xfrm>
              <a:off x="7172715" y="1963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7" name="pt32847"/>
            <p:cNvSpPr/>
            <p:nvPr/>
          </p:nvSpPr>
          <p:spPr>
            <a:xfrm>
              <a:off x="7206647" y="2218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8" name="pt32848"/>
            <p:cNvSpPr/>
            <p:nvPr/>
          </p:nvSpPr>
          <p:spPr>
            <a:xfrm>
              <a:off x="6937882" y="1903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9" name="pt32849"/>
            <p:cNvSpPr/>
            <p:nvPr/>
          </p:nvSpPr>
          <p:spPr>
            <a:xfrm>
              <a:off x="7140801" y="2180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0" name="pt32850"/>
            <p:cNvSpPr/>
            <p:nvPr/>
          </p:nvSpPr>
          <p:spPr>
            <a:xfrm>
              <a:off x="7267816" y="2059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1" name="pt32851"/>
            <p:cNvSpPr/>
            <p:nvPr/>
          </p:nvSpPr>
          <p:spPr>
            <a:xfrm>
              <a:off x="7042857" y="2235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2" name="pt32852"/>
            <p:cNvSpPr/>
            <p:nvPr/>
          </p:nvSpPr>
          <p:spPr>
            <a:xfrm>
              <a:off x="7200833" y="1922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3" name="pt32853"/>
            <p:cNvSpPr/>
            <p:nvPr/>
          </p:nvSpPr>
          <p:spPr>
            <a:xfrm>
              <a:off x="7150688" y="231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4" name="pt32854"/>
            <p:cNvSpPr/>
            <p:nvPr/>
          </p:nvSpPr>
          <p:spPr>
            <a:xfrm>
              <a:off x="7128263" y="2152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5" name="pt32855"/>
            <p:cNvSpPr/>
            <p:nvPr/>
          </p:nvSpPr>
          <p:spPr>
            <a:xfrm>
              <a:off x="7051698" y="2323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6" name="pt32856"/>
            <p:cNvSpPr/>
            <p:nvPr/>
          </p:nvSpPr>
          <p:spPr>
            <a:xfrm>
              <a:off x="6683470" y="2187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7" name="pt32857"/>
            <p:cNvSpPr/>
            <p:nvPr/>
          </p:nvSpPr>
          <p:spPr>
            <a:xfrm>
              <a:off x="7344089" y="2149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8" name="pt32858"/>
            <p:cNvSpPr/>
            <p:nvPr/>
          </p:nvSpPr>
          <p:spPr>
            <a:xfrm>
              <a:off x="7267684" y="2079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9" name="pt32859"/>
            <p:cNvSpPr/>
            <p:nvPr/>
          </p:nvSpPr>
          <p:spPr>
            <a:xfrm>
              <a:off x="7103455" y="2244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0" name="pt32860"/>
            <p:cNvSpPr/>
            <p:nvPr/>
          </p:nvSpPr>
          <p:spPr>
            <a:xfrm>
              <a:off x="6956664" y="2224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1" name="pt32861"/>
            <p:cNvSpPr/>
            <p:nvPr/>
          </p:nvSpPr>
          <p:spPr>
            <a:xfrm>
              <a:off x="7282690" y="2021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2" name="pt32862"/>
            <p:cNvSpPr/>
            <p:nvPr/>
          </p:nvSpPr>
          <p:spPr>
            <a:xfrm>
              <a:off x="7153267" y="2382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3" name="pt32863"/>
            <p:cNvSpPr/>
            <p:nvPr/>
          </p:nvSpPr>
          <p:spPr>
            <a:xfrm>
              <a:off x="7046631" y="2228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4" name="pt32864"/>
            <p:cNvSpPr/>
            <p:nvPr/>
          </p:nvSpPr>
          <p:spPr>
            <a:xfrm>
              <a:off x="7071863" y="2295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5" name="pt32865"/>
            <p:cNvSpPr/>
            <p:nvPr/>
          </p:nvSpPr>
          <p:spPr>
            <a:xfrm>
              <a:off x="6978515" y="1964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6" name="pt32866"/>
            <p:cNvSpPr/>
            <p:nvPr/>
          </p:nvSpPr>
          <p:spPr>
            <a:xfrm>
              <a:off x="7100393" y="2227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7" name="pt32867"/>
            <p:cNvSpPr/>
            <p:nvPr/>
          </p:nvSpPr>
          <p:spPr>
            <a:xfrm>
              <a:off x="7078296" y="2141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8" name="pt32868"/>
            <p:cNvSpPr/>
            <p:nvPr/>
          </p:nvSpPr>
          <p:spPr>
            <a:xfrm>
              <a:off x="7310479" y="2105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9" name="pt32869"/>
            <p:cNvSpPr/>
            <p:nvPr/>
          </p:nvSpPr>
          <p:spPr>
            <a:xfrm>
              <a:off x="7676946" y="2331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0" name="pt32870"/>
            <p:cNvSpPr/>
            <p:nvPr/>
          </p:nvSpPr>
          <p:spPr>
            <a:xfrm>
              <a:off x="7066190" y="2078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1" name="pt32871"/>
            <p:cNvSpPr/>
            <p:nvPr/>
          </p:nvSpPr>
          <p:spPr>
            <a:xfrm>
              <a:off x="7144253" y="2188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2" name="pt32872"/>
            <p:cNvSpPr/>
            <p:nvPr/>
          </p:nvSpPr>
          <p:spPr>
            <a:xfrm>
              <a:off x="6901184" y="1748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3" name="pt32873"/>
            <p:cNvSpPr/>
            <p:nvPr/>
          </p:nvSpPr>
          <p:spPr>
            <a:xfrm>
              <a:off x="7151854" y="2268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4" name="pt32874"/>
            <p:cNvSpPr/>
            <p:nvPr/>
          </p:nvSpPr>
          <p:spPr>
            <a:xfrm>
              <a:off x="7040037" y="2152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5" name="pt32875"/>
            <p:cNvSpPr/>
            <p:nvPr/>
          </p:nvSpPr>
          <p:spPr>
            <a:xfrm>
              <a:off x="7072037" y="2280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6" name="pt32876"/>
            <p:cNvSpPr/>
            <p:nvPr/>
          </p:nvSpPr>
          <p:spPr>
            <a:xfrm>
              <a:off x="7123986" y="2160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7" name="pt32877"/>
            <p:cNvSpPr/>
            <p:nvPr/>
          </p:nvSpPr>
          <p:spPr>
            <a:xfrm>
              <a:off x="7479532" y="2714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8" name="pt32878"/>
            <p:cNvSpPr/>
            <p:nvPr/>
          </p:nvSpPr>
          <p:spPr>
            <a:xfrm>
              <a:off x="7128718" y="2198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9" name="pt32879"/>
            <p:cNvSpPr/>
            <p:nvPr/>
          </p:nvSpPr>
          <p:spPr>
            <a:xfrm>
              <a:off x="7093737" y="2119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0" name="pt32880"/>
            <p:cNvSpPr/>
            <p:nvPr/>
          </p:nvSpPr>
          <p:spPr>
            <a:xfrm>
              <a:off x="6851914" y="2314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1" name="pt32881"/>
            <p:cNvSpPr/>
            <p:nvPr/>
          </p:nvSpPr>
          <p:spPr>
            <a:xfrm>
              <a:off x="7408476" y="2615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2" name="pt32882"/>
            <p:cNvSpPr/>
            <p:nvPr/>
          </p:nvSpPr>
          <p:spPr>
            <a:xfrm>
              <a:off x="7205413" y="2072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3" name="pt32883"/>
            <p:cNvSpPr/>
            <p:nvPr/>
          </p:nvSpPr>
          <p:spPr>
            <a:xfrm>
              <a:off x="7027738" y="1804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4" name="pt32884"/>
            <p:cNvSpPr/>
            <p:nvPr/>
          </p:nvSpPr>
          <p:spPr>
            <a:xfrm>
              <a:off x="6860671" y="2110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5" name="pt32885"/>
            <p:cNvSpPr/>
            <p:nvPr/>
          </p:nvSpPr>
          <p:spPr>
            <a:xfrm>
              <a:off x="7167859" y="2061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6" name="pt32886"/>
            <p:cNvSpPr/>
            <p:nvPr/>
          </p:nvSpPr>
          <p:spPr>
            <a:xfrm>
              <a:off x="7087615" y="2111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7" name="pt32887"/>
            <p:cNvSpPr/>
            <p:nvPr/>
          </p:nvSpPr>
          <p:spPr>
            <a:xfrm>
              <a:off x="7017496" y="2070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8" name="pt32888"/>
            <p:cNvSpPr/>
            <p:nvPr/>
          </p:nvSpPr>
          <p:spPr>
            <a:xfrm>
              <a:off x="6924911" y="2182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9" name="pt32889"/>
            <p:cNvSpPr/>
            <p:nvPr/>
          </p:nvSpPr>
          <p:spPr>
            <a:xfrm>
              <a:off x="7290575" y="1883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0" name="pt32890"/>
            <p:cNvSpPr/>
            <p:nvPr/>
          </p:nvSpPr>
          <p:spPr>
            <a:xfrm>
              <a:off x="6637578" y="2120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1" name="pt32891"/>
            <p:cNvSpPr/>
            <p:nvPr/>
          </p:nvSpPr>
          <p:spPr>
            <a:xfrm>
              <a:off x="7243993" y="2140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2" name="pt32892"/>
            <p:cNvSpPr/>
            <p:nvPr/>
          </p:nvSpPr>
          <p:spPr>
            <a:xfrm>
              <a:off x="7397174" y="2061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3" name="pt32893"/>
            <p:cNvSpPr/>
            <p:nvPr/>
          </p:nvSpPr>
          <p:spPr>
            <a:xfrm>
              <a:off x="7196361" y="2101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4" name="pt32894"/>
            <p:cNvSpPr/>
            <p:nvPr/>
          </p:nvSpPr>
          <p:spPr>
            <a:xfrm>
              <a:off x="7113846" y="2171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5" name="pt32895"/>
            <p:cNvSpPr/>
            <p:nvPr/>
          </p:nvSpPr>
          <p:spPr>
            <a:xfrm>
              <a:off x="7116586" y="2179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6" name="pt32896"/>
            <p:cNvSpPr/>
            <p:nvPr/>
          </p:nvSpPr>
          <p:spPr>
            <a:xfrm>
              <a:off x="7034514" y="2154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7" name="pt32897"/>
            <p:cNvSpPr/>
            <p:nvPr/>
          </p:nvSpPr>
          <p:spPr>
            <a:xfrm>
              <a:off x="7268293" y="2030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8" name="pt32898"/>
            <p:cNvSpPr/>
            <p:nvPr/>
          </p:nvSpPr>
          <p:spPr>
            <a:xfrm>
              <a:off x="6953621" y="206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9" name="pt32899"/>
            <p:cNvSpPr/>
            <p:nvPr/>
          </p:nvSpPr>
          <p:spPr>
            <a:xfrm>
              <a:off x="7252446" y="195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0" name="pt32900"/>
            <p:cNvSpPr/>
            <p:nvPr/>
          </p:nvSpPr>
          <p:spPr>
            <a:xfrm>
              <a:off x="7243944" y="2183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1" name="pt32901"/>
            <p:cNvSpPr/>
            <p:nvPr/>
          </p:nvSpPr>
          <p:spPr>
            <a:xfrm>
              <a:off x="7207438" y="2238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2" name="pt32902"/>
            <p:cNvSpPr/>
            <p:nvPr/>
          </p:nvSpPr>
          <p:spPr>
            <a:xfrm>
              <a:off x="7201054" y="1876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3" name="pt32903"/>
            <p:cNvSpPr/>
            <p:nvPr/>
          </p:nvSpPr>
          <p:spPr>
            <a:xfrm>
              <a:off x="7016351" y="2196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4" name="pt32904"/>
            <p:cNvSpPr/>
            <p:nvPr/>
          </p:nvSpPr>
          <p:spPr>
            <a:xfrm>
              <a:off x="7357756" y="2424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5" name="pt32905"/>
            <p:cNvSpPr/>
            <p:nvPr/>
          </p:nvSpPr>
          <p:spPr>
            <a:xfrm>
              <a:off x="7116184" y="2162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6" name="pt32906"/>
            <p:cNvSpPr/>
            <p:nvPr/>
          </p:nvSpPr>
          <p:spPr>
            <a:xfrm>
              <a:off x="7199967" y="1963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7" name="pt32907"/>
            <p:cNvSpPr/>
            <p:nvPr/>
          </p:nvSpPr>
          <p:spPr>
            <a:xfrm>
              <a:off x="7136185" y="2154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8" name="pt32908"/>
            <p:cNvSpPr/>
            <p:nvPr/>
          </p:nvSpPr>
          <p:spPr>
            <a:xfrm>
              <a:off x="6917564" y="2008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9" name="pt32909"/>
            <p:cNvSpPr/>
            <p:nvPr/>
          </p:nvSpPr>
          <p:spPr>
            <a:xfrm>
              <a:off x="7115818" y="2174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0" name="pt32910"/>
            <p:cNvSpPr/>
            <p:nvPr/>
          </p:nvSpPr>
          <p:spPr>
            <a:xfrm>
              <a:off x="7131011" y="2153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1" name="pt32911"/>
            <p:cNvSpPr/>
            <p:nvPr/>
          </p:nvSpPr>
          <p:spPr>
            <a:xfrm>
              <a:off x="7217446" y="2332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2" name="pt32912"/>
            <p:cNvSpPr/>
            <p:nvPr/>
          </p:nvSpPr>
          <p:spPr>
            <a:xfrm>
              <a:off x="7355317" y="2063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3" name="pt32913"/>
            <p:cNvSpPr/>
            <p:nvPr/>
          </p:nvSpPr>
          <p:spPr>
            <a:xfrm>
              <a:off x="7306646" y="1994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4" name="pt32914"/>
            <p:cNvSpPr/>
            <p:nvPr/>
          </p:nvSpPr>
          <p:spPr>
            <a:xfrm>
              <a:off x="7181397" y="2159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5" name="pt32915"/>
            <p:cNvSpPr/>
            <p:nvPr/>
          </p:nvSpPr>
          <p:spPr>
            <a:xfrm>
              <a:off x="6970920" y="2003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6" name="pt32916"/>
            <p:cNvSpPr/>
            <p:nvPr/>
          </p:nvSpPr>
          <p:spPr>
            <a:xfrm>
              <a:off x="7294935" y="2017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7" name="pt32917"/>
            <p:cNvSpPr/>
            <p:nvPr/>
          </p:nvSpPr>
          <p:spPr>
            <a:xfrm>
              <a:off x="7108871" y="2134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8" name="pt32918"/>
            <p:cNvSpPr/>
            <p:nvPr/>
          </p:nvSpPr>
          <p:spPr>
            <a:xfrm>
              <a:off x="7161817" y="2034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9" name="pt32919"/>
            <p:cNvSpPr/>
            <p:nvPr/>
          </p:nvSpPr>
          <p:spPr>
            <a:xfrm>
              <a:off x="7290347" y="1975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0" name="pt32920"/>
            <p:cNvSpPr/>
            <p:nvPr/>
          </p:nvSpPr>
          <p:spPr>
            <a:xfrm>
              <a:off x="7092176" y="219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1" name="pt32921"/>
            <p:cNvSpPr/>
            <p:nvPr/>
          </p:nvSpPr>
          <p:spPr>
            <a:xfrm>
              <a:off x="7151494" y="2303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2" name="pt32922"/>
            <p:cNvSpPr/>
            <p:nvPr/>
          </p:nvSpPr>
          <p:spPr>
            <a:xfrm>
              <a:off x="7089060" y="2186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3" name="pt32923"/>
            <p:cNvSpPr/>
            <p:nvPr/>
          </p:nvSpPr>
          <p:spPr>
            <a:xfrm>
              <a:off x="6455292" y="1764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4" name="pt32924"/>
            <p:cNvSpPr/>
            <p:nvPr/>
          </p:nvSpPr>
          <p:spPr>
            <a:xfrm>
              <a:off x="7073443" y="2204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5" name="pt32925"/>
            <p:cNvSpPr/>
            <p:nvPr/>
          </p:nvSpPr>
          <p:spPr>
            <a:xfrm>
              <a:off x="7351704" y="1935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6" name="pt32926"/>
            <p:cNvSpPr/>
            <p:nvPr/>
          </p:nvSpPr>
          <p:spPr>
            <a:xfrm>
              <a:off x="7059479" y="2113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7" name="pt32927"/>
            <p:cNvSpPr/>
            <p:nvPr/>
          </p:nvSpPr>
          <p:spPr>
            <a:xfrm>
              <a:off x="7087018" y="2195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8" name="pt32928"/>
            <p:cNvSpPr/>
            <p:nvPr/>
          </p:nvSpPr>
          <p:spPr>
            <a:xfrm>
              <a:off x="7377185" y="2321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9" name="pt32929"/>
            <p:cNvSpPr/>
            <p:nvPr/>
          </p:nvSpPr>
          <p:spPr>
            <a:xfrm>
              <a:off x="6779968" y="2510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0" name="pt32930"/>
            <p:cNvSpPr/>
            <p:nvPr/>
          </p:nvSpPr>
          <p:spPr>
            <a:xfrm>
              <a:off x="6911959" y="2095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1" name="pt32931"/>
            <p:cNvSpPr/>
            <p:nvPr/>
          </p:nvSpPr>
          <p:spPr>
            <a:xfrm>
              <a:off x="7075243" y="2211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2" name="pt32932"/>
            <p:cNvSpPr/>
            <p:nvPr/>
          </p:nvSpPr>
          <p:spPr>
            <a:xfrm>
              <a:off x="7362792" y="2341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3" name="pt32933"/>
            <p:cNvSpPr/>
            <p:nvPr/>
          </p:nvSpPr>
          <p:spPr>
            <a:xfrm>
              <a:off x="7182113" y="2085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4" name="pt32934"/>
            <p:cNvSpPr/>
            <p:nvPr/>
          </p:nvSpPr>
          <p:spPr>
            <a:xfrm>
              <a:off x="6996878" y="2082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5" name="pt32935"/>
            <p:cNvSpPr/>
            <p:nvPr/>
          </p:nvSpPr>
          <p:spPr>
            <a:xfrm>
              <a:off x="7160468" y="2135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6" name="pt32936"/>
            <p:cNvSpPr/>
            <p:nvPr/>
          </p:nvSpPr>
          <p:spPr>
            <a:xfrm>
              <a:off x="6920035" y="2196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7" name="pt32937"/>
            <p:cNvSpPr/>
            <p:nvPr/>
          </p:nvSpPr>
          <p:spPr>
            <a:xfrm>
              <a:off x="6685385" y="2130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8" name="pt32938"/>
            <p:cNvSpPr/>
            <p:nvPr/>
          </p:nvSpPr>
          <p:spPr>
            <a:xfrm>
              <a:off x="6778048" y="2335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9" name="pt32939"/>
            <p:cNvSpPr/>
            <p:nvPr/>
          </p:nvSpPr>
          <p:spPr>
            <a:xfrm>
              <a:off x="6674915" y="2006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0" name="pt32940"/>
            <p:cNvSpPr/>
            <p:nvPr/>
          </p:nvSpPr>
          <p:spPr>
            <a:xfrm>
              <a:off x="7212859" y="2221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1" name="pt32941"/>
            <p:cNvSpPr/>
            <p:nvPr/>
          </p:nvSpPr>
          <p:spPr>
            <a:xfrm>
              <a:off x="7350088" y="2352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2" name="pt32942"/>
            <p:cNvSpPr/>
            <p:nvPr/>
          </p:nvSpPr>
          <p:spPr>
            <a:xfrm>
              <a:off x="7135319" y="2087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3" name="pt32943"/>
            <p:cNvSpPr/>
            <p:nvPr/>
          </p:nvSpPr>
          <p:spPr>
            <a:xfrm>
              <a:off x="7174541" y="2006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4" name="pt32944"/>
            <p:cNvSpPr/>
            <p:nvPr/>
          </p:nvSpPr>
          <p:spPr>
            <a:xfrm>
              <a:off x="7531445" y="2417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5" name="pt32945"/>
            <p:cNvSpPr/>
            <p:nvPr/>
          </p:nvSpPr>
          <p:spPr>
            <a:xfrm>
              <a:off x="7091541" y="2211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6" name="pt32946"/>
            <p:cNvSpPr/>
            <p:nvPr/>
          </p:nvSpPr>
          <p:spPr>
            <a:xfrm>
              <a:off x="7109502" y="2038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7" name="pt32947"/>
            <p:cNvSpPr/>
            <p:nvPr/>
          </p:nvSpPr>
          <p:spPr>
            <a:xfrm>
              <a:off x="7170230" y="2010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8" name="pt32948"/>
            <p:cNvSpPr/>
            <p:nvPr/>
          </p:nvSpPr>
          <p:spPr>
            <a:xfrm>
              <a:off x="7107171" y="2292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9" name="pt32949"/>
            <p:cNvSpPr/>
            <p:nvPr/>
          </p:nvSpPr>
          <p:spPr>
            <a:xfrm>
              <a:off x="7180939" y="2158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0" name="pt32950"/>
            <p:cNvSpPr/>
            <p:nvPr/>
          </p:nvSpPr>
          <p:spPr>
            <a:xfrm>
              <a:off x="6888612" y="2077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1" name="pt32951"/>
            <p:cNvSpPr/>
            <p:nvPr/>
          </p:nvSpPr>
          <p:spPr>
            <a:xfrm>
              <a:off x="7166501" y="2034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2" name="pt32952"/>
            <p:cNvSpPr/>
            <p:nvPr/>
          </p:nvSpPr>
          <p:spPr>
            <a:xfrm>
              <a:off x="7197364" y="2043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3" name="pt32953"/>
            <p:cNvSpPr/>
            <p:nvPr/>
          </p:nvSpPr>
          <p:spPr>
            <a:xfrm>
              <a:off x="7322848" y="2032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4" name="pt32954"/>
            <p:cNvSpPr/>
            <p:nvPr/>
          </p:nvSpPr>
          <p:spPr>
            <a:xfrm>
              <a:off x="7331928" y="2086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5" name="pt32955"/>
            <p:cNvSpPr/>
            <p:nvPr/>
          </p:nvSpPr>
          <p:spPr>
            <a:xfrm>
              <a:off x="7387033" y="2156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6" name="pt32956"/>
            <p:cNvSpPr/>
            <p:nvPr/>
          </p:nvSpPr>
          <p:spPr>
            <a:xfrm>
              <a:off x="7181680" y="2091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7" name="pt32957"/>
            <p:cNvSpPr/>
            <p:nvPr/>
          </p:nvSpPr>
          <p:spPr>
            <a:xfrm>
              <a:off x="7285447" y="2107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8" name="pt32958"/>
            <p:cNvSpPr/>
            <p:nvPr/>
          </p:nvSpPr>
          <p:spPr>
            <a:xfrm>
              <a:off x="7158804" y="209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9" name="pt32959"/>
            <p:cNvSpPr/>
            <p:nvPr/>
          </p:nvSpPr>
          <p:spPr>
            <a:xfrm>
              <a:off x="7097166" y="2129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0" name="pt32960"/>
            <p:cNvSpPr/>
            <p:nvPr/>
          </p:nvSpPr>
          <p:spPr>
            <a:xfrm>
              <a:off x="7357135" y="2574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1" name="pt32961"/>
            <p:cNvSpPr/>
            <p:nvPr/>
          </p:nvSpPr>
          <p:spPr>
            <a:xfrm>
              <a:off x="7251732" y="2078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2" name="pt32962"/>
            <p:cNvSpPr/>
            <p:nvPr/>
          </p:nvSpPr>
          <p:spPr>
            <a:xfrm>
              <a:off x="7146087" y="2286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3" name="pt32963"/>
            <p:cNvSpPr/>
            <p:nvPr/>
          </p:nvSpPr>
          <p:spPr>
            <a:xfrm>
              <a:off x="7187817" y="2083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4" name="pt32964"/>
            <p:cNvSpPr/>
            <p:nvPr/>
          </p:nvSpPr>
          <p:spPr>
            <a:xfrm>
              <a:off x="7156965" y="2119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5" name="pt32965"/>
            <p:cNvSpPr/>
            <p:nvPr/>
          </p:nvSpPr>
          <p:spPr>
            <a:xfrm>
              <a:off x="7329531" y="1969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6" name="pt32966"/>
            <p:cNvSpPr/>
            <p:nvPr/>
          </p:nvSpPr>
          <p:spPr>
            <a:xfrm>
              <a:off x="7002876" y="199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7" name="pt32967"/>
            <p:cNvSpPr/>
            <p:nvPr/>
          </p:nvSpPr>
          <p:spPr>
            <a:xfrm>
              <a:off x="7272132" y="2024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8" name="pt32968"/>
            <p:cNvSpPr/>
            <p:nvPr/>
          </p:nvSpPr>
          <p:spPr>
            <a:xfrm>
              <a:off x="7095857" y="2162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9" name="pt32969"/>
            <p:cNvSpPr/>
            <p:nvPr/>
          </p:nvSpPr>
          <p:spPr>
            <a:xfrm>
              <a:off x="7269808" y="1972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0" name="pt32970"/>
            <p:cNvSpPr/>
            <p:nvPr/>
          </p:nvSpPr>
          <p:spPr>
            <a:xfrm>
              <a:off x="7097798" y="2227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1" name="pt32971"/>
            <p:cNvSpPr/>
            <p:nvPr/>
          </p:nvSpPr>
          <p:spPr>
            <a:xfrm>
              <a:off x="7236756" y="2109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2" name="pt32972"/>
            <p:cNvSpPr/>
            <p:nvPr/>
          </p:nvSpPr>
          <p:spPr>
            <a:xfrm>
              <a:off x="7230169" y="2175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3" name="pt32973"/>
            <p:cNvSpPr/>
            <p:nvPr/>
          </p:nvSpPr>
          <p:spPr>
            <a:xfrm>
              <a:off x="7099554" y="2235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4" name="pt32974"/>
            <p:cNvSpPr/>
            <p:nvPr/>
          </p:nvSpPr>
          <p:spPr>
            <a:xfrm>
              <a:off x="7202349" y="2099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5" name="pt32975"/>
            <p:cNvSpPr/>
            <p:nvPr/>
          </p:nvSpPr>
          <p:spPr>
            <a:xfrm>
              <a:off x="7138504" y="2175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6" name="pt32976"/>
            <p:cNvSpPr/>
            <p:nvPr/>
          </p:nvSpPr>
          <p:spPr>
            <a:xfrm>
              <a:off x="7309171" y="2091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7" name="pt32977"/>
            <p:cNvSpPr/>
            <p:nvPr/>
          </p:nvSpPr>
          <p:spPr>
            <a:xfrm>
              <a:off x="7122860" y="2162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8" name="pt32978"/>
            <p:cNvSpPr/>
            <p:nvPr/>
          </p:nvSpPr>
          <p:spPr>
            <a:xfrm>
              <a:off x="7008983" y="1842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9" name="pt32979"/>
            <p:cNvSpPr/>
            <p:nvPr/>
          </p:nvSpPr>
          <p:spPr>
            <a:xfrm>
              <a:off x="7191239" y="2041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0" name="pt32980"/>
            <p:cNvSpPr/>
            <p:nvPr/>
          </p:nvSpPr>
          <p:spPr>
            <a:xfrm>
              <a:off x="6868726" y="206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1" name="pt32981"/>
            <p:cNvSpPr/>
            <p:nvPr/>
          </p:nvSpPr>
          <p:spPr>
            <a:xfrm>
              <a:off x="7195874" y="2087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2" name="pt32982"/>
            <p:cNvSpPr/>
            <p:nvPr/>
          </p:nvSpPr>
          <p:spPr>
            <a:xfrm>
              <a:off x="7044391" y="2223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3" name="pt32983"/>
            <p:cNvSpPr/>
            <p:nvPr/>
          </p:nvSpPr>
          <p:spPr>
            <a:xfrm>
              <a:off x="7156581" y="2167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4" name="pt32984"/>
            <p:cNvSpPr/>
            <p:nvPr/>
          </p:nvSpPr>
          <p:spPr>
            <a:xfrm>
              <a:off x="7232248" y="2234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5" name="pt32985"/>
            <p:cNvSpPr/>
            <p:nvPr/>
          </p:nvSpPr>
          <p:spPr>
            <a:xfrm>
              <a:off x="7362231" y="2406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6" name="pt32986"/>
            <p:cNvSpPr/>
            <p:nvPr/>
          </p:nvSpPr>
          <p:spPr>
            <a:xfrm>
              <a:off x="6718036" y="2002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7" name="pt32987"/>
            <p:cNvSpPr/>
            <p:nvPr/>
          </p:nvSpPr>
          <p:spPr>
            <a:xfrm>
              <a:off x="7042453" y="218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8" name="pt32988"/>
            <p:cNvSpPr/>
            <p:nvPr/>
          </p:nvSpPr>
          <p:spPr>
            <a:xfrm>
              <a:off x="6854176" y="2478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9" name="pt32989"/>
            <p:cNvSpPr/>
            <p:nvPr/>
          </p:nvSpPr>
          <p:spPr>
            <a:xfrm>
              <a:off x="7167759" y="1927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0" name="pt32990"/>
            <p:cNvSpPr/>
            <p:nvPr/>
          </p:nvSpPr>
          <p:spPr>
            <a:xfrm>
              <a:off x="7178542" y="2087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1" name="pt32991"/>
            <p:cNvSpPr/>
            <p:nvPr/>
          </p:nvSpPr>
          <p:spPr>
            <a:xfrm>
              <a:off x="7085461" y="2116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2" name="pt32992"/>
            <p:cNvSpPr/>
            <p:nvPr/>
          </p:nvSpPr>
          <p:spPr>
            <a:xfrm>
              <a:off x="7223950" y="2016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3" name="pt32993"/>
            <p:cNvSpPr/>
            <p:nvPr/>
          </p:nvSpPr>
          <p:spPr>
            <a:xfrm>
              <a:off x="7214325" y="2172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4" name="pt32994"/>
            <p:cNvSpPr/>
            <p:nvPr/>
          </p:nvSpPr>
          <p:spPr>
            <a:xfrm>
              <a:off x="7274407" y="2002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5" name="pt32995"/>
            <p:cNvSpPr/>
            <p:nvPr/>
          </p:nvSpPr>
          <p:spPr>
            <a:xfrm>
              <a:off x="7149485" y="232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6" name="pt32996"/>
            <p:cNvSpPr/>
            <p:nvPr/>
          </p:nvSpPr>
          <p:spPr>
            <a:xfrm>
              <a:off x="7251695" y="2065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7" name="pt32997"/>
            <p:cNvSpPr/>
            <p:nvPr/>
          </p:nvSpPr>
          <p:spPr>
            <a:xfrm>
              <a:off x="6647255" y="2155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8" name="pt32998"/>
            <p:cNvSpPr/>
            <p:nvPr/>
          </p:nvSpPr>
          <p:spPr>
            <a:xfrm>
              <a:off x="7223039" y="2206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9" name="pt32999"/>
            <p:cNvSpPr/>
            <p:nvPr/>
          </p:nvSpPr>
          <p:spPr>
            <a:xfrm>
              <a:off x="7605012" y="2597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0" name="pt33000"/>
            <p:cNvSpPr/>
            <p:nvPr/>
          </p:nvSpPr>
          <p:spPr>
            <a:xfrm>
              <a:off x="7158410" y="2084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1" name="pt33001"/>
            <p:cNvSpPr/>
            <p:nvPr/>
          </p:nvSpPr>
          <p:spPr>
            <a:xfrm>
              <a:off x="6941656" y="2157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2" name="pt33002"/>
            <p:cNvSpPr/>
            <p:nvPr/>
          </p:nvSpPr>
          <p:spPr>
            <a:xfrm>
              <a:off x="7037078" y="2010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3" name="pt33003"/>
            <p:cNvSpPr/>
            <p:nvPr/>
          </p:nvSpPr>
          <p:spPr>
            <a:xfrm>
              <a:off x="6920286" y="2239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4" name="pt33004"/>
            <p:cNvSpPr/>
            <p:nvPr/>
          </p:nvSpPr>
          <p:spPr>
            <a:xfrm>
              <a:off x="7037084" y="2176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5" name="pt33005"/>
            <p:cNvSpPr/>
            <p:nvPr/>
          </p:nvSpPr>
          <p:spPr>
            <a:xfrm>
              <a:off x="7057094" y="2153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6" name="pt33006"/>
            <p:cNvSpPr/>
            <p:nvPr/>
          </p:nvSpPr>
          <p:spPr>
            <a:xfrm>
              <a:off x="7220609" y="1992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7" name="pt33007"/>
            <p:cNvSpPr/>
            <p:nvPr/>
          </p:nvSpPr>
          <p:spPr>
            <a:xfrm>
              <a:off x="7304890" y="2017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8" name="pt33008"/>
            <p:cNvSpPr/>
            <p:nvPr/>
          </p:nvSpPr>
          <p:spPr>
            <a:xfrm>
              <a:off x="6938826" y="2231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9" name="pt33009"/>
            <p:cNvSpPr/>
            <p:nvPr/>
          </p:nvSpPr>
          <p:spPr>
            <a:xfrm>
              <a:off x="7373829" y="2440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0" name="pt33010"/>
            <p:cNvSpPr/>
            <p:nvPr/>
          </p:nvSpPr>
          <p:spPr>
            <a:xfrm>
              <a:off x="7409762" y="2450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1" name="pt33011"/>
            <p:cNvSpPr/>
            <p:nvPr/>
          </p:nvSpPr>
          <p:spPr>
            <a:xfrm>
              <a:off x="7196199" y="1999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2" name="pt33012"/>
            <p:cNvSpPr/>
            <p:nvPr/>
          </p:nvSpPr>
          <p:spPr>
            <a:xfrm>
              <a:off x="7118607" y="2183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3" name="pt33013"/>
            <p:cNvSpPr/>
            <p:nvPr/>
          </p:nvSpPr>
          <p:spPr>
            <a:xfrm>
              <a:off x="7122991" y="2137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4" name="pt33014"/>
            <p:cNvSpPr/>
            <p:nvPr/>
          </p:nvSpPr>
          <p:spPr>
            <a:xfrm>
              <a:off x="7067803" y="2065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5" name="pt33015"/>
            <p:cNvSpPr/>
            <p:nvPr/>
          </p:nvSpPr>
          <p:spPr>
            <a:xfrm>
              <a:off x="7121105" y="2165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6" name="pt33016"/>
            <p:cNvSpPr/>
            <p:nvPr/>
          </p:nvSpPr>
          <p:spPr>
            <a:xfrm>
              <a:off x="6672283" y="2311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7" name="pt33017"/>
            <p:cNvSpPr/>
            <p:nvPr/>
          </p:nvSpPr>
          <p:spPr>
            <a:xfrm>
              <a:off x="7396367" y="2305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8" name="pt33018"/>
            <p:cNvSpPr/>
            <p:nvPr/>
          </p:nvSpPr>
          <p:spPr>
            <a:xfrm>
              <a:off x="7169515" y="2089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9" name="pt33019"/>
            <p:cNvSpPr/>
            <p:nvPr/>
          </p:nvSpPr>
          <p:spPr>
            <a:xfrm>
              <a:off x="7018770" y="2178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0" name="pt33020"/>
            <p:cNvSpPr/>
            <p:nvPr/>
          </p:nvSpPr>
          <p:spPr>
            <a:xfrm>
              <a:off x="7196783" y="2037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1" name="pt33021"/>
            <p:cNvSpPr/>
            <p:nvPr/>
          </p:nvSpPr>
          <p:spPr>
            <a:xfrm>
              <a:off x="7288067" y="1946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2" name="pt33022"/>
            <p:cNvSpPr/>
            <p:nvPr/>
          </p:nvSpPr>
          <p:spPr>
            <a:xfrm>
              <a:off x="7155396" y="2297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3" name="pt33023"/>
            <p:cNvSpPr/>
            <p:nvPr/>
          </p:nvSpPr>
          <p:spPr>
            <a:xfrm>
              <a:off x="7092069" y="2228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4" name="pt33024"/>
            <p:cNvSpPr/>
            <p:nvPr/>
          </p:nvSpPr>
          <p:spPr>
            <a:xfrm>
              <a:off x="6868967" y="1994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5" name="pt33025"/>
            <p:cNvSpPr/>
            <p:nvPr/>
          </p:nvSpPr>
          <p:spPr>
            <a:xfrm>
              <a:off x="7040098" y="2225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6" name="pt33026"/>
            <p:cNvSpPr/>
            <p:nvPr/>
          </p:nvSpPr>
          <p:spPr>
            <a:xfrm>
              <a:off x="7206081" y="2111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7" name="pt33027"/>
            <p:cNvSpPr/>
            <p:nvPr/>
          </p:nvSpPr>
          <p:spPr>
            <a:xfrm>
              <a:off x="7130686" y="2087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8" name="pt33028"/>
            <p:cNvSpPr/>
            <p:nvPr/>
          </p:nvSpPr>
          <p:spPr>
            <a:xfrm>
              <a:off x="7129837" y="2205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9" name="pt33029"/>
            <p:cNvSpPr/>
            <p:nvPr/>
          </p:nvSpPr>
          <p:spPr>
            <a:xfrm>
              <a:off x="7043596" y="2316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0" name="pt33030"/>
            <p:cNvSpPr/>
            <p:nvPr/>
          </p:nvSpPr>
          <p:spPr>
            <a:xfrm>
              <a:off x="7430193" y="2135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1" name="pt33031"/>
            <p:cNvSpPr/>
            <p:nvPr/>
          </p:nvSpPr>
          <p:spPr>
            <a:xfrm>
              <a:off x="7094765" y="2248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2" name="pt33032"/>
            <p:cNvSpPr/>
            <p:nvPr/>
          </p:nvSpPr>
          <p:spPr>
            <a:xfrm>
              <a:off x="7005354" y="1831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3" name="pt33033"/>
            <p:cNvSpPr/>
            <p:nvPr/>
          </p:nvSpPr>
          <p:spPr>
            <a:xfrm>
              <a:off x="7217163" y="2181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4" name="pt33034"/>
            <p:cNvSpPr/>
            <p:nvPr/>
          </p:nvSpPr>
          <p:spPr>
            <a:xfrm>
              <a:off x="7129960" y="2089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5" name="pt33035"/>
            <p:cNvSpPr/>
            <p:nvPr/>
          </p:nvSpPr>
          <p:spPr>
            <a:xfrm>
              <a:off x="7043688" y="2303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6" name="pt33036"/>
            <p:cNvSpPr/>
            <p:nvPr/>
          </p:nvSpPr>
          <p:spPr>
            <a:xfrm>
              <a:off x="7385720" y="2382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7" name="pt33037"/>
            <p:cNvSpPr/>
            <p:nvPr/>
          </p:nvSpPr>
          <p:spPr>
            <a:xfrm>
              <a:off x="7124504" y="2109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8" name="pt33038"/>
            <p:cNvSpPr/>
            <p:nvPr/>
          </p:nvSpPr>
          <p:spPr>
            <a:xfrm>
              <a:off x="7915206" y="2414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9" name="pt33039"/>
            <p:cNvSpPr/>
            <p:nvPr/>
          </p:nvSpPr>
          <p:spPr>
            <a:xfrm>
              <a:off x="7298463" y="2025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0" name="pt33040"/>
            <p:cNvSpPr/>
            <p:nvPr/>
          </p:nvSpPr>
          <p:spPr>
            <a:xfrm>
              <a:off x="7129354" y="2137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1" name="pt33041"/>
            <p:cNvSpPr/>
            <p:nvPr/>
          </p:nvSpPr>
          <p:spPr>
            <a:xfrm>
              <a:off x="7058205" y="2217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2" name="pt33042"/>
            <p:cNvSpPr/>
            <p:nvPr/>
          </p:nvSpPr>
          <p:spPr>
            <a:xfrm>
              <a:off x="7377805" y="1913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3" name="pt33043"/>
            <p:cNvSpPr/>
            <p:nvPr/>
          </p:nvSpPr>
          <p:spPr>
            <a:xfrm>
              <a:off x="6854278" y="2152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4" name="pt33044"/>
            <p:cNvSpPr/>
            <p:nvPr/>
          </p:nvSpPr>
          <p:spPr>
            <a:xfrm>
              <a:off x="6880811" y="2288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5" name="pt33045"/>
            <p:cNvSpPr/>
            <p:nvPr/>
          </p:nvSpPr>
          <p:spPr>
            <a:xfrm>
              <a:off x="7256331" y="2070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6" name="pt33046"/>
            <p:cNvSpPr/>
            <p:nvPr/>
          </p:nvSpPr>
          <p:spPr>
            <a:xfrm>
              <a:off x="7245616" y="2199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7" name="pt33047"/>
            <p:cNvSpPr/>
            <p:nvPr/>
          </p:nvSpPr>
          <p:spPr>
            <a:xfrm>
              <a:off x="7190321" y="2149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8" name="pt33048"/>
            <p:cNvSpPr/>
            <p:nvPr/>
          </p:nvSpPr>
          <p:spPr>
            <a:xfrm>
              <a:off x="7192182" y="1983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9" name="pt33049"/>
            <p:cNvSpPr/>
            <p:nvPr/>
          </p:nvSpPr>
          <p:spPr>
            <a:xfrm>
              <a:off x="6917437" y="2197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0" name="pt33050"/>
            <p:cNvSpPr/>
            <p:nvPr/>
          </p:nvSpPr>
          <p:spPr>
            <a:xfrm>
              <a:off x="7434275" y="2548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1" name="pt33051"/>
            <p:cNvSpPr/>
            <p:nvPr/>
          </p:nvSpPr>
          <p:spPr>
            <a:xfrm>
              <a:off x="6829679" y="2325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2" name="pt33052"/>
            <p:cNvSpPr/>
            <p:nvPr/>
          </p:nvSpPr>
          <p:spPr>
            <a:xfrm>
              <a:off x="7196562" y="2086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3" name="pt33053"/>
            <p:cNvSpPr/>
            <p:nvPr/>
          </p:nvSpPr>
          <p:spPr>
            <a:xfrm>
              <a:off x="7052749" y="2339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4" name="pt33054"/>
            <p:cNvSpPr/>
            <p:nvPr/>
          </p:nvSpPr>
          <p:spPr>
            <a:xfrm>
              <a:off x="6865626" y="2346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5" name="pt33055"/>
            <p:cNvSpPr/>
            <p:nvPr/>
          </p:nvSpPr>
          <p:spPr>
            <a:xfrm>
              <a:off x="6859564" y="2162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6" name="pt33056"/>
            <p:cNvSpPr/>
            <p:nvPr/>
          </p:nvSpPr>
          <p:spPr>
            <a:xfrm>
              <a:off x="7176486" y="2033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7" name="pt33057"/>
            <p:cNvSpPr/>
            <p:nvPr/>
          </p:nvSpPr>
          <p:spPr>
            <a:xfrm>
              <a:off x="6595982" y="1692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8" name="pt33058"/>
            <p:cNvSpPr/>
            <p:nvPr/>
          </p:nvSpPr>
          <p:spPr>
            <a:xfrm>
              <a:off x="7049388" y="2355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9" name="pt33059"/>
            <p:cNvSpPr/>
            <p:nvPr/>
          </p:nvSpPr>
          <p:spPr>
            <a:xfrm>
              <a:off x="7061446" y="1955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0" name="pt33060"/>
            <p:cNvSpPr/>
            <p:nvPr/>
          </p:nvSpPr>
          <p:spPr>
            <a:xfrm>
              <a:off x="7223586" y="2071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1" name="pt33061"/>
            <p:cNvSpPr/>
            <p:nvPr/>
          </p:nvSpPr>
          <p:spPr>
            <a:xfrm>
              <a:off x="7350786" y="2082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2" name="pt33062"/>
            <p:cNvSpPr/>
            <p:nvPr/>
          </p:nvSpPr>
          <p:spPr>
            <a:xfrm>
              <a:off x="6858493" y="2517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3" name="pt33063"/>
            <p:cNvSpPr/>
            <p:nvPr/>
          </p:nvSpPr>
          <p:spPr>
            <a:xfrm>
              <a:off x="6990474" y="1892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4" name="pt33064"/>
            <p:cNvSpPr/>
            <p:nvPr/>
          </p:nvSpPr>
          <p:spPr>
            <a:xfrm>
              <a:off x="7101174" y="2213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5" name="pt33065"/>
            <p:cNvSpPr/>
            <p:nvPr/>
          </p:nvSpPr>
          <p:spPr>
            <a:xfrm>
              <a:off x="7124486" y="2114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6" name="pt33066"/>
            <p:cNvSpPr/>
            <p:nvPr/>
          </p:nvSpPr>
          <p:spPr>
            <a:xfrm>
              <a:off x="7015558" y="1849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7" name="pt33067"/>
            <p:cNvSpPr/>
            <p:nvPr/>
          </p:nvSpPr>
          <p:spPr>
            <a:xfrm>
              <a:off x="7245012" y="2215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8" name="pt33068"/>
            <p:cNvSpPr/>
            <p:nvPr/>
          </p:nvSpPr>
          <p:spPr>
            <a:xfrm>
              <a:off x="7110553" y="2084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9" name="pt33069"/>
            <p:cNvSpPr/>
            <p:nvPr/>
          </p:nvSpPr>
          <p:spPr>
            <a:xfrm>
              <a:off x="7142545" y="2239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0" name="pt33070"/>
            <p:cNvSpPr/>
            <p:nvPr/>
          </p:nvSpPr>
          <p:spPr>
            <a:xfrm>
              <a:off x="7320193" y="2025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1" name="pt33071"/>
            <p:cNvSpPr/>
            <p:nvPr/>
          </p:nvSpPr>
          <p:spPr>
            <a:xfrm>
              <a:off x="7248612" y="2029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2" name="pt33072"/>
            <p:cNvSpPr/>
            <p:nvPr/>
          </p:nvSpPr>
          <p:spPr>
            <a:xfrm>
              <a:off x="7184398" y="2132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3" name="pt33073"/>
            <p:cNvSpPr/>
            <p:nvPr/>
          </p:nvSpPr>
          <p:spPr>
            <a:xfrm>
              <a:off x="7340315" y="1907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4" name="pt33074"/>
            <p:cNvSpPr/>
            <p:nvPr/>
          </p:nvSpPr>
          <p:spPr>
            <a:xfrm>
              <a:off x="6862634" y="2185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5" name="pt33075"/>
            <p:cNvSpPr/>
            <p:nvPr/>
          </p:nvSpPr>
          <p:spPr>
            <a:xfrm>
              <a:off x="7201876" y="2057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6" name="pt33076"/>
            <p:cNvSpPr/>
            <p:nvPr/>
          </p:nvSpPr>
          <p:spPr>
            <a:xfrm>
              <a:off x="7196071" y="2076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7" name="pt33077"/>
            <p:cNvSpPr/>
            <p:nvPr/>
          </p:nvSpPr>
          <p:spPr>
            <a:xfrm>
              <a:off x="7241124" y="1776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8" name="pt33078"/>
            <p:cNvSpPr/>
            <p:nvPr/>
          </p:nvSpPr>
          <p:spPr>
            <a:xfrm>
              <a:off x="7283982" y="1928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9" name="pt33079"/>
            <p:cNvSpPr/>
            <p:nvPr/>
          </p:nvSpPr>
          <p:spPr>
            <a:xfrm>
              <a:off x="7186212" y="2130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0" name="pt33080"/>
            <p:cNvSpPr/>
            <p:nvPr/>
          </p:nvSpPr>
          <p:spPr>
            <a:xfrm>
              <a:off x="7369098" y="2463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1" name="pt33081"/>
            <p:cNvSpPr/>
            <p:nvPr/>
          </p:nvSpPr>
          <p:spPr>
            <a:xfrm>
              <a:off x="7315791" y="1881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2" name="pt33082"/>
            <p:cNvSpPr/>
            <p:nvPr/>
          </p:nvSpPr>
          <p:spPr>
            <a:xfrm>
              <a:off x="7115623" y="2125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3" name="pt33083"/>
            <p:cNvSpPr/>
            <p:nvPr/>
          </p:nvSpPr>
          <p:spPr>
            <a:xfrm>
              <a:off x="7126561" y="2135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4" name="pt33084"/>
            <p:cNvSpPr/>
            <p:nvPr/>
          </p:nvSpPr>
          <p:spPr>
            <a:xfrm>
              <a:off x="7427619" y="234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5" name="pt33085"/>
            <p:cNvSpPr/>
            <p:nvPr/>
          </p:nvSpPr>
          <p:spPr>
            <a:xfrm>
              <a:off x="7037807" y="2185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6" name="pt33086"/>
            <p:cNvSpPr/>
            <p:nvPr/>
          </p:nvSpPr>
          <p:spPr>
            <a:xfrm>
              <a:off x="6997762" y="1980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7" name="pt33087"/>
            <p:cNvSpPr/>
            <p:nvPr/>
          </p:nvSpPr>
          <p:spPr>
            <a:xfrm>
              <a:off x="7181854" y="2127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8" name="pt33088"/>
            <p:cNvSpPr/>
            <p:nvPr/>
          </p:nvSpPr>
          <p:spPr>
            <a:xfrm>
              <a:off x="7209964" y="2184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9" name="pt33089"/>
            <p:cNvSpPr/>
            <p:nvPr/>
          </p:nvSpPr>
          <p:spPr>
            <a:xfrm>
              <a:off x="7216444" y="2473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0" name="pt33090"/>
            <p:cNvSpPr/>
            <p:nvPr/>
          </p:nvSpPr>
          <p:spPr>
            <a:xfrm>
              <a:off x="7076309" y="2192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1" name="pt33091"/>
            <p:cNvSpPr/>
            <p:nvPr/>
          </p:nvSpPr>
          <p:spPr>
            <a:xfrm>
              <a:off x="7592213" y="2010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2" name="pt33092"/>
            <p:cNvSpPr/>
            <p:nvPr/>
          </p:nvSpPr>
          <p:spPr>
            <a:xfrm>
              <a:off x="7038255" y="2269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3" name="pt33093"/>
            <p:cNvSpPr/>
            <p:nvPr/>
          </p:nvSpPr>
          <p:spPr>
            <a:xfrm>
              <a:off x="7078148" y="2156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4" name="pt33094"/>
            <p:cNvSpPr/>
            <p:nvPr/>
          </p:nvSpPr>
          <p:spPr>
            <a:xfrm>
              <a:off x="6898690" y="2046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5" name="pt33095"/>
            <p:cNvSpPr/>
            <p:nvPr/>
          </p:nvSpPr>
          <p:spPr>
            <a:xfrm>
              <a:off x="7165383" y="2124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6" name="pt33096"/>
            <p:cNvSpPr/>
            <p:nvPr/>
          </p:nvSpPr>
          <p:spPr>
            <a:xfrm>
              <a:off x="7223896" y="2240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7" name="pt33097"/>
            <p:cNvSpPr/>
            <p:nvPr/>
          </p:nvSpPr>
          <p:spPr>
            <a:xfrm>
              <a:off x="7279844" y="2006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8" name="pt33098"/>
            <p:cNvSpPr/>
            <p:nvPr/>
          </p:nvSpPr>
          <p:spPr>
            <a:xfrm>
              <a:off x="7463463" y="1942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9" name="pt33099"/>
            <p:cNvSpPr/>
            <p:nvPr/>
          </p:nvSpPr>
          <p:spPr>
            <a:xfrm>
              <a:off x="6981011" y="2047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0" name="pt33100"/>
            <p:cNvSpPr/>
            <p:nvPr/>
          </p:nvSpPr>
          <p:spPr>
            <a:xfrm>
              <a:off x="7374337" y="2509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1" name="pt33101"/>
            <p:cNvSpPr/>
            <p:nvPr/>
          </p:nvSpPr>
          <p:spPr>
            <a:xfrm>
              <a:off x="7001767" y="2031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2" name="pt33102"/>
            <p:cNvSpPr/>
            <p:nvPr/>
          </p:nvSpPr>
          <p:spPr>
            <a:xfrm>
              <a:off x="7400050" y="2257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3" name="pt33103"/>
            <p:cNvSpPr/>
            <p:nvPr/>
          </p:nvSpPr>
          <p:spPr>
            <a:xfrm>
              <a:off x="7151390" y="224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4" name="pt33104"/>
            <p:cNvSpPr/>
            <p:nvPr/>
          </p:nvSpPr>
          <p:spPr>
            <a:xfrm>
              <a:off x="7333015" y="1757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5" name="pt33105"/>
            <p:cNvSpPr/>
            <p:nvPr/>
          </p:nvSpPr>
          <p:spPr>
            <a:xfrm>
              <a:off x="6886636" y="1937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6" name="pt33106"/>
            <p:cNvSpPr/>
            <p:nvPr/>
          </p:nvSpPr>
          <p:spPr>
            <a:xfrm>
              <a:off x="7358917" y="2295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7" name="pt33107"/>
            <p:cNvSpPr/>
            <p:nvPr/>
          </p:nvSpPr>
          <p:spPr>
            <a:xfrm>
              <a:off x="7064758" y="169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8" name="pt33108"/>
            <p:cNvSpPr/>
            <p:nvPr/>
          </p:nvSpPr>
          <p:spPr>
            <a:xfrm>
              <a:off x="7184924" y="2155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9" name="pt33109"/>
            <p:cNvSpPr/>
            <p:nvPr/>
          </p:nvSpPr>
          <p:spPr>
            <a:xfrm>
              <a:off x="7184565" y="2163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0" name="pt33110"/>
            <p:cNvSpPr/>
            <p:nvPr/>
          </p:nvSpPr>
          <p:spPr>
            <a:xfrm>
              <a:off x="6887668" y="1939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1" name="pt33111"/>
            <p:cNvSpPr/>
            <p:nvPr/>
          </p:nvSpPr>
          <p:spPr>
            <a:xfrm>
              <a:off x="7365775" y="2643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2" name="pt33112"/>
            <p:cNvSpPr/>
            <p:nvPr/>
          </p:nvSpPr>
          <p:spPr>
            <a:xfrm>
              <a:off x="7459641" y="2366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3" name="pt33113"/>
            <p:cNvSpPr/>
            <p:nvPr/>
          </p:nvSpPr>
          <p:spPr>
            <a:xfrm>
              <a:off x="7234789" y="190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4" name="pt33114"/>
            <p:cNvSpPr/>
            <p:nvPr/>
          </p:nvSpPr>
          <p:spPr>
            <a:xfrm>
              <a:off x="7016868" y="2078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5" name="pt33115"/>
            <p:cNvSpPr/>
            <p:nvPr/>
          </p:nvSpPr>
          <p:spPr>
            <a:xfrm>
              <a:off x="7422610" y="2401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6" name="pt33116"/>
            <p:cNvSpPr/>
            <p:nvPr/>
          </p:nvSpPr>
          <p:spPr>
            <a:xfrm>
              <a:off x="7162236" y="2033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7" name="pt33117"/>
            <p:cNvSpPr/>
            <p:nvPr/>
          </p:nvSpPr>
          <p:spPr>
            <a:xfrm>
              <a:off x="7252971" y="1950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8" name="pt33118"/>
            <p:cNvSpPr/>
            <p:nvPr/>
          </p:nvSpPr>
          <p:spPr>
            <a:xfrm>
              <a:off x="7173315" y="1967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9" name="pt33119"/>
            <p:cNvSpPr/>
            <p:nvPr/>
          </p:nvSpPr>
          <p:spPr>
            <a:xfrm>
              <a:off x="7106797" y="2210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0" name="pt33120"/>
            <p:cNvSpPr/>
            <p:nvPr/>
          </p:nvSpPr>
          <p:spPr>
            <a:xfrm>
              <a:off x="7135265" y="2094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1" name="pt33121"/>
            <p:cNvSpPr/>
            <p:nvPr/>
          </p:nvSpPr>
          <p:spPr>
            <a:xfrm>
              <a:off x="7156334" y="2312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2" name="pt33122"/>
            <p:cNvSpPr/>
            <p:nvPr/>
          </p:nvSpPr>
          <p:spPr>
            <a:xfrm>
              <a:off x="7160123" y="212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3" name="pt33123"/>
            <p:cNvSpPr/>
            <p:nvPr/>
          </p:nvSpPr>
          <p:spPr>
            <a:xfrm>
              <a:off x="7310794" y="2132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4" name="pt33124"/>
            <p:cNvSpPr/>
            <p:nvPr/>
          </p:nvSpPr>
          <p:spPr>
            <a:xfrm>
              <a:off x="7215916" y="2326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5" name="pt33125"/>
            <p:cNvSpPr/>
            <p:nvPr/>
          </p:nvSpPr>
          <p:spPr>
            <a:xfrm>
              <a:off x="7264906" y="2054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6" name="pt33126"/>
            <p:cNvSpPr/>
            <p:nvPr/>
          </p:nvSpPr>
          <p:spPr>
            <a:xfrm>
              <a:off x="7259707" y="2084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7" name="pt33127"/>
            <p:cNvSpPr/>
            <p:nvPr/>
          </p:nvSpPr>
          <p:spPr>
            <a:xfrm>
              <a:off x="7264202" y="2066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8" name="pt33128"/>
            <p:cNvSpPr/>
            <p:nvPr/>
          </p:nvSpPr>
          <p:spPr>
            <a:xfrm>
              <a:off x="6933888" y="1936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9" name="pt33129"/>
            <p:cNvSpPr/>
            <p:nvPr/>
          </p:nvSpPr>
          <p:spPr>
            <a:xfrm>
              <a:off x="6725179" y="2088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0" name="pt33130"/>
            <p:cNvSpPr/>
            <p:nvPr/>
          </p:nvSpPr>
          <p:spPr>
            <a:xfrm>
              <a:off x="7198922" y="1982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1" name="pt33131"/>
            <p:cNvSpPr/>
            <p:nvPr/>
          </p:nvSpPr>
          <p:spPr>
            <a:xfrm>
              <a:off x="6898997" y="2065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2" name="pt33132"/>
            <p:cNvSpPr/>
            <p:nvPr/>
          </p:nvSpPr>
          <p:spPr>
            <a:xfrm>
              <a:off x="7190498" y="2089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3" name="pt33133"/>
            <p:cNvSpPr/>
            <p:nvPr/>
          </p:nvSpPr>
          <p:spPr>
            <a:xfrm>
              <a:off x="7247602" y="2004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4" name="pt33134"/>
            <p:cNvSpPr/>
            <p:nvPr/>
          </p:nvSpPr>
          <p:spPr>
            <a:xfrm>
              <a:off x="6916038" y="2289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5" name="pt33135"/>
            <p:cNvSpPr/>
            <p:nvPr/>
          </p:nvSpPr>
          <p:spPr>
            <a:xfrm>
              <a:off x="7123146" y="2114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6" name="pt33136"/>
            <p:cNvSpPr/>
            <p:nvPr/>
          </p:nvSpPr>
          <p:spPr>
            <a:xfrm>
              <a:off x="7485899" y="2393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7" name="pt33137"/>
            <p:cNvSpPr/>
            <p:nvPr/>
          </p:nvSpPr>
          <p:spPr>
            <a:xfrm>
              <a:off x="7195127" y="1928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8" name="pt33138"/>
            <p:cNvSpPr/>
            <p:nvPr/>
          </p:nvSpPr>
          <p:spPr>
            <a:xfrm>
              <a:off x="7108671" y="2076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9" name="pt33139"/>
            <p:cNvSpPr/>
            <p:nvPr/>
          </p:nvSpPr>
          <p:spPr>
            <a:xfrm>
              <a:off x="7077578" y="199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0" name="pt33140"/>
            <p:cNvSpPr/>
            <p:nvPr/>
          </p:nvSpPr>
          <p:spPr>
            <a:xfrm>
              <a:off x="7222685" y="2124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1" name="pt33141"/>
            <p:cNvSpPr/>
            <p:nvPr/>
          </p:nvSpPr>
          <p:spPr>
            <a:xfrm>
              <a:off x="7249477" y="2069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2" name="pt33142"/>
            <p:cNvSpPr/>
            <p:nvPr/>
          </p:nvSpPr>
          <p:spPr>
            <a:xfrm>
              <a:off x="7236974" y="1962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3" name="pt33143"/>
            <p:cNvSpPr/>
            <p:nvPr/>
          </p:nvSpPr>
          <p:spPr>
            <a:xfrm>
              <a:off x="7214808" y="2367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4" name="pt33144"/>
            <p:cNvSpPr/>
            <p:nvPr/>
          </p:nvSpPr>
          <p:spPr>
            <a:xfrm>
              <a:off x="6877438" y="2244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5" name="pt33145"/>
            <p:cNvSpPr/>
            <p:nvPr/>
          </p:nvSpPr>
          <p:spPr>
            <a:xfrm>
              <a:off x="7263373" y="2046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6" name="pt33146"/>
            <p:cNvSpPr/>
            <p:nvPr/>
          </p:nvSpPr>
          <p:spPr>
            <a:xfrm>
              <a:off x="7454754" y="2296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7" name="pt33147"/>
            <p:cNvSpPr/>
            <p:nvPr/>
          </p:nvSpPr>
          <p:spPr>
            <a:xfrm>
              <a:off x="7264548" y="1910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8" name="pt33148"/>
            <p:cNvSpPr/>
            <p:nvPr/>
          </p:nvSpPr>
          <p:spPr>
            <a:xfrm>
              <a:off x="7166910" y="2100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9" name="pt33149"/>
            <p:cNvSpPr/>
            <p:nvPr/>
          </p:nvSpPr>
          <p:spPr>
            <a:xfrm>
              <a:off x="7104251" y="2194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0" name="pt33150"/>
            <p:cNvSpPr/>
            <p:nvPr/>
          </p:nvSpPr>
          <p:spPr>
            <a:xfrm>
              <a:off x="7115020" y="2083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1" name="pt33151"/>
            <p:cNvSpPr/>
            <p:nvPr/>
          </p:nvSpPr>
          <p:spPr>
            <a:xfrm>
              <a:off x="7049074" y="2123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2" name="pt33152"/>
            <p:cNvSpPr/>
            <p:nvPr/>
          </p:nvSpPr>
          <p:spPr>
            <a:xfrm>
              <a:off x="7290345" y="2007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3" name="pt33153"/>
            <p:cNvSpPr/>
            <p:nvPr/>
          </p:nvSpPr>
          <p:spPr>
            <a:xfrm>
              <a:off x="7505197" y="2509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4" name="pt33154"/>
            <p:cNvSpPr/>
            <p:nvPr/>
          </p:nvSpPr>
          <p:spPr>
            <a:xfrm>
              <a:off x="7264325" y="2171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5" name="pt33155"/>
            <p:cNvSpPr/>
            <p:nvPr/>
          </p:nvSpPr>
          <p:spPr>
            <a:xfrm>
              <a:off x="7205982" y="2068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6" name="pt33156"/>
            <p:cNvSpPr/>
            <p:nvPr/>
          </p:nvSpPr>
          <p:spPr>
            <a:xfrm>
              <a:off x="7360591" y="2323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7" name="pt33157"/>
            <p:cNvSpPr/>
            <p:nvPr/>
          </p:nvSpPr>
          <p:spPr>
            <a:xfrm>
              <a:off x="7143232" y="2277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8" name="pt33158"/>
            <p:cNvSpPr/>
            <p:nvPr/>
          </p:nvSpPr>
          <p:spPr>
            <a:xfrm>
              <a:off x="7299483" y="1916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9" name="pt33159"/>
            <p:cNvSpPr/>
            <p:nvPr/>
          </p:nvSpPr>
          <p:spPr>
            <a:xfrm>
              <a:off x="7068418" y="2104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0" name="pt33160"/>
            <p:cNvSpPr/>
            <p:nvPr/>
          </p:nvSpPr>
          <p:spPr>
            <a:xfrm>
              <a:off x="7396235" y="2254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1" name="pt33161"/>
            <p:cNvSpPr/>
            <p:nvPr/>
          </p:nvSpPr>
          <p:spPr>
            <a:xfrm>
              <a:off x="7095658" y="2221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2" name="pt33162"/>
            <p:cNvSpPr/>
            <p:nvPr/>
          </p:nvSpPr>
          <p:spPr>
            <a:xfrm>
              <a:off x="7217711" y="2328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3" name="pt33163"/>
            <p:cNvSpPr/>
            <p:nvPr/>
          </p:nvSpPr>
          <p:spPr>
            <a:xfrm>
              <a:off x="7117604" y="2167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4" name="pt33164"/>
            <p:cNvSpPr/>
            <p:nvPr/>
          </p:nvSpPr>
          <p:spPr>
            <a:xfrm>
              <a:off x="7085310" y="2203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5" name="pt33165"/>
            <p:cNvSpPr/>
            <p:nvPr/>
          </p:nvSpPr>
          <p:spPr>
            <a:xfrm>
              <a:off x="7124515" y="2134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6" name="pt33166"/>
            <p:cNvSpPr/>
            <p:nvPr/>
          </p:nvSpPr>
          <p:spPr>
            <a:xfrm>
              <a:off x="7316788" y="1910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7" name="pt33167"/>
            <p:cNvSpPr/>
            <p:nvPr/>
          </p:nvSpPr>
          <p:spPr>
            <a:xfrm>
              <a:off x="7040759" y="2290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8" name="pt33168"/>
            <p:cNvSpPr/>
            <p:nvPr/>
          </p:nvSpPr>
          <p:spPr>
            <a:xfrm>
              <a:off x="7239717" y="1903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9" name="pt33169"/>
            <p:cNvSpPr/>
            <p:nvPr/>
          </p:nvSpPr>
          <p:spPr>
            <a:xfrm>
              <a:off x="7167532" y="1992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0" name="pt33170"/>
            <p:cNvSpPr/>
            <p:nvPr/>
          </p:nvSpPr>
          <p:spPr>
            <a:xfrm>
              <a:off x="7217206" y="231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1" name="pt33171"/>
            <p:cNvSpPr/>
            <p:nvPr/>
          </p:nvSpPr>
          <p:spPr>
            <a:xfrm>
              <a:off x="6973386" y="1949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2" name="pt33172"/>
            <p:cNvSpPr/>
            <p:nvPr/>
          </p:nvSpPr>
          <p:spPr>
            <a:xfrm>
              <a:off x="7019919" y="2093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3" name="pt33173"/>
            <p:cNvSpPr/>
            <p:nvPr/>
          </p:nvSpPr>
          <p:spPr>
            <a:xfrm>
              <a:off x="7129496" y="2123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4" name="pt33174"/>
            <p:cNvSpPr/>
            <p:nvPr/>
          </p:nvSpPr>
          <p:spPr>
            <a:xfrm>
              <a:off x="6939625" y="2173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5" name="pt33175"/>
            <p:cNvSpPr/>
            <p:nvPr/>
          </p:nvSpPr>
          <p:spPr>
            <a:xfrm>
              <a:off x="7213903" y="2349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6" name="pt33176"/>
            <p:cNvSpPr/>
            <p:nvPr/>
          </p:nvSpPr>
          <p:spPr>
            <a:xfrm>
              <a:off x="7176239" y="2091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7" name="pt33177"/>
            <p:cNvSpPr/>
            <p:nvPr/>
          </p:nvSpPr>
          <p:spPr>
            <a:xfrm>
              <a:off x="7560944" y="1801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8" name="pt33178"/>
            <p:cNvSpPr/>
            <p:nvPr/>
          </p:nvSpPr>
          <p:spPr>
            <a:xfrm>
              <a:off x="7299255" y="1982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9" name="pt33179"/>
            <p:cNvSpPr/>
            <p:nvPr/>
          </p:nvSpPr>
          <p:spPr>
            <a:xfrm>
              <a:off x="7233546" y="2184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0" name="pt33180"/>
            <p:cNvSpPr/>
            <p:nvPr/>
          </p:nvSpPr>
          <p:spPr>
            <a:xfrm>
              <a:off x="7343723" y="2029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1" name="pt33181"/>
            <p:cNvSpPr/>
            <p:nvPr/>
          </p:nvSpPr>
          <p:spPr>
            <a:xfrm>
              <a:off x="6915114" y="2232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2" name="pt33182"/>
            <p:cNvSpPr/>
            <p:nvPr/>
          </p:nvSpPr>
          <p:spPr>
            <a:xfrm>
              <a:off x="7008187" y="2118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3" name="pt33183"/>
            <p:cNvSpPr/>
            <p:nvPr/>
          </p:nvSpPr>
          <p:spPr>
            <a:xfrm>
              <a:off x="7080048" y="2070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4" name="pt33184"/>
            <p:cNvSpPr/>
            <p:nvPr/>
          </p:nvSpPr>
          <p:spPr>
            <a:xfrm>
              <a:off x="7000796" y="2027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5" name="pt33185"/>
            <p:cNvSpPr/>
            <p:nvPr/>
          </p:nvSpPr>
          <p:spPr>
            <a:xfrm>
              <a:off x="7244448" y="2224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6" name="pt33186"/>
            <p:cNvSpPr/>
            <p:nvPr/>
          </p:nvSpPr>
          <p:spPr>
            <a:xfrm>
              <a:off x="7159333" y="2124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7" name="pt33187"/>
            <p:cNvSpPr/>
            <p:nvPr/>
          </p:nvSpPr>
          <p:spPr>
            <a:xfrm>
              <a:off x="6927862" y="2274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8" name="pt33188"/>
            <p:cNvSpPr/>
            <p:nvPr/>
          </p:nvSpPr>
          <p:spPr>
            <a:xfrm>
              <a:off x="7194675" y="2055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9" name="pt33189"/>
            <p:cNvSpPr/>
            <p:nvPr/>
          </p:nvSpPr>
          <p:spPr>
            <a:xfrm>
              <a:off x="7154981" y="2298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0" name="pt33190"/>
            <p:cNvSpPr/>
            <p:nvPr/>
          </p:nvSpPr>
          <p:spPr>
            <a:xfrm>
              <a:off x="7211134" y="2226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1" name="pt33191"/>
            <p:cNvSpPr/>
            <p:nvPr/>
          </p:nvSpPr>
          <p:spPr>
            <a:xfrm>
              <a:off x="7176627" y="2080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2" name="pt33192"/>
            <p:cNvSpPr/>
            <p:nvPr/>
          </p:nvSpPr>
          <p:spPr>
            <a:xfrm>
              <a:off x="7177703" y="2106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3" name="pt33193"/>
            <p:cNvSpPr/>
            <p:nvPr/>
          </p:nvSpPr>
          <p:spPr>
            <a:xfrm>
              <a:off x="7005425" y="2024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4" name="pt33194"/>
            <p:cNvSpPr/>
            <p:nvPr/>
          </p:nvSpPr>
          <p:spPr>
            <a:xfrm>
              <a:off x="7086338" y="2083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5" name="pt33195"/>
            <p:cNvSpPr/>
            <p:nvPr/>
          </p:nvSpPr>
          <p:spPr>
            <a:xfrm>
              <a:off x="7268823" y="1864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6" name="pt33196"/>
            <p:cNvSpPr/>
            <p:nvPr/>
          </p:nvSpPr>
          <p:spPr>
            <a:xfrm>
              <a:off x="7138501" y="2211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7" name="pt33197"/>
            <p:cNvSpPr/>
            <p:nvPr/>
          </p:nvSpPr>
          <p:spPr>
            <a:xfrm>
              <a:off x="7119779" y="2168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8" name="pt33198"/>
            <p:cNvSpPr/>
            <p:nvPr/>
          </p:nvSpPr>
          <p:spPr>
            <a:xfrm>
              <a:off x="7458168" y="3001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9" name="pt33199"/>
            <p:cNvSpPr/>
            <p:nvPr/>
          </p:nvSpPr>
          <p:spPr>
            <a:xfrm>
              <a:off x="7122156" y="2172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0" name="pt33200"/>
            <p:cNvSpPr/>
            <p:nvPr/>
          </p:nvSpPr>
          <p:spPr>
            <a:xfrm>
              <a:off x="7374633" y="2471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1" name="pt33201"/>
            <p:cNvSpPr/>
            <p:nvPr/>
          </p:nvSpPr>
          <p:spPr>
            <a:xfrm>
              <a:off x="7409819" y="2576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2" name="pt33202"/>
            <p:cNvSpPr/>
            <p:nvPr/>
          </p:nvSpPr>
          <p:spPr>
            <a:xfrm>
              <a:off x="7000830" y="2144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3" name="pt33203"/>
            <p:cNvSpPr/>
            <p:nvPr/>
          </p:nvSpPr>
          <p:spPr>
            <a:xfrm>
              <a:off x="7045321" y="2249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4" name="pt33204"/>
            <p:cNvSpPr/>
            <p:nvPr/>
          </p:nvSpPr>
          <p:spPr>
            <a:xfrm>
              <a:off x="7123621" y="2106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5" name="pt33205"/>
            <p:cNvSpPr/>
            <p:nvPr/>
          </p:nvSpPr>
          <p:spPr>
            <a:xfrm>
              <a:off x="6935084" y="2205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6" name="pt33206"/>
            <p:cNvSpPr/>
            <p:nvPr/>
          </p:nvSpPr>
          <p:spPr>
            <a:xfrm>
              <a:off x="7005283" y="1965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7" name="pt33207"/>
            <p:cNvSpPr/>
            <p:nvPr/>
          </p:nvSpPr>
          <p:spPr>
            <a:xfrm>
              <a:off x="7023449" y="1984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8" name="pt33208"/>
            <p:cNvSpPr/>
            <p:nvPr/>
          </p:nvSpPr>
          <p:spPr>
            <a:xfrm>
              <a:off x="7114251" y="209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9" name="pt33209"/>
            <p:cNvSpPr/>
            <p:nvPr/>
          </p:nvSpPr>
          <p:spPr>
            <a:xfrm>
              <a:off x="7401847" y="2575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0" name="pt33210"/>
            <p:cNvSpPr/>
            <p:nvPr/>
          </p:nvSpPr>
          <p:spPr>
            <a:xfrm>
              <a:off x="7185859" y="2156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1" name="pt33211"/>
            <p:cNvSpPr/>
            <p:nvPr/>
          </p:nvSpPr>
          <p:spPr>
            <a:xfrm>
              <a:off x="7177485" y="2071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2" name="pt33212"/>
            <p:cNvSpPr/>
            <p:nvPr/>
          </p:nvSpPr>
          <p:spPr>
            <a:xfrm>
              <a:off x="7314097" y="1988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3" name="pt33213"/>
            <p:cNvSpPr/>
            <p:nvPr/>
          </p:nvSpPr>
          <p:spPr>
            <a:xfrm>
              <a:off x="7071065" y="1946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4" name="pt33214"/>
            <p:cNvSpPr/>
            <p:nvPr/>
          </p:nvSpPr>
          <p:spPr>
            <a:xfrm>
              <a:off x="7088098" y="2191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5" name="pt33215"/>
            <p:cNvSpPr/>
            <p:nvPr/>
          </p:nvSpPr>
          <p:spPr>
            <a:xfrm>
              <a:off x="7050024" y="2209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6" name="pt33216"/>
            <p:cNvSpPr/>
            <p:nvPr/>
          </p:nvSpPr>
          <p:spPr>
            <a:xfrm>
              <a:off x="7192266" y="2015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7" name="pt33217"/>
            <p:cNvSpPr/>
            <p:nvPr/>
          </p:nvSpPr>
          <p:spPr>
            <a:xfrm>
              <a:off x="7198915" y="2045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8" name="pt33218"/>
            <p:cNvSpPr/>
            <p:nvPr/>
          </p:nvSpPr>
          <p:spPr>
            <a:xfrm>
              <a:off x="7080323" y="2145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9" name="pt33219"/>
            <p:cNvSpPr/>
            <p:nvPr/>
          </p:nvSpPr>
          <p:spPr>
            <a:xfrm>
              <a:off x="6946392" y="2190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0" name="pt33220"/>
            <p:cNvSpPr/>
            <p:nvPr/>
          </p:nvSpPr>
          <p:spPr>
            <a:xfrm>
              <a:off x="7293601" y="2024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1" name="pt33221"/>
            <p:cNvSpPr/>
            <p:nvPr/>
          </p:nvSpPr>
          <p:spPr>
            <a:xfrm>
              <a:off x="7309092" y="2066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2" name="pt33222"/>
            <p:cNvSpPr/>
            <p:nvPr/>
          </p:nvSpPr>
          <p:spPr>
            <a:xfrm>
              <a:off x="7021670" y="2048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3" name="pt33223"/>
            <p:cNvSpPr/>
            <p:nvPr/>
          </p:nvSpPr>
          <p:spPr>
            <a:xfrm>
              <a:off x="7090376" y="2203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4" name="pt33224"/>
            <p:cNvSpPr/>
            <p:nvPr/>
          </p:nvSpPr>
          <p:spPr>
            <a:xfrm>
              <a:off x="7250300" y="2162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5" name="pt33225"/>
            <p:cNvSpPr/>
            <p:nvPr/>
          </p:nvSpPr>
          <p:spPr>
            <a:xfrm>
              <a:off x="7707274" y="2515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6" name="pt33226"/>
            <p:cNvSpPr/>
            <p:nvPr/>
          </p:nvSpPr>
          <p:spPr>
            <a:xfrm>
              <a:off x="7047580" y="2241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7" name="pt33227"/>
            <p:cNvSpPr/>
            <p:nvPr/>
          </p:nvSpPr>
          <p:spPr>
            <a:xfrm>
              <a:off x="7120982" y="2165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8" name="pt33228"/>
            <p:cNvSpPr/>
            <p:nvPr/>
          </p:nvSpPr>
          <p:spPr>
            <a:xfrm>
              <a:off x="7217168" y="2158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9" name="pt33229"/>
            <p:cNvSpPr/>
            <p:nvPr/>
          </p:nvSpPr>
          <p:spPr>
            <a:xfrm>
              <a:off x="6926104" y="2166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0" name="pt33230"/>
            <p:cNvSpPr/>
            <p:nvPr/>
          </p:nvSpPr>
          <p:spPr>
            <a:xfrm>
              <a:off x="7337433" y="2040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1" name="pt33231"/>
            <p:cNvSpPr/>
            <p:nvPr/>
          </p:nvSpPr>
          <p:spPr>
            <a:xfrm>
              <a:off x="7536724" y="2193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2" name="pt33232"/>
            <p:cNvSpPr/>
            <p:nvPr/>
          </p:nvSpPr>
          <p:spPr>
            <a:xfrm>
              <a:off x="7287229" y="1967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3" name="pt33233"/>
            <p:cNvSpPr/>
            <p:nvPr/>
          </p:nvSpPr>
          <p:spPr>
            <a:xfrm>
              <a:off x="7212645" y="2344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4" name="pt33234"/>
            <p:cNvSpPr/>
            <p:nvPr/>
          </p:nvSpPr>
          <p:spPr>
            <a:xfrm>
              <a:off x="7109256" y="2135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5" name="pt33235"/>
            <p:cNvSpPr/>
            <p:nvPr/>
          </p:nvSpPr>
          <p:spPr>
            <a:xfrm>
              <a:off x="6834531" y="2233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6" name="pt33236"/>
            <p:cNvSpPr/>
            <p:nvPr/>
          </p:nvSpPr>
          <p:spPr>
            <a:xfrm>
              <a:off x="7260315" y="2240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7" name="pt33237"/>
            <p:cNvSpPr/>
            <p:nvPr/>
          </p:nvSpPr>
          <p:spPr>
            <a:xfrm>
              <a:off x="7179056" y="2099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8" name="pt33238"/>
            <p:cNvSpPr/>
            <p:nvPr/>
          </p:nvSpPr>
          <p:spPr>
            <a:xfrm>
              <a:off x="7243448" y="2187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9" name="pt33239"/>
            <p:cNvSpPr/>
            <p:nvPr/>
          </p:nvSpPr>
          <p:spPr>
            <a:xfrm>
              <a:off x="7138554" y="2157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0" name="pt33240"/>
            <p:cNvSpPr/>
            <p:nvPr/>
          </p:nvSpPr>
          <p:spPr>
            <a:xfrm>
              <a:off x="6998414" y="2072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1" name="pt33241"/>
            <p:cNvSpPr/>
            <p:nvPr/>
          </p:nvSpPr>
          <p:spPr>
            <a:xfrm>
              <a:off x="7122109" y="2142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2" name="pt33242"/>
            <p:cNvSpPr/>
            <p:nvPr/>
          </p:nvSpPr>
          <p:spPr>
            <a:xfrm>
              <a:off x="7121725" y="2116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3" name="pt33243"/>
            <p:cNvSpPr/>
            <p:nvPr/>
          </p:nvSpPr>
          <p:spPr>
            <a:xfrm>
              <a:off x="7129842" y="2099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4" name="pt33244"/>
            <p:cNvSpPr/>
            <p:nvPr/>
          </p:nvSpPr>
          <p:spPr>
            <a:xfrm>
              <a:off x="7421370" y="2615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5" name="pt33245"/>
            <p:cNvSpPr/>
            <p:nvPr/>
          </p:nvSpPr>
          <p:spPr>
            <a:xfrm>
              <a:off x="6998091" y="2010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6" name="pt33246"/>
            <p:cNvSpPr/>
            <p:nvPr/>
          </p:nvSpPr>
          <p:spPr>
            <a:xfrm>
              <a:off x="7164870" y="2101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7" name="pt33247"/>
            <p:cNvSpPr/>
            <p:nvPr/>
          </p:nvSpPr>
          <p:spPr>
            <a:xfrm>
              <a:off x="7672663" y="2481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8" name="pt33248"/>
            <p:cNvSpPr/>
            <p:nvPr/>
          </p:nvSpPr>
          <p:spPr>
            <a:xfrm>
              <a:off x="6999070" y="2020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9" name="pt33249"/>
            <p:cNvSpPr/>
            <p:nvPr/>
          </p:nvSpPr>
          <p:spPr>
            <a:xfrm>
              <a:off x="7143732" y="2225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0" name="pt33250"/>
            <p:cNvSpPr/>
            <p:nvPr/>
          </p:nvSpPr>
          <p:spPr>
            <a:xfrm>
              <a:off x="7050219" y="2268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1" name="pt33251"/>
            <p:cNvSpPr/>
            <p:nvPr/>
          </p:nvSpPr>
          <p:spPr>
            <a:xfrm>
              <a:off x="7176730" y="2115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2" name="pt33252"/>
            <p:cNvSpPr/>
            <p:nvPr/>
          </p:nvSpPr>
          <p:spPr>
            <a:xfrm>
              <a:off x="6929856" y="2249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3" name="pt33253"/>
            <p:cNvSpPr/>
            <p:nvPr/>
          </p:nvSpPr>
          <p:spPr>
            <a:xfrm>
              <a:off x="7231674" y="2306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4" name="pt33254"/>
            <p:cNvSpPr/>
            <p:nvPr/>
          </p:nvSpPr>
          <p:spPr>
            <a:xfrm>
              <a:off x="7259557" y="2026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5" name="pt33255"/>
            <p:cNvSpPr/>
            <p:nvPr/>
          </p:nvSpPr>
          <p:spPr>
            <a:xfrm>
              <a:off x="6928895" y="2268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6" name="pt33256"/>
            <p:cNvSpPr/>
            <p:nvPr/>
          </p:nvSpPr>
          <p:spPr>
            <a:xfrm>
              <a:off x="7242480" y="2298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7" name="pt33257"/>
            <p:cNvSpPr/>
            <p:nvPr/>
          </p:nvSpPr>
          <p:spPr>
            <a:xfrm>
              <a:off x="6621578" y="2176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8" name="pt33258"/>
            <p:cNvSpPr/>
            <p:nvPr/>
          </p:nvSpPr>
          <p:spPr>
            <a:xfrm>
              <a:off x="6716931" y="1686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9" name="pt33259"/>
            <p:cNvSpPr/>
            <p:nvPr/>
          </p:nvSpPr>
          <p:spPr>
            <a:xfrm>
              <a:off x="7118965" y="2174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0" name="pt33260"/>
            <p:cNvSpPr/>
            <p:nvPr/>
          </p:nvSpPr>
          <p:spPr>
            <a:xfrm>
              <a:off x="7064412" y="1632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1" name="pt33261"/>
            <p:cNvSpPr/>
            <p:nvPr/>
          </p:nvSpPr>
          <p:spPr>
            <a:xfrm>
              <a:off x="6972246" y="2075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2" name="pt33262"/>
            <p:cNvSpPr/>
            <p:nvPr/>
          </p:nvSpPr>
          <p:spPr>
            <a:xfrm>
              <a:off x="6980783" y="209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3" name="pt33263"/>
            <p:cNvSpPr/>
            <p:nvPr/>
          </p:nvSpPr>
          <p:spPr>
            <a:xfrm>
              <a:off x="7150906" y="2308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4" name="pt33264"/>
            <p:cNvSpPr/>
            <p:nvPr/>
          </p:nvSpPr>
          <p:spPr>
            <a:xfrm>
              <a:off x="7057543" y="2223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5" name="pt33265"/>
            <p:cNvSpPr/>
            <p:nvPr/>
          </p:nvSpPr>
          <p:spPr>
            <a:xfrm>
              <a:off x="7251692" y="2052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6" name="pt33266"/>
            <p:cNvSpPr/>
            <p:nvPr/>
          </p:nvSpPr>
          <p:spPr>
            <a:xfrm>
              <a:off x="7179781" y="2102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7" name="pt33267"/>
            <p:cNvSpPr/>
            <p:nvPr/>
          </p:nvSpPr>
          <p:spPr>
            <a:xfrm>
              <a:off x="6980532" y="1986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8" name="pt33268"/>
            <p:cNvSpPr/>
            <p:nvPr/>
          </p:nvSpPr>
          <p:spPr>
            <a:xfrm>
              <a:off x="7360316" y="2221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9" name="pt33269"/>
            <p:cNvSpPr/>
            <p:nvPr/>
          </p:nvSpPr>
          <p:spPr>
            <a:xfrm>
              <a:off x="7226060" y="2238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0" name="pt33270"/>
            <p:cNvSpPr/>
            <p:nvPr/>
          </p:nvSpPr>
          <p:spPr>
            <a:xfrm>
              <a:off x="7065965" y="2098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1" name="pt33271"/>
            <p:cNvSpPr/>
            <p:nvPr/>
          </p:nvSpPr>
          <p:spPr>
            <a:xfrm>
              <a:off x="7439878" y="2453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2" name="pt33272"/>
            <p:cNvSpPr/>
            <p:nvPr/>
          </p:nvSpPr>
          <p:spPr>
            <a:xfrm>
              <a:off x="7202744" y="2220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3" name="pt33273"/>
            <p:cNvSpPr/>
            <p:nvPr/>
          </p:nvSpPr>
          <p:spPr>
            <a:xfrm>
              <a:off x="7132132" y="2153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4" name="pt33274"/>
            <p:cNvSpPr/>
            <p:nvPr/>
          </p:nvSpPr>
          <p:spPr>
            <a:xfrm>
              <a:off x="7078500" y="2048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5" name="pt33275"/>
            <p:cNvSpPr/>
            <p:nvPr/>
          </p:nvSpPr>
          <p:spPr>
            <a:xfrm>
              <a:off x="7486359" y="2267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6" name="pt33276"/>
            <p:cNvSpPr/>
            <p:nvPr/>
          </p:nvSpPr>
          <p:spPr>
            <a:xfrm>
              <a:off x="7270596" y="1959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7" name="pt33277"/>
            <p:cNvSpPr/>
            <p:nvPr/>
          </p:nvSpPr>
          <p:spPr>
            <a:xfrm>
              <a:off x="7120316" y="2147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8" name="pt33278"/>
            <p:cNvSpPr/>
            <p:nvPr/>
          </p:nvSpPr>
          <p:spPr>
            <a:xfrm>
              <a:off x="7266876" y="2176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9" name="pt33279"/>
            <p:cNvSpPr/>
            <p:nvPr/>
          </p:nvSpPr>
          <p:spPr>
            <a:xfrm>
              <a:off x="6974233" y="1963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0" name="pt33280"/>
            <p:cNvSpPr/>
            <p:nvPr/>
          </p:nvSpPr>
          <p:spPr>
            <a:xfrm>
              <a:off x="7058075" y="1960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1" name="pt33281"/>
            <p:cNvSpPr/>
            <p:nvPr/>
          </p:nvSpPr>
          <p:spPr>
            <a:xfrm>
              <a:off x="7199412" y="2040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2" name="pt33282"/>
            <p:cNvSpPr/>
            <p:nvPr/>
          </p:nvSpPr>
          <p:spPr>
            <a:xfrm>
              <a:off x="7218430" y="2090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3" name="pt33283"/>
            <p:cNvSpPr/>
            <p:nvPr/>
          </p:nvSpPr>
          <p:spPr>
            <a:xfrm>
              <a:off x="7186149" y="2131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4" name="pt33284"/>
            <p:cNvSpPr/>
            <p:nvPr/>
          </p:nvSpPr>
          <p:spPr>
            <a:xfrm>
              <a:off x="7087999" y="2211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5" name="pt33285"/>
            <p:cNvSpPr/>
            <p:nvPr/>
          </p:nvSpPr>
          <p:spPr>
            <a:xfrm>
              <a:off x="6974092" y="2034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6" name="pt33286"/>
            <p:cNvSpPr/>
            <p:nvPr/>
          </p:nvSpPr>
          <p:spPr>
            <a:xfrm>
              <a:off x="7291002" y="192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7" name="pt33287"/>
            <p:cNvSpPr/>
            <p:nvPr/>
          </p:nvSpPr>
          <p:spPr>
            <a:xfrm>
              <a:off x="6909845" y="2169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8" name="pt33288"/>
            <p:cNvSpPr/>
            <p:nvPr/>
          </p:nvSpPr>
          <p:spPr>
            <a:xfrm>
              <a:off x="7233557" y="2251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9" name="pt33289"/>
            <p:cNvSpPr/>
            <p:nvPr/>
          </p:nvSpPr>
          <p:spPr>
            <a:xfrm>
              <a:off x="7313985" y="1926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0" name="pt33290"/>
            <p:cNvSpPr/>
            <p:nvPr/>
          </p:nvSpPr>
          <p:spPr>
            <a:xfrm>
              <a:off x="7357132" y="2378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1" name="pt33291"/>
            <p:cNvSpPr/>
            <p:nvPr/>
          </p:nvSpPr>
          <p:spPr>
            <a:xfrm>
              <a:off x="7092583" y="2218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2" name="pt33292"/>
            <p:cNvSpPr/>
            <p:nvPr/>
          </p:nvSpPr>
          <p:spPr>
            <a:xfrm>
              <a:off x="6753384" y="2117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3" name="pt33293"/>
            <p:cNvSpPr/>
            <p:nvPr/>
          </p:nvSpPr>
          <p:spPr>
            <a:xfrm>
              <a:off x="7091495" y="2249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4" name="pt33294"/>
            <p:cNvSpPr/>
            <p:nvPr/>
          </p:nvSpPr>
          <p:spPr>
            <a:xfrm>
              <a:off x="7315738" y="2008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5" name="pt33295"/>
            <p:cNvSpPr/>
            <p:nvPr/>
          </p:nvSpPr>
          <p:spPr>
            <a:xfrm>
              <a:off x="7167771" y="2005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6" name="pt33296"/>
            <p:cNvSpPr/>
            <p:nvPr/>
          </p:nvSpPr>
          <p:spPr>
            <a:xfrm>
              <a:off x="7101079" y="2097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7" name="pt33297"/>
            <p:cNvSpPr/>
            <p:nvPr/>
          </p:nvSpPr>
          <p:spPr>
            <a:xfrm>
              <a:off x="7201450" y="2098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8" name="pt33298"/>
            <p:cNvSpPr/>
            <p:nvPr/>
          </p:nvSpPr>
          <p:spPr>
            <a:xfrm>
              <a:off x="7203802" y="205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9" name="pt33299"/>
            <p:cNvSpPr/>
            <p:nvPr/>
          </p:nvSpPr>
          <p:spPr>
            <a:xfrm>
              <a:off x="7118798" y="2106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0" name="pt33300"/>
            <p:cNvSpPr/>
            <p:nvPr/>
          </p:nvSpPr>
          <p:spPr>
            <a:xfrm>
              <a:off x="7242112" y="2155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1" name="pt33301"/>
            <p:cNvSpPr/>
            <p:nvPr/>
          </p:nvSpPr>
          <p:spPr>
            <a:xfrm>
              <a:off x="7264728" y="2109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2" name="pt33302"/>
            <p:cNvSpPr/>
            <p:nvPr/>
          </p:nvSpPr>
          <p:spPr>
            <a:xfrm>
              <a:off x="7256990" y="2243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3" name="pt33303"/>
            <p:cNvSpPr/>
            <p:nvPr/>
          </p:nvSpPr>
          <p:spPr>
            <a:xfrm>
              <a:off x="7215769" y="2159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4" name="pt33304"/>
            <p:cNvSpPr/>
            <p:nvPr/>
          </p:nvSpPr>
          <p:spPr>
            <a:xfrm>
              <a:off x="7162572" y="2108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5" name="pt33305"/>
            <p:cNvSpPr/>
            <p:nvPr/>
          </p:nvSpPr>
          <p:spPr>
            <a:xfrm>
              <a:off x="6990679" y="1905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6" name="pt33306"/>
            <p:cNvSpPr/>
            <p:nvPr/>
          </p:nvSpPr>
          <p:spPr>
            <a:xfrm>
              <a:off x="7056976" y="2266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7" name="pt33307"/>
            <p:cNvSpPr/>
            <p:nvPr/>
          </p:nvSpPr>
          <p:spPr>
            <a:xfrm>
              <a:off x="6858057" y="2395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8" name="pt33308"/>
            <p:cNvSpPr/>
            <p:nvPr/>
          </p:nvSpPr>
          <p:spPr>
            <a:xfrm>
              <a:off x="7127843" y="2169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9" name="pt33309"/>
            <p:cNvSpPr/>
            <p:nvPr/>
          </p:nvSpPr>
          <p:spPr>
            <a:xfrm>
              <a:off x="7010269" y="2016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0" name="pt33310"/>
            <p:cNvSpPr/>
            <p:nvPr/>
          </p:nvSpPr>
          <p:spPr>
            <a:xfrm>
              <a:off x="6986852" y="1879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1" name="pt33311"/>
            <p:cNvSpPr/>
            <p:nvPr/>
          </p:nvSpPr>
          <p:spPr>
            <a:xfrm>
              <a:off x="7194329" y="2087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2" name="pt33312"/>
            <p:cNvSpPr/>
            <p:nvPr/>
          </p:nvSpPr>
          <p:spPr>
            <a:xfrm>
              <a:off x="7550495" y="2006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3" name="pt33313"/>
            <p:cNvSpPr/>
            <p:nvPr/>
          </p:nvSpPr>
          <p:spPr>
            <a:xfrm>
              <a:off x="7143566" y="2233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4" name="pt33314"/>
            <p:cNvSpPr/>
            <p:nvPr/>
          </p:nvSpPr>
          <p:spPr>
            <a:xfrm>
              <a:off x="7348342" y="2055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5" name="pt33315"/>
            <p:cNvSpPr/>
            <p:nvPr/>
          </p:nvSpPr>
          <p:spPr>
            <a:xfrm>
              <a:off x="7157022" y="2104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6" name="pt33316"/>
            <p:cNvSpPr/>
            <p:nvPr/>
          </p:nvSpPr>
          <p:spPr>
            <a:xfrm>
              <a:off x="7049183" y="227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7" name="pt33317"/>
            <p:cNvSpPr/>
            <p:nvPr/>
          </p:nvSpPr>
          <p:spPr>
            <a:xfrm>
              <a:off x="7118852" y="2135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8" name="pt33318"/>
            <p:cNvSpPr/>
            <p:nvPr/>
          </p:nvSpPr>
          <p:spPr>
            <a:xfrm>
              <a:off x="7617305" y="2367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9" name="pt33319"/>
            <p:cNvSpPr/>
            <p:nvPr/>
          </p:nvSpPr>
          <p:spPr>
            <a:xfrm>
              <a:off x="7251731" y="2077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0" name="pt33320"/>
            <p:cNvSpPr/>
            <p:nvPr/>
          </p:nvSpPr>
          <p:spPr>
            <a:xfrm>
              <a:off x="7152529" y="2328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1" name="pt33321"/>
            <p:cNvSpPr/>
            <p:nvPr/>
          </p:nvSpPr>
          <p:spPr>
            <a:xfrm>
              <a:off x="7059180" y="2169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2" name="pt33322"/>
            <p:cNvSpPr/>
            <p:nvPr/>
          </p:nvSpPr>
          <p:spPr>
            <a:xfrm>
              <a:off x="7040269" y="2381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3" name="pt33323"/>
            <p:cNvSpPr/>
            <p:nvPr/>
          </p:nvSpPr>
          <p:spPr>
            <a:xfrm>
              <a:off x="7184269" y="2097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4" name="pt33324"/>
            <p:cNvSpPr/>
            <p:nvPr/>
          </p:nvSpPr>
          <p:spPr>
            <a:xfrm>
              <a:off x="7288134" y="1741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5" name="pt33325"/>
            <p:cNvSpPr/>
            <p:nvPr/>
          </p:nvSpPr>
          <p:spPr>
            <a:xfrm>
              <a:off x="6911254" y="2228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6" name="pt33326"/>
            <p:cNvSpPr/>
            <p:nvPr/>
          </p:nvSpPr>
          <p:spPr>
            <a:xfrm>
              <a:off x="7019526" y="2066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7" name="pt33327"/>
            <p:cNvSpPr/>
            <p:nvPr/>
          </p:nvSpPr>
          <p:spPr>
            <a:xfrm>
              <a:off x="7379534" y="2200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8" name="pt33328"/>
            <p:cNvSpPr/>
            <p:nvPr/>
          </p:nvSpPr>
          <p:spPr>
            <a:xfrm>
              <a:off x="7195685" y="2025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9" name="pt33329"/>
            <p:cNvSpPr/>
            <p:nvPr/>
          </p:nvSpPr>
          <p:spPr>
            <a:xfrm>
              <a:off x="7135195" y="2230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0" name="pt33330"/>
            <p:cNvSpPr/>
            <p:nvPr/>
          </p:nvSpPr>
          <p:spPr>
            <a:xfrm>
              <a:off x="7255298" y="2053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1" name="pt33331"/>
            <p:cNvSpPr/>
            <p:nvPr/>
          </p:nvSpPr>
          <p:spPr>
            <a:xfrm>
              <a:off x="6677261" y="1697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2" name="pt33332"/>
            <p:cNvSpPr/>
            <p:nvPr/>
          </p:nvSpPr>
          <p:spPr>
            <a:xfrm>
              <a:off x="7164215" y="2041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3" name="pt33333"/>
            <p:cNvSpPr/>
            <p:nvPr/>
          </p:nvSpPr>
          <p:spPr>
            <a:xfrm>
              <a:off x="7138610" y="2064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4" name="pt33334"/>
            <p:cNvSpPr/>
            <p:nvPr/>
          </p:nvSpPr>
          <p:spPr>
            <a:xfrm>
              <a:off x="6896115" y="1987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5" name="pt33335"/>
            <p:cNvSpPr/>
            <p:nvPr/>
          </p:nvSpPr>
          <p:spPr>
            <a:xfrm>
              <a:off x="7244744" y="2210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6" name="pt33336"/>
            <p:cNvSpPr/>
            <p:nvPr/>
          </p:nvSpPr>
          <p:spPr>
            <a:xfrm>
              <a:off x="6930511" y="2139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7" name="pt33337"/>
            <p:cNvSpPr/>
            <p:nvPr/>
          </p:nvSpPr>
          <p:spPr>
            <a:xfrm>
              <a:off x="7010899" y="1710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8" name="pt33338"/>
            <p:cNvSpPr/>
            <p:nvPr/>
          </p:nvSpPr>
          <p:spPr>
            <a:xfrm>
              <a:off x="6871701" y="2161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9" name="pt33339"/>
            <p:cNvSpPr/>
            <p:nvPr/>
          </p:nvSpPr>
          <p:spPr>
            <a:xfrm>
              <a:off x="7408527" y="2895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0" name="pt33340"/>
            <p:cNvSpPr/>
            <p:nvPr/>
          </p:nvSpPr>
          <p:spPr>
            <a:xfrm>
              <a:off x="7286814" y="1699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1" name="pt33341"/>
            <p:cNvSpPr/>
            <p:nvPr/>
          </p:nvSpPr>
          <p:spPr>
            <a:xfrm>
              <a:off x="7593005" y="2027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2" name="pt33342"/>
            <p:cNvSpPr/>
            <p:nvPr/>
          </p:nvSpPr>
          <p:spPr>
            <a:xfrm>
              <a:off x="7218270" y="2155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3" name="pt33343"/>
            <p:cNvSpPr/>
            <p:nvPr/>
          </p:nvSpPr>
          <p:spPr>
            <a:xfrm>
              <a:off x="7259681" y="2078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4" name="pt33344"/>
            <p:cNvSpPr/>
            <p:nvPr/>
          </p:nvSpPr>
          <p:spPr>
            <a:xfrm>
              <a:off x="7400087" y="2704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5" name="pt33345"/>
            <p:cNvSpPr/>
            <p:nvPr/>
          </p:nvSpPr>
          <p:spPr>
            <a:xfrm>
              <a:off x="7429175" y="2370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6" name="pt33346"/>
            <p:cNvSpPr/>
            <p:nvPr/>
          </p:nvSpPr>
          <p:spPr>
            <a:xfrm>
              <a:off x="7496711" y="2846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7" name="pt33347"/>
            <p:cNvSpPr/>
            <p:nvPr/>
          </p:nvSpPr>
          <p:spPr>
            <a:xfrm>
              <a:off x="7409728" y="2495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8" name="pt33348"/>
            <p:cNvSpPr/>
            <p:nvPr/>
          </p:nvSpPr>
          <p:spPr>
            <a:xfrm>
              <a:off x="7368322" y="2581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9" name="pt33349"/>
            <p:cNvSpPr/>
            <p:nvPr/>
          </p:nvSpPr>
          <p:spPr>
            <a:xfrm>
              <a:off x="7150325" y="2355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0" name="pt33350"/>
            <p:cNvSpPr/>
            <p:nvPr/>
          </p:nvSpPr>
          <p:spPr>
            <a:xfrm>
              <a:off x="7070664" y="2088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1" name="pt33351"/>
            <p:cNvSpPr/>
            <p:nvPr/>
          </p:nvSpPr>
          <p:spPr>
            <a:xfrm>
              <a:off x="7450120" y="2526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2" name="pt33352"/>
            <p:cNvSpPr/>
            <p:nvPr/>
          </p:nvSpPr>
          <p:spPr>
            <a:xfrm>
              <a:off x="7259189" y="2061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3" name="pt33353"/>
            <p:cNvSpPr/>
            <p:nvPr/>
          </p:nvSpPr>
          <p:spPr>
            <a:xfrm>
              <a:off x="7559580" y="1654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4" name="pt33354"/>
            <p:cNvSpPr/>
            <p:nvPr/>
          </p:nvSpPr>
          <p:spPr>
            <a:xfrm>
              <a:off x="7218788" y="2145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5" name="pt33355"/>
            <p:cNvSpPr/>
            <p:nvPr/>
          </p:nvSpPr>
          <p:spPr>
            <a:xfrm>
              <a:off x="7370208" y="2629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6" name="pt33356"/>
            <p:cNvSpPr/>
            <p:nvPr/>
          </p:nvSpPr>
          <p:spPr>
            <a:xfrm>
              <a:off x="7044531" y="2239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7" name="pt33357"/>
            <p:cNvSpPr/>
            <p:nvPr/>
          </p:nvSpPr>
          <p:spPr>
            <a:xfrm>
              <a:off x="7163958" y="2152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8" name="pt33358"/>
            <p:cNvSpPr/>
            <p:nvPr/>
          </p:nvSpPr>
          <p:spPr>
            <a:xfrm>
              <a:off x="7273675" y="2097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9" name="pt33359"/>
            <p:cNvSpPr/>
            <p:nvPr/>
          </p:nvSpPr>
          <p:spPr>
            <a:xfrm>
              <a:off x="6821188" y="2361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0" name="pt33360"/>
            <p:cNvSpPr/>
            <p:nvPr/>
          </p:nvSpPr>
          <p:spPr>
            <a:xfrm>
              <a:off x="7184812" y="2129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1" name="pt33361"/>
            <p:cNvSpPr/>
            <p:nvPr/>
          </p:nvSpPr>
          <p:spPr>
            <a:xfrm>
              <a:off x="6942124" y="2182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2" name="pt33362"/>
            <p:cNvSpPr/>
            <p:nvPr/>
          </p:nvSpPr>
          <p:spPr>
            <a:xfrm>
              <a:off x="7270796" y="1964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3" name="pt33363"/>
            <p:cNvSpPr/>
            <p:nvPr/>
          </p:nvSpPr>
          <p:spPr>
            <a:xfrm>
              <a:off x="7155691" y="2290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4" name="pt33364"/>
            <p:cNvSpPr/>
            <p:nvPr/>
          </p:nvSpPr>
          <p:spPr>
            <a:xfrm>
              <a:off x="7288599" y="1960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5" name="pt33365"/>
            <p:cNvSpPr/>
            <p:nvPr/>
          </p:nvSpPr>
          <p:spPr>
            <a:xfrm>
              <a:off x="7196251" y="2144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6" name="pt33366"/>
            <p:cNvSpPr/>
            <p:nvPr/>
          </p:nvSpPr>
          <p:spPr>
            <a:xfrm>
              <a:off x="7106421" y="2169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7" name="pt33367"/>
            <p:cNvSpPr/>
            <p:nvPr/>
          </p:nvSpPr>
          <p:spPr>
            <a:xfrm>
              <a:off x="7208540" y="2278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8" name="pt33368"/>
            <p:cNvSpPr/>
            <p:nvPr/>
          </p:nvSpPr>
          <p:spPr>
            <a:xfrm>
              <a:off x="6948238" y="2167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9" name="pt33369"/>
            <p:cNvSpPr/>
            <p:nvPr/>
          </p:nvSpPr>
          <p:spPr>
            <a:xfrm>
              <a:off x="7340437" y="2138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0" name="pt33370"/>
            <p:cNvSpPr/>
            <p:nvPr/>
          </p:nvSpPr>
          <p:spPr>
            <a:xfrm>
              <a:off x="6985325" y="2001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1" name="pt33371"/>
            <p:cNvSpPr/>
            <p:nvPr/>
          </p:nvSpPr>
          <p:spPr>
            <a:xfrm>
              <a:off x="7125916" y="2121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2" name="pt33372"/>
            <p:cNvSpPr/>
            <p:nvPr/>
          </p:nvSpPr>
          <p:spPr>
            <a:xfrm>
              <a:off x="7146128" y="2298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3" name="pt33373"/>
            <p:cNvSpPr/>
            <p:nvPr/>
          </p:nvSpPr>
          <p:spPr>
            <a:xfrm>
              <a:off x="7238544" y="182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4" name="pt33374"/>
            <p:cNvSpPr/>
            <p:nvPr/>
          </p:nvSpPr>
          <p:spPr>
            <a:xfrm>
              <a:off x="7282466" y="2063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5" name="pt33375"/>
            <p:cNvSpPr/>
            <p:nvPr/>
          </p:nvSpPr>
          <p:spPr>
            <a:xfrm>
              <a:off x="7215940" y="2232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6" name="pt33376"/>
            <p:cNvSpPr/>
            <p:nvPr/>
          </p:nvSpPr>
          <p:spPr>
            <a:xfrm>
              <a:off x="6987831" y="2029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7" name="pt33377"/>
            <p:cNvSpPr/>
            <p:nvPr/>
          </p:nvSpPr>
          <p:spPr>
            <a:xfrm>
              <a:off x="7302166" y="1925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8" name="pt33378"/>
            <p:cNvSpPr/>
            <p:nvPr/>
          </p:nvSpPr>
          <p:spPr>
            <a:xfrm>
              <a:off x="7320383" y="2025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9" name="pt33379"/>
            <p:cNvSpPr/>
            <p:nvPr/>
          </p:nvSpPr>
          <p:spPr>
            <a:xfrm>
              <a:off x="7238979" y="1977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0" name="pt33380"/>
            <p:cNvSpPr/>
            <p:nvPr/>
          </p:nvSpPr>
          <p:spPr>
            <a:xfrm>
              <a:off x="7254688" y="2038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1" name="pt33381"/>
            <p:cNvSpPr/>
            <p:nvPr/>
          </p:nvSpPr>
          <p:spPr>
            <a:xfrm>
              <a:off x="7052034" y="2309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2" name="pt33382"/>
            <p:cNvSpPr/>
            <p:nvPr/>
          </p:nvSpPr>
          <p:spPr>
            <a:xfrm>
              <a:off x="7087193" y="2143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3" name="pt33383"/>
            <p:cNvSpPr/>
            <p:nvPr/>
          </p:nvSpPr>
          <p:spPr>
            <a:xfrm>
              <a:off x="7369349" y="2613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4" name="pt33384"/>
            <p:cNvSpPr/>
            <p:nvPr/>
          </p:nvSpPr>
          <p:spPr>
            <a:xfrm>
              <a:off x="7054937" y="2263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5" name="pt33385"/>
            <p:cNvSpPr/>
            <p:nvPr/>
          </p:nvSpPr>
          <p:spPr>
            <a:xfrm>
              <a:off x="7019807" y="2013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6" name="pt33386"/>
            <p:cNvSpPr/>
            <p:nvPr/>
          </p:nvSpPr>
          <p:spPr>
            <a:xfrm>
              <a:off x="7150748" y="222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7" name="pt33387"/>
            <p:cNvSpPr/>
            <p:nvPr/>
          </p:nvSpPr>
          <p:spPr>
            <a:xfrm>
              <a:off x="7279362" y="1901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8" name="pt33388"/>
            <p:cNvSpPr/>
            <p:nvPr/>
          </p:nvSpPr>
          <p:spPr>
            <a:xfrm>
              <a:off x="7189189" y="2050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9" name="pt33389"/>
            <p:cNvSpPr/>
            <p:nvPr/>
          </p:nvSpPr>
          <p:spPr>
            <a:xfrm>
              <a:off x="7345503" y="2146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0" name="pt33390"/>
            <p:cNvSpPr/>
            <p:nvPr/>
          </p:nvSpPr>
          <p:spPr>
            <a:xfrm>
              <a:off x="7350317" y="2075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1" name="pt33391"/>
            <p:cNvSpPr/>
            <p:nvPr/>
          </p:nvSpPr>
          <p:spPr>
            <a:xfrm>
              <a:off x="7159173" y="2112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2" name="pt33392"/>
            <p:cNvSpPr/>
            <p:nvPr/>
          </p:nvSpPr>
          <p:spPr>
            <a:xfrm>
              <a:off x="6703966" y="1986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3" name="pt33393"/>
            <p:cNvSpPr/>
            <p:nvPr/>
          </p:nvSpPr>
          <p:spPr>
            <a:xfrm>
              <a:off x="7223977" y="1968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4" name="pt33394"/>
            <p:cNvSpPr/>
            <p:nvPr/>
          </p:nvSpPr>
          <p:spPr>
            <a:xfrm>
              <a:off x="7314717" y="1954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5" name="pt33395"/>
            <p:cNvSpPr/>
            <p:nvPr/>
          </p:nvSpPr>
          <p:spPr>
            <a:xfrm>
              <a:off x="7099163" y="2224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6" name="pt33396"/>
            <p:cNvSpPr/>
            <p:nvPr/>
          </p:nvSpPr>
          <p:spPr>
            <a:xfrm>
              <a:off x="7001165" y="2075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7" name="pt33397"/>
            <p:cNvSpPr/>
            <p:nvPr/>
          </p:nvSpPr>
          <p:spPr>
            <a:xfrm>
              <a:off x="7115751" y="2133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8" name="pt33398"/>
            <p:cNvSpPr/>
            <p:nvPr/>
          </p:nvSpPr>
          <p:spPr>
            <a:xfrm>
              <a:off x="6908943" y="2095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9" name="pt33399"/>
            <p:cNvSpPr/>
            <p:nvPr/>
          </p:nvSpPr>
          <p:spPr>
            <a:xfrm>
              <a:off x="7173202" y="2024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0" name="pt33400"/>
            <p:cNvSpPr/>
            <p:nvPr/>
          </p:nvSpPr>
          <p:spPr>
            <a:xfrm>
              <a:off x="7329387" y="1982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1" name="pt33401"/>
            <p:cNvSpPr/>
            <p:nvPr/>
          </p:nvSpPr>
          <p:spPr>
            <a:xfrm>
              <a:off x="7105831" y="2138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2" name="pt33402"/>
            <p:cNvSpPr/>
            <p:nvPr/>
          </p:nvSpPr>
          <p:spPr>
            <a:xfrm>
              <a:off x="7060407" y="2077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3" name="pt33403"/>
            <p:cNvSpPr/>
            <p:nvPr/>
          </p:nvSpPr>
          <p:spPr>
            <a:xfrm>
              <a:off x="6862021" y="2052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4" name="pt33404"/>
            <p:cNvSpPr/>
            <p:nvPr/>
          </p:nvSpPr>
          <p:spPr>
            <a:xfrm>
              <a:off x="7087261" y="2217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5" name="pt33405"/>
            <p:cNvSpPr/>
            <p:nvPr/>
          </p:nvSpPr>
          <p:spPr>
            <a:xfrm>
              <a:off x="7162585" y="2008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6" name="pt33406"/>
            <p:cNvSpPr/>
            <p:nvPr/>
          </p:nvSpPr>
          <p:spPr>
            <a:xfrm>
              <a:off x="7277138" y="1901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7" name="pt33407"/>
            <p:cNvSpPr/>
            <p:nvPr/>
          </p:nvSpPr>
          <p:spPr>
            <a:xfrm>
              <a:off x="7096218" y="2141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8" name="pt33408"/>
            <p:cNvSpPr/>
            <p:nvPr/>
          </p:nvSpPr>
          <p:spPr>
            <a:xfrm>
              <a:off x="7289348" y="1984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9" name="pt33409"/>
            <p:cNvSpPr/>
            <p:nvPr/>
          </p:nvSpPr>
          <p:spPr>
            <a:xfrm>
              <a:off x="7086697" y="2164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0" name="pt33410"/>
            <p:cNvSpPr/>
            <p:nvPr/>
          </p:nvSpPr>
          <p:spPr>
            <a:xfrm>
              <a:off x="6861562" y="2077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1" name="pt33411"/>
            <p:cNvSpPr/>
            <p:nvPr/>
          </p:nvSpPr>
          <p:spPr>
            <a:xfrm>
              <a:off x="7125594" y="2159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2" name="pt33412"/>
            <p:cNvSpPr/>
            <p:nvPr/>
          </p:nvSpPr>
          <p:spPr>
            <a:xfrm>
              <a:off x="7159636" y="2126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3" name="pt33413"/>
            <p:cNvSpPr/>
            <p:nvPr/>
          </p:nvSpPr>
          <p:spPr>
            <a:xfrm>
              <a:off x="7213715" y="2179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4" name="pt33414"/>
            <p:cNvSpPr/>
            <p:nvPr/>
          </p:nvSpPr>
          <p:spPr>
            <a:xfrm>
              <a:off x="7036552" y="2036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5" name="pt33415"/>
            <p:cNvSpPr/>
            <p:nvPr/>
          </p:nvSpPr>
          <p:spPr>
            <a:xfrm>
              <a:off x="7210270" y="2380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6" name="pt33416"/>
            <p:cNvSpPr/>
            <p:nvPr/>
          </p:nvSpPr>
          <p:spPr>
            <a:xfrm>
              <a:off x="7054048" y="2332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7" name="pt33417"/>
            <p:cNvSpPr/>
            <p:nvPr/>
          </p:nvSpPr>
          <p:spPr>
            <a:xfrm>
              <a:off x="7375293" y="2420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8" name="pt33418"/>
            <p:cNvSpPr/>
            <p:nvPr/>
          </p:nvSpPr>
          <p:spPr>
            <a:xfrm>
              <a:off x="7852876" y="2406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9" name="pt33419"/>
            <p:cNvSpPr/>
            <p:nvPr/>
          </p:nvSpPr>
          <p:spPr>
            <a:xfrm>
              <a:off x="7025382" y="19192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0" name="pt33420"/>
            <p:cNvSpPr/>
            <p:nvPr/>
          </p:nvSpPr>
          <p:spPr>
            <a:xfrm>
              <a:off x="7175773" y="2124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1" name="pt33421"/>
            <p:cNvSpPr/>
            <p:nvPr/>
          </p:nvSpPr>
          <p:spPr>
            <a:xfrm>
              <a:off x="7240046" y="1656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2" name="pt33422"/>
            <p:cNvSpPr/>
            <p:nvPr/>
          </p:nvSpPr>
          <p:spPr>
            <a:xfrm>
              <a:off x="7107747" y="2129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3" name="pt33423"/>
            <p:cNvSpPr/>
            <p:nvPr/>
          </p:nvSpPr>
          <p:spPr>
            <a:xfrm>
              <a:off x="7213621" y="2431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4" name="pt33424"/>
            <p:cNvSpPr/>
            <p:nvPr/>
          </p:nvSpPr>
          <p:spPr>
            <a:xfrm>
              <a:off x="7143128" y="2197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5" name="pt33425"/>
            <p:cNvSpPr/>
            <p:nvPr/>
          </p:nvSpPr>
          <p:spPr>
            <a:xfrm>
              <a:off x="7186941" y="2084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6" name="pt33426"/>
            <p:cNvSpPr/>
            <p:nvPr/>
          </p:nvSpPr>
          <p:spPr>
            <a:xfrm>
              <a:off x="7404826" y="2147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7" name="pt33427"/>
            <p:cNvSpPr/>
            <p:nvPr/>
          </p:nvSpPr>
          <p:spPr>
            <a:xfrm>
              <a:off x="7226600" y="2018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8" name="pt33428"/>
            <p:cNvSpPr/>
            <p:nvPr/>
          </p:nvSpPr>
          <p:spPr>
            <a:xfrm>
              <a:off x="6805522" y="2504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9" name="pt33429"/>
            <p:cNvSpPr/>
            <p:nvPr/>
          </p:nvSpPr>
          <p:spPr>
            <a:xfrm>
              <a:off x="6937593" y="2037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0" name="pt33430"/>
            <p:cNvSpPr/>
            <p:nvPr/>
          </p:nvSpPr>
          <p:spPr>
            <a:xfrm>
              <a:off x="6972106" y="2029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1" name="pt33431"/>
            <p:cNvSpPr/>
            <p:nvPr/>
          </p:nvSpPr>
          <p:spPr>
            <a:xfrm>
              <a:off x="6856821" y="2482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2" name="pt33432"/>
            <p:cNvSpPr/>
            <p:nvPr/>
          </p:nvSpPr>
          <p:spPr>
            <a:xfrm>
              <a:off x="7146525" y="2271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3" name="pt33433"/>
            <p:cNvSpPr/>
            <p:nvPr/>
          </p:nvSpPr>
          <p:spPr>
            <a:xfrm>
              <a:off x="7122227" y="2166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4" name="pt33434"/>
            <p:cNvSpPr/>
            <p:nvPr/>
          </p:nvSpPr>
          <p:spPr>
            <a:xfrm>
              <a:off x="7333147" y="1919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5" name="pt33435"/>
            <p:cNvSpPr/>
            <p:nvPr/>
          </p:nvSpPr>
          <p:spPr>
            <a:xfrm>
              <a:off x="7008153" y="2022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6" name="pt33436"/>
            <p:cNvSpPr/>
            <p:nvPr/>
          </p:nvSpPr>
          <p:spPr>
            <a:xfrm>
              <a:off x="7152064" y="2261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7" name="pt33437"/>
            <p:cNvSpPr/>
            <p:nvPr/>
          </p:nvSpPr>
          <p:spPr>
            <a:xfrm>
              <a:off x="6946931" y="2105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8" name="pt33438"/>
            <p:cNvSpPr/>
            <p:nvPr/>
          </p:nvSpPr>
          <p:spPr>
            <a:xfrm>
              <a:off x="7250874" y="2194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9" name="pt33439"/>
            <p:cNvSpPr/>
            <p:nvPr/>
          </p:nvSpPr>
          <p:spPr>
            <a:xfrm>
              <a:off x="7203685" y="2254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0" name="pt33440"/>
            <p:cNvSpPr/>
            <p:nvPr/>
          </p:nvSpPr>
          <p:spPr>
            <a:xfrm>
              <a:off x="6916736" y="220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1" name="pt33441"/>
            <p:cNvSpPr/>
            <p:nvPr/>
          </p:nvSpPr>
          <p:spPr>
            <a:xfrm>
              <a:off x="7118103" y="2058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2" name="pt33442"/>
            <p:cNvSpPr/>
            <p:nvPr/>
          </p:nvSpPr>
          <p:spPr>
            <a:xfrm>
              <a:off x="7131320" y="2271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3" name="pt33443"/>
            <p:cNvSpPr/>
            <p:nvPr/>
          </p:nvSpPr>
          <p:spPr>
            <a:xfrm>
              <a:off x="6939833" y="2208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4" name="pt33444"/>
            <p:cNvSpPr/>
            <p:nvPr/>
          </p:nvSpPr>
          <p:spPr>
            <a:xfrm>
              <a:off x="7073629" y="2173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5" name="pt33445"/>
            <p:cNvSpPr/>
            <p:nvPr/>
          </p:nvSpPr>
          <p:spPr>
            <a:xfrm>
              <a:off x="7059544" y="2203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6" name="pt33446"/>
            <p:cNvSpPr/>
            <p:nvPr/>
          </p:nvSpPr>
          <p:spPr>
            <a:xfrm>
              <a:off x="7435166" y="2558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7" name="pt33447"/>
            <p:cNvSpPr/>
            <p:nvPr/>
          </p:nvSpPr>
          <p:spPr>
            <a:xfrm>
              <a:off x="7349818" y="2115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8" name="pt33448"/>
            <p:cNvSpPr/>
            <p:nvPr/>
          </p:nvSpPr>
          <p:spPr>
            <a:xfrm>
              <a:off x="7039917" y="2222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9" name="pt33449"/>
            <p:cNvSpPr/>
            <p:nvPr/>
          </p:nvSpPr>
          <p:spPr>
            <a:xfrm>
              <a:off x="7307127" y="1894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0" name="pt33450"/>
            <p:cNvSpPr/>
            <p:nvPr/>
          </p:nvSpPr>
          <p:spPr>
            <a:xfrm>
              <a:off x="7058425" y="2061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1" name="pt33451"/>
            <p:cNvSpPr/>
            <p:nvPr/>
          </p:nvSpPr>
          <p:spPr>
            <a:xfrm>
              <a:off x="6956248" y="2031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2" name="pt33452"/>
            <p:cNvSpPr/>
            <p:nvPr/>
          </p:nvSpPr>
          <p:spPr>
            <a:xfrm>
              <a:off x="7057624" y="2257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3" name="pt33453"/>
            <p:cNvSpPr/>
            <p:nvPr/>
          </p:nvSpPr>
          <p:spPr>
            <a:xfrm>
              <a:off x="7261352" y="2049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4" name="pt33454"/>
            <p:cNvSpPr/>
            <p:nvPr/>
          </p:nvSpPr>
          <p:spPr>
            <a:xfrm>
              <a:off x="6926288" y="2162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5" name="pt33455"/>
            <p:cNvSpPr/>
            <p:nvPr/>
          </p:nvSpPr>
          <p:spPr>
            <a:xfrm>
              <a:off x="7011801" y="1785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6" name="pt33456"/>
            <p:cNvSpPr/>
            <p:nvPr/>
          </p:nvSpPr>
          <p:spPr>
            <a:xfrm>
              <a:off x="7139650" y="2078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7" name="pt33457"/>
            <p:cNvSpPr/>
            <p:nvPr/>
          </p:nvSpPr>
          <p:spPr>
            <a:xfrm>
              <a:off x="7449562" y="2815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8" name="pt33458"/>
            <p:cNvSpPr/>
            <p:nvPr/>
          </p:nvSpPr>
          <p:spPr>
            <a:xfrm>
              <a:off x="7040239" y="2275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9" name="pt33459"/>
            <p:cNvSpPr/>
            <p:nvPr/>
          </p:nvSpPr>
          <p:spPr>
            <a:xfrm>
              <a:off x="6969077" y="1986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0" name="pt33460"/>
            <p:cNvSpPr/>
            <p:nvPr/>
          </p:nvSpPr>
          <p:spPr>
            <a:xfrm>
              <a:off x="7298992" y="2088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1" name="pt33461"/>
            <p:cNvSpPr/>
            <p:nvPr/>
          </p:nvSpPr>
          <p:spPr>
            <a:xfrm>
              <a:off x="7282065" y="2063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2" name="pt33462"/>
            <p:cNvSpPr/>
            <p:nvPr/>
          </p:nvSpPr>
          <p:spPr>
            <a:xfrm>
              <a:off x="6875044" y="2165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3" name="pt33463"/>
            <p:cNvSpPr/>
            <p:nvPr/>
          </p:nvSpPr>
          <p:spPr>
            <a:xfrm>
              <a:off x="6988160" y="1979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4" name="pt33464"/>
            <p:cNvSpPr/>
            <p:nvPr/>
          </p:nvSpPr>
          <p:spPr>
            <a:xfrm>
              <a:off x="7092581" y="2165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5" name="pt33465"/>
            <p:cNvSpPr/>
            <p:nvPr/>
          </p:nvSpPr>
          <p:spPr>
            <a:xfrm>
              <a:off x="7449242" y="2694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6" name="pt33466"/>
            <p:cNvSpPr/>
            <p:nvPr/>
          </p:nvSpPr>
          <p:spPr>
            <a:xfrm>
              <a:off x="7082935" y="2128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7" name="pt33467"/>
            <p:cNvSpPr/>
            <p:nvPr/>
          </p:nvSpPr>
          <p:spPr>
            <a:xfrm>
              <a:off x="7310195" y="2014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8" name="pt33468"/>
            <p:cNvSpPr/>
            <p:nvPr/>
          </p:nvSpPr>
          <p:spPr>
            <a:xfrm>
              <a:off x="7122693" y="2103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9" name="pt33469"/>
            <p:cNvSpPr/>
            <p:nvPr/>
          </p:nvSpPr>
          <p:spPr>
            <a:xfrm>
              <a:off x="7125989" y="2160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0" name="pt33470"/>
            <p:cNvSpPr/>
            <p:nvPr/>
          </p:nvSpPr>
          <p:spPr>
            <a:xfrm>
              <a:off x="7324789" y="1992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1" name="pt33471"/>
            <p:cNvSpPr/>
            <p:nvPr/>
          </p:nvSpPr>
          <p:spPr>
            <a:xfrm>
              <a:off x="7365407" y="2444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2" name="pt33472"/>
            <p:cNvSpPr/>
            <p:nvPr/>
          </p:nvSpPr>
          <p:spPr>
            <a:xfrm>
              <a:off x="7207576" y="2195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3" name="pt33473"/>
            <p:cNvSpPr/>
            <p:nvPr/>
          </p:nvSpPr>
          <p:spPr>
            <a:xfrm>
              <a:off x="6915053" y="2166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4" name="pt33474"/>
            <p:cNvSpPr/>
            <p:nvPr/>
          </p:nvSpPr>
          <p:spPr>
            <a:xfrm>
              <a:off x="6951372" y="1987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5" name="pt33475"/>
            <p:cNvSpPr/>
            <p:nvPr/>
          </p:nvSpPr>
          <p:spPr>
            <a:xfrm>
              <a:off x="7287457" y="1804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6" name="pt33476"/>
            <p:cNvSpPr/>
            <p:nvPr/>
          </p:nvSpPr>
          <p:spPr>
            <a:xfrm>
              <a:off x="7234496" y="2071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7" name="pt33477"/>
            <p:cNvSpPr/>
            <p:nvPr/>
          </p:nvSpPr>
          <p:spPr>
            <a:xfrm>
              <a:off x="7221437" y="2092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8" name="pt33478"/>
            <p:cNvSpPr/>
            <p:nvPr/>
          </p:nvSpPr>
          <p:spPr>
            <a:xfrm>
              <a:off x="7215214" y="2381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9" name="pt33479"/>
            <p:cNvSpPr/>
            <p:nvPr/>
          </p:nvSpPr>
          <p:spPr>
            <a:xfrm>
              <a:off x="7361457" y="2463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0" name="pt33480"/>
            <p:cNvSpPr/>
            <p:nvPr/>
          </p:nvSpPr>
          <p:spPr>
            <a:xfrm>
              <a:off x="7228395" y="2191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1" name="pt33481"/>
            <p:cNvSpPr/>
            <p:nvPr/>
          </p:nvSpPr>
          <p:spPr>
            <a:xfrm>
              <a:off x="6715426" y="2059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2" name="pt33482"/>
            <p:cNvSpPr/>
            <p:nvPr/>
          </p:nvSpPr>
          <p:spPr>
            <a:xfrm>
              <a:off x="7154801" y="2329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3" name="pt33483"/>
            <p:cNvSpPr/>
            <p:nvPr/>
          </p:nvSpPr>
          <p:spPr>
            <a:xfrm>
              <a:off x="7162373" y="2113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4" name="pt33484"/>
            <p:cNvSpPr/>
            <p:nvPr/>
          </p:nvSpPr>
          <p:spPr>
            <a:xfrm>
              <a:off x="7018543" y="2101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5" name="pt33485"/>
            <p:cNvSpPr/>
            <p:nvPr/>
          </p:nvSpPr>
          <p:spPr>
            <a:xfrm>
              <a:off x="7013232" y="1840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6" name="pt33486"/>
            <p:cNvSpPr/>
            <p:nvPr/>
          </p:nvSpPr>
          <p:spPr>
            <a:xfrm>
              <a:off x="7185389" y="2158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7" name="pt33487"/>
            <p:cNvSpPr/>
            <p:nvPr/>
          </p:nvSpPr>
          <p:spPr>
            <a:xfrm>
              <a:off x="7112038" y="2102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8" name="pt33488"/>
            <p:cNvSpPr/>
            <p:nvPr/>
          </p:nvSpPr>
          <p:spPr>
            <a:xfrm>
              <a:off x="7117533" y="2201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9" name="pt33489"/>
            <p:cNvSpPr/>
            <p:nvPr/>
          </p:nvSpPr>
          <p:spPr>
            <a:xfrm>
              <a:off x="7283024" y="2168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0" name="pt33490"/>
            <p:cNvSpPr/>
            <p:nvPr/>
          </p:nvSpPr>
          <p:spPr>
            <a:xfrm>
              <a:off x="7191549" y="2060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1" name="pt33491"/>
            <p:cNvSpPr/>
            <p:nvPr/>
          </p:nvSpPr>
          <p:spPr>
            <a:xfrm>
              <a:off x="6965659" y="2030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2" name="pt33492"/>
            <p:cNvSpPr/>
            <p:nvPr/>
          </p:nvSpPr>
          <p:spPr>
            <a:xfrm>
              <a:off x="7261241" y="2065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3" name="pt33493"/>
            <p:cNvSpPr/>
            <p:nvPr/>
          </p:nvSpPr>
          <p:spPr>
            <a:xfrm>
              <a:off x="7106001" y="2240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4" name="pt33494"/>
            <p:cNvSpPr/>
            <p:nvPr/>
          </p:nvSpPr>
          <p:spPr>
            <a:xfrm>
              <a:off x="6876970" y="2086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5" name="pt33495"/>
            <p:cNvSpPr/>
            <p:nvPr/>
          </p:nvSpPr>
          <p:spPr>
            <a:xfrm>
              <a:off x="7131133" y="2138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6" name="pt33496"/>
            <p:cNvSpPr/>
            <p:nvPr/>
          </p:nvSpPr>
          <p:spPr>
            <a:xfrm>
              <a:off x="7055056" y="2216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7" name="pt33497"/>
            <p:cNvSpPr/>
            <p:nvPr/>
          </p:nvSpPr>
          <p:spPr>
            <a:xfrm>
              <a:off x="7120426" y="2144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8" name="pt33498"/>
            <p:cNvSpPr/>
            <p:nvPr/>
          </p:nvSpPr>
          <p:spPr>
            <a:xfrm>
              <a:off x="6883905" y="1798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9" name="pt33499"/>
            <p:cNvSpPr/>
            <p:nvPr/>
          </p:nvSpPr>
          <p:spPr>
            <a:xfrm>
              <a:off x="7501663" y="2116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0" name="pt33500"/>
            <p:cNvSpPr/>
            <p:nvPr/>
          </p:nvSpPr>
          <p:spPr>
            <a:xfrm>
              <a:off x="7078358" y="2142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1" name="pt33501"/>
            <p:cNvSpPr/>
            <p:nvPr/>
          </p:nvSpPr>
          <p:spPr>
            <a:xfrm>
              <a:off x="7099350" y="2188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2" name="pt33502"/>
            <p:cNvSpPr/>
            <p:nvPr/>
          </p:nvSpPr>
          <p:spPr>
            <a:xfrm>
              <a:off x="7135619" y="2165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3" name="pt33503"/>
            <p:cNvSpPr/>
            <p:nvPr/>
          </p:nvSpPr>
          <p:spPr>
            <a:xfrm>
              <a:off x="7158236" y="2204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4" name="pt33504"/>
            <p:cNvSpPr/>
            <p:nvPr/>
          </p:nvSpPr>
          <p:spPr>
            <a:xfrm>
              <a:off x="7179494" y="2081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5" name="pt33505"/>
            <p:cNvSpPr/>
            <p:nvPr/>
          </p:nvSpPr>
          <p:spPr>
            <a:xfrm>
              <a:off x="7060009" y="2117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6" name="pt33506"/>
            <p:cNvSpPr/>
            <p:nvPr/>
          </p:nvSpPr>
          <p:spPr>
            <a:xfrm>
              <a:off x="6976293" y="210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7" name="pt33507"/>
            <p:cNvSpPr/>
            <p:nvPr/>
          </p:nvSpPr>
          <p:spPr>
            <a:xfrm>
              <a:off x="7099047" y="2219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8" name="pt33508"/>
            <p:cNvSpPr/>
            <p:nvPr/>
          </p:nvSpPr>
          <p:spPr>
            <a:xfrm>
              <a:off x="7274051" y="2059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9" name="pt33509"/>
            <p:cNvSpPr/>
            <p:nvPr/>
          </p:nvSpPr>
          <p:spPr>
            <a:xfrm>
              <a:off x="7111558" y="1933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0" name="pt33510"/>
            <p:cNvSpPr/>
            <p:nvPr/>
          </p:nvSpPr>
          <p:spPr>
            <a:xfrm>
              <a:off x="7396009" y="2292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1" name="pt33511"/>
            <p:cNvSpPr/>
            <p:nvPr/>
          </p:nvSpPr>
          <p:spPr>
            <a:xfrm>
              <a:off x="7284476" y="1903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2" name="pt33512"/>
            <p:cNvSpPr/>
            <p:nvPr/>
          </p:nvSpPr>
          <p:spPr>
            <a:xfrm>
              <a:off x="7068473" y="1964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3" name="pt33513"/>
            <p:cNvSpPr/>
            <p:nvPr/>
          </p:nvSpPr>
          <p:spPr>
            <a:xfrm>
              <a:off x="6967604" y="1958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4" name="pt33514"/>
            <p:cNvSpPr/>
            <p:nvPr/>
          </p:nvSpPr>
          <p:spPr>
            <a:xfrm>
              <a:off x="7061193" y="2086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5" name="pt33515"/>
            <p:cNvSpPr/>
            <p:nvPr/>
          </p:nvSpPr>
          <p:spPr>
            <a:xfrm>
              <a:off x="7122717" y="2138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6" name="pt33516"/>
            <p:cNvSpPr/>
            <p:nvPr/>
          </p:nvSpPr>
          <p:spPr>
            <a:xfrm>
              <a:off x="7143663" y="2149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7" name="pt33517"/>
            <p:cNvSpPr/>
            <p:nvPr/>
          </p:nvSpPr>
          <p:spPr>
            <a:xfrm>
              <a:off x="7124129" y="2122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8" name="pt33518"/>
            <p:cNvSpPr/>
            <p:nvPr/>
          </p:nvSpPr>
          <p:spPr>
            <a:xfrm>
              <a:off x="7146416" y="2238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9" name="pt33519"/>
            <p:cNvSpPr/>
            <p:nvPr/>
          </p:nvSpPr>
          <p:spPr>
            <a:xfrm>
              <a:off x="7093188" y="2203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0" name="pt33520"/>
            <p:cNvSpPr/>
            <p:nvPr/>
          </p:nvSpPr>
          <p:spPr>
            <a:xfrm>
              <a:off x="6787424" y="2518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1" name="pt33521"/>
            <p:cNvSpPr/>
            <p:nvPr/>
          </p:nvSpPr>
          <p:spPr>
            <a:xfrm>
              <a:off x="7132349" y="2137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2" name="pt33522"/>
            <p:cNvSpPr/>
            <p:nvPr/>
          </p:nvSpPr>
          <p:spPr>
            <a:xfrm>
              <a:off x="6854002" y="2492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3" name="pt33523"/>
            <p:cNvSpPr/>
            <p:nvPr/>
          </p:nvSpPr>
          <p:spPr>
            <a:xfrm>
              <a:off x="7091671" y="2116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4" name="pt33524"/>
            <p:cNvSpPr/>
            <p:nvPr/>
          </p:nvSpPr>
          <p:spPr>
            <a:xfrm>
              <a:off x="7222396" y="2078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5" name="pt33525"/>
            <p:cNvSpPr/>
            <p:nvPr/>
          </p:nvSpPr>
          <p:spPr>
            <a:xfrm>
              <a:off x="7220862" y="2190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6" name="pt33526"/>
            <p:cNvSpPr/>
            <p:nvPr/>
          </p:nvSpPr>
          <p:spPr>
            <a:xfrm>
              <a:off x="7338649" y="2112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7" name="pt33527"/>
            <p:cNvSpPr/>
            <p:nvPr/>
          </p:nvSpPr>
          <p:spPr>
            <a:xfrm>
              <a:off x="7310473" y="2107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8" name="pt33528"/>
            <p:cNvSpPr/>
            <p:nvPr/>
          </p:nvSpPr>
          <p:spPr>
            <a:xfrm>
              <a:off x="7103956" y="2194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9" name="pt33529"/>
            <p:cNvSpPr/>
            <p:nvPr/>
          </p:nvSpPr>
          <p:spPr>
            <a:xfrm>
              <a:off x="6867581" y="2126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0" name="pt33530"/>
            <p:cNvSpPr/>
            <p:nvPr/>
          </p:nvSpPr>
          <p:spPr>
            <a:xfrm>
              <a:off x="7015251" y="1857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1" name="pt33531"/>
            <p:cNvSpPr/>
            <p:nvPr/>
          </p:nvSpPr>
          <p:spPr>
            <a:xfrm>
              <a:off x="7230461" y="2040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2" name="pt33532"/>
            <p:cNvSpPr/>
            <p:nvPr/>
          </p:nvSpPr>
          <p:spPr>
            <a:xfrm>
              <a:off x="7175411" y="2076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3" name="pt33533"/>
            <p:cNvSpPr/>
            <p:nvPr/>
          </p:nvSpPr>
          <p:spPr>
            <a:xfrm>
              <a:off x="7242759" y="2264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4" name="pt33534"/>
            <p:cNvSpPr/>
            <p:nvPr/>
          </p:nvSpPr>
          <p:spPr>
            <a:xfrm>
              <a:off x="7129046" y="2074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5" name="pt33535"/>
            <p:cNvSpPr/>
            <p:nvPr/>
          </p:nvSpPr>
          <p:spPr>
            <a:xfrm>
              <a:off x="7096031" y="2152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6" name="pt33536"/>
            <p:cNvSpPr/>
            <p:nvPr/>
          </p:nvSpPr>
          <p:spPr>
            <a:xfrm>
              <a:off x="7091037" y="2197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7" name="pt33537"/>
            <p:cNvSpPr/>
            <p:nvPr/>
          </p:nvSpPr>
          <p:spPr>
            <a:xfrm>
              <a:off x="7218106" y="2224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8" name="pt33538"/>
            <p:cNvSpPr/>
            <p:nvPr/>
          </p:nvSpPr>
          <p:spPr>
            <a:xfrm>
              <a:off x="7370585" y="2306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9" name="pt33539"/>
            <p:cNvSpPr/>
            <p:nvPr/>
          </p:nvSpPr>
          <p:spPr>
            <a:xfrm>
              <a:off x="7284136" y="2078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0" name="pt33540"/>
            <p:cNvSpPr/>
            <p:nvPr/>
          </p:nvSpPr>
          <p:spPr>
            <a:xfrm>
              <a:off x="6961583" y="1961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1" name="pt33541"/>
            <p:cNvSpPr/>
            <p:nvPr/>
          </p:nvSpPr>
          <p:spPr>
            <a:xfrm>
              <a:off x="7173816" y="1974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2" name="pt33542"/>
            <p:cNvSpPr/>
            <p:nvPr/>
          </p:nvSpPr>
          <p:spPr>
            <a:xfrm>
              <a:off x="7034518" y="2079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3" name="pt33543"/>
            <p:cNvSpPr/>
            <p:nvPr/>
          </p:nvSpPr>
          <p:spPr>
            <a:xfrm>
              <a:off x="7108168" y="2149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4" name="pt33544"/>
            <p:cNvSpPr/>
            <p:nvPr/>
          </p:nvSpPr>
          <p:spPr>
            <a:xfrm>
              <a:off x="7184766" y="2082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5" name="pt33545"/>
            <p:cNvSpPr/>
            <p:nvPr/>
          </p:nvSpPr>
          <p:spPr>
            <a:xfrm>
              <a:off x="7093373" y="2184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6" name="pt33546"/>
            <p:cNvSpPr/>
            <p:nvPr/>
          </p:nvSpPr>
          <p:spPr>
            <a:xfrm>
              <a:off x="7147247" y="2270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7" name="pt33547"/>
            <p:cNvSpPr/>
            <p:nvPr/>
          </p:nvSpPr>
          <p:spPr>
            <a:xfrm>
              <a:off x="7345280" y="1968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8" name="pt33548"/>
            <p:cNvSpPr/>
            <p:nvPr/>
          </p:nvSpPr>
          <p:spPr>
            <a:xfrm>
              <a:off x="6871089" y="2301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9" name="pt33549"/>
            <p:cNvSpPr/>
            <p:nvPr/>
          </p:nvSpPr>
          <p:spPr>
            <a:xfrm>
              <a:off x="7365018" y="2412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0" name="pt33550"/>
            <p:cNvSpPr/>
            <p:nvPr/>
          </p:nvSpPr>
          <p:spPr>
            <a:xfrm>
              <a:off x="7093767" y="2180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1" name="pt33551"/>
            <p:cNvSpPr/>
            <p:nvPr/>
          </p:nvSpPr>
          <p:spPr>
            <a:xfrm>
              <a:off x="7365736" y="2488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2" name="pt33552"/>
            <p:cNvSpPr/>
            <p:nvPr/>
          </p:nvSpPr>
          <p:spPr>
            <a:xfrm>
              <a:off x="7109879" y="2134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3" name="pt33553"/>
            <p:cNvSpPr/>
            <p:nvPr/>
          </p:nvSpPr>
          <p:spPr>
            <a:xfrm>
              <a:off x="7301554" y="2060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4" name="pt33554"/>
            <p:cNvSpPr/>
            <p:nvPr/>
          </p:nvSpPr>
          <p:spPr>
            <a:xfrm>
              <a:off x="7130437" y="2139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5" name="pt33555"/>
            <p:cNvSpPr/>
            <p:nvPr/>
          </p:nvSpPr>
          <p:spPr>
            <a:xfrm>
              <a:off x="6746541" y="226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6" name="pt33556"/>
            <p:cNvSpPr/>
            <p:nvPr/>
          </p:nvSpPr>
          <p:spPr>
            <a:xfrm>
              <a:off x="6966994" y="1991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7" name="pt33557"/>
            <p:cNvSpPr/>
            <p:nvPr/>
          </p:nvSpPr>
          <p:spPr>
            <a:xfrm>
              <a:off x="7499098" y="2352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8" name="pt33558"/>
            <p:cNvSpPr/>
            <p:nvPr/>
          </p:nvSpPr>
          <p:spPr>
            <a:xfrm>
              <a:off x="6952654" y="2187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9" name="pt33559"/>
            <p:cNvSpPr/>
            <p:nvPr/>
          </p:nvSpPr>
          <p:spPr>
            <a:xfrm>
              <a:off x="7103909" y="2225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0" name="pt33560"/>
            <p:cNvSpPr/>
            <p:nvPr/>
          </p:nvSpPr>
          <p:spPr>
            <a:xfrm>
              <a:off x="7155558" y="2227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1" name="pt33561"/>
            <p:cNvSpPr/>
            <p:nvPr/>
          </p:nvSpPr>
          <p:spPr>
            <a:xfrm>
              <a:off x="6999172" y="2003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2" name="pt33562"/>
            <p:cNvSpPr/>
            <p:nvPr/>
          </p:nvSpPr>
          <p:spPr>
            <a:xfrm>
              <a:off x="6929457" y="2184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3" name="pt33563"/>
            <p:cNvSpPr/>
            <p:nvPr/>
          </p:nvSpPr>
          <p:spPr>
            <a:xfrm>
              <a:off x="7327147" y="2052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4" name="pt33564"/>
            <p:cNvSpPr/>
            <p:nvPr/>
          </p:nvSpPr>
          <p:spPr>
            <a:xfrm>
              <a:off x="7097786" y="2184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5" name="pt33565"/>
            <p:cNvSpPr/>
            <p:nvPr/>
          </p:nvSpPr>
          <p:spPr>
            <a:xfrm>
              <a:off x="7139065" y="2150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6" name="pt33566"/>
            <p:cNvSpPr/>
            <p:nvPr/>
          </p:nvSpPr>
          <p:spPr>
            <a:xfrm>
              <a:off x="7418245" y="2750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7" name="pt33567"/>
            <p:cNvSpPr/>
            <p:nvPr/>
          </p:nvSpPr>
          <p:spPr>
            <a:xfrm>
              <a:off x="7493389" y="2594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8" name="pt33568"/>
            <p:cNvSpPr/>
            <p:nvPr/>
          </p:nvSpPr>
          <p:spPr>
            <a:xfrm>
              <a:off x="6978842" y="1831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9" name="pt33569"/>
            <p:cNvSpPr/>
            <p:nvPr/>
          </p:nvSpPr>
          <p:spPr>
            <a:xfrm>
              <a:off x="7295393" y="1950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0" name="pt33570"/>
            <p:cNvSpPr/>
            <p:nvPr/>
          </p:nvSpPr>
          <p:spPr>
            <a:xfrm>
              <a:off x="7282166" y="1964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1" name="pt33571"/>
            <p:cNvSpPr/>
            <p:nvPr/>
          </p:nvSpPr>
          <p:spPr>
            <a:xfrm>
              <a:off x="7101155" y="2180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2" name="pt33572"/>
            <p:cNvSpPr/>
            <p:nvPr/>
          </p:nvSpPr>
          <p:spPr>
            <a:xfrm>
              <a:off x="6947204" y="204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3" name="pt33573"/>
            <p:cNvSpPr/>
            <p:nvPr/>
          </p:nvSpPr>
          <p:spPr>
            <a:xfrm>
              <a:off x="7342414" y="2181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4" name="pt33574"/>
            <p:cNvSpPr/>
            <p:nvPr/>
          </p:nvSpPr>
          <p:spPr>
            <a:xfrm>
              <a:off x="7252632" y="2175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5" name="pt33575"/>
            <p:cNvSpPr/>
            <p:nvPr/>
          </p:nvSpPr>
          <p:spPr>
            <a:xfrm>
              <a:off x="6952089" y="1972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6" name="pt33576"/>
            <p:cNvSpPr/>
            <p:nvPr/>
          </p:nvSpPr>
          <p:spPr>
            <a:xfrm>
              <a:off x="7265532" y="2084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7" name="pt33577"/>
            <p:cNvSpPr/>
            <p:nvPr/>
          </p:nvSpPr>
          <p:spPr>
            <a:xfrm>
              <a:off x="7170230" y="1988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8" name="pt33578"/>
            <p:cNvSpPr/>
            <p:nvPr/>
          </p:nvSpPr>
          <p:spPr>
            <a:xfrm>
              <a:off x="6986759" y="1882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9" name="pt33579"/>
            <p:cNvSpPr/>
            <p:nvPr/>
          </p:nvSpPr>
          <p:spPr>
            <a:xfrm>
              <a:off x="6752273" y="2175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0" name="pt33580"/>
            <p:cNvSpPr/>
            <p:nvPr/>
          </p:nvSpPr>
          <p:spPr>
            <a:xfrm>
              <a:off x="7311056" y="2149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1" name="pt33581"/>
            <p:cNvSpPr/>
            <p:nvPr/>
          </p:nvSpPr>
          <p:spPr>
            <a:xfrm>
              <a:off x="7057203" y="2100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2" name="pt33582"/>
            <p:cNvSpPr/>
            <p:nvPr/>
          </p:nvSpPr>
          <p:spPr>
            <a:xfrm>
              <a:off x="7173871" y="196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3" name="pt33583"/>
            <p:cNvSpPr/>
            <p:nvPr/>
          </p:nvSpPr>
          <p:spPr>
            <a:xfrm>
              <a:off x="7089660" y="2213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4" name="pt33584"/>
            <p:cNvSpPr/>
            <p:nvPr/>
          </p:nvSpPr>
          <p:spPr>
            <a:xfrm>
              <a:off x="7282728" y="2129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5" name="pt33585"/>
            <p:cNvSpPr/>
            <p:nvPr/>
          </p:nvSpPr>
          <p:spPr>
            <a:xfrm>
              <a:off x="7307017" y="2011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6" name="pt33586"/>
            <p:cNvSpPr/>
            <p:nvPr/>
          </p:nvSpPr>
          <p:spPr>
            <a:xfrm>
              <a:off x="6697209" y="2076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7" name="pt33587"/>
            <p:cNvSpPr/>
            <p:nvPr/>
          </p:nvSpPr>
          <p:spPr>
            <a:xfrm>
              <a:off x="7161627" y="2114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8" name="pt33588"/>
            <p:cNvSpPr/>
            <p:nvPr/>
          </p:nvSpPr>
          <p:spPr>
            <a:xfrm>
              <a:off x="7226209" y="2213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9" name="pt33589"/>
            <p:cNvSpPr/>
            <p:nvPr/>
          </p:nvSpPr>
          <p:spPr>
            <a:xfrm>
              <a:off x="7179390" y="2117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0" name="pt33590"/>
            <p:cNvSpPr/>
            <p:nvPr/>
          </p:nvSpPr>
          <p:spPr>
            <a:xfrm>
              <a:off x="7009603" y="1991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1" name="pt33591"/>
            <p:cNvSpPr/>
            <p:nvPr/>
          </p:nvSpPr>
          <p:spPr>
            <a:xfrm>
              <a:off x="7154750" y="238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2" name="pt33592"/>
            <p:cNvSpPr/>
            <p:nvPr/>
          </p:nvSpPr>
          <p:spPr>
            <a:xfrm>
              <a:off x="7311554" y="1969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3" name="pt33593"/>
            <p:cNvSpPr/>
            <p:nvPr/>
          </p:nvSpPr>
          <p:spPr>
            <a:xfrm>
              <a:off x="7041331" y="2208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4" name="pt33594"/>
            <p:cNvSpPr/>
            <p:nvPr/>
          </p:nvSpPr>
          <p:spPr>
            <a:xfrm>
              <a:off x="7253284" y="1979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5" name="pt33595"/>
            <p:cNvSpPr/>
            <p:nvPr/>
          </p:nvSpPr>
          <p:spPr>
            <a:xfrm>
              <a:off x="6926937" y="2193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6" name="pt33596"/>
            <p:cNvSpPr/>
            <p:nvPr/>
          </p:nvSpPr>
          <p:spPr>
            <a:xfrm>
              <a:off x="7189265" y="2004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7" name="pt33597"/>
            <p:cNvSpPr/>
            <p:nvPr/>
          </p:nvSpPr>
          <p:spPr>
            <a:xfrm>
              <a:off x="7336046" y="214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8" name="pt33598"/>
            <p:cNvSpPr/>
            <p:nvPr/>
          </p:nvSpPr>
          <p:spPr>
            <a:xfrm>
              <a:off x="7043429" y="2279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9" name="pt33599"/>
            <p:cNvSpPr/>
            <p:nvPr/>
          </p:nvSpPr>
          <p:spPr>
            <a:xfrm>
              <a:off x="7067379" y="201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0" name="pt33600"/>
            <p:cNvSpPr/>
            <p:nvPr/>
          </p:nvSpPr>
          <p:spPr>
            <a:xfrm>
              <a:off x="7134597" y="2188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1" name="pt33601"/>
            <p:cNvSpPr/>
            <p:nvPr/>
          </p:nvSpPr>
          <p:spPr>
            <a:xfrm>
              <a:off x="7043598" y="2259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2" name="pt33602"/>
            <p:cNvSpPr/>
            <p:nvPr/>
          </p:nvSpPr>
          <p:spPr>
            <a:xfrm>
              <a:off x="7103197" y="2212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3" name="pt33603"/>
            <p:cNvSpPr/>
            <p:nvPr/>
          </p:nvSpPr>
          <p:spPr>
            <a:xfrm>
              <a:off x="7044729" y="2221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4" name="pt33604"/>
            <p:cNvSpPr/>
            <p:nvPr/>
          </p:nvSpPr>
          <p:spPr>
            <a:xfrm>
              <a:off x="6919363" y="2068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5" name="pt33605"/>
            <p:cNvSpPr/>
            <p:nvPr/>
          </p:nvSpPr>
          <p:spPr>
            <a:xfrm>
              <a:off x="7058692" y="2032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6" name="pt33606"/>
            <p:cNvSpPr/>
            <p:nvPr/>
          </p:nvSpPr>
          <p:spPr>
            <a:xfrm>
              <a:off x="7307739" y="2016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7" name="pt33607"/>
            <p:cNvSpPr/>
            <p:nvPr/>
          </p:nvSpPr>
          <p:spPr>
            <a:xfrm>
              <a:off x="7186931" y="2123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8" name="pt33608"/>
            <p:cNvSpPr/>
            <p:nvPr/>
          </p:nvSpPr>
          <p:spPr>
            <a:xfrm>
              <a:off x="7134444" y="2193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9" name="pt33609"/>
            <p:cNvSpPr/>
            <p:nvPr/>
          </p:nvSpPr>
          <p:spPr>
            <a:xfrm>
              <a:off x="7292456" y="2000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0" name="pt33610"/>
            <p:cNvSpPr/>
            <p:nvPr/>
          </p:nvSpPr>
          <p:spPr>
            <a:xfrm>
              <a:off x="7160235" y="2123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1" name="pt33611"/>
            <p:cNvSpPr/>
            <p:nvPr/>
          </p:nvSpPr>
          <p:spPr>
            <a:xfrm>
              <a:off x="6917044" y="2079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2" name="pt33612"/>
            <p:cNvSpPr/>
            <p:nvPr/>
          </p:nvSpPr>
          <p:spPr>
            <a:xfrm>
              <a:off x="7273527" y="1953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3" name="pt33613"/>
            <p:cNvSpPr/>
            <p:nvPr/>
          </p:nvSpPr>
          <p:spPr>
            <a:xfrm>
              <a:off x="7116789" y="2174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4" name="pt33614"/>
            <p:cNvSpPr/>
            <p:nvPr/>
          </p:nvSpPr>
          <p:spPr>
            <a:xfrm>
              <a:off x="7159772" y="2132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5" name="pt33615"/>
            <p:cNvSpPr/>
            <p:nvPr/>
          </p:nvSpPr>
          <p:spPr>
            <a:xfrm>
              <a:off x="7225227" y="2063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6" name="pt33616"/>
            <p:cNvSpPr/>
            <p:nvPr/>
          </p:nvSpPr>
          <p:spPr>
            <a:xfrm>
              <a:off x="7175472" y="2043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7" name="pt33617"/>
            <p:cNvSpPr/>
            <p:nvPr/>
          </p:nvSpPr>
          <p:spPr>
            <a:xfrm>
              <a:off x="7080529" y="2041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8" name="pt33618"/>
            <p:cNvSpPr/>
            <p:nvPr/>
          </p:nvSpPr>
          <p:spPr>
            <a:xfrm>
              <a:off x="7353135" y="1922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9" name="pt33619"/>
            <p:cNvSpPr/>
            <p:nvPr/>
          </p:nvSpPr>
          <p:spPr>
            <a:xfrm>
              <a:off x="7264862" y="2001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0" name="pt33620"/>
            <p:cNvSpPr/>
            <p:nvPr/>
          </p:nvSpPr>
          <p:spPr>
            <a:xfrm>
              <a:off x="7184001" y="2230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1" name="pt33621"/>
            <p:cNvSpPr/>
            <p:nvPr/>
          </p:nvSpPr>
          <p:spPr>
            <a:xfrm>
              <a:off x="7166823" y="2049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2" name="pt33622"/>
            <p:cNvSpPr/>
            <p:nvPr/>
          </p:nvSpPr>
          <p:spPr>
            <a:xfrm>
              <a:off x="6770878" y="2556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3" name="pt33623"/>
            <p:cNvSpPr/>
            <p:nvPr/>
          </p:nvSpPr>
          <p:spPr>
            <a:xfrm>
              <a:off x="7077207" y="2245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4" name="pt33624"/>
            <p:cNvSpPr/>
            <p:nvPr/>
          </p:nvSpPr>
          <p:spPr>
            <a:xfrm>
              <a:off x="7332891" y="1867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5" name="pt33625"/>
            <p:cNvSpPr/>
            <p:nvPr/>
          </p:nvSpPr>
          <p:spPr>
            <a:xfrm>
              <a:off x="7090627" y="2323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6" name="pt33626"/>
            <p:cNvSpPr/>
            <p:nvPr/>
          </p:nvSpPr>
          <p:spPr>
            <a:xfrm>
              <a:off x="7170613" y="1997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7" name="pt33627"/>
            <p:cNvSpPr/>
            <p:nvPr/>
          </p:nvSpPr>
          <p:spPr>
            <a:xfrm>
              <a:off x="7038195" y="2272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8" name="pt33628"/>
            <p:cNvSpPr/>
            <p:nvPr/>
          </p:nvSpPr>
          <p:spPr>
            <a:xfrm>
              <a:off x="7166950" y="2059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9" name="pt33629"/>
            <p:cNvSpPr/>
            <p:nvPr/>
          </p:nvSpPr>
          <p:spPr>
            <a:xfrm>
              <a:off x="6996399" y="1918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0" name="pt33630"/>
            <p:cNvSpPr/>
            <p:nvPr/>
          </p:nvSpPr>
          <p:spPr>
            <a:xfrm>
              <a:off x="7223488" y="2251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1" name="pt33631"/>
            <p:cNvSpPr/>
            <p:nvPr/>
          </p:nvSpPr>
          <p:spPr>
            <a:xfrm>
              <a:off x="7079568" y="2048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2" name="pt33632"/>
            <p:cNvSpPr/>
            <p:nvPr/>
          </p:nvSpPr>
          <p:spPr>
            <a:xfrm>
              <a:off x="7118096" y="2148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3" name="pt33633"/>
            <p:cNvSpPr/>
            <p:nvPr/>
          </p:nvSpPr>
          <p:spPr>
            <a:xfrm>
              <a:off x="7180202" y="2129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4" name="pt33634"/>
            <p:cNvSpPr/>
            <p:nvPr/>
          </p:nvSpPr>
          <p:spPr>
            <a:xfrm>
              <a:off x="7196429" y="2003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5" name="pt33635"/>
            <p:cNvSpPr/>
            <p:nvPr/>
          </p:nvSpPr>
          <p:spPr>
            <a:xfrm>
              <a:off x="7191599" y="2001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6" name="pt33636"/>
            <p:cNvSpPr/>
            <p:nvPr/>
          </p:nvSpPr>
          <p:spPr>
            <a:xfrm>
              <a:off x="7427887" y="2403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7" name="pt33637"/>
            <p:cNvSpPr/>
            <p:nvPr/>
          </p:nvSpPr>
          <p:spPr>
            <a:xfrm>
              <a:off x="6922819" y="2105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8" name="pt33638"/>
            <p:cNvSpPr/>
            <p:nvPr/>
          </p:nvSpPr>
          <p:spPr>
            <a:xfrm>
              <a:off x="7341051" y="2135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9" name="pt33639"/>
            <p:cNvSpPr/>
            <p:nvPr/>
          </p:nvSpPr>
          <p:spPr>
            <a:xfrm>
              <a:off x="6793959" y="2499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0" name="pt33640"/>
            <p:cNvSpPr/>
            <p:nvPr/>
          </p:nvSpPr>
          <p:spPr>
            <a:xfrm>
              <a:off x="7109296" y="2118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1" name="pt33641"/>
            <p:cNvSpPr/>
            <p:nvPr/>
          </p:nvSpPr>
          <p:spPr>
            <a:xfrm>
              <a:off x="7231651" y="2056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2" name="pt33642"/>
            <p:cNvSpPr/>
            <p:nvPr/>
          </p:nvSpPr>
          <p:spPr>
            <a:xfrm>
              <a:off x="7184274" y="2169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3" name="pt33643"/>
            <p:cNvSpPr/>
            <p:nvPr/>
          </p:nvSpPr>
          <p:spPr>
            <a:xfrm>
              <a:off x="6692624" y="1810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4" name="pt33644"/>
            <p:cNvSpPr/>
            <p:nvPr/>
          </p:nvSpPr>
          <p:spPr>
            <a:xfrm>
              <a:off x="7173771" y="2030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5" name="pt33645"/>
            <p:cNvSpPr/>
            <p:nvPr/>
          </p:nvSpPr>
          <p:spPr>
            <a:xfrm>
              <a:off x="6917397" y="2173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6" name="pt33646"/>
            <p:cNvSpPr/>
            <p:nvPr/>
          </p:nvSpPr>
          <p:spPr>
            <a:xfrm>
              <a:off x="7285447" y="2049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7" name="pt33647"/>
            <p:cNvSpPr/>
            <p:nvPr/>
          </p:nvSpPr>
          <p:spPr>
            <a:xfrm>
              <a:off x="7075261" y="2278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8" name="pt33648"/>
            <p:cNvSpPr/>
            <p:nvPr/>
          </p:nvSpPr>
          <p:spPr>
            <a:xfrm>
              <a:off x="7151741" y="2289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9" name="pt33649"/>
            <p:cNvSpPr/>
            <p:nvPr/>
          </p:nvSpPr>
          <p:spPr>
            <a:xfrm>
              <a:off x="7160201" y="2173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0" name="pt33650"/>
            <p:cNvSpPr/>
            <p:nvPr/>
          </p:nvSpPr>
          <p:spPr>
            <a:xfrm>
              <a:off x="7179531" y="2217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1" name="pt33651"/>
            <p:cNvSpPr/>
            <p:nvPr/>
          </p:nvSpPr>
          <p:spPr>
            <a:xfrm>
              <a:off x="7254397" y="2040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2" name="pt33652"/>
            <p:cNvSpPr/>
            <p:nvPr/>
          </p:nvSpPr>
          <p:spPr>
            <a:xfrm>
              <a:off x="7190565" y="2087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3" name="pt33653"/>
            <p:cNvSpPr/>
            <p:nvPr/>
          </p:nvSpPr>
          <p:spPr>
            <a:xfrm>
              <a:off x="6897343" y="2016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4" name="pt33654"/>
            <p:cNvSpPr/>
            <p:nvPr/>
          </p:nvSpPr>
          <p:spPr>
            <a:xfrm>
              <a:off x="7073515" y="2020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5" name="pt33655"/>
            <p:cNvSpPr/>
            <p:nvPr/>
          </p:nvSpPr>
          <p:spPr>
            <a:xfrm>
              <a:off x="7218115" y="2124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6" name="pt33656"/>
            <p:cNvSpPr/>
            <p:nvPr/>
          </p:nvSpPr>
          <p:spPr>
            <a:xfrm>
              <a:off x="7230071" y="2188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7" name="pt33657"/>
            <p:cNvSpPr/>
            <p:nvPr/>
          </p:nvSpPr>
          <p:spPr>
            <a:xfrm>
              <a:off x="7210621" y="218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8" name="pt33658"/>
            <p:cNvSpPr/>
            <p:nvPr/>
          </p:nvSpPr>
          <p:spPr>
            <a:xfrm>
              <a:off x="7285128" y="2065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9" name="pt33659"/>
            <p:cNvSpPr/>
            <p:nvPr/>
          </p:nvSpPr>
          <p:spPr>
            <a:xfrm>
              <a:off x="6966714" y="2054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0" name="pt33660"/>
            <p:cNvSpPr/>
            <p:nvPr/>
          </p:nvSpPr>
          <p:spPr>
            <a:xfrm>
              <a:off x="7394467" y="2218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1" name="pt33661"/>
            <p:cNvSpPr/>
            <p:nvPr/>
          </p:nvSpPr>
          <p:spPr>
            <a:xfrm>
              <a:off x="7095910" y="2123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2" name="pt33662"/>
            <p:cNvSpPr/>
            <p:nvPr/>
          </p:nvSpPr>
          <p:spPr>
            <a:xfrm>
              <a:off x="7224405" y="2037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3" name="pt33663"/>
            <p:cNvSpPr/>
            <p:nvPr/>
          </p:nvSpPr>
          <p:spPr>
            <a:xfrm>
              <a:off x="7292151" y="1905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4" name="pt33664"/>
            <p:cNvSpPr/>
            <p:nvPr/>
          </p:nvSpPr>
          <p:spPr>
            <a:xfrm>
              <a:off x="7060103" y="2080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5" name="pt33665"/>
            <p:cNvSpPr/>
            <p:nvPr/>
          </p:nvSpPr>
          <p:spPr>
            <a:xfrm>
              <a:off x="6981953" y="2038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6" name="pt33666"/>
            <p:cNvSpPr/>
            <p:nvPr/>
          </p:nvSpPr>
          <p:spPr>
            <a:xfrm>
              <a:off x="7195515" y="2038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7" name="pt33667"/>
            <p:cNvSpPr/>
            <p:nvPr/>
          </p:nvSpPr>
          <p:spPr>
            <a:xfrm>
              <a:off x="7045374" y="2175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8" name="pt33668"/>
            <p:cNvSpPr/>
            <p:nvPr/>
          </p:nvSpPr>
          <p:spPr>
            <a:xfrm>
              <a:off x="7091578" y="2186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9" name="pt33669"/>
            <p:cNvSpPr/>
            <p:nvPr/>
          </p:nvSpPr>
          <p:spPr>
            <a:xfrm>
              <a:off x="6848151" y="2193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0" name="pt33670"/>
            <p:cNvSpPr/>
            <p:nvPr/>
          </p:nvSpPr>
          <p:spPr>
            <a:xfrm>
              <a:off x="6916707" y="2270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1" name="pt33671"/>
            <p:cNvSpPr/>
            <p:nvPr/>
          </p:nvSpPr>
          <p:spPr>
            <a:xfrm>
              <a:off x="7098700" y="2223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2" name="pt33672"/>
            <p:cNvSpPr/>
            <p:nvPr/>
          </p:nvSpPr>
          <p:spPr>
            <a:xfrm>
              <a:off x="7217163" y="2214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3" name="pt33673"/>
            <p:cNvSpPr/>
            <p:nvPr/>
          </p:nvSpPr>
          <p:spPr>
            <a:xfrm>
              <a:off x="6990526" y="1897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4" name="pt33674"/>
            <p:cNvSpPr/>
            <p:nvPr/>
          </p:nvSpPr>
          <p:spPr>
            <a:xfrm>
              <a:off x="7233899" y="2208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5" name="pt33675"/>
            <p:cNvSpPr/>
            <p:nvPr/>
          </p:nvSpPr>
          <p:spPr>
            <a:xfrm>
              <a:off x="7259805" y="2159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6" name="pt33676"/>
            <p:cNvSpPr/>
            <p:nvPr/>
          </p:nvSpPr>
          <p:spPr>
            <a:xfrm>
              <a:off x="6919964" y="2192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7" name="pt33677"/>
            <p:cNvSpPr/>
            <p:nvPr/>
          </p:nvSpPr>
          <p:spPr>
            <a:xfrm>
              <a:off x="7170397" y="2010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8" name="pt33678"/>
            <p:cNvSpPr/>
            <p:nvPr/>
          </p:nvSpPr>
          <p:spPr>
            <a:xfrm>
              <a:off x="7039450" y="2251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9" name="pt33679"/>
            <p:cNvSpPr/>
            <p:nvPr/>
          </p:nvSpPr>
          <p:spPr>
            <a:xfrm>
              <a:off x="6789093" y="2560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0" name="pt33680"/>
            <p:cNvSpPr/>
            <p:nvPr/>
          </p:nvSpPr>
          <p:spPr>
            <a:xfrm>
              <a:off x="7527595" y="2252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1" name="pt33681"/>
            <p:cNvSpPr/>
            <p:nvPr/>
          </p:nvSpPr>
          <p:spPr>
            <a:xfrm>
              <a:off x="7208062" y="2451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2" name="pt33682"/>
            <p:cNvSpPr/>
            <p:nvPr/>
          </p:nvSpPr>
          <p:spPr>
            <a:xfrm>
              <a:off x="6986784" y="206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3" name="pt33683"/>
            <p:cNvSpPr/>
            <p:nvPr/>
          </p:nvSpPr>
          <p:spPr>
            <a:xfrm>
              <a:off x="7088068" y="2153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4" name="pt33684"/>
            <p:cNvSpPr/>
            <p:nvPr/>
          </p:nvSpPr>
          <p:spPr>
            <a:xfrm>
              <a:off x="6928404" y="2038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5" name="pt33685"/>
            <p:cNvSpPr/>
            <p:nvPr/>
          </p:nvSpPr>
          <p:spPr>
            <a:xfrm>
              <a:off x="6952930" y="2200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6" name="pt33686"/>
            <p:cNvSpPr/>
            <p:nvPr/>
          </p:nvSpPr>
          <p:spPr>
            <a:xfrm>
              <a:off x="7156592" y="2127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7" name="pt33687"/>
            <p:cNvSpPr/>
            <p:nvPr/>
          </p:nvSpPr>
          <p:spPr>
            <a:xfrm>
              <a:off x="7398846" y="2826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8" name="pt33688"/>
            <p:cNvSpPr/>
            <p:nvPr/>
          </p:nvSpPr>
          <p:spPr>
            <a:xfrm>
              <a:off x="7348730" y="2201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9" name="pt33689"/>
            <p:cNvSpPr/>
            <p:nvPr/>
          </p:nvSpPr>
          <p:spPr>
            <a:xfrm>
              <a:off x="7048573" y="2312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0" name="pt33690"/>
            <p:cNvSpPr/>
            <p:nvPr/>
          </p:nvSpPr>
          <p:spPr>
            <a:xfrm>
              <a:off x="7125857" y="217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1" name="pt33691"/>
            <p:cNvSpPr/>
            <p:nvPr/>
          </p:nvSpPr>
          <p:spPr>
            <a:xfrm>
              <a:off x="7075722" y="2257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2" name="pt33692"/>
            <p:cNvSpPr/>
            <p:nvPr/>
          </p:nvSpPr>
          <p:spPr>
            <a:xfrm>
              <a:off x="7196376" y="2051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3" name="pt33693"/>
            <p:cNvSpPr/>
            <p:nvPr/>
          </p:nvSpPr>
          <p:spPr>
            <a:xfrm>
              <a:off x="7100631" y="2063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4" name="pt33694"/>
            <p:cNvSpPr/>
            <p:nvPr/>
          </p:nvSpPr>
          <p:spPr>
            <a:xfrm>
              <a:off x="7586003" y="2273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5" name="pt33695"/>
            <p:cNvSpPr/>
            <p:nvPr/>
          </p:nvSpPr>
          <p:spPr>
            <a:xfrm>
              <a:off x="7128031" y="2144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6" name="pt33696"/>
            <p:cNvSpPr/>
            <p:nvPr/>
          </p:nvSpPr>
          <p:spPr>
            <a:xfrm>
              <a:off x="7236851" y="2149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7" name="pt33697"/>
            <p:cNvSpPr/>
            <p:nvPr/>
          </p:nvSpPr>
          <p:spPr>
            <a:xfrm>
              <a:off x="6987556" y="1894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8" name="pt33698"/>
            <p:cNvSpPr/>
            <p:nvPr/>
          </p:nvSpPr>
          <p:spPr>
            <a:xfrm>
              <a:off x="7050459" y="2280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9" name="pt33699"/>
            <p:cNvSpPr/>
            <p:nvPr/>
          </p:nvSpPr>
          <p:spPr>
            <a:xfrm>
              <a:off x="6840609" y="2253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0" name="pt33700"/>
            <p:cNvSpPr/>
            <p:nvPr/>
          </p:nvSpPr>
          <p:spPr>
            <a:xfrm>
              <a:off x="7167915" y="2005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1" name="pt33701"/>
            <p:cNvSpPr/>
            <p:nvPr/>
          </p:nvSpPr>
          <p:spPr>
            <a:xfrm>
              <a:off x="7188288" y="2008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2" name="pt33702"/>
            <p:cNvSpPr/>
            <p:nvPr/>
          </p:nvSpPr>
          <p:spPr>
            <a:xfrm>
              <a:off x="6718122" y="1584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3" name="pt33703"/>
            <p:cNvSpPr/>
            <p:nvPr/>
          </p:nvSpPr>
          <p:spPr>
            <a:xfrm>
              <a:off x="7371577" y="2479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4" name="pt33704"/>
            <p:cNvSpPr/>
            <p:nvPr/>
          </p:nvSpPr>
          <p:spPr>
            <a:xfrm>
              <a:off x="7179907" y="2061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5" name="pt33705"/>
            <p:cNvSpPr/>
            <p:nvPr/>
          </p:nvSpPr>
          <p:spPr>
            <a:xfrm>
              <a:off x="7164678" y="2091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6" name="pt33706"/>
            <p:cNvSpPr/>
            <p:nvPr/>
          </p:nvSpPr>
          <p:spPr>
            <a:xfrm>
              <a:off x="7141866" y="2216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7" name="pt33707"/>
            <p:cNvSpPr/>
            <p:nvPr/>
          </p:nvSpPr>
          <p:spPr>
            <a:xfrm>
              <a:off x="6877454" y="2184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8" name="pt33708"/>
            <p:cNvSpPr/>
            <p:nvPr/>
          </p:nvSpPr>
          <p:spPr>
            <a:xfrm>
              <a:off x="7021731" y="1879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9" name="pt33709"/>
            <p:cNvSpPr/>
            <p:nvPr/>
          </p:nvSpPr>
          <p:spPr>
            <a:xfrm>
              <a:off x="7579508" y="2256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0" name="pt33710"/>
            <p:cNvSpPr/>
            <p:nvPr/>
          </p:nvSpPr>
          <p:spPr>
            <a:xfrm>
              <a:off x="7110083" y="2081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1" name="pt33711"/>
            <p:cNvSpPr/>
            <p:nvPr/>
          </p:nvSpPr>
          <p:spPr>
            <a:xfrm>
              <a:off x="7310279" y="2170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2" name="pt33712"/>
            <p:cNvSpPr/>
            <p:nvPr/>
          </p:nvSpPr>
          <p:spPr>
            <a:xfrm>
              <a:off x="7087286" y="2188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3" name="pt33713"/>
            <p:cNvSpPr/>
            <p:nvPr/>
          </p:nvSpPr>
          <p:spPr>
            <a:xfrm>
              <a:off x="7364032" y="2379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4" name="pt33714"/>
            <p:cNvSpPr/>
            <p:nvPr/>
          </p:nvSpPr>
          <p:spPr>
            <a:xfrm>
              <a:off x="7201943" y="2071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5" name="pt33715"/>
            <p:cNvSpPr/>
            <p:nvPr/>
          </p:nvSpPr>
          <p:spPr>
            <a:xfrm>
              <a:off x="7253807" y="2096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6" name="pt33716"/>
            <p:cNvSpPr/>
            <p:nvPr/>
          </p:nvSpPr>
          <p:spPr>
            <a:xfrm>
              <a:off x="7367932" y="2584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7" name="pt33717"/>
            <p:cNvSpPr/>
            <p:nvPr/>
          </p:nvSpPr>
          <p:spPr>
            <a:xfrm>
              <a:off x="7063363" y="1898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8" name="pt33718"/>
            <p:cNvSpPr/>
            <p:nvPr/>
          </p:nvSpPr>
          <p:spPr>
            <a:xfrm>
              <a:off x="7308085" y="1906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9" name="pt33719"/>
            <p:cNvSpPr/>
            <p:nvPr/>
          </p:nvSpPr>
          <p:spPr>
            <a:xfrm>
              <a:off x="7156870" y="2025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0" name="pt33720"/>
            <p:cNvSpPr/>
            <p:nvPr/>
          </p:nvSpPr>
          <p:spPr>
            <a:xfrm>
              <a:off x="6951710" y="2112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1" name="pt33721"/>
            <p:cNvSpPr/>
            <p:nvPr/>
          </p:nvSpPr>
          <p:spPr>
            <a:xfrm>
              <a:off x="7148081" y="2323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2" name="pt33722"/>
            <p:cNvSpPr/>
            <p:nvPr/>
          </p:nvSpPr>
          <p:spPr>
            <a:xfrm>
              <a:off x="7061621" y="2038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3" name="pt33723"/>
            <p:cNvSpPr/>
            <p:nvPr/>
          </p:nvSpPr>
          <p:spPr>
            <a:xfrm>
              <a:off x="7037696" y="2140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4" name="pt33724"/>
            <p:cNvSpPr/>
            <p:nvPr/>
          </p:nvSpPr>
          <p:spPr>
            <a:xfrm>
              <a:off x="7115708" y="2113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5" name="pt33725"/>
            <p:cNvSpPr/>
            <p:nvPr/>
          </p:nvSpPr>
          <p:spPr>
            <a:xfrm>
              <a:off x="6918737" y="2214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6" name="pt33726"/>
            <p:cNvSpPr/>
            <p:nvPr/>
          </p:nvSpPr>
          <p:spPr>
            <a:xfrm>
              <a:off x="7345672" y="2195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7" name="pt33727"/>
            <p:cNvSpPr/>
            <p:nvPr/>
          </p:nvSpPr>
          <p:spPr>
            <a:xfrm>
              <a:off x="7299546" y="1977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8" name="pt33728"/>
            <p:cNvSpPr/>
            <p:nvPr/>
          </p:nvSpPr>
          <p:spPr>
            <a:xfrm>
              <a:off x="7179905" y="2160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9" name="pt33729"/>
            <p:cNvSpPr/>
            <p:nvPr/>
          </p:nvSpPr>
          <p:spPr>
            <a:xfrm>
              <a:off x="7162883" y="2109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0" name="pt33730"/>
            <p:cNvSpPr/>
            <p:nvPr/>
          </p:nvSpPr>
          <p:spPr>
            <a:xfrm>
              <a:off x="7151181" y="224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1" name="pt33731"/>
            <p:cNvSpPr/>
            <p:nvPr/>
          </p:nvSpPr>
          <p:spPr>
            <a:xfrm>
              <a:off x="6990393" y="1934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2" name="pt33732"/>
            <p:cNvSpPr/>
            <p:nvPr/>
          </p:nvSpPr>
          <p:spPr>
            <a:xfrm>
              <a:off x="7083784" y="2147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3" name="pt33733"/>
            <p:cNvSpPr/>
            <p:nvPr/>
          </p:nvSpPr>
          <p:spPr>
            <a:xfrm>
              <a:off x="7043364" y="2183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4" name="pt33734"/>
            <p:cNvSpPr/>
            <p:nvPr/>
          </p:nvSpPr>
          <p:spPr>
            <a:xfrm>
              <a:off x="7065710" y="1828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5" name="pt33735"/>
            <p:cNvSpPr/>
            <p:nvPr/>
          </p:nvSpPr>
          <p:spPr>
            <a:xfrm>
              <a:off x="7445230" y="2933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6" name="pt33736"/>
            <p:cNvSpPr/>
            <p:nvPr/>
          </p:nvSpPr>
          <p:spPr>
            <a:xfrm>
              <a:off x="6920694" y="2105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7" name="pt33737"/>
            <p:cNvSpPr/>
            <p:nvPr/>
          </p:nvSpPr>
          <p:spPr>
            <a:xfrm>
              <a:off x="7000600" y="2054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8" name="pt33738"/>
            <p:cNvSpPr/>
            <p:nvPr/>
          </p:nvSpPr>
          <p:spPr>
            <a:xfrm>
              <a:off x="7164789" y="2075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9" name="pt33739"/>
            <p:cNvSpPr/>
            <p:nvPr/>
          </p:nvSpPr>
          <p:spPr>
            <a:xfrm>
              <a:off x="7015411" y="1907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0" name="pt33740"/>
            <p:cNvSpPr/>
            <p:nvPr/>
          </p:nvSpPr>
          <p:spPr>
            <a:xfrm>
              <a:off x="6945529" y="2100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1" name="pt33741"/>
            <p:cNvSpPr/>
            <p:nvPr/>
          </p:nvSpPr>
          <p:spPr>
            <a:xfrm>
              <a:off x="7155806" y="2236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2" name="pt33742"/>
            <p:cNvSpPr/>
            <p:nvPr/>
          </p:nvSpPr>
          <p:spPr>
            <a:xfrm>
              <a:off x="6865212" y="2179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3" name="pt33743"/>
            <p:cNvSpPr/>
            <p:nvPr/>
          </p:nvSpPr>
          <p:spPr>
            <a:xfrm>
              <a:off x="7103008" y="2209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4" name="pt33744"/>
            <p:cNvSpPr/>
            <p:nvPr/>
          </p:nvSpPr>
          <p:spPr>
            <a:xfrm>
              <a:off x="7017854" y="2122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5" name="pt33745"/>
            <p:cNvSpPr/>
            <p:nvPr/>
          </p:nvSpPr>
          <p:spPr>
            <a:xfrm>
              <a:off x="6901447" y="2002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6" name="pt33746"/>
            <p:cNvSpPr/>
            <p:nvPr/>
          </p:nvSpPr>
          <p:spPr>
            <a:xfrm>
              <a:off x="6609102" y="2295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7" name="pt33747"/>
            <p:cNvSpPr/>
            <p:nvPr/>
          </p:nvSpPr>
          <p:spPr>
            <a:xfrm>
              <a:off x="7248035" y="2020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8" name="pt33748"/>
            <p:cNvSpPr/>
            <p:nvPr/>
          </p:nvSpPr>
          <p:spPr>
            <a:xfrm>
              <a:off x="7176524" y="2061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9" name="pt33749"/>
            <p:cNvSpPr/>
            <p:nvPr/>
          </p:nvSpPr>
          <p:spPr>
            <a:xfrm>
              <a:off x="7239834" y="1742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0" name="pt33750"/>
            <p:cNvSpPr/>
            <p:nvPr/>
          </p:nvSpPr>
          <p:spPr>
            <a:xfrm>
              <a:off x="7321939" y="2020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1" name="pt33751"/>
            <p:cNvSpPr/>
            <p:nvPr/>
          </p:nvSpPr>
          <p:spPr>
            <a:xfrm>
              <a:off x="7189705" y="2056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2" name="pt33752"/>
            <p:cNvSpPr/>
            <p:nvPr/>
          </p:nvSpPr>
          <p:spPr>
            <a:xfrm>
              <a:off x="7444218" y="2589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3" name="pt33753"/>
            <p:cNvSpPr/>
            <p:nvPr/>
          </p:nvSpPr>
          <p:spPr>
            <a:xfrm>
              <a:off x="7642800" y="2394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4" name="pt33754"/>
            <p:cNvSpPr/>
            <p:nvPr/>
          </p:nvSpPr>
          <p:spPr>
            <a:xfrm>
              <a:off x="7075235" y="224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5" name="pt33755"/>
            <p:cNvSpPr/>
            <p:nvPr/>
          </p:nvSpPr>
          <p:spPr>
            <a:xfrm>
              <a:off x="6836273" y="2161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6" name="pt33756"/>
            <p:cNvSpPr/>
            <p:nvPr/>
          </p:nvSpPr>
          <p:spPr>
            <a:xfrm>
              <a:off x="7277520" y="2038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7" name="pt33757"/>
            <p:cNvSpPr/>
            <p:nvPr/>
          </p:nvSpPr>
          <p:spPr>
            <a:xfrm>
              <a:off x="7141461" y="2193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8" name="pt33758"/>
            <p:cNvSpPr/>
            <p:nvPr/>
          </p:nvSpPr>
          <p:spPr>
            <a:xfrm>
              <a:off x="7068128" y="2090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9" name="pt33759"/>
            <p:cNvSpPr/>
            <p:nvPr/>
          </p:nvSpPr>
          <p:spPr>
            <a:xfrm>
              <a:off x="7183481" y="2157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0" name="pt33760"/>
            <p:cNvSpPr/>
            <p:nvPr/>
          </p:nvSpPr>
          <p:spPr>
            <a:xfrm>
              <a:off x="7067273" y="2120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1" name="pt33761"/>
            <p:cNvSpPr/>
            <p:nvPr/>
          </p:nvSpPr>
          <p:spPr>
            <a:xfrm>
              <a:off x="7225021" y="2219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2" name="pt33762"/>
            <p:cNvSpPr/>
            <p:nvPr/>
          </p:nvSpPr>
          <p:spPr>
            <a:xfrm>
              <a:off x="7161795" y="2105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3" name="pt33763"/>
            <p:cNvSpPr/>
            <p:nvPr/>
          </p:nvSpPr>
          <p:spPr>
            <a:xfrm>
              <a:off x="7070180" y="2024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4" name="pt33764"/>
            <p:cNvSpPr/>
            <p:nvPr/>
          </p:nvSpPr>
          <p:spPr>
            <a:xfrm>
              <a:off x="7464260" y="2332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5" name="pt33765"/>
            <p:cNvSpPr/>
            <p:nvPr/>
          </p:nvSpPr>
          <p:spPr>
            <a:xfrm>
              <a:off x="7175178" y="2019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6" name="pt33766"/>
            <p:cNvSpPr/>
            <p:nvPr/>
          </p:nvSpPr>
          <p:spPr>
            <a:xfrm>
              <a:off x="7091915" y="2193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7" name="pt33767"/>
            <p:cNvSpPr/>
            <p:nvPr/>
          </p:nvSpPr>
          <p:spPr>
            <a:xfrm>
              <a:off x="6995513" y="2003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8" name="pt33768"/>
            <p:cNvSpPr/>
            <p:nvPr/>
          </p:nvSpPr>
          <p:spPr>
            <a:xfrm>
              <a:off x="7177777" y="2082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9" name="pt33769"/>
            <p:cNvSpPr/>
            <p:nvPr/>
          </p:nvSpPr>
          <p:spPr>
            <a:xfrm>
              <a:off x="7353283" y="2089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0" name="pt33770"/>
            <p:cNvSpPr/>
            <p:nvPr/>
          </p:nvSpPr>
          <p:spPr>
            <a:xfrm>
              <a:off x="7063004" y="1692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1" name="pt33771"/>
            <p:cNvSpPr/>
            <p:nvPr/>
          </p:nvSpPr>
          <p:spPr>
            <a:xfrm>
              <a:off x="7142797" y="2303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2" name="pt33772"/>
            <p:cNvSpPr/>
            <p:nvPr/>
          </p:nvSpPr>
          <p:spPr>
            <a:xfrm>
              <a:off x="7331396" y="1930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3" name="pt33773"/>
            <p:cNvSpPr/>
            <p:nvPr/>
          </p:nvSpPr>
          <p:spPr>
            <a:xfrm>
              <a:off x="7156933" y="2179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4" name="pt33774"/>
            <p:cNvSpPr/>
            <p:nvPr/>
          </p:nvSpPr>
          <p:spPr>
            <a:xfrm>
              <a:off x="7293733" y="1997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5" name="pt33775"/>
            <p:cNvSpPr/>
            <p:nvPr/>
          </p:nvSpPr>
          <p:spPr>
            <a:xfrm>
              <a:off x="7484189" y="2331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6" name="pt33776"/>
            <p:cNvSpPr/>
            <p:nvPr/>
          </p:nvSpPr>
          <p:spPr>
            <a:xfrm>
              <a:off x="7339235" y="2220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7" name="pt33777"/>
            <p:cNvSpPr/>
            <p:nvPr/>
          </p:nvSpPr>
          <p:spPr>
            <a:xfrm>
              <a:off x="7224246" y="2063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8" name="pt33778"/>
            <p:cNvSpPr/>
            <p:nvPr/>
          </p:nvSpPr>
          <p:spPr>
            <a:xfrm>
              <a:off x="7049522" y="2424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9" name="pt33779"/>
            <p:cNvSpPr/>
            <p:nvPr/>
          </p:nvSpPr>
          <p:spPr>
            <a:xfrm>
              <a:off x="6813645" y="2333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0" name="pt33780"/>
            <p:cNvSpPr/>
            <p:nvPr/>
          </p:nvSpPr>
          <p:spPr>
            <a:xfrm>
              <a:off x="6903522" y="1952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1" name="pt33781"/>
            <p:cNvSpPr/>
            <p:nvPr/>
          </p:nvSpPr>
          <p:spPr>
            <a:xfrm>
              <a:off x="7175640" y="2076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2" name="pt33782"/>
            <p:cNvSpPr/>
            <p:nvPr/>
          </p:nvSpPr>
          <p:spPr>
            <a:xfrm>
              <a:off x="7168903" y="1996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3" name="pt33783"/>
            <p:cNvSpPr/>
            <p:nvPr/>
          </p:nvSpPr>
          <p:spPr>
            <a:xfrm>
              <a:off x="7214089" y="2201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4" name="pt33784"/>
            <p:cNvSpPr/>
            <p:nvPr/>
          </p:nvSpPr>
          <p:spPr>
            <a:xfrm>
              <a:off x="7204528" y="2136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5" name="pt33785"/>
            <p:cNvSpPr/>
            <p:nvPr/>
          </p:nvSpPr>
          <p:spPr>
            <a:xfrm>
              <a:off x="7043854" y="2336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6" name="pt33786"/>
            <p:cNvSpPr/>
            <p:nvPr/>
          </p:nvSpPr>
          <p:spPr>
            <a:xfrm>
              <a:off x="7522463" y="2609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7" name="pt33787"/>
            <p:cNvSpPr/>
            <p:nvPr/>
          </p:nvSpPr>
          <p:spPr>
            <a:xfrm>
              <a:off x="7390724" y="2156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8" name="pt33788"/>
            <p:cNvSpPr/>
            <p:nvPr/>
          </p:nvSpPr>
          <p:spPr>
            <a:xfrm>
              <a:off x="7157396" y="2166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9" name="pt33789"/>
            <p:cNvSpPr/>
            <p:nvPr/>
          </p:nvSpPr>
          <p:spPr>
            <a:xfrm>
              <a:off x="7200480" y="1901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0" name="pt33790"/>
            <p:cNvSpPr/>
            <p:nvPr/>
          </p:nvSpPr>
          <p:spPr>
            <a:xfrm>
              <a:off x="6998771" y="2042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1" name="pt33791"/>
            <p:cNvSpPr/>
            <p:nvPr/>
          </p:nvSpPr>
          <p:spPr>
            <a:xfrm>
              <a:off x="6981355" y="2072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2" name="pt33792"/>
            <p:cNvSpPr/>
            <p:nvPr/>
          </p:nvSpPr>
          <p:spPr>
            <a:xfrm>
              <a:off x="7148527" y="2346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3" name="pt33793"/>
            <p:cNvSpPr/>
            <p:nvPr/>
          </p:nvSpPr>
          <p:spPr>
            <a:xfrm>
              <a:off x="6822847" y="1774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4" name="pt33794"/>
            <p:cNvSpPr/>
            <p:nvPr/>
          </p:nvSpPr>
          <p:spPr>
            <a:xfrm>
              <a:off x="7001123" y="1937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5" name="pt33795"/>
            <p:cNvSpPr/>
            <p:nvPr/>
          </p:nvSpPr>
          <p:spPr>
            <a:xfrm>
              <a:off x="7272445" y="2056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6" name="pt33796"/>
            <p:cNvSpPr/>
            <p:nvPr/>
          </p:nvSpPr>
          <p:spPr>
            <a:xfrm>
              <a:off x="7384942" y="2346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7" name="pt33797"/>
            <p:cNvSpPr/>
            <p:nvPr/>
          </p:nvSpPr>
          <p:spPr>
            <a:xfrm>
              <a:off x="7092677" y="2190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8" name="pt33798"/>
            <p:cNvSpPr/>
            <p:nvPr/>
          </p:nvSpPr>
          <p:spPr>
            <a:xfrm>
              <a:off x="7094023" y="2203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9" name="pt33799"/>
            <p:cNvSpPr/>
            <p:nvPr/>
          </p:nvSpPr>
          <p:spPr>
            <a:xfrm>
              <a:off x="7560374" y="2455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0" name="pt33800"/>
            <p:cNvSpPr/>
            <p:nvPr/>
          </p:nvSpPr>
          <p:spPr>
            <a:xfrm>
              <a:off x="7274718" y="2050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1" name="pt33801"/>
            <p:cNvSpPr/>
            <p:nvPr/>
          </p:nvSpPr>
          <p:spPr>
            <a:xfrm>
              <a:off x="7092907" y="2202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2" name="pt33802"/>
            <p:cNvSpPr/>
            <p:nvPr/>
          </p:nvSpPr>
          <p:spPr>
            <a:xfrm>
              <a:off x="6826128" y="1992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3" name="pt33803"/>
            <p:cNvSpPr/>
            <p:nvPr/>
          </p:nvSpPr>
          <p:spPr>
            <a:xfrm>
              <a:off x="7227976" y="2039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4" name="pt33804"/>
            <p:cNvSpPr/>
            <p:nvPr/>
          </p:nvSpPr>
          <p:spPr>
            <a:xfrm>
              <a:off x="7153849" y="2430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5" name="pt33805"/>
            <p:cNvSpPr/>
            <p:nvPr/>
          </p:nvSpPr>
          <p:spPr>
            <a:xfrm>
              <a:off x="7169714" y="197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6" name="pt33806"/>
            <p:cNvSpPr/>
            <p:nvPr/>
          </p:nvSpPr>
          <p:spPr>
            <a:xfrm>
              <a:off x="7292881" y="2003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7" name="pt33807"/>
            <p:cNvSpPr/>
            <p:nvPr/>
          </p:nvSpPr>
          <p:spPr>
            <a:xfrm>
              <a:off x="7239784" y="1837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8" name="pt33808"/>
            <p:cNvSpPr/>
            <p:nvPr/>
          </p:nvSpPr>
          <p:spPr>
            <a:xfrm>
              <a:off x="6998078" y="2077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9" name="pt33809"/>
            <p:cNvSpPr/>
            <p:nvPr/>
          </p:nvSpPr>
          <p:spPr>
            <a:xfrm>
              <a:off x="7043135" y="2207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0" name="pt33810"/>
            <p:cNvSpPr/>
            <p:nvPr/>
          </p:nvSpPr>
          <p:spPr>
            <a:xfrm>
              <a:off x="7370798" y="2547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1" name="pt33811"/>
            <p:cNvSpPr/>
            <p:nvPr/>
          </p:nvSpPr>
          <p:spPr>
            <a:xfrm>
              <a:off x="7228101" y="2202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2" name="pt33812"/>
            <p:cNvSpPr/>
            <p:nvPr/>
          </p:nvSpPr>
          <p:spPr>
            <a:xfrm>
              <a:off x="7246474" y="2215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3" name="pt33813"/>
            <p:cNvSpPr/>
            <p:nvPr/>
          </p:nvSpPr>
          <p:spPr>
            <a:xfrm>
              <a:off x="7154383" y="2382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4" name="pt33814"/>
            <p:cNvSpPr/>
            <p:nvPr/>
          </p:nvSpPr>
          <p:spPr>
            <a:xfrm>
              <a:off x="6965180" y="2066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5" name="pt33815"/>
            <p:cNvSpPr/>
            <p:nvPr/>
          </p:nvSpPr>
          <p:spPr>
            <a:xfrm>
              <a:off x="7106323" y="2218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6" name="pt33816"/>
            <p:cNvSpPr/>
            <p:nvPr/>
          </p:nvSpPr>
          <p:spPr>
            <a:xfrm>
              <a:off x="7227777" y="198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7" name="pt33817"/>
            <p:cNvSpPr/>
            <p:nvPr/>
          </p:nvSpPr>
          <p:spPr>
            <a:xfrm>
              <a:off x="7273330" y="202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8" name="pt33818"/>
            <p:cNvSpPr/>
            <p:nvPr/>
          </p:nvSpPr>
          <p:spPr>
            <a:xfrm>
              <a:off x="7277077" y="2001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9" name="pt33819"/>
            <p:cNvSpPr/>
            <p:nvPr/>
          </p:nvSpPr>
          <p:spPr>
            <a:xfrm>
              <a:off x="7230159" y="2057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0" name="pt33820"/>
            <p:cNvSpPr/>
            <p:nvPr/>
          </p:nvSpPr>
          <p:spPr>
            <a:xfrm>
              <a:off x="7306690" y="1972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1" name="pt33821"/>
            <p:cNvSpPr/>
            <p:nvPr/>
          </p:nvSpPr>
          <p:spPr>
            <a:xfrm>
              <a:off x="7090067" y="2199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2" name="pt33822"/>
            <p:cNvSpPr/>
            <p:nvPr/>
          </p:nvSpPr>
          <p:spPr>
            <a:xfrm>
              <a:off x="7042003" y="2146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3" name="pt33823"/>
            <p:cNvSpPr/>
            <p:nvPr/>
          </p:nvSpPr>
          <p:spPr>
            <a:xfrm>
              <a:off x="7103057" y="2230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4" name="pt33824"/>
            <p:cNvSpPr/>
            <p:nvPr/>
          </p:nvSpPr>
          <p:spPr>
            <a:xfrm>
              <a:off x="6879113" y="2137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5" name="pt33825"/>
            <p:cNvSpPr/>
            <p:nvPr/>
          </p:nvSpPr>
          <p:spPr>
            <a:xfrm>
              <a:off x="6932481" y="2222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6" name="pt33826"/>
            <p:cNvSpPr/>
            <p:nvPr/>
          </p:nvSpPr>
          <p:spPr>
            <a:xfrm>
              <a:off x="7237130" y="1969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7" name="pt33827"/>
            <p:cNvSpPr/>
            <p:nvPr/>
          </p:nvSpPr>
          <p:spPr>
            <a:xfrm>
              <a:off x="7066235" y="2090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8" name="pt33828"/>
            <p:cNvSpPr/>
            <p:nvPr/>
          </p:nvSpPr>
          <p:spPr>
            <a:xfrm>
              <a:off x="7187621" y="2149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9" name="pt33829"/>
            <p:cNvSpPr/>
            <p:nvPr/>
          </p:nvSpPr>
          <p:spPr>
            <a:xfrm>
              <a:off x="7252805" y="2091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0" name="pt33830"/>
            <p:cNvSpPr/>
            <p:nvPr/>
          </p:nvSpPr>
          <p:spPr>
            <a:xfrm>
              <a:off x="7390446" y="2093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1" name="pt33831"/>
            <p:cNvSpPr/>
            <p:nvPr/>
          </p:nvSpPr>
          <p:spPr>
            <a:xfrm>
              <a:off x="7363140" y="2313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2" name="pt33832"/>
            <p:cNvSpPr/>
            <p:nvPr/>
          </p:nvSpPr>
          <p:spPr>
            <a:xfrm>
              <a:off x="6974359" y="1952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3" name="pt33833"/>
            <p:cNvSpPr/>
            <p:nvPr/>
          </p:nvSpPr>
          <p:spPr>
            <a:xfrm>
              <a:off x="7127175" y="2140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4" name="pt33834"/>
            <p:cNvSpPr/>
            <p:nvPr/>
          </p:nvSpPr>
          <p:spPr>
            <a:xfrm>
              <a:off x="7217689" y="2122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5" name="pt33835"/>
            <p:cNvSpPr/>
            <p:nvPr/>
          </p:nvSpPr>
          <p:spPr>
            <a:xfrm>
              <a:off x="7094826" y="223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6" name="pt33836"/>
            <p:cNvSpPr/>
            <p:nvPr/>
          </p:nvSpPr>
          <p:spPr>
            <a:xfrm>
              <a:off x="7181262" y="2108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7" name="pt33837"/>
            <p:cNvSpPr/>
            <p:nvPr/>
          </p:nvSpPr>
          <p:spPr>
            <a:xfrm>
              <a:off x="7303089" y="1991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8" name="pt33838"/>
            <p:cNvSpPr/>
            <p:nvPr/>
          </p:nvSpPr>
          <p:spPr>
            <a:xfrm>
              <a:off x="7238093" y="2017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9" name="pt33839"/>
            <p:cNvSpPr/>
            <p:nvPr/>
          </p:nvSpPr>
          <p:spPr>
            <a:xfrm>
              <a:off x="7211508" y="2216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0" name="pt33840"/>
            <p:cNvSpPr/>
            <p:nvPr/>
          </p:nvSpPr>
          <p:spPr>
            <a:xfrm>
              <a:off x="6563528" y="1961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1" name="pt33841"/>
            <p:cNvSpPr/>
            <p:nvPr/>
          </p:nvSpPr>
          <p:spPr>
            <a:xfrm>
              <a:off x="7093798" y="2145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2" name="pt33842"/>
            <p:cNvSpPr/>
            <p:nvPr/>
          </p:nvSpPr>
          <p:spPr>
            <a:xfrm>
              <a:off x="7155123" y="2350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3" name="pt33843"/>
            <p:cNvSpPr/>
            <p:nvPr/>
          </p:nvSpPr>
          <p:spPr>
            <a:xfrm>
              <a:off x="7027280" y="1893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4" name="pt33844"/>
            <p:cNvSpPr/>
            <p:nvPr/>
          </p:nvSpPr>
          <p:spPr>
            <a:xfrm>
              <a:off x="7173490" y="1985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5" name="pt33845"/>
            <p:cNvSpPr/>
            <p:nvPr/>
          </p:nvSpPr>
          <p:spPr>
            <a:xfrm>
              <a:off x="6884777" y="1927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6" name="pt33846"/>
            <p:cNvSpPr/>
            <p:nvPr/>
          </p:nvSpPr>
          <p:spPr>
            <a:xfrm>
              <a:off x="7068374" y="2075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7" name="pt33847"/>
            <p:cNvSpPr/>
            <p:nvPr/>
          </p:nvSpPr>
          <p:spPr>
            <a:xfrm>
              <a:off x="7256371" y="2148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8" name="pt33848"/>
            <p:cNvSpPr/>
            <p:nvPr/>
          </p:nvSpPr>
          <p:spPr>
            <a:xfrm>
              <a:off x="7173960" y="2013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9" name="pt33849"/>
            <p:cNvSpPr/>
            <p:nvPr/>
          </p:nvSpPr>
          <p:spPr>
            <a:xfrm>
              <a:off x="7164939" y="2058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0" name="pt33850"/>
            <p:cNvSpPr/>
            <p:nvPr/>
          </p:nvSpPr>
          <p:spPr>
            <a:xfrm>
              <a:off x="7152191" y="2318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1" name="pt33851"/>
            <p:cNvSpPr/>
            <p:nvPr/>
          </p:nvSpPr>
          <p:spPr>
            <a:xfrm>
              <a:off x="7064917" y="1868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2" name="pt33852"/>
            <p:cNvSpPr/>
            <p:nvPr/>
          </p:nvSpPr>
          <p:spPr>
            <a:xfrm>
              <a:off x="7235421" y="2100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3" name="pt33853"/>
            <p:cNvSpPr/>
            <p:nvPr/>
          </p:nvSpPr>
          <p:spPr>
            <a:xfrm>
              <a:off x="7205203" y="2113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4" name="pt33854"/>
            <p:cNvSpPr/>
            <p:nvPr/>
          </p:nvSpPr>
          <p:spPr>
            <a:xfrm>
              <a:off x="7031002" y="1769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5" name="pt33855"/>
            <p:cNvSpPr/>
            <p:nvPr/>
          </p:nvSpPr>
          <p:spPr>
            <a:xfrm>
              <a:off x="7256588" y="2105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6" name="pt33856"/>
            <p:cNvSpPr/>
            <p:nvPr/>
          </p:nvSpPr>
          <p:spPr>
            <a:xfrm>
              <a:off x="7246918" y="2208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7" name="pt33857"/>
            <p:cNvSpPr/>
            <p:nvPr/>
          </p:nvSpPr>
          <p:spPr>
            <a:xfrm>
              <a:off x="7296407" y="1978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8" name="pt33858"/>
            <p:cNvSpPr/>
            <p:nvPr/>
          </p:nvSpPr>
          <p:spPr>
            <a:xfrm>
              <a:off x="7444109" y="2885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9" name="pt33859"/>
            <p:cNvSpPr/>
            <p:nvPr/>
          </p:nvSpPr>
          <p:spPr>
            <a:xfrm>
              <a:off x="7277242" y="1936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0" name="pt33860"/>
            <p:cNvSpPr/>
            <p:nvPr/>
          </p:nvSpPr>
          <p:spPr>
            <a:xfrm>
              <a:off x="7359104" y="2422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1" name="pt33861"/>
            <p:cNvSpPr/>
            <p:nvPr/>
          </p:nvSpPr>
          <p:spPr>
            <a:xfrm>
              <a:off x="7209389" y="2242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2" name="pt33862"/>
            <p:cNvSpPr/>
            <p:nvPr/>
          </p:nvSpPr>
          <p:spPr>
            <a:xfrm>
              <a:off x="7233560" y="2203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3" name="pt33863"/>
            <p:cNvSpPr/>
            <p:nvPr/>
          </p:nvSpPr>
          <p:spPr>
            <a:xfrm>
              <a:off x="7076359" y="2249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4" name="pt33864"/>
            <p:cNvSpPr/>
            <p:nvPr/>
          </p:nvSpPr>
          <p:spPr>
            <a:xfrm>
              <a:off x="6913386" y="2262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5" name="pt33865"/>
            <p:cNvSpPr/>
            <p:nvPr/>
          </p:nvSpPr>
          <p:spPr>
            <a:xfrm>
              <a:off x="7198266" y="2007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6" name="pt33866"/>
            <p:cNvSpPr/>
            <p:nvPr/>
          </p:nvSpPr>
          <p:spPr>
            <a:xfrm>
              <a:off x="7179017" y="2103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7" name="pt33867"/>
            <p:cNvSpPr/>
            <p:nvPr/>
          </p:nvSpPr>
          <p:spPr>
            <a:xfrm>
              <a:off x="7320520" y="1881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8" name="pt33868"/>
            <p:cNvSpPr/>
            <p:nvPr/>
          </p:nvSpPr>
          <p:spPr>
            <a:xfrm>
              <a:off x="7181984" y="2120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9" name="pt33869"/>
            <p:cNvSpPr/>
            <p:nvPr/>
          </p:nvSpPr>
          <p:spPr>
            <a:xfrm>
              <a:off x="7256244" y="2038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0" name="pt33870"/>
            <p:cNvSpPr/>
            <p:nvPr/>
          </p:nvSpPr>
          <p:spPr>
            <a:xfrm>
              <a:off x="7099681" y="2197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1" name="pt33871"/>
            <p:cNvSpPr/>
            <p:nvPr/>
          </p:nvSpPr>
          <p:spPr>
            <a:xfrm>
              <a:off x="7036300" y="1978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2" name="pt33872"/>
            <p:cNvSpPr/>
            <p:nvPr/>
          </p:nvSpPr>
          <p:spPr>
            <a:xfrm>
              <a:off x="7119380" y="2158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3" name="pt33873"/>
            <p:cNvSpPr/>
            <p:nvPr/>
          </p:nvSpPr>
          <p:spPr>
            <a:xfrm>
              <a:off x="7170317" y="1990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4" name="pt33874"/>
            <p:cNvSpPr/>
            <p:nvPr/>
          </p:nvSpPr>
          <p:spPr>
            <a:xfrm>
              <a:off x="6988754" y="1879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5" name="pt33875"/>
            <p:cNvSpPr/>
            <p:nvPr/>
          </p:nvSpPr>
          <p:spPr>
            <a:xfrm>
              <a:off x="6946070" y="2197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6" name="pt33876"/>
            <p:cNvSpPr/>
            <p:nvPr/>
          </p:nvSpPr>
          <p:spPr>
            <a:xfrm>
              <a:off x="6999292" y="2035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7" name="pt33877"/>
            <p:cNvSpPr/>
            <p:nvPr/>
          </p:nvSpPr>
          <p:spPr>
            <a:xfrm>
              <a:off x="7224511" y="2238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8" name="pt33878"/>
            <p:cNvSpPr/>
            <p:nvPr/>
          </p:nvSpPr>
          <p:spPr>
            <a:xfrm>
              <a:off x="7110387" y="2051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9" name="pt33879"/>
            <p:cNvSpPr/>
            <p:nvPr/>
          </p:nvSpPr>
          <p:spPr>
            <a:xfrm>
              <a:off x="7053002" y="2185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0" name="pt33880"/>
            <p:cNvSpPr/>
            <p:nvPr/>
          </p:nvSpPr>
          <p:spPr>
            <a:xfrm>
              <a:off x="7445013" y="2201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1" name="pt33881"/>
            <p:cNvSpPr/>
            <p:nvPr/>
          </p:nvSpPr>
          <p:spPr>
            <a:xfrm>
              <a:off x="7272379" y="1966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2" name="pt33882"/>
            <p:cNvSpPr/>
            <p:nvPr/>
          </p:nvSpPr>
          <p:spPr>
            <a:xfrm>
              <a:off x="7111568" y="2046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3" name="pt33883"/>
            <p:cNvSpPr/>
            <p:nvPr/>
          </p:nvSpPr>
          <p:spPr>
            <a:xfrm>
              <a:off x="6994627" y="2040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4" name="pt33884"/>
            <p:cNvSpPr/>
            <p:nvPr/>
          </p:nvSpPr>
          <p:spPr>
            <a:xfrm>
              <a:off x="6961761" y="2055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5" name="pt33885"/>
            <p:cNvSpPr/>
            <p:nvPr/>
          </p:nvSpPr>
          <p:spPr>
            <a:xfrm>
              <a:off x="7183016" y="2148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6" name="pt33886"/>
            <p:cNvSpPr/>
            <p:nvPr/>
          </p:nvSpPr>
          <p:spPr>
            <a:xfrm>
              <a:off x="7023195" y="192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7" name="pt33887"/>
            <p:cNvSpPr/>
            <p:nvPr/>
          </p:nvSpPr>
          <p:spPr>
            <a:xfrm>
              <a:off x="6916922" y="2171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8" name="pt33888"/>
            <p:cNvSpPr/>
            <p:nvPr/>
          </p:nvSpPr>
          <p:spPr>
            <a:xfrm>
              <a:off x="6933830" y="2134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9" name="pt33889"/>
            <p:cNvSpPr/>
            <p:nvPr/>
          </p:nvSpPr>
          <p:spPr>
            <a:xfrm>
              <a:off x="7240831" y="1731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0" name="pt33890"/>
            <p:cNvSpPr/>
            <p:nvPr/>
          </p:nvSpPr>
          <p:spPr>
            <a:xfrm>
              <a:off x="7234823" y="1963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1" name="pt33891"/>
            <p:cNvSpPr/>
            <p:nvPr/>
          </p:nvSpPr>
          <p:spPr>
            <a:xfrm>
              <a:off x="7055333" y="2240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2" name="pt33892"/>
            <p:cNvSpPr/>
            <p:nvPr/>
          </p:nvSpPr>
          <p:spPr>
            <a:xfrm>
              <a:off x="7490523" y="2677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3" name="pt33893"/>
            <p:cNvSpPr/>
            <p:nvPr/>
          </p:nvSpPr>
          <p:spPr>
            <a:xfrm>
              <a:off x="7154867" y="2321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4" name="pt33894"/>
            <p:cNvSpPr/>
            <p:nvPr/>
          </p:nvSpPr>
          <p:spPr>
            <a:xfrm>
              <a:off x="6988872" y="1965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5" name="pt33895"/>
            <p:cNvSpPr/>
            <p:nvPr/>
          </p:nvSpPr>
          <p:spPr>
            <a:xfrm>
              <a:off x="7207882" y="2258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6" name="pt33896"/>
            <p:cNvSpPr/>
            <p:nvPr/>
          </p:nvSpPr>
          <p:spPr>
            <a:xfrm>
              <a:off x="7068003" y="2152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7" name="pt33897"/>
            <p:cNvSpPr/>
            <p:nvPr/>
          </p:nvSpPr>
          <p:spPr>
            <a:xfrm>
              <a:off x="7278968" y="1904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8" name="pt33898"/>
            <p:cNvSpPr/>
            <p:nvPr/>
          </p:nvSpPr>
          <p:spPr>
            <a:xfrm>
              <a:off x="6652372" y="2238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9" name="pt33899"/>
            <p:cNvSpPr/>
            <p:nvPr/>
          </p:nvSpPr>
          <p:spPr>
            <a:xfrm>
              <a:off x="6616966" y="2263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0" name="pt33900"/>
            <p:cNvSpPr/>
            <p:nvPr/>
          </p:nvSpPr>
          <p:spPr>
            <a:xfrm>
              <a:off x="7326414" y="2059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1" name="pt33901"/>
            <p:cNvSpPr/>
            <p:nvPr/>
          </p:nvSpPr>
          <p:spPr>
            <a:xfrm>
              <a:off x="7234381" y="2093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2" name="pt33902"/>
            <p:cNvSpPr/>
            <p:nvPr/>
          </p:nvSpPr>
          <p:spPr>
            <a:xfrm>
              <a:off x="7393441" y="2321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3" name="pt33903"/>
            <p:cNvSpPr/>
            <p:nvPr/>
          </p:nvSpPr>
          <p:spPr>
            <a:xfrm>
              <a:off x="6981244" y="208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4" name="pt33904"/>
            <p:cNvSpPr/>
            <p:nvPr/>
          </p:nvSpPr>
          <p:spPr>
            <a:xfrm>
              <a:off x="6985395" y="1930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5" name="pt33905"/>
            <p:cNvSpPr/>
            <p:nvPr/>
          </p:nvSpPr>
          <p:spPr>
            <a:xfrm>
              <a:off x="7136357" y="2228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6" name="pt33906"/>
            <p:cNvSpPr/>
            <p:nvPr/>
          </p:nvSpPr>
          <p:spPr>
            <a:xfrm>
              <a:off x="7133896" y="2109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7" name="pt33907"/>
            <p:cNvSpPr/>
            <p:nvPr/>
          </p:nvSpPr>
          <p:spPr>
            <a:xfrm>
              <a:off x="7301343" y="1981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8" name="pt33908"/>
            <p:cNvSpPr/>
            <p:nvPr/>
          </p:nvSpPr>
          <p:spPr>
            <a:xfrm>
              <a:off x="7077947" y="2126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9" name="pt33909"/>
            <p:cNvSpPr/>
            <p:nvPr/>
          </p:nvSpPr>
          <p:spPr>
            <a:xfrm>
              <a:off x="7047514" y="2215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0" name="pt33910"/>
            <p:cNvSpPr/>
            <p:nvPr/>
          </p:nvSpPr>
          <p:spPr>
            <a:xfrm>
              <a:off x="7074416" y="2212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1" name="pt33911"/>
            <p:cNvSpPr/>
            <p:nvPr/>
          </p:nvSpPr>
          <p:spPr>
            <a:xfrm>
              <a:off x="6968599" y="2048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2" name="pt33912"/>
            <p:cNvSpPr/>
            <p:nvPr/>
          </p:nvSpPr>
          <p:spPr>
            <a:xfrm>
              <a:off x="6797645" y="2517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3" name="pt33913"/>
            <p:cNvSpPr/>
            <p:nvPr/>
          </p:nvSpPr>
          <p:spPr>
            <a:xfrm>
              <a:off x="7176606" y="2060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4" name="pt33914"/>
            <p:cNvSpPr/>
            <p:nvPr/>
          </p:nvSpPr>
          <p:spPr>
            <a:xfrm>
              <a:off x="7290546" y="1988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5" name="pt33915"/>
            <p:cNvSpPr/>
            <p:nvPr/>
          </p:nvSpPr>
          <p:spPr>
            <a:xfrm>
              <a:off x="7019302" y="1933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6" name="pt33916"/>
            <p:cNvSpPr/>
            <p:nvPr/>
          </p:nvSpPr>
          <p:spPr>
            <a:xfrm>
              <a:off x="6887537" y="1929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7" name="pt33917"/>
            <p:cNvSpPr/>
            <p:nvPr/>
          </p:nvSpPr>
          <p:spPr>
            <a:xfrm>
              <a:off x="7300513" y="2000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8" name="pt33918"/>
            <p:cNvSpPr/>
            <p:nvPr/>
          </p:nvSpPr>
          <p:spPr>
            <a:xfrm>
              <a:off x="6933136" y="2003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9" name="pt33919"/>
            <p:cNvSpPr/>
            <p:nvPr/>
          </p:nvSpPr>
          <p:spPr>
            <a:xfrm>
              <a:off x="6994377" y="2039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0" name="pt33920"/>
            <p:cNvSpPr/>
            <p:nvPr/>
          </p:nvSpPr>
          <p:spPr>
            <a:xfrm>
              <a:off x="7235498" y="2104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1" name="pt33921"/>
            <p:cNvSpPr/>
            <p:nvPr/>
          </p:nvSpPr>
          <p:spPr>
            <a:xfrm>
              <a:off x="7206623" y="2056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2" name="pt33922"/>
            <p:cNvSpPr/>
            <p:nvPr/>
          </p:nvSpPr>
          <p:spPr>
            <a:xfrm>
              <a:off x="7060333" y="2000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3" name="pt33923"/>
            <p:cNvSpPr/>
            <p:nvPr/>
          </p:nvSpPr>
          <p:spPr>
            <a:xfrm>
              <a:off x="7008685" y="2019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4" name="pt33924"/>
            <p:cNvSpPr/>
            <p:nvPr/>
          </p:nvSpPr>
          <p:spPr>
            <a:xfrm>
              <a:off x="7106910" y="2148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5" name="pt33925"/>
            <p:cNvSpPr/>
            <p:nvPr/>
          </p:nvSpPr>
          <p:spPr>
            <a:xfrm>
              <a:off x="6728587" y="228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6" name="pt33926"/>
            <p:cNvSpPr/>
            <p:nvPr/>
          </p:nvSpPr>
          <p:spPr>
            <a:xfrm>
              <a:off x="7247383" y="2057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7" name="pt33927"/>
            <p:cNvSpPr/>
            <p:nvPr/>
          </p:nvSpPr>
          <p:spPr>
            <a:xfrm>
              <a:off x="7213592" y="241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8" name="pt33928"/>
            <p:cNvSpPr/>
            <p:nvPr/>
          </p:nvSpPr>
          <p:spPr>
            <a:xfrm>
              <a:off x="6853973" y="2437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9" name="pt33929"/>
            <p:cNvSpPr/>
            <p:nvPr/>
          </p:nvSpPr>
          <p:spPr>
            <a:xfrm>
              <a:off x="6794423" y="2556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0" name="pt33930"/>
            <p:cNvSpPr/>
            <p:nvPr/>
          </p:nvSpPr>
          <p:spPr>
            <a:xfrm>
              <a:off x="7089784" y="2238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1" name="pt33931"/>
            <p:cNvSpPr/>
            <p:nvPr/>
          </p:nvSpPr>
          <p:spPr>
            <a:xfrm>
              <a:off x="6802585" y="2626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2" name="pt33932"/>
            <p:cNvSpPr/>
            <p:nvPr/>
          </p:nvSpPr>
          <p:spPr>
            <a:xfrm>
              <a:off x="6995167" y="2034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3" name="pt33933"/>
            <p:cNvSpPr/>
            <p:nvPr/>
          </p:nvSpPr>
          <p:spPr>
            <a:xfrm>
              <a:off x="7037865" y="2290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4" name="pt33934"/>
            <p:cNvSpPr/>
            <p:nvPr/>
          </p:nvSpPr>
          <p:spPr>
            <a:xfrm>
              <a:off x="7240051" y="1834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5" name="pt33935"/>
            <p:cNvSpPr/>
            <p:nvPr/>
          </p:nvSpPr>
          <p:spPr>
            <a:xfrm>
              <a:off x="6926151" y="2121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6" name="pt33936"/>
            <p:cNvSpPr/>
            <p:nvPr/>
          </p:nvSpPr>
          <p:spPr>
            <a:xfrm>
              <a:off x="7129419" y="2092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7" name="pt33937"/>
            <p:cNvSpPr/>
            <p:nvPr/>
          </p:nvSpPr>
          <p:spPr>
            <a:xfrm>
              <a:off x="7085219" y="2121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8" name="pt33938"/>
            <p:cNvSpPr/>
            <p:nvPr/>
          </p:nvSpPr>
          <p:spPr>
            <a:xfrm>
              <a:off x="7067099" y="2070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9" name="pt33939"/>
            <p:cNvSpPr/>
            <p:nvPr/>
          </p:nvSpPr>
          <p:spPr>
            <a:xfrm>
              <a:off x="7216423" y="2128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0" name="pt33940"/>
            <p:cNvSpPr/>
            <p:nvPr/>
          </p:nvSpPr>
          <p:spPr>
            <a:xfrm>
              <a:off x="6867215" y="2165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1" name="pt33941"/>
            <p:cNvSpPr/>
            <p:nvPr/>
          </p:nvSpPr>
          <p:spPr>
            <a:xfrm>
              <a:off x="7181290" y="2138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2" name="pt33942"/>
            <p:cNvSpPr/>
            <p:nvPr/>
          </p:nvSpPr>
          <p:spPr>
            <a:xfrm>
              <a:off x="6845714" y="2282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3" name="pt33943"/>
            <p:cNvSpPr/>
            <p:nvPr/>
          </p:nvSpPr>
          <p:spPr>
            <a:xfrm>
              <a:off x="7049387" y="2283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4" name="pt33944"/>
            <p:cNvSpPr/>
            <p:nvPr/>
          </p:nvSpPr>
          <p:spPr>
            <a:xfrm>
              <a:off x="7307411" y="204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5" name="pt33945"/>
            <p:cNvSpPr/>
            <p:nvPr/>
          </p:nvSpPr>
          <p:spPr>
            <a:xfrm>
              <a:off x="6923560" y="2221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6" name="pt33946"/>
            <p:cNvSpPr/>
            <p:nvPr/>
          </p:nvSpPr>
          <p:spPr>
            <a:xfrm>
              <a:off x="7303429" y="1980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7" name="pt33947"/>
            <p:cNvSpPr/>
            <p:nvPr/>
          </p:nvSpPr>
          <p:spPr>
            <a:xfrm>
              <a:off x="7238769" y="1828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8" name="pt33948"/>
            <p:cNvSpPr/>
            <p:nvPr/>
          </p:nvSpPr>
          <p:spPr>
            <a:xfrm>
              <a:off x="7073267" y="2091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9" name="pt33949"/>
            <p:cNvSpPr/>
            <p:nvPr/>
          </p:nvSpPr>
          <p:spPr>
            <a:xfrm>
              <a:off x="6833685" y="2114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0" name="pt33950"/>
            <p:cNvSpPr/>
            <p:nvPr/>
          </p:nvSpPr>
          <p:spPr>
            <a:xfrm>
              <a:off x="6913827" y="2191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1" name="pt33951"/>
            <p:cNvSpPr/>
            <p:nvPr/>
          </p:nvSpPr>
          <p:spPr>
            <a:xfrm>
              <a:off x="7122619" y="2143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2" name="pt33952"/>
            <p:cNvSpPr/>
            <p:nvPr/>
          </p:nvSpPr>
          <p:spPr>
            <a:xfrm>
              <a:off x="7284847" y="2065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3" name="pt33953"/>
            <p:cNvSpPr/>
            <p:nvPr/>
          </p:nvSpPr>
          <p:spPr>
            <a:xfrm>
              <a:off x="7144574" y="2213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4" name="pt33954"/>
            <p:cNvSpPr/>
            <p:nvPr/>
          </p:nvSpPr>
          <p:spPr>
            <a:xfrm>
              <a:off x="7044438" y="2189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5" name="pt33955"/>
            <p:cNvSpPr/>
            <p:nvPr/>
          </p:nvSpPr>
          <p:spPr>
            <a:xfrm>
              <a:off x="7406396" y="2543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6" name="pt33956"/>
            <p:cNvSpPr/>
            <p:nvPr/>
          </p:nvSpPr>
          <p:spPr>
            <a:xfrm>
              <a:off x="6938568" y="2175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7" name="pt33957"/>
            <p:cNvSpPr/>
            <p:nvPr/>
          </p:nvSpPr>
          <p:spPr>
            <a:xfrm>
              <a:off x="7010641" y="1918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8" name="pt33958"/>
            <p:cNvSpPr/>
            <p:nvPr/>
          </p:nvSpPr>
          <p:spPr>
            <a:xfrm>
              <a:off x="7196873" y="2016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9" name="pt33959"/>
            <p:cNvSpPr/>
            <p:nvPr/>
          </p:nvSpPr>
          <p:spPr>
            <a:xfrm>
              <a:off x="6867972" y="2231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0" name="pt33960"/>
            <p:cNvSpPr/>
            <p:nvPr/>
          </p:nvSpPr>
          <p:spPr>
            <a:xfrm>
              <a:off x="7160222" y="1991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1" name="pt33961"/>
            <p:cNvSpPr/>
            <p:nvPr/>
          </p:nvSpPr>
          <p:spPr>
            <a:xfrm>
              <a:off x="7375276" y="224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2" name="pt33962"/>
            <p:cNvSpPr/>
            <p:nvPr/>
          </p:nvSpPr>
          <p:spPr>
            <a:xfrm>
              <a:off x="7285681" y="2190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3" name="pt33963"/>
            <p:cNvSpPr/>
            <p:nvPr/>
          </p:nvSpPr>
          <p:spPr>
            <a:xfrm>
              <a:off x="7270503" y="2145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4" name="pt33964"/>
            <p:cNvSpPr/>
            <p:nvPr/>
          </p:nvSpPr>
          <p:spPr>
            <a:xfrm>
              <a:off x="7156768" y="220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5" name="pt33965"/>
            <p:cNvSpPr/>
            <p:nvPr/>
          </p:nvSpPr>
          <p:spPr>
            <a:xfrm>
              <a:off x="6817880" y="2368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6" name="pt33966"/>
            <p:cNvSpPr/>
            <p:nvPr/>
          </p:nvSpPr>
          <p:spPr>
            <a:xfrm>
              <a:off x="7148324" y="2353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7" name="pt33967"/>
            <p:cNvSpPr/>
            <p:nvPr/>
          </p:nvSpPr>
          <p:spPr>
            <a:xfrm>
              <a:off x="7336759" y="2026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8" name="pt33968"/>
            <p:cNvSpPr/>
            <p:nvPr/>
          </p:nvSpPr>
          <p:spPr>
            <a:xfrm>
              <a:off x="7024076" y="1867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9" name="pt33969"/>
            <p:cNvSpPr/>
            <p:nvPr/>
          </p:nvSpPr>
          <p:spPr>
            <a:xfrm>
              <a:off x="6984927" y="1936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0" name="pt33970"/>
            <p:cNvSpPr/>
            <p:nvPr/>
          </p:nvSpPr>
          <p:spPr>
            <a:xfrm>
              <a:off x="7288781" y="1677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1" name="pt33971"/>
            <p:cNvSpPr/>
            <p:nvPr/>
          </p:nvSpPr>
          <p:spPr>
            <a:xfrm>
              <a:off x="6676110" y="2048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2" name="pt33972"/>
            <p:cNvSpPr/>
            <p:nvPr/>
          </p:nvSpPr>
          <p:spPr>
            <a:xfrm>
              <a:off x="7206497" y="2235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3" name="pt33973"/>
            <p:cNvSpPr/>
            <p:nvPr/>
          </p:nvSpPr>
          <p:spPr>
            <a:xfrm>
              <a:off x="6954860" y="2119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4" name="pt33974"/>
            <p:cNvSpPr/>
            <p:nvPr/>
          </p:nvSpPr>
          <p:spPr>
            <a:xfrm>
              <a:off x="7136637" y="2217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5" name="pt33975"/>
            <p:cNvSpPr/>
            <p:nvPr/>
          </p:nvSpPr>
          <p:spPr>
            <a:xfrm>
              <a:off x="7456292" y="2625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6" name="pt33976"/>
            <p:cNvSpPr/>
            <p:nvPr/>
          </p:nvSpPr>
          <p:spPr>
            <a:xfrm>
              <a:off x="7224678" y="2035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7" name="pt33977"/>
            <p:cNvSpPr/>
            <p:nvPr/>
          </p:nvSpPr>
          <p:spPr>
            <a:xfrm>
              <a:off x="7073541" y="2238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8" name="pt33978"/>
            <p:cNvSpPr/>
            <p:nvPr/>
          </p:nvSpPr>
          <p:spPr>
            <a:xfrm>
              <a:off x="7114445" y="2040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9" name="pt33979"/>
            <p:cNvSpPr/>
            <p:nvPr/>
          </p:nvSpPr>
          <p:spPr>
            <a:xfrm>
              <a:off x="7328132" y="2072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0" name="pt33980"/>
            <p:cNvSpPr/>
            <p:nvPr/>
          </p:nvSpPr>
          <p:spPr>
            <a:xfrm>
              <a:off x="6914665" y="2202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1" name="pt33981"/>
            <p:cNvSpPr/>
            <p:nvPr/>
          </p:nvSpPr>
          <p:spPr>
            <a:xfrm>
              <a:off x="7017294" y="1987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2" name="pt33982"/>
            <p:cNvSpPr/>
            <p:nvPr/>
          </p:nvSpPr>
          <p:spPr>
            <a:xfrm>
              <a:off x="7169509" y="1955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3" name="pt33983"/>
            <p:cNvSpPr/>
            <p:nvPr/>
          </p:nvSpPr>
          <p:spPr>
            <a:xfrm>
              <a:off x="7131061" y="2086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4" name="pt33984"/>
            <p:cNvSpPr/>
            <p:nvPr/>
          </p:nvSpPr>
          <p:spPr>
            <a:xfrm>
              <a:off x="7187664" y="2142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5" name="pt33985"/>
            <p:cNvSpPr/>
            <p:nvPr/>
          </p:nvSpPr>
          <p:spPr>
            <a:xfrm>
              <a:off x="7219357" y="2070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6" name="pt33986"/>
            <p:cNvSpPr/>
            <p:nvPr/>
          </p:nvSpPr>
          <p:spPr>
            <a:xfrm>
              <a:off x="7039746" y="2345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7" name="pt33987"/>
            <p:cNvSpPr/>
            <p:nvPr/>
          </p:nvSpPr>
          <p:spPr>
            <a:xfrm>
              <a:off x="6939580" y="2208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8" name="pt33988"/>
            <p:cNvSpPr/>
            <p:nvPr/>
          </p:nvSpPr>
          <p:spPr>
            <a:xfrm>
              <a:off x="7179660" y="2077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9" name="pt33989"/>
            <p:cNvSpPr/>
            <p:nvPr/>
          </p:nvSpPr>
          <p:spPr>
            <a:xfrm>
              <a:off x="7346478" y="2000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0" name="pt33990"/>
            <p:cNvSpPr/>
            <p:nvPr/>
          </p:nvSpPr>
          <p:spPr>
            <a:xfrm>
              <a:off x="7326312" y="1993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1" name="pt33991"/>
            <p:cNvSpPr/>
            <p:nvPr/>
          </p:nvSpPr>
          <p:spPr>
            <a:xfrm>
              <a:off x="7170211" y="1993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2" name="pt33992"/>
            <p:cNvSpPr/>
            <p:nvPr/>
          </p:nvSpPr>
          <p:spPr>
            <a:xfrm>
              <a:off x="7359752" y="2376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3" name="pt33993"/>
            <p:cNvSpPr/>
            <p:nvPr/>
          </p:nvSpPr>
          <p:spPr>
            <a:xfrm>
              <a:off x="7150014" y="2243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4" name="pt33994"/>
            <p:cNvSpPr/>
            <p:nvPr/>
          </p:nvSpPr>
          <p:spPr>
            <a:xfrm>
              <a:off x="7292724" y="1977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5" name="pt33995"/>
            <p:cNvSpPr/>
            <p:nvPr/>
          </p:nvSpPr>
          <p:spPr>
            <a:xfrm>
              <a:off x="7273451" y="2111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6" name="pt33996"/>
            <p:cNvSpPr/>
            <p:nvPr/>
          </p:nvSpPr>
          <p:spPr>
            <a:xfrm>
              <a:off x="7140621" y="2118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7" name="pt33997"/>
            <p:cNvSpPr/>
            <p:nvPr/>
          </p:nvSpPr>
          <p:spPr>
            <a:xfrm>
              <a:off x="6973844" y="1961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8" name="pt33998"/>
            <p:cNvSpPr/>
            <p:nvPr/>
          </p:nvSpPr>
          <p:spPr>
            <a:xfrm>
              <a:off x="7074053" y="2207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9" name="pt33999"/>
            <p:cNvSpPr/>
            <p:nvPr/>
          </p:nvSpPr>
          <p:spPr>
            <a:xfrm>
              <a:off x="7194557" y="2071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0" name="pt34000"/>
            <p:cNvSpPr/>
            <p:nvPr/>
          </p:nvSpPr>
          <p:spPr>
            <a:xfrm>
              <a:off x="7389204" y="2038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1" name="pt34001"/>
            <p:cNvSpPr/>
            <p:nvPr/>
          </p:nvSpPr>
          <p:spPr>
            <a:xfrm>
              <a:off x="7023463" y="2043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2" name="pt34002"/>
            <p:cNvSpPr/>
            <p:nvPr/>
          </p:nvSpPr>
          <p:spPr>
            <a:xfrm>
              <a:off x="7075235" y="2108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3" name="pt34003"/>
            <p:cNvSpPr/>
            <p:nvPr/>
          </p:nvSpPr>
          <p:spPr>
            <a:xfrm>
              <a:off x="6958585" y="2040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4" name="pt34004"/>
            <p:cNvSpPr/>
            <p:nvPr/>
          </p:nvSpPr>
          <p:spPr>
            <a:xfrm>
              <a:off x="7192862" y="2006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5" name="pt34005"/>
            <p:cNvSpPr/>
            <p:nvPr/>
          </p:nvSpPr>
          <p:spPr>
            <a:xfrm>
              <a:off x="6732477" y="2033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6" name="pt34006"/>
            <p:cNvSpPr/>
            <p:nvPr/>
          </p:nvSpPr>
          <p:spPr>
            <a:xfrm>
              <a:off x="7426647" y="2639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7" name="pt34007"/>
            <p:cNvSpPr/>
            <p:nvPr/>
          </p:nvSpPr>
          <p:spPr>
            <a:xfrm>
              <a:off x="7293486" y="2016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8" name="pt34008"/>
            <p:cNvSpPr/>
            <p:nvPr/>
          </p:nvSpPr>
          <p:spPr>
            <a:xfrm>
              <a:off x="7362930" y="2293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9" name="pt34009"/>
            <p:cNvSpPr/>
            <p:nvPr/>
          </p:nvSpPr>
          <p:spPr>
            <a:xfrm>
              <a:off x="7024290" y="1811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0" name="pt34010"/>
            <p:cNvSpPr/>
            <p:nvPr/>
          </p:nvSpPr>
          <p:spPr>
            <a:xfrm>
              <a:off x="6755549" y="2201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1" name="pt34011"/>
            <p:cNvSpPr/>
            <p:nvPr/>
          </p:nvSpPr>
          <p:spPr>
            <a:xfrm>
              <a:off x="7404875" y="2589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2" name="pt34012"/>
            <p:cNvSpPr/>
            <p:nvPr/>
          </p:nvSpPr>
          <p:spPr>
            <a:xfrm>
              <a:off x="7015009" y="1883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3" name="pt34013"/>
            <p:cNvSpPr/>
            <p:nvPr/>
          </p:nvSpPr>
          <p:spPr>
            <a:xfrm>
              <a:off x="7132146" y="2152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4" name="pt34014"/>
            <p:cNvSpPr/>
            <p:nvPr/>
          </p:nvSpPr>
          <p:spPr>
            <a:xfrm>
              <a:off x="6896892" y="19221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5" name="pt34015"/>
            <p:cNvSpPr/>
            <p:nvPr/>
          </p:nvSpPr>
          <p:spPr>
            <a:xfrm>
              <a:off x="7187784" y="2113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6" name="pt34016"/>
            <p:cNvSpPr/>
            <p:nvPr/>
          </p:nvSpPr>
          <p:spPr>
            <a:xfrm>
              <a:off x="7354645" y="2048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7" name="pt34017"/>
            <p:cNvSpPr/>
            <p:nvPr/>
          </p:nvSpPr>
          <p:spPr>
            <a:xfrm>
              <a:off x="6923047" y="2204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8" name="pt34018"/>
            <p:cNvSpPr/>
            <p:nvPr/>
          </p:nvSpPr>
          <p:spPr>
            <a:xfrm>
              <a:off x="7015469" y="1905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9" name="pt34019"/>
            <p:cNvSpPr/>
            <p:nvPr/>
          </p:nvSpPr>
          <p:spPr>
            <a:xfrm>
              <a:off x="7251735" y="1936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0" name="pt34020"/>
            <p:cNvSpPr/>
            <p:nvPr/>
          </p:nvSpPr>
          <p:spPr>
            <a:xfrm>
              <a:off x="7191502" y="2045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1" name="pt34021"/>
            <p:cNvSpPr/>
            <p:nvPr/>
          </p:nvSpPr>
          <p:spPr>
            <a:xfrm>
              <a:off x="7010597" y="2057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2" name="pt34022"/>
            <p:cNvSpPr/>
            <p:nvPr/>
          </p:nvSpPr>
          <p:spPr>
            <a:xfrm>
              <a:off x="7318425" y="1921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3" name="pt34023"/>
            <p:cNvSpPr/>
            <p:nvPr/>
          </p:nvSpPr>
          <p:spPr>
            <a:xfrm>
              <a:off x="7138473" y="2229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4" name="pt34024"/>
            <p:cNvSpPr/>
            <p:nvPr/>
          </p:nvSpPr>
          <p:spPr>
            <a:xfrm>
              <a:off x="7479488" y="2575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5" name="pt34025"/>
            <p:cNvSpPr/>
            <p:nvPr/>
          </p:nvSpPr>
          <p:spPr>
            <a:xfrm>
              <a:off x="7079001" y="2234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6" name="pt34026"/>
            <p:cNvSpPr/>
            <p:nvPr/>
          </p:nvSpPr>
          <p:spPr>
            <a:xfrm>
              <a:off x="7162442" y="1945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7" name="pt34027"/>
            <p:cNvSpPr/>
            <p:nvPr/>
          </p:nvSpPr>
          <p:spPr>
            <a:xfrm>
              <a:off x="7055858" y="2320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8" name="pt34028"/>
            <p:cNvSpPr/>
            <p:nvPr/>
          </p:nvSpPr>
          <p:spPr>
            <a:xfrm>
              <a:off x="7145999" y="2152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9" name="pt34029"/>
            <p:cNvSpPr/>
            <p:nvPr/>
          </p:nvSpPr>
          <p:spPr>
            <a:xfrm>
              <a:off x="7151099" y="2243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0" name="pt34030"/>
            <p:cNvSpPr/>
            <p:nvPr/>
          </p:nvSpPr>
          <p:spPr>
            <a:xfrm>
              <a:off x="7249994" y="2126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1" name="pt34031"/>
            <p:cNvSpPr/>
            <p:nvPr/>
          </p:nvSpPr>
          <p:spPr>
            <a:xfrm>
              <a:off x="7193145" y="2005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2" name="pt34032"/>
            <p:cNvSpPr/>
            <p:nvPr/>
          </p:nvSpPr>
          <p:spPr>
            <a:xfrm>
              <a:off x="7054618" y="2237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3" name="pt34033"/>
            <p:cNvSpPr/>
            <p:nvPr/>
          </p:nvSpPr>
          <p:spPr>
            <a:xfrm>
              <a:off x="7346701" y="2015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4" name="pt34034"/>
            <p:cNvSpPr/>
            <p:nvPr/>
          </p:nvSpPr>
          <p:spPr>
            <a:xfrm>
              <a:off x="7345928" y="198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5" name="pt34035"/>
            <p:cNvSpPr/>
            <p:nvPr/>
          </p:nvSpPr>
          <p:spPr>
            <a:xfrm>
              <a:off x="7035742" y="2351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6" name="pt34036"/>
            <p:cNvSpPr/>
            <p:nvPr/>
          </p:nvSpPr>
          <p:spPr>
            <a:xfrm>
              <a:off x="7022661" y="1925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7" name="pt34037"/>
            <p:cNvSpPr/>
            <p:nvPr/>
          </p:nvSpPr>
          <p:spPr>
            <a:xfrm>
              <a:off x="7130146" y="2116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8" name="pt34038"/>
            <p:cNvSpPr/>
            <p:nvPr/>
          </p:nvSpPr>
          <p:spPr>
            <a:xfrm>
              <a:off x="6821538" y="224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9" name="pt34039"/>
            <p:cNvSpPr/>
            <p:nvPr/>
          </p:nvSpPr>
          <p:spPr>
            <a:xfrm>
              <a:off x="7184616" y="2155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0" name="pt34040"/>
            <p:cNvSpPr/>
            <p:nvPr/>
          </p:nvSpPr>
          <p:spPr>
            <a:xfrm>
              <a:off x="7223258" y="2020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1" name="pt34041"/>
            <p:cNvSpPr/>
            <p:nvPr/>
          </p:nvSpPr>
          <p:spPr>
            <a:xfrm>
              <a:off x="7274814" y="2115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2" name="pt34042"/>
            <p:cNvSpPr/>
            <p:nvPr/>
          </p:nvSpPr>
          <p:spPr>
            <a:xfrm>
              <a:off x="7094562" y="2211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3" name="pt34043"/>
            <p:cNvSpPr/>
            <p:nvPr/>
          </p:nvSpPr>
          <p:spPr>
            <a:xfrm>
              <a:off x="6895135" y="2054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4" name="pt34044"/>
            <p:cNvSpPr/>
            <p:nvPr/>
          </p:nvSpPr>
          <p:spPr>
            <a:xfrm>
              <a:off x="7144905" y="2204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5" name="pt34045"/>
            <p:cNvSpPr/>
            <p:nvPr/>
          </p:nvSpPr>
          <p:spPr>
            <a:xfrm>
              <a:off x="7228754" y="2070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6" name="pt34046"/>
            <p:cNvSpPr/>
            <p:nvPr/>
          </p:nvSpPr>
          <p:spPr>
            <a:xfrm>
              <a:off x="7099435" y="2219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7" name="pt34047"/>
            <p:cNvSpPr/>
            <p:nvPr/>
          </p:nvSpPr>
          <p:spPr>
            <a:xfrm>
              <a:off x="6813447" y="2289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8" name="pt34048"/>
            <p:cNvSpPr/>
            <p:nvPr/>
          </p:nvSpPr>
          <p:spPr>
            <a:xfrm>
              <a:off x="7107918" y="2162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9" name="pt34049"/>
            <p:cNvSpPr/>
            <p:nvPr/>
          </p:nvSpPr>
          <p:spPr>
            <a:xfrm>
              <a:off x="6939482" y="2225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0" name="pt34050"/>
            <p:cNvSpPr/>
            <p:nvPr/>
          </p:nvSpPr>
          <p:spPr>
            <a:xfrm>
              <a:off x="7113341" y="2154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1" name="pt34051"/>
            <p:cNvSpPr/>
            <p:nvPr/>
          </p:nvSpPr>
          <p:spPr>
            <a:xfrm>
              <a:off x="7202716" y="2219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2" name="pt34052"/>
            <p:cNvSpPr/>
            <p:nvPr/>
          </p:nvSpPr>
          <p:spPr>
            <a:xfrm>
              <a:off x="7104532" y="2203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3" name="pt34053"/>
            <p:cNvSpPr/>
            <p:nvPr/>
          </p:nvSpPr>
          <p:spPr>
            <a:xfrm>
              <a:off x="7338144" y="2059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4" name="pt34054"/>
            <p:cNvSpPr/>
            <p:nvPr/>
          </p:nvSpPr>
          <p:spPr>
            <a:xfrm>
              <a:off x="7235702" y="2025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5" name="pt34055"/>
            <p:cNvSpPr/>
            <p:nvPr/>
          </p:nvSpPr>
          <p:spPr>
            <a:xfrm>
              <a:off x="7228544" y="2021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6" name="pt34056"/>
            <p:cNvSpPr/>
            <p:nvPr/>
          </p:nvSpPr>
          <p:spPr>
            <a:xfrm>
              <a:off x="7112742" y="2150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7" name="pt34057"/>
            <p:cNvSpPr/>
            <p:nvPr/>
          </p:nvSpPr>
          <p:spPr>
            <a:xfrm>
              <a:off x="7187924" y="2026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8" name="pt34058"/>
            <p:cNvSpPr/>
            <p:nvPr/>
          </p:nvSpPr>
          <p:spPr>
            <a:xfrm>
              <a:off x="7088164" y="2224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9" name="pt34059"/>
            <p:cNvSpPr/>
            <p:nvPr/>
          </p:nvSpPr>
          <p:spPr>
            <a:xfrm>
              <a:off x="7165152" y="2069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0" name="pt34060"/>
            <p:cNvSpPr/>
            <p:nvPr/>
          </p:nvSpPr>
          <p:spPr>
            <a:xfrm>
              <a:off x="7020306" y="2056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1" name="pt34061"/>
            <p:cNvSpPr/>
            <p:nvPr/>
          </p:nvSpPr>
          <p:spPr>
            <a:xfrm>
              <a:off x="6693520" y="2022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2" name="pt34062"/>
            <p:cNvSpPr/>
            <p:nvPr/>
          </p:nvSpPr>
          <p:spPr>
            <a:xfrm>
              <a:off x="6927581" y="2240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3" name="pt34063"/>
            <p:cNvSpPr/>
            <p:nvPr/>
          </p:nvSpPr>
          <p:spPr>
            <a:xfrm>
              <a:off x="7229269" y="2019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4" name="pt34064"/>
            <p:cNvSpPr/>
            <p:nvPr/>
          </p:nvSpPr>
          <p:spPr>
            <a:xfrm>
              <a:off x="7262205" y="2073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5" name="pt34065"/>
            <p:cNvSpPr/>
            <p:nvPr/>
          </p:nvSpPr>
          <p:spPr>
            <a:xfrm>
              <a:off x="7167896" y="2033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6" name="pt34066"/>
            <p:cNvSpPr/>
            <p:nvPr/>
          </p:nvSpPr>
          <p:spPr>
            <a:xfrm>
              <a:off x="7089218" y="2239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7" name="pt34067"/>
            <p:cNvSpPr/>
            <p:nvPr/>
          </p:nvSpPr>
          <p:spPr>
            <a:xfrm>
              <a:off x="7418028" y="2637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8" name="pt34068"/>
            <p:cNvSpPr/>
            <p:nvPr/>
          </p:nvSpPr>
          <p:spPr>
            <a:xfrm>
              <a:off x="6614756" y="1664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9" name="pt34069"/>
            <p:cNvSpPr/>
            <p:nvPr/>
          </p:nvSpPr>
          <p:spPr>
            <a:xfrm>
              <a:off x="6779971" y="2372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0" name="pt34070"/>
            <p:cNvSpPr/>
            <p:nvPr/>
          </p:nvSpPr>
          <p:spPr>
            <a:xfrm>
              <a:off x="6947548" y="2149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1" name="pt34071"/>
            <p:cNvSpPr/>
            <p:nvPr/>
          </p:nvSpPr>
          <p:spPr>
            <a:xfrm>
              <a:off x="7144123" y="2234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2" name="pt34072"/>
            <p:cNvSpPr/>
            <p:nvPr/>
          </p:nvSpPr>
          <p:spPr>
            <a:xfrm>
              <a:off x="7225576" y="2104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3" name="pt34073"/>
            <p:cNvSpPr/>
            <p:nvPr/>
          </p:nvSpPr>
          <p:spPr>
            <a:xfrm>
              <a:off x="7180848" y="2124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4" name="pt34074"/>
            <p:cNvSpPr/>
            <p:nvPr/>
          </p:nvSpPr>
          <p:spPr>
            <a:xfrm>
              <a:off x="7161666" y="2099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5" name="pt34075"/>
            <p:cNvSpPr/>
            <p:nvPr/>
          </p:nvSpPr>
          <p:spPr>
            <a:xfrm>
              <a:off x="7386768" y="2281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6" name="pt34076"/>
            <p:cNvSpPr/>
            <p:nvPr/>
          </p:nvSpPr>
          <p:spPr>
            <a:xfrm>
              <a:off x="6937637" y="2176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7" name="pt34077"/>
            <p:cNvSpPr/>
            <p:nvPr/>
          </p:nvSpPr>
          <p:spPr>
            <a:xfrm>
              <a:off x="7176950" y="2075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8" name="pt34078"/>
            <p:cNvSpPr/>
            <p:nvPr/>
          </p:nvSpPr>
          <p:spPr>
            <a:xfrm>
              <a:off x="7087968" y="2136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9" name="pt34079"/>
            <p:cNvSpPr/>
            <p:nvPr/>
          </p:nvSpPr>
          <p:spPr>
            <a:xfrm>
              <a:off x="7114829" y="2074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0" name="pt34080"/>
            <p:cNvSpPr/>
            <p:nvPr/>
          </p:nvSpPr>
          <p:spPr>
            <a:xfrm>
              <a:off x="7353156" y="2105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1" name="pt34081"/>
            <p:cNvSpPr/>
            <p:nvPr/>
          </p:nvSpPr>
          <p:spPr>
            <a:xfrm>
              <a:off x="7304848" y="1934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2" name="pt34082"/>
            <p:cNvSpPr/>
            <p:nvPr/>
          </p:nvSpPr>
          <p:spPr>
            <a:xfrm>
              <a:off x="7327967" y="2009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3" name="pt34083"/>
            <p:cNvSpPr/>
            <p:nvPr/>
          </p:nvSpPr>
          <p:spPr>
            <a:xfrm>
              <a:off x="7030246" y="1825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4" name="pt34084"/>
            <p:cNvSpPr/>
            <p:nvPr/>
          </p:nvSpPr>
          <p:spPr>
            <a:xfrm>
              <a:off x="7243265" y="2167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5" name="pt34085"/>
            <p:cNvSpPr/>
            <p:nvPr/>
          </p:nvSpPr>
          <p:spPr>
            <a:xfrm>
              <a:off x="7259692" y="2033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6" name="pt34086"/>
            <p:cNvSpPr/>
            <p:nvPr/>
          </p:nvSpPr>
          <p:spPr>
            <a:xfrm>
              <a:off x="7035862" y="2150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7" name="pt34087"/>
            <p:cNvSpPr/>
            <p:nvPr/>
          </p:nvSpPr>
          <p:spPr>
            <a:xfrm>
              <a:off x="7068626" y="2129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8" name="pt34088"/>
            <p:cNvSpPr/>
            <p:nvPr/>
          </p:nvSpPr>
          <p:spPr>
            <a:xfrm>
              <a:off x="7123331" y="2106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9" name="pt34089"/>
            <p:cNvSpPr/>
            <p:nvPr/>
          </p:nvSpPr>
          <p:spPr>
            <a:xfrm>
              <a:off x="7133007" y="2156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0" name="pt34090"/>
            <p:cNvSpPr/>
            <p:nvPr/>
          </p:nvSpPr>
          <p:spPr>
            <a:xfrm>
              <a:off x="7056313" y="2231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1" name="pt34091"/>
            <p:cNvSpPr/>
            <p:nvPr/>
          </p:nvSpPr>
          <p:spPr>
            <a:xfrm>
              <a:off x="6930301" y="2150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2" name="pt34092"/>
            <p:cNvSpPr/>
            <p:nvPr/>
          </p:nvSpPr>
          <p:spPr>
            <a:xfrm>
              <a:off x="7432917" y="2272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3" name="pt34093"/>
            <p:cNvSpPr/>
            <p:nvPr/>
          </p:nvSpPr>
          <p:spPr>
            <a:xfrm>
              <a:off x="6954684" y="206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4" name="pt34094"/>
            <p:cNvSpPr/>
            <p:nvPr/>
          </p:nvSpPr>
          <p:spPr>
            <a:xfrm>
              <a:off x="7042383" y="2164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5" name="pt34095"/>
            <p:cNvSpPr/>
            <p:nvPr/>
          </p:nvSpPr>
          <p:spPr>
            <a:xfrm>
              <a:off x="6998000" y="2010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6" name="pt34096"/>
            <p:cNvSpPr/>
            <p:nvPr/>
          </p:nvSpPr>
          <p:spPr>
            <a:xfrm>
              <a:off x="7179504" y="2149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7" name="pt34097"/>
            <p:cNvSpPr/>
            <p:nvPr/>
          </p:nvSpPr>
          <p:spPr>
            <a:xfrm>
              <a:off x="6838836" y="1861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8" name="pt34098"/>
            <p:cNvSpPr/>
            <p:nvPr/>
          </p:nvSpPr>
          <p:spPr>
            <a:xfrm>
              <a:off x="7206089" y="2100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9" name="pt34099"/>
            <p:cNvSpPr/>
            <p:nvPr/>
          </p:nvSpPr>
          <p:spPr>
            <a:xfrm>
              <a:off x="7131887" y="2166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0" name="pt34100"/>
            <p:cNvSpPr/>
            <p:nvPr/>
          </p:nvSpPr>
          <p:spPr>
            <a:xfrm>
              <a:off x="7391070" y="2008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1" name="pt34101"/>
            <p:cNvSpPr/>
            <p:nvPr/>
          </p:nvSpPr>
          <p:spPr>
            <a:xfrm>
              <a:off x="7026823" y="1821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2" name="pt34102"/>
            <p:cNvSpPr/>
            <p:nvPr/>
          </p:nvSpPr>
          <p:spPr>
            <a:xfrm>
              <a:off x="7251442" y="2090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3" name="pt34103"/>
            <p:cNvSpPr/>
            <p:nvPr/>
          </p:nvSpPr>
          <p:spPr>
            <a:xfrm>
              <a:off x="6893920" y="1996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4" name="pt34104"/>
            <p:cNvSpPr/>
            <p:nvPr/>
          </p:nvSpPr>
          <p:spPr>
            <a:xfrm>
              <a:off x="7131053" y="2112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5" name="pt34105"/>
            <p:cNvSpPr/>
            <p:nvPr/>
          </p:nvSpPr>
          <p:spPr>
            <a:xfrm>
              <a:off x="7190153" y="2021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6" name="pt34106"/>
            <p:cNvSpPr/>
            <p:nvPr/>
          </p:nvSpPr>
          <p:spPr>
            <a:xfrm>
              <a:off x="7314270" y="1966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7" name="pt34107"/>
            <p:cNvSpPr/>
            <p:nvPr/>
          </p:nvSpPr>
          <p:spPr>
            <a:xfrm>
              <a:off x="7247253" y="2165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8" name="pt34108"/>
            <p:cNvSpPr/>
            <p:nvPr/>
          </p:nvSpPr>
          <p:spPr>
            <a:xfrm>
              <a:off x="7202479" y="2062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9" name="pt34109"/>
            <p:cNvSpPr/>
            <p:nvPr/>
          </p:nvSpPr>
          <p:spPr>
            <a:xfrm>
              <a:off x="6917099" y="2305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0" name="pt34110"/>
            <p:cNvSpPr/>
            <p:nvPr/>
          </p:nvSpPr>
          <p:spPr>
            <a:xfrm>
              <a:off x="6872624" y="2025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1" name="pt34111"/>
            <p:cNvSpPr/>
            <p:nvPr/>
          </p:nvSpPr>
          <p:spPr>
            <a:xfrm>
              <a:off x="7053350" y="2310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2" name="pt34112"/>
            <p:cNvSpPr/>
            <p:nvPr/>
          </p:nvSpPr>
          <p:spPr>
            <a:xfrm>
              <a:off x="7209005" y="2364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3" name="pt34113"/>
            <p:cNvSpPr/>
            <p:nvPr/>
          </p:nvSpPr>
          <p:spPr>
            <a:xfrm>
              <a:off x="7428265" y="2579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4" name="pt34114"/>
            <p:cNvSpPr/>
            <p:nvPr/>
          </p:nvSpPr>
          <p:spPr>
            <a:xfrm>
              <a:off x="6960821" y="205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5" name="pt34115"/>
            <p:cNvSpPr/>
            <p:nvPr/>
          </p:nvSpPr>
          <p:spPr>
            <a:xfrm>
              <a:off x="7038214" y="223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6" name="pt34116"/>
            <p:cNvSpPr/>
            <p:nvPr/>
          </p:nvSpPr>
          <p:spPr>
            <a:xfrm>
              <a:off x="7017966" y="2127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7" name="pt34117"/>
            <p:cNvSpPr/>
            <p:nvPr/>
          </p:nvSpPr>
          <p:spPr>
            <a:xfrm>
              <a:off x="7192558" y="2028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8" name="pt34118"/>
            <p:cNvSpPr/>
            <p:nvPr/>
          </p:nvSpPr>
          <p:spPr>
            <a:xfrm>
              <a:off x="7181214" y="2058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9" name="pt34119"/>
            <p:cNvSpPr/>
            <p:nvPr/>
          </p:nvSpPr>
          <p:spPr>
            <a:xfrm>
              <a:off x="7108469" y="2134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0" name="pt34120"/>
            <p:cNvSpPr/>
            <p:nvPr/>
          </p:nvSpPr>
          <p:spPr>
            <a:xfrm>
              <a:off x="7502710" y="2161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1" name="pt34121"/>
            <p:cNvSpPr/>
            <p:nvPr/>
          </p:nvSpPr>
          <p:spPr>
            <a:xfrm>
              <a:off x="7316775" y="1847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2" name="pt34122"/>
            <p:cNvSpPr/>
            <p:nvPr/>
          </p:nvSpPr>
          <p:spPr>
            <a:xfrm>
              <a:off x="6976309" y="2050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3" name="pt34123"/>
            <p:cNvSpPr/>
            <p:nvPr/>
          </p:nvSpPr>
          <p:spPr>
            <a:xfrm>
              <a:off x="7171916" y="1981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4" name="pt34124"/>
            <p:cNvSpPr/>
            <p:nvPr/>
          </p:nvSpPr>
          <p:spPr>
            <a:xfrm>
              <a:off x="7311273" y="2280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5" name="pt34125"/>
            <p:cNvSpPr/>
            <p:nvPr/>
          </p:nvSpPr>
          <p:spPr>
            <a:xfrm>
              <a:off x="7090328" y="2217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6" name="pt34126"/>
            <p:cNvSpPr/>
            <p:nvPr/>
          </p:nvSpPr>
          <p:spPr>
            <a:xfrm>
              <a:off x="7097998" y="2279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7" name="pt34127"/>
            <p:cNvSpPr/>
            <p:nvPr/>
          </p:nvSpPr>
          <p:spPr>
            <a:xfrm>
              <a:off x="7145345" y="2204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8" name="pt34128"/>
            <p:cNvSpPr/>
            <p:nvPr/>
          </p:nvSpPr>
          <p:spPr>
            <a:xfrm>
              <a:off x="7360456" y="2521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9" name="pt34129"/>
            <p:cNvSpPr/>
            <p:nvPr/>
          </p:nvSpPr>
          <p:spPr>
            <a:xfrm>
              <a:off x="7100152" y="2261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0" name="pt34130"/>
            <p:cNvSpPr/>
            <p:nvPr/>
          </p:nvSpPr>
          <p:spPr>
            <a:xfrm>
              <a:off x="7393135" y="2022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1" name="pt34131"/>
            <p:cNvSpPr/>
            <p:nvPr/>
          </p:nvSpPr>
          <p:spPr>
            <a:xfrm>
              <a:off x="7098771" y="225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2" name="pt34132"/>
            <p:cNvSpPr/>
            <p:nvPr/>
          </p:nvSpPr>
          <p:spPr>
            <a:xfrm>
              <a:off x="7397325" y="2090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3" name="pt34133"/>
            <p:cNvSpPr/>
            <p:nvPr/>
          </p:nvSpPr>
          <p:spPr>
            <a:xfrm>
              <a:off x="7383198" y="2220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4" name="pt34134"/>
            <p:cNvSpPr/>
            <p:nvPr/>
          </p:nvSpPr>
          <p:spPr>
            <a:xfrm>
              <a:off x="7118293" y="2201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5" name="pt34135"/>
            <p:cNvSpPr/>
            <p:nvPr/>
          </p:nvSpPr>
          <p:spPr>
            <a:xfrm>
              <a:off x="7190847" y="2039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6" name="pt34136"/>
            <p:cNvSpPr/>
            <p:nvPr/>
          </p:nvSpPr>
          <p:spPr>
            <a:xfrm>
              <a:off x="7112031" y="2119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7" name="pt34137"/>
            <p:cNvSpPr/>
            <p:nvPr/>
          </p:nvSpPr>
          <p:spPr>
            <a:xfrm>
              <a:off x="7202508" y="2081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8" name="pt34138"/>
            <p:cNvSpPr/>
            <p:nvPr/>
          </p:nvSpPr>
          <p:spPr>
            <a:xfrm>
              <a:off x="6762055" y="248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9" name="pt34139"/>
            <p:cNvSpPr/>
            <p:nvPr/>
          </p:nvSpPr>
          <p:spPr>
            <a:xfrm>
              <a:off x="7140596" y="2179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0" name="pt34140"/>
            <p:cNvSpPr/>
            <p:nvPr/>
          </p:nvSpPr>
          <p:spPr>
            <a:xfrm>
              <a:off x="7328723" y="1980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1" name="pt34141"/>
            <p:cNvSpPr/>
            <p:nvPr/>
          </p:nvSpPr>
          <p:spPr>
            <a:xfrm>
              <a:off x="7281438" y="2169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2" name="pt34142"/>
            <p:cNvSpPr/>
            <p:nvPr/>
          </p:nvSpPr>
          <p:spPr>
            <a:xfrm>
              <a:off x="7071124" y="2098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3" name="pt34143"/>
            <p:cNvSpPr/>
            <p:nvPr/>
          </p:nvSpPr>
          <p:spPr>
            <a:xfrm>
              <a:off x="6881779" y="2117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4" name="pt34144"/>
            <p:cNvSpPr/>
            <p:nvPr/>
          </p:nvSpPr>
          <p:spPr>
            <a:xfrm>
              <a:off x="7177452" y="2122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5" name="pt34145"/>
            <p:cNvSpPr/>
            <p:nvPr/>
          </p:nvSpPr>
          <p:spPr>
            <a:xfrm>
              <a:off x="6977871" y="207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6" name="pt34146"/>
            <p:cNvSpPr/>
            <p:nvPr/>
          </p:nvSpPr>
          <p:spPr>
            <a:xfrm>
              <a:off x="6792225" y="2526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7" name="pt34147"/>
            <p:cNvSpPr/>
            <p:nvPr/>
          </p:nvSpPr>
          <p:spPr>
            <a:xfrm>
              <a:off x="7134368" y="2181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8" name="pt34148"/>
            <p:cNvSpPr/>
            <p:nvPr/>
          </p:nvSpPr>
          <p:spPr>
            <a:xfrm>
              <a:off x="7115293" y="2088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9" name="pt34149"/>
            <p:cNvSpPr/>
            <p:nvPr/>
          </p:nvSpPr>
          <p:spPr>
            <a:xfrm>
              <a:off x="7228515" y="2192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0" name="pt34150"/>
            <p:cNvSpPr/>
            <p:nvPr/>
          </p:nvSpPr>
          <p:spPr>
            <a:xfrm>
              <a:off x="7283220" y="2116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1" name="pt34151"/>
            <p:cNvSpPr/>
            <p:nvPr/>
          </p:nvSpPr>
          <p:spPr>
            <a:xfrm>
              <a:off x="7511895" y="2168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2" name="pt34152"/>
            <p:cNvSpPr/>
            <p:nvPr/>
          </p:nvSpPr>
          <p:spPr>
            <a:xfrm>
              <a:off x="7264878" y="2077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3" name="pt34153"/>
            <p:cNvSpPr/>
            <p:nvPr/>
          </p:nvSpPr>
          <p:spPr>
            <a:xfrm>
              <a:off x="7263796" y="2087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4" name="pt34154"/>
            <p:cNvSpPr/>
            <p:nvPr/>
          </p:nvSpPr>
          <p:spPr>
            <a:xfrm>
              <a:off x="7242380" y="2369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5" name="pt34155"/>
            <p:cNvSpPr/>
            <p:nvPr/>
          </p:nvSpPr>
          <p:spPr>
            <a:xfrm>
              <a:off x="7232165" y="2096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6" name="pt34156"/>
            <p:cNvSpPr/>
            <p:nvPr/>
          </p:nvSpPr>
          <p:spPr>
            <a:xfrm>
              <a:off x="7168995" y="2005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7" name="pt34157"/>
            <p:cNvSpPr/>
            <p:nvPr/>
          </p:nvSpPr>
          <p:spPr>
            <a:xfrm>
              <a:off x="7284673" y="1992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8" name="pt34158"/>
            <p:cNvSpPr/>
            <p:nvPr/>
          </p:nvSpPr>
          <p:spPr>
            <a:xfrm>
              <a:off x="7023749" y="1936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9" name="pt34159"/>
            <p:cNvSpPr/>
            <p:nvPr/>
          </p:nvSpPr>
          <p:spPr>
            <a:xfrm>
              <a:off x="7127888" y="2134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0" name="pt34160"/>
            <p:cNvSpPr/>
            <p:nvPr/>
          </p:nvSpPr>
          <p:spPr>
            <a:xfrm>
              <a:off x="7023326" y="1953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1" name="pt34161"/>
            <p:cNvSpPr/>
            <p:nvPr/>
          </p:nvSpPr>
          <p:spPr>
            <a:xfrm>
              <a:off x="7101722" y="2266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2" name="pt34162"/>
            <p:cNvSpPr/>
            <p:nvPr/>
          </p:nvSpPr>
          <p:spPr>
            <a:xfrm>
              <a:off x="6964578" y="2050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3" name="pt34163"/>
            <p:cNvSpPr/>
            <p:nvPr/>
          </p:nvSpPr>
          <p:spPr>
            <a:xfrm>
              <a:off x="7257105" y="2127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4" name="pt34164"/>
            <p:cNvSpPr/>
            <p:nvPr/>
          </p:nvSpPr>
          <p:spPr>
            <a:xfrm>
              <a:off x="6894594" y="1939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5" name="pt34165"/>
            <p:cNvSpPr/>
            <p:nvPr/>
          </p:nvSpPr>
          <p:spPr>
            <a:xfrm>
              <a:off x="6971669" y="1963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6" name="pt34166"/>
            <p:cNvSpPr/>
            <p:nvPr/>
          </p:nvSpPr>
          <p:spPr>
            <a:xfrm>
              <a:off x="6771215" y="2446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7" name="pt34167"/>
            <p:cNvSpPr/>
            <p:nvPr/>
          </p:nvSpPr>
          <p:spPr>
            <a:xfrm>
              <a:off x="7236550" y="1968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8" name="pt34168"/>
            <p:cNvSpPr/>
            <p:nvPr/>
          </p:nvSpPr>
          <p:spPr>
            <a:xfrm>
              <a:off x="7027789" y="2034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9" name="pt34169"/>
            <p:cNvSpPr/>
            <p:nvPr/>
          </p:nvSpPr>
          <p:spPr>
            <a:xfrm>
              <a:off x="7139515" y="2131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0" name="pt34170"/>
            <p:cNvSpPr/>
            <p:nvPr/>
          </p:nvSpPr>
          <p:spPr>
            <a:xfrm>
              <a:off x="7153879" y="2389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1" name="pt34171"/>
            <p:cNvSpPr/>
            <p:nvPr/>
          </p:nvSpPr>
          <p:spPr>
            <a:xfrm>
              <a:off x="7118674" y="2194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2" name="pt34172"/>
            <p:cNvSpPr/>
            <p:nvPr/>
          </p:nvSpPr>
          <p:spPr>
            <a:xfrm>
              <a:off x="7181751" y="210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3" name="pt34173"/>
            <p:cNvSpPr/>
            <p:nvPr/>
          </p:nvSpPr>
          <p:spPr>
            <a:xfrm>
              <a:off x="7124349" y="2171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4" name="pt34174"/>
            <p:cNvSpPr/>
            <p:nvPr/>
          </p:nvSpPr>
          <p:spPr>
            <a:xfrm>
              <a:off x="7285949" y="2065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5" name="pt34175"/>
            <p:cNvSpPr/>
            <p:nvPr/>
          </p:nvSpPr>
          <p:spPr>
            <a:xfrm>
              <a:off x="7369182" y="2653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6" name="pt34176"/>
            <p:cNvSpPr/>
            <p:nvPr/>
          </p:nvSpPr>
          <p:spPr>
            <a:xfrm>
              <a:off x="7081427" y="2045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7" name="pt34177"/>
            <p:cNvSpPr/>
            <p:nvPr/>
          </p:nvSpPr>
          <p:spPr>
            <a:xfrm>
              <a:off x="7180923" y="2180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8" name="pt34178"/>
            <p:cNvSpPr/>
            <p:nvPr/>
          </p:nvSpPr>
          <p:spPr>
            <a:xfrm>
              <a:off x="7090665" y="2237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9" name="pt34179"/>
            <p:cNvSpPr/>
            <p:nvPr/>
          </p:nvSpPr>
          <p:spPr>
            <a:xfrm>
              <a:off x="7107947" y="2137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0" name="pt34180"/>
            <p:cNvSpPr/>
            <p:nvPr/>
          </p:nvSpPr>
          <p:spPr>
            <a:xfrm>
              <a:off x="7269750" y="2144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1" name="pt34181"/>
            <p:cNvSpPr/>
            <p:nvPr/>
          </p:nvSpPr>
          <p:spPr>
            <a:xfrm>
              <a:off x="7445665" y="2833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2" name="pt34182"/>
            <p:cNvSpPr/>
            <p:nvPr/>
          </p:nvSpPr>
          <p:spPr>
            <a:xfrm>
              <a:off x="7297911" y="1962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3" name="pt34183"/>
            <p:cNvSpPr/>
            <p:nvPr/>
          </p:nvSpPr>
          <p:spPr>
            <a:xfrm>
              <a:off x="7015513" y="1832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4" name="pt34184"/>
            <p:cNvSpPr/>
            <p:nvPr/>
          </p:nvSpPr>
          <p:spPr>
            <a:xfrm>
              <a:off x="6962294" y="2042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5" name="pt34185"/>
            <p:cNvSpPr/>
            <p:nvPr/>
          </p:nvSpPr>
          <p:spPr>
            <a:xfrm>
              <a:off x="6857477" y="2316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6" name="pt34186"/>
            <p:cNvSpPr/>
            <p:nvPr/>
          </p:nvSpPr>
          <p:spPr>
            <a:xfrm>
              <a:off x="7327705" y="1972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7" name="pt34187"/>
            <p:cNvSpPr/>
            <p:nvPr/>
          </p:nvSpPr>
          <p:spPr>
            <a:xfrm>
              <a:off x="7106721" y="2237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8" name="pt34188"/>
            <p:cNvSpPr/>
            <p:nvPr/>
          </p:nvSpPr>
          <p:spPr>
            <a:xfrm>
              <a:off x="7302178" y="1953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9" name="pt34189"/>
            <p:cNvSpPr/>
            <p:nvPr/>
          </p:nvSpPr>
          <p:spPr>
            <a:xfrm>
              <a:off x="7118893" y="220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0" name="pt34190"/>
            <p:cNvSpPr/>
            <p:nvPr/>
          </p:nvSpPr>
          <p:spPr>
            <a:xfrm>
              <a:off x="7199479" y="1962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1" name="pt34191"/>
            <p:cNvSpPr/>
            <p:nvPr/>
          </p:nvSpPr>
          <p:spPr>
            <a:xfrm>
              <a:off x="6907343" y="2248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2" name="pt34192"/>
            <p:cNvSpPr/>
            <p:nvPr/>
          </p:nvSpPr>
          <p:spPr>
            <a:xfrm>
              <a:off x="6826478" y="2144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3" name="pt34193"/>
            <p:cNvSpPr/>
            <p:nvPr/>
          </p:nvSpPr>
          <p:spPr>
            <a:xfrm>
              <a:off x="6716420" y="1687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4" name="pt34194"/>
            <p:cNvSpPr/>
            <p:nvPr/>
          </p:nvSpPr>
          <p:spPr>
            <a:xfrm>
              <a:off x="7072389" y="2247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5" name="pt34195"/>
            <p:cNvSpPr/>
            <p:nvPr/>
          </p:nvSpPr>
          <p:spPr>
            <a:xfrm>
              <a:off x="7284593" y="2165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6" name="pt34196"/>
            <p:cNvSpPr/>
            <p:nvPr/>
          </p:nvSpPr>
          <p:spPr>
            <a:xfrm>
              <a:off x="6840698" y="2255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7" name="pt34197"/>
            <p:cNvSpPr/>
            <p:nvPr/>
          </p:nvSpPr>
          <p:spPr>
            <a:xfrm>
              <a:off x="6953400" y="2186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8" name="pt34198"/>
            <p:cNvSpPr/>
            <p:nvPr/>
          </p:nvSpPr>
          <p:spPr>
            <a:xfrm>
              <a:off x="7095877" y="2183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9" name="pt34199"/>
            <p:cNvSpPr/>
            <p:nvPr/>
          </p:nvSpPr>
          <p:spPr>
            <a:xfrm>
              <a:off x="7394007" y="2262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0" name="pt34200"/>
            <p:cNvSpPr/>
            <p:nvPr/>
          </p:nvSpPr>
          <p:spPr>
            <a:xfrm>
              <a:off x="7227139" y="2233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1" name="pt34201"/>
            <p:cNvSpPr/>
            <p:nvPr/>
          </p:nvSpPr>
          <p:spPr>
            <a:xfrm>
              <a:off x="6648260" y="218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2" name="pt34202"/>
            <p:cNvSpPr/>
            <p:nvPr/>
          </p:nvSpPr>
          <p:spPr>
            <a:xfrm>
              <a:off x="7242114" y="223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3" name="pt34203"/>
            <p:cNvSpPr/>
            <p:nvPr/>
          </p:nvSpPr>
          <p:spPr>
            <a:xfrm>
              <a:off x="7426296" y="2541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4" name="pt34204"/>
            <p:cNvSpPr/>
            <p:nvPr/>
          </p:nvSpPr>
          <p:spPr>
            <a:xfrm>
              <a:off x="7189646" y="2053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5" name="pt34205"/>
            <p:cNvSpPr/>
            <p:nvPr/>
          </p:nvSpPr>
          <p:spPr>
            <a:xfrm>
              <a:off x="7102269" y="2201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6" name="pt34206"/>
            <p:cNvSpPr/>
            <p:nvPr/>
          </p:nvSpPr>
          <p:spPr>
            <a:xfrm>
              <a:off x="7266485" y="2132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7" name="pt34207"/>
            <p:cNvSpPr/>
            <p:nvPr/>
          </p:nvSpPr>
          <p:spPr>
            <a:xfrm>
              <a:off x="7105259" y="2184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8" name="pt34208"/>
            <p:cNvSpPr/>
            <p:nvPr/>
          </p:nvSpPr>
          <p:spPr>
            <a:xfrm>
              <a:off x="7096938" y="2203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9" name="pt34209"/>
            <p:cNvSpPr/>
            <p:nvPr/>
          </p:nvSpPr>
          <p:spPr>
            <a:xfrm>
              <a:off x="7135608" y="2037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0" name="pt34210"/>
            <p:cNvSpPr/>
            <p:nvPr/>
          </p:nvSpPr>
          <p:spPr>
            <a:xfrm>
              <a:off x="6848240" y="2128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1" name="pt34211"/>
            <p:cNvSpPr/>
            <p:nvPr/>
          </p:nvSpPr>
          <p:spPr>
            <a:xfrm>
              <a:off x="7030949" y="1819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2" name="pt34212"/>
            <p:cNvSpPr/>
            <p:nvPr/>
          </p:nvSpPr>
          <p:spPr>
            <a:xfrm>
              <a:off x="7084493" y="2198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3" name="pt34213"/>
            <p:cNvSpPr/>
            <p:nvPr/>
          </p:nvSpPr>
          <p:spPr>
            <a:xfrm>
              <a:off x="7322104" y="2039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4" name="pt34214"/>
            <p:cNvSpPr/>
            <p:nvPr/>
          </p:nvSpPr>
          <p:spPr>
            <a:xfrm>
              <a:off x="7240288" y="185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5" name="pt34215"/>
            <p:cNvSpPr/>
            <p:nvPr/>
          </p:nvSpPr>
          <p:spPr>
            <a:xfrm>
              <a:off x="7153538" y="2232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6" name="pt34216"/>
            <p:cNvSpPr/>
            <p:nvPr/>
          </p:nvSpPr>
          <p:spPr>
            <a:xfrm>
              <a:off x="7400676" y="2626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7" name="pt34217"/>
            <p:cNvSpPr/>
            <p:nvPr/>
          </p:nvSpPr>
          <p:spPr>
            <a:xfrm>
              <a:off x="7455236" y="2709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8" name="pt34218"/>
            <p:cNvSpPr/>
            <p:nvPr/>
          </p:nvSpPr>
          <p:spPr>
            <a:xfrm>
              <a:off x="6789626" y="2522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9" name="pt34219"/>
            <p:cNvSpPr/>
            <p:nvPr/>
          </p:nvSpPr>
          <p:spPr>
            <a:xfrm>
              <a:off x="6927247" y="2243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0" name="pt34220"/>
            <p:cNvSpPr/>
            <p:nvPr/>
          </p:nvSpPr>
          <p:spPr>
            <a:xfrm>
              <a:off x="7252810" y="2025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1" name="pt34221"/>
            <p:cNvSpPr/>
            <p:nvPr/>
          </p:nvSpPr>
          <p:spPr>
            <a:xfrm>
              <a:off x="7256681" y="2107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2" name="pt34222"/>
            <p:cNvSpPr/>
            <p:nvPr/>
          </p:nvSpPr>
          <p:spPr>
            <a:xfrm>
              <a:off x="6978868" y="1891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3" name="pt34223"/>
            <p:cNvSpPr/>
            <p:nvPr/>
          </p:nvSpPr>
          <p:spPr>
            <a:xfrm>
              <a:off x="7224967" y="2256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4" name="pt34224"/>
            <p:cNvSpPr/>
            <p:nvPr/>
          </p:nvSpPr>
          <p:spPr>
            <a:xfrm>
              <a:off x="6893856" y="1823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5" name="pt34225"/>
            <p:cNvSpPr/>
            <p:nvPr/>
          </p:nvSpPr>
          <p:spPr>
            <a:xfrm>
              <a:off x="7141669" y="2178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6" name="pt34226"/>
            <p:cNvSpPr/>
            <p:nvPr/>
          </p:nvSpPr>
          <p:spPr>
            <a:xfrm>
              <a:off x="7210708" y="2218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7" name="pt34227"/>
            <p:cNvSpPr/>
            <p:nvPr/>
          </p:nvSpPr>
          <p:spPr>
            <a:xfrm>
              <a:off x="7090042" y="2280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8" name="pt34228"/>
            <p:cNvSpPr/>
            <p:nvPr/>
          </p:nvSpPr>
          <p:spPr>
            <a:xfrm>
              <a:off x="7180969" y="2162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9" name="pt34229"/>
            <p:cNvSpPr/>
            <p:nvPr/>
          </p:nvSpPr>
          <p:spPr>
            <a:xfrm>
              <a:off x="7042410" y="2214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0" name="pt34230"/>
            <p:cNvSpPr/>
            <p:nvPr/>
          </p:nvSpPr>
          <p:spPr>
            <a:xfrm>
              <a:off x="7246151" y="2222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1" name="pt34231"/>
            <p:cNvSpPr/>
            <p:nvPr/>
          </p:nvSpPr>
          <p:spPr>
            <a:xfrm>
              <a:off x="7406211" y="2617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2" name="pt34232"/>
            <p:cNvSpPr/>
            <p:nvPr/>
          </p:nvSpPr>
          <p:spPr>
            <a:xfrm>
              <a:off x="6888094" y="1818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3" name="pt34233"/>
            <p:cNvSpPr/>
            <p:nvPr/>
          </p:nvSpPr>
          <p:spPr>
            <a:xfrm>
              <a:off x="7211747" y="2360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4" name="pt34234"/>
            <p:cNvSpPr/>
            <p:nvPr/>
          </p:nvSpPr>
          <p:spPr>
            <a:xfrm>
              <a:off x="7319559" y="2089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5" name="pt34235"/>
            <p:cNvSpPr/>
            <p:nvPr/>
          </p:nvSpPr>
          <p:spPr>
            <a:xfrm>
              <a:off x="7389019" y="2136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6" name="pt34236"/>
            <p:cNvSpPr/>
            <p:nvPr/>
          </p:nvSpPr>
          <p:spPr>
            <a:xfrm>
              <a:off x="7254372" y="2056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7" name="pt34237"/>
            <p:cNvSpPr/>
            <p:nvPr/>
          </p:nvSpPr>
          <p:spPr>
            <a:xfrm>
              <a:off x="6953922" y="2077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8" name="pt34238"/>
            <p:cNvSpPr/>
            <p:nvPr/>
          </p:nvSpPr>
          <p:spPr>
            <a:xfrm>
              <a:off x="7017804" y="2058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9" name="pt34239"/>
            <p:cNvSpPr/>
            <p:nvPr/>
          </p:nvSpPr>
          <p:spPr>
            <a:xfrm>
              <a:off x="7094787" y="2225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0" name="pt34240"/>
            <p:cNvSpPr/>
            <p:nvPr/>
          </p:nvSpPr>
          <p:spPr>
            <a:xfrm>
              <a:off x="7354630" y="1931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1" name="pt34241"/>
            <p:cNvSpPr/>
            <p:nvPr/>
          </p:nvSpPr>
          <p:spPr>
            <a:xfrm>
              <a:off x="7116720" y="2138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2" name="pt34242"/>
            <p:cNvSpPr/>
            <p:nvPr/>
          </p:nvSpPr>
          <p:spPr>
            <a:xfrm>
              <a:off x="7222357" y="2264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3" name="pt34243"/>
            <p:cNvSpPr/>
            <p:nvPr/>
          </p:nvSpPr>
          <p:spPr>
            <a:xfrm>
              <a:off x="7133916" y="2145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4" name="pt34244"/>
            <p:cNvSpPr/>
            <p:nvPr/>
          </p:nvSpPr>
          <p:spPr>
            <a:xfrm>
              <a:off x="7173188" y="1977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5" name="pt34245"/>
            <p:cNvSpPr/>
            <p:nvPr/>
          </p:nvSpPr>
          <p:spPr>
            <a:xfrm>
              <a:off x="7136656" y="2164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6" name="pt34246"/>
            <p:cNvSpPr/>
            <p:nvPr/>
          </p:nvSpPr>
          <p:spPr>
            <a:xfrm>
              <a:off x="7308876" y="2092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7" name="pt34247"/>
            <p:cNvSpPr/>
            <p:nvPr/>
          </p:nvSpPr>
          <p:spPr>
            <a:xfrm>
              <a:off x="7251875" y="1929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8" name="pt34248"/>
            <p:cNvSpPr/>
            <p:nvPr/>
          </p:nvSpPr>
          <p:spPr>
            <a:xfrm>
              <a:off x="6950402" y="2190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9" name="pt34249"/>
            <p:cNvSpPr/>
            <p:nvPr/>
          </p:nvSpPr>
          <p:spPr>
            <a:xfrm>
              <a:off x="7147359" y="2156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0" name="pt34250"/>
            <p:cNvSpPr/>
            <p:nvPr/>
          </p:nvSpPr>
          <p:spPr>
            <a:xfrm>
              <a:off x="7190980" y="2027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1" name="pt34251"/>
            <p:cNvSpPr/>
            <p:nvPr/>
          </p:nvSpPr>
          <p:spPr>
            <a:xfrm>
              <a:off x="7159551" y="2110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2" name="pt34252"/>
            <p:cNvSpPr/>
            <p:nvPr/>
          </p:nvSpPr>
          <p:spPr>
            <a:xfrm>
              <a:off x="7094263" y="2220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3" name="pt34253"/>
            <p:cNvSpPr/>
            <p:nvPr/>
          </p:nvSpPr>
          <p:spPr>
            <a:xfrm>
              <a:off x="6958401" y="2059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4" name="pt34254"/>
            <p:cNvSpPr/>
            <p:nvPr/>
          </p:nvSpPr>
          <p:spPr>
            <a:xfrm>
              <a:off x="7408209" y="2883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5" name="pt34255"/>
            <p:cNvSpPr/>
            <p:nvPr/>
          </p:nvSpPr>
          <p:spPr>
            <a:xfrm>
              <a:off x="7063192" y="1732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6" name="pt34256"/>
            <p:cNvSpPr/>
            <p:nvPr/>
          </p:nvSpPr>
          <p:spPr>
            <a:xfrm>
              <a:off x="6884465" y="1782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7" name="pt34257"/>
            <p:cNvSpPr/>
            <p:nvPr/>
          </p:nvSpPr>
          <p:spPr>
            <a:xfrm>
              <a:off x="7404970" y="2458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8" name="pt34258"/>
            <p:cNvSpPr/>
            <p:nvPr/>
          </p:nvSpPr>
          <p:spPr>
            <a:xfrm>
              <a:off x="7037813" y="2138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9" name="pt34259"/>
            <p:cNvSpPr/>
            <p:nvPr/>
          </p:nvSpPr>
          <p:spPr>
            <a:xfrm>
              <a:off x="7070116" y="210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0" name="pt34260"/>
            <p:cNvSpPr/>
            <p:nvPr/>
          </p:nvSpPr>
          <p:spPr>
            <a:xfrm>
              <a:off x="7007460" y="2062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1" name="pt34261"/>
            <p:cNvSpPr/>
            <p:nvPr/>
          </p:nvSpPr>
          <p:spPr>
            <a:xfrm>
              <a:off x="7018461" y="1975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2" name="pt34262"/>
            <p:cNvSpPr/>
            <p:nvPr/>
          </p:nvSpPr>
          <p:spPr>
            <a:xfrm>
              <a:off x="7327035" y="200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3" name="pt34263"/>
            <p:cNvSpPr/>
            <p:nvPr/>
          </p:nvSpPr>
          <p:spPr>
            <a:xfrm>
              <a:off x="7001183" y="1965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4" name="pt34264"/>
            <p:cNvSpPr/>
            <p:nvPr/>
          </p:nvSpPr>
          <p:spPr>
            <a:xfrm>
              <a:off x="7010532" y="2002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5" name="pt34265"/>
            <p:cNvSpPr/>
            <p:nvPr/>
          </p:nvSpPr>
          <p:spPr>
            <a:xfrm>
              <a:off x="7379392" y="2093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6" name="pt34266"/>
            <p:cNvSpPr/>
            <p:nvPr/>
          </p:nvSpPr>
          <p:spPr>
            <a:xfrm>
              <a:off x="7452927" y="2907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7" name="pt34267"/>
            <p:cNvSpPr/>
            <p:nvPr/>
          </p:nvSpPr>
          <p:spPr>
            <a:xfrm>
              <a:off x="6957504" y="2099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8" name="pt34268"/>
            <p:cNvSpPr/>
            <p:nvPr/>
          </p:nvSpPr>
          <p:spPr>
            <a:xfrm>
              <a:off x="7182995" y="2094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9" name="pt34269"/>
            <p:cNvSpPr/>
            <p:nvPr/>
          </p:nvSpPr>
          <p:spPr>
            <a:xfrm>
              <a:off x="7074954" y="2189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0" name="pt34270"/>
            <p:cNvSpPr/>
            <p:nvPr/>
          </p:nvSpPr>
          <p:spPr>
            <a:xfrm>
              <a:off x="7244500" y="2258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1" name="pt34271"/>
            <p:cNvSpPr/>
            <p:nvPr/>
          </p:nvSpPr>
          <p:spPr>
            <a:xfrm>
              <a:off x="6992581" y="1958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2" name="pt34272"/>
            <p:cNvSpPr/>
            <p:nvPr/>
          </p:nvSpPr>
          <p:spPr>
            <a:xfrm>
              <a:off x="7091579" y="2167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3" name="pt34273"/>
            <p:cNvSpPr/>
            <p:nvPr/>
          </p:nvSpPr>
          <p:spPr>
            <a:xfrm>
              <a:off x="6984082" y="2056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4" name="pt34274"/>
            <p:cNvSpPr/>
            <p:nvPr/>
          </p:nvSpPr>
          <p:spPr>
            <a:xfrm>
              <a:off x="7138228" y="2219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5" name="pt34275"/>
            <p:cNvSpPr/>
            <p:nvPr/>
          </p:nvSpPr>
          <p:spPr>
            <a:xfrm>
              <a:off x="6973067" y="2020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6" name="pt34276"/>
            <p:cNvSpPr/>
            <p:nvPr/>
          </p:nvSpPr>
          <p:spPr>
            <a:xfrm>
              <a:off x="7286712" y="1841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7" name="pt34277"/>
            <p:cNvSpPr/>
            <p:nvPr/>
          </p:nvSpPr>
          <p:spPr>
            <a:xfrm>
              <a:off x="7523520" y="2313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8" name="pt34278"/>
            <p:cNvSpPr/>
            <p:nvPr/>
          </p:nvSpPr>
          <p:spPr>
            <a:xfrm>
              <a:off x="7001133" y="2002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9" name="pt34279"/>
            <p:cNvSpPr/>
            <p:nvPr/>
          </p:nvSpPr>
          <p:spPr>
            <a:xfrm>
              <a:off x="7241390" y="1857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0" name="pt34280"/>
            <p:cNvSpPr/>
            <p:nvPr/>
          </p:nvSpPr>
          <p:spPr>
            <a:xfrm>
              <a:off x="7059592" y="2031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1" name="pt34281"/>
            <p:cNvSpPr/>
            <p:nvPr/>
          </p:nvSpPr>
          <p:spPr>
            <a:xfrm>
              <a:off x="7078616" y="2085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2" name="pt34282"/>
            <p:cNvSpPr/>
            <p:nvPr/>
          </p:nvSpPr>
          <p:spPr>
            <a:xfrm>
              <a:off x="6924053" y="2192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3" name="pt34283"/>
            <p:cNvSpPr/>
            <p:nvPr/>
          </p:nvSpPr>
          <p:spPr>
            <a:xfrm>
              <a:off x="7154407" y="2342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4" name="pt34284"/>
            <p:cNvSpPr/>
            <p:nvPr/>
          </p:nvSpPr>
          <p:spPr>
            <a:xfrm>
              <a:off x="7280083" y="1920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5" name="pt34285"/>
            <p:cNvSpPr/>
            <p:nvPr/>
          </p:nvSpPr>
          <p:spPr>
            <a:xfrm>
              <a:off x="7199927" y="1973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6" name="pt34286"/>
            <p:cNvSpPr/>
            <p:nvPr/>
          </p:nvSpPr>
          <p:spPr>
            <a:xfrm>
              <a:off x="7194230" y="2026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7" name="pt34287"/>
            <p:cNvSpPr/>
            <p:nvPr/>
          </p:nvSpPr>
          <p:spPr>
            <a:xfrm>
              <a:off x="7122201" y="2110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8" name="pt34288"/>
            <p:cNvSpPr/>
            <p:nvPr/>
          </p:nvSpPr>
          <p:spPr>
            <a:xfrm>
              <a:off x="6947070" y="1968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9" name="pt34289"/>
            <p:cNvSpPr/>
            <p:nvPr/>
          </p:nvSpPr>
          <p:spPr>
            <a:xfrm>
              <a:off x="7045392" y="2128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0" name="pt34290"/>
            <p:cNvSpPr/>
            <p:nvPr/>
          </p:nvSpPr>
          <p:spPr>
            <a:xfrm>
              <a:off x="6950889" y="2091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1" name="pt34291"/>
            <p:cNvSpPr/>
            <p:nvPr/>
          </p:nvSpPr>
          <p:spPr>
            <a:xfrm>
              <a:off x="7087617" y="2143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2" name="pt34292"/>
            <p:cNvSpPr/>
            <p:nvPr/>
          </p:nvSpPr>
          <p:spPr>
            <a:xfrm>
              <a:off x="7042536" y="2216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3" name="pt34293"/>
            <p:cNvSpPr/>
            <p:nvPr/>
          </p:nvSpPr>
          <p:spPr>
            <a:xfrm>
              <a:off x="7241252" y="1851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4" name="pt34294"/>
            <p:cNvSpPr/>
            <p:nvPr/>
          </p:nvSpPr>
          <p:spPr>
            <a:xfrm>
              <a:off x="7242804" y="2174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5" name="pt34295"/>
            <p:cNvSpPr/>
            <p:nvPr/>
          </p:nvSpPr>
          <p:spPr>
            <a:xfrm>
              <a:off x="7314469" y="2012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6" name="pt34296"/>
            <p:cNvSpPr/>
            <p:nvPr/>
          </p:nvSpPr>
          <p:spPr>
            <a:xfrm>
              <a:off x="7168438" y="1972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7" name="pt34297"/>
            <p:cNvSpPr/>
            <p:nvPr/>
          </p:nvSpPr>
          <p:spPr>
            <a:xfrm>
              <a:off x="7458869" y="2485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8" name="pt34298"/>
            <p:cNvSpPr/>
            <p:nvPr/>
          </p:nvSpPr>
          <p:spPr>
            <a:xfrm>
              <a:off x="7125154" y="2112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9" name="pt34299"/>
            <p:cNvSpPr/>
            <p:nvPr/>
          </p:nvSpPr>
          <p:spPr>
            <a:xfrm>
              <a:off x="7078236" y="2134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0" name="pt34300"/>
            <p:cNvSpPr/>
            <p:nvPr/>
          </p:nvSpPr>
          <p:spPr>
            <a:xfrm>
              <a:off x="7200693" y="1971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1" name="pt34301"/>
            <p:cNvSpPr/>
            <p:nvPr/>
          </p:nvSpPr>
          <p:spPr>
            <a:xfrm>
              <a:off x="6967846" y="2083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2" name="pt34302"/>
            <p:cNvSpPr/>
            <p:nvPr/>
          </p:nvSpPr>
          <p:spPr>
            <a:xfrm>
              <a:off x="6800466" y="2315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3" name="pt34303"/>
            <p:cNvSpPr/>
            <p:nvPr/>
          </p:nvSpPr>
          <p:spPr>
            <a:xfrm>
              <a:off x="7102248" y="2159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4" name="pt34304"/>
            <p:cNvSpPr/>
            <p:nvPr/>
          </p:nvSpPr>
          <p:spPr>
            <a:xfrm>
              <a:off x="7100493" y="2188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5" name="pt34305"/>
            <p:cNvSpPr/>
            <p:nvPr/>
          </p:nvSpPr>
          <p:spPr>
            <a:xfrm>
              <a:off x="7112384" y="2101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6" name="pt34306"/>
            <p:cNvSpPr/>
            <p:nvPr/>
          </p:nvSpPr>
          <p:spPr>
            <a:xfrm>
              <a:off x="7215779" y="2240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7" name="pt34307"/>
            <p:cNvSpPr/>
            <p:nvPr/>
          </p:nvSpPr>
          <p:spPr>
            <a:xfrm>
              <a:off x="7155497" y="2370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8" name="pt34308"/>
            <p:cNvSpPr/>
            <p:nvPr/>
          </p:nvSpPr>
          <p:spPr>
            <a:xfrm>
              <a:off x="7391055" y="2131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9" name="pt34309"/>
            <p:cNvSpPr/>
            <p:nvPr/>
          </p:nvSpPr>
          <p:spPr>
            <a:xfrm>
              <a:off x="7134690" y="219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0" name="pt34310"/>
            <p:cNvSpPr/>
            <p:nvPr/>
          </p:nvSpPr>
          <p:spPr>
            <a:xfrm>
              <a:off x="7084135" y="2171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1" name="pt34311"/>
            <p:cNvSpPr/>
            <p:nvPr/>
          </p:nvSpPr>
          <p:spPr>
            <a:xfrm>
              <a:off x="7243748" y="223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2" name="pt34312"/>
            <p:cNvSpPr/>
            <p:nvPr/>
          </p:nvSpPr>
          <p:spPr>
            <a:xfrm>
              <a:off x="7235207" y="2097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3" name="pt34313"/>
            <p:cNvSpPr/>
            <p:nvPr/>
          </p:nvSpPr>
          <p:spPr>
            <a:xfrm>
              <a:off x="6819593" y="2187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4" name="pt34314"/>
            <p:cNvSpPr/>
            <p:nvPr/>
          </p:nvSpPr>
          <p:spPr>
            <a:xfrm>
              <a:off x="7172458" y="1951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5" name="pt34315"/>
            <p:cNvSpPr/>
            <p:nvPr/>
          </p:nvSpPr>
          <p:spPr>
            <a:xfrm>
              <a:off x="7065906" y="2028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6" name="pt34316"/>
            <p:cNvSpPr/>
            <p:nvPr/>
          </p:nvSpPr>
          <p:spPr>
            <a:xfrm>
              <a:off x="7311074" y="2125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7" name="pt34317"/>
            <p:cNvSpPr/>
            <p:nvPr/>
          </p:nvSpPr>
          <p:spPr>
            <a:xfrm>
              <a:off x="7295044" y="2062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8" name="pt34318"/>
            <p:cNvSpPr/>
            <p:nvPr/>
          </p:nvSpPr>
          <p:spPr>
            <a:xfrm>
              <a:off x="7077181" y="2150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9" name="pt34319"/>
            <p:cNvSpPr/>
            <p:nvPr/>
          </p:nvSpPr>
          <p:spPr>
            <a:xfrm>
              <a:off x="7176810" y="2056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0" name="pt34320"/>
            <p:cNvSpPr/>
            <p:nvPr/>
          </p:nvSpPr>
          <p:spPr>
            <a:xfrm>
              <a:off x="7142314" y="2161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1" name="pt34321"/>
            <p:cNvSpPr/>
            <p:nvPr/>
          </p:nvSpPr>
          <p:spPr>
            <a:xfrm>
              <a:off x="7060189" y="2019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2" name="pt34322"/>
            <p:cNvSpPr/>
            <p:nvPr/>
          </p:nvSpPr>
          <p:spPr>
            <a:xfrm>
              <a:off x="7081205" y="2121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3" name="pt34323"/>
            <p:cNvSpPr/>
            <p:nvPr/>
          </p:nvSpPr>
          <p:spPr>
            <a:xfrm>
              <a:off x="7114769" y="2015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4" name="pt34324"/>
            <p:cNvSpPr/>
            <p:nvPr/>
          </p:nvSpPr>
          <p:spPr>
            <a:xfrm>
              <a:off x="7045134" y="2069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5" name="pt34325"/>
            <p:cNvSpPr/>
            <p:nvPr/>
          </p:nvSpPr>
          <p:spPr>
            <a:xfrm>
              <a:off x="7237261" y="1908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6" name="pt34326"/>
            <p:cNvSpPr/>
            <p:nvPr/>
          </p:nvSpPr>
          <p:spPr>
            <a:xfrm>
              <a:off x="7474439" y="2646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7" name="pt34327"/>
            <p:cNvSpPr/>
            <p:nvPr/>
          </p:nvSpPr>
          <p:spPr>
            <a:xfrm>
              <a:off x="7209808" y="2175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8" name="pt34328"/>
            <p:cNvSpPr/>
            <p:nvPr/>
          </p:nvSpPr>
          <p:spPr>
            <a:xfrm>
              <a:off x="7418170" y="2661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9" name="pt34329"/>
            <p:cNvSpPr/>
            <p:nvPr/>
          </p:nvSpPr>
          <p:spPr>
            <a:xfrm>
              <a:off x="6957725" y="2045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0" name="pt34330"/>
            <p:cNvSpPr/>
            <p:nvPr/>
          </p:nvSpPr>
          <p:spPr>
            <a:xfrm>
              <a:off x="6673262" y="1849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1" name="pt34331"/>
            <p:cNvSpPr/>
            <p:nvPr/>
          </p:nvSpPr>
          <p:spPr>
            <a:xfrm>
              <a:off x="7345065" y="2070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2" name="pt34332"/>
            <p:cNvSpPr/>
            <p:nvPr/>
          </p:nvSpPr>
          <p:spPr>
            <a:xfrm>
              <a:off x="7133537" y="2079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3" name="pt34333"/>
            <p:cNvSpPr/>
            <p:nvPr/>
          </p:nvSpPr>
          <p:spPr>
            <a:xfrm>
              <a:off x="7595847" y="2572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4" name="pt34334"/>
            <p:cNvSpPr/>
            <p:nvPr/>
          </p:nvSpPr>
          <p:spPr>
            <a:xfrm>
              <a:off x="7198137" y="2063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5" name="pt34335"/>
            <p:cNvSpPr/>
            <p:nvPr/>
          </p:nvSpPr>
          <p:spPr>
            <a:xfrm>
              <a:off x="6791733" y="2411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6" name="pt34336"/>
            <p:cNvSpPr/>
            <p:nvPr/>
          </p:nvSpPr>
          <p:spPr>
            <a:xfrm>
              <a:off x="7125585" y="2119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7" name="pt34337"/>
            <p:cNvSpPr/>
            <p:nvPr/>
          </p:nvSpPr>
          <p:spPr>
            <a:xfrm>
              <a:off x="7011440" y="1678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8" name="pt34338"/>
            <p:cNvSpPr/>
            <p:nvPr/>
          </p:nvSpPr>
          <p:spPr>
            <a:xfrm>
              <a:off x="7192940" y="2023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9" name="pt34339"/>
            <p:cNvSpPr/>
            <p:nvPr/>
          </p:nvSpPr>
          <p:spPr>
            <a:xfrm>
              <a:off x="7204350" y="2114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0" name="pt34340"/>
            <p:cNvSpPr/>
            <p:nvPr/>
          </p:nvSpPr>
          <p:spPr>
            <a:xfrm>
              <a:off x="7125449" y="2161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1" name="pt34341"/>
            <p:cNvSpPr/>
            <p:nvPr/>
          </p:nvSpPr>
          <p:spPr>
            <a:xfrm>
              <a:off x="6894138" y="1806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2" name="pt34342"/>
            <p:cNvSpPr/>
            <p:nvPr/>
          </p:nvSpPr>
          <p:spPr>
            <a:xfrm>
              <a:off x="7344083" y="2030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3" name="pt34343"/>
            <p:cNvSpPr/>
            <p:nvPr/>
          </p:nvSpPr>
          <p:spPr>
            <a:xfrm>
              <a:off x="7090485" y="2100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4" name="pt34344"/>
            <p:cNvSpPr/>
            <p:nvPr/>
          </p:nvSpPr>
          <p:spPr>
            <a:xfrm>
              <a:off x="7251876" y="2083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5" name="pt34345"/>
            <p:cNvSpPr/>
            <p:nvPr/>
          </p:nvSpPr>
          <p:spPr>
            <a:xfrm>
              <a:off x="7038814" y="2006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6" name="pt34346"/>
            <p:cNvSpPr/>
            <p:nvPr/>
          </p:nvSpPr>
          <p:spPr>
            <a:xfrm>
              <a:off x="7121965" y="2161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7" name="pt34347"/>
            <p:cNvSpPr/>
            <p:nvPr/>
          </p:nvSpPr>
          <p:spPr>
            <a:xfrm>
              <a:off x="7138161" y="2169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8" name="pt34348"/>
            <p:cNvSpPr/>
            <p:nvPr/>
          </p:nvSpPr>
          <p:spPr>
            <a:xfrm>
              <a:off x="7187982" y="2096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9" name="pt34349"/>
            <p:cNvSpPr/>
            <p:nvPr/>
          </p:nvSpPr>
          <p:spPr>
            <a:xfrm>
              <a:off x="7007743" y="1906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0" name="pt34350"/>
            <p:cNvSpPr/>
            <p:nvPr/>
          </p:nvSpPr>
          <p:spPr>
            <a:xfrm>
              <a:off x="7113669" y="2050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1" name="pt34351"/>
            <p:cNvSpPr/>
            <p:nvPr/>
          </p:nvSpPr>
          <p:spPr>
            <a:xfrm>
              <a:off x="7243539" y="2279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2" name="pt34352"/>
            <p:cNvSpPr/>
            <p:nvPr/>
          </p:nvSpPr>
          <p:spPr>
            <a:xfrm>
              <a:off x="7390476" y="2113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3" name="pt34353"/>
            <p:cNvSpPr/>
            <p:nvPr/>
          </p:nvSpPr>
          <p:spPr>
            <a:xfrm>
              <a:off x="7157845" y="2105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4" name="pt34354"/>
            <p:cNvSpPr/>
            <p:nvPr/>
          </p:nvSpPr>
          <p:spPr>
            <a:xfrm>
              <a:off x="7244304" y="2138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5" name="pt34355"/>
            <p:cNvSpPr/>
            <p:nvPr/>
          </p:nvSpPr>
          <p:spPr>
            <a:xfrm>
              <a:off x="7044100" y="2326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6" name="pt34356"/>
            <p:cNvSpPr/>
            <p:nvPr/>
          </p:nvSpPr>
          <p:spPr>
            <a:xfrm>
              <a:off x="7102798" y="215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7" name="pt34357"/>
            <p:cNvSpPr/>
            <p:nvPr/>
          </p:nvSpPr>
          <p:spPr>
            <a:xfrm>
              <a:off x="7305764" y="1958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8" name="pt34358"/>
            <p:cNvSpPr/>
            <p:nvPr/>
          </p:nvSpPr>
          <p:spPr>
            <a:xfrm>
              <a:off x="7263380" y="1983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9" name="pt34359"/>
            <p:cNvSpPr/>
            <p:nvPr/>
          </p:nvSpPr>
          <p:spPr>
            <a:xfrm>
              <a:off x="7013576" y="1794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0" name="pt34360"/>
            <p:cNvSpPr/>
            <p:nvPr/>
          </p:nvSpPr>
          <p:spPr>
            <a:xfrm>
              <a:off x="7345182" y="2015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1" name="pt34361"/>
            <p:cNvSpPr/>
            <p:nvPr/>
          </p:nvSpPr>
          <p:spPr>
            <a:xfrm>
              <a:off x="7230819" y="2261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2" name="pt34362"/>
            <p:cNvSpPr/>
            <p:nvPr/>
          </p:nvSpPr>
          <p:spPr>
            <a:xfrm>
              <a:off x="7208419" y="2294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3" name="pt34363"/>
            <p:cNvSpPr/>
            <p:nvPr/>
          </p:nvSpPr>
          <p:spPr>
            <a:xfrm>
              <a:off x="7040556" y="2227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4" name="pt34364"/>
            <p:cNvSpPr/>
            <p:nvPr/>
          </p:nvSpPr>
          <p:spPr>
            <a:xfrm>
              <a:off x="7511025" y="1868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5" name="pt34365"/>
            <p:cNvSpPr/>
            <p:nvPr/>
          </p:nvSpPr>
          <p:spPr>
            <a:xfrm>
              <a:off x="7161441" y="2115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6" name="pt34366"/>
            <p:cNvSpPr/>
            <p:nvPr/>
          </p:nvSpPr>
          <p:spPr>
            <a:xfrm>
              <a:off x="6931358" y="2105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7" name="pt34367"/>
            <p:cNvSpPr/>
            <p:nvPr/>
          </p:nvSpPr>
          <p:spPr>
            <a:xfrm>
              <a:off x="7363819" y="2340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8" name="pt34368"/>
            <p:cNvSpPr/>
            <p:nvPr/>
          </p:nvSpPr>
          <p:spPr>
            <a:xfrm>
              <a:off x="7264534" y="2050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9" name="pt34369"/>
            <p:cNvSpPr/>
            <p:nvPr/>
          </p:nvSpPr>
          <p:spPr>
            <a:xfrm>
              <a:off x="7319019" y="1909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0" name="pt34370"/>
            <p:cNvSpPr/>
            <p:nvPr/>
          </p:nvSpPr>
          <p:spPr>
            <a:xfrm>
              <a:off x="7224860" y="2061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1" name="pt34371"/>
            <p:cNvSpPr/>
            <p:nvPr/>
          </p:nvSpPr>
          <p:spPr>
            <a:xfrm>
              <a:off x="7283559" y="2019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2" name="pt34372"/>
            <p:cNvSpPr/>
            <p:nvPr/>
          </p:nvSpPr>
          <p:spPr>
            <a:xfrm>
              <a:off x="6948257" y="2170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3" name="pt34373"/>
            <p:cNvSpPr/>
            <p:nvPr/>
          </p:nvSpPr>
          <p:spPr>
            <a:xfrm>
              <a:off x="7038006" y="2090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4" name="pt34374"/>
            <p:cNvSpPr/>
            <p:nvPr/>
          </p:nvSpPr>
          <p:spPr>
            <a:xfrm>
              <a:off x="7221517" y="2146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5" name="pt34375"/>
            <p:cNvSpPr/>
            <p:nvPr/>
          </p:nvSpPr>
          <p:spPr>
            <a:xfrm>
              <a:off x="7284877" y="1933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6" name="pt34376"/>
            <p:cNvSpPr/>
            <p:nvPr/>
          </p:nvSpPr>
          <p:spPr>
            <a:xfrm>
              <a:off x="7144580" y="217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7" name="pt34377"/>
            <p:cNvSpPr/>
            <p:nvPr/>
          </p:nvSpPr>
          <p:spPr>
            <a:xfrm>
              <a:off x="7193123" y="2011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8" name="pt34378"/>
            <p:cNvSpPr/>
            <p:nvPr/>
          </p:nvSpPr>
          <p:spPr>
            <a:xfrm>
              <a:off x="7182591" y="2158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9" name="pt34379"/>
            <p:cNvSpPr/>
            <p:nvPr/>
          </p:nvSpPr>
          <p:spPr>
            <a:xfrm>
              <a:off x="6925857" y="213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0" name="pt34380"/>
            <p:cNvSpPr/>
            <p:nvPr/>
          </p:nvSpPr>
          <p:spPr>
            <a:xfrm>
              <a:off x="7137550" y="2172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1" name="pt34381"/>
            <p:cNvSpPr/>
            <p:nvPr/>
          </p:nvSpPr>
          <p:spPr>
            <a:xfrm>
              <a:off x="7243933" y="2382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2" name="pt34382"/>
            <p:cNvSpPr/>
            <p:nvPr/>
          </p:nvSpPr>
          <p:spPr>
            <a:xfrm>
              <a:off x="7035841" y="2173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3" name="pt34383"/>
            <p:cNvSpPr/>
            <p:nvPr/>
          </p:nvSpPr>
          <p:spPr>
            <a:xfrm>
              <a:off x="7014399" y="1760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4" name="pt34384"/>
            <p:cNvSpPr/>
            <p:nvPr/>
          </p:nvSpPr>
          <p:spPr>
            <a:xfrm>
              <a:off x="6985325" y="1933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5" name="pt34385"/>
            <p:cNvSpPr/>
            <p:nvPr/>
          </p:nvSpPr>
          <p:spPr>
            <a:xfrm>
              <a:off x="7201400" y="2057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6" name="pt34386"/>
            <p:cNvSpPr/>
            <p:nvPr/>
          </p:nvSpPr>
          <p:spPr>
            <a:xfrm>
              <a:off x="7021286" y="2000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7" name="pt34387"/>
            <p:cNvSpPr/>
            <p:nvPr/>
          </p:nvSpPr>
          <p:spPr>
            <a:xfrm>
              <a:off x="6959072" y="2049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8" name="pt34388"/>
            <p:cNvSpPr/>
            <p:nvPr/>
          </p:nvSpPr>
          <p:spPr>
            <a:xfrm>
              <a:off x="7248042" y="2108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9" name="pt34389"/>
            <p:cNvSpPr/>
            <p:nvPr/>
          </p:nvSpPr>
          <p:spPr>
            <a:xfrm>
              <a:off x="7042139" y="221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0" name="pt34390"/>
            <p:cNvSpPr/>
            <p:nvPr/>
          </p:nvSpPr>
          <p:spPr>
            <a:xfrm>
              <a:off x="6999612" y="1981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1" name="pt34391"/>
            <p:cNvSpPr/>
            <p:nvPr/>
          </p:nvSpPr>
          <p:spPr>
            <a:xfrm>
              <a:off x="7034759" y="2090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2" name="pt34392"/>
            <p:cNvSpPr/>
            <p:nvPr/>
          </p:nvSpPr>
          <p:spPr>
            <a:xfrm>
              <a:off x="7031944" y="1879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3" name="pt34393"/>
            <p:cNvSpPr/>
            <p:nvPr/>
          </p:nvSpPr>
          <p:spPr>
            <a:xfrm>
              <a:off x="6844028" y="2118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4" name="pt34394"/>
            <p:cNvSpPr/>
            <p:nvPr/>
          </p:nvSpPr>
          <p:spPr>
            <a:xfrm>
              <a:off x="7234669" y="2088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5" name="pt34395"/>
            <p:cNvSpPr/>
            <p:nvPr/>
          </p:nvSpPr>
          <p:spPr>
            <a:xfrm>
              <a:off x="6989899" y="1946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6" name="pt34396"/>
            <p:cNvSpPr/>
            <p:nvPr/>
          </p:nvSpPr>
          <p:spPr>
            <a:xfrm>
              <a:off x="7186562" y="2115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7" name="pt34397"/>
            <p:cNvSpPr/>
            <p:nvPr/>
          </p:nvSpPr>
          <p:spPr>
            <a:xfrm>
              <a:off x="7377620" y="2360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8" name="pt34398"/>
            <p:cNvSpPr/>
            <p:nvPr/>
          </p:nvSpPr>
          <p:spPr>
            <a:xfrm>
              <a:off x="7097616" y="2198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9" name="pt34399"/>
            <p:cNvSpPr/>
            <p:nvPr/>
          </p:nvSpPr>
          <p:spPr>
            <a:xfrm>
              <a:off x="6793085" y="2519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0" name="pt34400"/>
            <p:cNvSpPr/>
            <p:nvPr/>
          </p:nvSpPr>
          <p:spPr>
            <a:xfrm>
              <a:off x="6792070" y="2852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1" name="pt34401"/>
            <p:cNvSpPr/>
            <p:nvPr/>
          </p:nvSpPr>
          <p:spPr>
            <a:xfrm>
              <a:off x="7137369" y="2278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2" name="pt34402"/>
            <p:cNvSpPr/>
            <p:nvPr/>
          </p:nvSpPr>
          <p:spPr>
            <a:xfrm>
              <a:off x="7436550" y="2602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3" name="pt34403"/>
            <p:cNvSpPr/>
            <p:nvPr/>
          </p:nvSpPr>
          <p:spPr>
            <a:xfrm>
              <a:off x="7289897" y="2017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4" name="pt34404"/>
            <p:cNvSpPr/>
            <p:nvPr/>
          </p:nvSpPr>
          <p:spPr>
            <a:xfrm>
              <a:off x="7060988" y="2058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5" name="pt34405"/>
            <p:cNvSpPr/>
            <p:nvPr/>
          </p:nvSpPr>
          <p:spPr>
            <a:xfrm>
              <a:off x="7304137" y="2010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6" name="pt34406"/>
            <p:cNvSpPr/>
            <p:nvPr/>
          </p:nvSpPr>
          <p:spPr>
            <a:xfrm>
              <a:off x="7173230" y="2014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7" name="pt34407"/>
            <p:cNvSpPr/>
            <p:nvPr/>
          </p:nvSpPr>
          <p:spPr>
            <a:xfrm>
              <a:off x="7308496" y="1946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8" name="pt34408"/>
            <p:cNvSpPr/>
            <p:nvPr/>
          </p:nvSpPr>
          <p:spPr>
            <a:xfrm>
              <a:off x="7581113" y="1982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9" name="pt34409"/>
            <p:cNvSpPr/>
            <p:nvPr/>
          </p:nvSpPr>
          <p:spPr>
            <a:xfrm>
              <a:off x="7062232" y="1966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0" name="pt34410"/>
            <p:cNvSpPr/>
            <p:nvPr/>
          </p:nvSpPr>
          <p:spPr>
            <a:xfrm>
              <a:off x="7181991" y="2105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1" name="pt34411"/>
            <p:cNvSpPr/>
            <p:nvPr/>
          </p:nvSpPr>
          <p:spPr>
            <a:xfrm>
              <a:off x="7009614" y="2076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2" name="pt34412"/>
            <p:cNvSpPr/>
            <p:nvPr/>
          </p:nvSpPr>
          <p:spPr>
            <a:xfrm>
              <a:off x="7178471" y="2031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3" name="pt34413"/>
            <p:cNvSpPr/>
            <p:nvPr/>
          </p:nvSpPr>
          <p:spPr>
            <a:xfrm>
              <a:off x="6906317" y="2083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4" name="pt34414"/>
            <p:cNvSpPr/>
            <p:nvPr/>
          </p:nvSpPr>
          <p:spPr>
            <a:xfrm>
              <a:off x="7185034" y="2180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5" name="pt34415"/>
            <p:cNvSpPr/>
            <p:nvPr/>
          </p:nvSpPr>
          <p:spPr>
            <a:xfrm>
              <a:off x="7155265" y="2313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6" name="pt34416"/>
            <p:cNvSpPr/>
            <p:nvPr/>
          </p:nvSpPr>
          <p:spPr>
            <a:xfrm>
              <a:off x="7114283" y="2107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7" name="pt34417"/>
            <p:cNvSpPr/>
            <p:nvPr/>
          </p:nvSpPr>
          <p:spPr>
            <a:xfrm>
              <a:off x="7275593" y="2040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8" name="pt34418"/>
            <p:cNvSpPr/>
            <p:nvPr/>
          </p:nvSpPr>
          <p:spPr>
            <a:xfrm>
              <a:off x="7092211" y="2311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9" name="pt34419"/>
            <p:cNvSpPr/>
            <p:nvPr/>
          </p:nvSpPr>
          <p:spPr>
            <a:xfrm>
              <a:off x="7326826" y="1921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0" name="pt34420"/>
            <p:cNvSpPr/>
            <p:nvPr/>
          </p:nvSpPr>
          <p:spPr>
            <a:xfrm>
              <a:off x="6959037" y="2038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1" name="pt34421"/>
            <p:cNvSpPr/>
            <p:nvPr/>
          </p:nvSpPr>
          <p:spPr>
            <a:xfrm>
              <a:off x="6636006" y="2155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2" name="pt34422"/>
            <p:cNvSpPr/>
            <p:nvPr/>
          </p:nvSpPr>
          <p:spPr>
            <a:xfrm>
              <a:off x="6952725" y="2171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3" name="pt34423"/>
            <p:cNvSpPr/>
            <p:nvPr/>
          </p:nvSpPr>
          <p:spPr>
            <a:xfrm>
              <a:off x="7255115" y="2091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4" name="pt34424"/>
            <p:cNvSpPr/>
            <p:nvPr/>
          </p:nvSpPr>
          <p:spPr>
            <a:xfrm>
              <a:off x="7170818" y="2000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5" name="pt34425"/>
            <p:cNvSpPr/>
            <p:nvPr/>
          </p:nvSpPr>
          <p:spPr>
            <a:xfrm>
              <a:off x="7246769" y="2194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6" name="pt34426"/>
            <p:cNvSpPr/>
            <p:nvPr/>
          </p:nvSpPr>
          <p:spPr>
            <a:xfrm>
              <a:off x="7235953" y="2002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7" name="pt34427"/>
            <p:cNvSpPr/>
            <p:nvPr/>
          </p:nvSpPr>
          <p:spPr>
            <a:xfrm>
              <a:off x="6917229" y="2220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8" name="pt34428"/>
            <p:cNvSpPr/>
            <p:nvPr/>
          </p:nvSpPr>
          <p:spPr>
            <a:xfrm>
              <a:off x="7149429" y="2245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9" name="pt34429"/>
            <p:cNvSpPr/>
            <p:nvPr/>
          </p:nvSpPr>
          <p:spPr>
            <a:xfrm>
              <a:off x="7204667" y="226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0" name="pt34430"/>
            <p:cNvSpPr/>
            <p:nvPr/>
          </p:nvSpPr>
          <p:spPr>
            <a:xfrm>
              <a:off x="7232556" y="2099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1" name="pt34431"/>
            <p:cNvSpPr/>
            <p:nvPr/>
          </p:nvSpPr>
          <p:spPr>
            <a:xfrm>
              <a:off x="7162321" y="1995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2" name="pt34432"/>
            <p:cNvSpPr/>
            <p:nvPr/>
          </p:nvSpPr>
          <p:spPr>
            <a:xfrm>
              <a:off x="7103090" y="2172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3" name="pt34433"/>
            <p:cNvSpPr/>
            <p:nvPr/>
          </p:nvSpPr>
          <p:spPr>
            <a:xfrm>
              <a:off x="7277244" y="1902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4" name="pt34434"/>
            <p:cNvSpPr/>
            <p:nvPr/>
          </p:nvSpPr>
          <p:spPr>
            <a:xfrm>
              <a:off x="7107980" y="2156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5" name="pt34435"/>
            <p:cNvSpPr/>
            <p:nvPr/>
          </p:nvSpPr>
          <p:spPr>
            <a:xfrm>
              <a:off x="6615018" y="2298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6" name="pt34436"/>
            <p:cNvSpPr/>
            <p:nvPr/>
          </p:nvSpPr>
          <p:spPr>
            <a:xfrm>
              <a:off x="7273024" y="185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7" name="pt34437"/>
            <p:cNvSpPr/>
            <p:nvPr/>
          </p:nvSpPr>
          <p:spPr>
            <a:xfrm>
              <a:off x="7000988" y="1941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8" name="pt34438"/>
            <p:cNvSpPr/>
            <p:nvPr/>
          </p:nvSpPr>
          <p:spPr>
            <a:xfrm>
              <a:off x="7073058" y="2294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9" name="pt34439"/>
            <p:cNvSpPr/>
            <p:nvPr/>
          </p:nvSpPr>
          <p:spPr>
            <a:xfrm>
              <a:off x="7266918" y="2123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0" name="pt34440"/>
            <p:cNvSpPr/>
            <p:nvPr/>
          </p:nvSpPr>
          <p:spPr>
            <a:xfrm>
              <a:off x="7218241" y="2214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1" name="pt34441"/>
            <p:cNvSpPr/>
            <p:nvPr/>
          </p:nvSpPr>
          <p:spPr>
            <a:xfrm>
              <a:off x="7368783" y="2575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2" name="pt34442"/>
            <p:cNvSpPr/>
            <p:nvPr/>
          </p:nvSpPr>
          <p:spPr>
            <a:xfrm>
              <a:off x="7116015" y="2104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3" name="pt34443"/>
            <p:cNvSpPr/>
            <p:nvPr/>
          </p:nvSpPr>
          <p:spPr>
            <a:xfrm>
              <a:off x="7005752" y="2019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4" name="pt34444"/>
            <p:cNvSpPr/>
            <p:nvPr/>
          </p:nvSpPr>
          <p:spPr>
            <a:xfrm>
              <a:off x="7098483" y="2222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5" name="pt34445"/>
            <p:cNvSpPr/>
            <p:nvPr/>
          </p:nvSpPr>
          <p:spPr>
            <a:xfrm>
              <a:off x="7112535" y="2037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6" name="pt34446"/>
            <p:cNvSpPr/>
            <p:nvPr/>
          </p:nvSpPr>
          <p:spPr>
            <a:xfrm>
              <a:off x="7248850" y="2157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7" name="pt34447"/>
            <p:cNvSpPr/>
            <p:nvPr/>
          </p:nvSpPr>
          <p:spPr>
            <a:xfrm>
              <a:off x="6766448" y="2477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8" name="pt34448"/>
            <p:cNvSpPr/>
            <p:nvPr/>
          </p:nvSpPr>
          <p:spPr>
            <a:xfrm>
              <a:off x="7169129" y="2035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9" name="pt34449"/>
            <p:cNvSpPr/>
            <p:nvPr/>
          </p:nvSpPr>
          <p:spPr>
            <a:xfrm>
              <a:off x="7399927" y="2545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0" name="pt34450"/>
            <p:cNvSpPr/>
            <p:nvPr/>
          </p:nvSpPr>
          <p:spPr>
            <a:xfrm>
              <a:off x="7089020" y="2266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1" name="pt34451"/>
            <p:cNvSpPr/>
            <p:nvPr/>
          </p:nvSpPr>
          <p:spPr>
            <a:xfrm>
              <a:off x="6760613" y="2225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2" name="pt34452"/>
            <p:cNvSpPr/>
            <p:nvPr/>
          </p:nvSpPr>
          <p:spPr>
            <a:xfrm>
              <a:off x="7177353" y="2069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3" name="pt34453"/>
            <p:cNvSpPr/>
            <p:nvPr/>
          </p:nvSpPr>
          <p:spPr>
            <a:xfrm>
              <a:off x="7067475" y="1998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4" name="pt34454"/>
            <p:cNvSpPr/>
            <p:nvPr/>
          </p:nvSpPr>
          <p:spPr>
            <a:xfrm>
              <a:off x="7198999" y="1963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5" name="pt34455"/>
            <p:cNvSpPr/>
            <p:nvPr/>
          </p:nvSpPr>
          <p:spPr>
            <a:xfrm>
              <a:off x="7201065" y="1976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6" name="pt34456"/>
            <p:cNvSpPr/>
            <p:nvPr/>
          </p:nvSpPr>
          <p:spPr>
            <a:xfrm>
              <a:off x="7354579" y="2069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7" name="pt34457"/>
            <p:cNvSpPr/>
            <p:nvPr/>
          </p:nvSpPr>
          <p:spPr>
            <a:xfrm>
              <a:off x="7047293" y="2215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8" name="pt34458"/>
            <p:cNvSpPr/>
            <p:nvPr/>
          </p:nvSpPr>
          <p:spPr>
            <a:xfrm>
              <a:off x="7239958" y="1869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9" name="pt34459"/>
            <p:cNvSpPr/>
            <p:nvPr/>
          </p:nvSpPr>
          <p:spPr>
            <a:xfrm>
              <a:off x="7155550" y="2316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0" name="pt34460"/>
            <p:cNvSpPr/>
            <p:nvPr/>
          </p:nvSpPr>
          <p:spPr>
            <a:xfrm>
              <a:off x="6858061" y="2427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1" name="pt34461"/>
            <p:cNvSpPr/>
            <p:nvPr/>
          </p:nvSpPr>
          <p:spPr>
            <a:xfrm>
              <a:off x="6946447" y="2187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2" name="pt34462"/>
            <p:cNvSpPr/>
            <p:nvPr/>
          </p:nvSpPr>
          <p:spPr>
            <a:xfrm>
              <a:off x="7182717" y="2105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3" name="pt34463"/>
            <p:cNvSpPr/>
            <p:nvPr/>
          </p:nvSpPr>
          <p:spPr>
            <a:xfrm>
              <a:off x="6942521" y="1955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4" name="pt34464"/>
            <p:cNvSpPr/>
            <p:nvPr/>
          </p:nvSpPr>
          <p:spPr>
            <a:xfrm>
              <a:off x="6969183" y="2020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5" name="pt34465"/>
            <p:cNvSpPr/>
            <p:nvPr/>
          </p:nvSpPr>
          <p:spPr>
            <a:xfrm>
              <a:off x="7206361" y="213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6" name="pt34466"/>
            <p:cNvSpPr/>
            <p:nvPr/>
          </p:nvSpPr>
          <p:spPr>
            <a:xfrm>
              <a:off x="7064199" y="1673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7" name="pt34467"/>
            <p:cNvSpPr/>
            <p:nvPr/>
          </p:nvSpPr>
          <p:spPr>
            <a:xfrm>
              <a:off x="7082481" y="2060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8" name="pt34468"/>
            <p:cNvSpPr/>
            <p:nvPr/>
          </p:nvSpPr>
          <p:spPr>
            <a:xfrm>
              <a:off x="7191750" y="1978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9" name="pt34469"/>
            <p:cNvSpPr/>
            <p:nvPr/>
          </p:nvSpPr>
          <p:spPr>
            <a:xfrm>
              <a:off x="7183005" y="2173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0" name="pt34470"/>
            <p:cNvSpPr/>
            <p:nvPr/>
          </p:nvSpPr>
          <p:spPr>
            <a:xfrm>
              <a:off x="7346554" y="2209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1" name="pt34471"/>
            <p:cNvSpPr/>
            <p:nvPr/>
          </p:nvSpPr>
          <p:spPr>
            <a:xfrm>
              <a:off x="7083760" y="2119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2" name="pt34472"/>
            <p:cNvSpPr/>
            <p:nvPr/>
          </p:nvSpPr>
          <p:spPr>
            <a:xfrm>
              <a:off x="6977297" y="202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3" name="pt34473"/>
            <p:cNvSpPr/>
            <p:nvPr/>
          </p:nvSpPr>
          <p:spPr>
            <a:xfrm>
              <a:off x="7462326" y="2912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4" name="pt34474"/>
            <p:cNvSpPr/>
            <p:nvPr/>
          </p:nvSpPr>
          <p:spPr>
            <a:xfrm>
              <a:off x="7099752" y="2195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5" name="pt34475"/>
            <p:cNvSpPr/>
            <p:nvPr/>
          </p:nvSpPr>
          <p:spPr>
            <a:xfrm>
              <a:off x="6733781" y="1900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6" name="pt34476"/>
            <p:cNvSpPr/>
            <p:nvPr/>
          </p:nvSpPr>
          <p:spPr>
            <a:xfrm>
              <a:off x="7211445" y="2478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7" name="pt34477"/>
            <p:cNvSpPr/>
            <p:nvPr/>
          </p:nvSpPr>
          <p:spPr>
            <a:xfrm>
              <a:off x="7011474" y="1901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8" name="pt34478"/>
            <p:cNvSpPr/>
            <p:nvPr/>
          </p:nvSpPr>
          <p:spPr>
            <a:xfrm>
              <a:off x="6912999" y="2154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9" name="pt34479"/>
            <p:cNvSpPr/>
            <p:nvPr/>
          </p:nvSpPr>
          <p:spPr>
            <a:xfrm>
              <a:off x="7021514" y="1978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0" name="pt34480"/>
            <p:cNvSpPr/>
            <p:nvPr/>
          </p:nvSpPr>
          <p:spPr>
            <a:xfrm>
              <a:off x="7196096" y="2065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1" name="pt34481"/>
            <p:cNvSpPr/>
            <p:nvPr/>
          </p:nvSpPr>
          <p:spPr>
            <a:xfrm>
              <a:off x="7182113" y="2132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2" name="pt34482"/>
            <p:cNvSpPr/>
            <p:nvPr/>
          </p:nvSpPr>
          <p:spPr>
            <a:xfrm>
              <a:off x="7111773" y="2146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3" name="pt34483"/>
            <p:cNvSpPr/>
            <p:nvPr/>
          </p:nvSpPr>
          <p:spPr>
            <a:xfrm>
              <a:off x="7254376" y="2063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4" name="pt34484"/>
            <p:cNvSpPr/>
            <p:nvPr/>
          </p:nvSpPr>
          <p:spPr>
            <a:xfrm>
              <a:off x="6864751" y="2141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5" name="pt34485"/>
            <p:cNvSpPr/>
            <p:nvPr/>
          </p:nvSpPr>
          <p:spPr>
            <a:xfrm>
              <a:off x="7264187" y="206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6" name="pt34486"/>
            <p:cNvSpPr/>
            <p:nvPr/>
          </p:nvSpPr>
          <p:spPr>
            <a:xfrm>
              <a:off x="7039151" y="2141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7" name="pt34487"/>
            <p:cNvSpPr/>
            <p:nvPr/>
          </p:nvSpPr>
          <p:spPr>
            <a:xfrm>
              <a:off x="7131910" y="2090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8" name="pt34488"/>
            <p:cNvSpPr/>
            <p:nvPr/>
          </p:nvSpPr>
          <p:spPr>
            <a:xfrm>
              <a:off x="7180077" y="2143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9" name="pt34489"/>
            <p:cNvSpPr/>
            <p:nvPr/>
          </p:nvSpPr>
          <p:spPr>
            <a:xfrm>
              <a:off x="7325083" y="2117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0" name="pt34490"/>
            <p:cNvSpPr/>
            <p:nvPr/>
          </p:nvSpPr>
          <p:spPr>
            <a:xfrm>
              <a:off x="6989741" y="1952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1" name="pt34491"/>
            <p:cNvSpPr/>
            <p:nvPr/>
          </p:nvSpPr>
          <p:spPr>
            <a:xfrm>
              <a:off x="7235206" y="1976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2" name="pt34492"/>
            <p:cNvSpPr/>
            <p:nvPr/>
          </p:nvSpPr>
          <p:spPr>
            <a:xfrm>
              <a:off x="7132716" y="2156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3" name="pt34493"/>
            <p:cNvSpPr/>
            <p:nvPr/>
          </p:nvSpPr>
          <p:spPr>
            <a:xfrm>
              <a:off x="7190278" y="2052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4" name="pt34494"/>
            <p:cNvSpPr/>
            <p:nvPr/>
          </p:nvSpPr>
          <p:spPr>
            <a:xfrm>
              <a:off x="7348380" y="2103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5" name="pt34495"/>
            <p:cNvSpPr/>
            <p:nvPr/>
          </p:nvSpPr>
          <p:spPr>
            <a:xfrm>
              <a:off x="7099094" y="2179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6" name="pt34496"/>
            <p:cNvSpPr/>
            <p:nvPr/>
          </p:nvSpPr>
          <p:spPr>
            <a:xfrm>
              <a:off x="7042040" y="2197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7" name="pt34497"/>
            <p:cNvSpPr/>
            <p:nvPr/>
          </p:nvSpPr>
          <p:spPr>
            <a:xfrm>
              <a:off x="7291542" y="1970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8" name="pt34498"/>
            <p:cNvSpPr/>
            <p:nvPr/>
          </p:nvSpPr>
          <p:spPr>
            <a:xfrm>
              <a:off x="7017021" y="2087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9" name="pt34499"/>
            <p:cNvSpPr/>
            <p:nvPr/>
          </p:nvSpPr>
          <p:spPr>
            <a:xfrm>
              <a:off x="7143942" y="2214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0" name="pt34500"/>
            <p:cNvSpPr/>
            <p:nvPr/>
          </p:nvSpPr>
          <p:spPr>
            <a:xfrm>
              <a:off x="7043571" y="2277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1" name="pt34501"/>
            <p:cNvSpPr/>
            <p:nvPr/>
          </p:nvSpPr>
          <p:spPr>
            <a:xfrm>
              <a:off x="7118060" y="2077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2" name="pt34502"/>
            <p:cNvSpPr/>
            <p:nvPr/>
          </p:nvSpPr>
          <p:spPr>
            <a:xfrm>
              <a:off x="7403404" y="2682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3" name="pt34503"/>
            <p:cNvSpPr/>
            <p:nvPr/>
          </p:nvSpPr>
          <p:spPr>
            <a:xfrm>
              <a:off x="7103159" y="2257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4" name="pt34504"/>
            <p:cNvSpPr/>
            <p:nvPr/>
          </p:nvSpPr>
          <p:spPr>
            <a:xfrm>
              <a:off x="7234340" y="1991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5" name="pt34505"/>
            <p:cNvSpPr/>
            <p:nvPr/>
          </p:nvSpPr>
          <p:spPr>
            <a:xfrm>
              <a:off x="7270742" y="1990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6" name="pt34506"/>
            <p:cNvSpPr/>
            <p:nvPr/>
          </p:nvSpPr>
          <p:spPr>
            <a:xfrm>
              <a:off x="6921725" y="2209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7" name="pt34507"/>
            <p:cNvSpPr/>
            <p:nvPr/>
          </p:nvSpPr>
          <p:spPr>
            <a:xfrm>
              <a:off x="7295275" y="1940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8" name="pt34508"/>
            <p:cNvSpPr/>
            <p:nvPr/>
          </p:nvSpPr>
          <p:spPr>
            <a:xfrm>
              <a:off x="7405314" y="2662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9" name="pt34509"/>
            <p:cNvSpPr/>
            <p:nvPr/>
          </p:nvSpPr>
          <p:spPr>
            <a:xfrm>
              <a:off x="6991704" y="1962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0" name="pt34510"/>
            <p:cNvSpPr/>
            <p:nvPr/>
          </p:nvSpPr>
          <p:spPr>
            <a:xfrm>
              <a:off x="7230812" y="2280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1" name="pt34511"/>
            <p:cNvSpPr/>
            <p:nvPr/>
          </p:nvSpPr>
          <p:spPr>
            <a:xfrm>
              <a:off x="7452555" y="2952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2" name="pt34512"/>
            <p:cNvSpPr/>
            <p:nvPr/>
          </p:nvSpPr>
          <p:spPr>
            <a:xfrm>
              <a:off x="7321127" y="1935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3" name="pt34513"/>
            <p:cNvSpPr/>
            <p:nvPr/>
          </p:nvSpPr>
          <p:spPr>
            <a:xfrm>
              <a:off x="7480121" y="2535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4" name="pt34514"/>
            <p:cNvSpPr/>
            <p:nvPr/>
          </p:nvSpPr>
          <p:spPr>
            <a:xfrm>
              <a:off x="7135215" y="2102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5" name="pt34515"/>
            <p:cNvSpPr/>
            <p:nvPr/>
          </p:nvSpPr>
          <p:spPr>
            <a:xfrm>
              <a:off x="7150225" y="2219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6" name="pt34516"/>
            <p:cNvSpPr/>
            <p:nvPr/>
          </p:nvSpPr>
          <p:spPr>
            <a:xfrm>
              <a:off x="7411441" y="2503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7" name="pt34517"/>
            <p:cNvSpPr/>
            <p:nvPr/>
          </p:nvSpPr>
          <p:spPr>
            <a:xfrm>
              <a:off x="7450726" y="2486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8" name="pt34518"/>
            <p:cNvSpPr/>
            <p:nvPr/>
          </p:nvSpPr>
          <p:spPr>
            <a:xfrm>
              <a:off x="7154748" y="2168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9" name="pt34519"/>
            <p:cNvSpPr/>
            <p:nvPr/>
          </p:nvSpPr>
          <p:spPr>
            <a:xfrm>
              <a:off x="7335095" y="1977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0" name="pt34520"/>
            <p:cNvSpPr/>
            <p:nvPr/>
          </p:nvSpPr>
          <p:spPr>
            <a:xfrm>
              <a:off x="7147726" y="2303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1" name="pt34521"/>
            <p:cNvSpPr/>
            <p:nvPr/>
          </p:nvSpPr>
          <p:spPr>
            <a:xfrm>
              <a:off x="7091640" y="2172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2" name="pt34522"/>
            <p:cNvSpPr/>
            <p:nvPr/>
          </p:nvSpPr>
          <p:spPr>
            <a:xfrm>
              <a:off x="7315030" y="1945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3" name="pt34523"/>
            <p:cNvSpPr/>
            <p:nvPr/>
          </p:nvSpPr>
          <p:spPr>
            <a:xfrm>
              <a:off x="7497082" y="2623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4" name="pt34524"/>
            <p:cNvSpPr/>
            <p:nvPr/>
          </p:nvSpPr>
          <p:spPr>
            <a:xfrm>
              <a:off x="7449114" y="248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5" name="pt34525"/>
            <p:cNvSpPr/>
            <p:nvPr/>
          </p:nvSpPr>
          <p:spPr>
            <a:xfrm>
              <a:off x="7331927" y="2065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6" name="pt34526"/>
            <p:cNvSpPr/>
            <p:nvPr/>
          </p:nvSpPr>
          <p:spPr>
            <a:xfrm>
              <a:off x="7408687" y="2693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7" name="pt34527"/>
            <p:cNvSpPr/>
            <p:nvPr/>
          </p:nvSpPr>
          <p:spPr>
            <a:xfrm>
              <a:off x="7086882" y="2200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8" name="pt34528"/>
            <p:cNvSpPr/>
            <p:nvPr/>
          </p:nvSpPr>
          <p:spPr>
            <a:xfrm>
              <a:off x="7197755" y="2117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9" name="pt34529"/>
            <p:cNvSpPr/>
            <p:nvPr/>
          </p:nvSpPr>
          <p:spPr>
            <a:xfrm>
              <a:off x="6913154" y="2119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0" name="pt34530"/>
            <p:cNvSpPr/>
            <p:nvPr/>
          </p:nvSpPr>
          <p:spPr>
            <a:xfrm>
              <a:off x="7144616" y="2183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1" name="pt34531"/>
            <p:cNvSpPr/>
            <p:nvPr/>
          </p:nvSpPr>
          <p:spPr>
            <a:xfrm>
              <a:off x="7190452" y="1999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2" name="pt34532"/>
            <p:cNvSpPr/>
            <p:nvPr/>
          </p:nvSpPr>
          <p:spPr>
            <a:xfrm>
              <a:off x="7162938" y="2090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3" name="pt34533"/>
            <p:cNvSpPr/>
            <p:nvPr/>
          </p:nvSpPr>
          <p:spPr>
            <a:xfrm>
              <a:off x="7239640" y="2067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4" name="pt34534"/>
            <p:cNvSpPr/>
            <p:nvPr/>
          </p:nvSpPr>
          <p:spPr>
            <a:xfrm>
              <a:off x="6902031" y="1855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5" name="pt34535"/>
            <p:cNvSpPr/>
            <p:nvPr/>
          </p:nvSpPr>
          <p:spPr>
            <a:xfrm>
              <a:off x="7218567" y="2057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6" name="pt34536"/>
            <p:cNvSpPr/>
            <p:nvPr/>
          </p:nvSpPr>
          <p:spPr>
            <a:xfrm>
              <a:off x="6957528" y="2081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7" name="pt34537"/>
            <p:cNvSpPr/>
            <p:nvPr/>
          </p:nvSpPr>
          <p:spPr>
            <a:xfrm>
              <a:off x="7176885" y="2049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8" name="pt34538"/>
            <p:cNvSpPr/>
            <p:nvPr/>
          </p:nvSpPr>
          <p:spPr>
            <a:xfrm>
              <a:off x="7135486" y="2197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9" name="pt34539"/>
            <p:cNvSpPr/>
            <p:nvPr/>
          </p:nvSpPr>
          <p:spPr>
            <a:xfrm>
              <a:off x="7488777" y="2218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0" name="pt34540"/>
            <p:cNvSpPr/>
            <p:nvPr/>
          </p:nvSpPr>
          <p:spPr>
            <a:xfrm>
              <a:off x="7129488" y="2016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1" name="pt34541"/>
            <p:cNvSpPr/>
            <p:nvPr/>
          </p:nvSpPr>
          <p:spPr>
            <a:xfrm>
              <a:off x="7417255" y="2551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2" name="pt34542"/>
            <p:cNvSpPr/>
            <p:nvPr/>
          </p:nvSpPr>
          <p:spPr>
            <a:xfrm>
              <a:off x="7245727" y="2224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3" name="pt34543"/>
            <p:cNvSpPr/>
            <p:nvPr/>
          </p:nvSpPr>
          <p:spPr>
            <a:xfrm>
              <a:off x="7178412" y="2082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4" name="pt34544"/>
            <p:cNvSpPr/>
            <p:nvPr/>
          </p:nvSpPr>
          <p:spPr>
            <a:xfrm>
              <a:off x="7068191" y="2098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5" name="pt34545"/>
            <p:cNvSpPr/>
            <p:nvPr/>
          </p:nvSpPr>
          <p:spPr>
            <a:xfrm>
              <a:off x="7121817" y="2078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6" name="pt34546"/>
            <p:cNvSpPr/>
            <p:nvPr/>
          </p:nvSpPr>
          <p:spPr>
            <a:xfrm>
              <a:off x="7151778" y="2246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7" name="pt34547"/>
            <p:cNvSpPr/>
            <p:nvPr/>
          </p:nvSpPr>
          <p:spPr>
            <a:xfrm>
              <a:off x="6853807" y="2313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8" name="pt34548"/>
            <p:cNvSpPr/>
            <p:nvPr/>
          </p:nvSpPr>
          <p:spPr>
            <a:xfrm>
              <a:off x="7113195" y="2094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9" name="pt34549"/>
            <p:cNvSpPr/>
            <p:nvPr/>
          </p:nvSpPr>
          <p:spPr>
            <a:xfrm>
              <a:off x="6711818" y="2285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0" name="pt34550"/>
            <p:cNvSpPr/>
            <p:nvPr/>
          </p:nvSpPr>
          <p:spPr>
            <a:xfrm>
              <a:off x="7063736" y="1910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1" name="pt34551"/>
            <p:cNvSpPr/>
            <p:nvPr/>
          </p:nvSpPr>
          <p:spPr>
            <a:xfrm>
              <a:off x="7012980" y="1822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2" name="pt34552"/>
            <p:cNvSpPr/>
            <p:nvPr/>
          </p:nvSpPr>
          <p:spPr>
            <a:xfrm>
              <a:off x="7213908" y="2261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3" name="pt34553"/>
            <p:cNvSpPr/>
            <p:nvPr/>
          </p:nvSpPr>
          <p:spPr>
            <a:xfrm>
              <a:off x="7217762" y="232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4" name="pt34554"/>
            <p:cNvSpPr/>
            <p:nvPr/>
          </p:nvSpPr>
          <p:spPr>
            <a:xfrm>
              <a:off x="6993171" y="1785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5" name="pt34555"/>
            <p:cNvSpPr/>
            <p:nvPr/>
          </p:nvSpPr>
          <p:spPr>
            <a:xfrm>
              <a:off x="7309034" y="2119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6" name="pt34556"/>
            <p:cNvSpPr/>
            <p:nvPr/>
          </p:nvSpPr>
          <p:spPr>
            <a:xfrm>
              <a:off x="7325380" y="2005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7" name="pt34557"/>
            <p:cNvSpPr/>
            <p:nvPr/>
          </p:nvSpPr>
          <p:spPr>
            <a:xfrm>
              <a:off x="7182225" y="2147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8" name="pt34558"/>
            <p:cNvSpPr/>
            <p:nvPr/>
          </p:nvSpPr>
          <p:spPr>
            <a:xfrm>
              <a:off x="7356624" y="2411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9" name="pt34559"/>
            <p:cNvSpPr/>
            <p:nvPr/>
          </p:nvSpPr>
          <p:spPr>
            <a:xfrm>
              <a:off x="6799688" y="2337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0" name="pt34560"/>
            <p:cNvSpPr/>
            <p:nvPr/>
          </p:nvSpPr>
          <p:spPr>
            <a:xfrm>
              <a:off x="7108907" y="2143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1" name="pt34561"/>
            <p:cNvSpPr/>
            <p:nvPr/>
          </p:nvSpPr>
          <p:spPr>
            <a:xfrm>
              <a:off x="7266041" y="2187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2" name="pt34562"/>
            <p:cNvSpPr/>
            <p:nvPr/>
          </p:nvSpPr>
          <p:spPr>
            <a:xfrm>
              <a:off x="7297149" y="1956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3" name="pt34563"/>
            <p:cNvSpPr/>
            <p:nvPr/>
          </p:nvSpPr>
          <p:spPr>
            <a:xfrm>
              <a:off x="7003640" y="1957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4" name="pt34564"/>
            <p:cNvSpPr/>
            <p:nvPr/>
          </p:nvSpPr>
          <p:spPr>
            <a:xfrm>
              <a:off x="7176381" y="2098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5" name="pt34565"/>
            <p:cNvSpPr/>
            <p:nvPr/>
          </p:nvSpPr>
          <p:spPr>
            <a:xfrm>
              <a:off x="6993087" y="1960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6" name="pt34566"/>
            <p:cNvSpPr/>
            <p:nvPr/>
          </p:nvSpPr>
          <p:spPr>
            <a:xfrm>
              <a:off x="7158467" y="2097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7" name="pt34567"/>
            <p:cNvSpPr/>
            <p:nvPr/>
          </p:nvSpPr>
          <p:spPr>
            <a:xfrm>
              <a:off x="7320188" y="202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8" name="pt34568"/>
            <p:cNvSpPr/>
            <p:nvPr/>
          </p:nvSpPr>
          <p:spPr>
            <a:xfrm>
              <a:off x="7085668" y="2135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9" name="pt34569"/>
            <p:cNvSpPr/>
            <p:nvPr/>
          </p:nvSpPr>
          <p:spPr>
            <a:xfrm>
              <a:off x="7094054" y="2223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0" name="pt34570"/>
            <p:cNvSpPr/>
            <p:nvPr/>
          </p:nvSpPr>
          <p:spPr>
            <a:xfrm>
              <a:off x="7123871" y="2057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1" name="pt34571"/>
            <p:cNvSpPr/>
            <p:nvPr/>
          </p:nvSpPr>
          <p:spPr>
            <a:xfrm>
              <a:off x="7344530" y="2012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2" name="pt34572"/>
            <p:cNvSpPr/>
            <p:nvPr/>
          </p:nvSpPr>
          <p:spPr>
            <a:xfrm>
              <a:off x="6948075" y="2229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3" name="pt34573"/>
            <p:cNvSpPr/>
            <p:nvPr/>
          </p:nvSpPr>
          <p:spPr>
            <a:xfrm>
              <a:off x="7011152" y="1730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4" name="pt34574"/>
            <p:cNvSpPr/>
            <p:nvPr/>
          </p:nvSpPr>
          <p:spPr>
            <a:xfrm>
              <a:off x="7227901" y="2051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5" name="pt34575"/>
            <p:cNvSpPr/>
            <p:nvPr/>
          </p:nvSpPr>
          <p:spPr>
            <a:xfrm>
              <a:off x="7185514" y="2119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6" name="pt34576"/>
            <p:cNvSpPr/>
            <p:nvPr/>
          </p:nvSpPr>
          <p:spPr>
            <a:xfrm>
              <a:off x="7081937" y="2089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7" name="pt34577"/>
            <p:cNvSpPr/>
            <p:nvPr/>
          </p:nvSpPr>
          <p:spPr>
            <a:xfrm>
              <a:off x="7207964" y="2265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8" name="pt34578"/>
            <p:cNvSpPr/>
            <p:nvPr/>
          </p:nvSpPr>
          <p:spPr>
            <a:xfrm>
              <a:off x="7199025" y="2000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9" name="pt34579"/>
            <p:cNvSpPr/>
            <p:nvPr/>
          </p:nvSpPr>
          <p:spPr>
            <a:xfrm>
              <a:off x="7165133" y="2052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0" name="pt34580"/>
            <p:cNvSpPr/>
            <p:nvPr/>
          </p:nvSpPr>
          <p:spPr>
            <a:xfrm>
              <a:off x="6957782" y="2098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1" name="pt34581"/>
            <p:cNvSpPr/>
            <p:nvPr/>
          </p:nvSpPr>
          <p:spPr>
            <a:xfrm>
              <a:off x="6954491" y="2070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2" name="pt34582"/>
            <p:cNvSpPr/>
            <p:nvPr/>
          </p:nvSpPr>
          <p:spPr>
            <a:xfrm>
              <a:off x="7103589" y="2173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3" name="pt34583"/>
            <p:cNvSpPr/>
            <p:nvPr/>
          </p:nvSpPr>
          <p:spPr>
            <a:xfrm>
              <a:off x="7311786" y="1989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4" name="pt34584"/>
            <p:cNvSpPr/>
            <p:nvPr/>
          </p:nvSpPr>
          <p:spPr>
            <a:xfrm>
              <a:off x="6810721" y="2419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5" name="pt34585"/>
            <p:cNvSpPr/>
            <p:nvPr/>
          </p:nvSpPr>
          <p:spPr>
            <a:xfrm>
              <a:off x="7309053" y="2169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6" name="pt34586"/>
            <p:cNvSpPr/>
            <p:nvPr/>
          </p:nvSpPr>
          <p:spPr>
            <a:xfrm>
              <a:off x="7112380" y="2118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7" name="pt34587"/>
            <p:cNvSpPr/>
            <p:nvPr/>
          </p:nvSpPr>
          <p:spPr>
            <a:xfrm>
              <a:off x="7185367" y="2172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8" name="pt34588"/>
            <p:cNvSpPr/>
            <p:nvPr/>
          </p:nvSpPr>
          <p:spPr>
            <a:xfrm>
              <a:off x="6887998" y="2032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9" name="pt34589"/>
            <p:cNvSpPr/>
            <p:nvPr/>
          </p:nvSpPr>
          <p:spPr>
            <a:xfrm>
              <a:off x="7224780" y="2178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0" name="pt34590"/>
            <p:cNvSpPr/>
            <p:nvPr/>
          </p:nvSpPr>
          <p:spPr>
            <a:xfrm>
              <a:off x="7337446" y="1951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1" name="pt34591"/>
            <p:cNvSpPr/>
            <p:nvPr/>
          </p:nvSpPr>
          <p:spPr>
            <a:xfrm>
              <a:off x="6820992" y="2427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2" name="pt34592"/>
            <p:cNvSpPr/>
            <p:nvPr/>
          </p:nvSpPr>
          <p:spPr>
            <a:xfrm>
              <a:off x="7199024" y="1939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3" name="pt34593"/>
            <p:cNvSpPr/>
            <p:nvPr/>
          </p:nvSpPr>
          <p:spPr>
            <a:xfrm>
              <a:off x="7120010" y="2123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4" name="pt34594"/>
            <p:cNvSpPr/>
            <p:nvPr/>
          </p:nvSpPr>
          <p:spPr>
            <a:xfrm>
              <a:off x="7262060" y="1992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5" name="pt34595"/>
            <p:cNvSpPr/>
            <p:nvPr/>
          </p:nvSpPr>
          <p:spPr>
            <a:xfrm>
              <a:off x="7122405" y="2151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6" name="pt34596"/>
            <p:cNvSpPr/>
            <p:nvPr/>
          </p:nvSpPr>
          <p:spPr>
            <a:xfrm>
              <a:off x="7177003" y="2004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7" name="pt34597"/>
            <p:cNvSpPr/>
            <p:nvPr/>
          </p:nvSpPr>
          <p:spPr>
            <a:xfrm>
              <a:off x="7125261" y="2012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8" name="pt34598"/>
            <p:cNvSpPr/>
            <p:nvPr/>
          </p:nvSpPr>
          <p:spPr>
            <a:xfrm>
              <a:off x="7184645" y="2105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9" name="pt34599"/>
            <p:cNvSpPr/>
            <p:nvPr/>
          </p:nvSpPr>
          <p:spPr>
            <a:xfrm>
              <a:off x="7057210" y="2099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0" name="pt34600"/>
            <p:cNvSpPr/>
            <p:nvPr/>
          </p:nvSpPr>
          <p:spPr>
            <a:xfrm>
              <a:off x="7131074" y="2138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1" name="pt34601"/>
            <p:cNvSpPr/>
            <p:nvPr/>
          </p:nvSpPr>
          <p:spPr>
            <a:xfrm>
              <a:off x="6957065" y="2145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2" name="pt34602"/>
            <p:cNvSpPr/>
            <p:nvPr/>
          </p:nvSpPr>
          <p:spPr>
            <a:xfrm>
              <a:off x="7119410" y="2136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3" name="pt34603"/>
            <p:cNvSpPr/>
            <p:nvPr/>
          </p:nvSpPr>
          <p:spPr>
            <a:xfrm>
              <a:off x="7192171" y="2010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4" name="pt34604"/>
            <p:cNvSpPr/>
            <p:nvPr/>
          </p:nvSpPr>
          <p:spPr>
            <a:xfrm>
              <a:off x="7172051" y="1991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5" name="pt34605"/>
            <p:cNvSpPr/>
            <p:nvPr/>
          </p:nvSpPr>
          <p:spPr>
            <a:xfrm>
              <a:off x="7022412" y="2156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6" name="pt34606"/>
            <p:cNvSpPr/>
            <p:nvPr/>
          </p:nvSpPr>
          <p:spPr>
            <a:xfrm>
              <a:off x="7167678" y="1923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7" name="pt34607"/>
            <p:cNvSpPr/>
            <p:nvPr/>
          </p:nvSpPr>
          <p:spPr>
            <a:xfrm>
              <a:off x="7137369" y="2123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8" name="pt34608"/>
            <p:cNvSpPr/>
            <p:nvPr/>
          </p:nvSpPr>
          <p:spPr>
            <a:xfrm>
              <a:off x="7191033" y="1993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9" name="pt34609"/>
            <p:cNvSpPr/>
            <p:nvPr/>
          </p:nvSpPr>
          <p:spPr>
            <a:xfrm>
              <a:off x="7230171" y="2033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0" name="pt34610"/>
            <p:cNvSpPr/>
            <p:nvPr/>
          </p:nvSpPr>
          <p:spPr>
            <a:xfrm>
              <a:off x="6875054" y="2024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1" name="pt34611"/>
            <p:cNvSpPr/>
            <p:nvPr/>
          </p:nvSpPr>
          <p:spPr>
            <a:xfrm>
              <a:off x="7481865" y="2072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2" name="pt34612"/>
            <p:cNvSpPr/>
            <p:nvPr/>
          </p:nvSpPr>
          <p:spPr>
            <a:xfrm>
              <a:off x="7138302" y="2229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3" name="pt34613"/>
            <p:cNvSpPr/>
            <p:nvPr/>
          </p:nvSpPr>
          <p:spPr>
            <a:xfrm>
              <a:off x="7503231" y="2024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4" name="pt34614"/>
            <p:cNvSpPr/>
            <p:nvPr/>
          </p:nvSpPr>
          <p:spPr>
            <a:xfrm>
              <a:off x="7163179" y="2050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5" name="pt34615"/>
            <p:cNvSpPr/>
            <p:nvPr/>
          </p:nvSpPr>
          <p:spPr>
            <a:xfrm>
              <a:off x="7151450" y="2254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6" name="pt34616"/>
            <p:cNvSpPr/>
            <p:nvPr/>
          </p:nvSpPr>
          <p:spPr>
            <a:xfrm>
              <a:off x="7417201" y="2848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7" name="pt34617"/>
            <p:cNvSpPr/>
            <p:nvPr/>
          </p:nvSpPr>
          <p:spPr>
            <a:xfrm>
              <a:off x="6996294" y="2016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8" name="pt34618"/>
            <p:cNvSpPr/>
            <p:nvPr/>
          </p:nvSpPr>
          <p:spPr>
            <a:xfrm>
              <a:off x="7099083" y="2280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9" name="pt34619"/>
            <p:cNvSpPr/>
            <p:nvPr/>
          </p:nvSpPr>
          <p:spPr>
            <a:xfrm>
              <a:off x="7213481" y="2356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0" name="pt34620"/>
            <p:cNvSpPr/>
            <p:nvPr/>
          </p:nvSpPr>
          <p:spPr>
            <a:xfrm>
              <a:off x="6908222" y="2231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1" name="pt34621"/>
            <p:cNvSpPr/>
            <p:nvPr/>
          </p:nvSpPr>
          <p:spPr>
            <a:xfrm>
              <a:off x="6811783" y="2448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2" name="pt34622"/>
            <p:cNvSpPr/>
            <p:nvPr/>
          </p:nvSpPr>
          <p:spPr>
            <a:xfrm>
              <a:off x="7270739" y="2067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3" name="pt34623"/>
            <p:cNvSpPr/>
            <p:nvPr/>
          </p:nvSpPr>
          <p:spPr>
            <a:xfrm>
              <a:off x="6943432" y="2230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4" name="pt34624"/>
            <p:cNvSpPr/>
            <p:nvPr/>
          </p:nvSpPr>
          <p:spPr>
            <a:xfrm>
              <a:off x="7271630" y="2064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5" name="pt34625"/>
            <p:cNvSpPr/>
            <p:nvPr/>
          </p:nvSpPr>
          <p:spPr>
            <a:xfrm>
              <a:off x="7063161" y="1825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6" name="pt34626"/>
            <p:cNvSpPr/>
            <p:nvPr/>
          </p:nvSpPr>
          <p:spPr>
            <a:xfrm>
              <a:off x="6767503" y="2329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7" name="pt34627"/>
            <p:cNvSpPr/>
            <p:nvPr/>
          </p:nvSpPr>
          <p:spPr>
            <a:xfrm>
              <a:off x="6994605" y="2078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8" name="pt34628"/>
            <p:cNvSpPr/>
            <p:nvPr/>
          </p:nvSpPr>
          <p:spPr>
            <a:xfrm>
              <a:off x="7114717" y="2054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9" name="pt34629"/>
            <p:cNvSpPr/>
            <p:nvPr/>
          </p:nvSpPr>
          <p:spPr>
            <a:xfrm>
              <a:off x="6753107" y="1847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0" name="pt34630"/>
            <p:cNvSpPr/>
            <p:nvPr/>
          </p:nvSpPr>
          <p:spPr>
            <a:xfrm>
              <a:off x="7127063" y="2194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1" name="pt34631"/>
            <p:cNvSpPr/>
            <p:nvPr/>
          </p:nvSpPr>
          <p:spPr>
            <a:xfrm>
              <a:off x="7130330" y="2167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2" name="pt34632"/>
            <p:cNvSpPr/>
            <p:nvPr/>
          </p:nvSpPr>
          <p:spPr>
            <a:xfrm>
              <a:off x="7350150" y="232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3" name="pt34633"/>
            <p:cNvSpPr/>
            <p:nvPr/>
          </p:nvSpPr>
          <p:spPr>
            <a:xfrm>
              <a:off x="7259503" y="2188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4" name="pt34634"/>
            <p:cNvSpPr/>
            <p:nvPr/>
          </p:nvSpPr>
          <p:spPr>
            <a:xfrm>
              <a:off x="7133736" y="2146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5" name="pt34635"/>
            <p:cNvSpPr/>
            <p:nvPr/>
          </p:nvSpPr>
          <p:spPr>
            <a:xfrm>
              <a:off x="7191671" y="2101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6" name="pt34636"/>
            <p:cNvSpPr/>
            <p:nvPr/>
          </p:nvSpPr>
          <p:spPr>
            <a:xfrm>
              <a:off x="7824639" y="2404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7" name="pt34637"/>
            <p:cNvSpPr/>
            <p:nvPr/>
          </p:nvSpPr>
          <p:spPr>
            <a:xfrm>
              <a:off x="7165495" y="2142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8" name="pt34638"/>
            <p:cNvSpPr/>
            <p:nvPr/>
          </p:nvSpPr>
          <p:spPr>
            <a:xfrm>
              <a:off x="7692605" y="2098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9" name="pt34639"/>
            <p:cNvSpPr/>
            <p:nvPr/>
          </p:nvSpPr>
          <p:spPr>
            <a:xfrm>
              <a:off x="7108653" y="2186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0" name="pt34640"/>
            <p:cNvSpPr/>
            <p:nvPr/>
          </p:nvSpPr>
          <p:spPr>
            <a:xfrm>
              <a:off x="7087469" y="2168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1" name="pt34641"/>
            <p:cNvSpPr/>
            <p:nvPr/>
          </p:nvSpPr>
          <p:spPr>
            <a:xfrm>
              <a:off x="7086459" y="2134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2" name="pt34642"/>
            <p:cNvSpPr/>
            <p:nvPr/>
          </p:nvSpPr>
          <p:spPr>
            <a:xfrm>
              <a:off x="7344924" y="2157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3" name="pt34643"/>
            <p:cNvSpPr/>
            <p:nvPr/>
          </p:nvSpPr>
          <p:spPr>
            <a:xfrm>
              <a:off x="7167871" y="2033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4" name="pt34644"/>
            <p:cNvSpPr/>
            <p:nvPr/>
          </p:nvSpPr>
          <p:spPr>
            <a:xfrm>
              <a:off x="6878395" y="2148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5" name="pt34645"/>
            <p:cNvSpPr/>
            <p:nvPr/>
          </p:nvSpPr>
          <p:spPr>
            <a:xfrm>
              <a:off x="7007872" y="1989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6" name="pt34646"/>
            <p:cNvSpPr/>
            <p:nvPr/>
          </p:nvSpPr>
          <p:spPr>
            <a:xfrm>
              <a:off x="6914765" y="2205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7" name="pt34647"/>
            <p:cNvSpPr/>
            <p:nvPr/>
          </p:nvSpPr>
          <p:spPr>
            <a:xfrm>
              <a:off x="7152866" y="2263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8" name="pt34648"/>
            <p:cNvSpPr/>
            <p:nvPr/>
          </p:nvSpPr>
          <p:spPr>
            <a:xfrm>
              <a:off x="7138303" y="2129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9" name="pt34649"/>
            <p:cNvSpPr/>
            <p:nvPr/>
          </p:nvSpPr>
          <p:spPr>
            <a:xfrm>
              <a:off x="7076108" y="2283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0" name="pt34650"/>
            <p:cNvSpPr/>
            <p:nvPr/>
          </p:nvSpPr>
          <p:spPr>
            <a:xfrm>
              <a:off x="7347884" y="2165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1" name="pt34651"/>
            <p:cNvSpPr/>
            <p:nvPr/>
          </p:nvSpPr>
          <p:spPr>
            <a:xfrm>
              <a:off x="7101964" y="2170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2" name="pt34652"/>
            <p:cNvSpPr/>
            <p:nvPr/>
          </p:nvSpPr>
          <p:spPr>
            <a:xfrm>
              <a:off x="7131320" y="2094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3" name="pt34653"/>
            <p:cNvSpPr/>
            <p:nvPr/>
          </p:nvSpPr>
          <p:spPr>
            <a:xfrm>
              <a:off x="7083345" y="2140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4" name="pt34654"/>
            <p:cNvSpPr/>
            <p:nvPr/>
          </p:nvSpPr>
          <p:spPr>
            <a:xfrm>
              <a:off x="6934006" y="2184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5" name="pt34655"/>
            <p:cNvSpPr/>
            <p:nvPr/>
          </p:nvSpPr>
          <p:spPr>
            <a:xfrm>
              <a:off x="7318133" y="2031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6" name="pt34656"/>
            <p:cNvSpPr/>
            <p:nvPr/>
          </p:nvSpPr>
          <p:spPr>
            <a:xfrm>
              <a:off x="7196465" y="2011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7" name="pt34657"/>
            <p:cNvSpPr/>
            <p:nvPr/>
          </p:nvSpPr>
          <p:spPr>
            <a:xfrm>
              <a:off x="7220075" y="2099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8" name="pt34658"/>
            <p:cNvSpPr/>
            <p:nvPr/>
          </p:nvSpPr>
          <p:spPr>
            <a:xfrm>
              <a:off x="7022781" y="1977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9" name="pt34659"/>
            <p:cNvSpPr/>
            <p:nvPr/>
          </p:nvSpPr>
          <p:spPr>
            <a:xfrm>
              <a:off x="7117735" y="2207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0" name="pt34660"/>
            <p:cNvSpPr/>
            <p:nvPr/>
          </p:nvSpPr>
          <p:spPr>
            <a:xfrm>
              <a:off x="6958241" y="2049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1" name="pt34661"/>
            <p:cNvSpPr/>
            <p:nvPr/>
          </p:nvSpPr>
          <p:spPr>
            <a:xfrm>
              <a:off x="7187477" y="2181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2" name="pt34662"/>
            <p:cNvSpPr/>
            <p:nvPr/>
          </p:nvSpPr>
          <p:spPr>
            <a:xfrm>
              <a:off x="7015180" y="1917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3" name="pt34663"/>
            <p:cNvSpPr/>
            <p:nvPr/>
          </p:nvSpPr>
          <p:spPr>
            <a:xfrm>
              <a:off x="7161309" y="2086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4" name="pt34664"/>
            <p:cNvSpPr/>
            <p:nvPr/>
          </p:nvSpPr>
          <p:spPr>
            <a:xfrm>
              <a:off x="7039091" y="2205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5" name="pt34665"/>
            <p:cNvSpPr/>
            <p:nvPr/>
          </p:nvSpPr>
          <p:spPr>
            <a:xfrm>
              <a:off x="7382691" y="2063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6" name="pt34666"/>
            <p:cNvSpPr/>
            <p:nvPr/>
          </p:nvSpPr>
          <p:spPr>
            <a:xfrm>
              <a:off x="7236561" y="2103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7" name="pt34667"/>
            <p:cNvSpPr/>
            <p:nvPr/>
          </p:nvSpPr>
          <p:spPr>
            <a:xfrm>
              <a:off x="7070556" y="2012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8" name="pt34668"/>
            <p:cNvSpPr/>
            <p:nvPr/>
          </p:nvSpPr>
          <p:spPr>
            <a:xfrm>
              <a:off x="7329360" y="2010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9" name="pt34669"/>
            <p:cNvSpPr/>
            <p:nvPr/>
          </p:nvSpPr>
          <p:spPr>
            <a:xfrm>
              <a:off x="6979533" y="2024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0" name="pt34670"/>
            <p:cNvSpPr/>
            <p:nvPr/>
          </p:nvSpPr>
          <p:spPr>
            <a:xfrm>
              <a:off x="7500806" y="2167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1" name="pt34671"/>
            <p:cNvSpPr/>
            <p:nvPr/>
          </p:nvSpPr>
          <p:spPr>
            <a:xfrm>
              <a:off x="7022726" y="2077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2" name="pt34672"/>
            <p:cNvSpPr/>
            <p:nvPr/>
          </p:nvSpPr>
          <p:spPr>
            <a:xfrm>
              <a:off x="6822510" y="1879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3" name="pt34673"/>
            <p:cNvSpPr/>
            <p:nvPr/>
          </p:nvSpPr>
          <p:spPr>
            <a:xfrm>
              <a:off x="7037937" y="2292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4" name="pt34674"/>
            <p:cNvSpPr/>
            <p:nvPr/>
          </p:nvSpPr>
          <p:spPr>
            <a:xfrm>
              <a:off x="7045279" y="2186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5" name="pt34675"/>
            <p:cNvSpPr/>
            <p:nvPr/>
          </p:nvSpPr>
          <p:spPr>
            <a:xfrm>
              <a:off x="6899764" y="1780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6" name="pt34676"/>
            <p:cNvSpPr/>
            <p:nvPr/>
          </p:nvSpPr>
          <p:spPr>
            <a:xfrm>
              <a:off x="7124728" y="2137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7" name="pt34677"/>
            <p:cNvSpPr/>
            <p:nvPr/>
          </p:nvSpPr>
          <p:spPr>
            <a:xfrm>
              <a:off x="7105973" y="2246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8" name="pt34678"/>
            <p:cNvSpPr/>
            <p:nvPr/>
          </p:nvSpPr>
          <p:spPr>
            <a:xfrm>
              <a:off x="7008677" y="2081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9" name="pt34679"/>
            <p:cNvSpPr/>
            <p:nvPr/>
          </p:nvSpPr>
          <p:spPr>
            <a:xfrm>
              <a:off x="7215411" y="2186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0" name="pt34680"/>
            <p:cNvSpPr/>
            <p:nvPr/>
          </p:nvSpPr>
          <p:spPr>
            <a:xfrm>
              <a:off x="7121607" y="2083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1" name="pt34681"/>
            <p:cNvSpPr/>
            <p:nvPr/>
          </p:nvSpPr>
          <p:spPr>
            <a:xfrm>
              <a:off x="7167180" y="1997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2" name="pt34682"/>
            <p:cNvSpPr/>
            <p:nvPr/>
          </p:nvSpPr>
          <p:spPr>
            <a:xfrm>
              <a:off x="7163357" y="2084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3" name="pt34683"/>
            <p:cNvSpPr/>
            <p:nvPr/>
          </p:nvSpPr>
          <p:spPr>
            <a:xfrm>
              <a:off x="7056469" y="2064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4" name="pt34684"/>
            <p:cNvSpPr/>
            <p:nvPr/>
          </p:nvSpPr>
          <p:spPr>
            <a:xfrm>
              <a:off x="7106631" y="2167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5" name="pt34685"/>
            <p:cNvSpPr/>
            <p:nvPr/>
          </p:nvSpPr>
          <p:spPr>
            <a:xfrm>
              <a:off x="7241093" y="1850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6" name="pt34686"/>
            <p:cNvSpPr/>
            <p:nvPr/>
          </p:nvSpPr>
          <p:spPr>
            <a:xfrm>
              <a:off x="7190487" y="2126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7" name="pt34687"/>
            <p:cNvSpPr/>
            <p:nvPr/>
          </p:nvSpPr>
          <p:spPr>
            <a:xfrm>
              <a:off x="7114974" y="218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8" name="pt34688"/>
            <p:cNvSpPr/>
            <p:nvPr/>
          </p:nvSpPr>
          <p:spPr>
            <a:xfrm>
              <a:off x="7104001" y="2183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9" name="pt34689"/>
            <p:cNvSpPr/>
            <p:nvPr/>
          </p:nvSpPr>
          <p:spPr>
            <a:xfrm>
              <a:off x="7224991" y="2175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0" name="pt34690"/>
            <p:cNvSpPr/>
            <p:nvPr/>
          </p:nvSpPr>
          <p:spPr>
            <a:xfrm>
              <a:off x="7060735" y="1933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1" name="pt34691"/>
            <p:cNvSpPr/>
            <p:nvPr/>
          </p:nvSpPr>
          <p:spPr>
            <a:xfrm>
              <a:off x="7032486" y="180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2" name="pt34692"/>
            <p:cNvSpPr/>
            <p:nvPr/>
          </p:nvSpPr>
          <p:spPr>
            <a:xfrm>
              <a:off x="6930473" y="2210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3" name="pt34693"/>
            <p:cNvSpPr/>
            <p:nvPr/>
          </p:nvSpPr>
          <p:spPr>
            <a:xfrm>
              <a:off x="7235422" y="2140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4" name="pt34694"/>
            <p:cNvSpPr/>
            <p:nvPr/>
          </p:nvSpPr>
          <p:spPr>
            <a:xfrm>
              <a:off x="7087065" y="2206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5" name="pt34695"/>
            <p:cNvSpPr/>
            <p:nvPr/>
          </p:nvSpPr>
          <p:spPr>
            <a:xfrm>
              <a:off x="7134649" y="2179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6" name="pt34696"/>
            <p:cNvSpPr/>
            <p:nvPr/>
          </p:nvSpPr>
          <p:spPr>
            <a:xfrm>
              <a:off x="7005403" y="1968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7" name="pt34697"/>
            <p:cNvSpPr/>
            <p:nvPr/>
          </p:nvSpPr>
          <p:spPr>
            <a:xfrm>
              <a:off x="7222542" y="2103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8" name="pt34698"/>
            <p:cNvSpPr/>
            <p:nvPr/>
          </p:nvSpPr>
          <p:spPr>
            <a:xfrm>
              <a:off x="7473979" y="2338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9" name="pt34699"/>
            <p:cNvSpPr/>
            <p:nvPr/>
          </p:nvSpPr>
          <p:spPr>
            <a:xfrm>
              <a:off x="6998541" y="1987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0" name="pt34700"/>
            <p:cNvSpPr/>
            <p:nvPr/>
          </p:nvSpPr>
          <p:spPr>
            <a:xfrm>
              <a:off x="7255495" y="1984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1" name="pt34701"/>
            <p:cNvSpPr/>
            <p:nvPr/>
          </p:nvSpPr>
          <p:spPr>
            <a:xfrm>
              <a:off x="7267839" y="2174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2" name="pt34702"/>
            <p:cNvSpPr/>
            <p:nvPr/>
          </p:nvSpPr>
          <p:spPr>
            <a:xfrm>
              <a:off x="7166527" y="2091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3" name="pt34703"/>
            <p:cNvSpPr/>
            <p:nvPr/>
          </p:nvSpPr>
          <p:spPr>
            <a:xfrm>
              <a:off x="7412248" y="2505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4" name="pt34704"/>
            <p:cNvSpPr/>
            <p:nvPr/>
          </p:nvSpPr>
          <p:spPr>
            <a:xfrm>
              <a:off x="7334117" y="1835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5" name="pt34705"/>
            <p:cNvSpPr/>
            <p:nvPr/>
          </p:nvSpPr>
          <p:spPr>
            <a:xfrm>
              <a:off x="6985903" y="2015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6" name="pt34706"/>
            <p:cNvSpPr/>
            <p:nvPr/>
          </p:nvSpPr>
          <p:spPr>
            <a:xfrm>
              <a:off x="7326110" y="1998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7" name="pt34707"/>
            <p:cNvSpPr/>
            <p:nvPr/>
          </p:nvSpPr>
          <p:spPr>
            <a:xfrm>
              <a:off x="7039239" y="2180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8" name="pt34708"/>
            <p:cNvSpPr/>
            <p:nvPr/>
          </p:nvSpPr>
          <p:spPr>
            <a:xfrm>
              <a:off x="7060175" y="2056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9" name="pt34709"/>
            <p:cNvSpPr/>
            <p:nvPr/>
          </p:nvSpPr>
          <p:spPr>
            <a:xfrm>
              <a:off x="7149380" y="2339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0" name="pt34710"/>
            <p:cNvSpPr/>
            <p:nvPr/>
          </p:nvSpPr>
          <p:spPr>
            <a:xfrm>
              <a:off x="7223457" y="2009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1" name="pt34711"/>
            <p:cNvSpPr/>
            <p:nvPr/>
          </p:nvSpPr>
          <p:spPr>
            <a:xfrm>
              <a:off x="6936342" y="2090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2" name="pt34712"/>
            <p:cNvSpPr/>
            <p:nvPr/>
          </p:nvSpPr>
          <p:spPr>
            <a:xfrm>
              <a:off x="7108209" y="2145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3" name="pt34713"/>
            <p:cNvSpPr/>
            <p:nvPr/>
          </p:nvSpPr>
          <p:spPr>
            <a:xfrm>
              <a:off x="7140656" y="2169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4" name="pt34714"/>
            <p:cNvSpPr/>
            <p:nvPr/>
          </p:nvSpPr>
          <p:spPr>
            <a:xfrm>
              <a:off x="7067285" y="1959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5" name="pt34715"/>
            <p:cNvSpPr/>
            <p:nvPr/>
          </p:nvSpPr>
          <p:spPr>
            <a:xfrm>
              <a:off x="7062179" y="1593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6" name="pt34716"/>
            <p:cNvSpPr/>
            <p:nvPr/>
          </p:nvSpPr>
          <p:spPr>
            <a:xfrm>
              <a:off x="6817947" y="2390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7" name="pt34717"/>
            <p:cNvSpPr/>
            <p:nvPr/>
          </p:nvSpPr>
          <p:spPr>
            <a:xfrm>
              <a:off x="7175475" y="2007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8" name="pt34718"/>
            <p:cNvSpPr/>
            <p:nvPr/>
          </p:nvSpPr>
          <p:spPr>
            <a:xfrm>
              <a:off x="7239335" y="1823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9" name="pt34719"/>
            <p:cNvSpPr/>
            <p:nvPr/>
          </p:nvSpPr>
          <p:spPr>
            <a:xfrm>
              <a:off x="7471557" y="2524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0" name="pt34720"/>
            <p:cNvSpPr/>
            <p:nvPr/>
          </p:nvSpPr>
          <p:spPr>
            <a:xfrm>
              <a:off x="7336243" y="2185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1" name="pt34721"/>
            <p:cNvSpPr/>
            <p:nvPr/>
          </p:nvSpPr>
          <p:spPr>
            <a:xfrm>
              <a:off x="7102805" y="2163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2" name="pt34722"/>
            <p:cNvSpPr/>
            <p:nvPr/>
          </p:nvSpPr>
          <p:spPr>
            <a:xfrm>
              <a:off x="7298865" y="1919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3" name="pt34723"/>
            <p:cNvSpPr/>
            <p:nvPr/>
          </p:nvSpPr>
          <p:spPr>
            <a:xfrm>
              <a:off x="7224989" y="2221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4" name="pt34724"/>
            <p:cNvSpPr/>
            <p:nvPr/>
          </p:nvSpPr>
          <p:spPr>
            <a:xfrm>
              <a:off x="7285027" y="2139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5" name="pt34725"/>
            <p:cNvSpPr/>
            <p:nvPr/>
          </p:nvSpPr>
          <p:spPr>
            <a:xfrm>
              <a:off x="7050436" y="2282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6" name="pt34726"/>
            <p:cNvSpPr/>
            <p:nvPr/>
          </p:nvSpPr>
          <p:spPr>
            <a:xfrm>
              <a:off x="7026789" y="1801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7" name="pt34727"/>
            <p:cNvSpPr/>
            <p:nvPr/>
          </p:nvSpPr>
          <p:spPr>
            <a:xfrm>
              <a:off x="6983717" y="2027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8" name="pt34728"/>
            <p:cNvSpPr/>
            <p:nvPr/>
          </p:nvSpPr>
          <p:spPr>
            <a:xfrm>
              <a:off x="7247980" y="2132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9" name="pt34729"/>
            <p:cNvSpPr/>
            <p:nvPr/>
          </p:nvSpPr>
          <p:spPr>
            <a:xfrm>
              <a:off x="7327050" y="2021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0" name="pt34730"/>
            <p:cNvSpPr/>
            <p:nvPr/>
          </p:nvSpPr>
          <p:spPr>
            <a:xfrm>
              <a:off x="7087669" y="2201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1" name="pt34731"/>
            <p:cNvSpPr/>
            <p:nvPr/>
          </p:nvSpPr>
          <p:spPr>
            <a:xfrm>
              <a:off x="7005860" y="1925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2" name="pt34732"/>
            <p:cNvSpPr/>
            <p:nvPr/>
          </p:nvSpPr>
          <p:spPr>
            <a:xfrm>
              <a:off x="7203756" y="2102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3" name="pt34733"/>
            <p:cNvSpPr/>
            <p:nvPr/>
          </p:nvSpPr>
          <p:spPr>
            <a:xfrm>
              <a:off x="7253485" y="2076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4" name="pt34734"/>
            <p:cNvSpPr/>
            <p:nvPr/>
          </p:nvSpPr>
          <p:spPr>
            <a:xfrm>
              <a:off x="6981413" y="2014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5" name="pt34735"/>
            <p:cNvSpPr/>
            <p:nvPr/>
          </p:nvSpPr>
          <p:spPr>
            <a:xfrm>
              <a:off x="7247882" y="1961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6" name="pt34736"/>
            <p:cNvSpPr/>
            <p:nvPr/>
          </p:nvSpPr>
          <p:spPr>
            <a:xfrm>
              <a:off x="7287181" y="1819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7" name="pt34737"/>
            <p:cNvSpPr/>
            <p:nvPr/>
          </p:nvSpPr>
          <p:spPr>
            <a:xfrm>
              <a:off x="7021487" y="1968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8" name="pt34738"/>
            <p:cNvSpPr/>
            <p:nvPr/>
          </p:nvSpPr>
          <p:spPr>
            <a:xfrm>
              <a:off x="7128298" y="2173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9" name="pt34739"/>
            <p:cNvSpPr/>
            <p:nvPr/>
          </p:nvSpPr>
          <p:spPr>
            <a:xfrm>
              <a:off x="7156591" y="2034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0" name="pt34740"/>
            <p:cNvSpPr/>
            <p:nvPr/>
          </p:nvSpPr>
          <p:spPr>
            <a:xfrm>
              <a:off x="7389275" y="2173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1" name="pt34741"/>
            <p:cNvSpPr/>
            <p:nvPr/>
          </p:nvSpPr>
          <p:spPr>
            <a:xfrm>
              <a:off x="7218763" y="1999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2" name="pt34742"/>
            <p:cNvSpPr/>
            <p:nvPr/>
          </p:nvSpPr>
          <p:spPr>
            <a:xfrm>
              <a:off x="6931868" y="2235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3" name="pt34743"/>
            <p:cNvSpPr/>
            <p:nvPr/>
          </p:nvSpPr>
          <p:spPr>
            <a:xfrm>
              <a:off x="7050467" y="2297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4" name="pt34744"/>
            <p:cNvSpPr/>
            <p:nvPr/>
          </p:nvSpPr>
          <p:spPr>
            <a:xfrm>
              <a:off x="7106622" y="2223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5" name="pt34745"/>
            <p:cNvSpPr/>
            <p:nvPr/>
          </p:nvSpPr>
          <p:spPr>
            <a:xfrm>
              <a:off x="7784847" y="2235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6" name="pt34746"/>
            <p:cNvSpPr/>
            <p:nvPr/>
          </p:nvSpPr>
          <p:spPr>
            <a:xfrm>
              <a:off x="7001872" y="1983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7" name="pt34747"/>
            <p:cNvSpPr/>
            <p:nvPr/>
          </p:nvSpPr>
          <p:spPr>
            <a:xfrm>
              <a:off x="7108630" y="2115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8" name="pt34748"/>
            <p:cNvSpPr/>
            <p:nvPr/>
          </p:nvSpPr>
          <p:spPr>
            <a:xfrm>
              <a:off x="7444260" y="2713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9" name="pt34749"/>
            <p:cNvSpPr/>
            <p:nvPr/>
          </p:nvSpPr>
          <p:spPr>
            <a:xfrm>
              <a:off x="7252664" y="1995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0" name="pt34750"/>
            <p:cNvSpPr/>
            <p:nvPr/>
          </p:nvSpPr>
          <p:spPr>
            <a:xfrm>
              <a:off x="7256059" y="2049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1" name="pt34751"/>
            <p:cNvSpPr/>
            <p:nvPr/>
          </p:nvSpPr>
          <p:spPr>
            <a:xfrm>
              <a:off x="7152774" y="2207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2" name="pt34752"/>
            <p:cNvSpPr/>
            <p:nvPr/>
          </p:nvSpPr>
          <p:spPr>
            <a:xfrm>
              <a:off x="7242355" y="2190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3" name="pt34753"/>
            <p:cNvSpPr/>
            <p:nvPr/>
          </p:nvSpPr>
          <p:spPr>
            <a:xfrm>
              <a:off x="7206118" y="2201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4" name="pt34754"/>
            <p:cNvSpPr/>
            <p:nvPr/>
          </p:nvSpPr>
          <p:spPr>
            <a:xfrm>
              <a:off x="7166642" y="2088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5" name="pt34755"/>
            <p:cNvSpPr/>
            <p:nvPr/>
          </p:nvSpPr>
          <p:spPr>
            <a:xfrm>
              <a:off x="7145032" y="2285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6" name="pt34756"/>
            <p:cNvSpPr/>
            <p:nvPr/>
          </p:nvSpPr>
          <p:spPr>
            <a:xfrm>
              <a:off x="7340685" y="2023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7" name="pt34757"/>
            <p:cNvSpPr/>
            <p:nvPr/>
          </p:nvSpPr>
          <p:spPr>
            <a:xfrm>
              <a:off x="7221736" y="2033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8" name="pt34758"/>
            <p:cNvSpPr/>
            <p:nvPr/>
          </p:nvSpPr>
          <p:spPr>
            <a:xfrm>
              <a:off x="7044418" y="2242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9" name="pt34759"/>
            <p:cNvSpPr/>
            <p:nvPr/>
          </p:nvSpPr>
          <p:spPr>
            <a:xfrm>
              <a:off x="7119190" y="2167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0" name="pt34760"/>
            <p:cNvSpPr/>
            <p:nvPr/>
          </p:nvSpPr>
          <p:spPr>
            <a:xfrm>
              <a:off x="7098395" y="219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1" name="pt34761"/>
            <p:cNvSpPr/>
            <p:nvPr/>
          </p:nvSpPr>
          <p:spPr>
            <a:xfrm>
              <a:off x="7180160" y="2113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2" name="pt34762"/>
            <p:cNvSpPr/>
            <p:nvPr/>
          </p:nvSpPr>
          <p:spPr>
            <a:xfrm>
              <a:off x="6861646" y="2244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3" name="pt34763"/>
            <p:cNvSpPr/>
            <p:nvPr/>
          </p:nvSpPr>
          <p:spPr>
            <a:xfrm>
              <a:off x="7056048" y="2145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4" name="pt34764"/>
            <p:cNvSpPr/>
            <p:nvPr/>
          </p:nvSpPr>
          <p:spPr>
            <a:xfrm>
              <a:off x="7289738" y="1909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5" name="pt34765"/>
            <p:cNvSpPr/>
            <p:nvPr/>
          </p:nvSpPr>
          <p:spPr>
            <a:xfrm>
              <a:off x="7241862" y="2233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6" name="pt34766"/>
            <p:cNvSpPr/>
            <p:nvPr/>
          </p:nvSpPr>
          <p:spPr>
            <a:xfrm>
              <a:off x="7189024" y="1967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7" name="pt34767"/>
            <p:cNvSpPr/>
            <p:nvPr/>
          </p:nvSpPr>
          <p:spPr>
            <a:xfrm>
              <a:off x="7216650" y="2305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8" name="pt34768"/>
            <p:cNvSpPr/>
            <p:nvPr/>
          </p:nvSpPr>
          <p:spPr>
            <a:xfrm>
              <a:off x="7237123" y="2061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9" name="pt34769"/>
            <p:cNvSpPr/>
            <p:nvPr/>
          </p:nvSpPr>
          <p:spPr>
            <a:xfrm>
              <a:off x="7023318" y="1938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0" name="pt34770"/>
            <p:cNvSpPr/>
            <p:nvPr/>
          </p:nvSpPr>
          <p:spPr>
            <a:xfrm>
              <a:off x="7193817" y="2007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1" name="pt34771"/>
            <p:cNvSpPr/>
            <p:nvPr/>
          </p:nvSpPr>
          <p:spPr>
            <a:xfrm>
              <a:off x="7186396" y="2124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2" name="pt34772"/>
            <p:cNvSpPr/>
            <p:nvPr/>
          </p:nvSpPr>
          <p:spPr>
            <a:xfrm>
              <a:off x="7009604" y="1891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3" name="pt34773"/>
            <p:cNvSpPr/>
            <p:nvPr/>
          </p:nvSpPr>
          <p:spPr>
            <a:xfrm>
              <a:off x="7061069" y="2012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4" name="pt34774"/>
            <p:cNvSpPr/>
            <p:nvPr/>
          </p:nvSpPr>
          <p:spPr>
            <a:xfrm>
              <a:off x="7069913" y="2011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5" name="pt34775"/>
            <p:cNvSpPr/>
            <p:nvPr/>
          </p:nvSpPr>
          <p:spPr>
            <a:xfrm>
              <a:off x="6895580" y="2167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6" name="pt34776"/>
            <p:cNvSpPr/>
            <p:nvPr/>
          </p:nvSpPr>
          <p:spPr>
            <a:xfrm>
              <a:off x="7077630" y="1957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7" name="pt34777"/>
            <p:cNvSpPr/>
            <p:nvPr/>
          </p:nvSpPr>
          <p:spPr>
            <a:xfrm>
              <a:off x="7322696" y="1941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8" name="pt34778"/>
            <p:cNvSpPr/>
            <p:nvPr/>
          </p:nvSpPr>
          <p:spPr>
            <a:xfrm>
              <a:off x="7064551" y="1708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9" name="pt34779"/>
            <p:cNvSpPr/>
            <p:nvPr/>
          </p:nvSpPr>
          <p:spPr>
            <a:xfrm>
              <a:off x="7137293" y="2155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0" name="pt34780"/>
            <p:cNvSpPr/>
            <p:nvPr/>
          </p:nvSpPr>
          <p:spPr>
            <a:xfrm>
              <a:off x="7239919" y="1701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1" name="pt34781"/>
            <p:cNvSpPr/>
            <p:nvPr/>
          </p:nvSpPr>
          <p:spPr>
            <a:xfrm>
              <a:off x="7302133" y="2023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2" name="pt34782"/>
            <p:cNvSpPr/>
            <p:nvPr/>
          </p:nvSpPr>
          <p:spPr>
            <a:xfrm>
              <a:off x="7083329" y="2081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3" name="pt34783"/>
            <p:cNvSpPr/>
            <p:nvPr/>
          </p:nvSpPr>
          <p:spPr>
            <a:xfrm>
              <a:off x="7151461" y="2377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4" name="pt34784"/>
            <p:cNvSpPr/>
            <p:nvPr/>
          </p:nvSpPr>
          <p:spPr>
            <a:xfrm>
              <a:off x="7220854" y="1981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5" name="pt34785"/>
            <p:cNvSpPr/>
            <p:nvPr/>
          </p:nvSpPr>
          <p:spPr>
            <a:xfrm>
              <a:off x="7151083" y="2340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6" name="pt34786"/>
            <p:cNvSpPr/>
            <p:nvPr/>
          </p:nvSpPr>
          <p:spPr>
            <a:xfrm>
              <a:off x="7103082" y="2174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7" name="pt34787"/>
            <p:cNvSpPr/>
            <p:nvPr/>
          </p:nvSpPr>
          <p:spPr>
            <a:xfrm>
              <a:off x="7168151" y="2004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8" name="pt34788"/>
            <p:cNvSpPr/>
            <p:nvPr/>
          </p:nvSpPr>
          <p:spPr>
            <a:xfrm>
              <a:off x="7138714" y="2206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9" name="pt34789"/>
            <p:cNvSpPr/>
            <p:nvPr/>
          </p:nvSpPr>
          <p:spPr>
            <a:xfrm>
              <a:off x="7246453" y="2202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0" name="pt34790"/>
            <p:cNvSpPr/>
            <p:nvPr/>
          </p:nvSpPr>
          <p:spPr>
            <a:xfrm>
              <a:off x="7068004" y="1933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1" name="pt34791"/>
            <p:cNvSpPr/>
            <p:nvPr/>
          </p:nvSpPr>
          <p:spPr>
            <a:xfrm>
              <a:off x="7231916" y="2216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2" name="pt34792"/>
            <p:cNvSpPr/>
            <p:nvPr/>
          </p:nvSpPr>
          <p:spPr>
            <a:xfrm>
              <a:off x="7168276" y="2007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3" name="pt34793"/>
            <p:cNvSpPr/>
            <p:nvPr/>
          </p:nvSpPr>
          <p:spPr>
            <a:xfrm>
              <a:off x="7196270" y="2037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4" name="pt34794"/>
            <p:cNvSpPr/>
            <p:nvPr/>
          </p:nvSpPr>
          <p:spPr>
            <a:xfrm>
              <a:off x="7209259" y="2263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5" name="pt34795"/>
            <p:cNvSpPr/>
            <p:nvPr/>
          </p:nvSpPr>
          <p:spPr>
            <a:xfrm>
              <a:off x="6673317" y="2299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6" name="pt34796"/>
            <p:cNvSpPr/>
            <p:nvPr/>
          </p:nvSpPr>
          <p:spPr>
            <a:xfrm>
              <a:off x="7229290" y="2063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7" name="pt34797"/>
            <p:cNvSpPr/>
            <p:nvPr/>
          </p:nvSpPr>
          <p:spPr>
            <a:xfrm>
              <a:off x="6875819" y="2293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8" name="pt34798"/>
            <p:cNvSpPr/>
            <p:nvPr/>
          </p:nvSpPr>
          <p:spPr>
            <a:xfrm>
              <a:off x="7064911" y="1789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9" name="pt34799"/>
            <p:cNvSpPr/>
            <p:nvPr/>
          </p:nvSpPr>
          <p:spPr>
            <a:xfrm>
              <a:off x="6791247" y="2620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0" name="pt34800"/>
            <p:cNvSpPr/>
            <p:nvPr/>
          </p:nvSpPr>
          <p:spPr>
            <a:xfrm>
              <a:off x="6893823" y="2006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1" name="pt34801"/>
            <p:cNvSpPr/>
            <p:nvPr/>
          </p:nvSpPr>
          <p:spPr>
            <a:xfrm>
              <a:off x="7309067" y="2103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2" name="pt34802"/>
            <p:cNvSpPr/>
            <p:nvPr/>
          </p:nvSpPr>
          <p:spPr>
            <a:xfrm>
              <a:off x="7128310" y="2154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3" name="pt34803"/>
            <p:cNvSpPr/>
            <p:nvPr/>
          </p:nvSpPr>
          <p:spPr>
            <a:xfrm>
              <a:off x="7137241" y="2196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4" name="pt34804"/>
            <p:cNvSpPr/>
            <p:nvPr/>
          </p:nvSpPr>
          <p:spPr>
            <a:xfrm>
              <a:off x="7262640" y="2038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5" name="pt34805"/>
            <p:cNvSpPr/>
            <p:nvPr/>
          </p:nvSpPr>
          <p:spPr>
            <a:xfrm>
              <a:off x="7179600" y="2100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6" name="pt34806"/>
            <p:cNvSpPr/>
            <p:nvPr/>
          </p:nvSpPr>
          <p:spPr>
            <a:xfrm>
              <a:off x="7101351" y="2202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7" name="pt34807"/>
            <p:cNvSpPr/>
            <p:nvPr/>
          </p:nvSpPr>
          <p:spPr>
            <a:xfrm>
              <a:off x="7178349" y="2096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8" name="pt34808"/>
            <p:cNvSpPr/>
            <p:nvPr/>
          </p:nvSpPr>
          <p:spPr>
            <a:xfrm>
              <a:off x="7167664" y="1989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9" name="pt34809"/>
            <p:cNvSpPr/>
            <p:nvPr/>
          </p:nvSpPr>
          <p:spPr>
            <a:xfrm>
              <a:off x="7164880" y="2082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0" name="pt34810"/>
            <p:cNvSpPr/>
            <p:nvPr/>
          </p:nvSpPr>
          <p:spPr>
            <a:xfrm>
              <a:off x="7192229" y="2010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1" name="pt34811"/>
            <p:cNvSpPr/>
            <p:nvPr/>
          </p:nvSpPr>
          <p:spPr>
            <a:xfrm>
              <a:off x="7106029" y="2261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2" name="pt34812"/>
            <p:cNvSpPr/>
            <p:nvPr/>
          </p:nvSpPr>
          <p:spPr>
            <a:xfrm>
              <a:off x="7261833" y="201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3" name="pt34813"/>
            <p:cNvSpPr/>
            <p:nvPr/>
          </p:nvSpPr>
          <p:spPr>
            <a:xfrm>
              <a:off x="7271944" y="2081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4" name="pt34814"/>
            <p:cNvSpPr/>
            <p:nvPr/>
          </p:nvSpPr>
          <p:spPr>
            <a:xfrm>
              <a:off x="6959095" y="2068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5" name="pt34815"/>
            <p:cNvSpPr/>
            <p:nvPr/>
          </p:nvSpPr>
          <p:spPr>
            <a:xfrm>
              <a:off x="6816695" y="2231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6" name="pt34816"/>
            <p:cNvSpPr/>
            <p:nvPr/>
          </p:nvSpPr>
          <p:spPr>
            <a:xfrm>
              <a:off x="6731469" y="1667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7" name="pt34817"/>
            <p:cNvSpPr/>
            <p:nvPr/>
          </p:nvSpPr>
          <p:spPr>
            <a:xfrm>
              <a:off x="7098109" y="2123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8" name="pt34818"/>
            <p:cNvSpPr/>
            <p:nvPr/>
          </p:nvSpPr>
          <p:spPr>
            <a:xfrm>
              <a:off x="7104365" y="2190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9" name="pt34819"/>
            <p:cNvSpPr/>
            <p:nvPr/>
          </p:nvSpPr>
          <p:spPr>
            <a:xfrm>
              <a:off x="7005032" y="2024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0" name="pt34820"/>
            <p:cNvSpPr/>
            <p:nvPr/>
          </p:nvSpPr>
          <p:spPr>
            <a:xfrm>
              <a:off x="7002087" y="1954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1" name="pt34821"/>
            <p:cNvSpPr/>
            <p:nvPr/>
          </p:nvSpPr>
          <p:spPr>
            <a:xfrm>
              <a:off x="6994205" y="1992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2" name="pt34822"/>
            <p:cNvSpPr/>
            <p:nvPr/>
          </p:nvSpPr>
          <p:spPr>
            <a:xfrm>
              <a:off x="6807466" y="2696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3" name="pt34823"/>
            <p:cNvSpPr/>
            <p:nvPr/>
          </p:nvSpPr>
          <p:spPr>
            <a:xfrm>
              <a:off x="7147009" y="2239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4" name="pt34824"/>
            <p:cNvSpPr/>
            <p:nvPr/>
          </p:nvSpPr>
          <p:spPr>
            <a:xfrm>
              <a:off x="7223543" y="2236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5" name="pt34825"/>
            <p:cNvSpPr/>
            <p:nvPr/>
          </p:nvSpPr>
          <p:spPr>
            <a:xfrm>
              <a:off x="7329225" y="2122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6" name="pt34826"/>
            <p:cNvSpPr/>
            <p:nvPr/>
          </p:nvSpPr>
          <p:spPr>
            <a:xfrm>
              <a:off x="7132477" y="2191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7" name="pt34827"/>
            <p:cNvSpPr/>
            <p:nvPr/>
          </p:nvSpPr>
          <p:spPr>
            <a:xfrm>
              <a:off x="7038678" y="2210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8" name="pt34828"/>
            <p:cNvSpPr/>
            <p:nvPr/>
          </p:nvSpPr>
          <p:spPr>
            <a:xfrm>
              <a:off x="7130873" y="2088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9" name="pt34829"/>
            <p:cNvSpPr/>
            <p:nvPr/>
          </p:nvSpPr>
          <p:spPr>
            <a:xfrm>
              <a:off x="7016334" y="2080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0" name="pt34830"/>
            <p:cNvSpPr/>
            <p:nvPr/>
          </p:nvSpPr>
          <p:spPr>
            <a:xfrm>
              <a:off x="7249242" y="2014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1" name="pt34831"/>
            <p:cNvSpPr/>
            <p:nvPr/>
          </p:nvSpPr>
          <p:spPr>
            <a:xfrm>
              <a:off x="7267903" y="2029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2" name="pt34832"/>
            <p:cNvSpPr/>
            <p:nvPr/>
          </p:nvSpPr>
          <p:spPr>
            <a:xfrm>
              <a:off x="7206981" y="2234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3" name="pt34833"/>
            <p:cNvSpPr/>
            <p:nvPr/>
          </p:nvSpPr>
          <p:spPr>
            <a:xfrm>
              <a:off x="7078850" y="2160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4" name="pt34834"/>
            <p:cNvSpPr/>
            <p:nvPr/>
          </p:nvSpPr>
          <p:spPr>
            <a:xfrm>
              <a:off x="7316807" y="2009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5" name="pt34835"/>
            <p:cNvSpPr/>
            <p:nvPr/>
          </p:nvSpPr>
          <p:spPr>
            <a:xfrm>
              <a:off x="7284697" y="2148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6" name="pt34836"/>
            <p:cNvSpPr/>
            <p:nvPr/>
          </p:nvSpPr>
          <p:spPr>
            <a:xfrm>
              <a:off x="7112497" y="2085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7" name="pt34837"/>
            <p:cNvSpPr/>
            <p:nvPr/>
          </p:nvSpPr>
          <p:spPr>
            <a:xfrm>
              <a:off x="7121867" y="2159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8" name="pt34838"/>
            <p:cNvSpPr/>
            <p:nvPr/>
          </p:nvSpPr>
          <p:spPr>
            <a:xfrm>
              <a:off x="7156892" y="2184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9" name="pt34839"/>
            <p:cNvSpPr/>
            <p:nvPr/>
          </p:nvSpPr>
          <p:spPr>
            <a:xfrm>
              <a:off x="7153026" y="2323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0" name="pt34840"/>
            <p:cNvSpPr/>
            <p:nvPr/>
          </p:nvSpPr>
          <p:spPr>
            <a:xfrm>
              <a:off x="6742943" y="2113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1" name="pt34841"/>
            <p:cNvSpPr/>
            <p:nvPr/>
          </p:nvSpPr>
          <p:spPr>
            <a:xfrm>
              <a:off x="7156960" y="2107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2" name="pt34842"/>
            <p:cNvSpPr/>
            <p:nvPr/>
          </p:nvSpPr>
          <p:spPr>
            <a:xfrm>
              <a:off x="7133844" y="2207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3" name="pt34843"/>
            <p:cNvSpPr/>
            <p:nvPr/>
          </p:nvSpPr>
          <p:spPr>
            <a:xfrm>
              <a:off x="7070471" y="1916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4" name="pt34844"/>
            <p:cNvSpPr/>
            <p:nvPr/>
          </p:nvSpPr>
          <p:spPr>
            <a:xfrm>
              <a:off x="7030034" y="1984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5" name="pt34845"/>
            <p:cNvSpPr/>
            <p:nvPr/>
          </p:nvSpPr>
          <p:spPr>
            <a:xfrm>
              <a:off x="7328145" y="2058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6" name="pt34846"/>
            <p:cNvSpPr/>
            <p:nvPr/>
          </p:nvSpPr>
          <p:spPr>
            <a:xfrm>
              <a:off x="7205951" y="2107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7" name="pt34847"/>
            <p:cNvSpPr/>
            <p:nvPr/>
          </p:nvSpPr>
          <p:spPr>
            <a:xfrm>
              <a:off x="7218927" y="2049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8" name="pt34848"/>
            <p:cNvSpPr/>
            <p:nvPr/>
          </p:nvSpPr>
          <p:spPr>
            <a:xfrm>
              <a:off x="6964426" y="2059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9" name="pt34849"/>
            <p:cNvSpPr/>
            <p:nvPr/>
          </p:nvSpPr>
          <p:spPr>
            <a:xfrm>
              <a:off x="7105843" y="2201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0" name="pt34850"/>
            <p:cNvSpPr/>
            <p:nvPr/>
          </p:nvSpPr>
          <p:spPr>
            <a:xfrm>
              <a:off x="7183518" y="2121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1" name="pt34851"/>
            <p:cNvSpPr/>
            <p:nvPr/>
          </p:nvSpPr>
          <p:spPr>
            <a:xfrm>
              <a:off x="7318211" y="1996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2" name="pt34852"/>
            <p:cNvSpPr/>
            <p:nvPr/>
          </p:nvSpPr>
          <p:spPr>
            <a:xfrm>
              <a:off x="7057882" y="2151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3" name="pt34853"/>
            <p:cNvSpPr/>
            <p:nvPr/>
          </p:nvSpPr>
          <p:spPr>
            <a:xfrm>
              <a:off x="7172544" y="198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4" name="pt34854"/>
            <p:cNvSpPr/>
            <p:nvPr/>
          </p:nvSpPr>
          <p:spPr>
            <a:xfrm>
              <a:off x="6923841" y="2141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5" name="pt34855"/>
            <p:cNvSpPr/>
            <p:nvPr/>
          </p:nvSpPr>
          <p:spPr>
            <a:xfrm>
              <a:off x="6940078" y="2020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6" name="pt34856"/>
            <p:cNvSpPr/>
            <p:nvPr/>
          </p:nvSpPr>
          <p:spPr>
            <a:xfrm>
              <a:off x="7262234" y="2161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7" name="pt34857"/>
            <p:cNvSpPr/>
            <p:nvPr/>
          </p:nvSpPr>
          <p:spPr>
            <a:xfrm>
              <a:off x="7122546" y="2028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8" name="pt34858"/>
            <p:cNvSpPr/>
            <p:nvPr/>
          </p:nvSpPr>
          <p:spPr>
            <a:xfrm>
              <a:off x="7390580" y="1942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9" name="pt34859"/>
            <p:cNvSpPr/>
            <p:nvPr/>
          </p:nvSpPr>
          <p:spPr>
            <a:xfrm>
              <a:off x="7167423" y="1990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0" name="pt34860"/>
            <p:cNvSpPr/>
            <p:nvPr/>
          </p:nvSpPr>
          <p:spPr>
            <a:xfrm>
              <a:off x="7198865" y="2032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1" name="pt34861"/>
            <p:cNvSpPr/>
            <p:nvPr/>
          </p:nvSpPr>
          <p:spPr>
            <a:xfrm>
              <a:off x="7043597" y="2275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2" name="pt34862"/>
            <p:cNvSpPr/>
            <p:nvPr/>
          </p:nvSpPr>
          <p:spPr>
            <a:xfrm>
              <a:off x="7221623" y="2215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3" name="pt34863"/>
            <p:cNvSpPr/>
            <p:nvPr/>
          </p:nvSpPr>
          <p:spPr>
            <a:xfrm>
              <a:off x="6826037" y="2092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4" name="pt34864"/>
            <p:cNvSpPr/>
            <p:nvPr/>
          </p:nvSpPr>
          <p:spPr>
            <a:xfrm>
              <a:off x="7154721" y="231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5" name="pt34865"/>
            <p:cNvSpPr/>
            <p:nvPr/>
          </p:nvSpPr>
          <p:spPr>
            <a:xfrm>
              <a:off x="6980544" y="1984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6" name="pt34866"/>
            <p:cNvSpPr/>
            <p:nvPr/>
          </p:nvSpPr>
          <p:spPr>
            <a:xfrm>
              <a:off x="7440597" y="2589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7" name="pt34867"/>
            <p:cNvSpPr/>
            <p:nvPr/>
          </p:nvSpPr>
          <p:spPr>
            <a:xfrm>
              <a:off x="7093680" y="2025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8" name="pt34868"/>
            <p:cNvSpPr/>
            <p:nvPr/>
          </p:nvSpPr>
          <p:spPr>
            <a:xfrm>
              <a:off x="6917032" y="2226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9" name="pt34869"/>
            <p:cNvSpPr/>
            <p:nvPr/>
          </p:nvSpPr>
          <p:spPr>
            <a:xfrm>
              <a:off x="7121877" y="2059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0" name="pt34870"/>
            <p:cNvSpPr/>
            <p:nvPr/>
          </p:nvSpPr>
          <p:spPr>
            <a:xfrm>
              <a:off x="7000864" y="1966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1" name="pt34871"/>
            <p:cNvSpPr/>
            <p:nvPr/>
          </p:nvSpPr>
          <p:spPr>
            <a:xfrm>
              <a:off x="7338274" y="2052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2" name="pt34872"/>
            <p:cNvSpPr/>
            <p:nvPr/>
          </p:nvSpPr>
          <p:spPr>
            <a:xfrm>
              <a:off x="7180937" y="215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3" name="pt34873"/>
            <p:cNvSpPr/>
            <p:nvPr/>
          </p:nvSpPr>
          <p:spPr>
            <a:xfrm>
              <a:off x="7129630" y="2223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4" name="pt34874"/>
            <p:cNvSpPr/>
            <p:nvPr/>
          </p:nvSpPr>
          <p:spPr>
            <a:xfrm>
              <a:off x="7158466" y="2216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5" name="pt34875"/>
            <p:cNvSpPr/>
            <p:nvPr/>
          </p:nvSpPr>
          <p:spPr>
            <a:xfrm>
              <a:off x="7131107" y="21073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6" name="pt34876"/>
            <p:cNvSpPr/>
            <p:nvPr/>
          </p:nvSpPr>
          <p:spPr>
            <a:xfrm>
              <a:off x="7064321" y="166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7" name="pt34877"/>
            <p:cNvSpPr/>
            <p:nvPr/>
          </p:nvSpPr>
          <p:spPr>
            <a:xfrm>
              <a:off x="7499252" y="2221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8" name="pt34878"/>
            <p:cNvSpPr/>
            <p:nvPr/>
          </p:nvSpPr>
          <p:spPr>
            <a:xfrm>
              <a:off x="7108739" y="2081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9" name="pt34879"/>
            <p:cNvSpPr/>
            <p:nvPr/>
          </p:nvSpPr>
          <p:spPr>
            <a:xfrm>
              <a:off x="7108305" y="2110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0" name="pt34880"/>
            <p:cNvSpPr/>
            <p:nvPr/>
          </p:nvSpPr>
          <p:spPr>
            <a:xfrm>
              <a:off x="7105142" y="2194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1" name="pt34881"/>
            <p:cNvSpPr/>
            <p:nvPr/>
          </p:nvSpPr>
          <p:spPr>
            <a:xfrm>
              <a:off x="7166631" y="2002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2" name="pt34882"/>
            <p:cNvSpPr/>
            <p:nvPr/>
          </p:nvSpPr>
          <p:spPr>
            <a:xfrm>
              <a:off x="7091290" y="2230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3" name="pt34883"/>
            <p:cNvSpPr/>
            <p:nvPr/>
          </p:nvSpPr>
          <p:spPr>
            <a:xfrm>
              <a:off x="7173631" y="1944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4" name="pt34884"/>
            <p:cNvSpPr/>
            <p:nvPr/>
          </p:nvSpPr>
          <p:spPr>
            <a:xfrm>
              <a:off x="7032783" y="1948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5" name="pt34885"/>
            <p:cNvSpPr/>
            <p:nvPr/>
          </p:nvSpPr>
          <p:spPr>
            <a:xfrm>
              <a:off x="7153255" y="2148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6" name="pt34886"/>
            <p:cNvSpPr/>
            <p:nvPr/>
          </p:nvSpPr>
          <p:spPr>
            <a:xfrm>
              <a:off x="6769846" y="2571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7" name="pt34887"/>
            <p:cNvSpPr/>
            <p:nvPr/>
          </p:nvSpPr>
          <p:spPr>
            <a:xfrm>
              <a:off x="7120709" y="2143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8" name="pt34888"/>
            <p:cNvSpPr/>
            <p:nvPr/>
          </p:nvSpPr>
          <p:spPr>
            <a:xfrm>
              <a:off x="6957588" y="2045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9" name="pt34889"/>
            <p:cNvSpPr/>
            <p:nvPr/>
          </p:nvSpPr>
          <p:spPr>
            <a:xfrm>
              <a:off x="7562587" y="2036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0" name="pt34890"/>
            <p:cNvSpPr/>
            <p:nvPr/>
          </p:nvSpPr>
          <p:spPr>
            <a:xfrm>
              <a:off x="6829342" y="206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1" name="pt34891"/>
            <p:cNvSpPr/>
            <p:nvPr/>
          </p:nvSpPr>
          <p:spPr>
            <a:xfrm>
              <a:off x="7088948" y="2195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2" name="pt34892"/>
            <p:cNvSpPr/>
            <p:nvPr/>
          </p:nvSpPr>
          <p:spPr>
            <a:xfrm>
              <a:off x="7100239" y="2296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3" name="pt34893"/>
            <p:cNvSpPr/>
            <p:nvPr/>
          </p:nvSpPr>
          <p:spPr>
            <a:xfrm>
              <a:off x="7167760" y="2046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4" name="pt34894"/>
            <p:cNvSpPr/>
            <p:nvPr/>
          </p:nvSpPr>
          <p:spPr>
            <a:xfrm>
              <a:off x="7068884" y="2163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5" name="pt34895"/>
            <p:cNvSpPr/>
            <p:nvPr/>
          </p:nvSpPr>
          <p:spPr>
            <a:xfrm>
              <a:off x="7447329" y="2648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6" name="pt34896"/>
            <p:cNvSpPr/>
            <p:nvPr/>
          </p:nvSpPr>
          <p:spPr>
            <a:xfrm>
              <a:off x="7220679" y="2252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7" name="pt34897"/>
            <p:cNvSpPr/>
            <p:nvPr/>
          </p:nvSpPr>
          <p:spPr>
            <a:xfrm>
              <a:off x="6914913" y="2227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8" name="pt34898"/>
            <p:cNvSpPr/>
            <p:nvPr/>
          </p:nvSpPr>
          <p:spPr>
            <a:xfrm>
              <a:off x="7618198" y="2430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9" name="pt34899"/>
            <p:cNvSpPr/>
            <p:nvPr/>
          </p:nvSpPr>
          <p:spPr>
            <a:xfrm>
              <a:off x="6922448" y="2304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0" name="pt34900"/>
            <p:cNvSpPr/>
            <p:nvPr/>
          </p:nvSpPr>
          <p:spPr>
            <a:xfrm>
              <a:off x="7293622" y="205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1" name="pt34901"/>
            <p:cNvSpPr/>
            <p:nvPr/>
          </p:nvSpPr>
          <p:spPr>
            <a:xfrm>
              <a:off x="7159765" y="2141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2" name="pt34902"/>
            <p:cNvSpPr/>
            <p:nvPr/>
          </p:nvSpPr>
          <p:spPr>
            <a:xfrm>
              <a:off x="7100907" y="2175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3" name="pt34903"/>
            <p:cNvSpPr/>
            <p:nvPr/>
          </p:nvSpPr>
          <p:spPr>
            <a:xfrm>
              <a:off x="6913887" y="2243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4" name="pt34904"/>
            <p:cNvSpPr/>
            <p:nvPr/>
          </p:nvSpPr>
          <p:spPr>
            <a:xfrm>
              <a:off x="7446647" y="2717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5" name="pt34905"/>
            <p:cNvSpPr/>
            <p:nvPr/>
          </p:nvSpPr>
          <p:spPr>
            <a:xfrm>
              <a:off x="7226627" y="2017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6" name="pt34906"/>
            <p:cNvSpPr/>
            <p:nvPr/>
          </p:nvSpPr>
          <p:spPr>
            <a:xfrm>
              <a:off x="7250960" y="2077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7" name="pt34907"/>
            <p:cNvSpPr/>
            <p:nvPr/>
          </p:nvSpPr>
          <p:spPr>
            <a:xfrm>
              <a:off x="7001809" y="1939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8" name="pt34908"/>
            <p:cNvSpPr/>
            <p:nvPr/>
          </p:nvSpPr>
          <p:spPr>
            <a:xfrm>
              <a:off x="7212795" y="2307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9" name="pt34909"/>
            <p:cNvSpPr/>
            <p:nvPr/>
          </p:nvSpPr>
          <p:spPr>
            <a:xfrm>
              <a:off x="7403030" y="2865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0" name="pt34910"/>
            <p:cNvSpPr/>
            <p:nvPr/>
          </p:nvSpPr>
          <p:spPr>
            <a:xfrm>
              <a:off x="7189258" y="2027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1" name="pt34911"/>
            <p:cNvSpPr/>
            <p:nvPr/>
          </p:nvSpPr>
          <p:spPr>
            <a:xfrm>
              <a:off x="7209772" y="2190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2" name="pt34912"/>
            <p:cNvSpPr/>
            <p:nvPr/>
          </p:nvSpPr>
          <p:spPr>
            <a:xfrm>
              <a:off x="6929720" y="2200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3" name="pt34913"/>
            <p:cNvSpPr/>
            <p:nvPr/>
          </p:nvSpPr>
          <p:spPr>
            <a:xfrm>
              <a:off x="7343839" y="2032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4" name="pt34914"/>
            <p:cNvSpPr/>
            <p:nvPr/>
          </p:nvSpPr>
          <p:spPr>
            <a:xfrm>
              <a:off x="7065225" y="1690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5" name="pt34915"/>
            <p:cNvSpPr/>
            <p:nvPr/>
          </p:nvSpPr>
          <p:spPr>
            <a:xfrm>
              <a:off x="7498194" y="2226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6" name="pt34916"/>
            <p:cNvSpPr/>
            <p:nvPr/>
          </p:nvSpPr>
          <p:spPr>
            <a:xfrm>
              <a:off x="7156222" y="2187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7" name="pt34917"/>
            <p:cNvSpPr/>
            <p:nvPr/>
          </p:nvSpPr>
          <p:spPr>
            <a:xfrm>
              <a:off x="7359025" y="2517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8" name="pt34918"/>
            <p:cNvSpPr/>
            <p:nvPr/>
          </p:nvSpPr>
          <p:spPr>
            <a:xfrm>
              <a:off x="7139099" y="216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9" name="pt34919"/>
            <p:cNvSpPr/>
            <p:nvPr/>
          </p:nvSpPr>
          <p:spPr>
            <a:xfrm>
              <a:off x="6915499" y="2128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0" name="pt34920"/>
            <p:cNvSpPr/>
            <p:nvPr/>
          </p:nvSpPr>
          <p:spPr>
            <a:xfrm>
              <a:off x="7060955" y="206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1" name="pt34921"/>
            <p:cNvSpPr/>
            <p:nvPr/>
          </p:nvSpPr>
          <p:spPr>
            <a:xfrm>
              <a:off x="6980262" y="1998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2" name="pt34922"/>
            <p:cNvSpPr/>
            <p:nvPr/>
          </p:nvSpPr>
          <p:spPr>
            <a:xfrm>
              <a:off x="7099436" y="2237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3" name="pt34923"/>
            <p:cNvSpPr/>
            <p:nvPr/>
          </p:nvSpPr>
          <p:spPr>
            <a:xfrm>
              <a:off x="7078718" y="2138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4" name="pt34924"/>
            <p:cNvSpPr/>
            <p:nvPr/>
          </p:nvSpPr>
          <p:spPr>
            <a:xfrm>
              <a:off x="7100489" y="2216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5" name="pt34925"/>
            <p:cNvSpPr/>
            <p:nvPr/>
          </p:nvSpPr>
          <p:spPr>
            <a:xfrm>
              <a:off x="7022816" y="1997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6" name="pt34926"/>
            <p:cNvSpPr/>
            <p:nvPr/>
          </p:nvSpPr>
          <p:spPr>
            <a:xfrm>
              <a:off x="7284371" y="1951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7" name="pt34927"/>
            <p:cNvSpPr/>
            <p:nvPr/>
          </p:nvSpPr>
          <p:spPr>
            <a:xfrm>
              <a:off x="7224573" y="2008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8" name="pt34928"/>
            <p:cNvSpPr/>
            <p:nvPr/>
          </p:nvSpPr>
          <p:spPr>
            <a:xfrm>
              <a:off x="6944386" y="224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9" name="pt34929"/>
            <p:cNvSpPr/>
            <p:nvPr/>
          </p:nvSpPr>
          <p:spPr>
            <a:xfrm>
              <a:off x="6982555" y="1868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0" name="pt34930"/>
            <p:cNvSpPr/>
            <p:nvPr/>
          </p:nvSpPr>
          <p:spPr>
            <a:xfrm>
              <a:off x="7078900" y="2123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1" name="pt34931"/>
            <p:cNvSpPr/>
            <p:nvPr/>
          </p:nvSpPr>
          <p:spPr>
            <a:xfrm>
              <a:off x="7024249" y="1776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2" name="pt34932"/>
            <p:cNvSpPr/>
            <p:nvPr/>
          </p:nvSpPr>
          <p:spPr>
            <a:xfrm>
              <a:off x="7257604" y="2084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3" name="pt34933"/>
            <p:cNvSpPr/>
            <p:nvPr/>
          </p:nvSpPr>
          <p:spPr>
            <a:xfrm>
              <a:off x="7320120" y="2057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4" name="pt34934"/>
            <p:cNvSpPr/>
            <p:nvPr/>
          </p:nvSpPr>
          <p:spPr>
            <a:xfrm>
              <a:off x="7081245" y="2133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5" name="pt34935"/>
            <p:cNvSpPr/>
            <p:nvPr/>
          </p:nvSpPr>
          <p:spPr>
            <a:xfrm>
              <a:off x="7152562" y="2299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6" name="pt34936"/>
            <p:cNvSpPr/>
            <p:nvPr/>
          </p:nvSpPr>
          <p:spPr>
            <a:xfrm>
              <a:off x="7183033" y="2118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7" name="pt34937"/>
            <p:cNvSpPr/>
            <p:nvPr/>
          </p:nvSpPr>
          <p:spPr>
            <a:xfrm>
              <a:off x="7489208" y="2620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8" name="pt34938"/>
            <p:cNvSpPr/>
            <p:nvPr/>
          </p:nvSpPr>
          <p:spPr>
            <a:xfrm>
              <a:off x="7081918" y="2013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9" name="pt34939"/>
            <p:cNvSpPr/>
            <p:nvPr/>
          </p:nvSpPr>
          <p:spPr>
            <a:xfrm>
              <a:off x="6997325" y="1994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0" name="pt34940"/>
            <p:cNvSpPr/>
            <p:nvPr/>
          </p:nvSpPr>
          <p:spPr>
            <a:xfrm>
              <a:off x="7201205" y="2111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1" name="pt34941"/>
            <p:cNvSpPr/>
            <p:nvPr/>
          </p:nvSpPr>
          <p:spPr>
            <a:xfrm>
              <a:off x="6994721" y="2035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2" name="pt34942"/>
            <p:cNvSpPr/>
            <p:nvPr/>
          </p:nvSpPr>
          <p:spPr>
            <a:xfrm>
              <a:off x="7304303" y="2056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3" name="pt34943"/>
            <p:cNvSpPr/>
            <p:nvPr/>
          </p:nvSpPr>
          <p:spPr>
            <a:xfrm>
              <a:off x="7030026" y="1920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4" name="pt34944"/>
            <p:cNvSpPr/>
            <p:nvPr/>
          </p:nvSpPr>
          <p:spPr>
            <a:xfrm>
              <a:off x="7157490" y="2134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5" name="pt34945"/>
            <p:cNvSpPr/>
            <p:nvPr/>
          </p:nvSpPr>
          <p:spPr>
            <a:xfrm>
              <a:off x="7178116" y="2124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6" name="pt34946"/>
            <p:cNvSpPr/>
            <p:nvPr/>
          </p:nvSpPr>
          <p:spPr>
            <a:xfrm>
              <a:off x="7102708" y="2211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7" name="pt34947"/>
            <p:cNvSpPr/>
            <p:nvPr/>
          </p:nvSpPr>
          <p:spPr>
            <a:xfrm>
              <a:off x="7186878" y="2151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8" name="pt34948"/>
            <p:cNvSpPr/>
            <p:nvPr/>
          </p:nvSpPr>
          <p:spPr>
            <a:xfrm>
              <a:off x="6823003" y="200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9" name="pt34949"/>
            <p:cNvSpPr/>
            <p:nvPr/>
          </p:nvSpPr>
          <p:spPr>
            <a:xfrm>
              <a:off x="7240062" y="1828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0" name="pt34950"/>
            <p:cNvSpPr/>
            <p:nvPr/>
          </p:nvSpPr>
          <p:spPr>
            <a:xfrm>
              <a:off x="7231615" y="2255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1" name="pt34951"/>
            <p:cNvSpPr/>
            <p:nvPr/>
          </p:nvSpPr>
          <p:spPr>
            <a:xfrm>
              <a:off x="7321871" y="1990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2" name="pt34952"/>
            <p:cNvSpPr/>
            <p:nvPr/>
          </p:nvSpPr>
          <p:spPr>
            <a:xfrm>
              <a:off x="7089594" y="2110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3" name="pt34953"/>
            <p:cNvSpPr/>
            <p:nvPr/>
          </p:nvSpPr>
          <p:spPr>
            <a:xfrm>
              <a:off x="7311152" y="2061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4" name="pt34954"/>
            <p:cNvSpPr/>
            <p:nvPr/>
          </p:nvSpPr>
          <p:spPr>
            <a:xfrm>
              <a:off x="6950679" y="2163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5" name="pt34955"/>
            <p:cNvSpPr/>
            <p:nvPr/>
          </p:nvSpPr>
          <p:spPr>
            <a:xfrm>
              <a:off x="7376884" y="2350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6" name="pt34956"/>
            <p:cNvSpPr/>
            <p:nvPr/>
          </p:nvSpPr>
          <p:spPr>
            <a:xfrm>
              <a:off x="7254940" y="2065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7" name="pt34957"/>
            <p:cNvSpPr/>
            <p:nvPr/>
          </p:nvSpPr>
          <p:spPr>
            <a:xfrm>
              <a:off x="7243702" y="2245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8" name="pt34958"/>
            <p:cNvSpPr/>
            <p:nvPr/>
          </p:nvSpPr>
          <p:spPr>
            <a:xfrm>
              <a:off x="7020718" y="2056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9" name="pt34959"/>
            <p:cNvSpPr/>
            <p:nvPr/>
          </p:nvSpPr>
          <p:spPr>
            <a:xfrm>
              <a:off x="6975672" y="2036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0" name="pt34960"/>
            <p:cNvSpPr/>
            <p:nvPr/>
          </p:nvSpPr>
          <p:spPr>
            <a:xfrm>
              <a:off x="7248216" y="2108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1" name="pt34961"/>
            <p:cNvSpPr/>
            <p:nvPr/>
          </p:nvSpPr>
          <p:spPr>
            <a:xfrm>
              <a:off x="7198255" y="2057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2" name="pt34962"/>
            <p:cNvSpPr/>
            <p:nvPr/>
          </p:nvSpPr>
          <p:spPr>
            <a:xfrm>
              <a:off x="7109549" y="2162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3" name="pt34963"/>
            <p:cNvSpPr/>
            <p:nvPr/>
          </p:nvSpPr>
          <p:spPr>
            <a:xfrm>
              <a:off x="7090413" y="2232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4" name="pt34964"/>
            <p:cNvSpPr/>
            <p:nvPr/>
          </p:nvSpPr>
          <p:spPr>
            <a:xfrm>
              <a:off x="7250017" y="1984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5" name="pt34965"/>
            <p:cNvSpPr/>
            <p:nvPr/>
          </p:nvSpPr>
          <p:spPr>
            <a:xfrm>
              <a:off x="6931682" y="2212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6" name="pt34966"/>
            <p:cNvSpPr/>
            <p:nvPr/>
          </p:nvSpPr>
          <p:spPr>
            <a:xfrm>
              <a:off x="7216274" y="2153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7" name="pt34967"/>
            <p:cNvSpPr/>
            <p:nvPr/>
          </p:nvSpPr>
          <p:spPr>
            <a:xfrm>
              <a:off x="7038223" y="211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8" name="pt34968"/>
            <p:cNvSpPr/>
            <p:nvPr/>
          </p:nvSpPr>
          <p:spPr>
            <a:xfrm>
              <a:off x="7379888" y="2314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9" name="pt34969"/>
            <p:cNvSpPr/>
            <p:nvPr/>
          </p:nvSpPr>
          <p:spPr>
            <a:xfrm>
              <a:off x="7170360" y="2001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0" name="pt34970"/>
            <p:cNvSpPr/>
            <p:nvPr/>
          </p:nvSpPr>
          <p:spPr>
            <a:xfrm>
              <a:off x="7150370" y="2357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1" name="pt34971"/>
            <p:cNvSpPr/>
            <p:nvPr/>
          </p:nvSpPr>
          <p:spPr>
            <a:xfrm>
              <a:off x="7159519" y="2183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2" name="pt34972"/>
            <p:cNvSpPr/>
            <p:nvPr/>
          </p:nvSpPr>
          <p:spPr>
            <a:xfrm>
              <a:off x="7266505" y="2057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3" name="pt34973"/>
            <p:cNvSpPr/>
            <p:nvPr/>
          </p:nvSpPr>
          <p:spPr>
            <a:xfrm>
              <a:off x="7307791" y="1957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4" name="pt34974"/>
            <p:cNvSpPr/>
            <p:nvPr/>
          </p:nvSpPr>
          <p:spPr>
            <a:xfrm>
              <a:off x="7037861" y="2215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5" name="pt34975"/>
            <p:cNvSpPr/>
            <p:nvPr/>
          </p:nvSpPr>
          <p:spPr>
            <a:xfrm>
              <a:off x="7082446" y="2120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6" name="pt34976"/>
            <p:cNvSpPr/>
            <p:nvPr/>
          </p:nvSpPr>
          <p:spPr>
            <a:xfrm>
              <a:off x="7212185" y="234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7" name="pt34977"/>
            <p:cNvSpPr/>
            <p:nvPr/>
          </p:nvSpPr>
          <p:spPr>
            <a:xfrm>
              <a:off x="7090176" y="2167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8" name="pt34978"/>
            <p:cNvSpPr/>
            <p:nvPr/>
          </p:nvSpPr>
          <p:spPr>
            <a:xfrm>
              <a:off x="7263064" y="2043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9" name="pt34979"/>
            <p:cNvSpPr/>
            <p:nvPr/>
          </p:nvSpPr>
          <p:spPr>
            <a:xfrm>
              <a:off x="7069689" y="2159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0" name="pt34980"/>
            <p:cNvSpPr/>
            <p:nvPr/>
          </p:nvSpPr>
          <p:spPr>
            <a:xfrm>
              <a:off x="7390355" y="1987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1" name="pt34981"/>
            <p:cNvSpPr/>
            <p:nvPr/>
          </p:nvSpPr>
          <p:spPr>
            <a:xfrm>
              <a:off x="6852689" y="2132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2" name="pt34982"/>
            <p:cNvSpPr/>
            <p:nvPr/>
          </p:nvSpPr>
          <p:spPr>
            <a:xfrm>
              <a:off x="7180788" y="2068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3" name="pt34983"/>
            <p:cNvSpPr/>
            <p:nvPr/>
          </p:nvSpPr>
          <p:spPr>
            <a:xfrm>
              <a:off x="7043871" y="221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4" name="pt34984"/>
            <p:cNvSpPr/>
            <p:nvPr/>
          </p:nvSpPr>
          <p:spPr>
            <a:xfrm>
              <a:off x="6975329" y="1970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5" name="pt34985"/>
            <p:cNvSpPr/>
            <p:nvPr/>
          </p:nvSpPr>
          <p:spPr>
            <a:xfrm>
              <a:off x="7204070" y="2095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6" name="pt34986"/>
            <p:cNvSpPr/>
            <p:nvPr/>
          </p:nvSpPr>
          <p:spPr>
            <a:xfrm>
              <a:off x="7320868" y="1888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7" name="pt34987"/>
            <p:cNvSpPr/>
            <p:nvPr/>
          </p:nvSpPr>
          <p:spPr>
            <a:xfrm>
              <a:off x="7221509" y="2073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8" name="pt34988"/>
            <p:cNvSpPr/>
            <p:nvPr/>
          </p:nvSpPr>
          <p:spPr>
            <a:xfrm>
              <a:off x="7318750" y="2098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9" name="pt34989"/>
            <p:cNvSpPr/>
            <p:nvPr/>
          </p:nvSpPr>
          <p:spPr>
            <a:xfrm>
              <a:off x="7220607" y="2063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0" name="pt34990"/>
            <p:cNvSpPr/>
            <p:nvPr/>
          </p:nvSpPr>
          <p:spPr>
            <a:xfrm>
              <a:off x="7115622" y="2100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1" name="pt34991"/>
            <p:cNvSpPr/>
            <p:nvPr/>
          </p:nvSpPr>
          <p:spPr>
            <a:xfrm>
              <a:off x="7293990" y="1936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2" name="pt34992"/>
            <p:cNvSpPr/>
            <p:nvPr/>
          </p:nvSpPr>
          <p:spPr>
            <a:xfrm>
              <a:off x="7190237" y="2073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3" name="pt34993"/>
            <p:cNvSpPr/>
            <p:nvPr/>
          </p:nvSpPr>
          <p:spPr>
            <a:xfrm>
              <a:off x="7175004" y="1969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4" name="pt34994"/>
            <p:cNvSpPr/>
            <p:nvPr/>
          </p:nvSpPr>
          <p:spPr>
            <a:xfrm>
              <a:off x="7141416" y="2171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5" name="pt34995"/>
            <p:cNvSpPr/>
            <p:nvPr/>
          </p:nvSpPr>
          <p:spPr>
            <a:xfrm>
              <a:off x="7237407" y="2009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6" name="pt34996"/>
            <p:cNvSpPr/>
            <p:nvPr/>
          </p:nvSpPr>
          <p:spPr>
            <a:xfrm>
              <a:off x="7121234" y="2178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7" name="pt34997"/>
            <p:cNvSpPr/>
            <p:nvPr/>
          </p:nvSpPr>
          <p:spPr>
            <a:xfrm>
              <a:off x="7232800" y="2166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8" name="pt34998"/>
            <p:cNvSpPr/>
            <p:nvPr/>
          </p:nvSpPr>
          <p:spPr>
            <a:xfrm>
              <a:off x="7145445" y="2186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9" name="pt34999"/>
            <p:cNvSpPr/>
            <p:nvPr/>
          </p:nvSpPr>
          <p:spPr>
            <a:xfrm>
              <a:off x="7216376" y="2376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0" name="pt35000"/>
            <p:cNvSpPr/>
            <p:nvPr/>
          </p:nvSpPr>
          <p:spPr>
            <a:xfrm>
              <a:off x="7035044" y="2118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1" name="pt35001"/>
            <p:cNvSpPr/>
            <p:nvPr/>
          </p:nvSpPr>
          <p:spPr>
            <a:xfrm>
              <a:off x="7173421" y="1944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2" name="pt35002"/>
            <p:cNvSpPr/>
            <p:nvPr/>
          </p:nvSpPr>
          <p:spPr>
            <a:xfrm>
              <a:off x="6946563" y="2156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3" name="pt35003"/>
            <p:cNvSpPr/>
            <p:nvPr/>
          </p:nvSpPr>
          <p:spPr>
            <a:xfrm>
              <a:off x="7123403" y="2156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4" name="pt35004"/>
            <p:cNvSpPr/>
            <p:nvPr/>
          </p:nvSpPr>
          <p:spPr>
            <a:xfrm>
              <a:off x="7110004" y="2162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5" name="pt35005"/>
            <p:cNvSpPr/>
            <p:nvPr/>
          </p:nvSpPr>
          <p:spPr>
            <a:xfrm>
              <a:off x="7091909" y="2253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6" name="pt35006"/>
            <p:cNvSpPr/>
            <p:nvPr/>
          </p:nvSpPr>
          <p:spPr>
            <a:xfrm>
              <a:off x="7282093" y="2198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7" name="pt35007"/>
            <p:cNvSpPr/>
            <p:nvPr/>
          </p:nvSpPr>
          <p:spPr>
            <a:xfrm>
              <a:off x="7062052" y="2007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8" name="pt35008"/>
            <p:cNvSpPr/>
            <p:nvPr/>
          </p:nvSpPr>
          <p:spPr>
            <a:xfrm>
              <a:off x="7232500" y="2045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9" name="pt35009"/>
            <p:cNvSpPr/>
            <p:nvPr/>
          </p:nvSpPr>
          <p:spPr>
            <a:xfrm>
              <a:off x="7148215" y="2367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0" name="pt35010"/>
            <p:cNvSpPr/>
            <p:nvPr/>
          </p:nvSpPr>
          <p:spPr>
            <a:xfrm>
              <a:off x="7201408" y="2035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1" name="pt35011"/>
            <p:cNvSpPr/>
            <p:nvPr/>
          </p:nvSpPr>
          <p:spPr>
            <a:xfrm>
              <a:off x="7192783" y="2013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2" name="pt35012"/>
            <p:cNvSpPr/>
            <p:nvPr/>
          </p:nvSpPr>
          <p:spPr>
            <a:xfrm>
              <a:off x="7229748" y="2019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3" name="pt35013"/>
            <p:cNvSpPr/>
            <p:nvPr/>
          </p:nvSpPr>
          <p:spPr>
            <a:xfrm>
              <a:off x="7363078" y="2690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4" name="pt35014"/>
            <p:cNvSpPr/>
            <p:nvPr/>
          </p:nvSpPr>
          <p:spPr>
            <a:xfrm>
              <a:off x="7371461" y="242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5" name="pt35015"/>
            <p:cNvSpPr/>
            <p:nvPr/>
          </p:nvSpPr>
          <p:spPr>
            <a:xfrm>
              <a:off x="7168330" y="1996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6" name="pt35016"/>
            <p:cNvSpPr/>
            <p:nvPr/>
          </p:nvSpPr>
          <p:spPr>
            <a:xfrm>
              <a:off x="7132768" y="2153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7" name="pt35017"/>
            <p:cNvSpPr/>
            <p:nvPr/>
          </p:nvSpPr>
          <p:spPr>
            <a:xfrm>
              <a:off x="7156590" y="2131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8" name="pt35018"/>
            <p:cNvSpPr/>
            <p:nvPr/>
          </p:nvSpPr>
          <p:spPr>
            <a:xfrm>
              <a:off x="7226389" y="2031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9" name="pt35019"/>
            <p:cNvSpPr/>
            <p:nvPr/>
          </p:nvSpPr>
          <p:spPr>
            <a:xfrm>
              <a:off x="7190205" y="207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0" name="pt35020"/>
            <p:cNvSpPr/>
            <p:nvPr/>
          </p:nvSpPr>
          <p:spPr>
            <a:xfrm>
              <a:off x="6888818" y="2103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1" name="pt35021"/>
            <p:cNvSpPr/>
            <p:nvPr/>
          </p:nvSpPr>
          <p:spPr>
            <a:xfrm>
              <a:off x="7127110" y="2167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2" name="pt35022"/>
            <p:cNvSpPr/>
            <p:nvPr/>
          </p:nvSpPr>
          <p:spPr>
            <a:xfrm>
              <a:off x="6807653" y="2462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3" name="pt35023"/>
            <p:cNvSpPr/>
            <p:nvPr/>
          </p:nvSpPr>
          <p:spPr>
            <a:xfrm>
              <a:off x="7407706" y="2565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4" name="pt35024"/>
            <p:cNvSpPr/>
            <p:nvPr/>
          </p:nvSpPr>
          <p:spPr>
            <a:xfrm>
              <a:off x="7155707" y="2263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5" name="pt35025"/>
            <p:cNvSpPr/>
            <p:nvPr/>
          </p:nvSpPr>
          <p:spPr>
            <a:xfrm>
              <a:off x="7358168" y="2315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6" name="pt35026"/>
            <p:cNvSpPr/>
            <p:nvPr/>
          </p:nvSpPr>
          <p:spPr>
            <a:xfrm>
              <a:off x="7115639" y="2203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7" name="pt35027"/>
            <p:cNvSpPr/>
            <p:nvPr/>
          </p:nvSpPr>
          <p:spPr>
            <a:xfrm>
              <a:off x="6854492" y="2281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8" name="pt35028"/>
            <p:cNvSpPr/>
            <p:nvPr/>
          </p:nvSpPr>
          <p:spPr>
            <a:xfrm>
              <a:off x="6913570" y="2299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9" name="pt35029"/>
            <p:cNvSpPr/>
            <p:nvPr/>
          </p:nvSpPr>
          <p:spPr>
            <a:xfrm>
              <a:off x="6780445" y="2402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0" name="pt35030"/>
            <p:cNvSpPr/>
            <p:nvPr/>
          </p:nvSpPr>
          <p:spPr>
            <a:xfrm>
              <a:off x="7341445" y="1981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1" name="pt35031"/>
            <p:cNvSpPr/>
            <p:nvPr/>
          </p:nvSpPr>
          <p:spPr>
            <a:xfrm>
              <a:off x="7037623" y="2298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2" name="pt35032"/>
            <p:cNvSpPr/>
            <p:nvPr/>
          </p:nvSpPr>
          <p:spPr>
            <a:xfrm>
              <a:off x="6929596" y="2258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3" name="pt35033"/>
            <p:cNvSpPr/>
            <p:nvPr/>
          </p:nvSpPr>
          <p:spPr>
            <a:xfrm>
              <a:off x="7325057" y="1975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4" name="pt35034"/>
            <p:cNvSpPr/>
            <p:nvPr/>
          </p:nvSpPr>
          <p:spPr>
            <a:xfrm>
              <a:off x="7151122" y="229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5" name="pt35035"/>
            <p:cNvSpPr/>
            <p:nvPr/>
          </p:nvSpPr>
          <p:spPr>
            <a:xfrm>
              <a:off x="6880211" y="2099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6" name="pt35036"/>
            <p:cNvSpPr/>
            <p:nvPr/>
          </p:nvSpPr>
          <p:spPr>
            <a:xfrm>
              <a:off x="7186779" y="2164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7" name="pt35037"/>
            <p:cNvSpPr/>
            <p:nvPr/>
          </p:nvSpPr>
          <p:spPr>
            <a:xfrm>
              <a:off x="7112171" y="2146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8" name="pt35038"/>
            <p:cNvSpPr/>
            <p:nvPr/>
          </p:nvSpPr>
          <p:spPr>
            <a:xfrm>
              <a:off x="7212848" y="2372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9" name="pt35039"/>
            <p:cNvSpPr/>
            <p:nvPr/>
          </p:nvSpPr>
          <p:spPr>
            <a:xfrm>
              <a:off x="7078831" y="2109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0" name="pt35040"/>
            <p:cNvSpPr/>
            <p:nvPr/>
          </p:nvSpPr>
          <p:spPr>
            <a:xfrm>
              <a:off x="6868315" y="2238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1" name="pt35041"/>
            <p:cNvSpPr/>
            <p:nvPr/>
          </p:nvSpPr>
          <p:spPr>
            <a:xfrm>
              <a:off x="7163541" y="2095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2" name="pt35042"/>
            <p:cNvSpPr/>
            <p:nvPr/>
          </p:nvSpPr>
          <p:spPr>
            <a:xfrm>
              <a:off x="6807914" y="2265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3" name="pt35043"/>
            <p:cNvSpPr/>
            <p:nvPr/>
          </p:nvSpPr>
          <p:spPr>
            <a:xfrm>
              <a:off x="7124786" y="2160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4" name="pt35044"/>
            <p:cNvSpPr/>
            <p:nvPr/>
          </p:nvSpPr>
          <p:spPr>
            <a:xfrm>
              <a:off x="7146417" y="2277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5" name="pt35045"/>
            <p:cNvSpPr/>
            <p:nvPr/>
          </p:nvSpPr>
          <p:spPr>
            <a:xfrm>
              <a:off x="7030186" y="1848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6" name="pt35046"/>
            <p:cNvSpPr/>
            <p:nvPr/>
          </p:nvSpPr>
          <p:spPr>
            <a:xfrm>
              <a:off x="7373132" y="2472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7" name="pt35047"/>
            <p:cNvSpPr/>
            <p:nvPr/>
          </p:nvSpPr>
          <p:spPr>
            <a:xfrm>
              <a:off x="7558134" y="2312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8" name="pt35048"/>
            <p:cNvSpPr/>
            <p:nvPr/>
          </p:nvSpPr>
          <p:spPr>
            <a:xfrm>
              <a:off x="7200443" y="197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9" name="pt35049"/>
            <p:cNvSpPr/>
            <p:nvPr/>
          </p:nvSpPr>
          <p:spPr>
            <a:xfrm>
              <a:off x="7220859" y="2204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0" name="pt35050"/>
            <p:cNvSpPr/>
            <p:nvPr/>
          </p:nvSpPr>
          <p:spPr>
            <a:xfrm>
              <a:off x="7391374" y="2110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1" name="pt35051"/>
            <p:cNvSpPr/>
            <p:nvPr/>
          </p:nvSpPr>
          <p:spPr>
            <a:xfrm>
              <a:off x="7177605" y="2040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2" name="pt35052"/>
            <p:cNvSpPr/>
            <p:nvPr/>
          </p:nvSpPr>
          <p:spPr>
            <a:xfrm>
              <a:off x="7199744" y="2003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3" name="pt35053"/>
            <p:cNvSpPr/>
            <p:nvPr/>
          </p:nvSpPr>
          <p:spPr>
            <a:xfrm>
              <a:off x="6764864" y="252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4" name="pt35054"/>
            <p:cNvSpPr/>
            <p:nvPr/>
          </p:nvSpPr>
          <p:spPr>
            <a:xfrm>
              <a:off x="6889511" y="2045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5" name="pt35055"/>
            <p:cNvSpPr/>
            <p:nvPr/>
          </p:nvSpPr>
          <p:spPr>
            <a:xfrm>
              <a:off x="7081446" y="2099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6" name="pt35056"/>
            <p:cNvSpPr/>
            <p:nvPr/>
          </p:nvSpPr>
          <p:spPr>
            <a:xfrm>
              <a:off x="7369435" y="2507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7" name="pt35057"/>
            <p:cNvSpPr/>
            <p:nvPr/>
          </p:nvSpPr>
          <p:spPr>
            <a:xfrm>
              <a:off x="6966259" y="1995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8" name="pt35058"/>
            <p:cNvSpPr/>
            <p:nvPr/>
          </p:nvSpPr>
          <p:spPr>
            <a:xfrm>
              <a:off x="7091235" y="2220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9" name="pt35059"/>
            <p:cNvSpPr/>
            <p:nvPr/>
          </p:nvSpPr>
          <p:spPr>
            <a:xfrm>
              <a:off x="7123797" y="2058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0" name="pt35060"/>
            <p:cNvSpPr/>
            <p:nvPr/>
          </p:nvSpPr>
          <p:spPr>
            <a:xfrm>
              <a:off x="7157953" y="2232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1" name="pt35061"/>
            <p:cNvSpPr/>
            <p:nvPr/>
          </p:nvSpPr>
          <p:spPr>
            <a:xfrm>
              <a:off x="7094724" y="2107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2" name="pt35062"/>
            <p:cNvSpPr/>
            <p:nvPr/>
          </p:nvSpPr>
          <p:spPr>
            <a:xfrm>
              <a:off x="7370104" y="2642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3" name="pt35063"/>
            <p:cNvSpPr/>
            <p:nvPr/>
          </p:nvSpPr>
          <p:spPr>
            <a:xfrm>
              <a:off x="7098438" y="2086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4" name="pt35064"/>
            <p:cNvSpPr/>
            <p:nvPr/>
          </p:nvSpPr>
          <p:spPr>
            <a:xfrm>
              <a:off x="7297311" y="2005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5" name="pt35065"/>
            <p:cNvSpPr/>
            <p:nvPr/>
          </p:nvSpPr>
          <p:spPr>
            <a:xfrm>
              <a:off x="7287122" y="1945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6" name="pt35066"/>
            <p:cNvSpPr/>
            <p:nvPr/>
          </p:nvSpPr>
          <p:spPr>
            <a:xfrm>
              <a:off x="7156700" y="2199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7" name="pt35067"/>
            <p:cNvSpPr/>
            <p:nvPr/>
          </p:nvSpPr>
          <p:spPr>
            <a:xfrm>
              <a:off x="7274481" y="2089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8" name="pt35068"/>
            <p:cNvSpPr/>
            <p:nvPr/>
          </p:nvSpPr>
          <p:spPr>
            <a:xfrm>
              <a:off x="7238910" y="1831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9" name="pt35069"/>
            <p:cNvSpPr/>
            <p:nvPr/>
          </p:nvSpPr>
          <p:spPr>
            <a:xfrm>
              <a:off x="7275533" y="2017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0" name="pt35070"/>
            <p:cNvSpPr/>
            <p:nvPr/>
          </p:nvSpPr>
          <p:spPr>
            <a:xfrm>
              <a:off x="6851143" y="2453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1" name="pt35071"/>
            <p:cNvSpPr/>
            <p:nvPr/>
          </p:nvSpPr>
          <p:spPr>
            <a:xfrm>
              <a:off x="7162515" y="2063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2" name="pt35072"/>
            <p:cNvSpPr/>
            <p:nvPr/>
          </p:nvSpPr>
          <p:spPr>
            <a:xfrm>
              <a:off x="7152713" y="2353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3" name="pt35073"/>
            <p:cNvSpPr/>
            <p:nvPr/>
          </p:nvSpPr>
          <p:spPr>
            <a:xfrm>
              <a:off x="7141007" y="2345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4" name="pt35074"/>
            <p:cNvSpPr/>
            <p:nvPr/>
          </p:nvSpPr>
          <p:spPr>
            <a:xfrm>
              <a:off x="6841896" y="2111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5" name="pt35075"/>
            <p:cNvSpPr/>
            <p:nvPr/>
          </p:nvSpPr>
          <p:spPr>
            <a:xfrm>
              <a:off x="6814834" y="2207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6" name="pt35076"/>
            <p:cNvSpPr/>
            <p:nvPr/>
          </p:nvSpPr>
          <p:spPr>
            <a:xfrm>
              <a:off x="7044492" y="2034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7" name="pt35077"/>
            <p:cNvSpPr/>
            <p:nvPr/>
          </p:nvSpPr>
          <p:spPr>
            <a:xfrm>
              <a:off x="7234311" y="2013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8" name="pt35078"/>
            <p:cNvSpPr/>
            <p:nvPr/>
          </p:nvSpPr>
          <p:spPr>
            <a:xfrm>
              <a:off x="7098836" y="2230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9" name="pt35079"/>
            <p:cNvSpPr/>
            <p:nvPr/>
          </p:nvSpPr>
          <p:spPr>
            <a:xfrm>
              <a:off x="7048118" y="2373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0" name="pt35080"/>
            <p:cNvSpPr/>
            <p:nvPr/>
          </p:nvSpPr>
          <p:spPr>
            <a:xfrm>
              <a:off x="7127861" y="2157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1" name="pt35081"/>
            <p:cNvSpPr/>
            <p:nvPr/>
          </p:nvSpPr>
          <p:spPr>
            <a:xfrm>
              <a:off x="7042478" y="2242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2" name="pt35082"/>
            <p:cNvSpPr/>
            <p:nvPr/>
          </p:nvSpPr>
          <p:spPr>
            <a:xfrm>
              <a:off x="7165768" y="2031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3" name="pt35083"/>
            <p:cNvSpPr/>
            <p:nvPr/>
          </p:nvSpPr>
          <p:spPr>
            <a:xfrm>
              <a:off x="7351567" y="2062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4" name="pt35084"/>
            <p:cNvSpPr/>
            <p:nvPr/>
          </p:nvSpPr>
          <p:spPr>
            <a:xfrm>
              <a:off x="7345726" y="2129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5" name="pt35085"/>
            <p:cNvSpPr/>
            <p:nvPr/>
          </p:nvSpPr>
          <p:spPr>
            <a:xfrm>
              <a:off x="7300604" y="197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6" name="pt35086"/>
            <p:cNvSpPr/>
            <p:nvPr/>
          </p:nvSpPr>
          <p:spPr>
            <a:xfrm>
              <a:off x="7353112" y="1856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7" name="pt35087"/>
            <p:cNvSpPr/>
            <p:nvPr/>
          </p:nvSpPr>
          <p:spPr>
            <a:xfrm>
              <a:off x="7307802" y="1974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8" name="pt35088"/>
            <p:cNvSpPr/>
            <p:nvPr/>
          </p:nvSpPr>
          <p:spPr>
            <a:xfrm>
              <a:off x="7016246" y="2065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9" name="pt35089"/>
            <p:cNvSpPr/>
            <p:nvPr/>
          </p:nvSpPr>
          <p:spPr>
            <a:xfrm>
              <a:off x="7031061" y="1917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0" name="pt35090"/>
            <p:cNvSpPr/>
            <p:nvPr/>
          </p:nvSpPr>
          <p:spPr>
            <a:xfrm>
              <a:off x="7027083" y="1805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1" name="pt35091"/>
            <p:cNvSpPr/>
            <p:nvPr/>
          </p:nvSpPr>
          <p:spPr>
            <a:xfrm>
              <a:off x="7252212" y="2012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2" name="pt35092"/>
            <p:cNvSpPr/>
            <p:nvPr/>
          </p:nvSpPr>
          <p:spPr>
            <a:xfrm>
              <a:off x="7066776" y="2176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3" name="pt35093"/>
            <p:cNvSpPr/>
            <p:nvPr/>
          </p:nvSpPr>
          <p:spPr>
            <a:xfrm>
              <a:off x="7010244" y="1959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4" name="pt35094"/>
            <p:cNvSpPr/>
            <p:nvPr/>
          </p:nvSpPr>
          <p:spPr>
            <a:xfrm>
              <a:off x="7326171" y="194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5" name="pt35095"/>
            <p:cNvSpPr/>
            <p:nvPr/>
          </p:nvSpPr>
          <p:spPr>
            <a:xfrm>
              <a:off x="7083185" y="2025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6" name="pt35096"/>
            <p:cNvSpPr/>
            <p:nvPr/>
          </p:nvSpPr>
          <p:spPr>
            <a:xfrm>
              <a:off x="7211724" y="2264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7" name="pt35097"/>
            <p:cNvSpPr/>
            <p:nvPr/>
          </p:nvSpPr>
          <p:spPr>
            <a:xfrm>
              <a:off x="6926673" y="2197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8" name="pt35098"/>
            <p:cNvSpPr/>
            <p:nvPr/>
          </p:nvSpPr>
          <p:spPr>
            <a:xfrm>
              <a:off x="7294734" y="1842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9" name="pt35099"/>
            <p:cNvSpPr/>
            <p:nvPr/>
          </p:nvSpPr>
          <p:spPr>
            <a:xfrm>
              <a:off x="7461996" y="2323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0" name="pt35100"/>
            <p:cNvSpPr/>
            <p:nvPr/>
          </p:nvSpPr>
          <p:spPr>
            <a:xfrm>
              <a:off x="7150126" y="2317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1" name="pt35101"/>
            <p:cNvSpPr/>
            <p:nvPr/>
          </p:nvSpPr>
          <p:spPr>
            <a:xfrm>
              <a:off x="6778423" y="2493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2" name="pt35102"/>
            <p:cNvSpPr/>
            <p:nvPr/>
          </p:nvSpPr>
          <p:spPr>
            <a:xfrm>
              <a:off x="6936389" y="2190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3" name="pt35103"/>
            <p:cNvSpPr/>
            <p:nvPr/>
          </p:nvSpPr>
          <p:spPr>
            <a:xfrm>
              <a:off x="7116538" y="2180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4" name="pt35104"/>
            <p:cNvSpPr/>
            <p:nvPr/>
          </p:nvSpPr>
          <p:spPr>
            <a:xfrm>
              <a:off x="7091348" y="2245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5" name="pt35105"/>
            <p:cNvSpPr/>
            <p:nvPr/>
          </p:nvSpPr>
          <p:spPr>
            <a:xfrm>
              <a:off x="7036222" y="2197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6" name="pt35106"/>
            <p:cNvSpPr/>
            <p:nvPr/>
          </p:nvSpPr>
          <p:spPr>
            <a:xfrm>
              <a:off x="7031022" y="1998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7" name="pt35107"/>
            <p:cNvSpPr/>
            <p:nvPr/>
          </p:nvSpPr>
          <p:spPr>
            <a:xfrm>
              <a:off x="6939710" y="2217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8" name="pt35108"/>
            <p:cNvSpPr/>
            <p:nvPr/>
          </p:nvSpPr>
          <p:spPr>
            <a:xfrm>
              <a:off x="7200665" y="1981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9" name="pt35109"/>
            <p:cNvSpPr/>
            <p:nvPr/>
          </p:nvSpPr>
          <p:spPr>
            <a:xfrm>
              <a:off x="7211911" y="2283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0" name="pt35110"/>
            <p:cNvSpPr/>
            <p:nvPr/>
          </p:nvSpPr>
          <p:spPr>
            <a:xfrm>
              <a:off x="7095747" y="2210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1" name="pt35111"/>
            <p:cNvSpPr/>
            <p:nvPr/>
          </p:nvSpPr>
          <p:spPr>
            <a:xfrm>
              <a:off x="7277302" y="2023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2" name="pt35112"/>
            <p:cNvSpPr/>
            <p:nvPr/>
          </p:nvSpPr>
          <p:spPr>
            <a:xfrm>
              <a:off x="6761449" y="2593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3" name="pt35113"/>
            <p:cNvSpPr/>
            <p:nvPr/>
          </p:nvSpPr>
          <p:spPr>
            <a:xfrm>
              <a:off x="7190440" y="2059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4" name="pt35114"/>
            <p:cNvSpPr/>
            <p:nvPr/>
          </p:nvSpPr>
          <p:spPr>
            <a:xfrm>
              <a:off x="7078050" y="2179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5" name="pt35115"/>
            <p:cNvSpPr/>
            <p:nvPr/>
          </p:nvSpPr>
          <p:spPr>
            <a:xfrm>
              <a:off x="7123152" y="2083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6" name="pt35116"/>
            <p:cNvSpPr/>
            <p:nvPr/>
          </p:nvSpPr>
          <p:spPr>
            <a:xfrm>
              <a:off x="6816707" y="2361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7" name="pt35117"/>
            <p:cNvSpPr/>
            <p:nvPr/>
          </p:nvSpPr>
          <p:spPr>
            <a:xfrm>
              <a:off x="7450471" y="2458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8" name="pt35118"/>
            <p:cNvSpPr/>
            <p:nvPr/>
          </p:nvSpPr>
          <p:spPr>
            <a:xfrm>
              <a:off x="7067176" y="2114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9" name="pt35119"/>
            <p:cNvSpPr/>
            <p:nvPr/>
          </p:nvSpPr>
          <p:spPr>
            <a:xfrm>
              <a:off x="7056737" y="2177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0" name="pt35120"/>
            <p:cNvSpPr/>
            <p:nvPr/>
          </p:nvSpPr>
          <p:spPr>
            <a:xfrm>
              <a:off x="7161179" y="1964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1" name="pt35121"/>
            <p:cNvSpPr/>
            <p:nvPr/>
          </p:nvSpPr>
          <p:spPr>
            <a:xfrm>
              <a:off x="7400156" y="2346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2" name="pt35122"/>
            <p:cNvSpPr/>
            <p:nvPr/>
          </p:nvSpPr>
          <p:spPr>
            <a:xfrm>
              <a:off x="7159211" y="2189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3" name="pt35123"/>
            <p:cNvSpPr/>
            <p:nvPr/>
          </p:nvSpPr>
          <p:spPr>
            <a:xfrm>
              <a:off x="7202757" y="2315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4" name="pt35124"/>
            <p:cNvSpPr/>
            <p:nvPr/>
          </p:nvSpPr>
          <p:spPr>
            <a:xfrm>
              <a:off x="6811920" y="2249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5" name="pt35125"/>
            <p:cNvSpPr/>
            <p:nvPr/>
          </p:nvSpPr>
          <p:spPr>
            <a:xfrm>
              <a:off x="7322873" y="1947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6" name="pt35126"/>
            <p:cNvSpPr/>
            <p:nvPr/>
          </p:nvSpPr>
          <p:spPr>
            <a:xfrm>
              <a:off x="7178166" y="2090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7" name="pt35127"/>
            <p:cNvSpPr/>
            <p:nvPr/>
          </p:nvSpPr>
          <p:spPr>
            <a:xfrm>
              <a:off x="6821236" y="2367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8" name="pt35128"/>
            <p:cNvSpPr/>
            <p:nvPr/>
          </p:nvSpPr>
          <p:spPr>
            <a:xfrm>
              <a:off x="7213891" y="2180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9" name="pt35129"/>
            <p:cNvSpPr/>
            <p:nvPr/>
          </p:nvSpPr>
          <p:spPr>
            <a:xfrm>
              <a:off x="7472983" y="2140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0" name="pt35130"/>
            <p:cNvSpPr/>
            <p:nvPr/>
          </p:nvSpPr>
          <p:spPr>
            <a:xfrm>
              <a:off x="7189389" y="2074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1" name="pt35131"/>
            <p:cNvSpPr/>
            <p:nvPr/>
          </p:nvSpPr>
          <p:spPr>
            <a:xfrm>
              <a:off x="7414610" y="2730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2" name="pt35132"/>
            <p:cNvSpPr/>
            <p:nvPr/>
          </p:nvSpPr>
          <p:spPr>
            <a:xfrm>
              <a:off x="7287425" y="1728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3" name="pt35133"/>
            <p:cNvSpPr/>
            <p:nvPr/>
          </p:nvSpPr>
          <p:spPr>
            <a:xfrm>
              <a:off x="7244875" y="2217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4" name="pt35134"/>
            <p:cNvSpPr/>
            <p:nvPr/>
          </p:nvSpPr>
          <p:spPr>
            <a:xfrm>
              <a:off x="7171317" y="1936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5" name="pt35135"/>
            <p:cNvSpPr/>
            <p:nvPr/>
          </p:nvSpPr>
          <p:spPr>
            <a:xfrm>
              <a:off x="7177645" y="2115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6" name="pt35136"/>
            <p:cNvSpPr/>
            <p:nvPr/>
          </p:nvSpPr>
          <p:spPr>
            <a:xfrm>
              <a:off x="7060340" y="1985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7" name="pt35137"/>
            <p:cNvSpPr/>
            <p:nvPr/>
          </p:nvSpPr>
          <p:spPr>
            <a:xfrm>
              <a:off x="7161063" y="2050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8" name="pt35138"/>
            <p:cNvSpPr/>
            <p:nvPr/>
          </p:nvSpPr>
          <p:spPr>
            <a:xfrm>
              <a:off x="7234794" y="2126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9" name="pt35139"/>
            <p:cNvSpPr/>
            <p:nvPr/>
          </p:nvSpPr>
          <p:spPr>
            <a:xfrm>
              <a:off x="7015989" y="1827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0" name="pt35140"/>
            <p:cNvSpPr/>
            <p:nvPr/>
          </p:nvSpPr>
          <p:spPr>
            <a:xfrm>
              <a:off x="7137165" y="2197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1" name="pt35141"/>
            <p:cNvSpPr/>
            <p:nvPr/>
          </p:nvSpPr>
          <p:spPr>
            <a:xfrm>
              <a:off x="7209656" y="2221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2" name="pt35142"/>
            <p:cNvSpPr/>
            <p:nvPr/>
          </p:nvSpPr>
          <p:spPr>
            <a:xfrm>
              <a:off x="7017892" y="2050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3" name="pt35143"/>
            <p:cNvSpPr/>
            <p:nvPr/>
          </p:nvSpPr>
          <p:spPr>
            <a:xfrm>
              <a:off x="7248927" y="2144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4" name="pt35144"/>
            <p:cNvSpPr/>
            <p:nvPr/>
          </p:nvSpPr>
          <p:spPr>
            <a:xfrm>
              <a:off x="7116243" y="207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5" name="pt35145"/>
            <p:cNvSpPr/>
            <p:nvPr/>
          </p:nvSpPr>
          <p:spPr>
            <a:xfrm>
              <a:off x="7057641" y="1977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6" name="pt35146"/>
            <p:cNvSpPr/>
            <p:nvPr/>
          </p:nvSpPr>
          <p:spPr>
            <a:xfrm>
              <a:off x="7204084" y="2200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7" name="pt35147"/>
            <p:cNvSpPr/>
            <p:nvPr/>
          </p:nvSpPr>
          <p:spPr>
            <a:xfrm>
              <a:off x="7301196" y="2086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8" name="pt35148"/>
            <p:cNvSpPr/>
            <p:nvPr/>
          </p:nvSpPr>
          <p:spPr>
            <a:xfrm>
              <a:off x="7203272" y="2102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9" name="pt35149"/>
            <p:cNvSpPr/>
            <p:nvPr/>
          </p:nvSpPr>
          <p:spPr>
            <a:xfrm>
              <a:off x="7393283" y="2130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0" name="pt35150"/>
            <p:cNvSpPr/>
            <p:nvPr/>
          </p:nvSpPr>
          <p:spPr>
            <a:xfrm>
              <a:off x="7019788" y="2041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1" name="pt35151"/>
            <p:cNvSpPr/>
            <p:nvPr/>
          </p:nvSpPr>
          <p:spPr>
            <a:xfrm>
              <a:off x="7111296" y="2067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2" name="pt35152"/>
            <p:cNvSpPr/>
            <p:nvPr/>
          </p:nvSpPr>
          <p:spPr>
            <a:xfrm>
              <a:off x="7061365" y="202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3" name="pt35153"/>
            <p:cNvSpPr/>
            <p:nvPr/>
          </p:nvSpPr>
          <p:spPr>
            <a:xfrm>
              <a:off x="7084865" y="2143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4" name="pt35154"/>
            <p:cNvSpPr/>
            <p:nvPr/>
          </p:nvSpPr>
          <p:spPr>
            <a:xfrm>
              <a:off x="7058848" y="2013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5" name="pt35155"/>
            <p:cNvSpPr/>
            <p:nvPr/>
          </p:nvSpPr>
          <p:spPr>
            <a:xfrm>
              <a:off x="7114289" y="208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6" name="pt35156"/>
            <p:cNvSpPr/>
            <p:nvPr/>
          </p:nvSpPr>
          <p:spPr>
            <a:xfrm>
              <a:off x="6799253" y="2397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7" name="pt35157"/>
            <p:cNvSpPr/>
            <p:nvPr/>
          </p:nvSpPr>
          <p:spPr>
            <a:xfrm>
              <a:off x="7186083" y="2184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8" name="pt35158"/>
            <p:cNvSpPr/>
            <p:nvPr/>
          </p:nvSpPr>
          <p:spPr>
            <a:xfrm>
              <a:off x="7152377" y="2300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9" name="pt35159"/>
            <p:cNvSpPr/>
            <p:nvPr/>
          </p:nvSpPr>
          <p:spPr>
            <a:xfrm>
              <a:off x="7165468" y="2096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0" name="pt35160"/>
            <p:cNvSpPr/>
            <p:nvPr/>
          </p:nvSpPr>
          <p:spPr>
            <a:xfrm>
              <a:off x="7223584" y="2135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1" name="pt35161"/>
            <p:cNvSpPr/>
            <p:nvPr/>
          </p:nvSpPr>
          <p:spPr>
            <a:xfrm>
              <a:off x="7225994" y="2143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2" name="pt35162"/>
            <p:cNvSpPr/>
            <p:nvPr/>
          </p:nvSpPr>
          <p:spPr>
            <a:xfrm>
              <a:off x="7148836" y="2325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3" name="pt35163"/>
            <p:cNvSpPr/>
            <p:nvPr/>
          </p:nvSpPr>
          <p:spPr>
            <a:xfrm>
              <a:off x="7267554" y="1999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4" name="pt35164"/>
            <p:cNvSpPr/>
            <p:nvPr/>
          </p:nvSpPr>
          <p:spPr>
            <a:xfrm>
              <a:off x="7172350" y="2049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5" name="pt35165"/>
            <p:cNvSpPr/>
            <p:nvPr/>
          </p:nvSpPr>
          <p:spPr>
            <a:xfrm>
              <a:off x="7047528" y="2234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6" name="pt35166"/>
            <p:cNvSpPr/>
            <p:nvPr/>
          </p:nvSpPr>
          <p:spPr>
            <a:xfrm>
              <a:off x="6846550" y="2276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7" name="pt35167"/>
            <p:cNvSpPr/>
            <p:nvPr/>
          </p:nvSpPr>
          <p:spPr>
            <a:xfrm>
              <a:off x="7255850" y="2066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8" name="pt35168"/>
            <p:cNvSpPr/>
            <p:nvPr/>
          </p:nvSpPr>
          <p:spPr>
            <a:xfrm>
              <a:off x="7162723" y="2135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9" name="pt35169"/>
            <p:cNvSpPr/>
            <p:nvPr/>
          </p:nvSpPr>
          <p:spPr>
            <a:xfrm>
              <a:off x="7225371" y="2073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0" name="pt35170"/>
            <p:cNvSpPr/>
            <p:nvPr/>
          </p:nvSpPr>
          <p:spPr>
            <a:xfrm>
              <a:off x="7004173" y="1893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1" name="pt35171"/>
            <p:cNvSpPr/>
            <p:nvPr/>
          </p:nvSpPr>
          <p:spPr>
            <a:xfrm>
              <a:off x="7046449" y="2274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2" name="pt35172"/>
            <p:cNvSpPr/>
            <p:nvPr/>
          </p:nvSpPr>
          <p:spPr>
            <a:xfrm>
              <a:off x="7075055" y="2241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3" name="pt35173"/>
            <p:cNvSpPr/>
            <p:nvPr/>
          </p:nvSpPr>
          <p:spPr>
            <a:xfrm>
              <a:off x="7093056" y="2080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4" name="pt35174"/>
            <p:cNvSpPr/>
            <p:nvPr/>
          </p:nvSpPr>
          <p:spPr>
            <a:xfrm>
              <a:off x="6791342" y="2658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5" name="pt35175"/>
            <p:cNvSpPr/>
            <p:nvPr/>
          </p:nvSpPr>
          <p:spPr>
            <a:xfrm>
              <a:off x="7278061" y="2014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6" name="pt35176"/>
            <p:cNvSpPr/>
            <p:nvPr/>
          </p:nvSpPr>
          <p:spPr>
            <a:xfrm>
              <a:off x="7249253" y="2063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7" name="pt35177"/>
            <p:cNvSpPr/>
            <p:nvPr/>
          </p:nvSpPr>
          <p:spPr>
            <a:xfrm>
              <a:off x="7228932" y="2047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8" name="pt35178"/>
            <p:cNvSpPr/>
            <p:nvPr/>
          </p:nvSpPr>
          <p:spPr>
            <a:xfrm>
              <a:off x="6987368" y="1916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9" name="pt35179"/>
            <p:cNvSpPr/>
            <p:nvPr/>
          </p:nvSpPr>
          <p:spPr>
            <a:xfrm>
              <a:off x="7136366" y="2166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0" name="pt35180"/>
            <p:cNvSpPr/>
            <p:nvPr/>
          </p:nvSpPr>
          <p:spPr>
            <a:xfrm>
              <a:off x="7227269" y="2050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1" name="pt35181"/>
            <p:cNvSpPr/>
            <p:nvPr/>
          </p:nvSpPr>
          <p:spPr>
            <a:xfrm>
              <a:off x="7077159" y="2106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2" name="pt35182"/>
            <p:cNvSpPr/>
            <p:nvPr/>
          </p:nvSpPr>
          <p:spPr>
            <a:xfrm>
              <a:off x="7199212" y="2001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3" name="pt35183"/>
            <p:cNvSpPr/>
            <p:nvPr/>
          </p:nvSpPr>
          <p:spPr>
            <a:xfrm>
              <a:off x="7167756" y="2032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4" name="pt35184"/>
            <p:cNvSpPr/>
            <p:nvPr/>
          </p:nvSpPr>
          <p:spPr>
            <a:xfrm>
              <a:off x="7005592" y="2124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5" name="pt35185"/>
            <p:cNvSpPr/>
            <p:nvPr/>
          </p:nvSpPr>
          <p:spPr>
            <a:xfrm>
              <a:off x="7178251" y="2095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6" name="pt35186"/>
            <p:cNvSpPr/>
            <p:nvPr/>
          </p:nvSpPr>
          <p:spPr>
            <a:xfrm>
              <a:off x="7171182" y="1983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7" name="pt35187"/>
            <p:cNvSpPr/>
            <p:nvPr/>
          </p:nvSpPr>
          <p:spPr>
            <a:xfrm>
              <a:off x="6993329" y="1939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8" name="pt35188"/>
            <p:cNvSpPr/>
            <p:nvPr/>
          </p:nvSpPr>
          <p:spPr>
            <a:xfrm>
              <a:off x="7096818" y="2227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9" name="pt35189"/>
            <p:cNvSpPr/>
            <p:nvPr/>
          </p:nvSpPr>
          <p:spPr>
            <a:xfrm>
              <a:off x="7098671" y="2266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0" name="pt35190"/>
            <p:cNvSpPr/>
            <p:nvPr/>
          </p:nvSpPr>
          <p:spPr>
            <a:xfrm>
              <a:off x="7201011" y="2017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1" name="pt35191"/>
            <p:cNvSpPr/>
            <p:nvPr/>
          </p:nvSpPr>
          <p:spPr>
            <a:xfrm>
              <a:off x="7216304" y="24187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2" name="pt35192"/>
            <p:cNvSpPr/>
            <p:nvPr/>
          </p:nvSpPr>
          <p:spPr>
            <a:xfrm>
              <a:off x="7373449" y="2274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3" name="pt35193"/>
            <p:cNvSpPr/>
            <p:nvPr/>
          </p:nvSpPr>
          <p:spPr>
            <a:xfrm>
              <a:off x="7550034" y="2050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4" name="pt35194"/>
            <p:cNvSpPr/>
            <p:nvPr/>
          </p:nvSpPr>
          <p:spPr>
            <a:xfrm>
              <a:off x="7091206" y="225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5" name="pt35195"/>
            <p:cNvSpPr/>
            <p:nvPr/>
          </p:nvSpPr>
          <p:spPr>
            <a:xfrm>
              <a:off x="7165732" y="2102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6" name="pt35196"/>
            <p:cNvSpPr/>
            <p:nvPr/>
          </p:nvSpPr>
          <p:spPr>
            <a:xfrm>
              <a:off x="7256442" y="1884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7" name="pt35197"/>
            <p:cNvSpPr/>
            <p:nvPr/>
          </p:nvSpPr>
          <p:spPr>
            <a:xfrm>
              <a:off x="7394981" y="2017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8" name="pt35198"/>
            <p:cNvSpPr/>
            <p:nvPr/>
          </p:nvSpPr>
          <p:spPr>
            <a:xfrm>
              <a:off x="6949027" y="2143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9" name="pt35199"/>
            <p:cNvSpPr/>
            <p:nvPr/>
          </p:nvSpPr>
          <p:spPr>
            <a:xfrm>
              <a:off x="7087097" y="2194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0" name="pt35200"/>
            <p:cNvSpPr/>
            <p:nvPr/>
          </p:nvSpPr>
          <p:spPr>
            <a:xfrm>
              <a:off x="7030422" y="1945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1" name="pt35201"/>
            <p:cNvSpPr/>
            <p:nvPr/>
          </p:nvSpPr>
          <p:spPr>
            <a:xfrm>
              <a:off x="7133921" y="2131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2" name="pt35202"/>
            <p:cNvSpPr/>
            <p:nvPr/>
          </p:nvSpPr>
          <p:spPr>
            <a:xfrm>
              <a:off x="7151046" y="2306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3" name="pt35203"/>
            <p:cNvSpPr/>
            <p:nvPr/>
          </p:nvSpPr>
          <p:spPr>
            <a:xfrm>
              <a:off x="6976396" y="2075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4" name="pt35204"/>
            <p:cNvSpPr/>
            <p:nvPr/>
          </p:nvSpPr>
          <p:spPr>
            <a:xfrm>
              <a:off x="7061400" y="1941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5" name="pt35205"/>
            <p:cNvSpPr/>
            <p:nvPr/>
          </p:nvSpPr>
          <p:spPr>
            <a:xfrm>
              <a:off x="6865180" y="2126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6" name="pt35206"/>
            <p:cNvSpPr/>
            <p:nvPr/>
          </p:nvSpPr>
          <p:spPr>
            <a:xfrm>
              <a:off x="7303202" y="1952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7" name="pt35207"/>
            <p:cNvSpPr/>
            <p:nvPr/>
          </p:nvSpPr>
          <p:spPr>
            <a:xfrm>
              <a:off x="7185202" y="2166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8" name="pt35208"/>
            <p:cNvSpPr/>
            <p:nvPr/>
          </p:nvSpPr>
          <p:spPr>
            <a:xfrm>
              <a:off x="6887484" y="1743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9" name="pt35209"/>
            <p:cNvSpPr/>
            <p:nvPr/>
          </p:nvSpPr>
          <p:spPr>
            <a:xfrm>
              <a:off x="7188577" y="2065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0" name="pt35210"/>
            <p:cNvSpPr/>
            <p:nvPr/>
          </p:nvSpPr>
          <p:spPr>
            <a:xfrm>
              <a:off x="7223645" y="2041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1" name="pt35211"/>
            <p:cNvSpPr/>
            <p:nvPr/>
          </p:nvSpPr>
          <p:spPr>
            <a:xfrm>
              <a:off x="7320012" y="1940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2" name="pt35212"/>
            <p:cNvSpPr/>
            <p:nvPr/>
          </p:nvSpPr>
          <p:spPr>
            <a:xfrm>
              <a:off x="7117691" y="2240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3" name="pt35213"/>
            <p:cNvSpPr/>
            <p:nvPr/>
          </p:nvSpPr>
          <p:spPr>
            <a:xfrm>
              <a:off x="7365656" y="2471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4" name="pt35214"/>
            <p:cNvSpPr/>
            <p:nvPr/>
          </p:nvSpPr>
          <p:spPr>
            <a:xfrm>
              <a:off x="6896988" y="1935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5" name="pt35215"/>
            <p:cNvSpPr/>
            <p:nvPr/>
          </p:nvSpPr>
          <p:spPr>
            <a:xfrm>
              <a:off x="7265250" y="1963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6" name="pt35216"/>
            <p:cNvSpPr/>
            <p:nvPr/>
          </p:nvSpPr>
          <p:spPr>
            <a:xfrm>
              <a:off x="7297145" y="2076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7" name="pt35217"/>
            <p:cNvSpPr/>
            <p:nvPr/>
          </p:nvSpPr>
          <p:spPr>
            <a:xfrm>
              <a:off x="7437912" y="2273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8" name="pt35218"/>
            <p:cNvSpPr/>
            <p:nvPr/>
          </p:nvSpPr>
          <p:spPr>
            <a:xfrm>
              <a:off x="7017152" y="1904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9" name="pt35219"/>
            <p:cNvSpPr/>
            <p:nvPr/>
          </p:nvSpPr>
          <p:spPr>
            <a:xfrm>
              <a:off x="7634190" y="2404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0" name="pt35220"/>
            <p:cNvSpPr/>
            <p:nvPr/>
          </p:nvSpPr>
          <p:spPr>
            <a:xfrm>
              <a:off x="7255129" y="208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1" name="pt35221"/>
            <p:cNvSpPr/>
            <p:nvPr/>
          </p:nvSpPr>
          <p:spPr>
            <a:xfrm>
              <a:off x="7083354" y="2099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2" name="pt35222"/>
            <p:cNvSpPr/>
            <p:nvPr/>
          </p:nvSpPr>
          <p:spPr>
            <a:xfrm>
              <a:off x="7210111" y="2185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3" name="pt35223"/>
            <p:cNvSpPr/>
            <p:nvPr/>
          </p:nvSpPr>
          <p:spPr>
            <a:xfrm>
              <a:off x="7146126" y="2280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4" name="pt35224"/>
            <p:cNvSpPr/>
            <p:nvPr/>
          </p:nvSpPr>
          <p:spPr>
            <a:xfrm>
              <a:off x="7254459" y="206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5" name="pt35225"/>
            <p:cNvSpPr/>
            <p:nvPr/>
          </p:nvSpPr>
          <p:spPr>
            <a:xfrm>
              <a:off x="6994478" y="2120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6" name="pt35226"/>
            <p:cNvSpPr/>
            <p:nvPr/>
          </p:nvSpPr>
          <p:spPr>
            <a:xfrm>
              <a:off x="7018091" y="2132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7" name="pt35227"/>
            <p:cNvSpPr/>
            <p:nvPr/>
          </p:nvSpPr>
          <p:spPr>
            <a:xfrm>
              <a:off x="7216947" y="2274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8" name="pt35228"/>
            <p:cNvSpPr/>
            <p:nvPr/>
          </p:nvSpPr>
          <p:spPr>
            <a:xfrm>
              <a:off x="7181351" y="2206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9" name="pt35229"/>
            <p:cNvSpPr/>
            <p:nvPr/>
          </p:nvSpPr>
          <p:spPr>
            <a:xfrm>
              <a:off x="6831339" y="1811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0" name="pt35230"/>
            <p:cNvSpPr/>
            <p:nvPr/>
          </p:nvSpPr>
          <p:spPr>
            <a:xfrm>
              <a:off x="6996157" y="2086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1" name="pt35231"/>
            <p:cNvSpPr/>
            <p:nvPr/>
          </p:nvSpPr>
          <p:spPr>
            <a:xfrm>
              <a:off x="7256296" y="2116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2" name="pt35232"/>
            <p:cNvSpPr/>
            <p:nvPr/>
          </p:nvSpPr>
          <p:spPr>
            <a:xfrm>
              <a:off x="7094822" y="2209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3" name="pt35233"/>
            <p:cNvSpPr/>
            <p:nvPr/>
          </p:nvSpPr>
          <p:spPr>
            <a:xfrm>
              <a:off x="6983956" y="2012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4" name="pt35234"/>
            <p:cNvSpPr/>
            <p:nvPr/>
          </p:nvSpPr>
          <p:spPr>
            <a:xfrm>
              <a:off x="7112429" y="2024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5" name="pt35235"/>
            <p:cNvSpPr/>
            <p:nvPr/>
          </p:nvSpPr>
          <p:spPr>
            <a:xfrm>
              <a:off x="6879463" y="2275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6" name="pt35236"/>
            <p:cNvSpPr/>
            <p:nvPr/>
          </p:nvSpPr>
          <p:spPr>
            <a:xfrm>
              <a:off x="6985968" y="1973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7" name="pt35237"/>
            <p:cNvSpPr/>
            <p:nvPr/>
          </p:nvSpPr>
          <p:spPr>
            <a:xfrm>
              <a:off x="7175064" y="1984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8" name="pt35238"/>
            <p:cNvSpPr/>
            <p:nvPr/>
          </p:nvSpPr>
          <p:spPr>
            <a:xfrm>
              <a:off x="7283471" y="2059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9" name="pt35239"/>
            <p:cNvSpPr/>
            <p:nvPr/>
          </p:nvSpPr>
          <p:spPr>
            <a:xfrm>
              <a:off x="7085202" y="2155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0" name="pt35240"/>
            <p:cNvSpPr/>
            <p:nvPr/>
          </p:nvSpPr>
          <p:spPr>
            <a:xfrm>
              <a:off x="7204601" y="21350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1" name="pt35241"/>
            <p:cNvSpPr/>
            <p:nvPr/>
          </p:nvSpPr>
          <p:spPr>
            <a:xfrm>
              <a:off x="7134171" y="2139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2" name="pt35242"/>
            <p:cNvSpPr/>
            <p:nvPr/>
          </p:nvSpPr>
          <p:spPr>
            <a:xfrm>
              <a:off x="7119309" y="2132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3" name="pt35243"/>
            <p:cNvSpPr/>
            <p:nvPr/>
          </p:nvSpPr>
          <p:spPr>
            <a:xfrm>
              <a:off x="7101773" y="2136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4" name="pt35244"/>
            <p:cNvSpPr/>
            <p:nvPr/>
          </p:nvSpPr>
          <p:spPr>
            <a:xfrm>
              <a:off x="7032729" y="1829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5" name="pt35245"/>
            <p:cNvSpPr/>
            <p:nvPr/>
          </p:nvSpPr>
          <p:spPr>
            <a:xfrm>
              <a:off x="7070672" y="2039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6" name="pt35246"/>
            <p:cNvSpPr/>
            <p:nvPr/>
          </p:nvSpPr>
          <p:spPr>
            <a:xfrm>
              <a:off x="7320786" y="1929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7" name="pt35247"/>
            <p:cNvSpPr/>
            <p:nvPr/>
          </p:nvSpPr>
          <p:spPr>
            <a:xfrm>
              <a:off x="6580678" y="1721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8" name="pt35248"/>
            <p:cNvSpPr/>
            <p:nvPr/>
          </p:nvSpPr>
          <p:spPr>
            <a:xfrm>
              <a:off x="7252894" y="2071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9" name="pt35249"/>
            <p:cNvSpPr/>
            <p:nvPr/>
          </p:nvSpPr>
          <p:spPr>
            <a:xfrm>
              <a:off x="7216996" y="2129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0" name="pt35250"/>
            <p:cNvSpPr/>
            <p:nvPr/>
          </p:nvSpPr>
          <p:spPr>
            <a:xfrm>
              <a:off x="7146517" y="2276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1" name="pt35251"/>
            <p:cNvSpPr/>
            <p:nvPr/>
          </p:nvSpPr>
          <p:spPr>
            <a:xfrm>
              <a:off x="7330037" y="1962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2" name="pt35252"/>
            <p:cNvSpPr/>
            <p:nvPr/>
          </p:nvSpPr>
          <p:spPr>
            <a:xfrm>
              <a:off x="7215282" y="222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3" name="pt35253"/>
            <p:cNvSpPr/>
            <p:nvPr/>
          </p:nvSpPr>
          <p:spPr>
            <a:xfrm>
              <a:off x="7019588" y="2140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4" name="pt35254"/>
            <p:cNvSpPr/>
            <p:nvPr/>
          </p:nvSpPr>
          <p:spPr>
            <a:xfrm>
              <a:off x="7147959" y="233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5" name="pt35255"/>
            <p:cNvSpPr/>
            <p:nvPr/>
          </p:nvSpPr>
          <p:spPr>
            <a:xfrm>
              <a:off x="6953639" y="2203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6" name="pt35256"/>
            <p:cNvSpPr/>
            <p:nvPr/>
          </p:nvSpPr>
          <p:spPr>
            <a:xfrm>
              <a:off x="7144043" y="2186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7" name="pt35257"/>
            <p:cNvSpPr/>
            <p:nvPr/>
          </p:nvSpPr>
          <p:spPr>
            <a:xfrm>
              <a:off x="7009576" y="2000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8" name="pt35258"/>
            <p:cNvSpPr/>
            <p:nvPr/>
          </p:nvSpPr>
          <p:spPr>
            <a:xfrm>
              <a:off x="7295300" y="1998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9" name="pt35259"/>
            <p:cNvSpPr/>
            <p:nvPr/>
          </p:nvSpPr>
          <p:spPr>
            <a:xfrm>
              <a:off x="7281710" y="1947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0" name="pt35260"/>
            <p:cNvSpPr/>
            <p:nvPr/>
          </p:nvSpPr>
          <p:spPr>
            <a:xfrm>
              <a:off x="6704366" y="1690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1" name="pt35261"/>
            <p:cNvSpPr/>
            <p:nvPr/>
          </p:nvSpPr>
          <p:spPr>
            <a:xfrm>
              <a:off x="7224430" y="2249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2" name="pt35262"/>
            <p:cNvSpPr/>
            <p:nvPr/>
          </p:nvSpPr>
          <p:spPr>
            <a:xfrm>
              <a:off x="7189066" y="2137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3" name="pt35263"/>
            <p:cNvSpPr/>
            <p:nvPr/>
          </p:nvSpPr>
          <p:spPr>
            <a:xfrm>
              <a:off x="7130061" y="2100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4" name="pt35264"/>
            <p:cNvSpPr/>
            <p:nvPr/>
          </p:nvSpPr>
          <p:spPr>
            <a:xfrm>
              <a:off x="7040512" y="2226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5" name="pt35265"/>
            <p:cNvSpPr/>
            <p:nvPr/>
          </p:nvSpPr>
          <p:spPr>
            <a:xfrm>
              <a:off x="6995743" y="2030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6" name="pt35266"/>
            <p:cNvSpPr/>
            <p:nvPr/>
          </p:nvSpPr>
          <p:spPr>
            <a:xfrm>
              <a:off x="7078703" y="2132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7" name="pt35267"/>
            <p:cNvSpPr/>
            <p:nvPr/>
          </p:nvSpPr>
          <p:spPr>
            <a:xfrm>
              <a:off x="7019342" y="1695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8" name="pt35268"/>
            <p:cNvSpPr/>
            <p:nvPr/>
          </p:nvSpPr>
          <p:spPr>
            <a:xfrm>
              <a:off x="7000146" y="1999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9" name="pt35269"/>
            <p:cNvSpPr/>
            <p:nvPr/>
          </p:nvSpPr>
          <p:spPr>
            <a:xfrm>
              <a:off x="6918431" y="2218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0" name="pt35270"/>
            <p:cNvSpPr/>
            <p:nvPr/>
          </p:nvSpPr>
          <p:spPr>
            <a:xfrm>
              <a:off x="7142747" y="2195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1" name="pt35271"/>
            <p:cNvSpPr/>
            <p:nvPr/>
          </p:nvSpPr>
          <p:spPr>
            <a:xfrm>
              <a:off x="7314992" y="1984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2" name="pt35272"/>
            <p:cNvSpPr/>
            <p:nvPr/>
          </p:nvSpPr>
          <p:spPr>
            <a:xfrm>
              <a:off x="6963657" y="2027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3" name="pt35273"/>
            <p:cNvSpPr/>
            <p:nvPr/>
          </p:nvSpPr>
          <p:spPr>
            <a:xfrm>
              <a:off x="7026571" y="1929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4" name="pt35274"/>
            <p:cNvSpPr/>
            <p:nvPr/>
          </p:nvSpPr>
          <p:spPr>
            <a:xfrm>
              <a:off x="7354843" y="2016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5" name="pt35275"/>
            <p:cNvSpPr/>
            <p:nvPr/>
          </p:nvSpPr>
          <p:spPr>
            <a:xfrm>
              <a:off x="7107548" y="2110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6" name="pt35276"/>
            <p:cNvSpPr/>
            <p:nvPr/>
          </p:nvSpPr>
          <p:spPr>
            <a:xfrm>
              <a:off x="7470156" y="2492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7" name="pt35277"/>
            <p:cNvSpPr/>
            <p:nvPr/>
          </p:nvSpPr>
          <p:spPr>
            <a:xfrm>
              <a:off x="7346146" y="2057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8" name="pt35278"/>
            <p:cNvSpPr/>
            <p:nvPr/>
          </p:nvSpPr>
          <p:spPr>
            <a:xfrm>
              <a:off x="7353008" y="1840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9" name="pt35279"/>
            <p:cNvSpPr/>
            <p:nvPr/>
          </p:nvSpPr>
          <p:spPr>
            <a:xfrm>
              <a:off x="7228435" y="2047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0" name="pt35280"/>
            <p:cNvSpPr/>
            <p:nvPr/>
          </p:nvSpPr>
          <p:spPr>
            <a:xfrm>
              <a:off x="7130285" y="2129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1" name="pt35281"/>
            <p:cNvSpPr/>
            <p:nvPr/>
          </p:nvSpPr>
          <p:spPr>
            <a:xfrm>
              <a:off x="7310908" y="2179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2" name="pt35282"/>
            <p:cNvSpPr/>
            <p:nvPr/>
          </p:nvSpPr>
          <p:spPr>
            <a:xfrm>
              <a:off x="7046131" y="2224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3" name="pt35283"/>
            <p:cNvSpPr/>
            <p:nvPr/>
          </p:nvSpPr>
          <p:spPr>
            <a:xfrm>
              <a:off x="7034517" y="1965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4" name="pt35284"/>
            <p:cNvSpPr/>
            <p:nvPr/>
          </p:nvSpPr>
          <p:spPr>
            <a:xfrm>
              <a:off x="7300006" y="1937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5" name="pt35285"/>
            <p:cNvSpPr/>
            <p:nvPr/>
          </p:nvSpPr>
          <p:spPr>
            <a:xfrm>
              <a:off x="7365391" y="2487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6" name="pt35286"/>
            <p:cNvSpPr/>
            <p:nvPr/>
          </p:nvSpPr>
          <p:spPr>
            <a:xfrm>
              <a:off x="7223580" y="2055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7" name="pt35287"/>
            <p:cNvSpPr/>
            <p:nvPr/>
          </p:nvSpPr>
          <p:spPr>
            <a:xfrm>
              <a:off x="6985585" y="1960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8" name="pt35288"/>
            <p:cNvSpPr/>
            <p:nvPr/>
          </p:nvSpPr>
          <p:spPr>
            <a:xfrm>
              <a:off x="7146835" y="2261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9" name="pt35289"/>
            <p:cNvSpPr/>
            <p:nvPr/>
          </p:nvSpPr>
          <p:spPr>
            <a:xfrm>
              <a:off x="7091360" y="2296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0" name="pt35290"/>
            <p:cNvSpPr/>
            <p:nvPr/>
          </p:nvSpPr>
          <p:spPr>
            <a:xfrm>
              <a:off x="7076390" y="2208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1" name="pt35291"/>
            <p:cNvSpPr/>
            <p:nvPr/>
          </p:nvSpPr>
          <p:spPr>
            <a:xfrm>
              <a:off x="7367158" y="2506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2" name="pt35292"/>
            <p:cNvSpPr/>
            <p:nvPr/>
          </p:nvSpPr>
          <p:spPr>
            <a:xfrm>
              <a:off x="7187165" y="2170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3" name="pt35293"/>
            <p:cNvSpPr/>
            <p:nvPr/>
          </p:nvSpPr>
          <p:spPr>
            <a:xfrm>
              <a:off x="7543478" y="2316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4" name="pt35294"/>
            <p:cNvSpPr/>
            <p:nvPr/>
          </p:nvSpPr>
          <p:spPr>
            <a:xfrm>
              <a:off x="6879718" y="2117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5" name="pt35295"/>
            <p:cNvSpPr/>
            <p:nvPr/>
          </p:nvSpPr>
          <p:spPr>
            <a:xfrm>
              <a:off x="7130356" y="2107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6" name="pt35296"/>
            <p:cNvSpPr/>
            <p:nvPr/>
          </p:nvSpPr>
          <p:spPr>
            <a:xfrm>
              <a:off x="7395585" y="2201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7" name="pt35297"/>
            <p:cNvSpPr/>
            <p:nvPr/>
          </p:nvSpPr>
          <p:spPr>
            <a:xfrm>
              <a:off x="7145643" y="2225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8" name="pt35298"/>
            <p:cNvSpPr/>
            <p:nvPr/>
          </p:nvSpPr>
          <p:spPr>
            <a:xfrm>
              <a:off x="7143983" y="2259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9" name="pt35299"/>
            <p:cNvSpPr/>
            <p:nvPr/>
          </p:nvSpPr>
          <p:spPr>
            <a:xfrm>
              <a:off x="7097209" y="2164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0" name="pt35300"/>
            <p:cNvSpPr/>
            <p:nvPr/>
          </p:nvSpPr>
          <p:spPr>
            <a:xfrm>
              <a:off x="7065899" y="1959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1" name="pt35301"/>
            <p:cNvSpPr/>
            <p:nvPr/>
          </p:nvSpPr>
          <p:spPr>
            <a:xfrm>
              <a:off x="7203535" y="2104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2" name="pt35302"/>
            <p:cNvSpPr/>
            <p:nvPr/>
          </p:nvSpPr>
          <p:spPr>
            <a:xfrm>
              <a:off x="7042482" y="2336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3" name="pt35303"/>
            <p:cNvSpPr/>
            <p:nvPr/>
          </p:nvSpPr>
          <p:spPr>
            <a:xfrm>
              <a:off x="6963683" y="1975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4" name="pt35304"/>
            <p:cNvSpPr/>
            <p:nvPr/>
          </p:nvSpPr>
          <p:spPr>
            <a:xfrm>
              <a:off x="7170252" y="2005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5" name="pt35305"/>
            <p:cNvSpPr/>
            <p:nvPr/>
          </p:nvSpPr>
          <p:spPr>
            <a:xfrm>
              <a:off x="7622300" y="2338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6" name="pt35306"/>
            <p:cNvSpPr/>
            <p:nvPr/>
          </p:nvSpPr>
          <p:spPr>
            <a:xfrm>
              <a:off x="6988221" y="1897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7" name="pt35307"/>
            <p:cNvSpPr/>
            <p:nvPr/>
          </p:nvSpPr>
          <p:spPr>
            <a:xfrm>
              <a:off x="7282664" y="2135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8" name="pt35308"/>
            <p:cNvSpPr/>
            <p:nvPr/>
          </p:nvSpPr>
          <p:spPr>
            <a:xfrm>
              <a:off x="7027215" y="1827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9" name="pt35309"/>
            <p:cNvSpPr/>
            <p:nvPr/>
          </p:nvSpPr>
          <p:spPr>
            <a:xfrm>
              <a:off x="6897441" y="2135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0" name="pt35310"/>
            <p:cNvSpPr/>
            <p:nvPr/>
          </p:nvSpPr>
          <p:spPr>
            <a:xfrm>
              <a:off x="7049501" y="2276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1" name="pt35311"/>
            <p:cNvSpPr/>
            <p:nvPr/>
          </p:nvSpPr>
          <p:spPr>
            <a:xfrm>
              <a:off x="7197871" y="2037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2" name="pt35312"/>
            <p:cNvSpPr/>
            <p:nvPr/>
          </p:nvSpPr>
          <p:spPr>
            <a:xfrm>
              <a:off x="7206671" y="2080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3" name="pt35313"/>
            <p:cNvSpPr/>
            <p:nvPr/>
          </p:nvSpPr>
          <p:spPr>
            <a:xfrm>
              <a:off x="7165179" y="2169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4" name="pt35314"/>
            <p:cNvSpPr/>
            <p:nvPr/>
          </p:nvSpPr>
          <p:spPr>
            <a:xfrm>
              <a:off x="6854755" y="2375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5" name="pt35315"/>
            <p:cNvSpPr/>
            <p:nvPr/>
          </p:nvSpPr>
          <p:spPr>
            <a:xfrm>
              <a:off x="7070831" y="2015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6" name="pt35316"/>
            <p:cNvSpPr/>
            <p:nvPr/>
          </p:nvSpPr>
          <p:spPr>
            <a:xfrm>
              <a:off x="7235074" y="2008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7" name="pt35317"/>
            <p:cNvSpPr/>
            <p:nvPr/>
          </p:nvSpPr>
          <p:spPr>
            <a:xfrm>
              <a:off x="6889229" y="2001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8" name="pt35318"/>
            <p:cNvSpPr/>
            <p:nvPr/>
          </p:nvSpPr>
          <p:spPr>
            <a:xfrm>
              <a:off x="7222244" y="2182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9" name="pt35319"/>
            <p:cNvSpPr/>
            <p:nvPr/>
          </p:nvSpPr>
          <p:spPr>
            <a:xfrm>
              <a:off x="7159406" y="2097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0" name="pt35320"/>
            <p:cNvSpPr/>
            <p:nvPr/>
          </p:nvSpPr>
          <p:spPr>
            <a:xfrm>
              <a:off x="7060072" y="2033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1" name="pt35321"/>
            <p:cNvSpPr/>
            <p:nvPr/>
          </p:nvSpPr>
          <p:spPr>
            <a:xfrm>
              <a:off x="6863021" y="2358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2" name="pt35322"/>
            <p:cNvSpPr/>
            <p:nvPr/>
          </p:nvSpPr>
          <p:spPr>
            <a:xfrm>
              <a:off x="6993584" y="1975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3" name="pt35323"/>
            <p:cNvSpPr/>
            <p:nvPr/>
          </p:nvSpPr>
          <p:spPr>
            <a:xfrm>
              <a:off x="7084683" y="2142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4" name="pt35324"/>
            <p:cNvSpPr/>
            <p:nvPr/>
          </p:nvSpPr>
          <p:spPr>
            <a:xfrm>
              <a:off x="7212895" y="22304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5" name="pt35325"/>
            <p:cNvSpPr/>
            <p:nvPr/>
          </p:nvSpPr>
          <p:spPr>
            <a:xfrm>
              <a:off x="7103461" y="2208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6" name="pt35326"/>
            <p:cNvSpPr/>
            <p:nvPr/>
          </p:nvSpPr>
          <p:spPr>
            <a:xfrm>
              <a:off x="7079712" y="20843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7" name="pt35327"/>
            <p:cNvSpPr/>
            <p:nvPr/>
          </p:nvSpPr>
          <p:spPr>
            <a:xfrm>
              <a:off x="6987626" y="1989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8" name="pt35328"/>
            <p:cNvSpPr/>
            <p:nvPr/>
          </p:nvSpPr>
          <p:spPr>
            <a:xfrm>
              <a:off x="7278558" y="2054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9" name="pt35329"/>
            <p:cNvSpPr/>
            <p:nvPr/>
          </p:nvSpPr>
          <p:spPr>
            <a:xfrm>
              <a:off x="7155772" y="2208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0" name="pt35330"/>
            <p:cNvSpPr/>
            <p:nvPr/>
          </p:nvSpPr>
          <p:spPr>
            <a:xfrm>
              <a:off x="7137691" y="2164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1" name="pt35331"/>
            <p:cNvSpPr/>
            <p:nvPr/>
          </p:nvSpPr>
          <p:spPr>
            <a:xfrm>
              <a:off x="7267805" y="2060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2" name="pt35332"/>
            <p:cNvSpPr/>
            <p:nvPr/>
          </p:nvSpPr>
          <p:spPr>
            <a:xfrm>
              <a:off x="7232311" y="2088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3" name="pt35333"/>
            <p:cNvSpPr/>
            <p:nvPr/>
          </p:nvSpPr>
          <p:spPr>
            <a:xfrm>
              <a:off x="6834123" y="2139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4" name="pt35334"/>
            <p:cNvSpPr/>
            <p:nvPr/>
          </p:nvSpPr>
          <p:spPr>
            <a:xfrm>
              <a:off x="7235570" y="2096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5" name="pt35335"/>
            <p:cNvSpPr/>
            <p:nvPr/>
          </p:nvSpPr>
          <p:spPr>
            <a:xfrm>
              <a:off x="7241025" y="1784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6" name="pt35336"/>
            <p:cNvSpPr/>
            <p:nvPr/>
          </p:nvSpPr>
          <p:spPr>
            <a:xfrm>
              <a:off x="7192166" y="1997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7" name="pt35337"/>
            <p:cNvSpPr/>
            <p:nvPr/>
          </p:nvSpPr>
          <p:spPr>
            <a:xfrm>
              <a:off x="7091068" y="2226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8" name="pt35338"/>
            <p:cNvSpPr/>
            <p:nvPr/>
          </p:nvSpPr>
          <p:spPr>
            <a:xfrm>
              <a:off x="7277478" y="1966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9" name="pt35339"/>
            <p:cNvSpPr/>
            <p:nvPr/>
          </p:nvSpPr>
          <p:spPr>
            <a:xfrm>
              <a:off x="7132868" y="2059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0" name="pt35340"/>
            <p:cNvSpPr/>
            <p:nvPr/>
          </p:nvSpPr>
          <p:spPr>
            <a:xfrm>
              <a:off x="7224514" y="1991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1" name="pt35341"/>
            <p:cNvSpPr/>
            <p:nvPr/>
          </p:nvSpPr>
          <p:spPr>
            <a:xfrm>
              <a:off x="7310666" y="2070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2" name="pt35342"/>
            <p:cNvSpPr/>
            <p:nvPr/>
          </p:nvSpPr>
          <p:spPr>
            <a:xfrm>
              <a:off x="7046630" y="2176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3" name="pt35343"/>
            <p:cNvSpPr/>
            <p:nvPr/>
          </p:nvSpPr>
          <p:spPr>
            <a:xfrm>
              <a:off x="6940208" y="2177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4" name="pt35344"/>
            <p:cNvSpPr/>
            <p:nvPr/>
          </p:nvSpPr>
          <p:spPr>
            <a:xfrm>
              <a:off x="7279880" y="2078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5" name="pt35345"/>
            <p:cNvSpPr/>
            <p:nvPr/>
          </p:nvSpPr>
          <p:spPr>
            <a:xfrm>
              <a:off x="7265804" y="2042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6" name="pt35346"/>
            <p:cNvSpPr/>
            <p:nvPr/>
          </p:nvSpPr>
          <p:spPr>
            <a:xfrm>
              <a:off x="7226282" y="2238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7" name="pt35347"/>
            <p:cNvSpPr/>
            <p:nvPr/>
          </p:nvSpPr>
          <p:spPr>
            <a:xfrm>
              <a:off x="7446538" y="23476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8" name="pt35348"/>
            <p:cNvSpPr/>
            <p:nvPr/>
          </p:nvSpPr>
          <p:spPr>
            <a:xfrm>
              <a:off x="7063165" y="1544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9" name="pt35349"/>
            <p:cNvSpPr/>
            <p:nvPr/>
          </p:nvSpPr>
          <p:spPr>
            <a:xfrm>
              <a:off x="7556311" y="1855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0" name="pt35350"/>
            <p:cNvSpPr/>
            <p:nvPr/>
          </p:nvSpPr>
          <p:spPr>
            <a:xfrm>
              <a:off x="7127389" y="2149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1" name="pt35351"/>
            <p:cNvSpPr/>
            <p:nvPr/>
          </p:nvSpPr>
          <p:spPr>
            <a:xfrm>
              <a:off x="7090090" y="2229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2" name="pt35352"/>
            <p:cNvSpPr/>
            <p:nvPr/>
          </p:nvSpPr>
          <p:spPr>
            <a:xfrm>
              <a:off x="6983718" y="1970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3" name="pt35353"/>
            <p:cNvSpPr/>
            <p:nvPr/>
          </p:nvSpPr>
          <p:spPr>
            <a:xfrm>
              <a:off x="7042441" y="2203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4" name="pt35354"/>
            <p:cNvSpPr/>
            <p:nvPr/>
          </p:nvSpPr>
          <p:spPr>
            <a:xfrm>
              <a:off x="7014754" y="1885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5" name="pt35355"/>
            <p:cNvSpPr/>
            <p:nvPr/>
          </p:nvSpPr>
          <p:spPr>
            <a:xfrm>
              <a:off x="7170454" y="2019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6" name="pt35356"/>
            <p:cNvSpPr/>
            <p:nvPr/>
          </p:nvSpPr>
          <p:spPr>
            <a:xfrm>
              <a:off x="7074275" y="2028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7" name="pt35357"/>
            <p:cNvSpPr/>
            <p:nvPr/>
          </p:nvSpPr>
          <p:spPr>
            <a:xfrm>
              <a:off x="7294791" y="2026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8" name="pt35358"/>
            <p:cNvSpPr/>
            <p:nvPr/>
          </p:nvSpPr>
          <p:spPr>
            <a:xfrm>
              <a:off x="7061709" y="2027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9" name="pt35359"/>
            <p:cNvSpPr/>
            <p:nvPr/>
          </p:nvSpPr>
          <p:spPr>
            <a:xfrm>
              <a:off x="6829012" y="1954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0" name="pt35360"/>
            <p:cNvSpPr/>
            <p:nvPr/>
          </p:nvSpPr>
          <p:spPr>
            <a:xfrm>
              <a:off x="7040018" y="2219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1" name="pt35361"/>
            <p:cNvSpPr/>
            <p:nvPr/>
          </p:nvSpPr>
          <p:spPr>
            <a:xfrm>
              <a:off x="7224571" y="2057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2" name="pt35362"/>
            <p:cNvSpPr/>
            <p:nvPr/>
          </p:nvSpPr>
          <p:spPr>
            <a:xfrm>
              <a:off x="7123329" y="2080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3" name="pt35363"/>
            <p:cNvSpPr/>
            <p:nvPr/>
          </p:nvSpPr>
          <p:spPr>
            <a:xfrm>
              <a:off x="7245763" y="2216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4" name="pt35364"/>
            <p:cNvSpPr/>
            <p:nvPr/>
          </p:nvSpPr>
          <p:spPr>
            <a:xfrm>
              <a:off x="7115902" y="217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5" name="pt35365"/>
            <p:cNvSpPr/>
            <p:nvPr/>
          </p:nvSpPr>
          <p:spPr>
            <a:xfrm>
              <a:off x="7104153" y="2202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6" name="pt35366"/>
            <p:cNvSpPr/>
            <p:nvPr/>
          </p:nvSpPr>
          <p:spPr>
            <a:xfrm>
              <a:off x="7240859" y="1912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7" name="pt35367"/>
            <p:cNvSpPr/>
            <p:nvPr/>
          </p:nvSpPr>
          <p:spPr>
            <a:xfrm>
              <a:off x="7104190" y="2265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8" name="pt35368"/>
            <p:cNvSpPr/>
            <p:nvPr/>
          </p:nvSpPr>
          <p:spPr>
            <a:xfrm>
              <a:off x="6998923" y="1836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9" name="pt35369"/>
            <p:cNvSpPr/>
            <p:nvPr/>
          </p:nvSpPr>
          <p:spPr>
            <a:xfrm>
              <a:off x="6943331" y="2194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0" name="pt35370"/>
            <p:cNvSpPr/>
            <p:nvPr/>
          </p:nvSpPr>
          <p:spPr>
            <a:xfrm>
              <a:off x="6939535" y="2237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1" name="pt35371"/>
            <p:cNvSpPr/>
            <p:nvPr/>
          </p:nvSpPr>
          <p:spPr>
            <a:xfrm>
              <a:off x="7069571" y="2073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2" name="pt35372"/>
            <p:cNvSpPr/>
            <p:nvPr/>
          </p:nvSpPr>
          <p:spPr>
            <a:xfrm>
              <a:off x="7206456" y="2179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3" name="pt35373"/>
            <p:cNvSpPr/>
            <p:nvPr/>
          </p:nvSpPr>
          <p:spPr>
            <a:xfrm>
              <a:off x="7132886" y="2144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4" name="pt35374"/>
            <p:cNvSpPr/>
            <p:nvPr/>
          </p:nvSpPr>
          <p:spPr>
            <a:xfrm>
              <a:off x="7374685" y="2496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5" name="pt35375"/>
            <p:cNvSpPr/>
            <p:nvPr/>
          </p:nvSpPr>
          <p:spPr>
            <a:xfrm>
              <a:off x="7388824" y="2235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6" name="pt35376"/>
            <p:cNvSpPr/>
            <p:nvPr/>
          </p:nvSpPr>
          <p:spPr>
            <a:xfrm>
              <a:off x="7032160" y="1889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7" name="pt35377"/>
            <p:cNvSpPr/>
            <p:nvPr/>
          </p:nvSpPr>
          <p:spPr>
            <a:xfrm>
              <a:off x="7366155" y="2525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8" name="pt35378"/>
            <p:cNvSpPr/>
            <p:nvPr/>
          </p:nvSpPr>
          <p:spPr>
            <a:xfrm>
              <a:off x="6923753" y="2166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9" name="pt35379"/>
            <p:cNvSpPr/>
            <p:nvPr/>
          </p:nvSpPr>
          <p:spPr>
            <a:xfrm>
              <a:off x="7224546" y="2125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0" name="pt35380"/>
            <p:cNvSpPr/>
            <p:nvPr/>
          </p:nvSpPr>
          <p:spPr>
            <a:xfrm>
              <a:off x="7320968" y="2006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1" name="pt35381"/>
            <p:cNvSpPr/>
            <p:nvPr/>
          </p:nvSpPr>
          <p:spPr>
            <a:xfrm>
              <a:off x="7104827" y="2147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2" name="pt35382"/>
            <p:cNvSpPr/>
            <p:nvPr/>
          </p:nvSpPr>
          <p:spPr>
            <a:xfrm>
              <a:off x="6694963" y="2023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3" name="pt35383"/>
            <p:cNvSpPr/>
            <p:nvPr/>
          </p:nvSpPr>
          <p:spPr>
            <a:xfrm>
              <a:off x="6886766" y="1861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4" name="pt35384"/>
            <p:cNvSpPr/>
            <p:nvPr/>
          </p:nvSpPr>
          <p:spPr>
            <a:xfrm>
              <a:off x="6996764" y="2085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5" name="pt35385"/>
            <p:cNvSpPr/>
            <p:nvPr/>
          </p:nvSpPr>
          <p:spPr>
            <a:xfrm>
              <a:off x="7079672" y="2099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6" name="pt35386"/>
            <p:cNvSpPr/>
            <p:nvPr/>
          </p:nvSpPr>
          <p:spPr>
            <a:xfrm>
              <a:off x="7256616" y="2046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7" name="pt35387"/>
            <p:cNvSpPr/>
            <p:nvPr/>
          </p:nvSpPr>
          <p:spPr>
            <a:xfrm>
              <a:off x="7235586" y="2057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8" name="pt35388"/>
            <p:cNvSpPr/>
            <p:nvPr/>
          </p:nvSpPr>
          <p:spPr>
            <a:xfrm>
              <a:off x="7092690" y="2213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9" name="pt35389"/>
            <p:cNvSpPr/>
            <p:nvPr/>
          </p:nvSpPr>
          <p:spPr>
            <a:xfrm>
              <a:off x="7327512" y="1884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0" name="pt35390"/>
            <p:cNvSpPr/>
            <p:nvPr/>
          </p:nvSpPr>
          <p:spPr>
            <a:xfrm>
              <a:off x="7175624" y="2093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1" name="pt35391"/>
            <p:cNvSpPr/>
            <p:nvPr/>
          </p:nvSpPr>
          <p:spPr>
            <a:xfrm>
              <a:off x="7255606" y="2020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2" name="pt35392"/>
            <p:cNvSpPr/>
            <p:nvPr/>
          </p:nvSpPr>
          <p:spPr>
            <a:xfrm>
              <a:off x="7277968" y="1944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3" name="pt35393"/>
            <p:cNvSpPr/>
            <p:nvPr/>
          </p:nvSpPr>
          <p:spPr>
            <a:xfrm>
              <a:off x="7105764" y="2213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4" name="pt35394"/>
            <p:cNvSpPr/>
            <p:nvPr/>
          </p:nvSpPr>
          <p:spPr>
            <a:xfrm>
              <a:off x="7030738" y="1922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5" name="pt35395"/>
            <p:cNvSpPr/>
            <p:nvPr/>
          </p:nvSpPr>
          <p:spPr>
            <a:xfrm>
              <a:off x="6772524" y="2502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6" name="pt35396"/>
            <p:cNvSpPr/>
            <p:nvPr/>
          </p:nvSpPr>
          <p:spPr>
            <a:xfrm>
              <a:off x="6807799" y="2359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7" name="pt35397"/>
            <p:cNvSpPr/>
            <p:nvPr/>
          </p:nvSpPr>
          <p:spPr>
            <a:xfrm>
              <a:off x="7054557" y="208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8" name="pt35398"/>
            <p:cNvSpPr/>
            <p:nvPr/>
          </p:nvSpPr>
          <p:spPr>
            <a:xfrm>
              <a:off x="7249266" y="1988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9" name="pt35399"/>
            <p:cNvSpPr/>
            <p:nvPr/>
          </p:nvSpPr>
          <p:spPr>
            <a:xfrm>
              <a:off x="7147593" y="235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0" name="pt35400"/>
            <p:cNvSpPr/>
            <p:nvPr/>
          </p:nvSpPr>
          <p:spPr>
            <a:xfrm>
              <a:off x="7021991" y="2117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1" name="pt35401"/>
            <p:cNvSpPr/>
            <p:nvPr/>
          </p:nvSpPr>
          <p:spPr>
            <a:xfrm>
              <a:off x="7358576" y="2604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2" name="pt35402"/>
            <p:cNvSpPr/>
            <p:nvPr/>
          </p:nvSpPr>
          <p:spPr>
            <a:xfrm>
              <a:off x="7053370" y="2304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3" name="pt35403"/>
            <p:cNvSpPr/>
            <p:nvPr/>
          </p:nvSpPr>
          <p:spPr>
            <a:xfrm>
              <a:off x="7181566" y="2119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4" name="pt35404"/>
            <p:cNvSpPr/>
            <p:nvPr/>
          </p:nvSpPr>
          <p:spPr>
            <a:xfrm>
              <a:off x="7171805" y="2039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5" name="pt35405"/>
            <p:cNvSpPr/>
            <p:nvPr/>
          </p:nvSpPr>
          <p:spPr>
            <a:xfrm>
              <a:off x="7090625" y="2159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6" name="pt35406"/>
            <p:cNvSpPr/>
            <p:nvPr/>
          </p:nvSpPr>
          <p:spPr>
            <a:xfrm>
              <a:off x="7150850" y="2346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7" name="pt35407"/>
            <p:cNvSpPr/>
            <p:nvPr/>
          </p:nvSpPr>
          <p:spPr>
            <a:xfrm>
              <a:off x="7020458" y="2032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8" name="pt35408"/>
            <p:cNvSpPr/>
            <p:nvPr/>
          </p:nvSpPr>
          <p:spPr>
            <a:xfrm>
              <a:off x="7091005" y="2239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9" name="pt35409"/>
            <p:cNvSpPr/>
            <p:nvPr/>
          </p:nvSpPr>
          <p:spPr>
            <a:xfrm>
              <a:off x="7246881" y="2211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0" name="pt35410"/>
            <p:cNvSpPr/>
            <p:nvPr/>
          </p:nvSpPr>
          <p:spPr>
            <a:xfrm>
              <a:off x="6967161" y="2029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1" name="pt35411"/>
            <p:cNvSpPr/>
            <p:nvPr/>
          </p:nvSpPr>
          <p:spPr>
            <a:xfrm>
              <a:off x="7157341" y="2191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2" name="pt35412"/>
            <p:cNvSpPr/>
            <p:nvPr/>
          </p:nvSpPr>
          <p:spPr>
            <a:xfrm>
              <a:off x="7348461" y="2222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3" name="pt35413"/>
            <p:cNvSpPr/>
            <p:nvPr/>
          </p:nvSpPr>
          <p:spPr>
            <a:xfrm>
              <a:off x="7016261" y="2042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4" name="pt35414"/>
            <p:cNvSpPr/>
            <p:nvPr/>
          </p:nvSpPr>
          <p:spPr>
            <a:xfrm>
              <a:off x="7200627" y="1908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5" name="pt35415"/>
            <p:cNvSpPr/>
            <p:nvPr/>
          </p:nvSpPr>
          <p:spPr>
            <a:xfrm>
              <a:off x="7198244" y="201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6" name="pt35416"/>
            <p:cNvSpPr/>
            <p:nvPr/>
          </p:nvSpPr>
          <p:spPr>
            <a:xfrm>
              <a:off x="7451228" y="2440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7" name="pt35417"/>
            <p:cNvSpPr/>
            <p:nvPr/>
          </p:nvSpPr>
          <p:spPr>
            <a:xfrm>
              <a:off x="7133431" y="2173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8" name="pt35418"/>
            <p:cNvSpPr/>
            <p:nvPr/>
          </p:nvSpPr>
          <p:spPr>
            <a:xfrm>
              <a:off x="7333209" y="1843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9" name="pt35419"/>
            <p:cNvSpPr/>
            <p:nvPr/>
          </p:nvSpPr>
          <p:spPr>
            <a:xfrm>
              <a:off x="6974617" y="1893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0" name="pt35420"/>
            <p:cNvSpPr/>
            <p:nvPr/>
          </p:nvSpPr>
          <p:spPr>
            <a:xfrm>
              <a:off x="7075263" y="2184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1" name="pt35421"/>
            <p:cNvSpPr/>
            <p:nvPr/>
          </p:nvSpPr>
          <p:spPr>
            <a:xfrm>
              <a:off x="6891510" y="1890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2" name="pt35422"/>
            <p:cNvSpPr/>
            <p:nvPr/>
          </p:nvSpPr>
          <p:spPr>
            <a:xfrm>
              <a:off x="6863827" y="2194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3" name="pt35423"/>
            <p:cNvSpPr/>
            <p:nvPr/>
          </p:nvSpPr>
          <p:spPr>
            <a:xfrm>
              <a:off x="7167244" y="2051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4" name="pt35424"/>
            <p:cNvSpPr/>
            <p:nvPr/>
          </p:nvSpPr>
          <p:spPr>
            <a:xfrm>
              <a:off x="6918530" y="2223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5" name="pt35425"/>
            <p:cNvSpPr/>
            <p:nvPr/>
          </p:nvSpPr>
          <p:spPr>
            <a:xfrm>
              <a:off x="7312289" y="1977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6" name="pt35426"/>
            <p:cNvSpPr/>
            <p:nvPr/>
          </p:nvSpPr>
          <p:spPr>
            <a:xfrm>
              <a:off x="6931806" y="2217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7" name="pt35427"/>
            <p:cNvSpPr/>
            <p:nvPr/>
          </p:nvSpPr>
          <p:spPr>
            <a:xfrm>
              <a:off x="6983934" y="1938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8" name="pt35428"/>
            <p:cNvSpPr/>
            <p:nvPr/>
          </p:nvSpPr>
          <p:spPr>
            <a:xfrm>
              <a:off x="7109067" y="2154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9" name="pt35429"/>
            <p:cNvSpPr/>
            <p:nvPr/>
          </p:nvSpPr>
          <p:spPr>
            <a:xfrm>
              <a:off x="7092591" y="2207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0" name="pt35430"/>
            <p:cNvSpPr/>
            <p:nvPr/>
          </p:nvSpPr>
          <p:spPr>
            <a:xfrm>
              <a:off x="7483374" y="2577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1" name="pt35431"/>
            <p:cNvSpPr/>
            <p:nvPr/>
          </p:nvSpPr>
          <p:spPr>
            <a:xfrm>
              <a:off x="7062313" y="1710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2" name="pt35432"/>
            <p:cNvSpPr/>
            <p:nvPr/>
          </p:nvSpPr>
          <p:spPr>
            <a:xfrm>
              <a:off x="7110477" y="2022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3" name="pt35433"/>
            <p:cNvSpPr/>
            <p:nvPr/>
          </p:nvSpPr>
          <p:spPr>
            <a:xfrm>
              <a:off x="7297639" y="1944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4" name="pt35434"/>
            <p:cNvSpPr/>
            <p:nvPr/>
          </p:nvSpPr>
          <p:spPr>
            <a:xfrm>
              <a:off x="6984022" y="1986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5" name="pt35435"/>
            <p:cNvSpPr/>
            <p:nvPr/>
          </p:nvSpPr>
          <p:spPr>
            <a:xfrm>
              <a:off x="7114992" y="2034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6" name="pt35436"/>
            <p:cNvSpPr/>
            <p:nvPr/>
          </p:nvSpPr>
          <p:spPr>
            <a:xfrm>
              <a:off x="7004074" y="2054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7" name="pt35437"/>
            <p:cNvSpPr/>
            <p:nvPr/>
          </p:nvSpPr>
          <p:spPr>
            <a:xfrm>
              <a:off x="7172942" y="2070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8" name="pt35438"/>
            <p:cNvSpPr/>
            <p:nvPr/>
          </p:nvSpPr>
          <p:spPr>
            <a:xfrm>
              <a:off x="7069379" y="2060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9" name="pt35439"/>
            <p:cNvSpPr/>
            <p:nvPr/>
          </p:nvSpPr>
          <p:spPr>
            <a:xfrm>
              <a:off x="7327386" y="1958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0" name="pt35440"/>
            <p:cNvSpPr/>
            <p:nvPr/>
          </p:nvSpPr>
          <p:spPr>
            <a:xfrm>
              <a:off x="6912241" y="2188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1" name="pt35441"/>
            <p:cNvSpPr/>
            <p:nvPr/>
          </p:nvSpPr>
          <p:spPr>
            <a:xfrm>
              <a:off x="7236613" y="2095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2" name="pt35442"/>
            <p:cNvSpPr/>
            <p:nvPr/>
          </p:nvSpPr>
          <p:spPr>
            <a:xfrm>
              <a:off x="6909465" y="2125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3" name="pt35443"/>
            <p:cNvSpPr/>
            <p:nvPr/>
          </p:nvSpPr>
          <p:spPr>
            <a:xfrm>
              <a:off x="6907155" y="2032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4" name="pt35444"/>
            <p:cNvSpPr/>
            <p:nvPr/>
          </p:nvSpPr>
          <p:spPr>
            <a:xfrm>
              <a:off x="7109257" y="2131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5" name="pt35445"/>
            <p:cNvSpPr/>
            <p:nvPr/>
          </p:nvSpPr>
          <p:spPr>
            <a:xfrm>
              <a:off x="6985143" y="1966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6" name="pt35446"/>
            <p:cNvSpPr/>
            <p:nvPr/>
          </p:nvSpPr>
          <p:spPr>
            <a:xfrm>
              <a:off x="7036115" y="2194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7" name="pt35447"/>
            <p:cNvSpPr/>
            <p:nvPr/>
          </p:nvSpPr>
          <p:spPr>
            <a:xfrm>
              <a:off x="7137945" y="2211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8" name="pt35448"/>
            <p:cNvSpPr/>
            <p:nvPr/>
          </p:nvSpPr>
          <p:spPr>
            <a:xfrm>
              <a:off x="7364316" y="2570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9" name="pt35449"/>
            <p:cNvSpPr/>
            <p:nvPr/>
          </p:nvSpPr>
          <p:spPr>
            <a:xfrm>
              <a:off x="6947393" y="2141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0" name="pt35450"/>
            <p:cNvSpPr/>
            <p:nvPr/>
          </p:nvSpPr>
          <p:spPr>
            <a:xfrm>
              <a:off x="7040379" y="2135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1" name="pt35451"/>
            <p:cNvSpPr/>
            <p:nvPr/>
          </p:nvSpPr>
          <p:spPr>
            <a:xfrm>
              <a:off x="7366125" y="2437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2" name="pt35452"/>
            <p:cNvSpPr/>
            <p:nvPr/>
          </p:nvSpPr>
          <p:spPr>
            <a:xfrm>
              <a:off x="7233427" y="2195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3" name="pt35453"/>
            <p:cNvSpPr/>
            <p:nvPr/>
          </p:nvSpPr>
          <p:spPr>
            <a:xfrm>
              <a:off x="6852883" y="2398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4" name="pt35454"/>
            <p:cNvSpPr/>
            <p:nvPr/>
          </p:nvSpPr>
          <p:spPr>
            <a:xfrm>
              <a:off x="7220053" y="2183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5" name="pt35455"/>
            <p:cNvSpPr/>
            <p:nvPr/>
          </p:nvSpPr>
          <p:spPr>
            <a:xfrm>
              <a:off x="7259821" y="1994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6" name="pt35456"/>
            <p:cNvSpPr/>
            <p:nvPr/>
          </p:nvSpPr>
          <p:spPr>
            <a:xfrm>
              <a:off x="7034658" y="2093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7" name="pt35457"/>
            <p:cNvSpPr/>
            <p:nvPr/>
          </p:nvSpPr>
          <p:spPr>
            <a:xfrm>
              <a:off x="6923099" y="2125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8" name="pt35458"/>
            <p:cNvSpPr/>
            <p:nvPr/>
          </p:nvSpPr>
          <p:spPr>
            <a:xfrm>
              <a:off x="7459625" y="2478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9" name="pt35459"/>
            <p:cNvSpPr/>
            <p:nvPr/>
          </p:nvSpPr>
          <p:spPr>
            <a:xfrm>
              <a:off x="7759971" y="2178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0" name="pt35460"/>
            <p:cNvSpPr/>
            <p:nvPr/>
          </p:nvSpPr>
          <p:spPr>
            <a:xfrm>
              <a:off x="7080086" y="1970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1" name="pt35461"/>
            <p:cNvSpPr/>
            <p:nvPr/>
          </p:nvSpPr>
          <p:spPr>
            <a:xfrm>
              <a:off x="7016568" y="1931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2" name="pt35462"/>
            <p:cNvSpPr/>
            <p:nvPr/>
          </p:nvSpPr>
          <p:spPr>
            <a:xfrm>
              <a:off x="6881879" y="2218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3" name="pt35463"/>
            <p:cNvSpPr/>
            <p:nvPr/>
          </p:nvSpPr>
          <p:spPr>
            <a:xfrm>
              <a:off x="7141597" y="2274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4" name="pt35464"/>
            <p:cNvSpPr/>
            <p:nvPr/>
          </p:nvSpPr>
          <p:spPr>
            <a:xfrm>
              <a:off x="6840746" y="2054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5" name="pt35465"/>
            <p:cNvSpPr/>
            <p:nvPr/>
          </p:nvSpPr>
          <p:spPr>
            <a:xfrm>
              <a:off x="7375696" y="2348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6" name="pt35466"/>
            <p:cNvSpPr/>
            <p:nvPr/>
          </p:nvSpPr>
          <p:spPr>
            <a:xfrm>
              <a:off x="6890001" y="2039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7" name="pt35467"/>
            <p:cNvSpPr/>
            <p:nvPr/>
          </p:nvSpPr>
          <p:spPr>
            <a:xfrm>
              <a:off x="7048283" y="2295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8" name="pt35468"/>
            <p:cNvSpPr/>
            <p:nvPr/>
          </p:nvSpPr>
          <p:spPr>
            <a:xfrm>
              <a:off x="7242994" y="2197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9" name="pt35469"/>
            <p:cNvSpPr/>
            <p:nvPr/>
          </p:nvSpPr>
          <p:spPr>
            <a:xfrm>
              <a:off x="7077615" y="2110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0" name="pt35470"/>
            <p:cNvSpPr/>
            <p:nvPr/>
          </p:nvSpPr>
          <p:spPr>
            <a:xfrm>
              <a:off x="7528070" y="2139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1" name="pt35471"/>
            <p:cNvSpPr/>
            <p:nvPr/>
          </p:nvSpPr>
          <p:spPr>
            <a:xfrm>
              <a:off x="7260339" y="2004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2" name="pt35472"/>
            <p:cNvSpPr/>
            <p:nvPr/>
          </p:nvSpPr>
          <p:spPr>
            <a:xfrm>
              <a:off x="6871926" y="2208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3" name="pt35473"/>
            <p:cNvSpPr/>
            <p:nvPr/>
          </p:nvSpPr>
          <p:spPr>
            <a:xfrm>
              <a:off x="7070430" y="2078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4" name="pt35474"/>
            <p:cNvSpPr/>
            <p:nvPr/>
          </p:nvSpPr>
          <p:spPr>
            <a:xfrm>
              <a:off x="6981732" y="1912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5" name="pt35475"/>
            <p:cNvSpPr/>
            <p:nvPr/>
          </p:nvSpPr>
          <p:spPr>
            <a:xfrm>
              <a:off x="6982667" y="1951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6" name="pt35476"/>
            <p:cNvSpPr/>
            <p:nvPr/>
          </p:nvSpPr>
          <p:spPr>
            <a:xfrm>
              <a:off x="7135489" y="2107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7" name="pt35477"/>
            <p:cNvSpPr/>
            <p:nvPr/>
          </p:nvSpPr>
          <p:spPr>
            <a:xfrm>
              <a:off x="7216412" y="2206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8" name="pt35478"/>
            <p:cNvSpPr/>
            <p:nvPr/>
          </p:nvSpPr>
          <p:spPr>
            <a:xfrm>
              <a:off x="6775061" y="2563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9" name="pt35479"/>
            <p:cNvSpPr/>
            <p:nvPr/>
          </p:nvSpPr>
          <p:spPr>
            <a:xfrm>
              <a:off x="7097878" y="2227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0" name="pt35480"/>
            <p:cNvSpPr/>
            <p:nvPr/>
          </p:nvSpPr>
          <p:spPr>
            <a:xfrm>
              <a:off x="7138010" y="2111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1" name="pt35481"/>
            <p:cNvSpPr/>
            <p:nvPr/>
          </p:nvSpPr>
          <p:spPr>
            <a:xfrm>
              <a:off x="7402894" y="2925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2" name="pt35482"/>
            <p:cNvSpPr/>
            <p:nvPr/>
          </p:nvSpPr>
          <p:spPr>
            <a:xfrm>
              <a:off x="6806058" y="2293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3" name="pt35483"/>
            <p:cNvSpPr/>
            <p:nvPr/>
          </p:nvSpPr>
          <p:spPr>
            <a:xfrm>
              <a:off x="7063872" y="1773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4" name="pt35484"/>
            <p:cNvSpPr/>
            <p:nvPr/>
          </p:nvSpPr>
          <p:spPr>
            <a:xfrm>
              <a:off x="7266885" y="2069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5" name="pt35485"/>
            <p:cNvSpPr/>
            <p:nvPr/>
          </p:nvSpPr>
          <p:spPr>
            <a:xfrm>
              <a:off x="7100561" y="2230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6" name="pt35486"/>
            <p:cNvSpPr/>
            <p:nvPr/>
          </p:nvSpPr>
          <p:spPr>
            <a:xfrm>
              <a:off x="6716599" y="2313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7" name="pt35487"/>
            <p:cNvSpPr/>
            <p:nvPr/>
          </p:nvSpPr>
          <p:spPr>
            <a:xfrm>
              <a:off x="7402620" y="2409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8" name="pt35488"/>
            <p:cNvSpPr/>
            <p:nvPr/>
          </p:nvSpPr>
          <p:spPr>
            <a:xfrm>
              <a:off x="7130139" y="2083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9" name="pt35489"/>
            <p:cNvSpPr/>
            <p:nvPr/>
          </p:nvSpPr>
          <p:spPr>
            <a:xfrm>
              <a:off x="7364793" y="2353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0" name="pt35490"/>
            <p:cNvSpPr/>
            <p:nvPr/>
          </p:nvSpPr>
          <p:spPr>
            <a:xfrm>
              <a:off x="7109749" y="2061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1" name="pt35491"/>
            <p:cNvSpPr/>
            <p:nvPr/>
          </p:nvSpPr>
          <p:spPr>
            <a:xfrm>
              <a:off x="7302721" y="1964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2" name="pt35492"/>
            <p:cNvSpPr/>
            <p:nvPr/>
          </p:nvSpPr>
          <p:spPr>
            <a:xfrm>
              <a:off x="6910523" y="2205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3" name="pt35493"/>
            <p:cNvSpPr/>
            <p:nvPr/>
          </p:nvSpPr>
          <p:spPr>
            <a:xfrm>
              <a:off x="7200469" y="1975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4" name="pt35494"/>
            <p:cNvSpPr/>
            <p:nvPr/>
          </p:nvSpPr>
          <p:spPr>
            <a:xfrm>
              <a:off x="7267455" y="2125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5" name="pt35495"/>
            <p:cNvSpPr/>
            <p:nvPr/>
          </p:nvSpPr>
          <p:spPr>
            <a:xfrm>
              <a:off x="7191590" y="2005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6" name="pt35496"/>
            <p:cNvSpPr/>
            <p:nvPr/>
          </p:nvSpPr>
          <p:spPr>
            <a:xfrm>
              <a:off x="7107973" y="2179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7" name="pt35497"/>
            <p:cNvSpPr/>
            <p:nvPr/>
          </p:nvSpPr>
          <p:spPr>
            <a:xfrm>
              <a:off x="7314315" y="1976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8" name="pt35498"/>
            <p:cNvSpPr/>
            <p:nvPr/>
          </p:nvSpPr>
          <p:spPr>
            <a:xfrm>
              <a:off x="6993041" y="1976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9" name="pt35499"/>
            <p:cNvSpPr/>
            <p:nvPr/>
          </p:nvSpPr>
          <p:spPr>
            <a:xfrm>
              <a:off x="7334828" y="1987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0" name="pt35500"/>
            <p:cNvSpPr/>
            <p:nvPr/>
          </p:nvSpPr>
          <p:spPr>
            <a:xfrm>
              <a:off x="7109635" y="2142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1" name="pt35501"/>
            <p:cNvSpPr/>
            <p:nvPr/>
          </p:nvSpPr>
          <p:spPr>
            <a:xfrm>
              <a:off x="7126631" y="2163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2" name="pt35502"/>
            <p:cNvSpPr/>
            <p:nvPr/>
          </p:nvSpPr>
          <p:spPr>
            <a:xfrm>
              <a:off x="7190588" y="2135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3" name="pt35503"/>
            <p:cNvSpPr/>
            <p:nvPr/>
          </p:nvSpPr>
          <p:spPr>
            <a:xfrm>
              <a:off x="6902151" y="2081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4" name="pt35504"/>
            <p:cNvSpPr/>
            <p:nvPr/>
          </p:nvSpPr>
          <p:spPr>
            <a:xfrm>
              <a:off x="7053647" y="2324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5" name="pt35505"/>
            <p:cNvSpPr/>
            <p:nvPr/>
          </p:nvSpPr>
          <p:spPr>
            <a:xfrm>
              <a:off x="7338592" y="2125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6" name="pt35506"/>
            <p:cNvSpPr/>
            <p:nvPr/>
          </p:nvSpPr>
          <p:spPr>
            <a:xfrm>
              <a:off x="7371633" y="2413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7" name="pt35507"/>
            <p:cNvSpPr/>
            <p:nvPr/>
          </p:nvSpPr>
          <p:spPr>
            <a:xfrm>
              <a:off x="7142654" y="2192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8" name="pt35508"/>
            <p:cNvSpPr/>
            <p:nvPr/>
          </p:nvSpPr>
          <p:spPr>
            <a:xfrm>
              <a:off x="7342760" y="2080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9" name="pt35509"/>
            <p:cNvSpPr/>
            <p:nvPr/>
          </p:nvSpPr>
          <p:spPr>
            <a:xfrm>
              <a:off x="6973605" y="2052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0" name="pt35510"/>
            <p:cNvSpPr/>
            <p:nvPr/>
          </p:nvSpPr>
          <p:spPr>
            <a:xfrm>
              <a:off x="7073280" y="2233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1" name="pt35511"/>
            <p:cNvSpPr/>
            <p:nvPr/>
          </p:nvSpPr>
          <p:spPr>
            <a:xfrm>
              <a:off x="7352317" y="2054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2" name="pt35512"/>
            <p:cNvSpPr/>
            <p:nvPr/>
          </p:nvSpPr>
          <p:spPr>
            <a:xfrm>
              <a:off x="7260431" y="1948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3" name="pt35513"/>
            <p:cNvSpPr/>
            <p:nvPr/>
          </p:nvSpPr>
          <p:spPr>
            <a:xfrm>
              <a:off x="7094956" y="2215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4" name="pt35514"/>
            <p:cNvSpPr/>
            <p:nvPr/>
          </p:nvSpPr>
          <p:spPr>
            <a:xfrm>
              <a:off x="7083619" y="2175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5" name="pt35515"/>
            <p:cNvSpPr/>
            <p:nvPr/>
          </p:nvSpPr>
          <p:spPr>
            <a:xfrm>
              <a:off x="7132957" y="2221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6" name="pt35516"/>
            <p:cNvSpPr/>
            <p:nvPr/>
          </p:nvSpPr>
          <p:spPr>
            <a:xfrm>
              <a:off x="7162660" y="1928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7" name="pt35517"/>
            <p:cNvSpPr/>
            <p:nvPr/>
          </p:nvSpPr>
          <p:spPr>
            <a:xfrm>
              <a:off x="7131591" y="2176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8" name="pt35518"/>
            <p:cNvSpPr/>
            <p:nvPr/>
          </p:nvSpPr>
          <p:spPr>
            <a:xfrm>
              <a:off x="7099466" y="2330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9" name="pt35519"/>
            <p:cNvSpPr/>
            <p:nvPr/>
          </p:nvSpPr>
          <p:spPr>
            <a:xfrm>
              <a:off x="7077684" y="2186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0" name="pt35520"/>
            <p:cNvSpPr/>
            <p:nvPr/>
          </p:nvSpPr>
          <p:spPr>
            <a:xfrm>
              <a:off x="7069821" y="1909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1" name="pt35521"/>
            <p:cNvSpPr/>
            <p:nvPr/>
          </p:nvSpPr>
          <p:spPr>
            <a:xfrm>
              <a:off x="6801588" y="2273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2" name="pt35522"/>
            <p:cNvSpPr/>
            <p:nvPr/>
          </p:nvSpPr>
          <p:spPr>
            <a:xfrm>
              <a:off x="7043195" y="2373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3" name="pt35523"/>
            <p:cNvSpPr/>
            <p:nvPr/>
          </p:nvSpPr>
          <p:spPr>
            <a:xfrm>
              <a:off x="7197162" y="2018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4" name="pt35524"/>
            <p:cNvSpPr/>
            <p:nvPr/>
          </p:nvSpPr>
          <p:spPr>
            <a:xfrm>
              <a:off x="7344943" y="2074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5" name="pt35525"/>
            <p:cNvSpPr/>
            <p:nvPr/>
          </p:nvSpPr>
          <p:spPr>
            <a:xfrm>
              <a:off x="7098450" y="2254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6" name="pt35526"/>
            <p:cNvSpPr/>
            <p:nvPr/>
          </p:nvSpPr>
          <p:spPr>
            <a:xfrm>
              <a:off x="7048228" y="2339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7" name="pt35527"/>
            <p:cNvSpPr/>
            <p:nvPr/>
          </p:nvSpPr>
          <p:spPr>
            <a:xfrm>
              <a:off x="7087517" y="2176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8" name="pt35528"/>
            <p:cNvSpPr/>
            <p:nvPr/>
          </p:nvSpPr>
          <p:spPr>
            <a:xfrm>
              <a:off x="7189215" y="2087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9" name="pt35529"/>
            <p:cNvSpPr/>
            <p:nvPr/>
          </p:nvSpPr>
          <p:spPr>
            <a:xfrm>
              <a:off x="7271786" y="2007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0" name="pt35530"/>
            <p:cNvSpPr/>
            <p:nvPr/>
          </p:nvSpPr>
          <p:spPr>
            <a:xfrm>
              <a:off x="7166756" y="2094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1" name="pt35531"/>
            <p:cNvSpPr/>
            <p:nvPr/>
          </p:nvSpPr>
          <p:spPr>
            <a:xfrm>
              <a:off x="7078662" y="2086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2" name="pt35532"/>
            <p:cNvSpPr/>
            <p:nvPr/>
          </p:nvSpPr>
          <p:spPr>
            <a:xfrm>
              <a:off x="7213557" y="2283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3" name="pt35533"/>
            <p:cNvSpPr/>
            <p:nvPr/>
          </p:nvSpPr>
          <p:spPr>
            <a:xfrm>
              <a:off x="7204513" y="2226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4" name="pt35534"/>
            <p:cNvSpPr/>
            <p:nvPr/>
          </p:nvSpPr>
          <p:spPr>
            <a:xfrm>
              <a:off x="7324751" y="1839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5" name="pt35535"/>
            <p:cNvSpPr/>
            <p:nvPr/>
          </p:nvSpPr>
          <p:spPr>
            <a:xfrm>
              <a:off x="7220344" y="2206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6" name="pt35536"/>
            <p:cNvSpPr/>
            <p:nvPr/>
          </p:nvSpPr>
          <p:spPr>
            <a:xfrm>
              <a:off x="7340653" y="2133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7" name="pt35537"/>
            <p:cNvSpPr/>
            <p:nvPr/>
          </p:nvSpPr>
          <p:spPr>
            <a:xfrm>
              <a:off x="7135326" y="2146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8" name="pt35538"/>
            <p:cNvSpPr/>
            <p:nvPr/>
          </p:nvSpPr>
          <p:spPr>
            <a:xfrm>
              <a:off x="7284919" y="2059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9" name="pt35539"/>
            <p:cNvSpPr/>
            <p:nvPr/>
          </p:nvSpPr>
          <p:spPr>
            <a:xfrm>
              <a:off x="7114618" y="2118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0" name="pt35540"/>
            <p:cNvSpPr/>
            <p:nvPr/>
          </p:nvSpPr>
          <p:spPr>
            <a:xfrm>
              <a:off x="6872235" y="2140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1" name="pt35541"/>
            <p:cNvSpPr/>
            <p:nvPr/>
          </p:nvSpPr>
          <p:spPr>
            <a:xfrm>
              <a:off x="7286655" y="1877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2" name="pt35542"/>
            <p:cNvSpPr/>
            <p:nvPr/>
          </p:nvSpPr>
          <p:spPr>
            <a:xfrm>
              <a:off x="7364427" y="234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3" name="pt35543"/>
            <p:cNvSpPr/>
            <p:nvPr/>
          </p:nvSpPr>
          <p:spPr>
            <a:xfrm>
              <a:off x="6892758" y="2063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4" name="pt35544"/>
            <p:cNvSpPr/>
            <p:nvPr/>
          </p:nvSpPr>
          <p:spPr>
            <a:xfrm>
              <a:off x="7262686" y="2085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5" name="pt35545"/>
            <p:cNvSpPr/>
            <p:nvPr/>
          </p:nvSpPr>
          <p:spPr>
            <a:xfrm>
              <a:off x="6953501" y="2204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6" name="pt35546"/>
            <p:cNvSpPr/>
            <p:nvPr/>
          </p:nvSpPr>
          <p:spPr>
            <a:xfrm>
              <a:off x="7096114" y="2119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7" name="pt35547"/>
            <p:cNvSpPr/>
            <p:nvPr/>
          </p:nvSpPr>
          <p:spPr>
            <a:xfrm>
              <a:off x="7457464" y="2948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8" name="pt35548"/>
            <p:cNvSpPr/>
            <p:nvPr/>
          </p:nvSpPr>
          <p:spPr>
            <a:xfrm>
              <a:off x="7148850" y="2320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9" name="pt35549"/>
            <p:cNvSpPr/>
            <p:nvPr/>
          </p:nvSpPr>
          <p:spPr>
            <a:xfrm>
              <a:off x="6900130" y="2044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0" name="pt35550"/>
            <p:cNvSpPr/>
            <p:nvPr/>
          </p:nvSpPr>
          <p:spPr>
            <a:xfrm>
              <a:off x="6897811" y="1801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1" name="pt35551"/>
            <p:cNvSpPr/>
            <p:nvPr/>
          </p:nvSpPr>
          <p:spPr>
            <a:xfrm>
              <a:off x="6917734" y="22519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2" name="pt35552"/>
            <p:cNvSpPr/>
            <p:nvPr/>
          </p:nvSpPr>
          <p:spPr>
            <a:xfrm>
              <a:off x="7066796" y="2098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3" name="pt35553"/>
            <p:cNvSpPr/>
            <p:nvPr/>
          </p:nvSpPr>
          <p:spPr>
            <a:xfrm>
              <a:off x="7175366" y="2078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4" name="pt35554"/>
            <p:cNvSpPr/>
            <p:nvPr/>
          </p:nvSpPr>
          <p:spPr>
            <a:xfrm>
              <a:off x="7174978" y="1945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5" name="pt35555"/>
            <p:cNvSpPr/>
            <p:nvPr/>
          </p:nvSpPr>
          <p:spPr>
            <a:xfrm>
              <a:off x="7220739" y="2038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6" name="pt35556"/>
            <p:cNvSpPr/>
            <p:nvPr/>
          </p:nvSpPr>
          <p:spPr>
            <a:xfrm>
              <a:off x="7125339" y="2140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7" name="pt35557"/>
            <p:cNvSpPr/>
            <p:nvPr/>
          </p:nvSpPr>
          <p:spPr>
            <a:xfrm>
              <a:off x="7360764" y="2689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8" name="pt35558"/>
            <p:cNvSpPr/>
            <p:nvPr/>
          </p:nvSpPr>
          <p:spPr>
            <a:xfrm>
              <a:off x="7123007" y="2116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9" name="pt35559"/>
            <p:cNvSpPr/>
            <p:nvPr/>
          </p:nvSpPr>
          <p:spPr>
            <a:xfrm>
              <a:off x="7184074" y="2164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0" name="pt35560"/>
            <p:cNvSpPr/>
            <p:nvPr/>
          </p:nvSpPr>
          <p:spPr>
            <a:xfrm>
              <a:off x="7145825" y="2219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1" name="pt35561"/>
            <p:cNvSpPr/>
            <p:nvPr/>
          </p:nvSpPr>
          <p:spPr>
            <a:xfrm>
              <a:off x="7021036" y="2012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2" name="pt35562"/>
            <p:cNvSpPr/>
            <p:nvPr/>
          </p:nvSpPr>
          <p:spPr>
            <a:xfrm>
              <a:off x="7138165" y="2277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3" name="pt35563"/>
            <p:cNvSpPr/>
            <p:nvPr/>
          </p:nvSpPr>
          <p:spPr>
            <a:xfrm>
              <a:off x="7071171" y="1929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4" name="pt35564"/>
            <p:cNvSpPr/>
            <p:nvPr/>
          </p:nvSpPr>
          <p:spPr>
            <a:xfrm>
              <a:off x="7205451" y="2187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5" name="pt35565"/>
            <p:cNvSpPr/>
            <p:nvPr/>
          </p:nvSpPr>
          <p:spPr>
            <a:xfrm>
              <a:off x="7153456" y="2406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6" name="pt35566"/>
            <p:cNvSpPr/>
            <p:nvPr/>
          </p:nvSpPr>
          <p:spPr>
            <a:xfrm>
              <a:off x="7386545" y="2156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7" name="pt35567"/>
            <p:cNvSpPr/>
            <p:nvPr/>
          </p:nvSpPr>
          <p:spPr>
            <a:xfrm>
              <a:off x="7035678" y="2142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8" name="pt35568"/>
            <p:cNvSpPr/>
            <p:nvPr/>
          </p:nvSpPr>
          <p:spPr>
            <a:xfrm>
              <a:off x="7275191" y="2011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9" name="pt35569"/>
            <p:cNvSpPr/>
            <p:nvPr/>
          </p:nvSpPr>
          <p:spPr>
            <a:xfrm>
              <a:off x="7180095" y="2109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0" name="pt35570"/>
            <p:cNvSpPr/>
            <p:nvPr/>
          </p:nvSpPr>
          <p:spPr>
            <a:xfrm>
              <a:off x="7196541" y="2113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1" name="pt35571"/>
            <p:cNvSpPr/>
            <p:nvPr/>
          </p:nvSpPr>
          <p:spPr>
            <a:xfrm>
              <a:off x="7157326" y="2200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2" name="pt35572"/>
            <p:cNvSpPr/>
            <p:nvPr/>
          </p:nvSpPr>
          <p:spPr>
            <a:xfrm>
              <a:off x="7196004" y="1987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3" name="pt35573"/>
            <p:cNvSpPr/>
            <p:nvPr/>
          </p:nvSpPr>
          <p:spPr>
            <a:xfrm>
              <a:off x="7318813" y="1986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4" name="pt35574"/>
            <p:cNvSpPr/>
            <p:nvPr/>
          </p:nvSpPr>
          <p:spPr>
            <a:xfrm>
              <a:off x="7281625" y="2070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5" name="pt35575"/>
            <p:cNvSpPr/>
            <p:nvPr/>
          </p:nvSpPr>
          <p:spPr>
            <a:xfrm>
              <a:off x="6989986" y="1963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6" name="pt35576"/>
            <p:cNvSpPr/>
            <p:nvPr/>
          </p:nvSpPr>
          <p:spPr>
            <a:xfrm>
              <a:off x="7037030" y="2284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7" name="pt35577"/>
            <p:cNvSpPr/>
            <p:nvPr/>
          </p:nvSpPr>
          <p:spPr>
            <a:xfrm>
              <a:off x="6935934" y="2062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8" name="pt35578"/>
            <p:cNvSpPr/>
            <p:nvPr/>
          </p:nvSpPr>
          <p:spPr>
            <a:xfrm>
              <a:off x="7160991" y="2033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9" name="pt35579"/>
            <p:cNvSpPr/>
            <p:nvPr/>
          </p:nvSpPr>
          <p:spPr>
            <a:xfrm>
              <a:off x="6811905" y="2485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0" name="pt35580"/>
            <p:cNvSpPr/>
            <p:nvPr/>
          </p:nvSpPr>
          <p:spPr>
            <a:xfrm>
              <a:off x="7161893" y="2119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1" name="pt35581"/>
            <p:cNvSpPr/>
            <p:nvPr/>
          </p:nvSpPr>
          <p:spPr>
            <a:xfrm>
              <a:off x="6789382" y="2699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2" name="pt35582"/>
            <p:cNvSpPr/>
            <p:nvPr/>
          </p:nvSpPr>
          <p:spPr>
            <a:xfrm>
              <a:off x="7223095" y="2017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3" name="pt35583"/>
            <p:cNvSpPr/>
            <p:nvPr/>
          </p:nvSpPr>
          <p:spPr>
            <a:xfrm>
              <a:off x="7298043" y="2037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4" name="pt35584"/>
            <p:cNvSpPr/>
            <p:nvPr/>
          </p:nvSpPr>
          <p:spPr>
            <a:xfrm>
              <a:off x="6959726" y="2004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5" name="pt35585"/>
            <p:cNvSpPr/>
            <p:nvPr/>
          </p:nvSpPr>
          <p:spPr>
            <a:xfrm>
              <a:off x="6857868" y="2259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6" name="pt35586"/>
            <p:cNvSpPr/>
            <p:nvPr/>
          </p:nvSpPr>
          <p:spPr>
            <a:xfrm>
              <a:off x="7143446" y="2215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7" name="pt35587"/>
            <p:cNvSpPr/>
            <p:nvPr/>
          </p:nvSpPr>
          <p:spPr>
            <a:xfrm>
              <a:off x="7160586" y="2145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8" name="pt35588"/>
            <p:cNvSpPr/>
            <p:nvPr/>
          </p:nvSpPr>
          <p:spPr>
            <a:xfrm>
              <a:off x="7089969" y="2183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9" name="pt35589"/>
            <p:cNvSpPr/>
            <p:nvPr/>
          </p:nvSpPr>
          <p:spPr>
            <a:xfrm>
              <a:off x="7317743" y="2001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0" name="pt35590"/>
            <p:cNvSpPr/>
            <p:nvPr/>
          </p:nvSpPr>
          <p:spPr>
            <a:xfrm>
              <a:off x="6808615" y="2196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1" name="pt35591"/>
            <p:cNvSpPr/>
            <p:nvPr/>
          </p:nvSpPr>
          <p:spPr>
            <a:xfrm>
              <a:off x="7040376" y="2265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2" name="pt35592"/>
            <p:cNvSpPr/>
            <p:nvPr/>
          </p:nvSpPr>
          <p:spPr>
            <a:xfrm>
              <a:off x="7133514" y="2094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3" name="pt35593"/>
            <p:cNvSpPr/>
            <p:nvPr/>
          </p:nvSpPr>
          <p:spPr>
            <a:xfrm>
              <a:off x="7183698" y="1999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4" name="pt35594"/>
            <p:cNvSpPr/>
            <p:nvPr/>
          </p:nvSpPr>
          <p:spPr>
            <a:xfrm>
              <a:off x="6940363" y="2062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5" name="pt35595"/>
            <p:cNvSpPr/>
            <p:nvPr/>
          </p:nvSpPr>
          <p:spPr>
            <a:xfrm>
              <a:off x="7045259" y="2164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6" name="pt35596"/>
            <p:cNvSpPr/>
            <p:nvPr/>
          </p:nvSpPr>
          <p:spPr>
            <a:xfrm>
              <a:off x="6854102" y="2482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7" name="pt35597"/>
            <p:cNvSpPr/>
            <p:nvPr/>
          </p:nvSpPr>
          <p:spPr>
            <a:xfrm>
              <a:off x="7072108" y="2254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8" name="pt35598"/>
            <p:cNvSpPr/>
            <p:nvPr/>
          </p:nvSpPr>
          <p:spPr>
            <a:xfrm>
              <a:off x="7359551" y="2332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9" name="pt35599"/>
            <p:cNvSpPr/>
            <p:nvPr/>
          </p:nvSpPr>
          <p:spPr>
            <a:xfrm>
              <a:off x="7288983" y="1897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0" name="pt35600"/>
            <p:cNvSpPr/>
            <p:nvPr/>
          </p:nvSpPr>
          <p:spPr>
            <a:xfrm>
              <a:off x="7232404" y="2320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1" name="pt35601"/>
            <p:cNvSpPr/>
            <p:nvPr/>
          </p:nvSpPr>
          <p:spPr>
            <a:xfrm>
              <a:off x="7098202" y="2224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2" name="pt35602"/>
            <p:cNvSpPr/>
            <p:nvPr/>
          </p:nvSpPr>
          <p:spPr>
            <a:xfrm>
              <a:off x="6897754" y="2065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3" name="pt35603"/>
            <p:cNvSpPr/>
            <p:nvPr/>
          </p:nvSpPr>
          <p:spPr>
            <a:xfrm>
              <a:off x="7091081" y="2212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4" name="pt35604"/>
            <p:cNvSpPr/>
            <p:nvPr/>
          </p:nvSpPr>
          <p:spPr>
            <a:xfrm>
              <a:off x="7288495" y="2031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5" name="pt35605"/>
            <p:cNvSpPr/>
            <p:nvPr/>
          </p:nvSpPr>
          <p:spPr>
            <a:xfrm>
              <a:off x="7563483" y="2272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6" name="pt35606"/>
            <p:cNvSpPr/>
            <p:nvPr/>
          </p:nvSpPr>
          <p:spPr>
            <a:xfrm>
              <a:off x="7240812" y="1854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7" name="pt35607"/>
            <p:cNvSpPr/>
            <p:nvPr/>
          </p:nvSpPr>
          <p:spPr>
            <a:xfrm>
              <a:off x="7055145" y="2215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8" name="pt35608"/>
            <p:cNvSpPr/>
            <p:nvPr/>
          </p:nvSpPr>
          <p:spPr>
            <a:xfrm>
              <a:off x="7119958" y="2047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9" name="pt35609"/>
            <p:cNvSpPr/>
            <p:nvPr/>
          </p:nvSpPr>
          <p:spPr>
            <a:xfrm>
              <a:off x="7201412" y="2057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0" name="pt35610"/>
            <p:cNvSpPr/>
            <p:nvPr/>
          </p:nvSpPr>
          <p:spPr>
            <a:xfrm>
              <a:off x="7042667" y="2207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1" name="pt35611"/>
            <p:cNvSpPr/>
            <p:nvPr/>
          </p:nvSpPr>
          <p:spPr>
            <a:xfrm>
              <a:off x="6771629" y="2418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2" name="pt35612"/>
            <p:cNvSpPr/>
            <p:nvPr/>
          </p:nvSpPr>
          <p:spPr>
            <a:xfrm>
              <a:off x="7215368" y="2357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3" name="pt35613"/>
            <p:cNvSpPr/>
            <p:nvPr/>
          </p:nvSpPr>
          <p:spPr>
            <a:xfrm>
              <a:off x="7170771" y="195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4" name="pt35614"/>
            <p:cNvSpPr/>
            <p:nvPr/>
          </p:nvSpPr>
          <p:spPr>
            <a:xfrm>
              <a:off x="6964111" y="2051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5" name="pt35615"/>
            <p:cNvSpPr/>
            <p:nvPr/>
          </p:nvSpPr>
          <p:spPr>
            <a:xfrm>
              <a:off x="6939663" y="2156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6" name="pt35616"/>
            <p:cNvSpPr/>
            <p:nvPr/>
          </p:nvSpPr>
          <p:spPr>
            <a:xfrm>
              <a:off x="7485908" y="2226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7" name="pt35617"/>
            <p:cNvSpPr/>
            <p:nvPr/>
          </p:nvSpPr>
          <p:spPr>
            <a:xfrm>
              <a:off x="7067831" y="2141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8" name="pt35618"/>
            <p:cNvSpPr/>
            <p:nvPr/>
          </p:nvSpPr>
          <p:spPr>
            <a:xfrm>
              <a:off x="7053648" y="2004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9" name="pt35619"/>
            <p:cNvSpPr/>
            <p:nvPr/>
          </p:nvSpPr>
          <p:spPr>
            <a:xfrm>
              <a:off x="7254033" y="20358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0" name="pt35620"/>
            <p:cNvSpPr/>
            <p:nvPr/>
          </p:nvSpPr>
          <p:spPr>
            <a:xfrm>
              <a:off x="7324279" y="2106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1" name="pt35621"/>
            <p:cNvSpPr/>
            <p:nvPr/>
          </p:nvSpPr>
          <p:spPr>
            <a:xfrm>
              <a:off x="6748182" y="2121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2" name="pt35622"/>
            <p:cNvSpPr/>
            <p:nvPr/>
          </p:nvSpPr>
          <p:spPr>
            <a:xfrm>
              <a:off x="6929448" y="2195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3" name="pt35623"/>
            <p:cNvSpPr/>
            <p:nvPr/>
          </p:nvSpPr>
          <p:spPr>
            <a:xfrm>
              <a:off x="7200330" y="2040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4" name="pt35624"/>
            <p:cNvSpPr/>
            <p:nvPr/>
          </p:nvSpPr>
          <p:spPr>
            <a:xfrm>
              <a:off x="7192750" y="1980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5" name="pt35625"/>
            <p:cNvSpPr/>
            <p:nvPr/>
          </p:nvSpPr>
          <p:spPr>
            <a:xfrm>
              <a:off x="7120302" y="2106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6" name="pt35626"/>
            <p:cNvSpPr/>
            <p:nvPr/>
          </p:nvSpPr>
          <p:spPr>
            <a:xfrm>
              <a:off x="7284243" y="2154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7" name="pt35627"/>
            <p:cNvSpPr/>
            <p:nvPr/>
          </p:nvSpPr>
          <p:spPr>
            <a:xfrm>
              <a:off x="7194769" y="205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8" name="pt35628"/>
            <p:cNvSpPr/>
            <p:nvPr/>
          </p:nvSpPr>
          <p:spPr>
            <a:xfrm>
              <a:off x="7061505" y="1999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9" name="pt35629"/>
            <p:cNvSpPr/>
            <p:nvPr/>
          </p:nvSpPr>
          <p:spPr>
            <a:xfrm>
              <a:off x="7171692" y="1989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0" name="pt35630"/>
            <p:cNvSpPr/>
            <p:nvPr/>
          </p:nvSpPr>
          <p:spPr>
            <a:xfrm>
              <a:off x="7253701" y="2029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1" name="pt35631"/>
            <p:cNvSpPr/>
            <p:nvPr/>
          </p:nvSpPr>
          <p:spPr>
            <a:xfrm>
              <a:off x="7132364" y="2109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2" name="pt35632"/>
            <p:cNvSpPr/>
            <p:nvPr/>
          </p:nvSpPr>
          <p:spPr>
            <a:xfrm>
              <a:off x="7246942" y="2196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3" name="pt35633"/>
            <p:cNvSpPr/>
            <p:nvPr/>
          </p:nvSpPr>
          <p:spPr>
            <a:xfrm>
              <a:off x="7314168" y="2134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4" name="pt35634"/>
            <p:cNvSpPr/>
            <p:nvPr/>
          </p:nvSpPr>
          <p:spPr>
            <a:xfrm>
              <a:off x="6960016" y="1998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5" name="pt35635"/>
            <p:cNvSpPr/>
            <p:nvPr/>
          </p:nvSpPr>
          <p:spPr>
            <a:xfrm>
              <a:off x="6973697" y="2043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6" name="pt35636"/>
            <p:cNvSpPr/>
            <p:nvPr/>
          </p:nvSpPr>
          <p:spPr>
            <a:xfrm>
              <a:off x="7164532" y="2105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7" name="pt35637"/>
            <p:cNvSpPr/>
            <p:nvPr/>
          </p:nvSpPr>
          <p:spPr>
            <a:xfrm>
              <a:off x="7039880" y="2000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8" name="pt35638"/>
            <p:cNvSpPr/>
            <p:nvPr/>
          </p:nvSpPr>
          <p:spPr>
            <a:xfrm>
              <a:off x="7187649" y="2126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9" name="pt35639"/>
            <p:cNvSpPr/>
            <p:nvPr/>
          </p:nvSpPr>
          <p:spPr>
            <a:xfrm>
              <a:off x="7254536" y="2142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0" name="pt35640"/>
            <p:cNvSpPr/>
            <p:nvPr/>
          </p:nvSpPr>
          <p:spPr>
            <a:xfrm>
              <a:off x="7277112" y="1697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1" name="pt35641"/>
            <p:cNvSpPr/>
            <p:nvPr/>
          </p:nvSpPr>
          <p:spPr>
            <a:xfrm>
              <a:off x="7007371" y="1929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2" name="pt35642"/>
            <p:cNvSpPr/>
            <p:nvPr/>
          </p:nvSpPr>
          <p:spPr>
            <a:xfrm>
              <a:off x="7244792" y="2222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3" name="pt35643"/>
            <p:cNvSpPr/>
            <p:nvPr/>
          </p:nvSpPr>
          <p:spPr>
            <a:xfrm>
              <a:off x="7077791" y="2076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4" name="pt35644"/>
            <p:cNvSpPr/>
            <p:nvPr/>
          </p:nvSpPr>
          <p:spPr>
            <a:xfrm>
              <a:off x="7295037" y="1979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5" name="pt35645"/>
            <p:cNvSpPr/>
            <p:nvPr/>
          </p:nvSpPr>
          <p:spPr>
            <a:xfrm>
              <a:off x="6884693" y="1852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6" name="pt35646"/>
            <p:cNvSpPr/>
            <p:nvPr/>
          </p:nvSpPr>
          <p:spPr>
            <a:xfrm>
              <a:off x="7170928" y="2010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7" name="pt35647"/>
            <p:cNvSpPr/>
            <p:nvPr/>
          </p:nvSpPr>
          <p:spPr>
            <a:xfrm>
              <a:off x="7210077" y="2359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8" name="pt35648"/>
            <p:cNvSpPr/>
            <p:nvPr/>
          </p:nvSpPr>
          <p:spPr>
            <a:xfrm>
              <a:off x="7017730" y="209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9" name="pt35649"/>
            <p:cNvSpPr/>
            <p:nvPr/>
          </p:nvSpPr>
          <p:spPr>
            <a:xfrm>
              <a:off x="7239850" y="1808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0" name="pt35650"/>
            <p:cNvSpPr/>
            <p:nvPr/>
          </p:nvSpPr>
          <p:spPr>
            <a:xfrm>
              <a:off x="7230370" y="1996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1" name="pt35651"/>
            <p:cNvSpPr/>
            <p:nvPr/>
          </p:nvSpPr>
          <p:spPr>
            <a:xfrm>
              <a:off x="7206271" y="2119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2" name="pt35652"/>
            <p:cNvSpPr/>
            <p:nvPr/>
          </p:nvSpPr>
          <p:spPr>
            <a:xfrm>
              <a:off x="6922337" y="223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3" name="pt35653"/>
            <p:cNvSpPr/>
            <p:nvPr/>
          </p:nvSpPr>
          <p:spPr>
            <a:xfrm>
              <a:off x="7089912" y="2223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4" name="pt35654"/>
            <p:cNvSpPr/>
            <p:nvPr/>
          </p:nvSpPr>
          <p:spPr>
            <a:xfrm>
              <a:off x="6777563" y="2712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5" name="pt35655"/>
            <p:cNvSpPr/>
            <p:nvPr/>
          </p:nvSpPr>
          <p:spPr>
            <a:xfrm>
              <a:off x="6970698" y="2023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6" name="pt35656"/>
            <p:cNvSpPr/>
            <p:nvPr/>
          </p:nvSpPr>
          <p:spPr>
            <a:xfrm>
              <a:off x="7229268" y="2094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7" name="pt35657"/>
            <p:cNvSpPr/>
            <p:nvPr/>
          </p:nvSpPr>
          <p:spPr>
            <a:xfrm>
              <a:off x="7215882" y="2184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8" name="pt35658"/>
            <p:cNvSpPr/>
            <p:nvPr/>
          </p:nvSpPr>
          <p:spPr>
            <a:xfrm>
              <a:off x="7381163" y="2367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9" name="pt35659"/>
            <p:cNvSpPr/>
            <p:nvPr/>
          </p:nvSpPr>
          <p:spPr>
            <a:xfrm>
              <a:off x="7307846" y="1920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0" name="pt35660"/>
            <p:cNvSpPr/>
            <p:nvPr/>
          </p:nvSpPr>
          <p:spPr>
            <a:xfrm>
              <a:off x="6907806" y="2053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1" name="pt35661"/>
            <p:cNvSpPr/>
            <p:nvPr/>
          </p:nvSpPr>
          <p:spPr>
            <a:xfrm>
              <a:off x="7430758" y="2636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2" name="pt35662"/>
            <p:cNvSpPr/>
            <p:nvPr/>
          </p:nvSpPr>
          <p:spPr>
            <a:xfrm>
              <a:off x="7090445" y="2084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3" name="pt35663"/>
            <p:cNvSpPr/>
            <p:nvPr/>
          </p:nvSpPr>
          <p:spPr>
            <a:xfrm>
              <a:off x="7082848" y="2009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4" name="pt35664"/>
            <p:cNvSpPr/>
            <p:nvPr/>
          </p:nvSpPr>
          <p:spPr>
            <a:xfrm>
              <a:off x="7466847" y="2595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5" name="pt35665"/>
            <p:cNvSpPr/>
            <p:nvPr/>
          </p:nvSpPr>
          <p:spPr>
            <a:xfrm>
              <a:off x="7251801" y="2013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6" name="pt35666"/>
            <p:cNvSpPr/>
            <p:nvPr/>
          </p:nvSpPr>
          <p:spPr>
            <a:xfrm>
              <a:off x="7153261" y="2347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7" name="pt35667"/>
            <p:cNvSpPr/>
            <p:nvPr/>
          </p:nvSpPr>
          <p:spPr>
            <a:xfrm>
              <a:off x="7382213" y="2542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8" name="pt35668"/>
            <p:cNvSpPr/>
            <p:nvPr/>
          </p:nvSpPr>
          <p:spPr>
            <a:xfrm>
              <a:off x="7279628" y="2076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9" name="pt35669"/>
            <p:cNvSpPr/>
            <p:nvPr/>
          </p:nvSpPr>
          <p:spPr>
            <a:xfrm>
              <a:off x="7367210" y="2473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0" name="pt35670"/>
            <p:cNvSpPr/>
            <p:nvPr/>
          </p:nvSpPr>
          <p:spPr>
            <a:xfrm>
              <a:off x="6915234" y="2281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1" name="pt35671"/>
            <p:cNvSpPr/>
            <p:nvPr/>
          </p:nvSpPr>
          <p:spPr>
            <a:xfrm>
              <a:off x="7075813" y="2203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2" name="pt35672"/>
            <p:cNvSpPr/>
            <p:nvPr/>
          </p:nvSpPr>
          <p:spPr>
            <a:xfrm>
              <a:off x="7029900" y="1959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3" name="pt35673"/>
            <p:cNvSpPr/>
            <p:nvPr/>
          </p:nvSpPr>
          <p:spPr>
            <a:xfrm>
              <a:off x="7146133" y="2229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4" name="pt35674"/>
            <p:cNvSpPr/>
            <p:nvPr/>
          </p:nvSpPr>
          <p:spPr>
            <a:xfrm>
              <a:off x="6995694" y="2189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5" name="pt35675"/>
            <p:cNvSpPr/>
            <p:nvPr/>
          </p:nvSpPr>
          <p:spPr>
            <a:xfrm>
              <a:off x="7210289" y="2224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6" name="pt35676"/>
            <p:cNvSpPr/>
            <p:nvPr/>
          </p:nvSpPr>
          <p:spPr>
            <a:xfrm>
              <a:off x="7100235" y="2238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7" name="pt35677"/>
            <p:cNvSpPr/>
            <p:nvPr/>
          </p:nvSpPr>
          <p:spPr>
            <a:xfrm>
              <a:off x="7319442" y="1916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8" name="pt35678"/>
            <p:cNvSpPr/>
            <p:nvPr/>
          </p:nvSpPr>
          <p:spPr>
            <a:xfrm>
              <a:off x="7125010" y="2107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9" name="pt35679"/>
            <p:cNvSpPr/>
            <p:nvPr/>
          </p:nvSpPr>
          <p:spPr>
            <a:xfrm>
              <a:off x="6966483" y="2010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0" name="pt35680"/>
            <p:cNvSpPr/>
            <p:nvPr/>
          </p:nvSpPr>
          <p:spPr>
            <a:xfrm>
              <a:off x="7191508" y="2011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1" name="pt35681"/>
            <p:cNvSpPr/>
            <p:nvPr/>
          </p:nvSpPr>
          <p:spPr>
            <a:xfrm>
              <a:off x="7405859" y="2329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2" name="pt35682"/>
            <p:cNvSpPr/>
            <p:nvPr/>
          </p:nvSpPr>
          <p:spPr>
            <a:xfrm>
              <a:off x="7276400" y="1891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3" name="pt35683"/>
            <p:cNvSpPr/>
            <p:nvPr/>
          </p:nvSpPr>
          <p:spPr>
            <a:xfrm>
              <a:off x="7039648" y="2194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4" name="pt35684"/>
            <p:cNvSpPr/>
            <p:nvPr/>
          </p:nvSpPr>
          <p:spPr>
            <a:xfrm>
              <a:off x="7249854" y="2027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5" name="pt35685"/>
            <p:cNvSpPr/>
            <p:nvPr/>
          </p:nvSpPr>
          <p:spPr>
            <a:xfrm>
              <a:off x="7206221" y="2085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6" name="pt35686"/>
            <p:cNvSpPr/>
            <p:nvPr/>
          </p:nvSpPr>
          <p:spPr>
            <a:xfrm>
              <a:off x="7273453" y="2116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7" name="pt35687"/>
            <p:cNvSpPr/>
            <p:nvPr/>
          </p:nvSpPr>
          <p:spPr>
            <a:xfrm>
              <a:off x="6729416" y="2109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8" name="pt35688"/>
            <p:cNvSpPr/>
            <p:nvPr/>
          </p:nvSpPr>
          <p:spPr>
            <a:xfrm>
              <a:off x="6926518" y="2067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9" name="pt35689"/>
            <p:cNvSpPr/>
            <p:nvPr/>
          </p:nvSpPr>
          <p:spPr>
            <a:xfrm>
              <a:off x="7048624" y="2328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0" name="pt35690"/>
            <p:cNvSpPr/>
            <p:nvPr/>
          </p:nvSpPr>
          <p:spPr>
            <a:xfrm>
              <a:off x="6923231" y="2118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1" name="pt35691"/>
            <p:cNvSpPr/>
            <p:nvPr/>
          </p:nvSpPr>
          <p:spPr>
            <a:xfrm>
              <a:off x="7078368" y="2156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2" name="pt35692"/>
            <p:cNvSpPr/>
            <p:nvPr/>
          </p:nvSpPr>
          <p:spPr>
            <a:xfrm>
              <a:off x="7265109" y="1969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3" name="pt35693"/>
            <p:cNvSpPr/>
            <p:nvPr/>
          </p:nvSpPr>
          <p:spPr>
            <a:xfrm>
              <a:off x="7310365" y="2088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4" name="pt35694"/>
            <p:cNvSpPr/>
            <p:nvPr/>
          </p:nvSpPr>
          <p:spPr>
            <a:xfrm>
              <a:off x="6988167" y="1899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5" name="pt35695"/>
            <p:cNvSpPr/>
            <p:nvPr/>
          </p:nvSpPr>
          <p:spPr>
            <a:xfrm>
              <a:off x="7414583" y="2709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6" name="pt35696"/>
            <p:cNvSpPr/>
            <p:nvPr/>
          </p:nvSpPr>
          <p:spPr>
            <a:xfrm>
              <a:off x="7241495" y="1650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7" name="pt35697"/>
            <p:cNvSpPr/>
            <p:nvPr/>
          </p:nvSpPr>
          <p:spPr>
            <a:xfrm>
              <a:off x="7043929" y="2183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8" name="pt35698"/>
            <p:cNvSpPr/>
            <p:nvPr/>
          </p:nvSpPr>
          <p:spPr>
            <a:xfrm>
              <a:off x="7285157" y="2130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9" name="pt35699"/>
            <p:cNvSpPr/>
            <p:nvPr/>
          </p:nvSpPr>
          <p:spPr>
            <a:xfrm>
              <a:off x="6830777" y="2147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0" name="pt35700"/>
            <p:cNvSpPr/>
            <p:nvPr/>
          </p:nvSpPr>
          <p:spPr>
            <a:xfrm>
              <a:off x="7853731" y="2183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1" name="pt35701"/>
            <p:cNvSpPr/>
            <p:nvPr/>
          </p:nvSpPr>
          <p:spPr>
            <a:xfrm>
              <a:off x="6845610" y="2147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2" name="pt35702"/>
            <p:cNvSpPr/>
            <p:nvPr/>
          </p:nvSpPr>
          <p:spPr>
            <a:xfrm>
              <a:off x="6969428" y="2052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3" name="pt35703"/>
            <p:cNvSpPr/>
            <p:nvPr/>
          </p:nvSpPr>
          <p:spPr>
            <a:xfrm>
              <a:off x="7202277" y="1961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4" name="pt35704"/>
            <p:cNvSpPr/>
            <p:nvPr/>
          </p:nvSpPr>
          <p:spPr>
            <a:xfrm>
              <a:off x="6686347" y="2109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5" name="pt35705"/>
            <p:cNvSpPr/>
            <p:nvPr/>
          </p:nvSpPr>
          <p:spPr>
            <a:xfrm>
              <a:off x="7152170" y="2323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6" name="pt35706"/>
            <p:cNvSpPr/>
            <p:nvPr/>
          </p:nvSpPr>
          <p:spPr>
            <a:xfrm>
              <a:off x="7285877" y="2086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7" name="pt35707"/>
            <p:cNvSpPr/>
            <p:nvPr/>
          </p:nvSpPr>
          <p:spPr>
            <a:xfrm>
              <a:off x="7364368" y="2438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8" name="pt35708"/>
            <p:cNvSpPr/>
            <p:nvPr/>
          </p:nvSpPr>
          <p:spPr>
            <a:xfrm>
              <a:off x="7129616" y="2155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9" name="pt35709"/>
            <p:cNvSpPr/>
            <p:nvPr/>
          </p:nvSpPr>
          <p:spPr>
            <a:xfrm>
              <a:off x="6836026" y="1909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0" name="pt35710"/>
            <p:cNvSpPr/>
            <p:nvPr/>
          </p:nvSpPr>
          <p:spPr>
            <a:xfrm>
              <a:off x="7432892" y="2398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1" name="pt35711"/>
            <p:cNvSpPr/>
            <p:nvPr/>
          </p:nvSpPr>
          <p:spPr>
            <a:xfrm>
              <a:off x="7224898" y="2014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2" name="pt35712"/>
            <p:cNvSpPr/>
            <p:nvPr/>
          </p:nvSpPr>
          <p:spPr>
            <a:xfrm>
              <a:off x="7252111" y="1946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3" name="pt35713"/>
            <p:cNvSpPr/>
            <p:nvPr/>
          </p:nvSpPr>
          <p:spPr>
            <a:xfrm>
              <a:off x="7015002" y="1830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4" name="pt35714"/>
            <p:cNvSpPr/>
            <p:nvPr/>
          </p:nvSpPr>
          <p:spPr>
            <a:xfrm>
              <a:off x="7038614" y="2265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5" name="pt35715"/>
            <p:cNvSpPr/>
            <p:nvPr/>
          </p:nvSpPr>
          <p:spPr>
            <a:xfrm>
              <a:off x="6915020" y="2079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6" name="pt35716"/>
            <p:cNvSpPr/>
            <p:nvPr/>
          </p:nvSpPr>
          <p:spPr>
            <a:xfrm>
              <a:off x="6887758" y="1839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7" name="pt35717"/>
            <p:cNvSpPr/>
            <p:nvPr/>
          </p:nvSpPr>
          <p:spPr>
            <a:xfrm>
              <a:off x="7247281" y="2223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8" name="pt35718"/>
            <p:cNvSpPr/>
            <p:nvPr/>
          </p:nvSpPr>
          <p:spPr>
            <a:xfrm>
              <a:off x="7479011" y="2580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9" name="pt35719"/>
            <p:cNvSpPr/>
            <p:nvPr/>
          </p:nvSpPr>
          <p:spPr>
            <a:xfrm>
              <a:off x="7202630" y="2097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0" name="pt35720"/>
            <p:cNvSpPr/>
            <p:nvPr/>
          </p:nvSpPr>
          <p:spPr>
            <a:xfrm>
              <a:off x="7284750" y="2130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1" name="pt35721"/>
            <p:cNvSpPr/>
            <p:nvPr/>
          </p:nvSpPr>
          <p:spPr>
            <a:xfrm>
              <a:off x="7169034" y="1892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2" name="pt35722"/>
            <p:cNvSpPr/>
            <p:nvPr/>
          </p:nvSpPr>
          <p:spPr>
            <a:xfrm>
              <a:off x="7236589" y="1926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3" name="pt35723"/>
            <p:cNvSpPr/>
            <p:nvPr/>
          </p:nvSpPr>
          <p:spPr>
            <a:xfrm>
              <a:off x="7041065" y="2292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4" name="pt35724"/>
            <p:cNvSpPr/>
            <p:nvPr/>
          </p:nvSpPr>
          <p:spPr>
            <a:xfrm>
              <a:off x="7243814" y="2256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5" name="pt35725"/>
            <p:cNvSpPr/>
            <p:nvPr/>
          </p:nvSpPr>
          <p:spPr>
            <a:xfrm>
              <a:off x="7299563" y="1895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6" name="pt35726"/>
            <p:cNvSpPr/>
            <p:nvPr/>
          </p:nvSpPr>
          <p:spPr>
            <a:xfrm>
              <a:off x="7090938" y="2244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7" name="pt35727"/>
            <p:cNvSpPr/>
            <p:nvPr/>
          </p:nvSpPr>
          <p:spPr>
            <a:xfrm>
              <a:off x="7242640" y="2113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8" name="pt35728"/>
            <p:cNvSpPr/>
            <p:nvPr/>
          </p:nvSpPr>
          <p:spPr>
            <a:xfrm>
              <a:off x="7042587" y="2215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9" name="pt35729"/>
            <p:cNvSpPr/>
            <p:nvPr/>
          </p:nvSpPr>
          <p:spPr>
            <a:xfrm>
              <a:off x="7195023" y="2038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0" name="pt35730"/>
            <p:cNvSpPr/>
            <p:nvPr/>
          </p:nvSpPr>
          <p:spPr>
            <a:xfrm>
              <a:off x="7118828" y="2123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1" name="pt35731"/>
            <p:cNvSpPr/>
            <p:nvPr/>
          </p:nvSpPr>
          <p:spPr>
            <a:xfrm>
              <a:off x="7456877" y="2513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2" name="pt35732"/>
            <p:cNvSpPr/>
            <p:nvPr/>
          </p:nvSpPr>
          <p:spPr>
            <a:xfrm>
              <a:off x="7188076" y="2113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3" name="pt35733"/>
            <p:cNvSpPr/>
            <p:nvPr/>
          </p:nvSpPr>
          <p:spPr>
            <a:xfrm>
              <a:off x="7229480" y="1980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4" name="pt35734"/>
            <p:cNvSpPr/>
            <p:nvPr/>
          </p:nvSpPr>
          <p:spPr>
            <a:xfrm>
              <a:off x="6905636" y="1776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5" name="pt35735"/>
            <p:cNvSpPr/>
            <p:nvPr/>
          </p:nvSpPr>
          <p:spPr>
            <a:xfrm>
              <a:off x="7244887" y="2374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6" name="pt35736"/>
            <p:cNvSpPr/>
            <p:nvPr/>
          </p:nvSpPr>
          <p:spPr>
            <a:xfrm>
              <a:off x="6976734" y="1996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7" name="pt35737"/>
            <p:cNvSpPr/>
            <p:nvPr/>
          </p:nvSpPr>
          <p:spPr>
            <a:xfrm>
              <a:off x="7174474" y="1937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8" name="pt35738"/>
            <p:cNvSpPr/>
            <p:nvPr/>
          </p:nvSpPr>
          <p:spPr>
            <a:xfrm>
              <a:off x="7074630" y="2204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9" name="pt35739"/>
            <p:cNvSpPr/>
            <p:nvPr/>
          </p:nvSpPr>
          <p:spPr>
            <a:xfrm>
              <a:off x="7242847" y="2323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0" name="pt35740"/>
            <p:cNvSpPr/>
            <p:nvPr/>
          </p:nvSpPr>
          <p:spPr>
            <a:xfrm>
              <a:off x="6980771" y="1999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1" name="pt35741"/>
            <p:cNvSpPr/>
            <p:nvPr/>
          </p:nvSpPr>
          <p:spPr>
            <a:xfrm>
              <a:off x="7005699" y="2065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2" name="pt35742"/>
            <p:cNvSpPr/>
            <p:nvPr/>
          </p:nvSpPr>
          <p:spPr>
            <a:xfrm>
              <a:off x="7076666" y="2103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3" name="pt35743"/>
            <p:cNvSpPr/>
            <p:nvPr/>
          </p:nvSpPr>
          <p:spPr>
            <a:xfrm>
              <a:off x="7145580" y="2267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4" name="pt35744"/>
            <p:cNvSpPr/>
            <p:nvPr/>
          </p:nvSpPr>
          <p:spPr>
            <a:xfrm>
              <a:off x="7152005" y="2234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5" name="pt35745"/>
            <p:cNvSpPr/>
            <p:nvPr/>
          </p:nvSpPr>
          <p:spPr>
            <a:xfrm>
              <a:off x="7196437" y="2023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6" name="pt35746"/>
            <p:cNvSpPr/>
            <p:nvPr/>
          </p:nvSpPr>
          <p:spPr>
            <a:xfrm>
              <a:off x="7237044" y="1988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7" name="pt35747"/>
            <p:cNvSpPr/>
            <p:nvPr/>
          </p:nvSpPr>
          <p:spPr>
            <a:xfrm>
              <a:off x="7276227" y="2111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8" name="pt35748"/>
            <p:cNvSpPr/>
            <p:nvPr/>
          </p:nvSpPr>
          <p:spPr>
            <a:xfrm>
              <a:off x="7065822" y="2100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9" name="pt35749"/>
            <p:cNvSpPr/>
            <p:nvPr/>
          </p:nvSpPr>
          <p:spPr>
            <a:xfrm>
              <a:off x="6905784" y="1951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0" name="pt35750"/>
            <p:cNvSpPr/>
            <p:nvPr/>
          </p:nvSpPr>
          <p:spPr>
            <a:xfrm>
              <a:off x="7162417" y="2065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1" name="pt35751"/>
            <p:cNvSpPr/>
            <p:nvPr/>
          </p:nvSpPr>
          <p:spPr>
            <a:xfrm>
              <a:off x="6854727" y="2235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2" name="pt35752"/>
            <p:cNvSpPr/>
            <p:nvPr/>
          </p:nvSpPr>
          <p:spPr>
            <a:xfrm>
              <a:off x="7067026" y="2086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3" name="pt35753"/>
            <p:cNvSpPr/>
            <p:nvPr/>
          </p:nvSpPr>
          <p:spPr>
            <a:xfrm>
              <a:off x="7286278" y="2037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4" name="pt35754"/>
            <p:cNvSpPr/>
            <p:nvPr/>
          </p:nvSpPr>
          <p:spPr>
            <a:xfrm>
              <a:off x="7129351" y="2153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5" name="pt35755"/>
            <p:cNvSpPr/>
            <p:nvPr/>
          </p:nvSpPr>
          <p:spPr>
            <a:xfrm>
              <a:off x="7112155" y="2098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6" name="pt35756"/>
            <p:cNvSpPr/>
            <p:nvPr/>
          </p:nvSpPr>
          <p:spPr>
            <a:xfrm>
              <a:off x="7020018" y="2152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7" name="pt35757"/>
            <p:cNvSpPr/>
            <p:nvPr/>
          </p:nvSpPr>
          <p:spPr>
            <a:xfrm>
              <a:off x="7280470" y="2012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8" name="pt35758"/>
            <p:cNvSpPr/>
            <p:nvPr/>
          </p:nvSpPr>
          <p:spPr>
            <a:xfrm>
              <a:off x="7284360" y="1998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9" name="pt35759"/>
            <p:cNvSpPr/>
            <p:nvPr/>
          </p:nvSpPr>
          <p:spPr>
            <a:xfrm>
              <a:off x="7205210" y="21085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0" name="pt35760"/>
            <p:cNvSpPr/>
            <p:nvPr/>
          </p:nvSpPr>
          <p:spPr>
            <a:xfrm>
              <a:off x="7178041" y="2120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1" name="pt35761"/>
            <p:cNvSpPr/>
            <p:nvPr/>
          </p:nvSpPr>
          <p:spPr>
            <a:xfrm>
              <a:off x="7138675" y="2187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2" name="pt35762"/>
            <p:cNvSpPr/>
            <p:nvPr/>
          </p:nvSpPr>
          <p:spPr>
            <a:xfrm>
              <a:off x="7146740" y="2334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3" name="pt35763"/>
            <p:cNvSpPr/>
            <p:nvPr/>
          </p:nvSpPr>
          <p:spPr>
            <a:xfrm>
              <a:off x="7054559" y="2349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4" name="pt35764"/>
            <p:cNvSpPr/>
            <p:nvPr/>
          </p:nvSpPr>
          <p:spPr>
            <a:xfrm>
              <a:off x="7024838" y="1953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5" name="pt35765"/>
            <p:cNvSpPr/>
            <p:nvPr/>
          </p:nvSpPr>
          <p:spPr>
            <a:xfrm>
              <a:off x="7105881" y="2134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6" name="pt35766"/>
            <p:cNvSpPr/>
            <p:nvPr/>
          </p:nvSpPr>
          <p:spPr>
            <a:xfrm>
              <a:off x="7157838" y="2205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7" name="pt35767"/>
            <p:cNvSpPr/>
            <p:nvPr/>
          </p:nvSpPr>
          <p:spPr>
            <a:xfrm>
              <a:off x="6940179" y="2039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8" name="pt35768"/>
            <p:cNvSpPr/>
            <p:nvPr/>
          </p:nvSpPr>
          <p:spPr>
            <a:xfrm>
              <a:off x="7074330" y="2091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9" name="pt35769"/>
            <p:cNvSpPr/>
            <p:nvPr/>
          </p:nvSpPr>
          <p:spPr>
            <a:xfrm>
              <a:off x="7142692" y="2161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0" name="pt35770"/>
            <p:cNvSpPr/>
            <p:nvPr/>
          </p:nvSpPr>
          <p:spPr>
            <a:xfrm>
              <a:off x="7049596" y="2325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1" name="pt35771"/>
            <p:cNvSpPr/>
            <p:nvPr/>
          </p:nvSpPr>
          <p:spPr>
            <a:xfrm>
              <a:off x="7117891" y="2153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2" name="pt35772"/>
            <p:cNvSpPr/>
            <p:nvPr/>
          </p:nvSpPr>
          <p:spPr>
            <a:xfrm>
              <a:off x="7064983" y="1708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3" name="pt35773"/>
            <p:cNvSpPr/>
            <p:nvPr/>
          </p:nvSpPr>
          <p:spPr>
            <a:xfrm>
              <a:off x="7121601" y="2186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4" name="pt35774"/>
            <p:cNvSpPr/>
            <p:nvPr/>
          </p:nvSpPr>
          <p:spPr>
            <a:xfrm>
              <a:off x="7524105" y="2478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5" name="pt35775"/>
            <p:cNvSpPr/>
            <p:nvPr/>
          </p:nvSpPr>
          <p:spPr>
            <a:xfrm>
              <a:off x="7154450" y="2366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6" name="pt35776"/>
            <p:cNvSpPr/>
            <p:nvPr/>
          </p:nvSpPr>
          <p:spPr>
            <a:xfrm>
              <a:off x="7158435" y="2130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7" name="pt35777"/>
            <p:cNvSpPr/>
            <p:nvPr/>
          </p:nvSpPr>
          <p:spPr>
            <a:xfrm>
              <a:off x="7198486" y="2065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8" name="pt35778"/>
            <p:cNvSpPr/>
            <p:nvPr/>
          </p:nvSpPr>
          <p:spPr>
            <a:xfrm>
              <a:off x="7077096" y="2138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9" name="pt35779"/>
            <p:cNvSpPr/>
            <p:nvPr/>
          </p:nvSpPr>
          <p:spPr>
            <a:xfrm>
              <a:off x="7290405" y="2003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0" name="pt35780"/>
            <p:cNvSpPr/>
            <p:nvPr/>
          </p:nvSpPr>
          <p:spPr>
            <a:xfrm>
              <a:off x="7262012" y="1964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1" name="pt35781"/>
            <p:cNvSpPr/>
            <p:nvPr/>
          </p:nvSpPr>
          <p:spPr>
            <a:xfrm>
              <a:off x="7131820" y="2154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2" name="pt35782"/>
            <p:cNvSpPr/>
            <p:nvPr/>
          </p:nvSpPr>
          <p:spPr>
            <a:xfrm>
              <a:off x="7141603" y="2296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3" name="pt35783"/>
            <p:cNvSpPr/>
            <p:nvPr/>
          </p:nvSpPr>
          <p:spPr>
            <a:xfrm>
              <a:off x="7058712" y="2114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4" name="pt35784"/>
            <p:cNvSpPr/>
            <p:nvPr/>
          </p:nvSpPr>
          <p:spPr>
            <a:xfrm>
              <a:off x="7042621" y="2245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5" name="pt35785"/>
            <p:cNvSpPr/>
            <p:nvPr/>
          </p:nvSpPr>
          <p:spPr>
            <a:xfrm>
              <a:off x="7264899" y="1948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6" name="pt35786"/>
            <p:cNvSpPr/>
            <p:nvPr/>
          </p:nvSpPr>
          <p:spPr>
            <a:xfrm>
              <a:off x="6838568" y="2427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7" name="pt35787"/>
            <p:cNvSpPr/>
            <p:nvPr/>
          </p:nvSpPr>
          <p:spPr>
            <a:xfrm>
              <a:off x="6992578" y="1921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8" name="pt35788"/>
            <p:cNvSpPr/>
            <p:nvPr/>
          </p:nvSpPr>
          <p:spPr>
            <a:xfrm>
              <a:off x="7300085" y="2135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9" name="pt35789"/>
            <p:cNvSpPr/>
            <p:nvPr/>
          </p:nvSpPr>
          <p:spPr>
            <a:xfrm>
              <a:off x="7225328" y="2051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0" name="pt35790"/>
            <p:cNvSpPr/>
            <p:nvPr/>
          </p:nvSpPr>
          <p:spPr>
            <a:xfrm>
              <a:off x="7064221" y="1703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1" name="pt35791"/>
            <p:cNvSpPr/>
            <p:nvPr/>
          </p:nvSpPr>
          <p:spPr>
            <a:xfrm>
              <a:off x="6983512" y="1963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2" name="pt35792"/>
            <p:cNvSpPr/>
            <p:nvPr/>
          </p:nvSpPr>
          <p:spPr>
            <a:xfrm>
              <a:off x="7035324" y="2186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3" name="pt35793"/>
            <p:cNvSpPr/>
            <p:nvPr/>
          </p:nvSpPr>
          <p:spPr>
            <a:xfrm>
              <a:off x="7268716" y="2080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4" name="pt35794"/>
            <p:cNvSpPr/>
            <p:nvPr/>
          </p:nvSpPr>
          <p:spPr>
            <a:xfrm>
              <a:off x="7152619" y="2319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5" name="pt35795"/>
            <p:cNvSpPr/>
            <p:nvPr/>
          </p:nvSpPr>
          <p:spPr>
            <a:xfrm>
              <a:off x="7110053" y="2155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6" name="pt35796"/>
            <p:cNvSpPr/>
            <p:nvPr/>
          </p:nvSpPr>
          <p:spPr>
            <a:xfrm>
              <a:off x="7149294" y="2377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7" name="pt35797"/>
            <p:cNvSpPr/>
            <p:nvPr/>
          </p:nvSpPr>
          <p:spPr>
            <a:xfrm>
              <a:off x="7143342" y="2123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8" name="pt35798"/>
            <p:cNvSpPr/>
            <p:nvPr/>
          </p:nvSpPr>
          <p:spPr>
            <a:xfrm>
              <a:off x="7166856" y="2097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9" name="pt35799"/>
            <p:cNvSpPr/>
            <p:nvPr/>
          </p:nvSpPr>
          <p:spPr>
            <a:xfrm>
              <a:off x="7080713" y="2104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0" name="pt35800"/>
            <p:cNvSpPr/>
            <p:nvPr/>
          </p:nvSpPr>
          <p:spPr>
            <a:xfrm>
              <a:off x="7176335" y="2082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1" name="pt35801"/>
            <p:cNvSpPr/>
            <p:nvPr/>
          </p:nvSpPr>
          <p:spPr>
            <a:xfrm>
              <a:off x="7092370" y="2211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2" name="pt35802"/>
            <p:cNvSpPr/>
            <p:nvPr/>
          </p:nvSpPr>
          <p:spPr>
            <a:xfrm>
              <a:off x="7452607" y="2399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3" name="pt35803"/>
            <p:cNvSpPr/>
            <p:nvPr/>
          </p:nvSpPr>
          <p:spPr>
            <a:xfrm>
              <a:off x="6802905" y="2210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4" name="pt35804"/>
            <p:cNvSpPr/>
            <p:nvPr/>
          </p:nvSpPr>
          <p:spPr>
            <a:xfrm>
              <a:off x="6864507" y="2091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5" name="pt35805"/>
            <p:cNvSpPr/>
            <p:nvPr/>
          </p:nvSpPr>
          <p:spPr>
            <a:xfrm>
              <a:off x="7094441" y="2206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6" name="pt35806"/>
            <p:cNvSpPr/>
            <p:nvPr/>
          </p:nvSpPr>
          <p:spPr>
            <a:xfrm>
              <a:off x="6775072" y="2399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7" name="pt35807"/>
            <p:cNvSpPr/>
            <p:nvPr/>
          </p:nvSpPr>
          <p:spPr>
            <a:xfrm>
              <a:off x="7255977" y="197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8" name="pt35808"/>
            <p:cNvSpPr/>
            <p:nvPr/>
          </p:nvSpPr>
          <p:spPr>
            <a:xfrm>
              <a:off x="6822424" y="1942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9" name="pt35809"/>
            <p:cNvSpPr/>
            <p:nvPr/>
          </p:nvSpPr>
          <p:spPr>
            <a:xfrm>
              <a:off x="7106634" y="2256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0" name="pt35810"/>
            <p:cNvSpPr/>
            <p:nvPr/>
          </p:nvSpPr>
          <p:spPr>
            <a:xfrm>
              <a:off x="7110036" y="2177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1" name="pt35811"/>
            <p:cNvSpPr/>
            <p:nvPr/>
          </p:nvSpPr>
          <p:spPr>
            <a:xfrm>
              <a:off x="7260089" y="1966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2" name="pt35812"/>
            <p:cNvSpPr/>
            <p:nvPr/>
          </p:nvSpPr>
          <p:spPr>
            <a:xfrm>
              <a:off x="7236925" y="2023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3" name="pt35813"/>
            <p:cNvSpPr/>
            <p:nvPr/>
          </p:nvSpPr>
          <p:spPr>
            <a:xfrm>
              <a:off x="7231620" y="2284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4" name="pt35814"/>
            <p:cNvSpPr/>
            <p:nvPr/>
          </p:nvSpPr>
          <p:spPr>
            <a:xfrm>
              <a:off x="7166155" y="2129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5" name="pt35815"/>
            <p:cNvSpPr/>
            <p:nvPr/>
          </p:nvSpPr>
          <p:spPr>
            <a:xfrm>
              <a:off x="7228935" y="2070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6" name="pt35816"/>
            <p:cNvSpPr/>
            <p:nvPr/>
          </p:nvSpPr>
          <p:spPr>
            <a:xfrm>
              <a:off x="7163810" y="2096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7" name="pt35817"/>
            <p:cNvSpPr/>
            <p:nvPr/>
          </p:nvSpPr>
          <p:spPr>
            <a:xfrm>
              <a:off x="7381404" y="2183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8" name="pt35818"/>
            <p:cNvSpPr/>
            <p:nvPr/>
          </p:nvSpPr>
          <p:spPr>
            <a:xfrm>
              <a:off x="6967847" y="1974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9" name="pt35819"/>
            <p:cNvSpPr/>
            <p:nvPr/>
          </p:nvSpPr>
          <p:spPr>
            <a:xfrm>
              <a:off x="7181726" y="2142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0" name="pt35820"/>
            <p:cNvSpPr/>
            <p:nvPr/>
          </p:nvSpPr>
          <p:spPr>
            <a:xfrm>
              <a:off x="7149091" y="2290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1" name="pt35821"/>
            <p:cNvSpPr/>
            <p:nvPr/>
          </p:nvSpPr>
          <p:spPr>
            <a:xfrm>
              <a:off x="7155108" y="2279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2" name="pt35822"/>
            <p:cNvSpPr/>
            <p:nvPr/>
          </p:nvSpPr>
          <p:spPr>
            <a:xfrm>
              <a:off x="6905473" y="2059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3" name="pt35823"/>
            <p:cNvSpPr/>
            <p:nvPr/>
          </p:nvSpPr>
          <p:spPr>
            <a:xfrm>
              <a:off x="6986861" y="2067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4" name="pt35824"/>
            <p:cNvSpPr/>
            <p:nvPr/>
          </p:nvSpPr>
          <p:spPr>
            <a:xfrm>
              <a:off x="7182837" y="2113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5" name="pt35825"/>
            <p:cNvSpPr/>
            <p:nvPr/>
          </p:nvSpPr>
          <p:spPr>
            <a:xfrm>
              <a:off x="7130098" y="2083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6" name="pt35826"/>
            <p:cNvSpPr/>
            <p:nvPr/>
          </p:nvSpPr>
          <p:spPr>
            <a:xfrm>
              <a:off x="7319866" y="2027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7" name="pt35827"/>
            <p:cNvSpPr/>
            <p:nvPr/>
          </p:nvSpPr>
          <p:spPr>
            <a:xfrm>
              <a:off x="7134752" y="2144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8" name="pt35828"/>
            <p:cNvSpPr/>
            <p:nvPr/>
          </p:nvSpPr>
          <p:spPr>
            <a:xfrm>
              <a:off x="7421632" y="2480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9" name="pt35829"/>
            <p:cNvSpPr/>
            <p:nvPr/>
          </p:nvSpPr>
          <p:spPr>
            <a:xfrm>
              <a:off x="7141804" y="2221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0" name="pt35830"/>
            <p:cNvSpPr/>
            <p:nvPr/>
          </p:nvSpPr>
          <p:spPr>
            <a:xfrm>
              <a:off x="6966405" y="1942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1" name="pt35831"/>
            <p:cNvSpPr/>
            <p:nvPr/>
          </p:nvSpPr>
          <p:spPr>
            <a:xfrm>
              <a:off x="6970516" y="1957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2" name="pt35832"/>
            <p:cNvSpPr/>
            <p:nvPr/>
          </p:nvSpPr>
          <p:spPr>
            <a:xfrm>
              <a:off x="7107121" y="2222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3" name="pt35833"/>
            <p:cNvSpPr/>
            <p:nvPr/>
          </p:nvSpPr>
          <p:spPr>
            <a:xfrm>
              <a:off x="7202103" y="2016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4" name="pt35834"/>
            <p:cNvSpPr/>
            <p:nvPr/>
          </p:nvSpPr>
          <p:spPr>
            <a:xfrm>
              <a:off x="6854176" y="2416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5" name="pt35835"/>
            <p:cNvSpPr/>
            <p:nvPr/>
          </p:nvSpPr>
          <p:spPr>
            <a:xfrm>
              <a:off x="7046975" y="2294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6" name="pt35836"/>
            <p:cNvSpPr/>
            <p:nvPr/>
          </p:nvSpPr>
          <p:spPr>
            <a:xfrm>
              <a:off x="7366141" y="2531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7" name="pt35837"/>
            <p:cNvSpPr/>
            <p:nvPr/>
          </p:nvSpPr>
          <p:spPr>
            <a:xfrm>
              <a:off x="7071572" y="2249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8" name="pt35838"/>
            <p:cNvSpPr/>
            <p:nvPr/>
          </p:nvSpPr>
          <p:spPr>
            <a:xfrm>
              <a:off x="7212539" y="2184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9" name="pt35839"/>
            <p:cNvSpPr/>
            <p:nvPr/>
          </p:nvSpPr>
          <p:spPr>
            <a:xfrm>
              <a:off x="6963819" y="1930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0" name="pt35840"/>
            <p:cNvSpPr/>
            <p:nvPr/>
          </p:nvSpPr>
          <p:spPr>
            <a:xfrm>
              <a:off x="7185758" y="2168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1" name="pt35841"/>
            <p:cNvSpPr/>
            <p:nvPr/>
          </p:nvSpPr>
          <p:spPr>
            <a:xfrm>
              <a:off x="7169012" y="1960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2" name="pt35842"/>
            <p:cNvSpPr/>
            <p:nvPr/>
          </p:nvSpPr>
          <p:spPr>
            <a:xfrm>
              <a:off x="7098928" y="2259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3" name="pt35843"/>
            <p:cNvSpPr/>
            <p:nvPr/>
          </p:nvSpPr>
          <p:spPr>
            <a:xfrm>
              <a:off x="7248820" y="2163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4" name="pt35844"/>
            <p:cNvSpPr/>
            <p:nvPr/>
          </p:nvSpPr>
          <p:spPr>
            <a:xfrm>
              <a:off x="6933128" y="21960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5" name="pt35845"/>
            <p:cNvSpPr/>
            <p:nvPr/>
          </p:nvSpPr>
          <p:spPr>
            <a:xfrm>
              <a:off x="7098857" y="2239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6" name="pt35846"/>
            <p:cNvSpPr/>
            <p:nvPr/>
          </p:nvSpPr>
          <p:spPr>
            <a:xfrm>
              <a:off x="7535171" y="2462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7" name="pt35847"/>
            <p:cNvSpPr/>
            <p:nvPr/>
          </p:nvSpPr>
          <p:spPr>
            <a:xfrm>
              <a:off x="7221319" y="2058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8" name="pt35848"/>
            <p:cNvSpPr/>
            <p:nvPr/>
          </p:nvSpPr>
          <p:spPr>
            <a:xfrm>
              <a:off x="7047615" y="2189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9" name="pt35849"/>
            <p:cNvSpPr/>
            <p:nvPr/>
          </p:nvSpPr>
          <p:spPr>
            <a:xfrm>
              <a:off x="6992649" y="1944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0" name="pt35850"/>
            <p:cNvSpPr/>
            <p:nvPr/>
          </p:nvSpPr>
          <p:spPr>
            <a:xfrm>
              <a:off x="7206200" y="2111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1" name="pt35851"/>
            <p:cNvSpPr/>
            <p:nvPr/>
          </p:nvSpPr>
          <p:spPr>
            <a:xfrm>
              <a:off x="7031370" y="1932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2" name="pt35852"/>
            <p:cNvSpPr/>
            <p:nvPr/>
          </p:nvSpPr>
          <p:spPr>
            <a:xfrm>
              <a:off x="7167355" y="1990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3" name="pt35853"/>
            <p:cNvSpPr/>
            <p:nvPr/>
          </p:nvSpPr>
          <p:spPr>
            <a:xfrm>
              <a:off x="7145741" y="2156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4" name="pt35854"/>
            <p:cNvSpPr/>
            <p:nvPr/>
          </p:nvSpPr>
          <p:spPr>
            <a:xfrm>
              <a:off x="7042653" y="2355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5" name="pt35855"/>
            <p:cNvSpPr/>
            <p:nvPr/>
          </p:nvSpPr>
          <p:spPr>
            <a:xfrm>
              <a:off x="7415337" y="2674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6" name="pt35856"/>
            <p:cNvSpPr/>
            <p:nvPr/>
          </p:nvSpPr>
          <p:spPr>
            <a:xfrm>
              <a:off x="7220766" y="2082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7" name="pt35857"/>
            <p:cNvSpPr/>
            <p:nvPr/>
          </p:nvSpPr>
          <p:spPr>
            <a:xfrm>
              <a:off x="7119014" y="2161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8" name="pt35858"/>
            <p:cNvSpPr/>
            <p:nvPr/>
          </p:nvSpPr>
          <p:spPr>
            <a:xfrm>
              <a:off x="7128709" y="2105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9" name="pt35859"/>
            <p:cNvSpPr/>
            <p:nvPr/>
          </p:nvSpPr>
          <p:spPr>
            <a:xfrm>
              <a:off x="7161061" y="2061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0" name="pt35860"/>
            <p:cNvSpPr/>
            <p:nvPr/>
          </p:nvSpPr>
          <p:spPr>
            <a:xfrm>
              <a:off x="6991700" y="2049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1" name="pt35861"/>
            <p:cNvSpPr/>
            <p:nvPr/>
          </p:nvSpPr>
          <p:spPr>
            <a:xfrm>
              <a:off x="6900747" y="1682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2" name="pt35862"/>
            <p:cNvSpPr/>
            <p:nvPr/>
          </p:nvSpPr>
          <p:spPr>
            <a:xfrm>
              <a:off x="6877670" y="2012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3" name="pt35863"/>
            <p:cNvSpPr/>
            <p:nvPr/>
          </p:nvSpPr>
          <p:spPr>
            <a:xfrm>
              <a:off x="7167319" y="2028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4" name="pt35864"/>
            <p:cNvSpPr/>
            <p:nvPr/>
          </p:nvSpPr>
          <p:spPr>
            <a:xfrm>
              <a:off x="7186192" y="2147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5" name="pt35865"/>
            <p:cNvSpPr/>
            <p:nvPr/>
          </p:nvSpPr>
          <p:spPr>
            <a:xfrm>
              <a:off x="7023813" y="1907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6" name="pt35866"/>
            <p:cNvSpPr/>
            <p:nvPr/>
          </p:nvSpPr>
          <p:spPr>
            <a:xfrm>
              <a:off x="7175033" y="1916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7" name="pt35867"/>
            <p:cNvSpPr/>
            <p:nvPr/>
          </p:nvSpPr>
          <p:spPr>
            <a:xfrm>
              <a:off x="6968095" y="1929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8" name="pt35868"/>
            <p:cNvSpPr/>
            <p:nvPr/>
          </p:nvSpPr>
          <p:spPr>
            <a:xfrm>
              <a:off x="7372296" y="2482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9" name="pt35869"/>
            <p:cNvSpPr/>
            <p:nvPr/>
          </p:nvSpPr>
          <p:spPr>
            <a:xfrm>
              <a:off x="7225367" y="2040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0" name="pt35870"/>
            <p:cNvSpPr/>
            <p:nvPr/>
          </p:nvSpPr>
          <p:spPr>
            <a:xfrm>
              <a:off x="7151555" y="2363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1" name="pt35871"/>
            <p:cNvSpPr/>
            <p:nvPr/>
          </p:nvSpPr>
          <p:spPr>
            <a:xfrm>
              <a:off x="7140861" y="2197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2" name="pt35872"/>
            <p:cNvSpPr/>
            <p:nvPr/>
          </p:nvSpPr>
          <p:spPr>
            <a:xfrm>
              <a:off x="7126566" y="2118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3" name="pt35873"/>
            <p:cNvSpPr/>
            <p:nvPr/>
          </p:nvSpPr>
          <p:spPr>
            <a:xfrm>
              <a:off x="7379218" y="2123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4" name="pt35874"/>
            <p:cNvSpPr/>
            <p:nvPr/>
          </p:nvSpPr>
          <p:spPr>
            <a:xfrm>
              <a:off x="6815582" y="24073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5" name="pt35875"/>
            <p:cNvSpPr/>
            <p:nvPr/>
          </p:nvSpPr>
          <p:spPr>
            <a:xfrm>
              <a:off x="7301185" y="2051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6" name="pt35876"/>
            <p:cNvSpPr/>
            <p:nvPr/>
          </p:nvSpPr>
          <p:spPr>
            <a:xfrm>
              <a:off x="7267965" y="2020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7" name="pt35877"/>
            <p:cNvSpPr/>
            <p:nvPr/>
          </p:nvSpPr>
          <p:spPr>
            <a:xfrm>
              <a:off x="7127577" y="2064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8" name="pt35878"/>
            <p:cNvSpPr/>
            <p:nvPr/>
          </p:nvSpPr>
          <p:spPr>
            <a:xfrm>
              <a:off x="7211016" y="227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9" name="pt35879"/>
            <p:cNvSpPr/>
            <p:nvPr/>
          </p:nvSpPr>
          <p:spPr>
            <a:xfrm>
              <a:off x="7160201" y="2108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0" name="pt35880"/>
            <p:cNvSpPr/>
            <p:nvPr/>
          </p:nvSpPr>
          <p:spPr>
            <a:xfrm>
              <a:off x="7158665" y="2150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1" name="pt35881"/>
            <p:cNvSpPr/>
            <p:nvPr/>
          </p:nvSpPr>
          <p:spPr>
            <a:xfrm>
              <a:off x="7039165" y="2308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2" name="pt35882"/>
            <p:cNvSpPr/>
            <p:nvPr/>
          </p:nvSpPr>
          <p:spPr>
            <a:xfrm>
              <a:off x="7202836" y="2139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3" name="pt35883"/>
            <p:cNvSpPr/>
            <p:nvPr/>
          </p:nvSpPr>
          <p:spPr>
            <a:xfrm>
              <a:off x="7172814" y="1978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4" name="pt35884"/>
            <p:cNvSpPr/>
            <p:nvPr/>
          </p:nvSpPr>
          <p:spPr>
            <a:xfrm>
              <a:off x="7205222" y="2231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5" name="pt35885"/>
            <p:cNvSpPr/>
            <p:nvPr/>
          </p:nvSpPr>
          <p:spPr>
            <a:xfrm>
              <a:off x="6954584" y="2089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6" name="pt35886"/>
            <p:cNvSpPr/>
            <p:nvPr/>
          </p:nvSpPr>
          <p:spPr>
            <a:xfrm>
              <a:off x="7113906" y="2208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7" name="pt35887"/>
            <p:cNvSpPr/>
            <p:nvPr/>
          </p:nvSpPr>
          <p:spPr>
            <a:xfrm>
              <a:off x="7137045" y="2157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8" name="pt35888"/>
            <p:cNvSpPr/>
            <p:nvPr/>
          </p:nvSpPr>
          <p:spPr>
            <a:xfrm>
              <a:off x="7244594" y="2286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9" name="pt35889"/>
            <p:cNvSpPr/>
            <p:nvPr/>
          </p:nvSpPr>
          <p:spPr>
            <a:xfrm>
              <a:off x="7211638" y="2211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0" name="pt35890"/>
            <p:cNvSpPr/>
            <p:nvPr/>
          </p:nvSpPr>
          <p:spPr>
            <a:xfrm>
              <a:off x="7098399" y="2227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1" name="pt35891"/>
            <p:cNvSpPr/>
            <p:nvPr/>
          </p:nvSpPr>
          <p:spPr>
            <a:xfrm>
              <a:off x="7151769" y="2294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2" name="pt35892"/>
            <p:cNvSpPr/>
            <p:nvPr/>
          </p:nvSpPr>
          <p:spPr>
            <a:xfrm>
              <a:off x="7298762" y="1913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3" name="pt35893"/>
            <p:cNvSpPr/>
            <p:nvPr/>
          </p:nvSpPr>
          <p:spPr>
            <a:xfrm>
              <a:off x="7218097" y="2339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4" name="pt35894"/>
            <p:cNvSpPr/>
            <p:nvPr/>
          </p:nvSpPr>
          <p:spPr>
            <a:xfrm>
              <a:off x="7214724" y="2225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5" name="pt35895"/>
            <p:cNvSpPr/>
            <p:nvPr/>
          </p:nvSpPr>
          <p:spPr>
            <a:xfrm>
              <a:off x="6872959" y="2197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6" name="pt35896"/>
            <p:cNvSpPr/>
            <p:nvPr/>
          </p:nvSpPr>
          <p:spPr>
            <a:xfrm>
              <a:off x="7106886" y="2185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7" name="pt35897"/>
            <p:cNvSpPr/>
            <p:nvPr/>
          </p:nvSpPr>
          <p:spPr>
            <a:xfrm>
              <a:off x="7190748" y="2048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8" name="pt35898"/>
            <p:cNvSpPr/>
            <p:nvPr/>
          </p:nvSpPr>
          <p:spPr>
            <a:xfrm>
              <a:off x="7461733" y="2635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9" name="pt35899"/>
            <p:cNvSpPr/>
            <p:nvPr/>
          </p:nvSpPr>
          <p:spPr>
            <a:xfrm>
              <a:off x="7253373" y="2066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0" name="pt35900"/>
            <p:cNvSpPr/>
            <p:nvPr/>
          </p:nvSpPr>
          <p:spPr>
            <a:xfrm>
              <a:off x="6953402" y="1989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1" name="pt35901"/>
            <p:cNvSpPr/>
            <p:nvPr/>
          </p:nvSpPr>
          <p:spPr>
            <a:xfrm>
              <a:off x="7105133" y="2208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2" name="pt35902"/>
            <p:cNvSpPr/>
            <p:nvPr/>
          </p:nvSpPr>
          <p:spPr>
            <a:xfrm>
              <a:off x="7044103" y="2199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3" name="pt35903"/>
            <p:cNvSpPr/>
            <p:nvPr/>
          </p:nvSpPr>
          <p:spPr>
            <a:xfrm>
              <a:off x="7099925" y="2313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4" name="pt35904"/>
            <p:cNvSpPr/>
            <p:nvPr/>
          </p:nvSpPr>
          <p:spPr>
            <a:xfrm>
              <a:off x="7475446" y="2428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5" name="pt35905"/>
            <p:cNvSpPr/>
            <p:nvPr/>
          </p:nvSpPr>
          <p:spPr>
            <a:xfrm>
              <a:off x="7298761" y="2031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6" name="pt35906"/>
            <p:cNvSpPr/>
            <p:nvPr/>
          </p:nvSpPr>
          <p:spPr>
            <a:xfrm>
              <a:off x="7137732" y="2234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7" name="pt35907"/>
            <p:cNvSpPr/>
            <p:nvPr/>
          </p:nvSpPr>
          <p:spPr>
            <a:xfrm>
              <a:off x="6864265" y="2211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8" name="pt35908"/>
            <p:cNvSpPr/>
            <p:nvPr/>
          </p:nvSpPr>
          <p:spPr>
            <a:xfrm>
              <a:off x="6955813" y="2078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9" name="pt35909"/>
            <p:cNvSpPr/>
            <p:nvPr/>
          </p:nvSpPr>
          <p:spPr>
            <a:xfrm>
              <a:off x="7172123" y="2005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0" name="pt35910"/>
            <p:cNvSpPr/>
            <p:nvPr/>
          </p:nvSpPr>
          <p:spPr>
            <a:xfrm>
              <a:off x="7171161" y="1954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1" name="pt35911"/>
            <p:cNvSpPr/>
            <p:nvPr/>
          </p:nvSpPr>
          <p:spPr>
            <a:xfrm>
              <a:off x="7116184" y="2221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2" name="pt35912"/>
            <p:cNvSpPr/>
            <p:nvPr/>
          </p:nvSpPr>
          <p:spPr>
            <a:xfrm>
              <a:off x="7208090" y="2238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3" name="pt35913"/>
            <p:cNvSpPr/>
            <p:nvPr/>
          </p:nvSpPr>
          <p:spPr>
            <a:xfrm>
              <a:off x="7066741" y="2047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4" name="pt35914"/>
            <p:cNvSpPr/>
            <p:nvPr/>
          </p:nvSpPr>
          <p:spPr>
            <a:xfrm>
              <a:off x="6808306" y="2509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5" name="pt35915"/>
            <p:cNvSpPr/>
            <p:nvPr/>
          </p:nvSpPr>
          <p:spPr>
            <a:xfrm>
              <a:off x="7255888" y="1971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6" name="pt35916"/>
            <p:cNvSpPr/>
            <p:nvPr/>
          </p:nvSpPr>
          <p:spPr>
            <a:xfrm>
              <a:off x="7158464" y="2197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7" name="pt35917"/>
            <p:cNvSpPr/>
            <p:nvPr/>
          </p:nvSpPr>
          <p:spPr>
            <a:xfrm>
              <a:off x="7276222" y="2067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8" name="pt35918"/>
            <p:cNvSpPr/>
            <p:nvPr/>
          </p:nvSpPr>
          <p:spPr>
            <a:xfrm>
              <a:off x="7140651" y="2161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9" name="pt35919"/>
            <p:cNvSpPr/>
            <p:nvPr/>
          </p:nvSpPr>
          <p:spPr>
            <a:xfrm>
              <a:off x="7059853" y="1994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0" name="pt35920"/>
            <p:cNvSpPr/>
            <p:nvPr/>
          </p:nvSpPr>
          <p:spPr>
            <a:xfrm>
              <a:off x="7159887" y="2033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1" name="pt35921"/>
            <p:cNvSpPr/>
            <p:nvPr/>
          </p:nvSpPr>
          <p:spPr>
            <a:xfrm>
              <a:off x="7152745" y="2360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2" name="pt35922"/>
            <p:cNvSpPr/>
            <p:nvPr/>
          </p:nvSpPr>
          <p:spPr>
            <a:xfrm>
              <a:off x="6975336" y="2011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3" name="pt35923"/>
            <p:cNvSpPr/>
            <p:nvPr/>
          </p:nvSpPr>
          <p:spPr>
            <a:xfrm>
              <a:off x="7275322" y="1943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4" name="pt35924"/>
            <p:cNvSpPr/>
            <p:nvPr/>
          </p:nvSpPr>
          <p:spPr>
            <a:xfrm>
              <a:off x="7169940" y="1910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5" name="pt35925"/>
            <p:cNvSpPr/>
            <p:nvPr/>
          </p:nvSpPr>
          <p:spPr>
            <a:xfrm>
              <a:off x="7128538" y="2100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6" name="pt35926"/>
            <p:cNvSpPr/>
            <p:nvPr/>
          </p:nvSpPr>
          <p:spPr>
            <a:xfrm>
              <a:off x="7088344" y="2226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7" name="pt35927"/>
            <p:cNvSpPr/>
            <p:nvPr/>
          </p:nvSpPr>
          <p:spPr>
            <a:xfrm>
              <a:off x="7477370" y="2478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8" name="pt35928"/>
            <p:cNvSpPr/>
            <p:nvPr/>
          </p:nvSpPr>
          <p:spPr>
            <a:xfrm>
              <a:off x="7081720" y="2031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9" name="pt35929"/>
            <p:cNvSpPr/>
            <p:nvPr/>
          </p:nvSpPr>
          <p:spPr>
            <a:xfrm>
              <a:off x="6969597" y="1972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0" name="pt35930"/>
            <p:cNvSpPr/>
            <p:nvPr/>
          </p:nvSpPr>
          <p:spPr>
            <a:xfrm>
              <a:off x="7119647" y="2128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1" name="pt35931"/>
            <p:cNvSpPr/>
            <p:nvPr/>
          </p:nvSpPr>
          <p:spPr>
            <a:xfrm>
              <a:off x="7466536" y="2696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2" name="pt35932"/>
            <p:cNvSpPr/>
            <p:nvPr/>
          </p:nvSpPr>
          <p:spPr>
            <a:xfrm>
              <a:off x="7040787" y="2232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3" name="pt35933"/>
            <p:cNvSpPr/>
            <p:nvPr/>
          </p:nvSpPr>
          <p:spPr>
            <a:xfrm>
              <a:off x="7083661" y="2165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4" name="pt35934"/>
            <p:cNvSpPr/>
            <p:nvPr/>
          </p:nvSpPr>
          <p:spPr>
            <a:xfrm>
              <a:off x="7244459" y="2233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5" name="pt35935"/>
            <p:cNvSpPr/>
            <p:nvPr/>
          </p:nvSpPr>
          <p:spPr>
            <a:xfrm>
              <a:off x="7292917" y="1962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6" name="pt35936"/>
            <p:cNvSpPr/>
            <p:nvPr/>
          </p:nvSpPr>
          <p:spPr>
            <a:xfrm>
              <a:off x="6898835" y="1892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7" name="pt35937"/>
            <p:cNvSpPr/>
            <p:nvPr/>
          </p:nvSpPr>
          <p:spPr>
            <a:xfrm>
              <a:off x="7210895" y="2171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8" name="pt35938"/>
            <p:cNvSpPr/>
            <p:nvPr/>
          </p:nvSpPr>
          <p:spPr>
            <a:xfrm>
              <a:off x="7168197" y="2044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9" name="pt35939"/>
            <p:cNvSpPr/>
            <p:nvPr/>
          </p:nvSpPr>
          <p:spPr>
            <a:xfrm>
              <a:off x="6969897" y="1979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0" name="pt35940"/>
            <p:cNvSpPr/>
            <p:nvPr/>
          </p:nvSpPr>
          <p:spPr>
            <a:xfrm>
              <a:off x="7338709" y="2109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1" name="pt35941"/>
            <p:cNvSpPr/>
            <p:nvPr/>
          </p:nvSpPr>
          <p:spPr>
            <a:xfrm>
              <a:off x="7107894" y="1895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2" name="pt35942"/>
            <p:cNvSpPr/>
            <p:nvPr/>
          </p:nvSpPr>
          <p:spPr>
            <a:xfrm>
              <a:off x="7225507" y="2016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3" name="pt35943"/>
            <p:cNvSpPr/>
            <p:nvPr/>
          </p:nvSpPr>
          <p:spPr>
            <a:xfrm>
              <a:off x="7826896" y="2230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4" name="pt35944"/>
            <p:cNvSpPr/>
            <p:nvPr/>
          </p:nvSpPr>
          <p:spPr>
            <a:xfrm>
              <a:off x="7022445" y="1955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5" name="pt35945"/>
            <p:cNvSpPr/>
            <p:nvPr/>
          </p:nvSpPr>
          <p:spPr>
            <a:xfrm>
              <a:off x="7219689" y="2258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6" name="pt35946"/>
            <p:cNvSpPr/>
            <p:nvPr/>
          </p:nvSpPr>
          <p:spPr>
            <a:xfrm>
              <a:off x="7090867" y="2258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7" name="pt35947"/>
            <p:cNvSpPr/>
            <p:nvPr/>
          </p:nvSpPr>
          <p:spPr>
            <a:xfrm>
              <a:off x="7236238" y="2049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8" name="pt35948"/>
            <p:cNvSpPr/>
            <p:nvPr/>
          </p:nvSpPr>
          <p:spPr>
            <a:xfrm>
              <a:off x="7141015" y="2157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9" name="pt35949"/>
            <p:cNvSpPr/>
            <p:nvPr/>
          </p:nvSpPr>
          <p:spPr>
            <a:xfrm>
              <a:off x="7095746" y="2178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0" name="pt35950"/>
            <p:cNvSpPr/>
            <p:nvPr/>
          </p:nvSpPr>
          <p:spPr>
            <a:xfrm>
              <a:off x="7350362" y="1918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1" name="pt35951"/>
            <p:cNvSpPr/>
            <p:nvPr/>
          </p:nvSpPr>
          <p:spPr>
            <a:xfrm>
              <a:off x="6995462" y="2097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2" name="pt35952"/>
            <p:cNvSpPr/>
            <p:nvPr/>
          </p:nvSpPr>
          <p:spPr>
            <a:xfrm>
              <a:off x="7134035" y="2093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3" name="pt35953"/>
            <p:cNvSpPr/>
            <p:nvPr/>
          </p:nvSpPr>
          <p:spPr>
            <a:xfrm>
              <a:off x="7166175" y="2082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4" name="pt35954"/>
            <p:cNvSpPr/>
            <p:nvPr/>
          </p:nvSpPr>
          <p:spPr>
            <a:xfrm>
              <a:off x="7239051" y="1811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5" name="pt35955"/>
            <p:cNvSpPr/>
            <p:nvPr/>
          </p:nvSpPr>
          <p:spPr>
            <a:xfrm>
              <a:off x="7110963" y="2055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6" name="pt35956"/>
            <p:cNvSpPr/>
            <p:nvPr/>
          </p:nvSpPr>
          <p:spPr>
            <a:xfrm>
              <a:off x="7174004" y="196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7" name="pt35957"/>
            <p:cNvSpPr/>
            <p:nvPr/>
          </p:nvSpPr>
          <p:spPr>
            <a:xfrm>
              <a:off x="7317555" y="1871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8" name="pt35958"/>
            <p:cNvSpPr/>
            <p:nvPr/>
          </p:nvSpPr>
          <p:spPr>
            <a:xfrm>
              <a:off x="7084547" y="2122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9" name="pt35959"/>
            <p:cNvSpPr/>
            <p:nvPr/>
          </p:nvSpPr>
          <p:spPr>
            <a:xfrm>
              <a:off x="6981270" y="1984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0" name="pt35960"/>
            <p:cNvSpPr/>
            <p:nvPr/>
          </p:nvSpPr>
          <p:spPr>
            <a:xfrm>
              <a:off x="7293006" y="1942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1" name="pt35961"/>
            <p:cNvSpPr/>
            <p:nvPr/>
          </p:nvSpPr>
          <p:spPr>
            <a:xfrm>
              <a:off x="7415254" y="2958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2" name="pt35962"/>
            <p:cNvSpPr/>
            <p:nvPr/>
          </p:nvSpPr>
          <p:spPr>
            <a:xfrm>
              <a:off x="7408868" y="2488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3" name="pt35963"/>
            <p:cNvSpPr/>
            <p:nvPr/>
          </p:nvSpPr>
          <p:spPr>
            <a:xfrm>
              <a:off x="7199688" y="1968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4" name="pt35964"/>
            <p:cNvSpPr/>
            <p:nvPr/>
          </p:nvSpPr>
          <p:spPr>
            <a:xfrm>
              <a:off x="7141078" y="2219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5" name="pt35965"/>
            <p:cNvSpPr/>
            <p:nvPr/>
          </p:nvSpPr>
          <p:spPr>
            <a:xfrm>
              <a:off x="7243779" y="2203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6" name="pt35966"/>
            <p:cNvSpPr/>
            <p:nvPr/>
          </p:nvSpPr>
          <p:spPr>
            <a:xfrm>
              <a:off x="7178119" y="20913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7" name="pt35967"/>
            <p:cNvSpPr/>
            <p:nvPr/>
          </p:nvSpPr>
          <p:spPr>
            <a:xfrm>
              <a:off x="7096248" y="2265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8" name="pt35968"/>
            <p:cNvSpPr/>
            <p:nvPr/>
          </p:nvSpPr>
          <p:spPr>
            <a:xfrm>
              <a:off x="7053362" y="2321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9" name="pt35969"/>
            <p:cNvSpPr/>
            <p:nvPr/>
          </p:nvSpPr>
          <p:spPr>
            <a:xfrm>
              <a:off x="7579613" y="2428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0" name="pt35970"/>
            <p:cNvSpPr/>
            <p:nvPr/>
          </p:nvSpPr>
          <p:spPr>
            <a:xfrm>
              <a:off x="7435044" y="2433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1" name="pt35971"/>
            <p:cNvSpPr/>
            <p:nvPr/>
          </p:nvSpPr>
          <p:spPr>
            <a:xfrm>
              <a:off x="6828966" y="2047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2" name="pt35972"/>
            <p:cNvSpPr/>
            <p:nvPr/>
          </p:nvSpPr>
          <p:spPr>
            <a:xfrm>
              <a:off x="7101933" y="2061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3" name="pt35973"/>
            <p:cNvSpPr/>
            <p:nvPr/>
          </p:nvSpPr>
          <p:spPr>
            <a:xfrm>
              <a:off x="7222613" y="2184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4" name="pt35974"/>
            <p:cNvSpPr/>
            <p:nvPr/>
          </p:nvSpPr>
          <p:spPr>
            <a:xfrm>
              <a:off x="7323055" y="1963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5" name="pt35975"/>
            <p:cNvSpPr/>
            <p:nvPr/>
          </p:nvSpPr>
          <p:spPr>
            <a:xfrm>
              <a:off x="6995900" y="2192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6" name="pt35976"/>
            <p:cNvSpPr/>
            <p:nvPr/>
          </p:nvSpPr>
          <p:spPr>
            <a:xfrm>
              <a:off x="7021298" y="2223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7" name="pt35977"/>
            <p:cNvSpPr/>
            <p:nvPr/>
          </p:nvSpPr>
          <p:spPr>
            <a:xfrm>
              <a:off x="6926245" y="2147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8" name="pt35978"/>
            <p:cNvSpPr/>
            <p:nvPr/>
          </p:nvSpPr>
          <p:spPr>
            <a:xfrm>
              <a:off x="7145757" y="2220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9" name="pt35979"/>
            <p:cNvSpPr/>
            <p:nvPr/>
          </p:nvSpPr>
          <p:spPr>
            <a:xfrm>
              <a:off x="7019791" y="1951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0" name="pt35980"/>
            <p:cNvSpPr/>
            <p:nvPr/>
          </p:nvSpPr>
          <p:spPr>
            <a:xfrm>
              <a:off x="7157881" y="2182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1" name="pt35981"/>
            <p:cNvSpPr/>
            <p:nvPr/>
          </p:nvSpPr>
          <p:spPr>
            <a:xfrm>
              <a:off x="7172073" y="1985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2" name="pt35982"/>
            <p:cNvSpPr/>
            <p:nvPr/>
          </p:nvSpPr>
          <p:spPr>
            <a:xfrm>
              <a:off x="7063874" y="1604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3" name="pt35983"/>
            <p:cNvSpPr/>
            <p:nvPr/>
          </p:nvSpPr>
          <p:spPr>
            <a:xfrm>
              <a:off x="7272605" y="2023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4" name="pt35984"/>
            <p:cNvSpPr/>
            <p:nvPr/>
          </p:nvSpPr>
          <p:spPr>
            <a:xfrm>
              <a:off x="7274550" y="2022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5" name="pt35985"/>
            <p:cNvSpPr/>
            <p:nvPr/>
          </p:nvSpPr>
          <p:spPr>
            <a:xfrm>
              <a:off x="7024769" y="2013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6" name="pt35986"/>
            <p:cNvSpPr/>
            <p:nvPr/>
          </p:nvSpPr>
          <p:spPr>
            <a:xfrm>
              <a:off x="7120495" y="2210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7" name="pt35987"/>
            <p:cNvSpPr/>
            <p:nvPr/>
          </p:nvSpPr>
          <p:spPr>
            <a:xfrm>
              <a:off x="6908500" y="2087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8" name="pt35988"/>
            <p:cNvSpPr/>
            <p:nvPr/>
          </p:nvSpPr>
          <p:spPr>
            <a:xfrm>
              <a:off x="7079303" y="2099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9" name="pt35989"/>
            <p:cNvSpPr/>
            <p:nvPr/>
          </p:nvSpPr>
          <p:spPr>
            <a:xfrm>
              <a:off x="7121700" y="2192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0" name="pt35990"/>
            <p:cNvSpPr/>
            <p:nvPr/>
          </p:nvSpPr>
          <p:spPr>
            <a:xfrm>
              <a:off x="7116168" y="2138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1" name="pt35991"/>
            <p:cNvSpPr/>
            <p:nvPr/>
          </p:nvSpPr>
          <p:spPr>
            <a:xfrm>
              <a:off x="7306779" y="1968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2" name="pt35992"/>
            <p:cNvSpPr/>
            <p:nvPr/>
          </p:nvSpPr>
          <p:spPr>
            <a:xfrm>
              <a:off x="7474623" y="2682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3" name="pt35993"/>
            <p:cNvSpPr/>
            <p:nvPr/>
          </p:nvSpPr>
          <p:spPr>
            <a:xfrm>
              <a:off x="7160796" y="2053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4" name="pt35994"/>
            <p:cNvSpPr/>
            <p:nvPr/>
          </p:nvSpPr>
          <p:spPr>
            <a:xfrm>
              <a:off x="7414401" y="2820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5" name="pt35995"/>
            <p:cNvSpPr/>
            <p:nvPr/>
          </p:nvSpPr>
          <p:spPr>
            <a:xfrm>
              <a:off x="7223920" y="2257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6" name="pt35996"/>
            <p:cNvSpPr/>
            <p:nvPr/>
          </p:nvSpPr>
          <p:spPr>
            <a:xfrm>
              <a:off x="7100044" y="2233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7" name="pt35997"/>
            <p:cNvSpPr/>
            <p:nvPr/>
          </p:nvSpPr>
          <p:spPr>
            <a:xfrm>
              <a:off x="7027179" y="1764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8" name="pt35998"/>
            <p:cNvSpPr/>
            <p:nvPr/>
          </p:nvSpPr>
          <p:spPr>
            <a:xfrm>
              <a:off x="7327991" y="2007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9" name="pt35999"/>
            <p:cNvSpPr/>
            <p:nvPr/>
          </p:nvSpPr>
          <p:spPr>
            <a:xfrm>
              <a:off x="6830105" y="1981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0" name="pt36000"/>
            <p:cNvSpPr/>
            <p:nvPr/>
          </p:nvSpPr>
          <p:spPr>
            <a:xfrm>
              <a:off x="7220952" y="2042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1" name="pt36001"/>
            <p:cNvSpPr/>
            <p:nvPr/>
          </p:nvSpPr>
          <p:spPr>
            <a:xfrm>
              <a:off x="7043449" y="2032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2" name="pt36002"/>
            <p:cNvSpPr/>
            <p:nvPr/>
          </p:nvSpPr>
          <p:spPr>
            <a:xfrm>
              <a:off x="7334058" y="1924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3" name="pt36003"/>
            <p:cNvSpPr/>
            <p:nvPr/>
          </p:nvSpPr>
          <p:spPr>
            <a:xfrm>
              <a:off x="7232405" y="2126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4" name="pt36004"/>
            <p:cNvSpPr/>
            <p:nvPr/>
          </p:nvSpPr>
          <p:spPr>
            <a:xfrm>
              <a:off x="7293495" y="2019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5" name="pt36005"/>
            <p:cNvSpPr/>
            <p:nvPr/>
          </p:nvSpPr>
          <p:spPr>
            <a:xfrm>
              <a:off x="7332020" y="1989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6" name="pt36006"/>
            <p:cNvSpPr/>
            <p:nvPr/>
          </p:nvSpPr>
          <p:spPr>
            <a:xfrm>
              <a:off x="7202356" y="2063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7" name="pt36007"/>
            <p:cNvSpPr/>
            <p:nvPr/>
          </p:nvSpPr>
          <p:spPr>
            <a:xfrm>
              <a:off x="7840644" y="2405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8" name="pt36008"/>
            <p:cNvSpPr/>
            <p:nvPr/>
          </p:nvSpPr>
          <p:spPr>
            <a:xfrm>
              <a:off x="7162089" y="2106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9" name="pt36009"/>
            <p:cNvSpPr/>
            <p:nvPr/>
          </p:nvSpPr>
          <p:spPr>
            <a:xfrm>
              <a:off x="7119258" y="2185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0" name="pt36010"/>
            <p:cNvSpPr/>
            <p:nvPr/>
          </p:nvSpPr>
          <p:spPr>
            <a:xfrm>
              <a:off x="6939346" y="2222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1" name="pt36011"/>
            <p:cNvSpPr/>
            <p:nvPr/>
          </p:nvSpPr>
          <p:spPr>
            <a:xfrm>
              <a:off x="6981627" y="2088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2" name="pt36012"/>
            <p:cNvSpPr/>
            <p:nvPr/>
          </p:nvSpPr>
          <p:spPr>
            <a:xfrm>
              <a:off x="7205810" y="2115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3" name="pt36013"/>
            <p:cNvSpPr/>
            <p:nvPr/>
          </p:nvSpPr>
          <p:spPr>
            <a:xfrm>
              <a:off x="7148292" y="2342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4" name="pt36014"/>
            <p:cNvSpPr/>
            <p:nvPr/>
          </p:nvSpPr>
          <p:spPr>
            <a:xfrm>
              <a:off x="7219470" y="2078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5" name="pt36015"/>
            <p:cNvSpPr/>
            <p:nvPr/>
          </p:nvSpPr>
          <p:spPr>
            <a:xfrm>
              <a:off x="7135727" y="2151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6" name="pt36016"/>
            <p:cNvSpPr/>
            <p:nvPr/>
          </p:nvSpPr>
          <p:spPr>
            <a:xfrm>
              <a:off x="7302388" y="1990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7" name="pt36017"/>
            <p:cNvSpPr/>
            <p:nvPr/>
          </p:nvSpPr>
          <p:spPr>
            <a:xfrm>
              <a:off x="7089593" y="2261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8" name="pt36018"/>
            <p:cNvSpPr/>
            <p:nvPr/>
          </p:nvSpPr>
          <p:spPr>
            <a:xfrm>
              <a:off x="7005057" y="1994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9" name="pt36019"/>
            <p:cNvSpPr/>
            <p:nvPr/>
          </p:nvSpPr>
          <p:spPr>
            <a:xfrm>
              <a:off x="7243592" y="2289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0" name="pt36020"/>
            <p:cNvSpPr/>
            <p:nvPr/>
          </p:nvSpPr>
          <p:spPr>
            <a:xfrm>
              <a:off x="7005966" y="2103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1" name="pt36021"/>
            <p:cNvSpPr/>
            <p:nvPr/>
          </p:nvSpPr>
          <p:spPr>
            <a:xfrm>
              <a:off x="7203065" y="2235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2" name="pt36022"/>
            <p:cNvSpPr/>
            <p:nvPr/>
          </p:nvSpPr>
          <p:spPr>
            <a:xfrm>
              <a:off x="7223476" y="2284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3" name="pt36023"/>
            <p:cNvSpPr/>
            <p:nvPr/>
          </p:nvSpPr>
          <p:spPr>
            <a:xfrm>
              <a:off x="7215190" y="2392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4" name="pt36024"/>
            <p:cNvSpPr/>
            <p:nvPr/>
          </p:nvSpPr>
          <p:spPr>
            <a:xfrm>
              <a:off x="7027692" y="1941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5" name="pt36025"/>
            <p:cNvSpPr/>
            <p:nvPr/>
          </p:nvSpPr>
          <p:spPr>
            <a:xfrm>
              <a:off x="7126437" y="2099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6" name="pt36026"/>
            <p:cNvSpPr/>
            <p:nvPr/>
          </p:nvSpPr>
          <p:spPr>
            <a:xfrm>
              <a:off x="7320673" y="2015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7" name="pt36027"/>
            <p:cNvSpPr/>
            <p:nvPr/>
          </p:nvSpPr>
          <p:spPr>
            <a:xfrm>
              <a:off x="7189661" y="2051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8" name="pt36028"/>
            <p:cNvSpPr/>
            <p:nvPr/>
          </p:nvSpPr>
          <p:spPr>
            <a:xfrm>
              <a:off x="6892319" y="2041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9" name="pt36029"/>
            <p:cNvSpPr/>
            <p:nvPr/>
          </p:nvSpPr>
          <p:spPr>
            <a:xfrm>
              <a:off x="7153649" y="2348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0" name="pt36030"/>
            <p:cNvSpPr/>
            <p:nvPr/>
          </p:nvSpPr>
          <p:spPr>
            <a:xfrm>
              <a:off x="7056943" y="2204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1" name="pt36031"/>
            <p:cNvSpPr/>
            <p:nvPr/>
          </p:nvSpPr>
          <p:spPr>
            <a:xfrm>
              <a:off x="7116574" y="2180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2" name="pt36032"/>
            <p:cNvSpPr/>
            <p:nvPr/>
          </p:nvSpPr>
          <p:spPr>
            <a:xfrm>
              <a:off x="7121150" y="2199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3" name="pt36033"/>
            <p:cNvSpPr/>
            <p:nvPr/>
          </p:nvSpPr>
          <p:spPr>
            <a:xfrm>
              <a:off x="7637348" y="26385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4" name="pt36034"/>
            <p:cNvSpPr/>
            <p:nvPr/>
          </p:nvSpPr>
          <p:spPr>
            <a:xfrm>
              <a:off x="7063330" y="1875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5" name="pt36035"/>
            <p:cNvSpPr/>
            <p:nvPr/>
          </p:nvSpPr>
          <p:spPr>
            <a:xfrm>
              <a:off x="7116998" y="2156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6" name="pt36036"/>
            <p:cNvSpPr/>
            <p:nvPr/>
          </p:nvSpPr>
          <p:spPr>
            <a:xfrm>
              <a:off x="7075831" y="2062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7" name="pt36037"/>
            <p:cNvSpPr/>
            <p:nvPr/>
          </p:nvSpPr>
          <p:spPr>
            <a:xfrm>
              <a:off x="6845192" y="2262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8" name="pt36038"/>
            <p:cNvSpPr/>
            <p:nvPr/>
          </p:nvSpPr>
          <p:spPr>
            <a:xfrm>
              <a:off x="6890369" y="1968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9" name="pt36039"/>
            <p:cNvSpPr/>
            <p:nvPr/>
          </p:nvSpPr>
          <p:spPr>
            <a:xfrm>
              <a:off x="7074793" y="2190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0" name="pt36040"/>
            <p:cNvSpPr/>
            <p:nvPr/>
          </p:nvSpPr>
          <p:spPr>
            <a:xfrm>
              <a:off x="7078569" y="2082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1" name="pt36041"/>
            <p:cNvSpPr/>
            <p:nvPr/>
          </p:nvSpPr>
          <p:spPr>
            <a:xfrm>
              <a:off x="7274072" y="2114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2" name="pt36042"/>
            <p:cNvSpPr/>
            <p:nvPr/>
          </p:nvSpPr>
          <p:spPr>
            <a:xfrm>
              <a:off x="7010166" y="2048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3" name="pt36043"/>
            <p:cNvSpPr/>
            <p:nvPr/>
          </p:nvSpPr>
          <p:spPr>
            <a:xfrm>
              <a:off x="7492088" y="2103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4" name="pt36044"/>
            <p:cNvSpPr/>
            <p:nvPr/>
          </p:nvSpPr>
          <p:spPr>
            <a:xfrm>
              <a:off x="6843082" y="21535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5" name="pt36045"/>
            <p:cNvSpPr/>
            <p:nvPr/>
          </p:nvSpPr>
          <p:spPr>
            <a:xfrm>
              <a:off x="7002823" y="1896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6" name="pt36046"/>
            <p:cNvSpPr/>
            <p:nvPr/>
          </p:nvSpPr>
          <p:spPr>
            <a:xfrm>
              <a:off x="7224390" y="214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7" name="pt36047"/>
            <p:cNvSpPr/>
            <p:nvPr/>
          </p:nvSpPr>
          <p:spPr>
            <a:xfrm>
              <a:off x="6935597" y="2234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8" name="pt36048"/>
            <p:cNvSpPr/>
            <p:nvPr/>
          </p:nvSpPr>
          <p:spPr>
            <a:xfrm>
              <a:off x="6999434" y="2012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9" name="pt36049"/>
            <p:cNvSpPr/>
            <p:nvPr/>
          </p:nvSpPr>
          <p:spPr>
            <a:xfrm>
              <a:off x="7036186" y="2249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0" name="pt36050"/>
            <p:cNvSpPr/>
            <p:nvPr/>
          </p:nvSpPr>
          <p:spPr>
            <a:xfrm>
              <a:off x="7214742" y="2298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1" name="pt36051"/>
            <p:cNvSpPr/>
            <p:nvPr/>
          </p:nvSpPr>
          <p:spPr>
            <a:xfrm>
              <a:off x="7183953" y="2153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2" name="pt36052"/>
            <p:cNvSpPr/>
            <p:nvPr/>
          </p:nvSpPr>
          <p:spPr>
            <a:xfrm>
              <a:off x="7118018" y="2136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3" name="pt36053"/>
            <p:cNvSpPr/>
            <p:nvPr/>
          </p:nvSpPr>
          <p:spPr>
            <a:xfrm>
              <a:off x="7319362" y="1934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4" name="pt36054"/>
            <p:cNvSpPr/>
            <p:nvPr/>
          </p:nvSpPr>
          <p:spPr>
            <a:xfrm>
              <a:off x="7114190" y="2097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5" name="pt36055"/>
            <p:cNvSpPr/>
            <p:nvPr/>
          </p:nvSpPr>
          <p:spPr>
            <a:xfrm>
              <a:off x="7090944" y="2206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6" name="pt36056"/>
            <p:cNvSpPr/>
            <p:nvPr/>
          </p:nvSpPr>
          <p:spPr>
            <a:xfrm>
              <a:off x="7539127" y="2270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7" name="pt36057"/>
            <p:cNvSpPr/>
            <p:nvPr/>
          </p:nvSpPr>
          <p:spPr>
            <a:xfrm>
              <a:off x="7151437" y="2379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8" name="pt36058"/>
            <p:cNvSpPr/>
            <p:nvPr/>
          </p:nvSpPr>
          <p:spPr>
            <a:xfrm>
              <a:off x="7137080" y="2117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9" name="pt36059"/>
            <p:cNvSpPr/>
            <p:nvPr/>
          </p:nvSpPr>
          <p:spPr>
            <a:xfrm>
              <a:off x="7237694" y="215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0" name="pt36060"/>
            <p:cNvSpPr/>
            <p:nvPr/>
          </p:nvSpPr>
          <p:spPr>
            <a:xfrm>
              <a:off x="7149598" y="2354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1" name="pt36061"/>
            <p:cNvSpPr/>
            <p:nvPr/>
          </p:nvSpPr>
          <p:spPr>
            <a:xfrm>
              <a:off x="7195211" y="2002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2" name="pt36062"/>
            <p:cNvSpPr/>
            <p:nvPr/>
          </p:nvSpPr>
          <p:spPr>
            <a:xfrm>
              <a:off x="7055439" y="1974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3" name="pt36063"/>
            <p:cNvSpPr/>
            <p:nvPr/>
          </p:nvSpPr>
          <p:spPr>
            <a:xfrm>
              <a:off x="7482695" y="2210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4" name="pt36064"/>
            <p:cNvSpPr/>
            <p:nvPr/>
          </p:nvSpPr>
          <p:spPr>
            <a:xfrm>
              <a:off x="7179304" y="2100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5" name="pt36065"/>
            <p:cNvSpPr/>
            <p:nvPr/>
          </p:nvSpPr>
          <p:spPr>
            <a:xfrm>
              <a:off x="7502717" y="2205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6" name="pt36066"/>
            <p:cNvSpPr/>
            <p:nvPr/>
          </p:nvSpPr>
          <p:spPr>
            <a:xfrm>
              <a:off x="7043057" y="2244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7" name="pt36067"/>
            <p:cNvSpPr/>
            <p:nvPr/>
          </p:nvSpPr>
          <p:spPr>
            <a:xfrm>
              <a:off x="7159767" y="2158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8" name="pt36068"/>
            <p:cNvSpPr/>
            <p:nvPr/>
          </p:nvSpPr>
          <p:spPr>
            <a:xfrm>
              <a:off x="7009047" y="2012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9" name="pt36069"/>
            <p:cNvSpPr/>
            <p:nvPr/>
          </p:nvSpPr>
          <p:spPr>
            <a:xfrm>
              <a:off x="7107035" y="2181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0" name="pt36070"/>
            <p:cNvSpPr/>
            <p:nvPr/>
          </p:nvSpPr>
          <p:spPr>
            <a:xfrm>
              <a:off x="7207555" y="2337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1" name="pt36071"/>
            <p:cNvSpPr/>
            <p:nvPr/>
          </p:nvSpPr>
          <p:spPr>
            <a:xfrm>
              <a:off x="7236528" y="2111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2" name="pt36072"/>
            <p:cNvSpPr/>
            <p:nvPr/>
          </p:nvSpPr>
          <p:spPr>
            <a:xfrm>
              <a:off x="7137192" y="2107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3" name="pt36073"/>
            <p:cNvSpPr/>
            <p:nvPr/>
          </p:nvSpPr>
          <p:spPr>
            <a:xfrm>
              <a:off x="7407761" y="2196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4" name="pt36074"/>
            <p:cNvSpPr/>
            <p:nvPr/>
          </p:nvSpPr>
          <p:spPr>
            <a:xfrm>
              <a:off x="6985184" y="2002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5" name="pt36075"/>
            <p:cNvSpPr/>
            <p:nvPr/>
          </p:nvSpPr>
          <p:spPr>
            <a:xfrm>
              <a:off x="7076067" y="2298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6" name="pt36076"/>
            <p:cNvSpPr/>
            <p:nvPr/>
          </p:nvSpPr>
          <p:spPr>
            <a:xfrm>
              <a:off x="7158754" y="2195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7" name="pt36077"/>
            <p:cNvSpPr/>
            <p:nvPr/>
          </p:nvSpPr>
          <p:spPr>
            <a:xfrm>
              <a:off x="7363457" y="2365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8" name="pt36078"/>
            <p:cNvSpPr/>
            <p:nvPr/>
          </p:nvSpPr>
          <p:spPr>
            <a:xfrm>
              <a:off x="7406585" y="2685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9" name="pt36079"/>
            <p:cNvSpPr/>
            <p:nvPr/>
          </p:nvSpPr>
          <p:spPr>
            <a:xfrm>
              <a:off x="7192264" y="2049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0" name="pt36080"/>
            <p:cNvSpPr/>
            <p:nvPr/>
          </p:nvSpPr>
          <p:spPr>
            <a:xfrm>
              <a:off x="7142675" y="2133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1" name="pt36081"/>
            <p:cNvSpPr/>
            <p:nvPr/>
          </p:nvSpPr>
          <p:spPr>
            <a:xfrm>
              <a:off x="6959765" y="2101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2" name="pt36082"/>
            <p:cNvSpPr/>
            <p:nvPr/>
          </p:nvSpPr>
          <p:spPr>
            <a:xfrm>
              <a:off x="7203806" y="2108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3" name="pt36083"/>
            <p:cNvSpPr/>
            <p:nvPr/>
          </p:nvSpPr>
          <p:spPr>
            <a:xfrm>
              <a:off x="7114818" y="2075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4" name="pt36084"/>
            <p:cNvSpPr/>
            <p:nvPr/>
          </p:nvSpPr>
          <p:spPr>
            <a:xfrm>
              <a:off x="7196710" y="1995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5" name="pt36085"/>
            <p:cNvSpPr/>
            <p:nvPr/>
          </p:nvSpPr>
          <p:spPr>
            <a:xfrm>
              <a:off x="7153599" y="2319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6" name="pt36086"/>
            <p:cNvSpPr/>
            <p:nvPr/>
          </p:nvSpPr>
          <p:spPr>
            <a:xfrm>
              <a:off x="7270185" y="1951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7" name="pt36087"/>
            <p:cNvSpPr/>
            <p:nvPr/>
          </p:nvSpPr>
          <p:spPr>
            <a:xfrm>
              <a:off x="7105676" y="2106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8" name="pt36088"/>
            <p:cNvSpPr/>
            <p:nvPr/>
          </p:nvSpPr>
          <p:spPr>
            <a:xfrm>
              <a:off x="7261039" y="2050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9" name="pt36089"/>
            <p:cNvSpPr/>
            <p:nvPr/>
          </p:nvSpPr>
          <p:spPr>
            <a:xfrm>
              <a:off x="7097439" y="2133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0" name="pt36090"/>
            <p:cNvSpPr/>
            <p:nvPr/>
          </p:nvSpPr>
          <p:spPr>
            <a:xfrm>
              <a:off x="7160612" y="2195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1" name="pt36091"/>
            <p:cNvSpPr/>
            <p:nvPr/>
          </p:nvSpPr>
          <p:spPr>
            <a:xfrm>
              <a:off x="7190245" y="2060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2" name="pt36092"/>
            <p:cNvSpPr/>
            <p:nvPr/>
          </p:nvSpPr>
          <p:spPr>
            <a:xfrm>
              <a:off x="6954263" y="2044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3" name="pt36093"/>
            <p:cNvSpPr/>
            <p:nvPr/>
          </p:nvSpPr>
          <p:spPr>
            <a:xfrm>
              <a:off x="7372858" y="2640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4" name="pt36094"/>
            <p:cNvSpPr/>
            <p:nvPr/>
          </p:nvSpPr>
          <p:spPr>
            <a:xfrm>
              <a:off x="6952174" y="1931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5" name="pt36095"/>
            <p:cNvSpPr/>
            <p:nvPr/>
          </p:nvSpPr>
          <p:spPr>
            <a:xfrm>
              <a:off x="7203356" y="2256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6" name="pt36096"/>
            <p:cNvSpPr/>
            <p:nvPr/>
          </p:nvSpPr>
          <p:spPr>
            <a:xfrm>
              <a:off x="7447099" y="2628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7" name="pt36097"/>
            <p:cNvSpPr/>
            <p:nvPr/>
          </p:nvSpPr>
          <p:spPr>
            <a:xfrm>
              <a:off x="7211828" y="2277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8" name="pt36098"/>
            <p:cNvSpPr/>
            <p:nvPr/>
          </p:nvSpPr>
          <p:spPr>
            <a:xfrm>
              <a:off x="7220579" y="2045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9" name="pt36099"/>
            <p:cNvSpPr/>
            <p:nvPr/>
          </p:nvSpPr>
          <p:spPr>
            <a:xfrm>
              <a:off x="7115920" y="2208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0" name="pt36100"/>
            <p:cNvSpPr/>
            <p:nvPr/>
          </p:nvSpPr>
          <p:spPr>
            <a:xfrm>
              <a:off x="7288810" y="1962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1" name="pt36101"/>
            <p:cNvSpPr/>
            <p:nvPr/>
          </p:nvSpPr>
          <p:spPr>
            <a:xfrm>
              <a:off x="6918932" y="2044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2" name="pt36102"/>
            <p:cNvSpPr/>
            <p:nvPr/>
          </p:nvSpPr>
          <p:spPr>
            <a:xfrm>
              <a:off x="6994544" y="1904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3" name="pt36103"/>
            <p:cNvSpPr/>
            <p:nvPr/>
          </p:nvSpPr>
          <p:spPr>
            <a:xfrm>
              <a:off x="7040006" y="2159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4" name="pt36104"/>
            <p:cNvSpPr/>
            <p:nvPr/>
          </p:nvSpPr>
          <p:spPr>
            <a:xfrm>
              <a:off x="7244703" y="2285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5" name="pt36105"/>
            <p:cNvSpPr/>
            <p:nvPr/>
          </p:nvSpPr>
          <p:spPr>
            <a:xfrm>
              <a:off x="6968715" y="1929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6" name="pt36106"/>
            <p:cNvSpPr/>
            <p:nvPr/>
          </p:nvSpPr>
          <p:spPr>
            <a:xfrm>
              <a:off x="7207469" y="2262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7" name="pt36107"/>
            <p:cNvSpPr/>
            <p:nvPr/>
          </p:nvSpPr>
          <p:spPr>
            <a:xfrm>
              <a:off x="6965952" y="1985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8" name="pt36108"/>
            <p:cNvSpPr/>
            <p:nvPr/>
          </p:nvSpPr>
          <p:spPr>
            <a:xfrm>
              <a:off x="7124334" y="2166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9" name="pt36109"/>
            <p:cNvSpPr/>
            <p:nvPr/>
          </p:nvSpPr>
          <p:spPr>
            <a:xfrm>
              <a:off x="7504635" y="2777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0" name="pt36110"/>
            <p:cNvSpPr/>
            <p:nvPr/>
          </p:nvSpPr>
          <p:spPr>
            <a:xfrm>
              <a:off x="7379126" y="2260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1" name="pt36111"/>
            <p:cNvSpPr/>
            <p:nvPr/>
          </p:nvSpPr>
          <p:spPr>
            <a:xfrm>
              <a:off x="6988358" y="1803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2" name="pt36112"/>
            <p:cNvSpPr/>
            <p:nvPr/>
          </p:nvSpPr>
          <p:spPr>
            <a:xfrm>
              <a:off x="7284874" y="2147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3" name="pt36113"/>
            <p:cNvSpPr/>
            <p:nvPr/>
          </p:nvSpPr>
          <p:spPr>
            <a:xfrm>
              <a:off x="7153204" y="2336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4" name="pt36114"/>
            <p:cNvSpPr/>
            <p:nvPr/>
          </p:nvSpPr>
          <p:spPr>
            <a:xfrm>
              <a:off x="7148706" y="2342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5" name="pt36115"/>
            <p:cNvSpPr/>
            <p:nvPr/>
          </p:nvSpPr>
          <p:spPr>
            <a:xfrm>
              <a:off x="6940878" y="2005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6" name="pt36116"/>
            <p:cNvSpPr/>
            <p:nvPr/>
          </p:nvSpPr>
          <p:spPr>
            <a:xfrm>
              <a:off x="7258446" y="2134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7" name="pt36117"/>
            <p:cNvSpPr/>
            <p:nvPr/>
          </p:nvSpPr>
          <p:spPr>
            <a:xfrm>
              <a:off x="7228007" y="2013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8" name="pt36118"/>
            <p:cNvSpPr/>
            <p:nvPr/>
          </p:nvSpPr>
          <p:spPr>
            <a:xfrm>
              <a:off x="7254778" y="2053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9" name="pt36119"/>
            <p:cNvSpPr/>
            <p:nvPr/>
          </p:nvSpPr>
          <p:spPr>
            <a:xfrm>
              <a:off x="7403113" y="2866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0" name="pt36120"/>
            <p:cNvSpPr/>
            <p:nvPr/>
          </p:nvSpPr>
          <p:spPr>
            <a:xfrm>
              <a:off x="7379847" y="210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1" name="pt36121"/>
            <p:cNvSpPr/>
            <p:nvPr/>
          </p:nvSpPr>
          <p:spPr>
            <a:xfrm>
              <a:off x="7098512" y="2219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2" name="pt36122"/>
            <p:cNvSpPr/>
            <p:nvPr/>
          </p:nvSpPr>
          <p:spPr>
            <a:xfrm>
              <a:off x="7390164" y="1984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3" name="pt36123"/>
            <p:cNvSpPr/>
            <p:nvPr/>
          </p:nvSpPr>
          <p:spPr>
            <a:xfrm>
              <a:off x="6975228" y="2019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4" name="pt36124"/>
            <p:cNvSpPr/>
            <p:nvPr/>
          </p:nvSpPr>
          <p:spPr>
            <a:xfrm>
              <a:off x="6985686" y="1957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5" name="pt36125"/>
            <p:cNvSpPr/>
            <p:nvPr/>
          </p:nvSpPr>
          <p:spPr>
            <a:xfrm>
              <a:off x="7152729" y="2365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6" name="pt36126"/>
            <p:cNvSpPr/>
            <p:nvPr/>
          </p:nvSpPr>
          <p:spPr>
            <a:xfrm>
              <a:off x="7264535" y="1940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7" name="pt36127"/>
            <p:cNvSpPr/>
            <p:nvPr/>
          </p:nvSpPr>
          <p:spPr>
            <a:xfrm>
              <a:off x="7339817" y="2074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8" name="pt36128"/>
            <p:cNvSpPr/>
            <p:nvPr/>
          </p:nvSpPr>
          <p:spPr>
            <a:xfrm>
              <a:off x="7114894" y="1965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9" name="pt36129"/>
            <p:cNvSpPr/>
            <p:nvPr/>
          </p:nvSpPr>
          <p:spPr>
            <a:xfrm>
              <a:off x="7277366" y="2019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0" name="pt36130"/>
            <p:cNvSpPr/>
            <p:nvPr/>
          </p:nvSpPr>
          <p:spPr>
            <a:xfrm>
              <a:off x="7359438" y="2537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1" name="pt36131"/>
            <p:cNvSpPr/>
            <p:nvPr/>
          </p:nvSpPr>
          <p:spPr>
            <a:xfrm>
              <a:off x="6840767" y="2138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2" name="pt36132"/>
            <p:cNvSpPr/>
            <p:nvPr/>
          </p:nvSpPr>
          <p:spPr>
            <a:xfrm>
              <a:off x="7003173" y="1949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3" name="pt36133"/>
            <p:cNvSpPr/>
            <p:nvPr/>
          </p:nvSpPr>
          <p:spPr>
            <a:xfrm>
              <a:off x="6973928" y="2030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4" name="pt36134"/>
            <p:cNvSpPr/>
            <p:nvPr/>
          </p:nvSpPr>
          <p:spPr>
            <a:xfrm>
              <a:off x="6910469" y="2234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5" name="pt36135"/>
            <p:cNvSpPr/>
            <p:nvPr/>
          </p:nvSpPr>
          <p:spPr>
            <a:xfrm>
              <a:off x="7529271" y="2410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6" name="pt36136"/>
            <p:cNvSpPr/>
            <p:nvPr/>
          </p:nvSpPr>
          <p:spPr>
            <a:xfrm>
              <a:off x="7263961" y="1985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7" name="pt36137"/>
            <p:cNvSpPr/>
            <p:nvPr/>
          </p:nvSpPr>
          <p:spPr>
            <a:xfrm>
              <a:off x="7153597" y="2333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8" name="pt36138"/>
            <p:cNvSpPr/>
            <p:nvPr/>
          </p:nvSpPr>
          <p:spPr>
            <a:xfrm>
              <a:off x="7184740" y="2182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9" name="pt36139"/>
            <p:cNvSpPr/>
            <p:nvPr/>
          </p:nvSpPr>
          <p:spPr>
            <a:xfrm>
              <a:off x="6589189" y="1626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0" name="pt36140"/>
            <p:cNvSpPr/>
            <p:nvPr/>
          </p:nvSpPr>
          <p:spPr>
            <a:xfrm>
              <a:off x="7123836" y="209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1" name="pt36141"/>
            <p:cNvSpPr/>
            <p:nvPr/>
          </p:nvSpPr>
          <p:spPr>
            <a:xfrm>
              <a:off x="6741989" y="1910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2" name="pt36142"/>
            <p:cNvSpPr/>
            <p:nvPr/>
          </p:nvSpPr>
          <p:spPr>
            <a:xfrm>
              <a:off x="7046999" y="2238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3" name="pt36143"/>
            <p:cNvSpPr/>
            <p:nvPr/>
          </p:nvSpPr>
          <p:spPr>
            <a:xfrm>
              <a:off x="7100043" y="2224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4" name="pt36144"/>
            <p:cNvSpPr/>
            <p:nvPr/>
          </p:nvSpPr>
          <p:spPr>
            <a:xfrm>
              <a:off x="7273373" y="1981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5" name="pt36145"/>
            <p:cNvSpPr/>
            <p:nvPr/>
          </p:nvSpPr>
          <p:spPr>
            <a:xfrm>
              <a:off x="7117142" y="2148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6" name="pt36146"/>
            <p:cNvSpPr/>
            <p:nvPr/>
          </p:nvSpPr>
          <p:spPr>
            <a:xfrm>
              <a:off x="7213991" y="2330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7" name="pt36147"/>
            <p:cNvSpPr/>
            <p:nvPr/>
          </p:nvSpPr>
          <p:spPr>
            <a:xfrm>
              <a:off x="7057152" y="2223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8" name="pt36148"/>
            <p:cNvSpPr/>
            <p:nvPr/>
          </p:nvSpPr>
          <p:spPr>
            <a:xfrm>
              <a:off x="7157267" y="2248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9" name="pt36149"/>
            <p:cNvSpPr/>
            <p:nvPr/>
          </p:nvSpPr>
          <p:spPr>
            <a:xfrm>
              <a:off x="7134299" y="2171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0" name="pt36150"/>
            <p:cNvSpPr/>
            <p:nvPr/>
          </p:nvSpPr>
          <p:spPr>
            <a:xfrm>
              <a:off x="7196537" y="2080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1" name="pt36151"/>
            <p:cNvSpPr/>
            <p:nvPr/>
          </p:nvSpPr>
          <p:spPr>
            <a:xfrm>
              <a:off x="7231138" y="2039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2" name="pt36152"/>
            <p:cNvSpPr/>
            <p:nvPr/>
          </p:nvSpPr>
          <p:spPr>
            <a:xfrm>
              <a:off x="7165879" y="2078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3" name="pt36153"/>
            <p:cNvSpPr/>
            <p:nvPr/>
          </p:nvSpPr>
          <p:spPr>
            <a:xfrm>
              <a:off x="7085449" y="2101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4" name="pt36154"/>
            <p:cNvSpPr/>
            <p:nvPr/>
          </p:nvSpPr>
          <p:spPr>
            <a:xfrm>
              <a:off x="7225487" y="2230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5" name="pt36155"/>
            <p:cNvSpPr/>
            <p:nvPr/>
          </p:nvSpPr>
          <p:spPr>
            <a:xfrm>
              <a:off x="7268938" y="2026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6" name="pt36156"/>
            <p:cNvSpPr/>
            <p:nvPr/>
          </p:nvSpPr>
          <p:spPr>
            <a:xfrm>
              <a:off x="7277702" y="1940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7" name="pt36157"/>
            <p:cNvSpPr/>
            <p:nvPr/>
          </p:nvSpPr>
          <p:spPr>
            <a:xfrm>
              <a:off x="6946980" y="2102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8" name="pt36158"/>
            <p:cNvSpPr/>
            <p:nvPr/>
          </p:nvSpPr>
          <p:spPr>
            <a:xfrm>
              <a:off x="7883577" y="2164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9" name="pt36159"/>
            <p:cNvSpPr/>
            <p:nvPr/>
          </p:nvSpPr>
          <p:spPr>
            <a:xfrm>
              <a:off x="7357984" y="2447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0" name="pt36160"/>
            <p:cNvSpPr/>
            <p:nvPr/>
          </p:nvSpPr>
          <p:spPr>
            <a:xfrm>
              <a:off x="7335998" y="2018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1" name="pt36161"/>
            <p:cNvSpPr/>
            <p:nvPr/>
          </p:nvSpPr>
          <p:spPr>
            <a:xfrm>
              <a:off x="7207542" y="2219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2" name="pt36162"/>
            <p:cNvSpPr/>
            <p:nvPr/>
          </p:nvSpPr>
          <p:spPr>
            <a:xfrm>
              <a:off x="7229384" y="2013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3" name="pt36163"/>
            <p:cNvSpPr/>
            <p:nvPr/>
          </p:nvSpPr>
          <p:spPr>
            <a:xfrm>
              <a:off x="7088596" y="2291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4" name="pt36164"/>
            <p:cNvSpPr/>
            <p:nvPr/>
          </p:nvSpPr>
          <p:spPr>
            <a:xfrm>
              <a:off x="7271771" y="1943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5" name="pt36165"/>
            <p:cNvSpPr/>
            <p:nvPr/>
          </p:nvSpPr>
          <p:spPr>
            <a:xfrm>
              <a:off x="6882899" y="2038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6" name="pt36166"/>
            <p:cNvSpPr/>
            <p:nvPr/>
          </p:nvSpPr>
          <p:spPr>
            <a:xfrm>
              <a:off x="7085466" y="2234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7" name="pt36167"/>
            <p:cNvSpPr/>
            <p:nvPr/>
          </p:nvSpPr>
          <p:spPr>
            <a:xfrm>
              <a:off x="7206355" y="2211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8" name="pt36168"/>
            <p:cNvSpPr/>
            <p:nvPr/>
          </p:nvSpPr>
          <p:spPr>
            <a:xfrm>
              <a:off x="6651945" y="1694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9" name="pt36169"/>
            <p:cNvSpPr/>
            <p:nvPr/>
          </p:nvSpPr>
          <p:spPr>
            <a:xfrm>
              <a:off x="7064375" y="1827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0" name="pt36170"/>
            <p:cNvSpPr/>
            <p:nvPr/>
          </p:nvSpPr>
          <p:spPr>
            <a:xfrm>
              <a:off x="7391787" y="2078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1" name="pt36171"/>
            <p:cNvSpPr/>
            <p:nvPr/>
          </p:nvSpPr>
          <p:spPr>
            <a:xfrm>
              <a:off x="7077483" y="2053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2" name="pt36172"/>
            <p:cNvSpPr/>
            <p:nvPr/>
          </p:nvSpPr>
          <p:spPr>
            <a:xfrm>
              <a:off x="7314988" y="1919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3" name="pt36173"/>
            <p:cNvSpPr/>
            <p:nvPr/>
          </p:nvSpPr>
          <p:spPr>
            <a:xfrm>
              <a:off x="7083212" y="2110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4" name="pt36174"/>
            <p:cNvSpPr/>
            <p:nvPr/>
          </p:nvSpPr>
          <p:spPr>
            <a:xfrm>
              <a:off x="7189272" y="2040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5" name="pt36175"/>
            <p:cNvSpPr/>
            <p:nvPr/>
          </p:nvSpPr>
          <p:spPr>
            <a:xfrm>
              <a:off x="7126760" y="2212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6" name="pt36176"/>
            <p:cNvSpPr/>
            <p:nvPr/>
          </p:nvSpPr>
          <p:spPr>
            <a:xfrm>
              <a:off x="6884397" y="1913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7" name="pt36177"/>
            <p:cNvSpPr/>
            <p:nvPr/>
          </p:nvSpPr>
          <p:spPr>
            <a:xfrm>
              <a:off x="6865206" y="2138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8" name="pt36178"/>
            <p:cNvSpPr/>
            <p:nvPr/>
          </p:nvSpPr>
          <p:spPr>
            <a:xfrm>
              <a:off x="7049406" y="2365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9" name="pt36179"/>
            <p:cNvSpPr/>
            <p:nvPr/>
          </p:nvSpPr>
          <p:spPr>
            <a:xfrm>
              <a:off x="7129972" y="2087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0" name="pt36180"/>
            <p:cNvSpPr/>
            <p:nvPr/>
          </p:nvSpPr>
          <p:spPr>
            <a:xfrm>
              <a:off x="7164984" y="1982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1" name="pt36181"/>
            <p:cNvSpPr/>
            <p:nvPr/>
          </p:nvSpPr>
          <p:spPr>
            <a:xfrm>
              <a:off x="7386536" y="2209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2" name="pt36182"/>
            <p:cNvSpPr/>
            <p:nvPr/>
          </p:nvSpPr>
          <p:spPr>
            <a:xfrm>
              <a:off x="7046915" y="2233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3" name="pt36183"/>
            <p:cNvSpPr/>
            <p:nvPr/>
          </p:nvSpPr>
          <p:spPr>
            <a:xfrm>
              <a:off x="7140994" y="2254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4" name="pt36184"/>
            <p:cNvSpPr/>
            <p:nvPr/>
          </p:nvSpPr>
          <p:spPr>
            <a:xfrm>
              <a:off x="7130859" y="2046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5" name="pt36185"/>
            <p:cNvSpPr/>
            <p:nvPr/>
          </p:nvSpPr>
          <p:spPr>
            <a:xfrm>
              <a:off x="7292765" y="2031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6" name="pt36186"/>
            <p:cNvSpPr/>
            <p:nvPr/>
          </p:nvSpPr>
          <p:spPr>
            <a:xfrm>
              <a:off x="7195835" y="1928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7" name="pt36187"/>
            <p:cNvSpPr/>
            <p:nvPr/>
          </p:nvSpPr>
          <p:spPr>
            <a:xfrm>
              <a:off x="7149325" y="2292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8" name="pt36188"/>
            <p:cNvSpPr/>
            <p:nvPr/>
          </p:nvSpPr>
          <p:spPr>
            <a:xfrm>
              <a:off x="7471668" y="2903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9" name="pt36189"/>
            <p:cNvSpPr/>
            <p:nvPr/>
          </p:nvSpPr>
          <p:spPr>
            <a:xfrm>
              <a:off x="7313587" y="1995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0" name="pt36190"/>
            <p:cNvSpPr/>
            <p:nvPr/>
          </p:nvSpPr>
          <p:spPr>
            <a:xfrm>
              <a:off x="7173471" y="1928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1" name="pt36191"/>
            <p:cNvSpPr/>
            <p:nvPr/>
          </p:nvSpPr>
          <p:spPr>
            <a:xfrm>
              <a:off x="7014410" y="19661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2" name="pt36192"/>
            <p:cNvSpPr/>
            <p:nvPr/>
          </p:nvSpPr>
          <p:spPr>
            <a:xfrm>
              <a:off x="7295372" y="1901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3" name="pt36193"/>
            <p:cNvSpPr/>
            <p:nvPr/>
          </p:nvSpPr>
          <p:spPr>
            <a:xfrm>
              <a:off x="7269304" y="2011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4" name="pt36194"/>
            <p:cNvSpPr/>
            <p:nvPr/>
          </p:nvSpPr>
          <p:spPr>
            <a:xfrm>
              <a:off x="7078708" y="2204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5" name="pt36195"/>
            <p:cNvSpPr/>
            <p:nvPr/>
          </p:nvSpPr>
          <p:spPr>
            <a:xfrm>
              <a:off x="7358748" y="2192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6" name="pt36196"/>
            <p:cNvSpPr/>
            <p:nvPr/>
          </p:nvSpPr>
          <p:spPr>
            <a:xfrm>
              <a:off x="7201757" y="2034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7" name="pt36197"/>
            <p:cNvSpPr/>
            <p:nvPr/>
          </p:nvSpPr>
          <p:spPr>
            <a:xfrm>
              <a:off x="7231751" y="2134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8" name="pt36198"/>
            <p:cNvSpPr/>
            <p:nvPr/>
          </p:nvSpPr>
          <p:spPr>
            <a:xfrm>
              <a:off x="7393472" y="2164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9" name="pt36199"/>
            <p:cNvSpPr/>
            <p:nvPr/>
          </p:nvSpPr>
          <p:spPr>
            <a:xfrm>
              <a:off x="7086021" y="21217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0" name="pt36200"/>
            <p:cNvSpPr/>
            <p:nvPr/>
          </p:nvSpPr>
          <p:spPr>
            <a:xfrm>
              <a:off x="7232388" y="2112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1" name="pt36201"/>
            <p:cNvSpPr/>
            <p:nvPr/>
          </p:nvSpPr>
          <p:spPr>
            <a:xfrm>
              <a:off x="7082836" y="2131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2" name="pt36202"/>
            <p:cNvSpPr/>
            <p:nvPr/>
          </p:nvSpPr>
          <p:spPr>
            <a:xfrm>
              <a:off x="7091263" y="2201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3" name="pt36203"/>
            <p:cNvSpPr/>
            <p:nvPr/>
          </p:nvSpPr>
          <p:spPr>
            <a:xfrm>
              <a:off x="7324001" y="2082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4" name="pt36204"/>
            <p:cNvSpPr/>
            <p:nvPr/>
          </p:nvSpPr>
          <p:spPr>
            <a:xfrm>
              <a:off x="7366591" y="2435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5" name="pt36205"/>
            <p:cNvSpPr/>
            <p:nvPr/>
          </p:nvSpPr>
          <p:spPr>
            <a:xfrm>
              <a:off x="7564416" y="2079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6" name="pt36206"/>
            <p:cNvSpPr/>
            <p:nvPr/>
          </p:nvSpPr>
          <p:spPr>
            <a:xfrm>
              <a:off x="7047691" y="2235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7" name="pt36207"/>
            <p:cNvSpPr/>
            <p:nvPr/>
          </p:nvSpPr>
          <p:spPr>
            <a:xfrm>
              <a:off x="7166352" y="2009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8" name="pt36208"/>
            <p:cNvSpPr/>
            <p:nvPr/>
          </p:nvSpPr>
          <p:spPr>
            <a:xfrm>
              <a:off x="6889395" y="197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9" name="pt36209"/>
            <p:cNvSpPr/>
            <p:nvPr/>
          </p:nvSpPr>
          <p:spPr>
            <a:xfrm>
              <a:off x="7086386" y="2196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0" name="pt36210"/>
            <p:cNvSpPr/>
            <p:nvPr/>
          </p:nvSpPr>
          <p:spPr>
            <a:xfrm>
              <a:off x="7333042" y="2056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1" name="pt36211"/>
            <p:cNvSpPr/>
            <p:nvPr/>
          </p:nvSpPr>
          <p:spPr>
            <a:xfrm>
              <a:off x="7118106" y="2169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2" name="pt36212"/>
            <p:cNvSpPr/>
            <p:nvPr/>
          </p:nvSpPr>
          <p:spPr>
            <a:xfrm>
              <a:off x="7441711" y="2776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3" name="pt36213"/>
            <p:cNvSpPr/>
            <p:nvPr/>
          </p:nvSpPr>
          <p:spPr>
            <a:xfrm>
              <a:off x="7167991" y="1977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4" name="pt36214"/>
            <p:cNvSpPr/>
            <p:nvPr/>
          </p:nvSpPr>
          <p:spPr>
            <a:xfrm>
              <a:off x="6975144" y="1975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5" name="pt36215"/>
            <p:cNvSpPr/>
            <p:nvPr/>
          </p:nvSpPr>
          <p:spPr>
            <a:xfrm>
              <a:off x="7002686" y="1973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6" name="pt36216"/>
            <p:cNvSpPr/>
            <p:nvPr/>
          </p:nvSpPr>
          <p:spPr>
            <a:xfrm>
              <a:off x="7352085" y="1960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7" name="pt36217"/>
            <p:cNvSpPr/>
            <p:nvPr/>
          </p:nvSpPr>
          <p:spPr>
            <a:xfrm>
              <a:off x="7405548" y="2550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8" name="pt36218"/>
            <p:cNvSpPr/>
            <p:nvPr/>
          </p:nvSpPr>
          <p:spPr>
            <a:xfrm>
              <a:off x="7125258" y="2130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9" name="pt36219"/>
            <p:cNvSpPr/>
            <p:nvPr/>
          </p:nvSpPr>
          <p:spPr>
            <a:xfrm>
              <a:off x="7316675" y="19230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0" name="pt36220"/>
            <p:cNvSpPr/>
            <p:nvPr/>
          </p:nvSpPr>
          <p:spPr>
            <a:xfrm>
              <a:off x="7650080" y="23200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1" name="pt36221"/>
            <p:cNvSpPr/>
            <p:nvPr/>
          </p:nvSpPr>
          <p:spPr>
            <a:xfrm>
              <a:off x="7236938" y="2005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2" name="pt36222"/>
            <p:cNvSpPr/>
            <p:nvPr/>
          </p:nvSpPr>
          <p:spPr>
            <a:xfrm>
              <a:off x="7264848" y="2114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3" name="pt36223"/>
            <p:cNvSpPr/>
            <p:nvPr/>
          </p:nvSpPr>
          <p:spPr>
            <a:xfrm>
              <a:off x="7213131" y="2276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4" name="pt36224"/>
            <p:cNvSpPr/>
            <p:nvPr/>
          </p:nvSpPr>
          <p:spPr>
            <a:xfrm>
              <a:off x="7424696" y="2339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5" name="pt36225"/>
            <p:cNvSpPr/>
            <p:nvPr/>
          </p:nvSpPr>
          <p:spPr>
            <a:xfrm>
              <a:off x="7267055" y="2125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6" name="pt36226"/>
            <p:cNvSpPr/>
            <p:nvPr/>
          </p:nvSpPr>
          <p:spPr>
            <a:xfrm>
              <a:off x="7326029" y="2133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7" name="pt36227"/>
            <p:cNvSpPr/>
            <p:nvPr/>
          </p:nvSpPr>
          <p:spPr>
            <a:xfrm>
              <a:off x="7155285" y="2383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8" name="pt36228"/>
            <p:cNvSpPr/>
            <p:nvPr/>
          </p:nvSpPr>
          <p:spPr>
            <a:xfrm>
              <a:off x="7023659" y="1885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9" name="pt36229"/>
            <p:cNvSpPr/>
            <p:nvPr/>
          </p:nvSpPr>
          <p:spPr>
            <a:xfrm>
              <a:off x="7133404" y="2143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0" name="pt36230"/>
            <p:cNvSpPr/>
            <p:nvPr/>
          </p:nvSpPr>
          <p:spPr>
            <a:xfrm>
              <a:off x="7161437" y="1999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1" name="pt36231"/>
            <p:cNvSpPr/>
            <p:nvPr/>
          </p:nvSpPr>
          <p:spPr>
            <a:xfrm>
              <a:off x="7197555" y="2063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2" name="pt36232"/>
            <p:cNvSpPr/>
            <p:nvPr/>
          </p:nvSpPr>
          <p:spPr>
            <a:xfrm>
              <a:off x="7241566" y="1839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3" name="pt36233"/>
            <p:cNvSpPr/>
            <p:nvPr/>
          </p:nvSpPr>
          <p:spPr>
            <a:xfrm>
              <a:off x="7176347" y="2043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4" name="pt36234"/>
            <p:cNvSpPr/>
            <p:nvPr/>
          </p:nvSpPr>
          <p:spPr>
            <a:xfrm>
              <a:off x="7063953" y="1798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5" name="pt36235"/>
            <p:cNvSpPr/>
            <p:nvPr/>
          </p:nvSpPr>
          <p:spPr>
            <a:xfrm>
              <a:off x="7233944" y="2108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6" name="pt36236"/>
            <p:cNvSpPr/>
            <p:nvPr/>
          </p:nvSpPr>
          <p:spPr>
            <a:xfrm>
              <a:off x="7198478" y="2039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7" name="pt36237"/>
            <p:cNvSpPr/>
            <p:nvPr/>
          </p:nvSpPr>
          <p:spPr>
            <a:xfrm>
              <a:off x="7247235" y="2260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8" name="pt36238"/>
            <p:cNvSpPr/>
            <p:nvPr/>
          </p:nvSpPr>
          <p:spPr>
            <a:xfrm>
              <a:off x="7132180" y="2148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9" name="pt36239"/>
            <p:cNvSpPr/>
            <p:nvPr/>
          </p:nvSpPr>
          <p:spPr>
            <a:xfrm>
              <a:off x="7079300" y="21354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0" name="pt36240"/>
            <p:cNvSpPr/>
            <p:nvPr/>
          </p:nvSpPr>
          <p:spPr>
            <a:xfrm>
              <a:off x="7022237" y="2150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1" name="pt36241"/>
            <p:cNvSpPr/>
            <p:nvPr/>
          </p:nvSpPr>
          <p:spPr>
            <a:xfrm>
              <a:off x="7016455" y="2078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2" name="pt36242"/>
            <p:cNvSpPr/>
            <p:nvPr/>
          </p:nvSpPr>
          <p:spPr>
            <a:xfrm>
              <a:off x="6966431" y="1994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3" name="pt36243"/>
            <p:cNvSpPr/>
            <p:nvPr/>
          </p:nvSpPr>
          <p:spPr>
            <a:xfrm>
              <a:off x="7054922" y="2213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4" name="pt36244"/>
            <p:cNvSpPr/>
            <p:nvPr/>
          </p:nvSpPr>
          <p:spPr>
            <a:xfrm>
              <a:off x="7390408" y="1991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5" name="pt36245"/>
            <p:cNvSpPr/>
            <p:nvPr/>
          </p:nvSpPr>
          <p:spPr>
            <a:xfrm>
              <a:off x="6925407" y="2019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6" name="pt36246"/>
            <p:cNvSpPr/>
            <p:nvPr/>
          </p:nvSpPr>
          <p:spPr>
            <a:xfrm>
              <a:off x="6954140" y="2191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7" name="pt36247"/>
            <p:cNvSpPr/>
            <p:nvPr/>
          </p:nvSpPr>
          <p:spPr>
            <a:xfrm>
              <a:off x="7131642" y="2131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8" name="pt36248"/>
            <p:cNvSpPr/>
            <p:nvPr/>
          </p:nvSpPr>
          <p:spPr>
            <a:xfrm>
              <a:off x="7433546" y="2585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9" name="pt36249"/>
            <p:cNvSpPr/>
            <p:nvPr/>
          </p:nvSpPr>
          <p:spPr>
            <a:xfrm>
              <a:off x="7227385" y="2023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0" name="pt36250"/>
            <p:cNvSpPr/>
            <p:nvPr/>
          </p:nvSpPr>
          <p:spPr>
            <a:xfrm>
              <a:off x="7107026" y="2234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1" name="pt36251"/>
            <p:cNvSpPr/>
            <p:nvPr/>
          </p:nvSpPr>
          <p:spPr>
            <a:xfrm>
              <a:off x="7124162" y="2161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2" name="pt36252"/>
            <p:cNvSpPr/>
            <p:nvPr/>
          </p:nvSpPr>
          <p:spPr>
            <a:xfrm>
              <a:off x="7320370" y="1836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3" name="pt36253"/>
            <p:cNvSpPr/>
            <p:nvPr/>
          </p:nvSpPr>
          <p:spPr>
            <a:xfrm>
              <a:off x="6708949" y="1965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4" name="pt36254"/>
            <p:cNvSpPr/>
            <p:nvPr/>
          </p:nvSpPr>
          <p:spPr>
            <a:xfrm>
              <a:off x="6937437" y="2214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5" name="pt36255"/>
            <p:cNvSpPr/>
            <p:nvPr/>
          </p:nvSpPr>
          <p:spPr>
            <a:xfrm>
              <a:off x="7041825" y="2264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6" name="pt36256"/>
            <p:cNvSpPr/>
            <p:nvPr/>
          </p:nvSpPr>
          <p:spPr>
            <a:xfrm>
              <a:off x="7226536" y="2063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7" name="pt36257"/>
            <p:cNvSpPr/>
            <p:nvPr/>
          </p:nvSpPr>
          <p:spPr>
            <a:xfrm>
              <a:off x="6958386" y="1996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8" name="pt36258"/>
            <p:cNvSpPr/>
            <p:nvPr/>
          </p:nvSpPr>
          <p:spPr>
            <a:xfrm>
              <a:off x="6888625" y="1848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9" name="pt36259"/>
            <p:cNvSpPr/>
            <p:nvPr/>
          </p:nvSpPr>
          <p:spPr>
            <a:xfrm>
              <a:off x="7075883" y="2250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0" name="pt36260"/>
            <p:cNvSpPr/>
            <p:nvPr/>
          </p:nvSpPr>
          <p:spPr>
            <a:xfrm>
              <a:off x="6962873" y="1930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1" name="pt36261"/>
            <p:cNvSpPr/>
            <p:nvPr/>
          </p:nvSpPr>
          <p:spPr>
            <a:xfrm>
              <a:off x="7216942" y="2175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2" name="pt36262"/>
            <p:cNvSpPr/>
            <p:nvPr/>
          </p:nvSpPr>
          <p:spPr>
            <a:xfrm>
              <a:off x="7089297" y="2324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3" name="pt36263"/>
            <p:cNvSpPr/>
            <p:nvPr/>
          </p:nvSpPr>
          <p:spPr>
            <a:xfrm>
              <a:off x="7038224" y="2290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4" name="pt36264"/>
            <p:cNvSpPr/>
            <p:nvPr/>
          </p:nvSpPr>
          <p:spPr>
            <a:xfrm>
              <a:off x="7319952" y="1925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5" name="pt36265"/>
            <p:cNvSpPr/>
            <p:nvPr/>
          </p:nvSpPr>
          <p:spPr>
            <a:xfrm>
              <a:off x="7073321" y="2250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6" name="pt36266"/>
            <p:cNvSpPr/>
            <p:nvPr/>
          </p:nvSpPr>
          <p:spPr>
            <a:xfrm>
              <a:off x="7144369" y="2169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7" name="pt36267"/>
            <p:cNvSpPr/>
            <p:nvPr/>
          </p:nvSpPr>
          <p:spPr>
            <a:xfrm>
              <a:off x="7007510" y="2093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8" name="pt36268"/>
            <p:cNvSpPr/>
            <p:nvPr/>
          </p:nvSpPr>
          <p:spPr>
            <a:xfrm>
              <a:off x="7527372" y="2691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9" name="pt36269"/>
            <p:cNvSpPr/>
            <p:nvPr/>
          </p:nvSpPr>
          <p:spPr>
            <a:xfrm>
              <a:off x="6957828" y="2002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0" name="pt36270"/>
            <p:cNvSpPr/>
            <p:nvPr/>
          </p:nvSpPr>
          <p:spPr>
            <a:xfrm>
              <a:off x="7020637" y="2010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1" name="pt36271"/>
            <p:cNvSpPr/>
            <p:nvPr/>
          </p:nvSpPr>
          <p:spPr>
            <a:xfrm>
              <a:off x="7101483" y="2169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2" name="pt36272"/>
            <p:cNvSpPr/>
            <p:nvPr/>
          </p:nvSpPr>
          <p:spPr>
            <a:xfrm>
              <a:off x="7409574" y="2372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3" name="pt36273"/>
            <p:cNvSpPr/>
            <p:nvPr/>
          </p:nvSpPr>
          <p:spPr>
            <a:xfrm>
              <a:off x="6735480" y="2171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4" name="pt36274"/>
            <p:cNvSpPr/>
            <p:nvPr/>
          </p:nvSpPr>
          <p:spPr>
            <a:xfrm>
              <a:off x="6564061" y="1853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5" name="pt36275"/>
            <p:cNvSpPr/>
            <p:nvPr/>
          </p:nvSpPr>
          <p:spPr>
            <a:xfrm>
              <a:off x="6808805" y="2288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6" name="pt36276"/>
            <p:cNvSpPr/>
            <p:nvPr/>
          </p:nvSpPr>
          <p:spPr>
            <a:xfrm>
              <a:off x="7046351" y="2235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7" name="pt36277"/>
            <p:cNvSpPr/>
            <p:nvPr/>
          </p:nvSpPr>
          <p:spPr>
            <a:xfrm>
              <a:off x="6998671" y="1920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8" name="pt36278"/>
            <p:cNvSpPr/>
            <p:nvPr/>
          </p:nvSpPr>
          <p:spPr>
            <a:xfrm>
              <a:off x="7004479" y="1990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9" name="pt36279"/>
            <p:cNvSpPr/>
            <p:nvPr/>
          </p:nvSpPr>
          <p:spPr>
            <a:xfrm>
              <a:off x="7178249" y="2075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0" name="pt36280"/>
            <p:cNvSpPr/>
            <p:nvPr/>
          </p:nvSpPr>
          <p:spPr>
            <a:xfrm>
              <a:off x="7420154" y="2777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1" name="pt36281"/>
            <p:cNvSpPr/>
            <p:nvPr/>
          </p:nvSpPr>
          <p:spPr>
            <a:xfrm>
              <a:off x="7250165" y="2131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2" name="pt36282"/>
            <p:cNvSpPr/>
            <p:nvPr/>
          </p:nvSpPr>
          <p:spPr>
            <a:xfrm>
              <a:off x="6957528" y="2105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3" name="pt36283"/>
            <p:cNvSpPr/>
            <p:nvPr/>
          </p:nvSpPr>
          <p:spPr>
            <a:xfrm>
              <a:off x="7394570" y="2272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4" name="pt36284"/>
            <p:cNvSpPr/>
            <p:nvPr/>
          </p:nvSpPr>
          <p:spPr>
            <a:xfrm>
              <a:off x="7196232" y="1980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5" name="pt36285"/>
            <p:cNvSpPr/>
            <p:nvPr/>
          </p:nvSpPr>
          <p:spPr>
            <a:xfrm>
              <a:off x="7190946" y="2054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6" name="pt36286"/>
            <p:cNvSpPr/>
            <p:nvPr/>
          </p:nvSpPr>
          <p:spPr>
            <a:xfrm>
              <a:off x="6961311" y="2052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7" name="pt36287"/>
            <p:cNvSpPr/>
            <p:nvPr/>
          </p:nvSpPr>
          <p:spPr>
            <a:xfrm>
              <a:off x="6918607" y="2158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8" name="pt36288"/>
            <p:cNvSpPr/>
            <p:nvPr/>
          </p:nvSpPr>
          <p:spPr>
            <a:xfrm>
              <a:off x="6978996" y="1899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9" name="pt36289"/>
            <p:cNvSpPr/>
            <p:nvPr/>
          </p:nvSpPr>
          <p:spPr>
            <a:xfrm>
              <a:off x="6998721" y="1963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0" name="pt36290"/>
            <p:cNvSpPr/>
            <p:nvPr/>
          </p:nvSpPr>
          <p:spPr>
            <a:xfrm>
              <a:off x="6972671" y="1907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1" name="pt36291"/>
            <p:cNvSpPr/>
            <p:nvPr/>
          </p:nvSpPr>
          <p:spPr>
            <a:xfrm>
              <a:off x="7268582" y="2001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2" name="pt36292"/>
            <p:cNvSpPr/>
            <p:nvPr/>
          </p:nvSpPr>
          <p:spPr>
            <a:xfrm>
              <a:off x="6848998" y="2269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3" name="pt36293"/>
            <p:cNvSpPr/>
            <p:nvPr/>
          </p:nvSpPr>
          <p:spPr>
            <a:xfrm>
              <a:off x="7084944" y="2173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4" name="pt36294"/>
            <p:cNvSpPr/>
            <p:nvPr/>
          </p:nvSpPr>
          <p:spPr>
            <a:xfrm>
              <a:off x="7085794" y="2229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5" name="pt36295"/>
            <p:cNvSpPr/>
            <p:nvPr/>
          </p:nvSpPr>
          <p:spPr>
            <a:xfrm>
              <a:off x="7123956" y="2107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6" name="pt36296"/>
            <p:cNvSpPr/>
            <p:nvPr/>
          </p:nvSpPr>
          <p:spPr>
            <a:xfrm>
              <a:off x="7091712" y="2233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7" name="pt36297"/>
            <p:cNvSpPr/>
            <p:nvPr/>
          </p:nvSpPr>
          <p:spPr>
            <a:xfrm>
              <a:off x="7081321" y="2170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8" name="pt36298"/>
            <p:cNvSpPr/>
            <p:nvPr/>
          </p:nvSpPr>
          <p:spPr>
            <a:xfrm>
              <a:off x="7085098" y="2144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9" name="pt36299"/>
            <p:cNvSpPr/>
            <p:nvPr/>
          </p:nvSpPr>
          <p:spPr>
            <a:xfrm>
              <a:off x="7155466" y="2148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0" name="pt36300"/>
            <p:cNvSpPr/>
            <p:nvPr/>
          </p:nvSpPr>
          <p:spPr>
            <a:xfrm>
              <a:off x="7206592" y="2163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1" name="pt36301"/>
            <p:cNvSpPr/>
            <p:nvPr/>
          </p:nvSpPr>
          <p:spPr>
            <a:xfrm>
              <a:off x="7388390" y="2085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2" name="pt36302"/>
            <p:cNvSpPr/>
            <p:nvPr/>
          </p:nvSpPr>
          <p:spPr>
            <a:xfrm>
              <a:off x="7123708" y="2185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3" name="pt36303"/>
            <p:cNvSpPr/>
            <p:nvPr/>
          </p:nvSpPr>
          <p:spPr>
            <a:xfrm>
              <a:off x="7099210" y="22642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4" name="pt36304"/>
            <p:cNvSpPr/>
            <p:nvPr/>
          </p:nvSpPr>
          <p:spPr>
            <a:xfrm>
              <a:off x="6717233" y="2391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5" name="pt36305"/>
            <p:cNvSpPr/>
            <p:nvPr/>
          </p:nvSpPr>
          <p:spPr>
            <a:xfrm>
              <a:off x="7166446" y="2022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6" name="pt36306"/>
            <p:cNvSpPr/>
            <p:nvPr/>
          </p:nvSpPr>
          <p:spPr>
            <a:xfrm>
              <a:off x="7249830" y="2073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7" name="pt36307"/>
            <p:cNvSpPr/>
            <p:nvPr/>
          </p:nvSpPr>
          <p:spPr>
            <a:xfrm>
              <a:off x="7047625" y="2271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8" name="pt36308"/>
            <p:cNvSpPr/>
            <p:nvPr/>
          </p:nvSpPr>
          <p:spPr>
            <a:xfrm>
              <a:off x="7050555" y="2310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9" name="pt36309"/>
            <p:cNvSpPr/>
            <p:nvPr/>
          </p:nvSpPr>
          <p:spPr>
            <a:xfrm>
              <a:off x="6849184" y="231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0" name="pt36310"/>
            <p:cNvSpPr/>
            <p:nvPr/>
          </p:nvSpPr>
          <p:spPr>
            <a:xfrm>
              <a:off x="7090620" y="2066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1" name="pt36311"/>
            <p:cNvSpPr/>
            <p:nvPr/>
          </p:nvSpPr>
          <p:spPr>
            <a:xfrm>
              <a:off x="7107732" y="2130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2" name="pt36312"/>
            <p:cNvSpPr/>
            <p:nvPr/>
          </p:nvSpPr>
          <p:spPr>
            <a:xfrm>
              <a:off x="7339466" y="2195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3" name="pt36313"/>
            <p:cNvSpPr/>
            <p:nvPr/>
          </p:nvSpPr>
          <p:spPr>
            <a:xfrm>
              <a:off x="7201062" y="1980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4" name="pt36314"/>
            <p:cNvSpPr/>
            <p:nvPr/>
          </p:nvSpPr>
          <p:spPr>
            <a:xfrm>
              <a:off x="7190159" y="2060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5" name="pt36315"/>
            <p:cNvSpPr/>
            <p:nvPr/>
          </p:nvSpPr>
          <p:spPr>
            <a:xfrm>
              <a:off x="7121747" y="1911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6" name="pt36316"/>
            <p:cNvSpPr/>
            <p:nvPr/>
          </p:nvSpPr>
          <p:spPr>
            <a:xfrm>
              <a:off x="7102247" y="2198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7" name="pt36317"/>
            <p:cNvSpPr/>
            <p:nvPr/>
          </p:nvSpPr>
          <p:spPr>
            <a:xfrm>
              <a:off x="7232763" y="2189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8" name="pt36318"/>
            <p:cNvSpPr/>
            <p:nvPr/>
          </p:nvSpPr>
          <p:spPr>
            <a:xfrm>
              <a:off x="7086854" y="2196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9" name="pt36319"/>
            <p:cNvSpPr/>
            <p:nvPr/>
          </p:nvSpPr>
          <p:spPr>
            <a:xfrm>
              <a:off x="7200779" y="1996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0" name="pt36320"/>
            <p:cNvSpPr/>
            <p:nvPr/>
          </p:nvSpPr>
          <p:spPr>
            <a:xfrm>
              <a:off x="7162044" y="2133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1" name="pt36321"/>
            <p:cNvSpPr/>
            <p:nvPr/>
          </p:nvSpPr>
          <p:spPr>
            <a:xfrm>
              <a:off x="6848112" y="2446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2" name="pt36322"/>
            <p:cNvSpPr/>
            <p:nvPr/>
          </p:nvSpPr>
          <p:spPr>
            <a:xfrm>
              <a:off x="7495542" y="2536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3" name="pt36323"/>
            <p:cNvSpPr/>
            <p:nvPr/>
          </p:nvSpPr>
          <p:spPr>
            <a:xfrm>
              <a:off x="7243376" y="2191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4" name="pt36324"/>
            <p:cNvSpPr/>
            <p:nvPr/>
          </p:nvSpPr>
          <p:spPr>
            <a:xfrm>
              <a:off x="7259007" y="2191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5" name="pt36325"/>
            <p:cNvSpPr/>
            <p:nvPr/>
          </p:nvSpPr>
          <p:spPr>
            <a:xfrm>
              <a:off x="7072666" y="2302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6" name="pt36326"/>
            <p:cNvSpPr/>
            <p:nvPr/>
          </p:nvSpPr>
          <p:spPr>
            <a:xfrm>
              <a:off x="7242670" y="2358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7" name="pt36327"/>
            <p:cNvSpPr/>
            <p:nvPr/>
          </p:nvSpPr>
          <p:spPr>
            <a:xfrm>
              <a:off x="7146329" y="2183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8" name="pt36328"/>
            <p:cNvSpPr/>
            <p:nvPr/>
          </p:nvSpPr>
          <p:spPr>
            <a:xfrm>
              <a:off x="7078134" y="2124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9" name="pt36329"/>
            <p:cNvSpPr/>
            <p:nvPr/>
          </p:nvSpPr>
          <p:spPr>
            <a:xfrm>
              <a:off x="7303262" y="2108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0" name="pt36330"/>
            <p:cNvSpPr/>
            <p:nvPr/>
          </p:nvSpPr>
          <p:spPr>
            <a:xfrm>
              <a:off x="7087826" y="2173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1" name="pt36331"/>
            <p:cNvSpPr/>
            <p:nvPr/>
          </p:nvSpPr>
          <p:spPr>
            <a:xfrm>
              <a:off x="7002677" y="2004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2" name="pt36332"/>
            <p:cNvSpPr/>
            <p:nvPr/>
          </p:nvSpPr>
          <p:spPr>
            <a:xfrm>
              <a:off x="7132638" y="2160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3" name="pt36333"/>
            <p:cNvSpPr/>
            <p:nvPr/>
          </p:nvSpPr>
          <p:spPr>
            <a:xfrm>
              <a:off x="7328382" y="2093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4" name="pt36334"/>
            <p:cNvSpPr/>
            <p:nvPr/>
          </p:nvSpPr>
          <p:spPr>
            <a:xfrm>
              <a:off x="7012676" y="1882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5" name="pt36335"/>
            <p:cNvSpPr/>
            <p:nvPr/>
          </p:nvSpPr>
          <p:spPr>
            <a:xfrm>
              <a:off x="7194924" y="1998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6" name="pt36336"/>
            <p:cNvSpPr/>
            <p:nvPr/>
          </p:nvSpPr>
          <p:spPr>
            <a:xfrm>
              <a:off x="7248514" y="2096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7" name="pt36337"/>
            <p:cNvSpPr/>
            <p:nvPr/>
          </p:nvSpPr>
          <p:spPr>
            <a:xfrm>
              <a:off x="7149494" y="2308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8" name="pt36338"/>
            <p:cNvSpPr/>
            <p:nvPr/>
          </p:nvSpPr>
          <p:spPr>
            <a:xfrm>
              <a:off x="7157087" y="2178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9" name="pt36339"/>
            <p:cNvSpPr/>
            <p:nvPr/>
          </p:nvSpPr>
          <p:spPr>
            <a:xfrm>
              <a:off x="7144757" y="2182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0" name="pt36340"/>
            <p:cNvSpPr/>
            <p:nvPr/>
          </p:nvSpPr>
          <p:spPr>
            <a:xfrm>
              <a:off x="7062773" y="1906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1" name="pt36341"/>
            <p:cNvSpPr/>
            <p:nvPr/>
          </p:nvSpPr>
          <p:spPr>
            <a:xfrm>
              <a:off x="6858859" y="2345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2" name="pt36342"/>
            <p:cNvSpPr/>
            <p:nvPr/>
          </p:nvSpPr>
          <p:spPr>
            <a:xfrm>
              <a:off x="7210176" y="2264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3" name="pt36343"/>
            <p:cNvSpPr/>
            <p:nvPr/>
          </p:nvSpPr>
          <p:spPr>
            <a:xfrm>
              <a:off x="7393528" y="2344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4" name="pt36344"/>
            <p:cNvSpPr/>
            <p:nvPr/>
          </p:nvSpPr>
          <p:spPr>
            <a:xfrm>
              <a:off x="7138935" y="2166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5" name="pt36345"/>
            <p:cNvSpPr/>
            <p:nvPr/>
          </p:nvSpPr>
          <p:spPr>
            <a:xfrm>
              <a:off x="7247056" y="2233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6" name="pt36346"/>
            <p:cNvSpPr/>
            <p:nvPr/>
          </p:nvSpPr>
          <p:spPr>
            <a:xfrm>
              <a:off x="6984262" y="2036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7" name="pt36347"/>
            <p:cNvSpPr/>
            <p:nvPr/>
          </p:nvSpPr>
          <p:spPr>
            <a:xfrm>
              <a:off x="6834256" y="2235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8" name="pt36348"/>
            <p:cNvSpPr/>
            <p:nvPr/>
          </p:nvSpPr>
          <p:spPr>
            <a:xfrm>
              <a:off x="6779736" y="2731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9" name="pt36349"/>
            <p:cNvSpPr/>
            <p:nvPr/>
          </p:nvSpPr>
          <p:spPr>
            <a:xfrm>
              <a:off x="7114456" y="2165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0" name="pt36350"/>
            <p:cNvSpPr/>
            <p:nvPr/>
          </p:nvSpPr>
          <p:spPr>
            <a:xfrm>
              <a:off x="7255325" y="1973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1" name="pt36351"/>
            <p:cNvSpPr/>
            <p:nvPr/>
          </p:nvSpPr>
          <p:spPr>
            <a:xfrm>
              <a:off x="7113156" y="2061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2" name="pt36352"/>
            <p:cNvSpPr/>
            <p:nvPr/>
          </p:nvSpPr>
          <p:spPr>
            <a:xfrm>
              <a:off x="6995583" y="2094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3" name="pt36353"/>
            <p:cNvSpPr/>
            <p:nvPr/>
          </p:nvSpPr>
          <p:spPr>
            <a:xfrm>
              <a:off x="7046416" y="223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4" name="pt36354"/>
            <p:cNvSpPr/>
            <p:nvPr/>
          </p:nvSpPr>
          <p:spPr>
            <a:xfrm>
              <a:off x="7239306" y="1900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5" name="pt36355"/>
            <p:cNvSpPr/>
            <p:nvPr/>
          </p:nvSpPr>
          <p:spPr>
            <a:xfrm>
              <a:off x="7129460" y="2134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6" name="pt36356"/>
            <p:cNvSpPr/>
            <p:nvPr/>
          </p:nvSpPr>
          <p:spPr>
            <a:xfrm>
              <a:off x="7124090" y="2164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7" name="pt36357"/>
            <p:cNvSpPr/>
            <p:nvPr/>
          </p:nvSpPr>
          <p:spPr>
            <a:xfrm>
              <a:off x="7128807" y="2064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8" name="pt36358"/>
            <p:cNvSpPr/>
            <p:nvPr/>
          </p:nvSpPr>
          <p:spPr>
            <a:xfrm>
              <a:off x="7231256" y="2273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9" name="pt36359"/>
            <p:cNvSpPr/>
            <p:nvPr/>
          </p:nvSpPr>
          <p:spPr>
            <a:xfrm>
              <a:off x="6759484" y="203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0" name="pt36360"/>
            <p:cNvSpPr/>
            <p:nvPr/>
          </p:nvSpPr>
          <p:spPr>
            <a:xfrm>
              <a:off x="7095720" y="2205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1" name="pt36361"/>
            <p:cNvSpPr/>
            <p:nvPr/>
          </p:nvSpPr>
          <p:spPr>
            <a:xfrm>
              <a:off x="6999610" y="1972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2" name="pt36362"/>
            <p:cNvSpPr/>
            <p:nvPr/>
          </p:nvSpPr>
          <p:spPr>
            <a:xfrm>
              <a:off x="7199075" y="1970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3" name="pt36363"/>
            <p:cNvSpPr/>
            <p:nvPr/>
          </p:nvSpPr>
          <p:spPr>
            <a:xfrm>
              <a:off x="7206301" y="2121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4" name="pt36364"/>
            <p:cNvSpPr/>
            <p:nvPr/>
          </p:nvSpPr>
          <p:spPr>
            <a:xfrm>
              <a:off x="7099060" y="2246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5" name="pt36365"/>
            <p:cNvSpPr/>
            <p:nvPr/>
          </p:nvSpPr>
          <p:spPr>
            <a:xfrm>
              <a:off x="7197667" y="1974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6" name="pt36366"/>
            <p:cNvSpPr/>
            <p:nvPr/>
          </p:nvSpPr>
          <p:spPr>
            <a:xfrm>
              <a:off x="6934626" y="2020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7" name="pt36367"/>
            <p:cNvSpPr/>
            <p:nvPr/>
          </p:nvSpPr>
          <p:spPr>
            <a:xfrm>
              <a:off x="7241541" y="1816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8" name="pt36368"/>
            <p:cNvSpPr/>
            <p:nvPr/>
          </p:nvSpPr>
          <p:spPr>
            <a:xfrm>
              <a:off x="7124817" y="2083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9" name="pt36369"/>
            <p:cNvSpPr/>
            <p:nvPr/>
          </p:nvSpPr>
          <p:spPr>
            <a:xfrm>
              <a:off x="7155483" y="2260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0" name="pt36370"/>
            <p:cNvSpPr/>
            <p:nvPr/>
          </p:nvSpPr>
          <p:spPr>
            <a:xfrm>
              <a:off x="7193965" y="2004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1" name="pt36371"/>
            <p:cNvSpPr/>
            <p:nvPr/>
          </p:nvSpPr>
          <p:spPr>
            <a:xfrm>
              <a:off x="7232642" y="2097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2" name="pt36372"/>
            <p:cNvSpPr/>
            <p:nvPr/>
          </p:nvSpPr>
          <p:spPr>
            <a:xfrm>
              <a:off x="7037040" y="1996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3" name="pt36373"/>
            <p:cNvSpPr/>
            <p:nvPr/>
          </p:nvSpPr>
          <p:spPr>
            <a:xfrm>
              <a:off x="7120690" y="2189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4" name="pt36374"/>
            <p:cNvSpPr/>
            <p:nvPr/>
          </p:nvSpPr>
          <p:spPr>
            <a:xfrm>
              <a:off x="7122464" y="2076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5" name="pt36375"/>
            <p:cNvSpPr/>
            <p:nvPr/>
          </p:nvSpPr>
          <p:spPr>
            <a:xfrm>
              <a:off x="7083816" y="2100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6" name="pt36376"/>
            <p:cNvSpPr/>
            <p:nvPr/>
          </p:nvSpPr>
          <p:spPr>
            <a:xfrm>
              <a:off x="7225286" y="225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7" name="pt36377"/>
            <p:cNvSpPr/>
            <p:nvPr/>
          </p:nvSpPr>
          <p:spPr>
            <a:xfrm>
              <a:off x="7325599" y="2050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8" name="pt36378"/>
            <p:cNvSpPr/>
            <p:nvPr/>
          </p:nvSpPr>
          <p:spPr>
            <a:xfrm>
              <a:off x="7135975" y="2228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9" name="pt36379"/>
            <p:cNvSpPr/>
            <p:nvPr/>
          </p:nvSpPr>
          <p:spPr>
            <a:xfrm>
              <a:off x="7453312" y="2461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0" name="pt36380"/>
            <p:cNvSpPr/>
            <p:nvPr/>
          </p:nvSpPr>
          <p:spPr>
            <a:xfrm>
              <a:off x="6906463" y="1796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1" name="pt36381"/>
            <p:cNvSpPr/>
            <p:nvPr/>
          </p:nvSpPr>
          <p:spPr>
            <a:xfrm>
              <a:off x="7150730" y="2350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2" name="pt36382"/>
            <p:cNvSpPr/>
            <p:nvPr/>
          </p:nvSpPr>
          <p:spPr>
            <a:xfrm>
              <a:off x="6760489" y="1715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3" name="pt36383"/>
            <p:cNvSpPr/>
            <p:nvPr/>
          </p:nvSpPr>
          <p:spPr>
            <a:xfrm>
              <a:off x="7110929" y="2063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4" name="pt36384"/>
            <p:cNvSpPr/>
            <p:nvPr/>
          </p:nvSpPr>
          <p:spPr>
            <a:xfrm>
              <a:off x="7402455" y="2554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5" name="pt36385"/>
            <p:cNvSpPr/>
            <p:nvPr/>
          </p:nvSpPr>
          <p:spPr>
            <a:xfrm>
              <a:off x="7148984" y="2297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6" name="pt36386"/>
            <p:cNvSpPr/>
            <p:nvPr/>
          </p:nvSpPr>
          <p:spPr>
            <a:xfrm>
              <a:off x="7112216" y="2010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7" name="pt36387"/>
            <p:cNvSpPr/>
            <p:nvPr/>
          </p:nvSpPr>
          <p:spPr>
            <a:xfrm>
              <a:off x="7302892" y="2146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8" name="pt36388"/>
            <p:cNvSpPr/>
            <p:nvPr/>
          </p:nvSpPr>
          <p:spPr>
            <a:xfrm>
              <a:off x="7095933" y="2144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9" name="pt36389"/>
            <p:cNvSpPr/>
            <p:nvPr/>
          </p:nvSpPr>
          <p:spPr>
            <a:xfrm>
              <a:off x="7133186" y="2154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0" name="pt36390"/>
            <p:cNvSpPr/>
            <p:nvPr/>
          </p:nvSpPr>
          <p:spPr>
            <a:xfrm>
              <a:off x="7098193" y="2281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1" name="pt36391"/>
            <p:cNvSpPr/>
            <p:nvPr/>
          </p:nvSpPr>
          <p:spPr>
            <a:xfrm>
              <a:off x="6662358" y="2170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2" name="pt36392"/>
            <p:cNvSpPr/>
            <p:nvPr/>
          </p:nvSpPr>
          <p:spPr>
            <a:xfrm>
              <a:off x="7454300" y="2763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3" name="pt36393"/>
            <p:cNvSpPr/>
            <p:nvPr/>
          </p:nvSpPr>
          <p:spPr>
            <a:xfrm>
              <a:off x="7377534" y="2220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4" name="pt36394"/>
            <p:cNvSpPr/>
            <p:nvPr/>
          </p:nvSpPr>
          <p:spPr>
            <a:xfrm>
              <a:off x="7182178" y="2130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5" name="pt36395"/>
            <p:cNvSpPr/>
            <p:nvPr/>
          </p:nvSpPr>
          <p:spPr>
            <a:xfrm>
              <a:off x="6825571" y="1990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6" name="pt36396"/>
            <p:cNvSpPr/>
            <p:nvPr/>
          </p:nvSpPr>
          <p:spPr>
            <a:xfrm>
              <a:off x="7437899" y="2554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7" name="pt36397"/>
            <p:cNvSpPr/>
            <p:nvPr/>
          </p:nvSpPr>
          <p:spPr>
            <a:xfrm>
              <a:off x="7203676" y="2108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8" name="pt36398"/>
            <p:cNvSpPr/>
            <p:nvPr/>
          </p:nvSpPr>
          <p:spPr>
            <a:xfrm>
              <a:off x="7139042" y="2178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9" name="pt36399"/>
            <p:cNvSpPr/>
            <p:nvPr/>
          </p:nvSpPr>
          <p:spPr>
            <a:xfrm>
              <a:off x="7237861" y="2028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0" name="pt36400"/>
            <p:cNvSpPr/>
            <p:nvPr/>
          </p:nvSpPr>
          <p:spPr>
            <a:xfrm>
              <a:off x="7185228" y="2151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1" name="pt36401"/>
            <p:cNvSpPr/>
            <p:nvPr/>
          </p:nvSpPr>
          <p:spPr>
            <a:xfrm>
              <a:off x="7132954" y="2128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2" name="pt36402"/>
            <p:cNvSpPr/>
            <p:nvPr/>
          </p:nvSpPr>
          <p:spPr>
            <a:xfrm>
              <a:off x="6680828" y="2060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3" name="pt36403"/>
            <p:cNvSpPr/>
            <p:nvPr/>
          </p:nvSpPr>
          <p:spPr>
            <a:xfrm>
              <a:off x="7162089" y="2014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4" name="pt36404"/>
            <p:cNvSpPr/>
            <p:nvPr/>
          </p:nvSpPr>
          <p:spPr>
            <a:xfrm>
              <a:off x="7029305" y="1722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5" name="pt36405"/>
            <p:cNvSpPr/>
            <p:nvPr/>
          </p:nvSpPr>
          <p:spPr>
            <a:xfrm>
              <a:off x="7077767" y="2162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6" name="pt36406"/>
            <p:cNvSpPr/>
            <p:nvPr/>
          </p:nvSpPr>
          <p:spPr>
            <a:xfrm>
              <a:off x="7373358" y="2562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7" name="pt36407"/>
            <p:cNvSpPr/>
            <p:nvPr/>
          </p:nvSpPr>
          <p:spPr>
            <a:xfrm>
              <a:off x="7417566" y="255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8" name="pt36408"/>
            <p:cNvSpPr/>
            <p:nvPr/>
          </p:nvSpPr>
          <p:spPr>
            <a:xfrm>
              <a:off x="6760354" y="1521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9" name="pt36409"/>
            <p:cNvSpPr/>
            <p:nvPr/>
          </p:nvSpPr>
          <p:spPr>
            <a:xfrm>
              <a:off x="7139813" y="2130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0" name="pt36410"/>
            <p:cNvSpPr/>
            <p:nvPr/>
          </p:nvSpPr>
          <p:spPr>
            <a:xfrm>
              <a:off x="7056179" y="2250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1" name="pt36411"/>
            <p:cNvSpPr/>
            <p:nvPr/>
          </p:nvSpPr>
          <p:spPr>
            <a:xfrm>
              <a:off x="7126739" y="2209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2" name="pt36412"/>
            <p:cNvSpPr/>
            <p:nvPr/>
          </p:nvSpPr>
          <p:spPr>
            <a:xfrm>
              <a:off x="7091939" y="2212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3" name="pt36413"/>
            <p:cNvSpPr/>
            <p:nvPr/>
          </p:nvSpPr>
          <p:spPr>
            <a:xfrm>
              <a:off x="7012179" y="1742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4" name="pt36414"/>
            <p:cNvSpPr/>
            <p:nvPr/>
          </p:nvSpPr>
          <p:spPr>
            <a:xfrm>
              <a:off x="6945129" y="2208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5" name="pt36415"/>
            <p:cNvSpPr/>
            <p:nvPr/>
          </p:nvSpPr>
          <p:spPr>
            <a:xfrm>
              <a:off x="7594135" y="2591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6" name="pt36416"/>
            <p:cNvSpPr/>
            <p:nvPr/>
          </p:nvSpPr>
          <p:spPr>
            <a:xfrm>
              <a:off x="7249660" y="2085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7" name="pt36417"/>
            <p:cNvSpPr/>
            <p:nvPr/>
          </p:nvSpPr>
          <p:spPr>
            <a:xfrm>
              <a:off x="7242239" y="21687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8" name="pt36418"/>
            <p:cNvSpPr/>
            <p:nvPr/>
          </p:nvSpPr>
          <p:spPr>
            <a:xfrm>
              <a:off x="7169219" y="1990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9" name="pt36419"/>
            <p:cNvSpPr/>
            <p:nvPr/>
          </p:nvSpPr>
          <p:spPr>
            <a:xfrm>
              <a:off x="6992762" y="1991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0" name="pt36420"/>
            <p:cNvSpPr/>
            <p:nvPr/>
          </p:nvSpPr>
          <p:spPr>
            <a:xfrm>
              <a:off x="6995504" y="2040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1" name="pt36421"/>
            <p:cNvSpPr/>
            <p:nvPr/>
          </p:nvSpPr>
          <p:spPr>
            <a:xfrm>
              <a:off x="7267707" y="2108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2" name="pt36422"/>
            <p:cNvSpPr/>
            <p:nvPr/>
          </p:nvSpPr>
          <p:spPr>
            <a:xfrm>
              <a:off x="7073773" y="2232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3" name="pt36423"/>
            <p:cNvSpPr/>
            <p:nvPr/>
          </p:nvSpPr>
          <p:spPr>
            <a:xfrm>
              <a:off x="7095093" y="2200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4" name="pt36424"/>
            <p:cNvSpPr/>
            <p:nvPr/>
          </p:nvSpPr>
          <p:spPr>
            <a:xfrm>
              <a:off x="7148562" y="2339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5" name="pt36425"/>
            <p:cNvSpPr/>
            <p:nvPr/>
          </p:nvSpPr>
          <p:spPr>
            <a:xfrm>
              <a:off x="7418569" y="2487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6" name="pt36426"/>
            <p:cNvSpPr/>
            <p:nvPr/>
          </p:nvSpPr>
          <p:spPr>
            <a:xfrm>
              <a:off x="6949983" y="2150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7" name="pt36427"/>
            <p:cNvSpPr/>
            <p:nvPr/>
          </p:nvSpPr>
          <p:spPr>
            <a:xfrm>
              <a:off x="7246784" y="2203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8" name="pt36428"/>
            <p:cNvSpPr/>
            <p:nvPr/>
          </p:nvSpPr>
          <p:spPr>
            <a:xfrm>
              <a:off x="7178862" y="2086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9" name="pt36429"/>
            <p:cNvSpPr/>
            <p:nvPr/>
          </p:nvSpPr>
          <p:spPr>
            <a:xfrm>
              <a:off x="6925354" y="2103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0" name="pt36430"/>
            <p:cNvSpPr/>
            <p:nvPr/>
          </p:nvSpPr>
          <p:spPr>
            <a:xfrm>
              <a:off x="7132886" y="2180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1" name="pt36431"/>
            <p:cNvSpPr/>
            <p:nvPr/>
          </p:nvSpPr>
          <p:spPr>
            <a:xfrm>
              <a:off x="6958116" y="1987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2" name="pt36432"/>
            <p:cNvSpPr/>
            <p:nvPr/>
          </p:nvSpPr>
          <p:spPr>
            <a:xfrm>
              <a:off x="7290566" y="1965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3" name="pt36433"/>
            <p:cNvSpPr/>
            <p:nvPr/>
          </p:nvSpPr>
          <p:spPr>
            <a:xfrm>
              <a:off x="7111107" y="2114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4" name="pt36434"/>
            <p:cNvSpPr/>
            <p:nvPr/>
          </p:nvSpPr>
          <p:spPr>
            <a:xfrm>
              <a:off x="7325982" y="2080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5" name="pt36435"/>
            <p:cNvSpPr/>
            <p:nvPr/>
          </p:nvSpPr>
          <p:spPr>
            <a:xfrm>
              <a:off x="7365947" y="2392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6" name="pt36436"/>
            <p:cNvSpPr/>
            <p:nvPr/>
          </p:nvSpPr>
          <p:spPr>
            <a:xfrm>
              <a:off x="7148218" y="2354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7" name="pt36437"/>
            <p:cNvSpPr/>
            <p:nvPr/>
          </p:nvSpPr>
          <p:spPr>
            <a:xfrm>
              <a:off x="7413352" y="2412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8" name="pt36438"/>
            <p:cNvSpPr/>
            <p:nvPr/>
          </p:nvSpPr>
          <p:spPr>
            <a:xfrm>
              <a:off x="7336692" y="2200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9" name="pt36439"/>
            <p:cNvSpPr/>
            <p:nvPr/>
          </p:nvSpPr>
          <p:spPr>
            <a:xfrm>
              <a:off x="7174467" y="2009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0" name="pt36440"/>
            <p:cNvSpPr/>
            <p:nvPr/>
          </p:nvSpPr>
          <p:spPr>
            <a:xfrm>
              <a:off x="7101988" y="2211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1" name="pt36441"/>
            <p:cNvSpPr/>
            <p:nvPr/>
          </p:nvSpPr>
          <p:spPr>
            <a:xfrm>
              <a:off x="7180656" y="2117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2" name="pt36442"/>
            <p:cNvSpPr/>
            <p:nvPr/>
          </p:nvSpPr>
          <p:spPr>
            <a:xfrm>
              <a:off x="7261567" y="2062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3" name="pt36443"/>
            <p:cNvSpPr/>
            <p:nvPr/>
          </p:nvSpPr>
          <p:spPr>
            <a:xfrm>
              <a:off x="7134669" y="2104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4" name="pt36444"/>
            <p:cNvSpPr/>
            <p:nvPr/>
          </p:nvSpPr>
          <p:spPr>
            <a:xfrm>
              <a:off x="7307926" y="2022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5" name="pt36445"/>
            <p:cNvSpPr/>
            <p:nvPr/>
          </p:nvSpPr>
          <p:spPr>
            <a:xfrm>
              <a:off x="7304357" y="2056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6" name="pt36446"/>
            <p:cNvSpPr/>
            <p:nvPr/>
          </p:nvSpPr>
          <p:spPr>
            <a:xfrm>
              <a:off x="7341471" y="2156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7" name="pt36447"/>
            <p:cNvSpPr/>
            <p:nvPr/>
          </p:nvSpPr>
          <p:spPr>
            <a:xfrm>
              <a:off x="6993660" y="1880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8" name="pt36448"/>
            <p:cNvSpPr/>
            <p:nvPr/>
          </p:nvSpPr>
          <p:spPr>
            <a:xfrm>
              <a:off x="7330483" y="2001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9" name="pt36449"/>
            <p:cNvSpPr/>
            <p:nvPr/>
          </p:nvSpPr>
          <p:spPr>
            <a:xfrm>
              <a:off x="7089281" y="2190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0" name="pt36450"/>
            <p:cNvSpPr/>
            <p:nvPr/>
          </p:nvSpPr>
          <p:spPr>
            <a:xfrm>
              <a:off x="7265905" y="2097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1" name="pt36451"/>
            <p:cNvSpPr/>
            <p:nvPr/>
          </p:nvSpPr>
          <p:spPr>
            <a:xfrm>
              <a:off x="7218826" y="2151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2" name="pt36452"/>
            <p:cNvSpPr/>
            <p:nvPr/>
          </p:nvSpPr>
          <p:spPr>
            <a:xfrm>
              <a:off x="7344501" y="1838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3" name="pt36453"/>
            <p:cNvSpPr/>
            <p:nvPr/>
          </p:nvSpPr>
          <p:spPr>
            <a:xfrm>
              <a:off x="7161371" y="2122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4" name="pt36454"/>
            <p:cNvSpPr/>
            <p:nvPr/>
          </p:nvSpPr>
          <p:spPr>
            <a:xfrm>
              <a:off x="7332904" y="1946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5" name="pt36455"/>
            <p:cNvSpPr/>
            <p:nvPr/>
          </p:nvSpPr>
          <p:spPr>
            <a:xfrm>
              <a:off x="7256220" y="1911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6" name="pt36456"/>
            <p:cNvSpPr/>
            <p:nvPr/>
          </p:nvSpPr>
          <p:spPr>
            <a:xfrm>
              <a:off x="7154380" y="2327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7" name="pt36457"/>
            <p:cNvSpPr/>
            <p:nvPr/>
          </p:nvSpPr>
          <p:spPr>
            <a:xfrm>
              <a:off x="7059119" y="2044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8" name="pt36458"/>
            <p:cNvSpPr/>
            <p:nvPr/>
          </p:nvSpPr>
          <p:spPr>
            <a:xfrm>
              <a:off x="7031399" y="2002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9" name="pt36459"/>
            <p:cNvSpPr/>
            <p:nvPr/>
          </p:nvSpPr>
          <p:spPr>
            <a:xfrm>
              <a:off x="7155562" y="21928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0" name="pt36460"/>
            <p:cNvSpPr/>
            <p:nvPr/>
          </p:nvSpPr>
          <p:spPr>
            <a:xfrm>
              <a:off x="7070672" y="2118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1" name="pt36461"/>
            <p:cNvSpPr/>
            <p:nvPr/>
          </p:nvSpPr>
          <p:spPr>
            <a:xfrm>
              <a:off x="7194573" y="1926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2" name="pt36462"/>
            <p:cNvSpPr/>
            <p:nvPr/>
          </p:nvSpPr>
          <p:spPr>
            <a:xfrm>
              <a:off x="7227914" y="2182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3" name="pt36463"/>
            <p:cNvSpPr/>
            <p:nvPr/>
          </p:nvSpPr>
          <p:spPr>
            <a:xfrm>
              <a:off x="7152274" y="2235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4" name="pt36464"/>
            <p:cNvSpPr/>
            <p:nvPr/>
          </p:nvSpPr>
          <p:spPr>
            <a:xfrm>
              <a:off x="7307452" y="19422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5" name="pt36465"/>
            <p:cNvSpPr/>
            <p:nvPr/>
          </p:nvSpPr>
          <p:spPr>
            <a:xfrm>
              <a:off x="7328063" y="1988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6" name="pt36466"/>
            <p:cNvSpPr/>
            <p:nvPr/>
          </p:nvSpPr>
          <p:spPr>
            <a:xfrm>
              <a:off x="7188574" y="2078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7" name="pt36467"/>
            <p:cNvSpPr/>
            <p:nvPr/>
          </p:nvSpPr>
          <p:spPr>
            <a:xfrm>
              <a:off x="7320591" y="2032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8" name="pt36468"/>
            <p:cNvSpPr/>
            <p:nvPr/>
          </p:nvSpPr>
          <p:spPr>
            <a:xfrm>
              <a:off x="6953583" y="202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9" name="pt36469"/>
            <p:cNvSpPr/>
            <p:nvPr/>
          </p:nvSpPr>
          <p:spPr>
            <a:xfrm>
              <a:off x="7033068" y="2110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0" name="pt36470"/>
            <p:cNvSpPr/>
            <p:nvPr/>
          </p:nvSpPr>
          <p:spPr>
            <a:xfrm>
              <a:off x="7147590" y="2271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1" name="pt36471"/>
            <p:cNvSpPr/>
            <p:nvPr/>
          </p:nvSpPr>
          <p:spPr>
            <a:xfrm>
              <a:off x="7146489" y="2150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2" name="pt36472"/>
            <p:cNvSpPr/>
            <p:nvPr/>
          </p:nvSpPr>
          <p:spPr>
            <a:xfrm>
              <a:off x="7223490" y="2025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3" name="pt36473"/>
            <p:cNvSpPr/>
            <p:nvPr/>
          </p:nvSpPr>
          <p:spPr>
            <a:xfrm>
              <a:off x="7130283" y="2039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4" name="pt36474"/>
            <p:cNvSpPr/>
            <p:nvPr/>
          </p:nvSpPr>
          <p:spPr>
            <a:xfrm>
              <a:off x="6933684" y="2204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5" name="pt36475"/>
            <p:cNvSpPr/>
            <p:nvPr/>
          </p:nvSpPr>
          <p:spPr>
            <a:xfrm>
              <a:off x="6983501" y="203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6" name="pt36476"/>
            <p:cNvSpPr/>
            <p:nvPr/>
          </p:nvSpPr>
          <p:spPr>
            <a:xfrm>
              <a:off x="6804115" y="2233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7" name="pt36477"/>
            <p:cNvSpPr/>
            <p:nvPr/>
          </p:nvSpPr>
          <p:spPr>
            <a:xfrm>
              <a:off x="6984709" y="2004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8" name="pt36478"/>
            <p:cNvSpPr/>
            <p:nvPr/>
          </p:nvSpPr>
          <p:spPr>
            <a:xfrm>
              <a:off x="7266112" y="1987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9" name="pt36479"/>
            <p:cNvSpPr/>
            <p:nvPr/>
          </p:nvSpPr>
          <p:spPr>
            <a:xfrm>
              <a:off x="7062163" y="1712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0" name="pt36480"/>
            <p:cNvSpPr/>
            <p:nvPr/>
          </p:nvSpPr>
          <p:spPr>
            <a:xfrm>
              <a:off x="7176119" y="2093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1" name="pt36481"/>
            <p:cNvSpPr/>
            <p:nvPr/>
          </p:nvSpPr>
          <p:spPr>
            <a:xfrm>
              <a:off x="7132931" y="2092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2" name="pt36482"/>
            <p:cNvSpPr/>
            <p:nvPr/>
          </p:nvSpPr>
          <p:spPr>
            <a:xfrm>
              <a:off x="7160388" y="2011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3" name="pt36483"/>
            <p:cNvSpPr/>
            <p:nvPr/>
          </p:nvSpPr>
          <p:spPr>
            <a:xfrm>
              <a:off x="7118630" y="2162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4" name="pt36484"/>
            <p:cNvSpPr/>
            <p:nvPr/>
          </p:nvSpPr>
          <p:spPr>
            <a:xfrm>
              <a:off x="7280275" y="2061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5" name="pt36485"/>
            <p:cNvSpPr/>
            <p:nvPr/>
          </p:nvSpPr>
          <p:spPr>
            <a:xfrm>
              <a:off x="7148391" y="2326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6" name="pt36486"/>
            <p:cNvSpPr/>
            <p:nvPr/>
          </p:nvSpPr>
          <p:spPr>
            <a:xfrm>
              <a:off x="6937928" y="2191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7" name="pt36487"/>
            <p:cNvSpPr/>
            <p:nvPr/>
          </p:nvSpPr>
          <p:spPr>
            <a:xfrm>
              <a:off x="6880915" y="2283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8" name="pt36488"/>
            <p:cNvSpPr/>
            <p:nvPr/>
          </p:nvSpPr>
          <p:spPr>
            <a:xfrm>
              <a:off x="7404208" y="2181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9" name="pt36489"/>
            <p:cNvSpPr/>
            <p:nvPr/>
          </p:nvSpPr>
          <p:spPr>
            <a:xfrm>
              <a:off x="7332772" y="1783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0" name="pt36490"/>
            <p:cNvSpPr/>
            <p:nvPr/>
          </p:nvSpPr>
          <p:spPr>
            <a:xfrm>
              <a:off x="7169013" y="19049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1" name="pt36491"/>
            <p:cNvSpPr/>
            <p:nvPr/>
          </p:nvSpPr>
          <p:spPr>
            <a:xfrm>
              <a:off x="7240856" y="1811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2" name="pt36492"/>
            <p:cNvSpPr/>
            <p:nvPr/>
          </p:nvSpPr>
          <p:spPr>
            <a:xfrm>
              <a:off x="7220216" y="2112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3" name="pt36493"/>
            <p:cNvSpPr/>
            <p:nvPr/>
          </p:nvSpPr>
          <p:spPr>
            <a:xfrm>
              <a:off x="6991428" y="1847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4" name="pt36494"/>
            <p:cNvSpPr/>
            <p:nvPr/>
          </p:nvSpPr>
          <p:spPr>
            <a:xfrm>
              <a:off x="6979129" y="2097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5" name="pt36495"/>
            <p:cNvSpPr/>
            <p:nvPr/>
          </p:nvSpPr>
          <p:spPr>
            <a:xfrm>
              <a:off x="6918901" y="2323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6" name="pt36496"/>
            <p:cNvSpPr/>
            <p:nvPr/>
          </p:nvSpPr>
          <p:spPr>
            <a:xfrm>
              <a:off x="7120769" y="2116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7" name="pt36497"/>
            <p:cNvSpPr/>
            <p:nvPr/>
          </p:nvSpPr>
          <p:spPr>
            <a:xfrm>
              <a:off x="7070363" y="2003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8" name="pt36498"/>
            <p:cNvSpPr/>
            <p:nvPr/>
          </p:nvSpPr>
          <p:spPr>
            <a:xfrm>
              <a:off x="7214663" y="2136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9" name="pt36499"/>
            <p:cNvSpPr/>
            <p:nvPr/>
          </p:nvSpPr>
          <p:spPr>
            <a:xfrm>
              <a:off x="7109921" y="2120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0" name="pt36500"/>
            <p:cNvSpPr/>
            <p:nvPr/>
          </p:nvSpPr>
          <p:spPr>
            <a:xfrm>
              <a:off x="7256467" y="2169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1" name="pt36501"/>
            <p:cNvSpPr/>
            <p:nvPr/>
          </p:nvSpPr>
          <p:spPr>
            <a:xfrm>
              <a:off x="7830494" y="2372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2" name="pt36502"/>
            <p:cNvSpPr/>
            <p:nvPr/>
          </p:nvSpPr>
          <p:spPr>
            <a:xfrm>
              <a:off x="7034032" y="2095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3" name="pt36503"/>
            <p:cNvSpPr/>
            <p:nvPr/>
          </p:nvSpPr>
          <p:spPr>
            <a:xfrm>
              <a:off x="7090231" y="21710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4" name="pt36504"/>
            <p:cNvSpPr/>
            <p:nvPr/>
          </p:nvSpPr>
          <p:spPr>
            <a:xfrm>
              <a:off x="6976643" y="1992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5" name="pt36505"/>
            <p:cNvSpPr/>
            <p:nvPr/>
          </p:nvSpPr>
          <p:spPr>
            <a:xfrm>
              <a:off x="7309047" y="206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6" name="pt36506"/>
            <p:cNvSpPr/>
            <p:nvPr/>
          </p:nvSpPr>
          <p:spPr>
            <a:xfrm>
              <a:off x="7148819" y="2397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7" name="pt36507"/>
            <p:cNvSpPr/>
            <p:nvPr/>
          </p:nvSpPr>
          <p:spPr>
            <a:xfrm>
              <a:off x="6973301" y="1992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8" name="pt36508"/>
            <p:cNvSpPr/>
            <p:nvPr/>
          </p:nvSpPr>
          <p:spPr>
            <a:xfrm>
              <a:off x="7458729" y="2759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9" name="pt36509"/>
            <p:cNvSpPr/>
            <p:nvPr/>
          </p:nvSpPr>
          <p:spPr>
            <a:xfrm>
              <a:off x="6700736" y="1649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0" name="pt36510"/>
            <p:cNvSpPr/>
            <p:nvPr/>
          </p:nvSpPr>
          <p:spPr>
            <a:xfrm>
              <a:off x="7507234" y="2663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1" name="pt36511"/>
            <p:cNvSpPr/>
            <p:nvPr/>
          </p:nvSpPr>
          <p:spPr>
            <a:xfrm>
              <a:off x="7214212" y="2317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2" name="pt36512"/>
            <p:cNvSpPr/>
            <p:nvPr/>
          </p:nvSpPr>
          <p:spPr>
            <a:xfrm>
              <a:off x="7129763" y="2102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3" name="pt36513"/>
            <p:cNvSpPr/>
            <p:nvPr/>
          </p:nvSpPr>
          <p:spPr>
            <a:xfrm>
              <a:off x="7157623" y="2099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4" name="pt36514"/>
            <p:cNvSpPr/>
            <p:nvPr/>
          </p:nvSpPr>
          <p:spPr>
            <a:xfrm>
              <a:off x="7118672" y="2198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5" name="pt36515"/>
            <p:cNvSpPr/>
            <p:nvPr/>
          </p:nvSpPr>
          <p:spPr>
            <a:xfrm>
              <a:off x="7233906" y="2258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6" name="pt36516"/>
            <p:cNvSpPr/>
            <p:nvPr/>
          </p:nvSpPr>
          <p:spPr>
            <a:xfrm>
              <a:off x="7163900" y="2120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7" name="pt36517"/>
            <p:cNvSpPr/>
            <p:nvPr/>
          </p:nvSpPr>
          <p:spPr>
            <a:xfrm>
              <a:off x="7199647" y="1974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8" name="pt36518"/>
            <p:cNvSpPr/>
            <p:nvPr/>
          </p:nvSpPr>
          <p:spPr>
            <a:xfrm>
              <a:off x="7147353" y="2300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9" name="pt36519"/>
            <p:cNvSpPr/>
            <p:nvPr/>
          </p:nvSpPr>
          <p:spPr>
            <a:xfrm>
              <a:off x="6791128" y="2763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0" name="pt36520"/>
            <p:cNvSpPr/>
            <p:nvPr/>
          </p:nvSpPr>
          <p:spPr>
            <a:xfrm>
              <a:off x="6945758" y="2171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1" name="pt36521"/>
            <p:cNvSpPr/>
            <p:nvPr/>
          </p:nvSpPr>
          <p:spPr>
            <a:xfrm>
              <a:off x="7115245" y="2040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2" name="pt36522"/>
            <p:cNvSpPr/>
            <p:nvPr/>
          </p:nvSpPr>
          <p:spPr>
            <a:xfrm>
              <a:off x="7536222" y="222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3" name="pt36523"/>
            <p:cNvSpPr/>
            <p:nvPr/>
          </p:nvSpPr>
          <p:spPr>
            <a:xfrm>
              <a:off x="6952854" y="2179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4" name="pt36524"/>
            <p:cNvSpPr/>
            <p:nvPr/>
          </p:nvSpPr>
          <p:spPr>
            <a:xfrm>
              <a:off x="7258202" y="2022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5" name="pt36525"/>
            <p:cNvSpPr/>
            <p:nvPr/>
          </p:nvSpPr>
          <p:spPr>
            <a:xfrm>
              <a:off x="7233996" y="2193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6" name="pt36526"/>
            <p:cNvSpPr/>
            <p:nvPr/>
          </p:nvSpPr>
          <p:spPr>
            <a:xfrm>
              <a:off x="7336640" y="2096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7" name="pt36527"/>
            <p:cNvSpPr/>
            <p:nvPr/>
          </p:nvSpPr>
          <p:spPr>
            <a:xfrm>
              <a:off x="7181195" y="2177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8" name="pt36528"/>
            <p:cNvSpPr/>
            <p:nvPr/>
          </p:nvSpPr>
          <p:spPr>
            <a:xfrm>
              <a:off x="7192201" y="1960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9" name="pt36529"/>
            <p:cNvSpPr/>
            <p:nvPr/>
          </p:nvSpPr>
          <p:spPr>
            <a:xfrm>
              <a:off x="7183252" y="2068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0" name="pt36530"/>
            <p:cNvSpPr/>
            <p:nvPr/>
          </p:nvSpPr>
          <p:spPr>
            <a:xfrm>
              <a:off x="7135609" y="2128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1" name="pt36531"/>
            <p:cNvSpPr/>
            <p:nvPr/>
          </p:nvSpPr>
          <p:spPr>
            <a:xfrm>
              <a:off x="7337073" y="2087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2" name="pt36532"/>
            <p:cNvSpPr/>
            <p:nvPr/>
          </p:nvSpPr>
          <p:spPr>
            <a:xfrm>
              <a:off x="7253347" y="1939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3" name="pt36533"/>
            <p:cNvSpPr/>
            <p:nvPr/>
          </p:nvSpPr>
          <p:spPr>
            <a:xfrm>
              <a:off x="7163904" y="2116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4" name="pt36534"/>
            <p:cNvSpPr/>
            <p:nvPr/>
          </p:nvSpPr>
          <p:spPr>
            <a:xfrm>
              <a:off x="7186889" y="213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5" name="pt36535"/>
            <p:cNvSpPr/>
            <p:nvPr/>
          </p:nvSpPr>
          <p:spPr>
            <a:xfrm>
              <a:off x="7088664" y="22901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6" name="pt36536"/>
            <p:cNvSpPr/>
            <p:nvPr/>
          </p:nvSpPr>
          <p:spPr>
            <a:xfrm>
              <a:off x="7144132" y="2154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7" name="pt36537"/>
            <p:cNvSpPr/>
            <p:nvPr/>
          </p:nvSpPr>
          <p:spPr>
            <a:xfrm>
              <a:off x="6991831" y="1768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8" name="pt36538"/>
            <p:cNvSpPr/>
            <p:nvPr/>
          </p:nvSpPr>
          <p:spPr>
            <a:xfrm>
              <a:off x="7140171" y="21698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9" name="pt36539"/>
            <p:cNvSpPr/>
            <p:nvPr/>
          </p:nvSpPr>
          <p:spPr>
            <a:xfrm>
              <a:off x="7402750" y="2342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0" name="pt36540"/>
            <p:cNvSpPr/>
            <p:nvPr/>
          </p:nvSpPr>
          <p:spPr>
            <a:xfrm>
              <a:off x="7042758" y="2215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1" name="pt36541"/>
            <p:cNvSpPr/>
            <p:nvPr/>
          </p:nvSpPr>
          <p:spPr>
            <a:xfrm>
              <a:off x="7331932" y="1902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2" name="pt36542"/>
            <p:cNvSpPr/>
            <p:nvPr/>
          </p:nvSpPr>
          <p:spPr>
            <a:xfrm>
              <a:off x="6899660" y="2081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3" name="pt36543"/>
            <p:cNvSpPr/>
            <p:nvPr/>
          </p:nvSpPr>
          <p:spPr>
            <a:xfrm>
              <a:off x="7132568" y="2154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4" name="pt36544"/>
            <p:cNvSpPr/>
            <p:nvPr/>
          </p:nvSpPr>
          <p:spPr>
            <a:xfrm>
              <a:off x="6954354" y="2113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5" name="pt36545"/>
            <p:cNvSpPr/>
            <p:nvPr/>
          </p:nvSpPr>
          <p:spPr>
            <a:xfrm>
              <a:off x="7145829" y="2289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6" name="pt36546"/>
            <p:cNvSpPr/>
            <p:nvPr/>
          </p:nvSpPr>
          <p:spPr>
            <a:xfrm>
              <a:off x="7218630" y="2155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7" name="pt36547"/>
            <p:cNvSpPr/>
            <p:nvPr/>
          </p:nvSpPr>
          <p:spPr>
            <a:xfrm>
              <a:off x="6823294" y="1858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8" name="pt36548"/>
            <p:cNvSpPr/>
            <p:nvPr/>
          </p:nvSpPr>
          <p:spPr>
            <a:xfrm>
              <a:off x="7252729" y="2025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9" name="pt36549"/>
            <p:cNvSpPr/>
            <p:nvPr/>
          </p:nvSpPr>
          <p:spPr>
            <a:xfrm>
              <a:off x="7397911" y="2175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0" name="pt36550"/>
            <p:cNvSpPr/>
            <p:nvPr/>
          </p:nvSpPr>
          <p:spPr>
            <a:xfrm>
              <a:off x="7229177" y="2227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1" name="pt36551"/>
            <p:cNvSpPr/>
            <p:nvPr/>
          </p:nvSpPr>
          <p:spPr>
            <a:xfrm>
              <a:off x="7400948" y="2383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2" name="pt36552"/>
            <p:cNvSpPr/>
            <p:nvPr/>
          </p:nvSpPr>
          <p:spPr>
            <a:xfrm>
              <a:off x="7313760" y="1957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3" name="pt36553"/>
            <p:cNvSpPr/>
            <p:nvPr/>
          </p:nvSpPr>
          <p:spPr>
            <a:xfrm>
              <a:off x="7204469" y="2089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4" name="pt36554"/>
            <p:cNvSpPr/>
            <p:nvPr/>
          </p:nvSpPr>
          <p:spPr>
            <a:xfrm>
              <a:off x="7226648" y="2187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5" name="pt36555"/>
            <p:cNvSpPr/>
            <p:nvPr/>
          </p:nvSpPr>
          <p:spPr>
            <a:xfrm>
              <a:off x="7409037" y="2539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6" name="pt36556"/>
            <p:cNvSpPr/>
            <p:nvPr/>
          </p:nvSpPr>
          <p:spPr>
            <a:xfrm>
              <a:off x="7248778" y="2027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7" name="pt36557"/>
            <p:cNvSpPr/>
            <p:nvPr/>
          </p:nvSpPr>
          <p:spPr>
            <a:xfrm>
              <a:off x="7168074" y="2048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8" name="pt36558"/>
            <p:cNvSpPr/>
            <p:nvPr/>
          </p:nvSpPr>
          <p:spPr>
            <a:xfrm>
              <a:off x="7407119" y="2955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9" name="pt36559"/>
            <p:cNvSpPr/>
            <p:nvPr/>
          </p:nvSpPr>
          <p:spPr>
            <a:xfrm>
              <a:off x="7158332" y="2167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0" name="pt36560"/>
            <p:cNvSpPr/>
            <p:nvPr/>
          </p:nvSpPr>
          <p:spPr>
            <a:xfrm>
              <a:off x="7116350" y="2131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1" name="pt36561"/>
            <p:cNvSpPr/>
            <p:nvPr/>
          </p:nvSpPr>
          <p:spPr>
            <a:xfrm>
              <a:off x="7200486" y="2028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2" name="pt36562"/>
            <p:cNvSpPr/>
            <p:nvPr/>
          </p:nvSpPr>
          <p:spPr>
            <a:xfrm>
              <a:off x="7056812" y="2151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3" name="pt36563"/>
            <p:cNvSpPr/>
            <p:nvPr/>
          </p:nvSpPr>
          <p:spPr>
            <a:xfrm>
              <a:off x="7359664" y="235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4" name="pt36564"/>
            <p:cNvSpPr/>
            <p:nvPr/>
          </p:nvSpPr>
          <p:spPr>
            <a:xfrm>
              <a:off x="6993778" y="1786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5" name="pt36565"/>
            <p:cNvSpPr/>
            <p:nvPr/>
          </p:nvSpPr>
          <p:spPr>
            <a:xfrm>
              <a:off x="7310990" y="2130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6" name="pt36566"/>
            <p:cNvSpPr/>
            <p:nvPr/>
          </p:nvSpPr>
          <p:spPr>
            <a:xfrm>
              <a:off x="6922169" y="2197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7" name="pt36567"/>
            <p:cNvSpPr/>
            <p:nvPr/>
          </p:nvSpPr>
          <p:spPr>
            <a:xfrm>
              <a:off x="7091484" y="2170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8" name="pt36568"/>
            <p:cNvSpPr/>
            <p:nvPr/>
          </p:nvSpPr>
          <p:spPr>
            <a:xfrm>
              <a:off x="7115248" y="2005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9" name="pt36569"/>
            <p:cNvSpPr/>
            <p:nvPr/>
          </p:nvSpPr>
          <p:spPr>
            <a:xfrm>
              <a:off x="6700190" y="2061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0" name="pt36570"/>
            <p:cNvSpPr/>
            <p:nvPr/>
          </p:nvSpPr>
          <p:spPr>
            <a:xfrm>
              <a:off x="6941110" y="2206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1" name="pt36571"/>
            <p:cNvSpPr/>
            <p:nvPr/>
          </p:nvSpPr>
          <p:spPr>
            <a:xfrm>
              <a:off x="7074630" y="2225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2" name="pt36572"/>
            <p:cNvSpPr/>
            <p:nvPr/>
          </p:nvSpPr>
          <p:spPr>
            <a:xfrm>
              <a:off x="7086760" y="2231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3" name="pt36573"/>
            <p:cNvSpPr/>
            <p:nvPr/>
          </p:nvSpPr>
          <p:spPr>
            <a:xfrm>
              <a:off x="7234003" y="2216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4" name="pt36574"/>
            <p:cNvSpPr/>
            <p:nvPr/>
          </p:nvSpPr>
          <p:spPr>
            <a:xfrm>
              <a:off x="7126582" y="2113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5" name="pt36575"/>
            <p:cNvSpPr/>
            <p:nvPr/>
          </p:nvSpPr>
          <p:spPr>
            <a:xfrm>
              <a:off x="7080296" y="2067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6" name="pt36576"/>
            <p:cNvSpPr/>
            <p:nvPr/>
          </p:nvSpPr>
          <p:spPr>
            <a:xfrm>
              <a:off x="6788955" y="2507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7" name="pt36577"/>
            <p:cNvSpPr/>
            <p:nvPr/>
          </p:nvSpPr>
          <p:spPr>
            <a:xfrm>
              <a:off x="7179533" y="2137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8" name="pt36578"/>
            <p:cNvSpPr/>
            <p:nvPr/>
          </p:nvSpPr>
          <p:spPr>
            <a:xfrm>
              <a:off x="7239296" y="1848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9" name="pt36579"/>
            <p:cNvSpPr/>
            <p:nvPr/>
          </p:nvSpPr>
          <p:spPr>
            <a:xfrm>
              <a:off x="7033698" y="2168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0" name="pt36580"/>
            <p:cNvSpPr/>
            <p:nvPr/>
          </p:nvSpPr>
          <p:spPr>
            <a:xfrm>
              <a:off x="7106289" y="2195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1" name="pt36581"/>
            <p:cNvSpPr/>
            <p:nvPr/>
          </p:nvSpPr>
          <p:spPr>
            <a:xfrm>
              <a:off x="7136602" y="2183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2" name="pt36582"/>
            <p:cNvSpPr/>
            <p:nvPr/>
          </p:nvSpPr>
          <p:spPr>
            <a:xfrm>
              <a:off x="7178989" y="2044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3" name="pt36583"/>
            <p:cNvSpPr/>
            <p:nvPr/>
          </p:nvSpPr>
          <p:spPr>
            <a:xfrm>
              <a:off x="7009697" y="1977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4" name="pt36584"/>
            <p:cNvSpPr/>
            <p:nvPr/>
          </p:nvSpPr>
          <p:spPr>
            <a:xfrm>
              <a:off x="7145324" y="2225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5" name="pt36585"/>
            <p:cNvSpPr/>
            <p:nvPr/>
          </p:nvSpPr>
          <p:spPr>
            <a:xfrm>
              <a:off x="7312098" y="1992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6" name="pt36586"/>
            <p:cNvSpPr/>
            <p:nvPr/>
          </p:nvSpPr>
          <p:spPr>
            <a:xfrm>
              <a:off x="7305868" y="1951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7" name="pt36587"/>
            <p:cNvSpPr/>
            <p:nvPr/>
          </p:nvSpPr>
          <p:spPr>
            <a:xfrm>
              <a:off x="7265517" y="1961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8" name="pt36588"/>
            <p:cNvSpPr/>
            <p:nvPr/>
          </p:nvSpPr>
          <p:spPr>
            <a:xfrm>
              <a:off x="6871999" y="2190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9" name="pt36589"/>
            <p:cNvSpPr/>
            <p:nvPr/>
          </p:nvSpPr>
          <p:spPr>
            <a:xfrm>
              <a:off x="6990348" y="1954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0" name="pt36590"/>
            <p:cNvSpPr/>
            <p:nvPr/>
          </p:nvSpPr>
          <p:spPr>
            <a:xfrm>
              <a:off x="7188708" y="2066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1" name="pt36591"/>
            <p:cNvSpPr/>
            <p:nvPr/>
          </p:nvSpPr>
          <p:spPr>
            <a:xfrm>
              <a:off x="7110976" y="2091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2" name="pt36592"/>
            <p:cNvSpPr/>
            <p:nvPr/>
          </p:nvSpPr>
          <p:spPr>
            <a:xfrm>
              <a:off x="7435951" y="2359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3" name="pt36593"/>
            <p:cNvSpPr/>
            <p:nvPr/>
          </p:nvSpPr>
          <p:spPr>
            <a:xfrm>
              <a:off x="6991908" y="1814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4" name="pt36594"/>
            <p:cNvSpPr/>
            <p:nvPr/>
          </p:nvSpPr>
          <p:spPr>
            <a:xfrm>
              <a:off x="7145114" y="2184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5" name="pt36595"/>
            <p:cNvSpPr/>
            <p:nvPr/>
          </p:nvSpPr>
          <p:spPr>
            <a:xfrm>
              <a:off x="7313369" y="1943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6" name="pt36596"/>
            <p:cNvSpPr/>
            <p:nvPr/>
          </p:nvSpPr>
          <p:spPr>
            <a:xfrm>
              <a:off x="6770924" y="2702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7" name="pt36597"/>
            <p:cNvSpPr/>
            <p:nvPr/>
          </p:nvSpPr>
          <p:spPr>
            <a:xfrm>
              <a:off x="7027962" y="1851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8" name="pt36598"/>
            <p:cNvSpPr/>
            <p:nvPr/>
          </p:nvSpPr>
          <p:spPr>
            <a:xfrm>
              <a:off x="6945611" y="1954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9" name="pt36599"/>
            <p:cNvSpPr/>
            <p:nvPr/>
          </p:nvSpPr>
          <p:spPr>
            <a:xfrm>
              <a:off x="7040800" y="2180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0" name="pt36600"/>
            <p:cNvSpPr/>
            <p:nvPr/>
          </p:nvSpPr>
          <p:spPr>
            <a:xfrm>
              <a:off x="6806632" y="2272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1" name="pt36601"/>
            <p:cNvSpPr/>
            <p:nvPr/>
          </p:nvSpPr>
          <p:spPr>
            <a:xfrm>
              <a:off x="6921363" y="2142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2" name="pt36602"/>
            <p:cNvSpPr/>
            <p:nvPr/>
          </p:nvSpPr>
          <p:spPr>
            <a:xfrm>
              <a:off x="6838276" y="2119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3" name="pt36603"/>
            <p:cNvSpPr/>
            <p:nvPr/>
          </p:nvSpPr>
          <p:spPr>
            <a:xfrm>
              <a:off x="7387155" y="2214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4" name="pt36604"/>
            <p:cNvSpPr/>
            <p:nvPr/>
          </p:nvSpPr>
          <p:spPr>
            <a:xfrm>
              <a:off x="6461914" y="1887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5" name="pt36605"/>
            <p:cNvSpPr/>
            <p:nvPr/>
          </p:nvSpPr>
          <p:spPr>
            <a:xfrm>
              <a:off x="7144450" y="2292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6" name="pt36606"/>
            <p:cNvSpPr/>
            <p:nvPr/>
          </p:nvSpPr>
          <p:spPr>
            <a:xfrm>
              <a:off x="7059109" y="1828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7" name="pt36607"/>
            <p:cNvSpPr/>
            <p:nvPr/>
          </p:nvSpPr>
          <p:spPr>
            <a:xfrm>
              <a:off x="6900384" y="1950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8" name="pt36608"/>
            <p:cNvSpPr/>
            <p:nvPr/>
          </p:nvSpPr>
          <p:spPr>
            <a:xfrm>
              <a:off x="7284310" y="2094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9" name="pt36609"/>
            <p:cNvSpPr/>
            <p:nvPr/>
          </p:nvSpPr>
          <p:spPr>
            <a:xfrm>
              <a:off x="6907188" y="2224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0" name="pt36610"/>
            <p:cNvSpPr/>
            <p:nvPr/>
          </p:nvSpPr>
          <p:spPr>
            <a:xfrm>
              <a:off x="7211061" y="2430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1" name="pt36611"/>
            <p:cNvSpPr/>
            <p:nvPr/>
          </p:nvSpPr>
          <p:spPr>
            <a:xfrm>
              <a:off x="7529092" y="2657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2" name="pt36612"/>
            <p:cNvSpPr/>
            <p:nvPr/>
          </p:nvSpPr>
          <p:spPr>
            <a:xfrm>
              <a:off x="7345042" y="1950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3" name="pt36613"/>
            <p:cNvSpPr/>
            <p:nvPr/>
          </p:nvSpPr>
          <p:spPr>
            <a:xfrm>
              <a:off x="7290224" y="1886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4" name="pt36614"/>
            <p:cNvSpPr/>
            <p:nvPr/>
          </p:nvSpPr>
          <p:spPr>
            <a:xfrm>
              <a:off x="6924866" y="2217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5" name="pt36615"/>
            <p:cNvSpPr/>
            <p:nvPr/>
          </p:nvSpPr>
          <p:spPr>
            <a:xfrm>
              <a:off x="7359171" y="2341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6" name="pt36616"/>
            <p:cNvSpPr/>
            <p:nvPr/>
          </p:nvSpPr>
          <p:spPr>
            <a:xfrm>
              <a:off x="7153638" y="2370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7" name="pt36617"/>
            <p:cNvSpPr/>
            <p:nvPr/>
          </p:nvSpPr>
          <p:spPr>
            <a:xfrm>
              <a:off x="7058025" y="2235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8" name="pt36618"/>
            <p:cNvSpPr/>
            <p:nvPr/>
          </p:nvSpPr>
          <p:spPr>
            <a:xfrm>
              <a:off x="7170425" y="2001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9" name="pt36619"/>
            <p:cNvSpPr/>
            <p:nvPr/>
          </p:nvSpPr>
          <p:spPr>
            <a:xfrm>
              <a:off x="7062830" y="1882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0" name="pt36620"/>
            <p:cNvSpPr/>
            <p:nvPr/>
          </p:nvSpPr>
          <p:spPr>
            <a:xfrm>
              <a:off x="7058301" y="2097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1" name="pt36621"/>
            <p:cNvSpPr/>
            <p:nvPr/>
          </p:nvSpPr>
          <p:spPr>
            <a:xfrm>
              <a:off x="6925559" y="2187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2" name="pt36622"/>
            <p:cNvSpPr/>
            <p:nvPr/>
          </p:nvSpPr>
          <p:spPr>
            <a:xfrm>
              <a:off x="7321698" y="2034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3" name="pt36623"/>
            <p:cNvSpPr/>
            <p:nvPr/>
          </p:nvSpPr>
          <p:spPr>
            <a:xfrm>
              <a:off x="6966209" y="2040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4" name="pt36624"/>
            <p:cNvSpPr/>
            <p:nvPr/>
          </p:nvSpPr>
          <p:spPr>
            <a:xfrm>
              <a:off x="7015949" y="1793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5" name="pt36625"/>
            <p:cNvSpPr/>
            <p:nvPr/>
          </p:nvSpPr>
          <p:spPr>
            <a:xfrm>
              <a:off x="7143310" y="2224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6" name="pt36626"/>
            <p:cNvSpPr/>
            <p:nvPr/>
          </p:nvSpPr>
          <p:spPr>
            <a:xfrm>
              <a:off x="7051470" y="2328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7" name="pt36627"/>
            <p:cNvSpPr/>
            <p:nvPr/>
          </p:nvSpPr>
          <p:spPr>
            <a:xfrm>
              <a:off x="7219517" y="2215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8" name="pt36628"/>
            <p:cNvSpPr/>
            <p:nvPr/>
          </p:nvSpPr>
          <p:spPr>
            <a:xfrm>
              <a:off x="6981092" y="1948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9" name="pt36629"/>
            <p:cNvSpPr/>
            <p:nvPr/>
          </p:nvSpPr>
          <p:spPr>
            <a:xfrm>
              <a:off x="7582936" y="2068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0" name="pt36630"/>
            <p:cNvSpPr/>
            <p:nvPr/>
          </p:nvSpPr>
          <p:spPr>
            <a:xfrm>
              <a:off x="7064348" y="1705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1" name="pt36631"/>
            <p:cNvSpPr/>
            <p:nvPr/>
          </p:nvSpPr>
          <p:spPr>
            <a:xfrm>
              <a:off x="7004754" y="2049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2" name="pt36632"/>
            <p:cNvSpPr/>
            <p:nvPr/>
          </p:nvSpPr>
          <p:spPr>
            <a:xfrm>
              <a:off x="7047924" y="2176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3" name="pt36633"/>
            <p:cNvSpPr/>
            <p:nvPr/>
          </p:nvSpPr>
          <p:spPr>
            <a:xfrm>
              <a:off x="7131044" y="2136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4" name="pt36634"/>
            <p:cNvSpPr/>
            <p:nvPr/>
          </p:nvSpPr>
          <p:spPr>
            <a:xfrm>
              <a:off x="7132601" y="2115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5" name="pt36635"/>
            <p:cNvSpPr/>
            <p:nvPr/>
          </p:nvSpPr>
          <p:spPr>
            <a:xfrm>
              <a:off x="7220602" y="2221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6" name="pt36636"/>
            <p:cNvSpPr/>
            <p:nvPr/>
          </p:nvSpPr>
          <p:spPr>
            <a:xfrm>
              <a:off x="7210050" y="2338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7" name="pt36637"/>
            <p:cNvSpPr/>
            <p:nvPr/>
          </p:nvSpPr>
          <p:spPr>
            <a:xfrm>
              <a:off x="7034782" y="2042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8" name="pt36638"/>
            <p:cNvSpPr/>
            <p:nvPr/>
          </p:nvSpPr>
          <p:spPr>
            <a:xfrm>
              <a:off x="7195727" y="2027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9" name="pt36639"/>
            <p:cNvSpPr/>
            <p:nvPr/>
          </p:nvSpPr>
          <p:spPr>
            <a:xfrm>
              <a:off x="6944812" y="2127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0" name="pt36640"/>
            <p:cNvSpPr/>
            <p:nvPr/>
          </p:nvSpPr>
          <p:spPr>
            <a:xfrm>
              <a:off x="7206812" y="210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1" name="pt36641"/>
            <p:cNvSpPr/>
            <p:nvPr/>
          </p:nvSpPr>
          <p:spPr>
            <a:xfrm>
              <a:off x="7521817" y="179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2" name="pt36642"/>
            <p:cNvSpPr/>
            <p:nvPr/>
          </p:nvSpPr>
          <p:spPr>
            <a:xfrm>
              <a:off x="7305524" y="1998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3" name="pt36643"/>
            <p:cNvSpPr/>
            <p:nvPr/>
          </p:nvSpPr>
          <p:spPr>
            <a:xfrm>
              <a:off x="7369105" y="2650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4" name="pt36644"/>
            <p:cNvSpPr/>
            <p:nvPr/>
          </p:nvSpPr>
          <p:spPr>
            <a:xfrm>
              <a:off x="7155297" y="2287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5" name="pt36645"/>
            <p:cNvSpPr/>
            <p:nvPr/>
          </p:nvSpPr>
          <p:spPr>
            <a:xfrm>
              <a:off x="6842500" y="2168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6" name="pt36646"/>
            <p:cNvSpPr/>
            <p:nvPr/>
          </p:nvSpPr>
          <p:spPr>
            <a:xfrm>
              <a:off x="7211451" y="235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7" name="pt36647"/>
            <p:cNvSpPr/>
            <p:nvPr/>
          </p:nvSpPr>
          <p:spPr>
            <a:xfrm>
              <a:off x="7157943" y="2122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8" name="pt36648"/>
            <p:cNvSpPr/>
            <p:nvPr/>
          </p:nvSpPr>
          <p:spPr>
            <a:xfrm>
              <a:off x="7209100" y="2229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9" name="pt36649"/>
            <p:cNvSpPr/>
            <p:nvPr/>
          </p:nvSpPr>
          <p:spPr>
            <a:xfrm>
              <a:off x="7210308" y="2187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0" name="pt36650"/>
            <p:cNvSpPr/>
            <p:nvPr/>
          </p:nvSpPr>
          <p:spPr>
            <a:xfrm>
              <a:off x="7125094" y="21656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1" name="pt36651"/>
            <p:cNvSpPr/>
            <p:nvPr/>
          </p:nvSpPr>
          <p:spPr>
            <a:xfrm>
              <a:off x="7131032" y="2113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2" name="pt36652"/>
            <p:cNvSpPr/>
            <p:nvPr/>
          </p:nvSpPr>
          <p:spPr>
            <a:xfrm>
              <a:off x="7409650" y="2687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3" name="pt36653"/>
            <p:cNvSpPr/>
            <p:nvPr/>
          </p:nvSpPr>
          <p:spPr>
            <a:xfrm>
              <a:off x="7546503" y="2399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4" name="pt36654"/>
            <p:cNvSpPr/>
            <p:nvPr/>
          </p:nvSpPr>
          <p:spPr>
            <a:xfrm>
              <a:off x="7411421" y="2591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5" name="pt36655"/>
            <p:cNvSpPr/>
            <p:nvPr/>
          </p:nvSpPr>
          <p:spPr>
            <a:xfrm>
              <a:off x="7161738" y="1940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6" name="pt36656"/>
            <p:cNvSpPr/>
            <p:nvPr/>
          </p:nvSpPr>
          <p:spPr>
            <a:xfrm>
              <a:off x="6949289" y="2193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7" name="pt36657"/>
            <p:cNvSpPr/>
            <p:nvPr/>
          </p:nvSpPr>
          <p:spPr>
            <a:xfrm>
              <a:off x="7014442" y="1787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8" name="pt36658"/>
            <p:cNvSpPr/>
            <p:nvPr/>
          </p:nvSpPr>
          <p:spPr>
            <a:xfrm>
              <a:off x="7007565" y="1944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9" name="pt36659"/>
            <p:cNvSpPr/>
            <p:nvPr/>
          </p:nvSpPr>
          <p:spPr>
            <a:xfrm>
              <a:off x="7145580" y="2254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0" name="pt36660"/>
            <p:cNvSpPr/>
            <p:nvPr/>
          </p:nvSpPr>
          <p:spPr>
            <a:xfrm>
              <a:off x="7275226" y="1904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1" name="pt36661"/>
            <p:cNvSpPr/>
            <p:nvPr/>
          </p:nvSpPr>
          <p:spPr>
            <a:xfrm>
              <a:off x="7045164" y="233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2" name="pt36662"/>
            <p:cNvSpPr/>
            <p:nvPr/>
          </p:nvSpPr>
          <p:spPr>
            <a:xfrm>
              <a:off x="7204501" y="2105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3" name="pt36663"/>
            <p:cNvSpPr/>
            <p:nvPr/>
          </p:nvSpPr>
          <p:spPr>
            <a:xfrm>
              <a:off x="7192871" y="2043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4" name="pt36664"/>
            <p:cNvSpPr/>
            <p:nvPr/>
          </p:nvSpPr>
          <p:spPr>
            <a:xfrm>
              <a:off x="7601256" y="2480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5" name="pt36665"/>
            <p:cNvSpPr/>
            <p:nvPr/>
          </p:nvSpPr>
          <p:spPr>
            <a:xfrm>
              <a:off x="7122981" y="2181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6" name="pt36666"/>
            <p:cNvSpPr/>
            <p:nvPr/>
          </p:nvSpPr>
          <p:spPr>
            <a:xfrm>
              <a:off x="6981543" y="2010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7" name="pt36667"/>
            <p:cNvSpPr/>
            <p:nvPr/>
          </p:nvSpPr>
          <p:spPr>
            <a:xfrm>
              <a:off x="6831368" y="2107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8" name="pt36668"/>
            <p:cNvSpPr/>
            <p:nvPr/>
          </p:nvSpPr>
          <p:spPr>
            <a:xfrm>
              <a:off x="7239999" y="1788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9" name="pt36669"/>
            <p:cNvSpPr/>
            <p:nvPr/>
          </p:nvSpPr>
          <p:spPr>
            <a:xfrm>
              <a:off x="7209605" y="2272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0" name="pt36670"/>
            <p:cNvSpPr/>
            <p:nvPr/>
          </p:nvSpPr>
          <p:spPr>
            <a:xfrm>
              <a:off x="7108041" y="2133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1" name="pt36671"/>
            <p:cNvSpPr/>
            <p:nvPr/>
          </p:nvSpPr>
          <p:spPr>
            <a:xfrm>
              <a:off x="7300244" y="1979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2" name="pt36672"/>
            <p:cNvSpPr/>
            <p:nvPr/>
          </p:nvSpPr>
          <p:spPr>
            <a:xfrm>
              <a:off x="7193718" y="2037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3" name="pt36673"/>
            <p:cNvSpPr/>
            <p:nvPr/>
          </p:nvSpPr>
          <p:spPr>
            <a:xfrm>
              <a:off x="7257457" y="2077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4" name="pt36674"/>
            <p:cNvSpPr/>
            <p:nvPr/>
          </p:nvSpPr>
          <p:spPr>
            <a:xfrm>
              <a:off x="7416026" y="2654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5" name="pt36675"/>
            <p:cNvSpPr/>
            <p:nvPr/>
          </p:nvSpPr>
          <p:spPr>
            <a:xfrm>
              <a:off x="7308949" y="2094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6" name="pt36676"/>
            <p:cNvSpPr/>
            <p:nvPr/>
          </p:nvSpPr>
          <p:spPr>
            <a:xfrm>
              <a:off x="7139951" y="2153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7" name="pt36677"/>
            <p:cNvSpPr/>
            <p:nvPr/>
          </p:nvSpPr>
          <p:spPr>
            <a:xfrm>
              <a:off x="7054850" y="2228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8" name="pt36678"/>
            <p:cNvSpPr/>
            <p:nvPr/>
          </p:nvSpPr>
          <p:spPr>
            <a:xfrm>
              <a:off x="6981727" y="2030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9" name="pt36679"/>
            <p:cNvSpPr/>
            <p:nvPr/>
          </p:nvSpPr>
          <p:spPr>
            <a:xfrm>
              <a:off x="7356686" y="2444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0" name="pt36680"/>
            <p:cNvSpPr/>
            <p:nvPr/>
          </p:nvSpPr>
          <p:spPr>
            <a:xfrm>
              <a:off x="7012273" y="17836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1" name="pt36681"/>
            <p:cNvSpPr/>
            <p:nvPr/>
          </p:nvSpPr>
          <p:spPr>
            <a:xfrm>
              <a:off x="7503332" y="2506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2" name="pt36682"/>
            <p:cNvSpPr/>
            <p:nvPr/>
          </p:nvSpPr>
          <p:spPr>
            <a:xfrm>
              <a:off x="7359610" y="2368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3" name="pt36683"/>
            <p:cNvSpPr/>
            <p:nvPr/>
          </p:nvSpPr>
          <p:spPr>
            <a:xfrm>
              <a:off x="7114436" y="2042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4" name="pt36684"/>
            <p:cNvSpPr/>
            <p:nvPr/>
          </p:nvSpPr>
          <p:spPr>
            <a:xfrm>
              <a:off x="7324244" y="1995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5" name="pt36685"/>
            <p:cNvSpPr/>
            <p:nvPr/>
          </p:nvSpPr>
          <p:spPr>
            <a:xfrm>
              <a:off x="7364610" y="2583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6" name="pt36686"/>
            <p:cNvSpPr/>
            <p:nvPr/>
          </p:nvSpPr>
          <p:spPr>
            <a:xfrm>
              <a:off x="7115357" y="2109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7" name="pt36687"/>
            <p:cNvSpPr/>
            <p:nvPr/>
          </p:nvSpPr>
          <p:spPr>
            <a:xfrm>
              <a:off x="6907823" y="2169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8" name="pt36688"/>
            <p:cNvSpPr/>
            <p:nvPr/>
          </p:nvSpPr>
          <p:spPr>
            <a:xfrm>
              <a:off x="7087480" y="2201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9" name="pt36689"/>
            <p:cNvSpPr/>
            <p:nvPr/>
          </p:nvSpPr>
          <p:spPr>
            <a:xfrm>
              <a:off x="6990853" y="1842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0" name="pt36690"/>
            <p:cNvSpPr/>
            <p:nvPr/>
          </p:nvSpPr>
          <p:spPr>
            <a:xfrm>
              <a:off x="7203610" y="2109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1" name="pt36691"/>
            <p:cNvSpPr/>
            <p:nvPr/>
          </p:nvSpPr>
          <p:spPr>
            <a:xfrm>
              <a:off x="7137632" y="2245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2" name="pt36692"/>
            <p:cNvSpPr/>
            <p:nvPr/>
          </p:nvSpPr>
          <p:spPr>
            <a:xfrm>
              <a:off x="7168138" y="2022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3" name="pt36693"/>
            <p:cNvSpPr/>
            <p:nvPr/>
          </p:nvSpPr>
          <p:spPr>
            <a:xfrm>
              <a:off x="6818777" y="2298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4" name="pt36694"/>
            <p:cNvSpPr/>
            <p:nvPr/>
          </p:nvSpPr>
          <p:spPr>
            <a:xfrm>
              <a:off x="7055359" y="2386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5" name="pt36695"/>
            <p:cNvSpPr/>
            <p:nvPr/>
          </p:nvSpPr>
          <p:spPr>
            <a:xfrm>
              <a:off x="7317922" y="1995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6" name="pt36696"/>
            <p:cNvSpPr/>
            <p:nvPr/>
          </p:nvSpPr>
          <p:spPr>
            <a:xfrm>
              <a:off x="7286545" y="20677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7" name="pt36697"/>
            <p:cNvSpPr/>
            <p:nvPr/>
          </p:nvSpPr>
          <p:spPr>
            <a:xfrm>
              <a:off x="7159412" y="2161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8" name="pt36698"/>
            <p:cNvSpPr/>
            <p:nvPr/>
          </p:nvSpPr>
          <p:spPr>
            <a:xfrm>
              <a:off x="7075746" y="2243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9" name="pt36699"/>
            <p:cNvSpPr/>
            <p:nvPr/>
          </p:nvSpPr>
          <p:spPr>
            <a:xfrm>
              <a:off x="7270015" y="1887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0" name="pt36700"/>
            <p:cNvSpPr/>
            <p:nvPr/>
          </p:nvSpPr>
          <p:spPr>
            <a:xfrm>
              <a:off x="7086010" y="2112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1" name="pt36701"/>
            <p:cNvSpPr/>
            <p:nvPr/>
          </p:nvSpPr>
          <p:spPr>
            <a:xfrm>
              <a:off x="7071464" y="2118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2" name="pt36702"/>
            <p:cNvSpPr/>
            <p:nvPr/>
          </p:nvSpPr>
          <p:spPr>
            <a:xfrm>
              <a:off x="7163749" y="2100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3" name="pt36703"/>
            <p:cNvSpPr/>
            <p:nvPr/>
          </p:nvSpPr>
          <p:spPr>
            <a:xfrm>
              <a:off x="7126924" y="2126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4" name="pt36704"/>
            <p:cNvSpPr/>
            <p:nvPr/>
          </p:nvSpPr>
          <p:spPr>
            <a:xfrm>
              <a:off x="7134361" y="21761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5" name="pt36705"/>
            <p:cNvSpPr/>
            <p:nvPr/>
          </p:nvSpPr>
          <p:spPr>
            <a:xfrm>
              <a:off x="7144477" y="2175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6" name="pt36706"/>
            <p:cNvSpPr/>
            <p:nvPr/>
          </p:nvSpPr>
          <p:spPr>
            <a:xfrm>
              <a:off x="7184660" y="21450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7" name="pt36707"/>
            <p:cNvSpPr/>
            <p:nvPr/>
          </p:nvSpPr>
          <p:spPr>
            <a:xfrm>
              <a:off x="7254973" y="2030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8" name="pt36708"/>
            <p:cNvSpPr/>
            <p:nvPr/>
          </p:nvSpPr>
          <p:spPr>
            <a:xfrm>
              <a:off x="7320534" y="2066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9" name="pt36709"/>
            <p:cNvSpPr/>
            <p:nvPr/>
          </p:nvSpPr>
          <p:spPr>
            <a:xfrm>
              <a:off x="7142125" y="216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0" name="pt36710"/>
            <p:cNvSpPr/>
            <p:nvPr/>
          </p:nvSpPr>
          <p:spPr>
            <a:xfrm>
              <a:off x="7045931" y="2213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1" name="pt36711"/>
            <p:cNvSpPr/>
            <p:nvPr/>
          </p:nvSpPr>
          <p:spPr>
            <a:xfrm>
              <a:off x="7312799" y="1965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2" name="pt36712"/>
            <p:cNvSpPr/>
            <p:nvPr/>
          </p:nvSpPr>
          <p:spPr>
            <a:xfrm>
              <a:off x="7179921" y="2148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3" name="pt36713"/>
            <p:cNvSpPr/>
            <p:nvPr/>
          </p:nvSpPr>
          <p:spPr>
            <a:xfrm>
              <a:off x="7250359" y="2163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4" name="pt36714"/>
            <p:cNvSpPr/>
            <p:nvPr/>
          </p:nvSpPr>
          <p:spPr>
            <a:xfrm>
              <a:off x="7245276" y="2253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5" name="pt36715"/>
            <p:cNvSpPr/>
            <p:nvPr/>
          </p:nvSpPr>
          <p:spPr>
            <a:xfrm>
              <a:off x="7253902" y="2116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6" name="pt36716"/>
            <p:cNvSpPr/>
            <p:nvPr/>
          </p:nvSpPr>
          <p:spPr>
            <a:xfrm>
              <a:off x="7059849" y="1985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7" name="pt36717"/>
            <p:cNvSpPr/>
            <p:nvPr/>
          </p:nvSpPr>
          <p:spPr>
            <a:xfrm>
              <a:off x="7476499" y="2766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8" name="pt36718"/>
            <p:cNvSpPr/>
            <p:nvPr/>
          </p:nvSpPr>
          <p:spPr>
            <a:xfrm>
              <a:off x="7088904" y="2335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9" name="pt36719"/>
            <p:cNvSpPr/>
            <p:nvPr/>
          </p:nvSpPr>
          <p:spPr>
            <a:xfrm>
              <a:off x="7030885" y="1969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0" name="pt36720"/>
            <p:cNvSpPr/>
            <p:nvPr/>
          </p:nvSpPr>
          <p:spPr>
            <a:xfrm>
              <a:off x="7272412" y="2018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1" name="pt36721"/>
            <p:cNvSpPr/>
            <p:nvPr/>
          </p:nvSpPr>
          <p:spPr>
            <a:xfrm>
              <a:off x="7200417" y="2014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2" name="pt36722"/>
            <p:cNvSpPr/>
            <p:nvPr/>
          </p:nvSpPr>
          <p:spPr>
            <a:xfrm>
              <a:off x="6788465" y="2559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3" name="pt36723"/>
            <p:cNvSpPr/>
            <p:nvPr/>
          </p:nvSpPr>
          <p:spPr>
            <a:xfrm>
              <a:off x="7170854" y="1907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4" name="pt36724"/>
            <p:cNvSpPr/>
            <p:nvPr/>
          </p:nvSpPr>
          <p:spPr>
            <a:xfrm>
              <a:off x="6829313" y="1973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5" name="pt36725"/>
            <p:cNvSpPr/>
            <p:nvPr/>
          </p:nvSpPr>
          <p:spPr>
            <a:xfrm>
              <a:off x="7158618" y="2121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6" name="pt36726"/>
            <p:cNvSpPr/>
            <p:nvPr/>
          </p:nvSpPr>
          <p:spPr>
            <a:xfrm>
              <a:off x="7093609" y="2257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7" name="pt36727"/>
            <p:cNvSpPr/>
            <p:nvPr/>
          </p:nvSpPr>
          <p:spPr>
            <a:xfrm>
              <a:off x="7224181" y="2055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8" name="pt36728"/>
            <p:cNvSpPr/>
            <p:nvPr/>
          </p:nvSpPr>
          <p:spPr>
            <a:xfrm>
              <a:off x="6971782" y="19230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9" name="pt36729"/>
            <p:cNvSpPr/>
            <p:nvPr/>
          </p:nvSpPr>
          <p:spPr>
            <a:xfrm>
              <a:off x="6946586" y="2086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0" name="pt36730"/>
            <p:cNvSpPr/>
            <p:nvPr/>
          </p:nvSpPr>
          <p:spPr>
            <a:xfrm>
              <a:off x="7026771" y="2128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1" name="pt36731"/>
            <p:cNvSpPr/>
            <p:nvPr/>
          </p:nvSpPr>
          <p:spPr>
            <a:xfrm>
              <a:off x="7125474" y="2024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2" name="pt36732"/>
            <p:cNvSpPr/>
            <p:nvPr/>
          </p:nvSpPr>
          <p:spPr>
            <a:xfrm>
              <a:off x="7201494" y="2010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3" name="pt36733"/>
            <p:cNvSpPr/>
            <p:nvPr/>
          </p:nvSpPr>
          <p:spPr>
            <a:xfrm>
              <a:off x="7349602" y="2151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4" name="pt36734"/>
            <p:cNvSpPr/>
            <p:nvPr/>
          </p:nvSpPr>
          <p:spPr>
            <a:xfrm>
              <a:off x="7339787" y="2128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5" name="pt36735"/>
            <p:cNvSpPr/>
            <p:nvPr/>
          </p:nvSpPr>
          <p:spPr>
            <a:xfrm>
              <a:off x="7418166" y="2296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6" name="pt36736"/>
            <p:cNvSpPr/>
            <p:nvPr/>
          </p:nvSpPr>
          <p:spPr>
            <a:xfrm>
              <a:off x="7286512" y="1901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7" name="pt36737"/>
            <p:cNvSpPr/>
            <p:nvPr/>
          </p:nvSpPr>
          <p:spPr>
            <a:xfrm>
              <a:off x="7265015" y="1961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8" name="pt36738"/>
            <p:cNvSpPr/>
            <p:nvPr/>
          </p:nvSpPr>
          <p:spPr>
            <a:xfrm>
              <a:off x="7101198" y="2148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9" name="pt36739"/>
            <p:cNvSpPr/>
            <p:nvPr/>
          </p:nvSpPr>
          <p:spPr>
            <a:xfrm>
              <a:off x="7135249" y="2244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0" name="pt36740"/>
            <p:cNvSpPr/>
            <p:nvPr/>
          </p:nvSpPr>
          <p:spPr>
            <a:xfrm>
              <a:off x="7098792" y="21425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1" name="pt36741"/>
            <p:cNvSpPr/>
            <p:nvPr/>
          </p:nvSpPr>
          <p:spPr>
            <a:xfrm>
              <a:off x="7178708" y="2106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2" name="pt36742"/>
            <p:cNvSpPr/>
            <p:nvPr/>
          </p:nvSpPr>
          <p:spPr>
            <a:xfrm>
              <a:off x="7038577" y="2177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3" name="pt36743"/>
            <p:cNvSpPr/>
            <p:nvPr/>
          </p:nvSpPr>
          <p:spPr>
            <a:xfrm>
              <a:off x="6995162" y="1912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4" name="pt36744"/>
            <p:cNvSpPr/>
            <p:nvPr/>
          </p:nvSpPr>
          <p:spPr>
            <a:xfrm>
              <a:off x="7187271" y="2117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5" name="pt36745"/>
            <p:cNvSpPr/>
            <p:nvPr/>
          </p:nvSpPr>
          <p:spPr>
            <a:xfrm>
              <a:off x="7045279" y="2314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6" name="pt36746"/>
            <p:cNvSpPr/>
            <p:nvPr/>
          </p:nvSpPr>
          <p:spPr>
            <a:xfrm>
              <a:off x="7036097" y="2189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7" name="pt36747"/>
            <p:cNvSpPr/>
            <p:nvPr/>
          </p:nvSpPr>
          <p:spPr>
            <a:xfrm>
              <a:off x="6927501" y="2076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8" name="pt36748"/>
            <p:cNvSpPr/>
            <p:nvPr/>
          </p:nvSpPr>
          <p:spPr>
            <a:xfrm>
              <a:off x="7167105" y="2099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9" name="pt36749"/>
            <p:cNvSpPr/>
            <p:nvPr/>
          </p:nvSpPr>
          <p:spPr>
            <a:xfrm>
              <a:off x="7229398" y="2186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0" name="pt36750"/>
            <p:cNvSpPr/>
            <p:nvPr/>
          </p:nvSpPr>
          <p:spPr>
            <a:xfrm>
              <a:off x="6972115" y="2011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1" name="pt36751"/>
            <p:cNvSpPr/>
            <p:nvPr/>
          </p:nvSpPr>
          <p:spPr>
            <a:xfrm>
              <a:off x="7171136" y="1971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2" name="pt36752"/>
            <p:cNvSpPr/>
            <p:nvPr/>
          </p:nvSpPr>
          <p:spPr>
            <a:xfrm>
              <a:off x="7329183" y="1953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3" name="pt36753"/>
            <p:cNvSpPr/>
            <p:nvPr/>
          </p:nvSpPr>
          <p:spPr>
            <a:xfrm>
              <a:off x="7111031" y="1952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4" name="pt36754"/>
            <p:cNvSpPr/>
            <p:nvPr/>
          </p:nvSpPr>
          <p:spPr>
            <a:xfrm>
              <a:off x="7259068" y="2023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5" name="pt36755"/>
            <p:cNvSpPr/>
            <p:nvPr/>
          </p:nvSpPr>
          <p:spPr>
            <a:xfrm>
              <a:off x="7141399" y="2225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6" name="pt36756"/>
            <p:cNvSpPr/>
            <p:nvPr/>
          </p:nvSpPr>
          <p:spPr>
            <a:xfrm>
              <a:off x="7499766" y="2557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7" name="pt36757"/>
            <p:cNvSpPr/>
            <p:nvPr/>
          </p:nvSpPr>
          <p:spPr>
            <a:xfrm>
              <a:off x="6915209" y="2293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8" name="pt36758"/>
            <p:cNvSpPr/>
            <p:nvPr/>
          </p:nvSpPr>
          <p:spPr>
            <a:xfrm>
              <a:off x="7134657" y="2180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9" name="pt36759"/>
            <p:cNvSpPr/>
            <p:nvPr/>
          </p:nvSpPr>
          <p:spPr>
            <a:xfrm>
              <a:off x="7484796" y="2835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0" name="pt36760"/>
            <p:cNvSpPr/>
            <p:nvPr/>
          </p:nvSpPr>
          <p:spPr>
            <a:xfrm>
              <a:off x="7093980" y="225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1" name="pt36761"/>
            <p:cNvSpPr/>
            <p:nvPr/>
          </p:nvSpPr>
          <p:spPr>
            <a:xfrm>
              <a:off x="7156175" y="2291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2" name="pt36762"/>
            <p:cNvSpPr/>
            <p:nvPr/>
          </p:nvSpPr>
          <p:spPr>
            <a:xfrm>
              <a:off x="7116831" y="2212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3" name="pt36763"/>
            <p:cNvSpPr/>
            <p:nvPr/>
          </p:nvSpPr>
          <p:spPr>
            <a:xfrm>
              <a:off x="7306616" y="2024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4" name="pt36764"/>
            <p:cNvSpPr/>
            <p:nvPr/>
          </p:nvSpPr>
          <p:spPr>
            <a:xfrm>
              <a:off x="6901244" y="1926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5" name="pt36765"/>
            <p:cNvSpPr/>
            <p:nvPr/>
          </p:nvSpPr>
          <p:spPr>
            <a:xfrm>
              <a:off x="7362913" y="2486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6" name="pt36766"/>
            <p:cNvSpPr/>
            <p:nvPr/>
          </p:nvSpPr>
          <p:spPr>
            <a:xfrm>
              <a:off x="6893086" y="1670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7" name="pt36767"/>
            <p:cNvSpPr/>
            <p:nvPr/>
          </p:nvSpPr>
          <p:spPr>
            <a:xfrm>
              <a:off x="7367567" y="2642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8" name="pt36768"/>
            <p:cNvSpPr/>
            <p:nvPr/>
          </p:nvSpPr>
          <p:spPr>
            <a:xfrm>
              <a:off x="7052745" y="2318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9" name="pt36769"/>
            <p:cNvSpPr/>
            <p:nvPr/>
          </p:nvSpPr>
          <p:spPr>
            <a:xfrm>
              <a:off x="7124703" y="2161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0" name="pt36770"/>
            <p:cNvSpPr/>
            <p:nvPr/>
          </p:nvSpPr>
          <p:spPr>
            <a:xfrm>
              <a:off x="7182012" y="2126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1" name="pt36771"/>
            <p:cNvSpPr/>
            <p:nvPr/>
          </p:nvSpPr>
          <p:spPr>
            <a:xfrm>
              <a:off x="7275060" y="2032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2" name="pt36772"/>
            <p:cNvSpPr/>
            <p:nvPr/>
          </p:nvSpPr>
          <p:spPr>
            <a:xfrm>
              <a:off x="7147123" y="2223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3" name="pt36773"/>
            <p:cNvSpPr/>
            <p:nvPr/>
          </p:nvSpPr>
          <p:spPr>
            <a:xfrm>
              <a:off x="6846372" y="2477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4" name="pt36774"/>
            <p:cNvSpPr/>
            <p:nvPr/>
          </p:nvSpPr>
          <p:spPr>
            <a:xfrm>
              <a:off x="6911443" y="2216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5" name="pt36775"/>
            <p:cNvSpPr/>
            <p:nvPr/>
          </p:nvSpPr>
          <p:spPr>
            <a:xfrm>
              <a:off x="7153945" y="2367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6" name="pt36776"/>
            <p:cNvSpPr/>
            <p:nvPr/>
          </p:nvSpPr>
          <p:spPr>
            <a:xfrm>
              <a:off x="6997558" y="1974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7" name="pt36777"/>
            <p:cNvSpPr/>
            <p:nvPr/>
          </p:nvSpPr>
          <p:spPr>
            <a:xfrm>
              <a:off x="6989897" y="1852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8" name="pt36778"/>
            <p:cNvSpPr/>
            <p:nvPr/>
          </p:nvSpPr>
          <p:spPr>
            <a:xfrm>
              <a:off x="7251233" y="2171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9" name="pt36779"/>
            <p:cNvSpPr/>
            <p:nvPr/>
          </p:nvSpPr>
          <p:spPr>
            <a:xfrm>
              <a:off x="6972029" y="2026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0" name="pt36780"/>
            <p:cNvSpPr/>
            <p:nvPr/>
          </p:nvSpPr>
          <p:spPr>
            <a:xfrm>
              <a:off x="6742178" y="15895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1" name="pt36781"/>
            <p:cNvSpPr/>
            <p:nvPr/>
          </p:nvSpPr>
          <p:spPr>
            <a:xfrm>
              <a:off x="7157763" y="2183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2" name="pt36782"/>
            <p:cNvSpPr/>
            <p:nvPr/>
          </p:nvSpPr>
          <p:spPr>
            <a:xfrm>
              <a:off x="7194485" y="1962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3" name="pt36783"/>
            <p:cNvSpPr/>
            <p:nvPr/>
          </p:nvSpPr>
          <p:spPr>
            <a:xfrm>
              <a:off x="6888292" y="1906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4" name="pt36784"/>
            <p:cNvSpPr/>
            <p:nvPr/>
          </p:nvSpPr>
          <p:spPr>
            <a:xfrm>
              <a:off x="6847291" y="2307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5" name="pt36785"/>
            <p:cNvSpPr/>
            <p:nvPr/>
          </p:nvSpPr>
          <p:spPr>
            <a:xfrm>
              <a:off x="7186499" y="2227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6" name="pt36786"/>
            <p:cNvSpPr/>
            <p:nvPr/>
          </p:nvSpPr>
          <p:spPr>
            <a:xfrm>
              <a:off x="7337756" y="2046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7" name="pt36787"/>
            <p:cNvSpPr/>
            <p:nvPr/>
          </p:nvSpPr>
          <p:spPr>
            <a:xfrm>
              <a:off x="7394271" y="2186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8" name="pt36788"/>
            <p:cNvSpPr/>
            <p:nvPr/>
          </p:nvSpPr>
          <p:spPr>
            <a:xfrm>
              <a:off x="7227666" y="2066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9" name="pt36789"/>
            <p:cNvSpPr/>
            <p:nvPr/>
          </p:nvSpPr>
          <p:spPr>
            <a:xfrm>
              <a:off x="7164433" y="2061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0" name="pt36790"/>
            <p:cNvSpPr/>
            <p:nvPr/>
          </p:nvSpPr>
          <p:spPr>
            <a:xfrm>
              <a:off x="7093044" y="2201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1" name="pt36791"/>
            <p:cNvSpPr/>
            <p:nvPr/>
          </p:nvSpPr>
          <p:spPr>
            <a:xfrm>
              <a:off x="7203279" y="2230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2" name="pt36792"/>
            <p:cNvSpPr/>
            <p:nvPr/>
          </p:nvSpPr>
          <p:spPr>
            <a:xfrm>
              <a:off x="7363250" y="2616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3" name="pt36793"/>
            <p:cNvSpPr/>
            <p:nvPr/>
          </p:nvSpPr>
          <p:spPr>
            <a:xfrm>
              <a:off x="7081769" y="2076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4" name="pt36794"/>
            <p:cNvSpPr/>
            <p:nvPr/>
          </p:nvSpPr>
          <p:spPr>
            <a:xfrm>
              <a:off x="7082480" y="1926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5" name="pt36795"/>
            <p:cNvSpPr/>
            <p:nvPr/>
          </p:nvSpPr>
          <p:spPr>
            <a:xfrm>
              <a:off x="7107005" y="2227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6" name="pt36796"/>
            <p:cNvSpPr/>
            <p:nvPr/>
          </p:nvSpPr>
          <p:spPr>
            <a:xfrm>
              <a:off x="7191995" y="2007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7" name="pt36797"/>
            <p:cNvSpPr/>
            <p:nvPr/>
          </p:nvSpPr>
          <p:spPr>
            <a:xfrm>
              <a:off x="6933213" y="2207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8" name="pt36798"/>
            <p:cNvSpPr/>
            <p:nvPr/>
          </p:nvSpPr>
          <p:spPr>
            <a:xfrm>
              <a:off x="6897952" y="1858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9" name="pt36799"/>
            <p:cNvSpPr/>
            <p:nvPr/>
          </p:nvSpPr>
          <p:spPr>
            <a:xfrm>
              <a:off x="7176887" y="2058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0" name="pt36800"/>
            <p:cNvSpPr/>
            <p:nvPr/>
          </p:nvSpPr>
          <p:spPr>
            <a:xfrm>
              <a:off x="7270731" y="2023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1" name="pt36801"/>
            <p:cNvSpPr/>
            <p:nvPr/>
          </p:nvSpPr>
          <p:spPr>
            <a:xfrm>
              <a:off x="7038494" y="2152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2" name="pt36802"/>
            <p:cNvSpPr/>
            <p:nvPr/>
          </p:nvSpPr>
          <p:spPr>
            <a:xfrm>
              <a:off x="7111989" y="2097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3" name="pt36803"/>
            <p:cNvSpPr/>
            <p:nvPr/>
          </p:nvSpPr>
          <p:spPr>
            <a:xfrm>
              <a:off x="7248447" y="1987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4" name="pt36804"/>
            <p:cNvSpPr/>
            <p:nvPr/>
          </p:nvSpPr>
          <p:spPr>
            <a:xfrm>
              <a:off x="7136803" y="2224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5" name="pt36805"/>
            <p:cNvSpPr/>
            <p:nvPr/>
          </p:nvSpPr>
          <p:spPr>
            <a:xfrm>
              <a:off x="7020410" y="1970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6" name="pt36806"/>
            <p:cNvSpPr/>
            <p:nvPr/>
          </p:nvSpPr>
          <p:spPr>
            <a:xfrm>
              <a:off x="7176790" y="2099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7" name="pt36807"/>
            <p:cNvSpPr/>
            <p:nvPr/>
          </p:nvSpPr>
          <p:spPr>
            <a:xfrm>
              <a:off x="7048952" y="2300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8" name="pt36808"/>
            <p:cNvSpPr/>
            <p:nvPr/>
          </p:nvSpPr>
          <p:spPr>
            <a:xfrm>
              <a:off x="7172781" y="1965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9" name="pt36809"/>
            <p:cNvSpPr/>
            <p:nvPr/>
          </p:nvSpPr>
          <p:spPr>
            <a:xfrm>
              <a:off x="7132402" y="2179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0" name="pt36810"/>
            <p:cNvSpPr/>
            <p:nvPr/>
          </p:nvSpPr>
          <p:spPr>
            <a:xfrm>
              <a:off x="6999274" y="1983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1" name="pt36811"/>
            <p:cNvSpPr/>
            <p:nvPr/>
          </p:nvSpPr>
          <p:spPr>
            <a:xfrm>
              <a:off x="7172047" y="1974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2" name="pt36812"/>
            <p:cNvSpPr/>
            <p:nvPr/>
          </p:nvSpPr>
          <p:spPr>
            <a:xfrm>
              <a:off x="7148246" y="2276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3" name="pt36813"/>
            <p:cNvSpPr/>
            <p:nvPr/>
          </p:nvSpPr>
          <p:spPr>
            <a:xfrm>
              <a:off x="7337416" y="19134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4" name="pt36814"/>
            <p:cNvSpPr/>
            <p:nvPr/>
          </p:nvSpPr>
          <p:spPr>
            <a:xfrm>
              <a:off x="7154555" y="2276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5" name="pt36815"/>
            <p:cNvSpPr/>
            <p:nvPr/>
          </p:nvSpPr>
          <p:spPr>
            <a:xfrm>
              <a:off x="7444403" y="2635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6" name="pt36816"/>
            <p:cNvSpPr/>
            <p:nvPr/>
          </p:nvSpPr>
          <p:spPr>
            <a:xfrm>
              <a:off x="7193115" y="2031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7" name="pt36817"/>
            <p:cNvSpPr/>
            <p:nvPr/>
          </p:nvSpPr>
          <p:spPr>
            <a:xfrm>
              <a:off x="7129492" y="2057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8" name="pt36818"/>
            <p:cNvSpPr/>
            <p:nvPr/>
          </p:nvSpPr>
          <p:spPr>
            <a:xfrm>
              <a:off x="7181049" y="2117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9" name="pt36819"/>
            <p:cNvSpPr/>
            <p:nvPr/>
          </p:nvSpPr>
          <p:spPr>
            <a:xfrm>
              <a:off x="7239894" y="1856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0" name="pt36820"/>
            <p:cNvSpPr/>
            <p:nvPr/>
          </p:nvSpPr>
          <p:spPr>
            <a:xfrm>
              <a:off x="7023265" y="2077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1" name="pt36821"/>
            <p:cNvSpPr/>
            <p:nvPr/>
          </p:nvSpPr>
          <p:spPr>
            <a:xfrm>
              <a:off x="6941496" y="2137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2" name="pt36822"/>
            <p:cNvSpPr/>
            <p:nvPr/>
          </p:nvSpPr>
          <p:spPr>
            <a:xfrm>
              <a:off x="7162704" y="2128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3" name="pt36823"/>
            <p:cNvSpPr/>
            <p:nvPr/>
          </p:nvSpPr>
          <p:spPr>
            <a:xfrm>
              <a:off x="7161866" y="2055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4" name="pt36824"/>
            <p:cNvSpPr/>
            <p:nvPr/>
          </p:nvSpPr>
          <p:spPr>
            <a:xfrm>
              <a:off x="7385837" y="2024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5" name="pt36825"/>
            <p:cNvSpPr/>
            <p:nvPr/>
          </p:nvSpPr>
          <p:spPr>
            <a:xfrm>
              <a:off x="7389587" y="2228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6" name="pt36826"/>
            <p:cNvSpPr/>
            <p:nvPr/>
          </p:nvSpPr>
          <p:spPr>
            <a:xfrm>
              <a:off x="7215585" y="2176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7" name="pt36827"/>
            <p:cNvSpPr/>
            <p:nvPr/>
          </p:nvSpPr>
          <p:spPr>
            <a:xfrm>
              <a:off x="7143566" y="2120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8" name="pt36828"/>
            <p:cNvSpPr/>
            <p:nvPr/>
          </p:nvSpPr>
          <p:spPr>
            <a:xfrm>
              <a:off x="7006931" y="1914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9" name="pt36829"/>
            <p:cNvSpPr/>
            <p:nvPr/>
          </p:nvSpPr>
          <p:spPr>
            <a:xfrm>
              <a:off x="7296564" y="2012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0" name="pt36830"/>
            <p:cNvSpPr/>
            <p:nvPr/>
          </p:nvSpPr>
          <p:spPr>
            <a:xfrm>
              <a:off x="7939324" y="2492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1" name="pt36831"/>
            <p:cNvSpPr/>
            <p:nvPr/>
          </p:nvSpPr>
          <p:spPr>
            <a:xfrm>
              <a:off x="7115066" y="2091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2" name="pt36832"/>
            <p:cNvSpPr/>
            <p:nvPr/>
          </p:nvSpPr>
          <p:spPr>
            <a:xfrm>
              <a:off x="7001739" y="1992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3" name="pt36833"/>
            <p:cNvSpPr/>
            <p:nvPr/>
          </p:nvSpPr>
          <p:spPr>
            <a:xfrm>
              <a:off x="7050574" y="2274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4" name="pt36834"/>
            <p:cNvSpPr/>
            <p:nvPr/>
          </p:nvSpPr>
          <p:spPr>
            <a:xfrm>
              <a:off x="7079322" y="2046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5" name="pt36835"/>
            <p:cNvSpPr/>
            <p:nvPr/>
          </p:nvSpPr>
          <p:spPr>
            <a:xfrm>
              <a:off x="7092492" y="2208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6" name="pt36836"/>
            <p:cNvSpPr/>
            <p:nvPr/>
          </p:nvSpPr>
          <p:spPr>
            <a:xfrm>
              <a:off x="7193921" y="2002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7" name="pt36837"/>
            <p:cNvSpPr/>
            <p:nvPr/>
          </p:nvSpPr>
          <p:spPr>
            <a:xfrm>
              <a:off x="7218423" y="2301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8" name="pt36838"/>
            <p:cNvSpPr/>
            <p:nvPr/>
          </p:nvSpPr>
          <p:spPr>
            <a:xfrm>
              <a:off x="7002175" y="2002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9" name="pt36839"/>
            <p:cNvSpPr/>
            <p:nvPr/>
          </p:nvSpPr>
          <p:spPr>
            <a:xfrm>
              <a:off x="7087260" y="2208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0" name="pt36840"/>
            <p:cNvSpPr/>
            <p:nvPr/>
          </p:nvSpPr>
          <p:spPr>
            <a:xfrm>
              <a:off x="7467431" y="2493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1" name="pt36841"/>
            <p:cNvSpPr/>
            <p:nvPr/>
          </p:nvSpPr>
          <p:spPr>
            <a:xfrm>
              <a:off x="7005355" y="2036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2" name="pt36842"/>
            <p:cNvSpPr/>
            <p:nvPr/>
          </p:nvSpPr>
          <p:spPr>
            <a:xfrm>
              <a:off x="7211170" y="2223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3" name="pt36843"/>
            <p:cNvSpPr/>
            <p:nvPr/>
          </p:nvSpPr>
          <p:spPr>
            <a:xfrm>
              <a:off x="7202926" y="2065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4" name="pt36844"/>
            <p:cNvSpPr/>
            <p:nvPr/>
          </p:nvSpPr>
          <p:spPr>
            <a:xfrm>
              <a:off x="7036979" y="2266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5" name="pt36845"/>
            <p:cNvSpPr/>
            <p:nvPr/>
          </p:nvSpPr>
          <p:spPr>
            <a:xfrm>
              <a:off x="7339362" y="1978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6" name="pt36846"/>
            <p:cNvSpPr/>
            <p:nvPr/>
          </p:nvSpPr>
          <p:spPr>
            <a:xfrm>
              <a:off x="6915011" y="2340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7" name="pt36847"/>
            <p:cNvSpPr/>
            <p:nvPr/>
          </p:nvSpPr>
          <p:spPr>
            <a:xfrm>
              <a:off x="7197158" y="2072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8" name="pt36848"/>
            <p:cNvSpPr/>
            <p:nvPr/>
          </p:nvSpPr>
          <p:spPr>
            <a:xfrm>
              <a:off x="7172056" y="1982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9" name="pt36849"/>
            <p:cNvSpPr/>
            <p:nvPr/>
          </p:nvSpPr>
          <p:spPr>
            <a:xfrm>
              <a:off x="7179658" y="2095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0" name="pt36850"/>
            <p:cNvSpPr/>
            <p:nvPr/>
          </p:nvSpPr>
          <p:spPr>
            <a:xfrm>
              <a:off x="7009054" y="2140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1" name="pt36851"/>
            <p:cNvSpPr/>
            <p:nvPr/>
          </p:nvSpPr>
          <p:spPr>
            <a:xfrm>
              <a:off x="7256761" y="2098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2" name="pt36852"/>
            <p:cNvSpPr/>
            <p:nvPr/>
          </p:nvSpPr>
          <p:spPr>
            <a:xfrm>
              <a:off x="7120342" y="2118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3" name="pt36853"/>
            <p:cNvSpPr/>
            <p:nvPr/>
          </p:nvSpPr>
          <p:spPr>
            <a:xfrm>
              <a:off x="7265432" y="211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4" name="pt36854"/>
            <p:cNvSpPr/>
            <p:nvPr/>
          </p:nvSpPr>
          <p:spPr>
            <a:xfrm>
              <a:off x="6992205" y="1958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5" name="pt36855"/>
            <p:cNvSpPr/>
            <p:nvPr/>
          </p:nvSpPr>
          <p:spPr>
            <a:xfrm>
              <a:off x="7353436" y="1810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6" name="pt36856"/>
            <p:cNvSpPr/>
            <p:nvPr/>
          </p:nvSpPr>
          <p:spPr>
            <a:xfrm>
              <a:off x="7059982" y="2032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7" name="pt36857"/>
            <p:cNvSpPr/>
            <p:nvPr/>
          </p:nvSpPr>
          <p:spPr>
            <a:xfrm>
              <a:off x="7201455" y="2095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8" name="pt36858"/>
            <p:cNvSpPr/>
            <p:nvPr/>
          </p:nvSpPr>
          <p:spPr>
            <a:xfrm>
              <a:off x="7294413" y="2071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9" name="pt36859"/>
            <p:cNvSpPr/>
            <p:nvPr/>
          </p:nvSpPr>
          <p:spPr>
            <a:xfrm>
              <a:off x="7241483" y="1660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0" name="pt36860"/>
            <p:cNvSpPr/>
            <p:nvPr/>
          </p:nvSpPr>
          <p:spPr>
            <a:xfrm>
              <a:off x="6913174" y="2068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1" name="pt36861"/>
            <p:cNvSpPr/>
            <p:nvPr/>
          </p:nvSpPr>
          <p:spPr>
            <a:xfrm>
              <a:off x="7060094" y="2054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2" name="pt36862"/>
            <p:cNvSpPr/>
            <p:nvPr/>
          </p:nvSpPr>
          <p:spPr>
            <a:xfrm>
              <a:off x="7639325" y="2292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3" name="pt36863"/>
            <p:cNvSpPr/>
            <p:nvPr/>
          </p:nvSpPr>
          <p:spPr>
            <a:xfrm>
              <a:off x="7086998" y="2158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4" name="pt36864"/>
            <p:cNvSpPr/>
            <p:nvPr/>
          </p:nvSpPr>
          <p:spPr>
            <a:xfrm>
              <a:off x="6675696" y="19158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5" name="pt36865"/>
            <p:cNvSpPr/>
            <p:nvPr/>
          </p:nvSpPr>
          <p:spPr>
            <a:xfrm>
              <a:off x="7266868" y="2117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6" name="pt36866"/>
            <p:cNvSpPr/>
            <p:nvPr/>
          </p:nvSpPr>
          <p:spPr>
            <a:xfrm>
              <a:off x="7131090" y="2136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7" name="pt36867"/>
            <p:cNvSpPr/>
            <p:nvPr/>
          </p:nvSpPr>
          <p:spPr>
            <a:xfrm>
              <a:off x="7463002" y="2641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8" name="pt36868"/>
            <p:cNvSpPr/>
            <p:nvPr/>
          </p:nvSpPr>
          <p:spPr>
            <a:xfrm>
              <a:off x="7079784" y="2070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9" name="pt36869"/>
            <p:cNvSpPr/>
            <p:nvPr/>
          </p:nvSpPr>
          <p:spPr>
            <a:xfrm>
              <a:off x="7158854" y="2193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0" name="pt36870"/>
            <p:cNvSpPr/>
            <p:nvPr/>
          </p:nvSpPr>
          <p:spPr>
            <a:xfrm>
              <a:off x="7410606" y="2695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1" name="pt36871"/>
            <p:cNvSpPr/>
            <p:nvPr/>
          </p:nvSpPr>
          <p:spPr>
            <a:xfrm>
              <a:off x="7202364" y="2002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2" name="pt36872"/>
            <p:cNvSpPr/>
            <p:nvPr/>
          </p:nvSpPr>
          <p:spPr>
            <a:xfrm>
              <a:off x="7087230" y="2180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3" name="pt36873"/>
            <p:cNvSpPr/>
            <p:nvPr/>
          </p:nvSpPr>
          <p:spPr>
            <a:xfrm>
              <a:off x="7255855" y="2084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4" name="pt36874"/>
            <p:cNvSpPr/>
            <p:nvPr/>
          </p:nvSpPr>
          <p:spPr>
            <a:xfrm>
              <a:off x="7203143" y="2148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5" name="pt36875"/>
            <p:cNvSpPr/>
            <p:nvPr/>
          </p:nvSpPr>
          <p:spPr>
            <a:xfrm>
              <a:off x="7373303" y="2756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6" name="pt36876"/>
            <p:cNvSpPr/>
            <p:nvPr/>
          </p:nvSpPr>
          <p:spPr>
            <a:xfrm>
              <a:off x="7248509" y="1991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7" name="pt36877"/>
            <p:cNvSpPr/>
            <p:nvPr/>
          </p:nvSpPr>
          <p:spPr>
            <a:xfrm>
              <a:off x="7352532" y="1897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8" name="pt36878"/>
            <p:cNvSpPr/>
            <p:nvPr/>
          </p:nvSpPr>
          <p:spPr>
            <a:xfrm>
              <a:off x="7163433" y="20829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9" name="pt36879"/>
            <p:cNvSpPr/>
            <p:nvPr/>
          </p:nvSpPr>
          <p:spPr>
            <a:xfrm>
              <a:off x="7213818" y="214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0" name="pt36880"/>
            <p:cNvSpPr/>
            <p:nvPr/>
          </p:nvSpPr>
          <p:spPr>
            <a:xfrm>
              <a:off x="7251150" y="2066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1" name="pt36881"/>
            <p:cNvSpPr/>
            <p:nvPr/>
          </p:nvSpPr>
          <p:spPr>
            <a:xfrm>
              <a:off x="7087357" y="2182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2" name="pt36882"/>
            <p:cNvSpPr/>
            <p:nvPr/>
          </p:nvSpPr>
          <p:spPr>
            <a:xfrm>
              <a:off x="6918951" y="2191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3" name="pt36883"/>
            <p:cNvSpPr/>
            <p:nvPr/>
          </p:nvSpPr>
          <p:spPr>
            <a:xfrm>
              <a:off x="7386612" y="20179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4" name="pt36884"/>
            <p:cNvSpPr/>
            <p:nvPr/>
          </p:nvSpPr>
          <p:spPr>
            <a:xfrm>
              <a:off x="6964958" y="2005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5" name="pt36885"/>
            <p:cNvSpPr/>
            <p:nvPr/>
          </p:nvSpPr>
          <p:spPr>
            <a:xfrm>
              <a:off x="7108745" y="2139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6" name="pt36886"/>
            <p:cNvSpPr/>
            <p:nvPr/>
          </p:nvSpPr>
          <p:spPr>
            <a:xfrm>
              <a:off x="7216666" y="235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7" name="pt36887"/>
            <p:cNvSpPr/>
            <p:nvPr/>
          </p:nvSpPr>
          <p:spPr>
            <a:xfrm>
              <a:off x="6628585" y="1863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8" name="pt36888"/>
            <p:cNvSpPr/>
            <p:nvPr/>
          </p:nvSpPr>
          <p:spPr>
            <a:xfrm>
              <a:off x="7185828" y="2129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9" name="pt36889"/>
            <p:cNvSpPr/>
            <p:nvPr/>
          </p:nvSpPr>
          <p:spPr>
            <a:xfrm>
              <a:off x="6919205" y="2225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0" name="pt36890"/>
            <p:cNvSpPr/>
            <p:nvPr/>
          </p:nvSpPr>
          <p:spPr>
            <a:xfrm>
              <a:off x="7227916" y="2189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1" name="pt36891"/>
            <p:cNvSpPr/>
            <p:nvPr/>
          </p:nvSpPr>
          <p:spPr>
            <a:xfrm>
              <a:off x="7303871" y="2060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2" name="pt36892"/>
            <p:cNvSpPr/>
            <p:nvPr/>
          </p:nvSpPr>
          <p:spPr>
            <a:xfrm>
              <a:off x="7055089" y="22507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3" name="pt36893"/>
            <p:cNvSpPr/>
            <p:nvPr/>
          </p:nvSpPr>
          <p:spPr>
            <a:xfrm>
              <a:off x="7018408" y="2172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4" name="pt36894"/>
            <p:cNvSpPr/>
            <p:nvPr/>
          </p:nvSpPr>
          <p:spPr>
            <a:xfrm>
              <a:off x="7323811" y="2048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5" name="pt36895"/>
            <p:cNvSpPr/>
            <p:nvPr/>
          </p:nvSpPr>
          <p:spPr>
            <a:xfrm>
              <a:off x="7407766" y="2276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6" name="pt36896"/>
            <p:cNvSpPr/>
            <p:nvPr/>
          </p:nvSpPr>
          <p:spPr>
            <a:xfrm>
              <a:off x="6985252" y="2017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7" name="pt36897"/>
            <p:cNvSpPr/>
            <p:nvPr/>
          </p:nvSpPr>
          <p:spPr>
            <a:xfrm>
              <a:off x="7644551" y="2424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8" name="pt36898"/>
            <p:cNvSpPr/>
            <p:nvPr/>
          </p:nvSpPr>
          <p:spPr>
            <a:xfrm>
              <a:off x="7026539" y="1966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9" name="pt36899"/>
            <p:cNvSpPr/>
            <p:nvPr/>
          </p:nvSpPr>
          <p:spPr>
            <a:xfrm>
              <a:off x="7243505" y="22287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0" name="pt36900"/>
            <p:cNvSpPr/>
            <p:nvPr/>
          </p:nvSpPr>
          <p:spPr>
            <a:xfrm>
              <a:off x="7221005" y="2158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1" name="pt36901"/>
            <p:cNvSpPr/>
            <p:nvPr/>
          </p:nvSpPr>
          <p:spPr>
            <a:xfrm>
              <a:off x="7230761" y="2212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2" name="pt36902"/>
            <p:cNvSpPr/>
            <p:nvPr/>
          </p:nvSpPr>
          <p:spPr>
            <a:xfrm>
              <a:off x="6651279" y="180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3" name="pt36903"/>
            <p:cNvSpPr/>
            <p:nvPr/>
          </p:nvSpPr>
          <p:spPr>
            <a:xfrm>
              <a:off x="6774001" y="2629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4" name="pt36904"/>
            <p:cNvSpPr/>
            <p:nvPr/>
          </p:nvSpPr>
          <p:spPr>
            <a:xfrm>
              <a:off x="7322383" y="20176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5" name="pt36905"/>
            <p:cNvSpPr/>
            <p:nvPr/>
          </p:nvSpPr>
          <p:spPr>
            <a:xfrm>
              <a:off x="7214558" y="2206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6" name="pt36906"/>
            <p:cNvSpPr/>
            <p:nvPr/>
          </p:nvSpPr>
          <p:spPr>
            <a:xfrm>
              <a:off x="7106718" y="2228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7" name="pt36907"/>
            <p:cNvSpPr/>
            <p:nvPr/>
          </p:nvSpPr>
          <p:spPr>
            <a:xfrm>
              <a:off x="7226580" y="2253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8" name="pt36908"/>
            <p:cNvSpPr/>
            <p:nvPr/>
          </p:nvSpPr>
          <p:spPr>
            <a:xfrm>
              <a:off x="6645134" y="1863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9" name="pt36909"/>
            <p:cNvSpPr/>
            <p:nvPr/>
          </p:nvSpPr>
          <p:spPr>
            <a:xfrm>
              <a:off x="7098610" y="2227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0" name="pt36910"/>
            <p:cNvSpPr/>
            <p:nvPr/>
          </p:nvSpPr>
          <p:spPr>
            <a:xfrm>
              <a:off x="7171265" y="2020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1" name="pt36911"/>
            <p:cNvSpPr/>
            <p:nvPr/>
          </p:nvSpPr>
          <p:spPr>
            <a:xfrm>
              <a:off x="7199051" y="2040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2" name="pt36912"/>
            <p:cNvSpPr/>
            <p:nvPr/>
          </p:nvSpPr>
          <p:spPr>
            <a:xfrm>
              <a:off x="7272919" y="2041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3" name="pt36913"/>
            <p:cNvSpPr/>
            <p:nvPr/>
          </p:nvSpPr>
          <p:spPr>
            <a:xfrm>
              <a:off x="7085724" y="1860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4" name="pt36914"/>
            <p:cNvSpPr/>
            <p:nvPr/>
          </p:nvSpPr>
          <p:spPr>
            <a:xfrm>
              <a:off x="7242472" y="2230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5" name="pt36915"/>
            <p:cNvSpPr/>
            <p:nvPr/>
          </p:nvSpPr>
          <p:spPr>
            <a:xfrm>
              <a:off x="7101019" y="2214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6" name="pt36916"/>
            <p:cNvSpPr/>
            <p:nvPr/>
          </p:nvSpPr>
          <p:spPr>
            <a:xfrm>
              <a:off x="6870342" y="22422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7" name="pt36917"/>
            <p:cNvSpPr/>
            <p:nvPr/>
          </p:nvSpPr>
          <p:spPr>
            <a:xfrm>
              <a:off x="7162210" y="2116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8" name="pt36918"/>
            <p:cNvSpPr/>
            <p:nvPr/>
          </p:nvSpPr>
          <p:spPr>
            <a:xfrm>
              <a:off x="7158823" y="209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9" name="pt36919"/>
            <p:cNvSpPr/>
            <p:nvPr/>
          </p:nvSpPr>
          <p:spPr>
            <a:xfrm>
              <a:off x="7420548" y="2648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0" name="pt36920"/>
            <p:cNvSpPr/>
            <p:nvPr/>
          </p:nvSpPr>
          <p:spPr>
            <a:xfrm>
              <a:off x="7183455" y="2124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1" name="pt36921"/>
            <p:cNvSpPr/>
            <p:nvPr/>
          </p:nvSpPr>
          <p:spPr>
            <a:xfrm>
              <a:off x="7242471" y="2270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2" name="pt36922"/>
            <p:cNvSpPr/>
            <p:nvPr/>
          </p:nvSpPr>
          <p:spPr>
            <a:xfrm>
              <a:off x="7366467" y="2468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3" name="pt36923"/>
            <p:cNvSpPr/>
            <p:nvPr/>
          </p:nvSpPr>
          <p:spPr>
            <a:xfrm>
              <a:off x="7093282" y="2206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4" name="pt36924"/>
            <p:cNvSpPr/>
            <p:nvPr/>
          </p:nvSpPr>
          <p:spPr>
            <a:xfrm>
              <a:off x="7213785" y="2201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5" name="pt36925"/>
            <p:cNvSpPr/>
            <p:nvPr/>
          </p:nvSpPr>
          <p:spPr>
            <a:xfrm>
              <a:off x="7097643" y="2187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6" name="pt36926"/>
            <p:cNvSpPr/>
            <p:nvPr/>
          </p:nvSpPr>
          <p:spPr>
            <a:xfrm>
              <a:off x="7119005" y="2240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7" name="pt36927"/>
            <p:cNvSpPr/>
            <p:nvPr/>
          </p:nvSpPr>
          <p:spPr>
            <a:xfrm>
              <a:off x="7241110" y="1798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8" name="pt36928"/>
            <p:cNvSpPr/>
            <p:nvPr/>
          </p:nvSpPr>
          <p:spPr>
            <a:xfrm>
              <a:off x="7225755" y="2174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9" name="pt36929"/>
            <p:cNvSpPr/>
            <p:nvPr/>
          </p:nvSpPr>
          <p:spPr>
            <a:xfrm>
              <a:off x="7252648" y="1941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0" name="pt36930"/>
            <p:cNvSpPr/>
            <p:nvPr/>
          </p:nvSpPr>
          <p:spPr>
            <a:xfrm>
              <a:off x="7083222" y="2113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1" name="pt36931"/>
            <p:cNvSpPr/>
            <p:nvPr/>
          </p:nvSpPr>
          <p:spPr>
            <a:xfrm>
              <a:off x="6953283" y="2042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2" name="pt36932"/>
            <p:cNvSpPr/>
            <p:nvPr/>
          </p:nvSpPr>
          <p:spPr>
            <a:xfrm>
              <a:off x="7162203" y="2110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3" name="pt36933"/>
            <p:cNvSpPr/>
            <p:nvPr/>
          </p:nvSpPr>
          <p:spPr>
            <a:xfrm>
              <a:off x="6996900" y="2083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4" name="pt36934"/>
            <p:cNvSpPr/>
            <p:nvPr/>
          </p:nvSpPr>
          <p:spPr>
            <a:xfrm>
              <a:off x="7030506" y="1728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5" name="pt36935"/>
            <p:cNvSpPr/>
            <p:nvPr/>
          </p:nvSpPr>
          <p:spPr>
            <a:xfrm>
              <a:off x="7143649" y="2165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6" name="pt36936"/>
            <p:cNvSpPr/>
            <p:nvPr/>
          </p:nvSpPr>
          <p:spPr>
            <a:xfrm>
              <a:off x="7056805" y="2132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7" name="pt36937"/>
            <p:cNvSpPr/>
            <p:nvPr/>
          </p:nvSpPr>
          <p:spPr>
            <a:xfrm>
              <a:off x="6974551" y="1968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8" name="pt36938"/>
            <p:cNvSpPr/>
            <p:nvPr/>
          </p:nvSpPr>
          <p:spPr>
            <a:xfrm>
              <a:off x="7112688" y="2095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9" name="pt36939"/>
            <p:cNvSpPr/>
            <p:nvPr/>
          </p:nvSpPr>
          <p:spPr>
            <a:xfrm>
              <a:off x="7101581" y="2212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0" name="pt36940"/>
            <p:cNvSpPr/>
            <p:nvPr/>
          </p:nvSpPr>
          <p:spPr>
            <a:xfrm>
              <a:off x="7292430" y="1945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1" name="pt36941"/>
            <p:cNvSpPr/>
            <p:nvPr/>
          </p:nvSpPr>
          <p:spPr>
            <a:xfrm>
              <a:off x="6915267" y="2237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2" name="pt36942"/>
            <p:cNvSpPr/>
            <p:nvPr/>
          </p:nvSpPr>
          <p:spPr>
            <a:xfrm>
              <a:off x="7351245" y="1896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3" name="pt36943"/>
            <p:cNvSpPr/>
            <p:nvPr/>
          </p:nvSpPr>
          <p:spPr>
            <a:xfrm>
              <a:off x="7030026" y="2004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4" name="pt36944"/>
            <p:cNvSpPr/>
            <p:nvPr/>
          </p:nvSpPr>
          <p:spPr>
            <a:xfrm>
              <a:off x="7055378" y="1925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5" name="pt36945"/>
            <p:cNvSpPr/>
            <p:nvPr/>
          </p:nvSpPr>
          <p:spPr>
            <a:xfrm>
              <a:off x="7017440" y="2051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6" name="pt36946"/>
            <p:cNvSpPr/>
            <p:nvPr/>
          </p:nvSpPr>
          <p:spPr>
            <a:xfrm>
              <a:off x="6969491" y="195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7" name="pt36947"/>
            <p:cNvSpPr/>
            <p:nvPr/>
          </p:nvSpPr>
          <p:spPr>
            <a:xfrm>
              <a:off x="7256869" y="1934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8" name="pt36948"/>
            <p:cNvSpPr/>
            <p:nvPr/>
          </p:nvSpPr>
          <p:spPr>
            <a:xfrm>
              <a:off x="7252921" y="2158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9" name="pt36949"/>
            <p:cNvSpPr/>
            <p:nvPr/>
          </p:nvSpPr>
          <p:spPr>
            <a:xfrm>
              <a:off x="6977599" y="1975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0" name="pt36950"/>
            <p:cNvSpPr/>
            <p:nvPr/>
          </p:nvSpPr>
          <p:spPr>
            <a:xfrm>
              <a:off x="7265590" y="1922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1" name="pt36951"/>
            <p:cNvSpPr/>
            <p:nvPr/>
          </p:nvSpPr>
          <p:spPr>
            <a:xfrm>
              <a:off x="7239400" y="1869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2" name="pt36952"/>
            <p:cNvSpPr/>
            <p:nvPr/>
          </p:nvSpPr>
          <p:spPr>
            <a:xfrm>
              <a:off x="6879432" y="213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3" name="pt36953"/>
            <p:cNvSpPr/>
            <p:nvPr/>
          </p:nvSpPr>
          <p:spPr>
            <a:xfrm>
              <a:off x="7144622" y="2148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4" name="pt36954"/>
            <p:cNvSpPr/>
            <p:nvPr/>
          </p:nvSpPr>
          <p:spPr>
            <a:xfrm>
              <a:off x="6779189" y="2575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5" name="pt36955"/>
            <p:cNvSpPr/>
            <p:nvPr/>
          </p:nvSpPr>
          <p:spPr>
            <a:xfrm>
              <a:off x="6740649" y="2221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6" name="pt36956"/>
            <p:cNvSpPr/>
            <p:nvPr/>
          </p:nvSpPr>
          <p:spPr>
            <a:xfrm>
              <a:off x="6764574" y="2714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7" name="pt36957"/>
            <p:cNvSpPr/>
            <p:nvPr/>
          </p:nvSpPr>
          <p:spPr>
            <a:xfrm>
              <a:off x="7284018" y="2078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8" name="pt36958"/>
            <p:cNvSpPr/>
            <p:nvPr/>
          </p:nvSpPr>
          <p:spPr>
            <a:xfrm>
              <a:off x="6893488" y="1992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9" name="pt36959"/>
            <p:cNvSpPr/>
            <p:nvPr/>
          </p:nvSpPr>
          <p:spPr>
            <a:xfrm>
              <a:off x="7193028" y="2033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0" name="pt36960"/>
            <p:cNvSpPr/>
            <p:nvPr/>
          </p:nvSpPr>
          <p:spPr>
            <a:xfrm>
              <a:off x="7352999" y="1879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1" name="pt36961"/>
            <p:cNvSpPr/>
            <p:nvPr/>
          </p:nvSpPr>
          <p:spPr>
            <a:xfrm>
              <a:off x="7423973" y="2385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2" name="pt36962"/>
            <p:cNvSpPr/>
            <p:nvPr/>
          </p:nvSpPr>
          <p:spPr>
            <a:xfrm>
              <a:off x="7150896" y="2295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3" name="pt36963"/>
            <p:cNvSpPr/>
            <p:nvPr/>
          </p:nvSpPr>
          <p:spPr>
            <a:xfrm>
              <a:off x="7016980" y="1933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4" name="pt36964"/>
            <p:cNvSpPr/>
            <p:nvPr/>
          </p:nvSpPr>
          <p:spPr>
            <a:xfrm>
              <a:off x="7002935" y="1929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5" name="pt36965"/>
            <p:cNvSpPr/>
            <p:nvPr/>
          </p:nvSpPr>
          <p:spPr>
            <a:xfrm>
              <a:off x="7009518" y="1985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6" name="pt36966"/>
            <p:cNvSpPr/>
            <p:nvPr/>
          </p:nvSpPr>
          <p:spPr>
            <a:xfrm>
              <a:off x="7229025" y="2003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7" name="pt36967"/>
            <p:cNvSpPr/>
            <p:nvPr/>
          </p:nvSpPr>
          <p:spPr>
            <a:xfrm>
              <a:off x="7099356" y="225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8" name="pt36968"/>
            <p:cNvSpPr/>
            <p:nvPr/>
          </p:nvSpPr>
          <p:spPr>
            <a:xfrm>
              <a:off x="7372303" y="2494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9" name="pt36969"/>
            <p:cNvSpPr/>
            <p:nvPr/>
          </p:nvSpPr>
          <p:spPr>
            <a:xfrm>
              <a:off x="7258109" y="2067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0" name="pt36970"/>
            <p:cNvSpPr/>
            <p:nvPr/>
          </p:nvSpPr>
          <p:spPr>
            <a:xfrm>
              <a:off x="7011973" y="1814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1" name="pt36971"/>
            <p:cNvSpPr/>
            <p:nvPr/>
          </p:nvSpPr>
          <p:spPr>
            <a:xfrm>
              <a:off x="6933816" y="2030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2" name="pt36972"/>
            <p:cNvSpPr/>
            <p:nvPr/>
          </p:nvSpPr>
          <p:spPr>
            <a:xfrm>
              <a:off x="7051997" y="2320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3" name="pt36973"/>
            <p:cNvSpPr/>
            <p:nvPr/>
          </p:nvSpPr>
          <p:spPr>
            <a:xfrm>
              <a:off x="7115598" y="2056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4" name="pt36974"/>
            <p:cNvSpPr/>
            <p:nvPr/>
          </p:nvSpPr>
          <p:spPr>
            <a:xfrm>
              <a:off x="7007484" y="1993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5" name="pt36975"/>
            <p:cNvSpPr/>
            <p:nvPr/>
          </p:nvSpPr>
          <p:spPr>
            <a:xfrm>
              <a:off x="6797890" y="2040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6" name="pt36976"/>
            <p:cNvSpPr/>
            <p:nvPr/>
          </p:nvSpPr>
          <p:spPr>
            <a:xfrm>
              <a:off x="7189048" y="2133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7" name="pt36977"/>
            <p:cNvSpPr/>
            <p:nvPr/>
          </p:nvSpPr>
          <p:spPr>
            <a:xfrm>
              <a:off x="7248751" y="20523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8" name="pt36978"/>
            <p:cNvSpPr/>
            <p:nvPr/>
          </p:nvSpPr>
          <p:spPr>
            <a:xfrm>
              <a:off x="7210820" y="2266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9" name="pt36979"/>
            <p:cNvSpPr/>
            <p:nvPr/>
          </p:nvSpPr>
          <p:spPr>
            <a:xfrm>
              <a:off x="7166552" y="2073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0" name="pt36980"/>
            <p:cNvSpPr/>
            <p:nvPr/>
          </p:nvSpPr>
          <p:spPr>
            <a:xfrm>
              <a:off x="7178828" y="2104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1" name="pt36981"/>
            <p:cNvSpPr/>
            <p:nvPr/>
          </p:nvSpPr>
          <p:spPr>
            <a:xfrm>
              <a:off x="7277404" y="180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2" name="pt36982"/>
            <p:cNvSpPr/>
            <p:nvPr/>
          </p:nvSpPr>
          <p:spPr>
            <a:xfrm>
              <a:off x="7321811" y="2100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3" name="pt36983"/>
            <p:cNvSpPr/>
            <p:nvPr/>
          </p:nvSpPr>
          <p:spPr>
            <a:xfrm>
              <a:off x="7352619" y="2047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4" name="pt36984"/>
            <p:cNvSpPr/>
            <p:nvPr/>
          </p:nvSpPr>
          <p:spPr>
            <a:xfrm>
              <a:off x="7071967" y="2236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5" name="pt36985"/>
            <p:cNvSpPr/>
            <p:nvPr/>
          </p:nvSpPr>
          <p:spPr>
            <a:xfrm>
              <a:off x="7397009" y="2097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6" name="pt36986"/>
            <p:cNvSpPr/>
            <p:nvPr/>
          </p:nvSpPr>
          <p:spPr>
            <a:xfrm>
              <a:off x="7202692" y="2150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7" name="pt36987"/>
            <p:cNvSpPr/>
            <p:nvPr/>
          </p:nvSpPr>
          <p:spPr>
            <a:xfrm>
              <a:off x="7039586" y="2208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8" name="pt36988"/>
            <p:cNvSpPr/>
            <p:nvPr/>
          </p:nvSpPr>
          <p:spPr>
            <a:xfrm>
              <a:off x="7242324" y="2226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9" name="pt36989"/>
            <p:cNvSpPr/>
            <p:nvPr/>
          </p:nvSpPr>
          <p:spPr>
            <a:xfrm>
              <a:off x="7193160" y="2045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0" name="pt36990"/>
            <p:cNvSpPr/>
            <p:nvPr/>
          </p:nvSpPr>
          <p:spPr>
            <a:xfrm>
              <a:off x="7173493" y="1968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1" name="pt36991"/>
            <p:cNvSpPr/>
            <p:nvPr/>
          </p:nvSpPr>
          <p:spPr>
            <a:xfrm>
              <a:off x="7126748" y="2141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2" name="pt36992"/>
            <p:cNvSpPr/>
            <p:nvPr/>
          </p:nvSpPr>
          <p:spPr>
            <a:xfrm>
              <a:off x="7454005" y="2799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3" name="pt36993"/>
            <p:cNvSpPr/>
            <p:nvPr/>
          </p:nvSpPr>
          <p:spPr>
            <a:xfrm>
              <a:off x="7402973" y="2619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4" name="pt36994"/>
            <p:cNvSpPr/>
            <p:nvPr/>
          </p:nvSpPr>
          <p:spPr>
            <a:xfrm>
              <a:off x="7207808" y="2240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5" name="pt36995"/>
            <p:cNvSpPr/>
            <p:nvPr/>
          </p:nvSpPr>
          <p:spPr>
            <a:xfrm>
              <a:off x="7169205" y="1988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6" name="pt36996"/>
            <p:cNvSpPr/>
            <p:nvPr/>
          </p:nvSpPr>
          <p:spPr>
            <a:xfrm>
              <a:off x="7067031" y="1989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7" name="pt36997"/>
            <p:cNvSpPr/>
            <p:nvPr/>
          </p:nvSpPr>
          <p:spPr>
            <a:xfrm>
              <a:off x="7141896" y="2223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8" name="pt36998"/>
            <p:cNvSpPr/>
            <p:nvPr/>
          </p:nvSpPr>
          <p:spPr>
            <a:xfrm>
              <a:off x="7201067" y="2010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9" name="pt36999"/>
            <p:cNvSpPr/>
            <p:nvPr/>
          </p:nvSpPr>
          <p:spPr>
            <a:xfrm>
              <a:off x="7193186" y="2032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0" name="pt37000"/>
            <p:cNvSpPr/>
            <p:nvPr/>
          </p:nvSpPr>
          <p:spPr>
            <a:xfrm>
              <a:off x="7218373" y="2101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1" name="pt37001"/>
            <p:cNvSpPr/>
            <p:nvPr/>
          </p:nvSpPr>
          <p:spPr>
            <a:xfrm>
              <a:off x="7181555" y="2130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2" name="pt37002"/>
            <p:cNvSpPr/>
            <p:nvPr/>
          </p:nvSpPr>
          <p:spPr>
            <a:xfrm>
              <a:off x="7119880" y="2094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3" name="pt37003"/>
            <p:cNvSpPr/>
            <p:nvPr/>
          </p:nvSpPr>
          <p:spPr>
            <a:xfrm>
              <a:off x="7165353" y="2074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4" name="pt37004"/>
            <p:cNvSpPr/>
            <p:nvPr/>
          </p:nvSpPr>
          <p:spPr>
            <a:xfrm>
              <a:off x="7105012" y="2210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5" name="pt37005"/>
            <p:cNvSpPr/>
            <p:nvPr/>
          </p:nvSpPr>
          <p:spPr>
            <a:xfrm>
              <a:off x="6906388" y="1886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6" name="pt37006"/>
            <p:cNvSpPr/>
            <p:nvPr/>
          </p:nvSpPr>
          <p:spPr>
            <a:xfrm>
              <a:off x="7295197" y="1924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7" name="pt37007"/>
            <p:cNvSpPr/>
            <p:nvPr/>
          </p:nvSpPr>
          <p:spPr>
            <a:xfrm>
              <a:off x="6863348" y="2264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8" name="pt37008"/>
            <p:cNvSpPr/>
            <p:nvPr/>
          </p:nvSpPr>
          <p:spPr>
            <a:xfrm>
              <a:off x="6962486" y="2039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9" name="pt37009"/>
            <p:cNvSpPr/>
            <p:nvPr/>
          </p:nvSpPr>
          <p:spPr>
            <a:xfrm>
              <a:off x="7334340" y="2081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0" name="pt37010"/>
            <p:cNvSpPr/>
            <p:nvPr/>
          </p:nvSpPr>
          <p:spPr>
            <a:xfrm>
              <a:off x="7154649" y="2328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1" name="pt37011"/>
            <p:cNvSpPr/>
            <p:nvPr/>
          </p:nvSpPr>
          <p:spPr>
            <a:xfrm>
              <a:off x="7374446" y="2516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2" name="pt37012"/>
            <p:cNvSpPr/>
            <p:nvPr/>
          </p:nvSpPr>
          <p:spPr>
            <a:xfrm>
              <a:off x="6909645" y="2337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3" name="pt37013"/>
            <p:cNvSpPr/>
            <p:nvPr/>
          </p:nvSpPr>
          <p:spPr>
            <a:xfrm>
              <a:off x="7000895" y="211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4" name="pt37014"/>
            <p:cNvSpPr/>
            <p:nvPr/>
          </p:nvSpPr>
          <p:spPr>
            <a:xfrm>
              <a:off x="7032939" y="17359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5" name="pt37015"/>
            <p:cNvSpPr/>
            <p:nvPr/>
          </p:nvSpPr>
          <p:spPr>
            <a:xfrm>
              <a:off x="7218237" y="2362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6" name="pt37016"/>
            <p:cNvSpPr/>
            <p:nvPr/>
          </p:nvSpPr>
          <p:spPr>
            <a:xfrm>
              <a:off x="7261028" y="2008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7" name="pt37017"/>
            <p:cNvSpPr/>
            <p:nvPr/>
          </p:nvSpPr>
          <p:spPr>
            <a:xfrm>
              <a:off x="7152343" y="2380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8" name="pt37018"/>
            <p:cNvSpPr/>
            <p:nvPr/>
          </p:nvSpPr>
          <p:spPr>
            <a:xfrm>
              <a:off x="7065132" y="1638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9" name="pt37019"/>
            <p:cNvSpPr/>
            <p:nvPr/>
          </p:nvSpPr>
          <p:spPr>
            <a:xfrm>
              <a:off x="7170635" y="1919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0" name="pt37020"/>
            <p:cNvSpPr/>
            <p:nvPr/>
          </p:nvSpPr>
          <p:spPr>
            <a:xfrm>
              <a:off x="7273140" y="2030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1" name="pt37021"/>
            <p:cNvSpPr/>
            <p:nvPr/>
          </p:nvSpPr>
          <p:spPr>
            <a:xfrm>
              <a:off x="6831589" y="1930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2" name="pt37022"/>
            <p:cNvSpPr/>
            <p:nvPr/>
          </p:nvSpPr>
          <p:spPr>
            <a:xfrm>
              <a:off x="6947032" y="2179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3" name="pt37023"/>
            <p:cNvSpPr/>
            <p:nvPr/>
          </p:nvSpPr>
          <p:spPr>
            <a:xfrm>
              <a:off x="7321645" y="2023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4" name="pt37024"/>
            <p:cNvSpPr/>
            <p:nvPr/>
          </p:nvSpPr>
          <p:spPr>
            <a:xfrm>
              <a:off x="7423529" y="2325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5" name="pt37025"/>
            <p:cNvSpPr/>
            <p:nvPr/>
          </p:nvSpPr>
          <p:spPr>
            <a:xfrm>
              <a:off x="7365944" y="2565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6" name="pt37026"/>
            <p:cNvSpPr/>
            <p:nvPr/>
          </p:nvSpPr>
          <p:spPr>
            <a:xfrm>
              <a:off x="7196518" y="1955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7" name="pt37027"/>
            <p:cNvSpPr/>
            <p:nvPr/>
          </p:nvSpPr>
          <p:spPr>
            <a:xfrm>
              <a:off x="7116386" y="2294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8" name="pt37028"/>
            <p:cNvSpPr/>
            <p:nvPr/>
          </p:nvSpPr>
          <p:spPr>
            <a:xfrm>
              <a:off x="7347506" y="2183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9" name="pt37029"/>
            <p:cNvSpPr/>
            <p:nvPr/>
          </p:nvSpPr>
          <p:spPr>
            <a:xfrm>
              <a:off x="6966542" y="2104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0" name="pt37030"/>
            <p:cNvSpPr/>
            <p:nvPr/>
          </p:nvSpPr>
          <p:spPr>
            <a:xfrm>
              <a:off x="7126385" y="2196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1" name="pt37031"/>
            <p:cNvSpPr/>
            <p:nvPr/>
          </p:nvSpPr>
          <p:spPr>
            <a:xfrm>
              <a:off x="7046466" y="2267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2" name="pt37032"/>
            <p:cNvSpPr/>
            <p:nvPr/>
          </p:nvSpPr>
          <p:spPr>
            <a:xfrm>
              <a:off x="7048222" y="2395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3" name="pt37033"/>
            <p:cNvSpPr/>
            <p:nvPr/>
          </p:nvSpPr>
          <p:spPr>
            <a:xfrm>
              <a:off x="7004828" y="1932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4" name="pt37034"/>
            <p:cNvSpPr/>
            <p:nvPr/>
          </p:nvSpPr>
          <p:spPr>
            <a:xfrm>
              <a:off x="7016799" y="2076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5" name="pt37035"/>
            <p:cNvSpPr/>
            <p:nvPr/>
          </p:nvSpPr>
          <p:spPr>
            <a:xfrm>
              <a:off x="6976725" y="1894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6" name="pt37036"/>
            <p:cNvSpPr/>
            <p:nvPr/>
          </p:nvSpPr>
          <p:spPr>
            <a:xfrm>
              <a:off x="7117370" y="2191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7" name="pt37037"/>
            <p:cNvSpPr/>
            <p:nvPr/>
          </p:nvSpPr>
          <p:spPr>
            <a:xfrm>
              <a:off x="7450665" y="2589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8" name="pt37038"/>
            <p:cNvSpPr/>
            <p:nvPr/>
          </p:nvSpPr>
          <p:spPr>
            <a:xfrm>
              <a:off x="7152186" y="2249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9" name="pt37039"/>
            <p:cNvSpPr/>
            <p:nvPr/>
          </p:nvSpPr>
          <p:spPr>
            <a:xfrm>
              <a:off x="7125148" y="2165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0" name="pt37040"/>
            <p:cNvSpPr/>
            <p:nvPr/>
          </p:nvSpPr>
          <p:spPr>
            <a:xfrm>
              <a:off x="7048937" y="2380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1" name="pt37041"/>
            <p:cNvSpPr/>
            <p:nvPr/>
          </p:nvSpPr>
          <p:spPr>
            <a:xfrm>
              <a:off x="7141215" y="2211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2" name="pt37042"/>
            <p:cNvSpPr/>
            <p:nvPr/>
          </p:nvSpPr>
          <p:spPr>
            <a:xfrm>
              <a:off x="7113316" y="1962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3" name="pt37043"/>
            <p:cNvSpPr/>
            <p:nvPr/>
          </p:nvSpPr>
          <p:spPr>
            <a:xfrm>
              <a:off x="7683747" y="2450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4" name="pt37044"/>
            <p:cNvSpPr/>
            <p:nvPr/>
          </p:nvSpPr>
          <p:spPr>
            <a:xfrm>
              <a:off x="7137547" y="2206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5" name="pt37045"/>
            <p:cNvSpPr/>
            <p:nvPr/>
          </p:nvSpPr>
          <p:spPr>
            <a:xfrm>
              <a:off x="7061742" y="2014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6" name="pt37046"/>
            <p:cNvSpPr/>
            <p:nvPr/>
          </p:nvSpPr>
          <p:spPr>
            <a:xfrm>
              <a:off x="7119854" y="2165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7" name="pt37047"/>
            <p:cNvSpPr/>
            <p:nvPr/>
          </p:nvSpPr>
          <p:spPr>
            <a:xfrm>
              <a:off x="7406806" y="268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8" name="pt37048"/>
            <p:cNvSpPr/>
            <p:nvPr/>
          </p:nvSpPr>
          <p:spPr>
            <a:xfrm>
              <a:off x="7170695" y="1961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9" name="pt37049"/>
            <p:cNvSpPr/>
            <p:nvPr/>
          </p:nvSpPr>
          <p:spPr>
            <a:xfrm>
              <a:off x="7470474" y="23975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0" name="pt37050"/>
            <p:cNvSpPr/>
            <p:nvPr/>
          </p:nvSpPr>
          <p:spPr>
            <a:xfrm>
              <a:off x="7285245" y="2123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1" name="pt37051"/>
            <p:cNvSpPr/>
            <p:nvPr/>
          </p:nvSpPr>
          <p:spPr>
            <a:xfrm>
              <a:off x="7819816" y="2411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2" name="pt37052"/>
            <p:cNvSpPr/>
            <p:nvPr/>
          </p:nvSpPr>
          <p:spPr>
            <a:xfrm>
              <a:off x="7345717" y="1919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3" name="pt37053"/>
            <p:cNvSpPr/>
            <p:nvPr/>
          </p:nvSpPr>
          <p:spPr>
            <a:xfrm>
              <a:off x="7181382" y="2167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4" name="pt37054"/>
            <p:cNvSpPr/>
            <p:nvPr/>
          </p:nvSpPr>
          <p:spPr>
            <a:xfrm>
              <a:off x="7072919" y="2307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5" name="pt37055"/>
            <p:cNvSpPr/>
            <p:nvPr/>
          </p:nvSpPr>
          <p:spPr>
            <a:xfrm>
              <a:off x="7185523" y="2176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6" name="pt37056"/>
            <p:cNvSpPr/>
            <p:nvPr/>
          </p:nvSpPr>
          <p:spPr>
            <a:xfrm>
              <a:off x="7290997" y="1972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7" name="pt37057"/>
            <p:cNvSpPr/>
            <p:nvPr/>
          </p:nvSpPr>
          <p:spPr>
            <a:xfrm>
              <a:off x="7197171" y="20142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8" name="pt37058"/>
            <p:cNvSpPr/>
            <p:nvPr/>
          </p:nvSpPr>
          <p:spPr>
            <a:xfrm>
              <a:off x="7201126" y="2064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9" name="pt37059"/>
            <p:cNvSpPr/>
            <p:nvPr/>
          </p:nvSpPr>
          <p:spPr>
            <a:xfrm>
              <a:off x="7313333" y="2071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0" name="pt37060"/>
            <p:cNvSpPr/>
            <p:nvPr/>
          </p:nvSpPr>
          <p:spPr>
            <a:xfrm>
              <a:off x="7226509" y="2115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1" name="pt37061"/>
            <p:cNvSpPr/>
            <p:nvPr/>
          </p:nvSpPr>
          <p:spPr>
            <a:xfrm>
              <a:off x="7223968" y="2058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2" name="pt37062"/>
            <p:cNvSpPr/>
            <p:nvPr/>
          </p:nvSpPr>
          <p:spPr>
            <a:xfrm>
              <a:off x="7089669" y="2219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3" name="pt37063"/>
            <p:cNvSpPr/>
            <p:nvPr/>
          </p:nvSpPr>
          <p:spPr>
            <a:xfrm>
              <a:off x="6925066" y="2055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4" name="pt37064"/>
            <p:cNvSpPr/>
            <p:nvPr/>
          </p:nvSpPr>
          <p:spPr>
            <a:xfrm>
              <a:off x="7125944" y="210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5" name="pt37065"/>
            <p:cNvSpPr/>
            <p:nvPr/>
          </p:nvSpPr>
          <p:spPr>
            <a:xfrm>
              <a:off x="7157930" y="2194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6" name="pt37066"/>
            <p:cNvSpPr/>
            <p:nvPr/>
          </p:nvSpPr>
          <p:spPr>
            <a:xfrm>
              <a:off x="7227746" y="2209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7" name="pt37067"/>
            <p:cNvSpPr/>
            <p:nvPr/>
          </p:nvSpPr>
          <p:spPr>
            <a:xfrm>
              <a:off x="6812895" y="2310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8" name="pt37068"/>
            <p:cNvSpPr/>
            <p:nvPr/>
          </p:nvSpPr>
          <p:spPr>
            <a:xfrm>
              <a:off x="7256970" y="2154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9" name="pt37069"/>
            <p:cNvSpPr/>
            <p:nvPr/>
          </p:nvSpPr>
          <p:spPr>
            <a:xfrm>
              <a:off x="7142554" y="2279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0" name="pt37070"/>
            <p:cNvSpPr/>
            <p:nvPr/>
          </p:nvSpPr>
          <p:spPr>
            <a:xfrm>
              <a:off x="7261362" y="1949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1" name="pt37071"/>
            <p:cNvSpPr/>
            <p:nvPr/>
          </p:nvSpPr>
          <p:spPr>
            <a:xfrm>
              <a:off x="7045790" y="2218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2" name="pt37072"/>
            <p:cNvSpPr/>
            <p:nvPr/>
          </p:nvSpPr>
          <p:spPr>
            <a:xfrm>
              <a:off x="7080625" y="2079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3" name="pt37073"/>
            <p:cNvSpPr/>
            <p:nvPr/>
          </p:nvSpPr>
          <p:spPr>
            <a:xfrm>
              <a:off x="7021227" y="1969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4" name="pt37074"/>
            <p:cNvSpPr/>
            <p:nvPr/>
          </p:nvSpPr>
          <p:spPr>
            <a:xfrm>
              <a:off x="7095272" y="2218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5" name="pt37075"/>
            <p:cNvSpPr/>
            <p:nvPr/>
          </p:nvSpPr>
          <p:spPr>
            <a:xfrm>
              <a:off x="6896076" y="1987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6" name="pt37076"/>
            <p:cNvSpPr/>
            <p:nvPr/>
          </p:nvSpPr>
          <p:spPr>
            <a:xfrm>
              <a:off x="7149187" y="2331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7" name="pt37077"/>
            <p:cNvSpPr/>
            <p:nvPr/>
          </p:nvSpPr>
          <p:spPr>
            <a:xfrm>
              <a:off x="6896658" y="1777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8" name="pt37078"/>
            <p:cNvSpPr/>
            <p:nvPr/>
          </p:nvSpPr>
          <p:spPr>
            <a:xfrm>
              <a:off x="7176308" y="20493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9" name="pt37079"/>
            <p:cNvSpPr/>
            <p:nvPr/>
          </p:nvSpPr>
          <p:spPr>
            <a:xfrm>
              <a:off x="6856809" y="2406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0" name="pt37080"/>
            <p:cNvSpPr/>
            <p:nvPr/>
          </p:nvSpPr>
          <p:spPr>
            <a:xfrm>
              <a:off x="7267120" y="2041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1" name="pt37081"/>
            <p:cNvSpPr/>
            <p:nvPr/>
          </p:nvSpPr>
          <p:spPr>
            <a:xfrm>
              <a:off x="7186003" y="2150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2" name="pt37082"/>
            <p:cNvSpPr/>
            <p:nvPr/>
          </p:nvSpPr>
          <p:spPr>
            <a:xfrm>
              <a:off x="7103064" y="2163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3" name="pt37083"/>
            <p:cNvSpPr/>
            <p:nvPr/>
          </p:nvSpPr>
          <p:spPr>
            <a:xfrm>
              <a:off x="7096015" y="2147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4" name="pt37084"/>
            <p:cNvSpPr/>
            <p:nvPr/>
          </p:nvSpPr>
          <p:spPr>
            <a:xfrm>
              <a:off x="7405439" y="2369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5" name="pt37085"/>
            <p:cNvSpPr/>
            <p:nvPr/>
          </p:nvSpPr>
          <p:spPr>
            <a:xfrm>
              <a:off x="7099209" y="2252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6" name="pt37086"/>
            <p:cNvSpPr/>
            <p:nvPr/>
          </p:nvSpPr>
          <p:spPr>
            <a:xfrm>
              <a:off x="7134233" y="2135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7" name="pt37087"/>
            <p:cNvSpPr/>
            <p:nvPr/>
          </p:nvSpPr>
          <p:spPr>
            <a:xfrm>
              <a:off x="7207205" y="2026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8" name="pt37088"/>
            <p:cNvSpPr/>
            <p:nvPr/>
          </p:nvSpPr>
          <p:spPr>
            <a:xfrm>
              <a:off x="7101339" y="2190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9" name="pt37089"/>
            <p:cNvSpPr/>
            <p:nvPr/>
          </p:nvSpPr>
          <p:spPr>
            <a:xfrm>
              <a:off x="6798141" y="2402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0" name="pt37090"/>
            <p:cNvSpPr/>
            <p:nvPr/>
          </p:nvSpPr>
          <p:spPr>
            <a:xfrm>
              <a:off x="7010257" y="2062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1" name="pt37091"/>
            <p:cNvSpPr/>
            <p:nvPr/>
          </p:nvSpPr>
          <p:spPr>
            <a:xfrm>
              <a:off x="7112238" y="2058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2" name="pt37092"/>
            <p:cNvSpPr/>
            <p:nvPr/>
          </p:nvSpPr>
          <p:spPr>
            <a:xfrm>
              <a:off x="7140331" y="2098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3" name="pt37093"/>
            <p:cNvSpPr/>
            <p:nvPr/>
          </p:nvSpPr>
          <p:spPr>
            <a:xfrm>
              <a:off x="7071508" y="2281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4" name="pt37094"/>
            <p:cNvSpPr/>
            <p:nvPr/>
          </p:nvSpPr>
          <p:spPr>
            <a:xfrm>
              <a:off x="7085926" y="2179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5" name="pt37095"/>
            <p:cNvSpPr/>
            <p:nvPr/>
          </p:nvSpPr>
          <p:spPr>
            <a:xfrm>
              <a:off x="7103479" y="210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6" name="pt37096"/>
            <p:cNvSpPr/>
            <p:nvPr/>
          </p:nvSpPr>
          <p:spPr>
            <a:xfrm>
              <a:off x="7184088" y="2156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7" name="pt37097"/>
            <p:cNvSpPr/>
            <p:nvPr/>
          </p:nvSpPr>
          <p:spPr>
            <a:xfrm>
              <a:off x="7223062" y="198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8" name="pt37098"/>
            <p:cNvSpPr/>
            <p:nvPr/>
          </p:nvSpPr>
          <p:spPr>
            <a:xfrm>
              <a:off x="7289772" y="2007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9" name="pt37099"/>
            <p:cNvSpPr/>
            <p:nvPr/>
          </p:nvSpPr>
          <p:spPr>
            <a:xfrm>
              <a:off x="7098803" y="2189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0" name="pt37100"/>
            <p:cNvSpPr/>
            <p:nvPr/>
          </p:nvSpPr>
          <p:spPr>
            <a:xfrm>
              <a:off x="7081501" y="211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1" name="pt37101"/>
            <p:cNvSpPr/>
            <p:nvPr/>
          </p:nvSpPr>
          <p:spPr>
            <a:xfrm>
              <a:off x="7056362" y="20238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2" name="pt37102"/>
            <p:cNvSpPr/>
            <p:nvPr/>
          </p:nvSpPr>
          <p:spPr>
            <a:xfrm>
              <a:off x="7289124" y="1901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3" name="pt37103"/>
            <p:cNvSpPr/>
            <p:nvPr/>
          </p:nvSpPr>
          <p:spPr>
            <a:xfrm>
              <a:off x="7149032" y="22423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4" name="pt37104"/>
            <p:cNvSpPr/>
            <p:nvPr/>
          </p:nvSpPr>
          <p:spPr>
            <a:xfrm>
              <a:off x="6936083" y="2115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5" name="pt37105"/>
            <p:cNvSpPr/>
            <p:nvPr/>
          </p:nvSpPr>
          <p:spPr>
            <a:xfrm>
              <a:off x="7045793" y="2221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6" name="pt37106"/>
            <p:cNvSpPr/>
            <p:nvPr/>
          </p:nvSpPr>
          <p:spPr>
            <a:xfrm>
              <a:off x="7166204" y="2071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7" name="pt37107"/>
            <p:cNvSpPr/>
            <p:nvPr/>
          </p:nvSpPr>
          <p:spPr>
            <a:xfrm>
              <a:off x="7212993" y="2221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8" name="pt37108"/>
            <p:cNvSpPr/>
            <p:nvPr/>
          </p:nvSpPr>
          <p:spPr>
            <a:xfrm>
              <a:off x="7158554" y="2142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9" name="pt37109"/>
            <p:cNvSpPr/>
            <p:nvPr/>
          </p:nvSpPr>
          <p:spPr>
            <a:xfrm>
              <a:off x="6993227" y="1993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0" name="pt37110"/>
            <p:cNvSpPr/>
            <p:nvPr/>
          </p:nvSpPr>
          <p:spPr>
            <a:xfrm>
              <a:off x="7132355" y="2199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1" name="pt37111"/>
            <p:cNvSpPr/>
            <p:nvPr/>
          </p:nvSpPr>
          <p:spPr>
            <a:xfrm>
              <a:off x="7091003" y="2242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2" name="pt37112"/>
            <p:cNvSpPr/>
            <p:nvPr/>
          </p:nvSpPr>
          <p:spPr>
            <a:xfrm>
              <a:off x="6861092" y="2168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3" name="pt37113"/>
            <p:cNvSpPr/>
            <p:nvPr/>
          </p:nvSpPr>
          <p:spPr>
            <a:xfrm>
              <a:off x="7072426" y="2241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4" name="pt37114"/>
            <p:cNvSpPr/>
            <p:nvPr/>
          </p:nvSpPr>
          <p:spPr>
            <a:xfrm>
              <a:off x="7302134" y="1986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5" name="pt37115"/>
            <p:cNvSpPr/>
            <p:nvPr/>
          </p:nvSpPr>
          <p:spPr>
            <a:xfrm>
              <a:off x="6886681" y="1996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6" name="pt37116"/>
            <p:cNvSpPr/>
            <p:nvPr/>
          </p:nvSpPr>
          <p:spPr>
            <a:xfrm>
              <a:off x="7196520" y="2045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7" name="pt37117"/>
            <p:cNvSpPr/>
            <p:nvPr/>
          </p:nvSpPr>
          <p:spPr>
            <a:xfrm>
              <a:off x="7076998" y="2149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8" name="pt37118"/>
            <p:cNvSpPr/>
            <p:nvPr/>
          </p:nvSpPr>
          <p:spPr>
            <a:xfrm>
              <a:off x="7128291" y="2147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9" name="pt37119"/>
            <p:cNvSpPr/>
            <p:nvPr/>
          </p:nvSpPr>
          <p:spPr>
            <a:xfrm>
              <a:off x="7097508" y="2188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0" name="pt37120"/>
            <p:cNvSpPr/>
            <p:nvPr/>
          </p:nvSpPr>
          <p:spPr>
            <a:xfrm>
              <a:off x="7248022" y="2167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1" name="pt37121"/>
            <p:cNvSpPr/>
            <p:nvPr/>
          </p:nvSpPr>
          <p:spPr>
            <a:xfrm>
              <a:off x="6891409" y="2043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2" name="pt37122"/>
            <p:cNvSpPr/>
            <p:nvPr/>
          </p:nvSpPr>
          <p:spPr>
            <a:xfrm>
              <a:off x="7398343" y="1931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3" name="pt37123"/>
            <p:cNvSpPr/>
            <p:nvPr/>
          </p:nvSpPr>
          <p:spPr>
            <a:xfrm>
              <a:off x="7132552" y="2087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4" name="pt37124"/>
            <p:cNvSpPr/>
            <p:nvPr/>
          </p:nvSpPr>
          <p:spPr>
            <a:xfrm>
              <a:off x="7031456" y="1937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5" name="pt37125"/>
            <p:cNvSpPr/>
            <p:nvPr/>
          </p:nvSpPr>
          <p:spPr>
            <a:xfrm>
              <a:off x="7474165" y="2425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6" name="pt37126"/>
            <p:cNvSpPr/>
            <p:nvPr/>
          </p:nvSpPr>
          <p:spPr>
            <a:xfrm>
              <a:off x="7152098" y="2363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7" name="pt37127"/>
            <p:cNvSpPr/>
            <p:nvPr/>
          </p:nvSpPr>
          <p:spPr>
            <a:xfrm>
              <a:off x="7047964" y="2063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8" name="pt37128"/>
            <p:cNvSpPr/>
            <p:nvPr/>
          </p:nvSpPr>
          <p:spPr>
            <a:xfrm>
              <a:off x="7249687" y="2127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9" name="pt37129"/>
            <p:cNvSpPr/>
            <p:nvPr/>
          </p:nvSpPr>
          <p:spPr>
            <a:xfrm>
              <a:off x="7013648" y="1841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0" name="pt37130"/>
            <p:cNvSpPr/>
            <p:nvPr/>
          </p:nvSpPr>
          <p:spPr>
            <a:xfrm>
              <a:off x="7566636" y="2366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1" name="pt37131"/>
            <p:cNvSpPr/>
            <p:nvPr/>
          </p:nvSpPr>
          <p:spPr>
            <a:xfrm>
              <a:off x="7187013" y="2169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2" name="pt37132"/>
            <p:cNvSpPr/>
            <p:nvPr/>
          </p:nvSpPr>
          <p:spPr>
            <a:xfrm>
              <a:off x="7447462" y="2828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3" name="pt37133"/>
            <p:cNvSpPr/>
            <p:nvPr/>
          </p:nvSpPr>
          <p:spPr>
            <a:xfrm>
              <a:off x="6862589" y="2158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4" name="pt37134"/>
            <p:cNvSpPr/>
            <p:nvPr/>
          </p:nvSpPr>
          <p:spPr>
            <a:xfrm>
              <a:off x="7201665" y="1986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5" name="pt37135"/>
            <p:cNvSpPr/>
            <p:nvPr/>
          </p:nvSpPr>
          <p:spPr>
            <a:xfrm>
              <a:off x="7088687" y="2249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6" name="pt37136"/>
            <p:cNvSpPr/>
            <p:nvPr/>
          </p:nvSpPr>
          <p:spPr>
            <a:xfrm>
              <a:off x="7219320" y="2265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7" name="pt37137"/>
            <p:cNvSpPr/>
            <p:nvPr/>
          </p:nvSpPr>
          <p:spPr>
            <a:xfrm>
              <a:off x="7240581" y="1837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8" name="pt37138"/>
            <p:cNvSpPr/>
            <p:nvPr/>
          </p:nvSpPr>
          <p:spPr>
            <a:xfrm>
              <a:off x="6766070" y="2314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9" name="pt37139"/>
            <p:cNvSpPr/>
            <p:nvPr/>
          </p:nvSpPr>
          <p:spPr>
            <a:xfrm>
              <a:off x="7197398" y="1940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0" name="pt37140"/>
            <p:cNvSpPr/>
            <p:nvPr/>
          </p:nvSpPr>
          <p:spPr>
            <a:xfrm>
              <a:off x="7016917" y="2054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1" name="pt37141"/>
            <p:cNvSpPr/>
            <p:nvPr/>
          </p:nvSpPr>
          <p:spPr>
            <a:xfrm>
              <a:off x="7249909" y="2172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2" name="pt37142"/>
            <p:cNvSpPr/>
            <p:nvPr/>
          </p:nvSpPr>
          <p:spPr>
            <a:xfrm>
              <a:off x="7438476" y="2653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3" name="pt37143"/>
            <p:cNvSpPr/>
            <p:nvPr/>
          </p:nvSpPr>
          <p:spPr>
            <a:xfrm>
              <a:off x="7142503" y="2279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4" name="pt37144"/>
            <p:cNvSpPr/>
            <p:nvPr/>
          </p:nvSpPr>
          <p:spPr>
            <a:xfrm>
              <a:off x="7119610" y="2165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5" name="pt37145"/>
            <p:cNvSpPr/>
            <p:nvPr/>
          </p:nvSpPr>
          <p:spPr>
            <a:xfrm>
              <a:off x="7082829" y="1931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6" name="pt37146"/>
            <p:cNvSpPr/>
            <p:nvPr/>
          </p:nvSpPr>
          <p:spPr>
            <a:xfrm>
              <a:off x="7046312" y="2291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7" name="pt37147"/>
            <p:cNvSpPr/>
            <p:nvPr/>
          </p:nvSpPr>
          <p:spPr>
            <a:xfrm>
              <a:off x="6983316" y="2029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8" name="pt37148"/>
            <p:cNvSpPr/>
            <p:nvPr/>
          </p:nvSpPr>
          <p:spPr>
            <a:xfrm>
              <a:off x="7232166" y="2047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9" name="pt37149"/>
            <p:cNvSpPr/>
            <p:nvPr/>
          </p:nvSpPr>
          <p:spPr>
            <a:xfrm>
              <a:off x="7280477" y="1867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0" name="pt37150"/>
            <p:cNvSpPr/>
            <p:nvPr/>
          </p:nvSpPr>
          <p:spPr>
            <a:xfrm>
              <a:off x="7140821" y="2186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1" name="pt37151"/>
            <p:cNvSpPr/>
            <p:nvPr/>
          </p:nvSpPr>
          <p:spPr>
            <a:xfrm>
              <a:off x="7255744" y="2031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2" name="pt37152"/>
            <p:cNvSpPr/>
            <p:nvPr/>
          </p:nvSpPr>
          <p:spPr>
            <a:xfrm>
              <a:off x="7271430" y="2028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3" name="pt37153"/>
            <p:cNvSpPr/>
            <p:nvPr/>
          </p:nvSpPr>
          <p:spPr>
            <a:xfrm>
              <a:off x="7167550" y="1992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4" name="pt37154"/>
            <p:cNvSpPr/>
            <p:nvPr/>
          </p:nvSpPr>
          <p:spPr>
            <a:xfrm>
              <a:off x="7247022" y="2267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5" name="pt37155"/>
            <p:cNvSpPr/>
            <p:nvPr/>
          </p:nvSpPr>
          <p:spPr>
            <a:xfrm>
              <a:off x="7119741" y="2188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6" name="pt37156"/>
            <p:cNvSpPr/>
            <p:nvPr/>
          </p:nvSpPr>
          <p:spPr>
            <a:xfrm>
              <a:off x="7064139" y="1734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7" name="pt37157"/>
            <p:cNvSpPr/>
            <p:nvPr/>
          </p:nvSpPr>
          <p:spPr>
            <a:xfrm>
              <a:off x="7219543" y="2034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8" name="pt37158"/>
            <p:cNvSpPr/>
            <p:nvPr/>
          </p:nvSpPr>
          <p:spPr>
            <a:xfrm>
              <a:off x="7229101" y="2078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9" name="pt37159"/>
            <p:cNvSpPr/>
            <p:nvPr/>
          </p:nvSpPr>
          <p:spPr>
            <a:xfrm>
              <a:off x="7161678" y="2049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0" name="pt37160"/>
            <p:cNvSpPr/>
            <p:nvPr/>
          </p:nvSpPr>
          <p:spPr>
            <a:xfrm>
              <a:off x="7259900" y="2002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1" name="pt37161"/>
            <p:cNvSpPr/>
            <p:nvPr/>
          </p:nvSpPr>
          <p:spPr>
            <a:xfrm>
              <a:off x="6758432" y="1634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2" name="pt37162"/>
            <p:cNvSpPr/>
            <p:nvPr/>
          </p:nvSpPr>
          <p:spPr>
            <a:xfrm>
              <a:off x="7308667" y="2033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3" name="pt37163"/>
            <p:cNvSpPr/>
            <p:nvPr/>
          </p:nvSpPr>
          <p:spPr>
            <a:xfrm>
              <a:off x="7120376" y="2073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4" name="pt37164"/>
            <p:cNvSpPr/>
            <p:nvPr/>
          </p:nvSpPr>
          <p:spPr>
            <a:xfrm>
              <a:off x="7214698" y="2175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5" name="pt37165"/>
            <p:cNvSpPr/>
            <p:nvPr/>
          </p:nvSpPr>
          <p:spPr>
            <a:xfrm>
              <a:off x="7094059" y="21460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6" name="pt37166"/>
            <p:cNvSpPr/>
            <p:nvPr/>
          </p:nvSpPr>
          <p:spPr>
            <a:xfrm>
              <a:off x="7188677" y="2092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7" name="pt37167"/>
            <p:cNvSpPr/>
            <p:nvPr/>
          </p:nvSpPr>
          <p:spPr>
            <a:xfrm>
              <a:off x="6921887" y="2174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8" name="pt37168"/>
            <p:cNvSpPr/>
            <p:nvPr/>
          </p:nvSpPr>
          <p:spPr>
            <a:xfrm>
              <a:off x="6949517" y="2057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9" name="pt37169"/>
            <p:cNvSpPr/>
            <p:nvPr/>
          </p:nvSpPr>
          <p:spPr>
            <a:xfrm>
              <a:off x="7287021" y="18543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0" name="pt37170"/>
            <p:cNvSpPr/>
            <p:nvPr/>
          </p:nvSpPr>
          <p:spPr>
            <a:xfrm>
              <a:off x="7215134" y="2146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1" name="pt37171"/>
            <p:cNvSpPr/>
            <p:nvPr/>
          </p:nvSpPr>
          <p:spPr>
            <a:xfrm>
              <a:off x="7230570" y="2096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2" name="pt37172"/>
            <p:cNvSpPr/>
            <p:nvPr/>
          </p:nvSpPr>
          <p:spPr>
            <a:xfrm>
              <a:off x="7088443" y="2166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3" name="pt37173"/>
            <p:cNvSpPr/>
            <p:nvPr/>
          </p:nvSpPr>
          <p:spPr>
            <a:xfrm>
              <a:off x="6662008" y="1770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4" name="pt37174"/>
            <p:cNvSpPr/>
            <p:nvPr/>
          </p:nvSpPr>
          <p:spPr>
            <a:xfrm>
              <a:off x="7113740" y="21515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5" name="pt37175"/>
            <p:cNvSpPr/>
            <p:nvPr/>
          </p:nvSpPr>
          <p:spPr>
            <a:xfrm>
              <a:off x="7237741" y="20153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6" name="pt37176"/>
            <p:cNvSpPr/>
            <p:nvPr/>
          </p:nvSpPr>
          <p:spPr>
            <a:xfrm>
              <a:off x="7222387" y="2110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7" name="pt37177"/>
            <p:cNvSpPr/>
            <p:nvPr/>
          </p:nvSpPr>
          <p:spPr>
            <a:xfrm>
              <a:off x="7326724" y="2077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8" name="pt37178"/>
            <p:cNvSpPr/>
            <p:nvPr/>
          </p:nvSpPr>
          <p:spPr>
            <a:xfrm>
              <a:off x="7252561" y="199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9" name="pt37179"/>
            <p:cNvSpPr/>
            <p:nvPr/>
          </p:nvSpPr>
          <p:spPr>
            <a:xfrm>
              <a:off x="7201105" y="2039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0" name="pt37180"/>
            <p:cNvSpPr/>
            <p:nvPr/>
          </p:nvSpPr>
          <p:spPr>
            <a:xfrm>
              <a:off x="7091678" y="2164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1" name="pt37181"/>
            <p:cNvSpPr/>
            <p:nvPr/>
          </p:nvSpPr>
          <p:spPr>
            <a:xfrm>
              <a:off x="7003394" y="1991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2" name="pt37182"/>
            <p:cNvSpPr/>
            <p:nvPr/>
          </p:nvSpPr>
          <p:spPr>
            <a:xfrm>
              <a:off x="6974112" y="2005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3" name="pt37183"/>
            <p:cNvSpPr/>
            <p:nvPr/>
          </p:nvSpPr>
          <p:spPr>
            <a:xfrm>
              <a:off x="7183598" y="1996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4" name="pt37184"/>
            <p:cNvSpPr/>
            <p:nvPr/>
          </p:nvSpPr>
          <p:spPr>
            <a:xfrm>
              <a:off x="7227963" y="2078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5" name="pt37185"/>
            <p:cNvSpPr/>
            <p:nvPr/>
          </p:nvSpPr>
          <p:spPr>
            <a:xfrm>
              <a:off x="7016233" y="2050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6" name="pt37186"/>
            <p:cNvSpPr/>
            <p:nvPr/>
          </p:nvSpPr>
          <p:spPr>
            <a:xfrm>
              <a:off x="6842090" y="2285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7" name="pt37187"/>
            <p:cNvSpPr/>
            <p:nvPr/>
          </p:nvSpPr>
          <p:spPr>
            <a:xfrm>
              <a:off x="7596477" y="2273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8" name="pt37188"/>
            <p:cNvSpPr/>
            <p:nvPr/>
          </p:nvSpPr>
          <p:spPr>
            <a:xfrm>
              <a:off x="6840869" y="2272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9" name="pt37189"/>
            <p:cNvSpPr/>
            <p:nvPr/>
          </p:nvSpPr>
          <p:spPr>
            <a:xfrm>
              <a:off x="6928289" y="2233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0" name="pt37190"/>
            <p:cNvSpPr/>
            <p:nvPr/>
          </p:nvSpPr>
          <p:spPr>
            <a:xfrm>
              <a:off x="7088534" y="2245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1" name="pt37191"/>
            <p:cNvSpPr/>
            <p:nvPr/>
          </p:nvSpPr>
          <p:spPr>
            <a:xfrm>
              <a:off x="6983747" y="2049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2" name="pt37192"/>
            <p:cNvSpPr/>
            <p:nvPr/>
          </p:nvSpPr>
          <p:spPr>
            <a:xfrm>
              <a:off x="7247638" y="2163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3" name="pt37193"/>
            <p:cNvSpPr/>
            <p:nvPr/>
          </p:nvSpPr>
          <p:spPr>
            <a:xfrm>
              <a:off x="7088782" y="2219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4" name="pt37194"/>
            <p:cNvSpPr/>
            <p:nvPr/>
          </p:nvSpPr>
          <p:spPr>
            <a:xfrm>
              <a:off x="7076086" y="2310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5" name="pt37195"/>
            <p:cNvSpPr/>
            <p:nvPr/>
          </p:nvSpPr>
          <p:spPr>
            <a:xfrm>
              <a:off x="7383806" y="2242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6" name="pt37196"/>
            <p:cNvSpPr/>
            <p:nvPr/>
          </p:nvSpPr>
          <p:spPr>
            <a:xfrm>
              <a:off x="7194077" y="2003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7" name="pt37197"/>
            <p:cNvSpPr/>
            <p:nvPr/>
          </p:nvSpPr>
          <p:spPr>
            <a:xfrm>
              <a:off x="7003477" y="1995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8" name="pt37198"/>
            <p:cNvSpPr/>
            <p:nvPr/>
          </p:nvSpPr>
          <p:spPr>
            <a:xfrm>
              <a:off x="7099718" y="2191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9" name="pt37199"/>
            <p:cNvSpPr/>
            <p:nvPr/>
          </p:nvSpPr>
          <p:spPr>
            <a:xfrm>
              <a:off x="7063278" y="1831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0" name="pt37200"/>
            <p:cNvSpPr/>
            <p:nvPr/>
          </p:nvSpPr>
          <p:spPr>
            <a:xfrm>
              <a:off x="6982834" y="1939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1" name="pt37201"/>
            <p:cNvSpPr/>
            <p:nvPr/>
          </p:nvSpPr>
          <p:spPr>
            <a:xfrm>
              <a:off x="7232283" y="2135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2" name="pt37202"/>
            <p:cNvSpPr/>
            <p:nvPr/>
          </p:nvSpPr>
          <p:spPr>
            <a:xfrm>
              <a:off x="7119081" y="2153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3" name="pt37203"/>
            <p:cNvSpPr/>
            <p:nvPr/>
          </p:nvSpPr>
          <p:spPr>
            <a:xfrm>
              <a:off x="7054073" y="2242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4" name="pt37204"/>
            <p:cNvSpPr/>
            <p:nvPr/>
          </p:nvSpPr>
          <p:spPr>
            <a:xfrm>
              <a:off x="7065652" y="1742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5" name="pt37205"/>
            <p:cNvSpPr/>
            <p:nvPr/>
          </p:nvSpPr>
          <p:spPr>
            <a:xfrm>
              <a:off x="6963169" y="2028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6" name="pt37206"/>
            <p:cNvSpPr/>
            <p:nvPr/>
          </p:nvSpPr>
          <p:spPr>
            <a:xfrm>
              <a:off x="7124675" y="2148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7" name="pt37207"/>
            <p:cNvSpPr/>
            <p:nvPr/>
          </p:nvSpPr>
          <p:spPr>
            <a:xfrm>
              <a:off x="7087418" y="2147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8" name="pt37208"/>
            <p:cNvSpPr/>
            <p:nvPr/>
          </p:nvSpPr>
          <p:spPr>
            <a:xfrm>
              <a:off x="6873973" y="2304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9" name="pt37209"/>
            <p:cNvSpPr/>
            <p:nvPr/>
          </p:nvSpPr>
          <p:spPr>
            <a:xfrm>
              <a:off x="7195611" y="2009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0" name="pt37210"/>
            <p:cNvSpPr/>
            <p:nvPr/>
          </p:nvSpPr>
          <p:spPr>
            <a:xfrm>
              <a:off x="7183786" y="2152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1" name="pt37211"/>
            <p:cNvSpPr/>
            <p:nvPr/>
          </p:nvSpPr>
          <p:spPr>
            <a:xfrm>
              <a:off x="7181327" y="2068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2" name="pt37212"/>
            <p:cNvSpPr/>
            <p:nvPr/>
          </p:nvSpPr>
          <p:spPr>
            <a:xfrm>
              <a:off x="7131428" y="2147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3" name="pt37213"/>
            <p:cNvSpPr/>
            <p:nvPr/>
          </p:nvSpPr>
          <p:spPr>
            <a:xfrm>
              <a:off x="7157072" y="2212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4" name="pt37214"/>
            <p:cNvSpPr/>
            <p:nvPr/>
          </p:nvSpPr>
          <p:spPr>
            <a:xfrm>
              <a:off x="7101816" y="21128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5" name="pt37215"/>
            <p:cNvSpPr/>
            <p:nvPr/>
          </p:nvSpPr>
          <p:spPr>
            <a:xfrm>
              <a:off x="7121238" y="2084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6" name="pt37216"/>
            <p:cNvSpPr/>
            <p:nvPr/>
          </p:nvSpPr>
          <p:spPr>
            <a:xfrm>
              <a:off x="7120865" y="2014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7" name="pt37217"/>
            <p:cNvSpPr/>
            <p:nvPr/>
          </p:nvSpPr>
          <p:spPr>
            <a:xfrm>
              <a:off x="7156040" y="2263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8" name="pt37218"/>
            <p:cNvSpPr/>
            <p:nvPr/>
          </p:nvSpPr>
          <p:spPr>
            <a:xfrm>
              <a:off x="7331413" y="1971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9" name="pt37219"/>
            <p:cNvSpPr/>
            <p:nvPr/>
          </p:nvSpPr>
          <p:spPr>
            <a:xfrm>
              <a:off x="7350101" y="2158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0" name="pt37220"/>
            <p:cNvSpPr/>
            <p:nvPr/>
          </p:nvSpPr>
          <p:spPr>
            <a:xfrm>
              <a:off x="6942725" y="2071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1" name="pt37221"/>
            <p:cNvSpPr/>
            <p:nvPr/>
          </p:nvSpPr>
          <p:spPr>
            <a:xfrm>
              <a:off x="7131053" y="2098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2" name="pt37222"/>
            <p:cNvSpPr/>
            <p:nvPr/>
          </p:nvSpPr>
          <p:spPr>
            <a:xfrm>
              <a:off x="7005370" y="1836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3" name="pt37223"/>
            <p:cNvSpPr/>
            <p:nvPr/>
          </p:nvSpPr>
          <p:spPr>
            <a:xfrm>
              <a:off x="7357138" y="23877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4" name="pt37224"/>
            <p:cNvSpPr/>
            <p:nvPr/>
          </p:nvSpPr>
          <p:spPr>
            <a:xfrm>
              <a:off x="7069730" y="2099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5" name="pt37225"/>
            <p:cNvSpPr/>
            <p:nvPr/>
          </p:nvSpPr>
          <p:spPr>
            <a:xfrm>
              <a:off x="7263005" y="196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6" name="pt37226"/>
            <p:cNvSpPr/>
            <p:nvPr/>
          </p:nvSpPr>
          <p:spPr>
            <a:xfrm>
              <a:off x="7244434" y="2175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7" name="pt37227"/>
            <p:cNvSpPr/>
            <p:nvPr/>
          </p:nvSpPr>
          <p:spPr>
            <a:xfrm>
              <a:off x="7119665" y="2185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8" name="pt37228"/>
            <p:cNvSpPr/>
            <p:nvPr/>
          </p:nvSpPr>
          <p:spPr>
            <a:xfrm>
              <a:off x="7376508" y="2481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9" name="pt37229"/>
            <p:cNvSpPr/>
            <p:nvPr/>
          </p:nvSpPr>
          <p:spPr>
            <a:xfrm>
              <a:off x="7133765" y="2071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0" name="pt37230"/>
            <p:cNvSpPr/>
            <p:nvPr/>
          </p:nvSpPr>
          <p:spPr>
            <a:xfrm>
              <a:off x="7092149" y="2220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1" name="pt37231"/>
            <p:cNvSpPr/>
            <p:nvPr/>
          </p:nvSpPr>
          <p:spPr>
            <a:xfrm>
              <a:off x="7075728" y="2240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2" name="pt37232"/>
            <p:cNvSpPr/>
            <p:nvPr/>
          </p:nvSpPr>
          <p:spPr>
            <a:xfrm>
              <a:off x="7513879" y="2338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3" name="pt37233"/>
            <p:cNvSpPr/>
            <p:nvPr/>
          </p:nvSpPr>
          <p:spPr>
            <a:xfrm>
              <a:off x="6994228" y="2089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4" name="pt37234"/>
            <p:cNvSpPr/>
            <p:nvPr/>
          </p:nvSpPr>
          <p:spPr>
            <a:xfrm>
              <a:off x="7179246" y="2047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5" name="pt37235"/>
            <p:cNvSpPr/>
            <p:nvPr/>
          </p:nvSpPr>
          <p:spPr>
            <a:xfrm>
              <a:off x="7302151" y="1936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6" name="pt37236"/>
            <p:cNvSpPr/>
            <p:nvPr/>
          </p:nvSpPr>
          <p:spPr>
            <a:xfrm>
              <a:off x="7106846" y="2219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7" name="pt37237"/>
            <p:cNvSpPr/>
            <p:nvPr/>
          </p:nvSpPr>
          <p:spPr>
            <a:xfrm>
              <a:off x="7175894" y="2139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8" name="pt37238"/>
            <p:cNvSpPr/>
            <p:nvPr/>
          </p:nvSpPr>
          <p:spPr>
            <a:xfrm>
              <a:off x="7278883" y="2068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9" name="pt37239"/>
            <p:cNvSpPr/>
            <p:nvPr/>
          </p:nvSpPr>
          <p:spPr>
            <a:xfrm>
              <a:off x="7188456" y="2032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0" name="pt37240"/>
            <p:cNvSpPr/>
            <p:nvPr/>
          </p:nvSpPr>
          <p:spPr>
            <a:xfrm>
              <a:off x="6956889" y="205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1" name="pt37241"/>
            <p:cNvSpPr/>
            <p:nvPr/>
          </p:nvSpPr>
          <p:spPr>
            <a:xfrm>
              <a:off x="7532497" y="2495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2" name="pt37242"/>
            <p:cNvSpPr/>
            <p:nvPr/>
          </p:nvSpPr>
          <p:spPr>
            <a:xfrm>
              <a:off x="6959272" y="2046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3" name="pt37243"/>
            <p:cNvSpPr/>
            <p:nvPr/>
          </p:nvSpPr>
          <p:spPr>
            <a:xfrm>
              <a:off x="7192809" y="1969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4" name="pt37244"/>
            <p:cNvSpPr/>
            <p:nvPr/>
          </p:nvSpPr>
          <p:spPr>
            <a:xfrm>
              <a:off x="7063817" y="1742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5" name="pt37245"/>
            <p:cNvSpPr/>
            <p:nvPr/>
          </p:nvSpPr>
          <p:spPr>
            <a:xfrm>
              <a:off x="7132765" y="2137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6" name="pt37246"/>
            <p:cNvSpPr/>
            <p:nvPr/>
          </p:nvSpPr>
          <p:spPr>
            <a:xfrm>
              <a:off x="7137091" y="2212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7" name="pt37247"/>
            <p:cNvSpPr/>
            <p:nvPr/>
          </p:nvSpPr>
          <p:spPr>
            <a:xfrm>
              <a:off x="7276405" y="2052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8" name="pt37248"/>
            <p:cNvSpPr/>
            <p:nvPr/>
          </p:nvSpPr>
          <p:spPr>
            <a:xfrm>
              <a:off x="6886664" y="2002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9" name="pt37249"/>
            <p:cNvSpPr/>
            <p:nvPr/>
          </p:nvSpPr>
          <p:spPr>
            <a:xfrm>
              <a:off x="7145456" y="2294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0" name="pt37250"/>
            <p:cNvSpPr/>
            <p:nvPr/>
          </p:nvSpPr>
          <p:spPr>
            <a:xfrm>
              <a:off x="7206308" y="2048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1" name="pt37251"/>
            <p:cNvSpPr/>
            <p:nvPr/>
          </p:nvSpPr>
          <p:spPr>
            <a:xfrm>
              <a:off x="7263792" y="2098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2" name="pt37252"/>
            <p:cNvSpPr/>
            <p:nvPr/>
          </p:nvSpPr>
          <p:spPr>
            <a:xfrm>
              <a:off x="7058524" y="21195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3" name="pt37253"/>
            <p:cNvSpPr/>
            <p:nvPr/>
          </p:nvSpPr>
          <p:spPr>
            <a:xfrm>
              <a:off x="7190417" y="2072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4" name="pt37254"/>
            <p:cNvSpPr/>
            <p:nvPr/>
          </p:nvSpPr>
          <p:spPr>
            <a:xfrm>
              <a:off x="7106331" y="2223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5" name="pt37255"/>
            <p:cNvSpPr/>
            <p:nvPr/>
          </p:nvSpPr>
          <p:spPr>
            <a:xfrm>
              <a:off x="7350247" y="2131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6" name="pt37256"/>
            <p:cNvSpPr/>
            <p:nvPr/>
          </p:nvSpPr>
          <p:spPr>
            <a:xfrm>
              <a:off x="7277118" y="2052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7" name="pt37257"/>
            <p:cNvSpPr/>
            <p:nvPr/>
          </p:nvSpPr>
          <p:spPr>
            <a:xfrm>
              <a:off x="7072342" y="2254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8" name="pt37258"/>
            <p:cNvSpPr/>
            <p:nvPr/>
          </p:nvSpPr>
          <p:spPr>
            <a:xfrm>
              <a:off x="7045809" y="2244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9" name="pt37259"/>
            <p:cNvSpPr/>
            <p:nvPr/>
          </p:nvSpPr>
          <p:spPr>
            <a:xfrm>
              <a:off x="6711337" y="1581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0" name="pt37260"/>
            <p:cNvSpPr/>
            <p:nvPr/>
          </p:nvSpPr>
          <p:spPr>
            <a:xfrm>
              <a:off x="6941156" y="2135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1" name="pt37261"/>
            <p:cNvSpPr/>
            <p:nvPr/>
          </p:nvSpPr>
          <p:spPr>
            <a:xfrm>
              <a:off x="6891114" y="1942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2" name="pt37262"/>
            <p:cNvSpPr/>
            <p:nvPr/>
          </p:nvSpPr>
          <p:spPr>
            <a:xfrm>
              <a:off x="7177202" y="208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3" name="pt37263"/>
            <p:cNvSpPr/>
            <p:nvPr/>
          </p:nvSpPr>
          <p:spPr>
            <a:xfrm>
              <a:off x="7129033" y="2130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4" name="pt37264"/>
            <p:cNvSpPr/>
            <p:nvPr/>
          </p:nvSpPr>
          <p:spPr>
            <a:xfrm>
              <a:off x="7093505" y="2241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5" name="pt37265"/>
            <p:cNvSpPr/>
            <p:nvPr/>
          </p:nvSpPr>
          <p:spPr>
            <a:xfrm>
              <a:off x="7284671" y="2002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6" name="pt37266"/>
            <p:cNvSpPr/>
            <p:nvPr/>
          </p:nvSpPr>
          <p:spPr>
            <a:xfrm>
              <a:off x="7292900" y="1995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7" name="pt37267"/>
            <p:cNvSpPr/>
            <p:nvPr/>
          </p:nvSpPr>
          <p:spPr>
            <a:xfrm>
              <a:off x="7420118" y="2554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8" name="pt37268"/>
            <p:cNvSpPr/>
            <p:nvPr/>
          </p:nvSpPr>
          <p:spPr>
            <a:xfrm>
              <a:off x="6898770" y="20239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9" name="pt37269"/>
            <p:cNvSpPr/>
            <p:nvPr/>
          </p:nvSpPr>
          <p:spPr>
            <a:xfrm>
              <a:off x="7102974" y="2127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0" name="pt37270"/>
            <p:cNvSpPr/>
            <p:nvPr/>
          </p:nvSpPr>
          <p:spPr>
            <a:xfrm>
              <a:off x="7131676" y="2155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1" name="pt37271"/>
            <p:cNvSpPr/>
            <p:nvPr/>
          </p:nvSpPr>
          <p:spPr>
            <a:xfrm>
              <a:off x="7363574" y="2352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2" name="pt37272"/>
            <p:cNvSpPr/>
            <p:nvPr/>
          </p:nvSpPr>
          <p:spPr>
            <a:xfrm>
              <a:off x="6837266" y="2249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3" name="pt37273"/>
            <p:cNvSpPr/>
            <p:nvPr/>
          </p:nvSpPr>
          <p:spPr>
            <a:xfrm>
              <a:off x="7164692" y="2110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4" name="pt37274"/>
            <p:cNvSpPr/>
            <p:nvPr/>
          </p:nvSpPr>
          <p:spPr>
            <a:xfrm>
              <a:off x="7381336" y="2161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5" name="pt37275"/>
            <p:cNvSpPr/>
            <p:nvPr/>
          </p:nvSpPr>
          <p:spPr>
            <a:xfrm>
              <a:off x="7109147" y="21243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6" name="pt37276"/>
            <p:cNvSpPr/>
            <p:nvPr/>
          </p:nvSpPr>
          <p:spPr>
            <a:xfrm>
              <a:off x="7167019" y="19813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7" name="pt37277"/>
            <p:cNvSpPr/>
            <p:nvPr/>
          </p:nvSpPr>
          <p:spPr>
            <a:xfrm>
              <a:off x="7190844" y="2054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8" name="pt37278"/>
            <p:cNvSpPr/>
            <p:nvPr/>
          </p:nvSpPr>
          <p:spPr>
            <a:xfrm>
              <a:off x="7215356" y="2249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9" name="pt37279"/>
            <p:cNvSpPr/>
            <p:nvPr/>
          </p:nvSpPr>
          <p:spPr>
            <a:xfrm>
              <a:off x="7304525" y="1977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0" name="pt37280"/>
            <p:cNvSpPr/>
            <p:nvPr/>
          </p:nvSpPr>
          <p:spPr>
            <a:xfrm>
              <a:off x="7123278" y="213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1" name="pt37281"/>
            <p:cNvSpPr/>
            <p:nvPr/>
          </p:nvSpPr>
          <p:spPr>
            <a:xfrm>
              <a:off x="7112119" y="2159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2" name="pt37282"/>
            <p:cNvSpPr/>
            <p:nvPr/>
          </p:nvSpPr>
          <p:spPr>
            <a:xfrm>
              <a:off x="7564127" y="2475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3" name="pt37283"/>
            <p:cNvSpPr/>
            <p:nvPr/>
          </p:nvSpPr>
          <p:spPr>
            <a:xfrm>
              <a:off x="6964639" y="2028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4" name="pt37284"/>
            <p:cNvSpPr/>
            <p:nvPr/>
          </p:nvSpPr>
          <p:spPr>
            <a:xfrm>
              <a:off x="7273641" y="1894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5" name="pt37285"/>
            <p:cNvSpPr/>
            <p:nvPr/>
          </p:nvSpPr>
          <p:spPr>
            <a:xfrm>
              <a:off x="7114490" y="2113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6" name="pt37286"/>
            <p:cNvSpPr/>
            <p:nvPr/>
          </p:nvSpPr>
          <p:spPr>
            <a:xfrm>
              <a:off x="7434981" y="2405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7" name="pt37287"/>
            <p:cNvSpPr/>
            <p:nvPr/>
          </p:nvSpPr>
          <p:spPr>
            <a:xfrm>
              <a:off x="7099135" y="2263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8" name="pt37288"/>
            <p:cNvSpPr/>
            <p:nvPr/>
          </p:nvSpPr>
          <p:spPr>
            <a:xfrm>
              <a:off x="7078510" y="2096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9" name="pt37289"/>
            <p:cNvSpPr/>
            <p:nvPr/>
          </p:nvSpPr>
          <p:spPr>
            <a:xfrm>
              <a:off x="7220897" y="2027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0" name="pt37290"/>
            <p:cNvSpPr/>
            <p:nvPr/>
          </p:nvSpPr>
          <p:spPr>
            <a:xfrm>
              <a:off x="7248160" y="2149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1" name="pt37291"/>
            <p:cNvSpPr/>
            <p:nvPr/>
          </p:nvSpPr>
          <p:spPr>
            <a:xfrm>
              <a:off x="7108849" y="21381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2" name="pt37292"/>
            <p:cNvSpPr/>
            <p:nvPr/>
          </p:nvSpPr>
          <p:spPr>
            <a:xfrm>
              <a:off x="7016558" y="1907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3" name="pt37293"/>
            <p:cNvSpPr/>
            <p:nvPr/>
          </p:nvSpPr>
          <p:spPr>
            <a:xfrm>
              <a:off x="7014756" y="1824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4" name="pt37294"/>
            <p:cNvSpPr/>
            <p:nvPr/>
          </p:nvSpPr>
          <p:spPr>
            <a:xfrm>
              <a:off x="7209043" y="2240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5" name="pt37295"/>
            <p:cNvSpPr/>
            <p:nvPr/>
          </p:nvSpPr>
          <p:spPr>
            <a:xfrm>
              <a:off x="7547504" y="2506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6" name="pt37296"/>
            <p:cNvSpPr/>
            <p:nvPr/>
          </p:nvSpPr>
          <p:spPr>
            <a:xfrm>
              <a:off x="6949957" y="2057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7" name="pt37297"/>
            <p:cNvSpPr/>
            <p:nvPr/>
          </p:nvSpPr>
          <p:spPr>
            <a:xfrm>
              <a:off x="7261409" y="2045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8" name="pt37298"/>
            <p:cNvSpPr/>
            <p:nvPr/>
          </p:nvSpPr>
          <p:spPr>
            <a:xfrm>
              <a:off x="7163640" y="2067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9" name="pt37299"/>
            <p:cNvSpPr/>
            <p:nvPr/>
          </p:nvSpPr>
          <p:spPr>
            <a:xfrm>
              <a:off x="6885314" y="1743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0" name="pt37300"/>
            <p:cNvSpPr/>
            <p:nvPr/>
          </p:nvSpPr>
          <p:spPr>
            <a:xfrm>
              <a:off x="7388091" y="2120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1" name="pt37301"/>
            <p:cNvSpPr/>
            <p:nvPr/>
          </p:nvSpPr>
          <p:spPr>
            <a:xfrm>
              <a:off x="7096026" y="20400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2" name="pt37302"/>
            <p:cNvSpPr/>
            <p:nvPr/>
          </p:nvSpPr>
          <p:spPr>
            <a:xfrm>
              <a:off x="7242129" y="2283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3" name="pt37303"/>
            <p:cNvSpPr/>
            <p:nvPr/>
          </p:nvSpPr>
          <p:spPr>
            <a:xfrm>
              <a:off x="7232505" y="2217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4" name="pt37304"/>
            <p:cNvSpPr/>
            <p:nvPr/>
          </p:nvSpPr>
          <p:spPr>
            <a:xfrm>
              <a:off x="7007641" y="19666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5" name="pt37305"/>
            <p:cNvSpPr/>
            <p:nvPr/>
          </p:nvSpPr>
          <p:spPr>
            <a:xfrm>
              <a:off x="7094323" y="2193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6" name="pt37306"/>
            <p:cNvSpPr/>
            <p:nvPr/>
          </p:nvSpPr>
          <p:spPr>
            <a:xfrm>
              <a:off x="7086475" y="2049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7" name="pt37307"/>
            <p:cNvSpPr/>
            <p:nvPr/>
          </p:nvSpPr>
          <p:spPr>
            <a:xfrm>
              <a:off x="7119792" y="2108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8" name="pt37308"/>
            <p:cNvSpPr/>
            <p:nvPr/>
          </p:nvSpPr>
          <p:spPr>
            <a:xfrm>
              <a:off x="7389976" y="1997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9" name="pt37309"/>
            <p:cNvSpPr/>
            <p:nvPr/>
          </p:nvSpPr>
          <p:spPr>
            <a:xfrm>
              <a:off x="6800792" y="2171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0" name="pt37310"/>
            <p:cNvSpPr/>
            <p:nvPr/>
          </p:nvSpPr>
          <p:spPr>
            <a:xfrm>
              <a:off x="6873819" y="2260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1" name="pt37311"/>
            <p:cNvSpPr/>
            <p:nvPr/>
          </p:nvSpPr>
          <p:spPr>
            <a:xfrm>
              <a:off x="7300848" y="1921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2" name="pt37312"/>
            <p:cNvSpPr/>
            <p:nvPr/>
          </p:nvSpPr>
          <p:spPr>
            <a:xfrm>
              <a:off x="7163190" y="2114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3" name="pt37313"/>
            <p:cNvSpPr/>
            <p:nvPr/>
          </p:nvSpPr>
          <p:spPr>
            <a:xfrm>
              <a:off x="7029754" y="1932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4" name="pt37314"/>
            <p:cNvSpPr/>
            <p:nvPr/>
          </p:nvSpPr>
          <p:spPr>
            <a:xfrm>
              <a:off x="7032377" y="1763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5" name="pt37315"/>
            <p:cNvSpPr/>
            <p:nvPr/>
          </p:nvSpPr>
          <p:spPr>
            <a:xfrm>
              <a:off x="6943589" y="21858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6" name="pt37316"/>
            <p:cNvSpPr/>
            <p:nvPr/>
          </p:nvSpPr>
          <p:spPr>
            <a:xfrm>
              <a:off x="7239669" y="1925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7" name="pt37317"/>
            <p:cNvSpPr/>
            <p:nvPr/>
          </p:nvSpPr>
          <p:spPr>
            <a:xfrm>
              <a:off x="7124860" y="1960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8" name="pt37318"/>
            <p:cNvSpPr/>
            <p:nvPr/>
          </p:nvSpPr>
          <p:spPr>
            <a:xfrm>
              <a:off x="7109918" y="2130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9" name="pt37319"/>
            <p:cNvSpPr/>
            <p:nvPr/>
          </p:nvSpPr>
          <p:spPr>
            <a:xfrm>
              <a:off x="7181897" y="20999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0" name="pt37320"/>
            <p:cNvSpPr/>
            <p:nvPr/>
          </p:nvSpPr>
          <p:spPr>
            <a:xfrm>
              <a:off x="6773758" y="2711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1" name="pt37321"/>
            <p:cNvSpPr/>
            <p:nvPr/>
          </p:nvSpPr>
          <p:spPr>
            <a:xfrm>
              <a:off x="7091640" y="21876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2" name="pt37322"/>
            <p:cNvSpPr/>
            <p:nvPr/>
          </p:nvSpPr>
          <p:spPr>
            <a:xfrm>
              <a:off x="7149368" y="2304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3" name="pt37323"/>
            <p:cNvSpPr/>
            <p:nvPr/>
          </p:nvSpPr>
          <p:spPr>
            <a:xfrm>
              <a:off x="7320180" y="2029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4" name="pt37324"/>
            <p:cNvSpPr/>
            <p:nvPr/>
          </p:nvSpPr>
          <p:spPr>
            <a:xfrm>
              <a:off x="7019853" y="205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5" name="pt37325"/>
            <p:cNvSpPr/>
            <p:nvPr/>
          </p:nvSpPr>
          <p:spPr>
            <a:xfrm>
              <a:off x="6806215" y="2416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6" name="pt37326"/>
            <p:cNvSpPr/>
            <p:nvPr/>
          </p:nvSpPr>
          <p:spPr>
            <a:xfrm>
              <a:off x="7114584" y="2069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7" name="pt37327"/>
            <p:cNvSpPr/>
            <p:nvPr/>
          </p:nvSpPr>
          <p:spPr>
            <a:xfrm>
              <a:off x="7032048" y="1975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8" name="pt37328"/>
            <p:cNvSpPr/>
            <p:nvPr/>
          </p:nvSpPr>
          <p:spPr>
            <a:xfrm>
              <a:off x="7113384" y="2074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9" name="pt37329"/>
            <p:cNvSpPr/>
            <p:nvPr/>
          </p:nvSpPr>
          <p:spPr>
            <a:xfrm>
              <a:off x="7298935" y="2089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0" name="pt37330"/>
            <p:cNvSpPr/>
            <p:nvPr/>
          </p:nvSpPr>
          <p:spPr>
            <a:xfrm>
              <a:off x="7310412" y="2051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1" name="pt37331"/>
            <p:cNvSpPr/>
            <p:nvPr/>
          </p:nvSpPr>
          <p:spPr>
            <a:xfrm>
              <a:off x="7057051" y="2080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2" name="pt37332"/>
            <p:cNvSpPr/>
            <p:nvPr/>
          </p:nvSpPr>
          <p:spPr>
            <a:xfrm>
              <a:off x="6987641" y="1935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3" name="pt37333"/>
            <p:cNvSpPr/>
            <p:nvPr/>
          </p:nvSpPr>
          <p:spPr>
            <a:xfrm>
              <a:off x="7489468" y="2371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4" name="pt37334"/>
            <p:cNvSpPr/>
            <p:nvPr/>
          </p:nvSpPr>
          <p:spPr>
            <a:xfrm>
              <a:off x="6974100" y="1924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5" name="pt37335"/>
            <p:cNvSpPr/>
            <p:nvPr/>
          </p:nvSpPr>
          <p:spPr>
            <a:xfrm>
              <a:off x="7195688" y="2013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6" name="pt37336"/>
            <p:cNvSpPr/>
            <p:nvPr/>
          </p:nvSpPr>
          <p:spPr>
            <a:xfrm>
              <a:off x="6944290" y="2196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7" name="pt37337"/>
            <p:cNvSpPr/>
            <p:nvPr/>
          </p:nvSpPr>
          <p:spPr>
            <a:xfrm>
              <a:off x="6954636" y="2171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8" name="pt37338"/>
            <p:cNvSpPr/>
            <p:nvPr/>
          </p:nvSpPr>
          <p:spPr>
            <a:xfrm>
              <a:off x="7027782" y="1861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9" name="pt37339"/>
            <p:cNvSpPr/>
            <p:nvPr/>
          </p:nvSpPr>
          <p:spPr>
            <a:xfrm>
              <a:off x="7173829" y="1960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0" name="pt37340"/>
            <p:cNvSpPr/>
            <p:nvPr/>
          </p:nvSpPr>
          <p:spPr>
            <a:xfrm>
              <a:off x="7206193" y="2183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1" name="pt37341"/>
            <p:cNvSpPr/>
            <p:nvPr/>
          </p:nvSpPr>
          <p:spPr>
            <a:xfrm>
              <a:off x="7252520" y="1900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2" name="pt37342"/>
            <p:cNvSpPr/>
            <p:nvPr/>
          </p:nvSpPr>
          <p:spPr>
            <a:xfrm>
              <a:off x="7101977" y="2256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3" name="pt37343"/>
            <p:cNvSpPr/>
            <p:nvPr/>
          </p:nvSpPr>
          <p:spPr>
            <a:xfrm>
              <a:off x="6927307" y="2135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4" name="pt37344"/>
            <p:cNvSpPr/>
            <p:nvPr/>
          </p:nvSpPr>
          <p:spPr>
            <a:xfrm>
              <a:off x="6853334" y="241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5" name="pt37345"/>
            <p:cNvSpPr/>
            <p:nvPr/>
          </p:nvSpPr>
          <p:spPr>
            <a:xfrm>
              <a:off x="7275982" y="2049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6" name="pt37346"/>
            <p:cNvSpPr/>
            <p:nvPr/>
          </p:nvSpPr>
          <p:spPr>
            <a:xfrm>
              <a:off x="7679242" y="2061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7" name="pt37347"/>
            <p:cNvSpPr/>
            <p:nvPr/>
          </p:nvSpPr>
          <p:spPr>
            <a:xfrm>
              <a:off x="6953806" y="2210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8" name="pt37348"/>
            <p:cNvSpPr/>
            <p:nvPr/>
          </p:nvSpPr>
          <p:spPr>
            <a:xfrm>
              <a:off x="7070090" y="2061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9" name="pt37349"/>
            <p:cNvSpPr/>
            <p:nvPr/>
          </p:nvSpPr>
          <p:spPr>
            <a:xfrm>
              <a:off x="6932645" y="2184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0" name="pt37350"/>
            <p:cNvSpPr/>
            <p:nvPr/>
          </p:nvSpPr>
          <p:spPr>
            <a:xfrm>
              <a:off x="7100084" y="2198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1" name="pt37351"/>
            <p:cNvSpPr/>
            <p:nvPr/>
          </p:nvSpPr>
          <p:spPr>
            <a:xfrm>
              <a:off x="7140157" y="2195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2" name="pt37352"/>
            <p:cNvSpPr/>
            <p:nvPr/>
          </p:nvSpPr>
          <p:spPr>
            <a:xfrm>
              <a:off x="7084718" y="2106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3" name="pt37353"/>
            <p:cNvSpPr/>
            <p:nvPr/>
          </p:nvSpPr>
          <p:spPr>
            <a:xfrm>
              <a:off x="6996412" y="2028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4" name="pt37354"/>
            <p:cNvSpPr/>
            <p:nvPr/>
          </p:nvSpPr>
          <p:spPr>
            <a:xfrm>
              <a:off x="7401373" y="24727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5" name="pt37355"/>
            <p:cNvSpPr/>
            <p:nvPr/>
          </p:nvSpPr>
          <p:spPr>
            <a:xfrm>
              <a:off x="7373380" y="2482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6" name="pt37356"/>
            <p:cNvSpPr/>
            <p:nvPr/>
          </p:nvSpPr>
          <p:spPr>
            <a:xfrm>
              <a:off x="7097907" y="2132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7" name="pt37357"/>
            <p:cNvSpPr/>
            <p:nvPr/>
          </p:nvSpPr>
          <p:spPr>
            <a:xfrm>
              <a:off x="7774024" y="2117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8" name="pt37358"/>
            <p:cNvSpPr/>
            <p:nvPr/>
          </p:nvSpPr>
          <p:spPr>
            <a:xfrm>
              <a:off x="7681272" y="2421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9" name="pt37359"/>
            <p:cNvSpPr/>
            <p:nvPr/>
          </p:nvSpPr>
          <p:spPr>
            <a:xfrm>
              <a:off x="7084097" y="2167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0" name="pt37360"/>
            <p:cNvSpPr/>
            <p:nvPr/>
          </p:nvSpPr>
          <p:spPr>
            <a:xfrm>
              <a:off x="7393306" y="2272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1" name="pt37361"/>
            <p:cNvSpPr/>
            <p:nvPr/>
          </p:nvSpPr>
          <p:spPr>
            <a:xfrm>
              <a:off x="7088393" y="2223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2" name="pt37362"/>
            <p:cNvSpPr/>
            <p:nvPr/>
          </p:nvSpPr>
          <p:spPr>
            <a:xfrm>
              <a:off x="7149469" y="2304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3" name="pt37363"/>
            <p:cNvSpPr/>
            <p:nvPr/>
          </p:nvSpPr>
          <p:spPr>
            <a:xfrm>
              <a:off x="7217360" y="2325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4" name="pt37364"/>
            <p:cNvSpPr/>
            <p:nvPr/>
          </p:nvSpPr>
          <p:spPr>
            <a:xfrm>
              <a:off x="6966048" y="1884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5" name="pt37365"/>
            <p:cNvSpPr/>
            <p:nvPr/>
          </p:nvSpPr>
          <p:spPr>
            <a:xfrm>
              <a:off x="7209847" y="2339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6" name="pt37366"/>
            <p:cNvSpPr/>
            <p:nvPr/>
          </p:nvSpPr>
          <p:spPr>
            <a:xfrm>
              <a:off x="7123005" y="2083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7" name="pt37367"/>
            <p:cNvSpPr/>
            <p:nvPr/>
          </p:nvSpPr>
          <p:spPr>
            <a:xfrm>
              <a:off x="7085869" y="2159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8" name="pt37368"/>
            <p:cNvSpPr/>
            <p:nvPr/>
          </p:nvSpPr>
          <p:spPr>
            <a:xfrm>
              <a:off x="7032650" y="186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9" name="pt37369"/>
            <p:cNvSpPr/>
            <p:nvPr/>
          </p:nvSpPr>
          <p:spPr>
            <a:xfrm>
              <a:off x="6990343" y="1996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0" name="pt37370"/>
            <p:cNvSpPr/>
            <p:nvPr/>
          </p:nvSpPr>
          <p:spPr>
            <a:xfrm>
              <a:off x="6966867" y="1972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1" name="pt37371"/>
            <p:cNvSpPr/>
            <p:nvPr/>
          </p:nvSpPr>
          <p:spPr>
            <a:xfrm>
              <a:off x="7092402" y="2211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2" name="pt37372"/>
            <p:cNvSpPr/>
            <p:nvPr/>
          </p:nvSpPr>
          <p:spPr>
            <a:xfrm>
              <a:off x="7167815" y="2032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3" name="pt37373"/>
            <p:cNvSpPr/>
            <p:nvPr/>
          </p:nvSpPr>
          <p:spPr>
            <a:xfrm>
              <a:off x="7129992" y="2112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4" name="pt37374"/>
            <p:cNvSpPr/>
            <p:nvPr/>
          </p:nvSpPr>
          <p:spPr>
            <a:xfrm>
              <a:off x="6969675" y="2010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5" name="pt37375"/>
            <p:cNvSpPr/>
            <p:nvPr/>
          </p:nvSpPr>
          <p:spPr>
            <a:xfrm>
              <a:off x="7080277" y="2125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6" name="pt37376"/>
            <p:cNvSpPr/>
            <p:nvPr/>
          </p:nvSpPr>
          <p:spPr>
            <a:xfrm>
              <a:off x="6986518" y="1917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7" name="pt37377"/>
            <p:cNvSpPr/>
            <p:nvPr/>
          </p:nvSpPr>
          <p:spPr>
            <a:xfrm>
              <a:off x="7261905" y="2116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8" name="pt37378"/>
            <p:cNvSpPr/>
            <p:nvPr/>
          </p:nvSpPr>
          <p:spPr>
            <a:xfrm>
              <a:off x="7161290" y="2170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9" name="pt37379"/>
            <p:cNvSpPr/>
            <p:nvPr/>
          </p:nvSpPr>
          <p:spPr>
            <a:xfrm>
              <a:off x="6933399" y="21409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0" name="pt37380"/>
            <p:cNvSpPr/>
            <p:nvPr/>
          </p:nvSpPr>
          <p:spPr>
            <a:xfrm>
              <a:off x="7493891" y="2689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1" name="pt37381"/>
            <p:cNvSpPr/>
            <p:nvPr/>
          </p:nvSpPr>
          <p:spPr>
            <a:xfrm>
              <a:off x="6936021" y="2183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2" name="pt37382"/>
            <p:cNvSpPr/>
            <p:nvPr/>
          </p:nvSpPr>
          <p:spPr>
            <a:xfrm>
              <a:off x="7086377" y="1957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3" name="pt37383"/>
            <p:cNvSpPr/>
            <p:nvPr/>
          </p:nvSpPr>
          <p:spPr>
            <a:xfrm>
              <a:off x="7345267" y="2110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4" name="pt37384"/>
            <p:cNvSpPr/>
            <p:nvPr/>
          </p:nvSpPr>
          <p:spPr>
            <a:xfrm>
              <a:off x="7416851" y="2634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5" name="pt37385"/>
            <p:cNvSpPr/>
            <p:nvPr/>
          </p:nvSpPr>
          <p:spPr>
            <a:xfrm>
              <a:off x="6839796" y="2234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6" name="pt37386"/>
            <p:cNvSpPr/>
            <p:nvPr/>
          </p:nvSpPr>
          <p:spPr>
            <a:xfrm>
              <a:off x="7252863" y="2120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7" name="pt37387"/>
            <p:cNvSpPr/>
            <p:nvPr/>
          </p:nvSpPr>
          <p:spPr>
            <a:xfrm>
              <a:off x="7011244" y="1855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8" name="pt37388"/>
            <p:cNvSpPr/>
            <p:nvPr/>
          </p:nvSpPr>
          <p:spPr>
            <a:xfrm>
              <a:off x="7152516" y="2248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9" name="pt37389"/>
            <p:cNvSpPr/>
            <p:nvPr/>
          </p:nvSpPr>
          <p:spPr>
            <a:xfrm>
              <a:off x="6744330" y="240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0" name="pt37390"/>
            <p:cNvSpPr/>
            <p:nvPr/>
          </p:nvSpPr>
          <p:spPr>
            <a:xfrm>
              <a:off x="7058105" y="2211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1" name="pt37391"/>
            <p:cNvSpPr/>
            <p:nvPr/>
          </p:nvSpPr>
          <p:spPr>
            <a:xfrm>
              <a:off x="7131921" y="2172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2" name="pt37392"/>
            <p:cNvSpPr/>
            <p:nvPr/>
          </p:nvSpPr>
          <p:spPr>
            <a:xfrm>
              <a:off x="7108124" y="2139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3" name="pt37393"/>
            <p:cNvSpPr/>
            <p:nvPr/>
          </p:nvSpPr>
          <p:spPr>
            <a:xfrm>
              <a:off x="7234923" y="2015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4" name="pt37394"/>
            <p:cNvSpPr/>
            <p:nvPr/>
          </p:nvSpPr>
          <p:spPr>
            <a:xfrm>
              <a:off x="7280635" y="2084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5" name="pt37395"/>
            <p:cNvSpPr/>
            <p:nvPr/>
          </p:nvSpPr>
          <p:spPr>
            <a:xfrm>
              <a:off x="7210182" y="2469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6" name="pt37396"/>
            <p:cNvSpPr/>
            <p:nvPr/>
          </p:nvSpPr>
          <p:spPr>
            <a:xfrm>
              <a:off x="7151972" y="2340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7" name="pt37397"/>
            <p:cNvSpPr/>
            <p:nvPr/>
          </p:nvSpPr>
          <p:spPr>
            <a:xfrm>
              <a:off x="7394451" y="2224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8" name="pt37398"/>
            <p:cNvSpPr/>
            <p:nvPr/>
          </p:nvSpPr>
          <p:spPr>
            <a:xfrm>
              <a:off x="7079269" y="2157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9" name="pt37399"/>
            <p:cNvSpPr/>
            <p:nvPr/>
          </p:nvSpPr>
          <p:spPr>
            <a:xfrm>
              <a:off x="7128548" y="20663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0" name="pt37400"/>
            <p:cNvSpPr/>
            <p:nvPr/>
          </p:nvSpPr>
          <p:spPr>
            <a:xfrm>
              <a:off x="7140166" y="2126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1" name="pt37401"/>
            <p:cNvSpPr/>
            <p:nvPr/>
          </p:nvSpPr>
          <p:spPr>
            <a:xfrm>
              <a:off x="7092269" y="2172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2" name="pt37402"/>
            <p:cNvSpPr/>
            <p:nvPr/>
          </p:nvSpPr>
          <p:spPr>
            <a:xfrm>
              <a:off x="7202900" y="21865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3" name="pt37403"/>
            <p:cNvSpPr/>
            <p:nvPr/>
          </p:nvSpPr>
          <p:spPr>
            <a:xfrm>
              <a:off x="7221890" y="2079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4" name="pt37404"/>
            <p:cNvSpPr/>
            <p:nvPr/>
          </p:nvSpPr>
          <p:spPr>
            <a:xfrm>
              <a:off x="7169263" y="1969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5" name="pt37405"/>
            <p:cNvSpPr/>
            <p:nvPr/>
          </p:nvSpPr>
          <p:spPr>
            <a:xfrm>
              <a:off x="7162820" y="2017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6" name="pt37406"/>
            <p:cNvSpPr/>
            <p:nvPr/>
          </p:nvSpPr>
          <p:spPr>
            <a:xfrm>
              <a:off x="7056080" y="2223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7" name="pt37407"/>
            <p:cNvSpPr/>
            <p:nvPr/>
          </p:nvSpPr>
          <p:spPr>
            <a:xfrm>
              <a:off x="7053437" y="2178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8" name="pt37408"/>
            <p:cNvSpPr/>
            <p:nvPr/>
          </p:nvSpPr>
          <p:spPr>
            <a:xfrm>
              <a:off x="7288981" y="1685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9" name="pt37409"/>
            <p:cNvSpPr/>
            <p:nvPr/>
          </p:nvSpPr>
          <p:spPr>
            <a:xfrm>
              <a:off x="6987530" y="194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0" name="pt37410"/>
            <p:cNvSpPr/>
            <p:nvPr/>
          </p:nvSpPr>
          <p:spPr>
            <a:xfrm>
              <a:off x="7354336" y="19870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1" name="pt37411"/>
            <p:cNvSpPr/>
            <p:nvPr/>
          </p:nvSpPr>
          <p:spPr>
            <a:xfrm>
              <a:off x="7030387" y="1801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2" name="pt37412"/>
            <p:cNvSpPr/>
            <p:nvPr/>
          </p:nvSpPr>
          <p:spPr>
            <a:xfrm>
              <a:off x="7200626" y="1967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3" name="pt37413"/>
            <p:cNvSpPr/>
            <p:nvPr/>
          </p:nvSpPr>
          <p:spPr>
            <a:xfrm>
              <a:off x="7097436" y="2255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4" name="pt37414"/>
            <p:cNvSpPr/>
            <p:nvPr/>
          </p:nvSpPr>
          <p:spPr>
            <a:xfrm>
              <a:off x="7183497" y="2153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5" name="pt37415"/>
            <p:cNvSpPr/>
            <p:nvPr/>
          </p:nvSpPr>
          <p:spPr>
            <a:xfrm>
              <a:off x="7015296" y="1871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6" name="pt37416"/>
            <p:cNvSpPr/>
            <p:nvPr/>
          </p:nvSpPr>
          <p:spPr>
            <a:xfrm>
              <a:off x="7106896" y="2118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7" name="pt37417"/>
            <p:cNvSpPr/>
            <p:nvPr/>
          </p:nvSpPr>
          <p:spPr>
            <a:xfrm>
              <a:off x="7124722" y="2164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8" name="pt37418"/>
            <p:cNvSpPr/>
            <p:nvPr/>
          </p:nvSpPr>
          <p:spPr>
            <a:xfrm>
              <a:off x="7131851" y="21862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9" name="pt37419"/>
            <p:cNvSpPr/>
            <p:nvPr/>
          </p:nvSpPr>
          <p:spPr>
            <a:xfrm>
              <a:off x="7200615" y="1948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0" name="pt37420"/>
            <p:cNvSpPr/>
            <p:nvPr/>
          </p:nvSpPr>
          <p:spPr>
            <a:xfrm>
              <a:off x="7149190" y="2378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1" name="pt37421"/>
            <p:cNvSpPr/>
            <p:nvPr/>
          </p:nvSpPr>
          <p:spPr>
            <a:xfrm>
              <a:off x="7079917" y="2147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2" name="pt37422"/>
            <p:cNvSpPr/>
            <p:nvPr/>
          </p:nvSpPr>
          <p:spPr>
            <a:xfrm>
              <a:off x="7052952" y="223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3" name="pt37423"/>
            <p:cNvSpPr/>
            <p:nvPr/>
          </p:nvSpPr>
          <p:spPr>
            <a:xfrm>
              <a:off x="7621595" y="2371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4" name="pt37424"/>
            <p:cNvSpPr/>
            <p:nvPr/>
          </p:nvSpPr>
          <p:spPr>
            <a:xfrm>
              <a:off x="6858943" y="2278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5" name="pt37425"/>
            <p:cNvSpPr/>
            <p:nvPr/>
          </p:nvSpPr>
          <p:spPr>
            <a:xfrm>
              <a:off x="7012737" y="1837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6" name="pt37426"/>
            <p:cNvSpPr/>
            <p:nvPr/>
          </p:nvSpPr>
          <p:spPr>
            <a:xfrm>
              <a:off x="7413619" y="2354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7" name="pt37427"/>
            <p:cNvSpPr/>
            <p:nvPr/>
          </p:nvSpPr>
          <p:spPr>
            <a:xfrm>
              <a:off x="7087163" y="2202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8" name="pt37428"/>
            <p:cNvSpPr/>
            <p:nvPr/>
          </p:nvSpPr>
          <p:spPr>
            <a:xfrm>
              <a:off x="7242518" y="2201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9" name="pt37429"/>
            <p:cNvSpPr/>
            <p:nvPr/>
          </p:nvSpPr>
          <p:spPr>
            <a:xfrm>
              <a:off x="7206951" y="2219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0" name="pt37430"/>
            <p:cNvSpPr/>
            <p:nvPr/>
          </p:nvSpPr>
          <p:spPr>
            <a:xfrm>
              <a:off x="7308296" y="1991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1" name="pt37431"/>
            <p:cNvSpPr/>
            <p:nvPr/>
          </p:nvSpPr>
          <p:spPr>
            <a:xfrm>
              <a:off x="7218456" y="2069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2" name="pt37432"/>
            <p:cNvSpPr/>
            <p:nvPr/>
          </p:nvSpPr>
          <p:spPr>
            <a:xfrm>
              <a:off x="7042911" y="2328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3" name="pt37433"/>
            <p:cNvSpPr/>
            <p:nvPr/>
          </p:nvSpPr>
          <p:spPr>
            <a:xfrm>
              <a:off x="7005575" y="19180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4" name="pt37434"/>
            <p:cNvSpPr/>
            <p:nvPr/>
          </p:nvSpPr>
          <p:spPr>
            <a:xfrm>
              <a:off x="7001949" y="1964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5" name="pt37435"/>
            <p:cNvSpPr/>
            <p:nvPr/>
          </p:nvSpPr>
          <p:spPr>
            <a:xfrm>
              <a:off x="7166254" y="2062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6" name="pt37436"/>
            <p:cNvSpPr/>
            <p:nvPr/>
          </p:nvSpPr>
          <p:spPr>
            <a:xfrm>
              <a:off x="7198938" y="2064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7" name="pt37437"/>
            <p:cNvSpPr/>
            <p:nvPr/>
          </p:nvSpPr>
          <p:spPr>
            <a:xfrm>
              <a:off x="7219509" y="2060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8" name="pt37438"/>
            <p:cNvSpPr/>
            <p:nvPr/>
          </p:nvSpPr>
          <p:spPr>
            <a:xfrm>
              <a:off x="7344103" y="2082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9" name="pt37439"/>
            <p:cNvSpPr/>
            <p:nvPr/>
          </p:nvSpPr>
          <p:spPr>
            <a:xfrm>
              <a:off x="7186523" y="2089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0" name="pt37440"/>
            <p:cNvSpPr/>
            <p:nvPr/>
          </p:nvSpPr>
          <p:spPr>
            <a:xfrm>
              <a:off x="7121576" y="2167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1" name="pt37441"/>
            <p:cNvSpPr/>
            <p:nvPr/>
          </p:nvSpPr>
          <p:spPr>
            <a:xfrm>
              <a:off x="7282411" y="21152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2" name="pt37442"/>
            <p:cNvSpPr/>
            <p:nvPr/>
          </p:nvSpPr>
          <p:spPr>
            <a:xfrm>
              <a:off x="7471715" y="2476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3" name="pt37443"/>
            <p:cNvSpPr/>
            <p:nvPr/>
          </p:nvSpPr>
          <p:spPr>
            <a:xfrm>
              <a:off x="6965663" y="1987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4" name="pt37444"/>
            <p:cNvSpPr/>
            <p:nvPr/>
          </p:nvSpPr>
          <p:spPr>
            <a:xfrm>
              <a:off x="6876142" y="2191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5" name="pt37445"/>
            <p:cNvSpPr/>
            <p:nvPr/>
          </p:nvSpPr>
          <p:spPr>
            <a:xfrm>
              <a:off x="6859887" y="227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6" name="pt37446"/>
            <p:cNvSpPr/>
            <p:nvPr/>
          </p:nvSpPr>
          <p:spPr>
            <a:xfrm>
              <a:off x="7166709" y="2125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7" name="pt37447"/>
            <p:cNvSpPr/>
            <p:nvPr/>
          </p:nvSpPr>
          <p:spPr>
            <a:xfrm>
              <a:off x="7123259" y="2160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8" name="pt37448"/>
            <p:cNvSpPr/>
            <p:nvPr/>
          </p:nvSpPr>
          <p:spPr>
            <a:xfrm>
              <a:off x="7623319" y="2354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9" name="pt37449"/>
            <p:cNvSpPr/>
            <p:nvPr/>
          </p:nvSpPr>
          <p:spPr>
            <a:xfrm>
              <a:off x="7200020" y="2007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0" name="pt37450"/>
            <p:cNvSpPr/>
            <p:nvPr/>
          </p:nvSpPr>
          <p:spPr>
            <a:xfrm>
              <a:off x="7076723" y="2110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1" name="pt37451"/>
            <p:cNvSpPr/>
            <p:nvPr/>
          </p:nvSpPr>
          <p:spPr>
            <a:xfrm>
              <a:off x="7262260" y="2072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2" name="pt37452"/>
            <p:cNvSpPr/>
            <p:nvPr/>
          </p:nvSpPr>
          <p:spPr>
            <a:xfrm>
              <a:off x="7109459" y="2164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3" name="pt37453"/>
            <p:cNvSpPr/>
            <p:nvPr/>
          </p:nvSpPr>
          <p:spPr>
            <a:xfrm>
              <a:off x="7116388" y="2208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4" name="pt37454"/>
            <p:cNvSpPr/>
            <p:nvPr/>
          </p:nvSpPr>
          <p:spPr>
            <a:xfrm>
              <a:off x="6980528" y="2023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5" name="pt37455"/>
            <p:cNvSpPr/>
            <p:nvPr/>
          </p:nvSpPr>
          <p:spPr>
            <a:xfrm>
              <a:off x="7257603" y="2086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6" name="pt37456"/>
            <p:cNvSpPr/>
            <p:nvPr/>
          </p:nvSpPr>
          <p:spPr>
            <a:xfrm>
              <a:off x="6882565" y="1963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7" name="pt37457"/>
            <p:cNvSpPr/>
            <p:nvPr/>
          </p:nvSpPr>
          <p:spPr>
            <a:xfrm>
              <a:off x="7021949" y="18839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8" name="pt37458"/>
            <p:cNvSpPr/>
            <p:nvPr/>
          </p:nvSpPr>
          <p:spPr>
            <a:xfrm>
              <a:off x="7172883" y="2023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9" name="pt37459"/>
            <p:cNvSpPr/>
            <p:nvPr/>
          </p:nvSpPr>
          <p:spPr>
            <a:xfrm>
              <a:off x="7234088" y="2200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0" name="pt37460"/>
            <p:cNvSpPr/>
            <p:nvPr/>
          </p:nvSpPr>
          <p:spPr>
            <a:xfrm>
              <a:off x="6800127" y="23528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1" name="pt37461"/>
            <p:cNvSpPr/>
            <p:nvPr/>
          </p:nvSpPr>
          <p:spPr>
            <a:xfrm>
              <a:off x="7048506" y="2294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2" name="pt37462"/>
            <p:cNvSpPr/>
            <p:nvPr/>
          </p:nvSpPr>
          <p:spPr>
            <a:xfrm>
              <a:off x="7032187" y="1999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3" name="pt37463"/>
            <p:cNvSpPr/>
            <p:nvPr/>
          </p:nvSpPr>
          <p:spPr>
            <a:xfrm>
              <a:off x="7287678" y="1981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4" name="pt37464"/>
            <p:cNvSpPr/>
            <p:nvPr/>
          </p:nvSpPr>
          <p:spPr>
            <a:xfrm>
              <a:off x="7335103" y="2063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5" name="pt37465"/>
            <p:cNvSpPr/>
            <p:nvPr/>
          </p:nvSpPr>
          <p:spPr>
            <a:xfrm>
              <a:off x="7159770" y="2212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6" name="pt37466"/>
            <p:cNvSpPr/>
            <p:nvPr/>
          </p:nvSpPr>
          <p:spPr>
            <a:xfrm>
              <a:off x="7243407" y="22303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7" name="pt37467"/>
            <p:cNvSpPr/>
            <p:nvPr/>
          </p:nvSpPr>
          <p:spPr>
            <a:xfrm>
              <a:off x="7091995" y="225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8" name="pt37468"/>
            <p:cNvSpPr/>
            <p:nvPr/>
          </p:nvSpPr>
          <p:spPr>
            <a:xfrm>
              <a:off x="7154485" y="2365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9" name="pt37469"/>
            <p:cNvSpPr/>
            <p:nvPr/>
          </p:nvSpPr>
          <p:spPr>
            <a:xfrm>
              <a:off x="7079639" y="211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0" name="pt37470"/>
            <p:cNvSpPr/>
            <p:nvPr/>
          </p:nvSpPr>
          <p:spPr>
            <a:xfrm>
              <a:off x="6961896" y="2049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1" name="pt37471"/>
            <p:cNvSpPr/>
            <p:nvPr/>
          </p:nvSpPr>
          <p:spPr>
            <a:xfrm>
              <a:off x="6544722" y="2107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2" name="pt37472"/>
            <p:cNvSpPr/>
            <p:nvPr/>
          </p:nvSpPr>
          <p:spPr>
            <a:xfrm>
              <a:off x="7100448" y="2223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3" name="pt37473"/>
            <p:cNvSpPr/>
            <p:nvPr/>
          </p:nvSpPr>
          <p:spPr>
            <a:xfrm>
              <a:off x="7400139" y="262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4" name="pt37474"/>
            <p:cNvSpPr/>
            <p:nvPr/>
          </p:nvSpPr>
          <p:spPr>
            <a:xfrm>
              <a:off x="7266787" y="2107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5" name="pt37475"/>
            <p:cNvSpPr/>
            <p:nvPr/>
          </p:nvSpPr>
          <p:spPr>
            <a:xfrm>
              <a:off x="6895384" y="1725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6" name="pt37476"/>
            <p:cNvSpPr/>
            <p:nvPr/>
          </p:nvSpPr>
          <p:spPr>
            <a:xfrm>
              <a:off x="7062701" y="1871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7" name="pt37477"/>
            <p:cNvSpPr/>
            <p:nvPr/>
          </p:nvSpPr>
          <p:spPr>
            <a:xfrm>
              <a:off x="7144557" y="2240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8" name="pt37478"/>
            <p:cNvSpPr/>
            <p:nvPr/>
          </p:nvSpPr>
          <p:spPr>
            <a:xfrm>
              <a:off x="7075639" y="2258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9" name="pt37479"/>
            <p:cNvSpPr/>
            <p:nvPr/>
          </p:nvSpPr>
          <p:spPr>
            <a:xfrm>
              <a:off x="6589337" y="1747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0" name="pt37480"/>
            <p:cNvSpPr/>
            <p:nvPr/>
          </p:nvSpPr>
          <p:spPr>
            <a:xfrm>
              <a:off x="6988382" y="1957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1" name="pt37481"/>
            <p:cNvSpPr/>
            <p:nvPr/>
          </p:nvSpPr>
          <p:spPr>
            <a:xfrm>
              <a:off x="7178224" y="1988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2" name="pt37482"/>
            <p:cNvSpPr/>
            <p:nvPr/>
          </p:nvSpPr>
          <p:spPr>
            <a:xfrm>
              <a:off x="6865333" y="22898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3" name="pt37483"/>
            <p:cNvSpPr/>
            <p:nvPr/>
          </p:nvSpPr>
          <p:spPr>
            <a:xfrm>
              <a:off x="7088237" y="2203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4" name="pt37484"/>
            <p:cNvSpPr/>
            <p:nvPr/>
          </p:nvSpPr>
          <p:spPr>
            <a:xfrm>
              <a:off x="7209202" y="2200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5" name="pt37485"/>
            <p:cNvSpPr/>
            <p:nvPr/>
          </p:nvSpPr>
          <p:spPr>
            <a:xfrm>
              <a:off x="7412258" y="2686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6" name="pt37486"/>
            <p:cNvSpPr/>
            <p:nvPr/>
          </p:nvSpPr>
          <p:spPr>
            <a:xfrm>
              <a:off x="7006780" y="2012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7" name="pt37487"/>
            <p:cNvSpPr/>
            <p:nvPr/>
          </p:nvSpPr>
          <p:spPr>
            <a:xfrm>
              <a:off x="7125174" y="2163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8" name="pt37488"/>
            <p:cNvSpPr/>
            <p:nvPr/>
          </p:nvSpPr>
          <p:spPr>
            <a:xfrm>
              <a:off x="7013566" y="1981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9" name="pt37489"/>
            <p:cNvSpPr/>
            <p:nvPr/>
          </p:nvSpPr>
          <p:spPr>
            <a:xfrm>
              <a:off x="7189252" y="2050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0" name="pt37490"/>
            <p:cNvSpPr/>
            <p:nvPr/>
          </p:nvSpPr>
          <p:spPr>
            <a:xfrm>
              <a:off x="7368048" y="2564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1" name="pt37491"/>
            <p:cNvSpPr/>
            <p:nvPr/>
          </p:nvSpPr>
          <p:spPr>
            <a:xfrm>
              <a:off x="6902565" y="2041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2" name="pt37492"/>
            <p:cNvSpPr/>
            <p:nvPr/>
          </p:nvSpPr>
          <p:spPr>
            <a:xfrm>
              <a:off x="7045100" y="2436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3" name="pt37493"/>
            <p:cNvSpPr/>
            <p:nvPr/>
          </p:nvSpPr>
          <p:spPr>
            <a:xfrm>
              <a:off x="7235419" y="2084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4" name="pt37494"/>
            <p:cNvSpPr/>
            <p:nvPr/>
          </p:nvSpPr>
          <p:spPr>
            <a:xfrm>
              <a:off x="7140350" y="2158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5" name="pt37495"/>
            <p:cNvSpPr/>
            <p:nvPr/>
          </p:nvSpPr>
          <p:spPr>
            <a:xfrm>
              <a:off x="6828214" y="2064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6" name="pt37496"/>
            <p:cNvSpPr/>
            <p:nvPr/>
          </p:nvSpPr>
          <p:spPr>
            <a:xfrm>
              <a:off x="6894186" y="1817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7" name="pt37497"/>
            <p:cNvSpPr/>
            <p:nvPr/>
          </p:nvSpPr>
          <p:spPr>
            <a:xfrm>
              <a:off x="7253255" y="1939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8" name="pt37498"/>
            <p:cNvSpPr/>
            <p:nvPr/>
          </p:nvSpPr>
          <p:spPr>
            <a:xfrm>
              <a:off x="6964036" y="1976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9" name="pt37499"/>
            <p:cNvSpPr/>
            <p:nvPr/>
          </p:nvSpPr>
          <p:spPr>
            <a:xfrm>
              <a:off x="7018330" y="2007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0" name="pt37500"/>
            <p:cNvSpPr/>
            <p:nvPr/>
          </p:nvSpPr>
          <p:spPr>
            <a:xfrm>
              <a:off x="7003115" y="1914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1" name="pt37501"/>
            <p:cNvSpPr/>
            <p:nvPr/>
          </p:nvSpPr>
          <p:spPr>
            <a:xfrm>
              <a:off x="7129384" y="2075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2" name="pt37502"/>
            <p:cNvSpPr/>
            <p:nvPr/>
          </p:nvSpPr>
          <p:spPr>
            <a:xfrm>
              <a:off x="7139919" y="2068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3" name="pt37503"/>
            <p:cNvSpPr/>
            <p:nvPr/>
          </p:nvSpPr>
          <p:spPr>
            <a:xfrm>
              <a:off x="7178755" y="2100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4" name="pt37504"/>
            <p:cNvSpPr/>
            <p:nvPr/>
          </p:nvSpPr>
          <p:spPr>
            <a:xfrm>
              <a:off x="7146947" y="2270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5" name="pt37505"/>
            <p:cNvSpPr/>
            <p:nvPr/>
          </p:nvSpPr>
          <p:spPr>
            <a:xfrm>
              <a:off x="7229728" y="2075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6" name="pt37506"/>
            <p:cNvSpPr/>
            <p:nvPr/>
          </p:nvSpPr>
          <p:spPr>
            <a:xfrm>
              <a:off x="7046288" y="2214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7" name="pt37507"/>
            <p:cNvSpPr/>
            <p:nvPr/>
          </p:nvSpPr>
          <p:spPr>
            <a:xfrm>
              <a:off x="7087598" y="2192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8" name="pt37508"/>
            <p:cNvSpPr/>
            <p:nvPr/>
          </p:nvSpPr>
          <p:spPr>
            <a:xfrm>
              <a:off x="7411079" y="2435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9" name="pt37509"/>
            <p:cNvSpPr/>
            <p:nvPr/>
          </p:nvSpPr>
          <p:spPr>
            <a:xfrm>
              <a:off x="7083910" y="2101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0" name="pt37510"/>
            <p:cNvSpPr/>
            <p:nvPr/>
          </p:nvSpPr>
          <p:spPr>
            <a:xfrm>
              <a:off x="7235079" y="2100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1" name="pt37511"/>
            <p:cNvSpPr/>
            <p:nvPr/>
          </p:nvSpPr>
          <p:spPr>
            <a:xfrm>
              <a:off x="7217789" y="2215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2" name="pt37512"/>
            <p:cNvSpPr/>
            <p:nvPr/>
          </p:nvSpPr>
          <p:spPr>
            <a:xfrm>
              <a:off x="7140559" y="2202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3" name="pt37513"/>
            <p:cNvSpPr/>
            <p:nvPr/>
          </p:nvSpPr>
          <p:spPr>
            <a:xfrm>
              <a:off x="7160556" y="2100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4" name="pt37514"/>
            <p:cNvSpPr/>
            <p:nvPr/>
          </p:nvSpPr>
          <p:spPr>
            <a:xfrm>
              <a:off x="6931146" y="2262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5" name="pt37515"/>
            <p:cNvSpPr/>
            <p:nvPr/>
          </p:nvSpPr>
          <p:spPr>
            <a:xfrm>
              <a:off x="7063468" y="17547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6" name="pt37516"/>
            <p:cNvSpPr/>
            <p:nvPr/>
          </p:nvSpPr>
          <p:spPr>
            <a:xfrm>
              <a:off x="7470039" y="2615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7" name="pt37517"/>
            <p:cNvSpPr/>
            <p:nvPr/>
          </p:nvSpPr>
          <p:spPr>
            <a:xfrm>
              <a:off x="7006289" y="1940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8" name="pt37518"/>
            <p:cNvSpPr/>
            <p:nvPr/>
          </p:nvSpPr>
          <p:spPr>
            <a:xfrm>
              <a:off x="7285005" y="2064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9" name="pt37519"/>
            <p:cNvSpPr/>
            <p:nvPr/>
          </p:nvSpPr>
          <p:spPr>
            <a:xfrm>
              <a:off x="7149306" y="23543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0" name="pt37520"/>
            <p:cNvSpPr/>
            <p:nvPr/>
          </p:nvSpPr>
          <p:spPr>
            <a:xfrm>
              <a:off x="7164320" y="2121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1" name="pt37521"/>
            <p:cNvSpPr/>
            <p:nvPr/>
          </p:nvSpPr>
          <p:spPr>
            <a:xfrm>
              <a:off x="7176240" y="1986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2" name="pt37522"/>
            <p:cNvSpPr/>
            <p:nvPr/>
          </p:nvSpPr>
          <p:spPr>
            <a:xfrm>
              <a:off x="7237725" y="2109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3" name="pt37523"/>
            <p:cNvSpPr/>
            <p:nvPr/>
          </p:nvSpPr>
          <p:spPr>
            <a:xfrm>
              <a:off x="7158999" y="2171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4" name="pt37524"/>
            <p:cNvSpPr/>
            <p:nvPr/>
          </p:nvSpPr>
          <p:spPr>
            <a:xfrm>
              <a:off x="6948912" y="2176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5" name="pt37525"/>
            <p:cNvSpPr/>
            <p:nvPr/>
          </p:nvSpPr>
          <p:spPr>
            <a:xfrm>
              <a:off x="7055972" y="2182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6" name="pt37526"/>
            <p:cNvSpPr/>
            <p:nvPr/>
          </p:nvSpPr>
          <p:spPr>
            <a:xfrm>
              <a:off x="7360751" y="2552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7" name="pt37527"/>
            <p:cNvSpPr/>
            <p:nvPr/>
          </p:nvSpPr>
          <p:spPr>
            <a:xfrm>
              <a:off x="7134195" y="21693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8" name="pt37528"/>
            <p:cNvSpPr/>
            <p:nvPr/>
          </p:nvSpPr>
          <p:spPr>
            <a:xfrm>
              <a:off x="7389081" y="1878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9" name="pt37529"/>
            <p:cNvSpPr/>
            <p:nvPr/>
          </p:nvSpPr>
          <p:spPr>
            <a:xfrm>
              <a:off x="7354191" y="2083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0" name="pt37530"/>
            <p:cNvSpPr/>
            <p:nvPr/>
          </p:nvSpPr>
          <p:spPr>
            <a:xfrm>
              <a:off x="7217766" y="2129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1" name="pt37531"/>
            <p:cNvSpPr/>
            <p:nvPr/>
          </p:nvSpPr>
          <p:spPr>
            <a:xfrm>
              <a:off x="7711018" y="23246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2" name="pt37532"/>
            <p:cNvSpPr/>
            <p:nvPr/>
          </p:nvSpPr>
          <p:spPr>
            <a:xfrm>
              <a:off x="6952666" y="1926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3" name="pt37533"/>
            <p:cNvSpPr/>
            <p:nvPr/>
          </p:nvSpPr>
          <p:spPr>
            <a:xfrm>
              <a:off x="7192805" y="2013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4" name="pt37534"/>
            <p:cNvSpPr/>
            <p:nvPr/>
          </p:nvSpPr>
          <p:spPr>
            <a:xfrm>
              <a:off x="7038134" y="2151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5" name="pt37535"/>
            <p:cNvSpPr/>
            <p:nvPr/>
          </p:nvSpPr>
          <p:spPr>
            <a:xfrm>
              <a:off x="7035334" y="2205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6" name="pt37536"/>
            <p:cNvSpPr/>
            <p:nvPr/>
          </p:nvSpPr>
          <p:spPr>
            <a:xfrm>
              <a:off x="7286975" y="1929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7" name="pt37537"/>
            <p:cNvSpPr/>
            <p:nvPr/>
          </p:nvSpPr>
          <p:spPr>
            <a:xfrm>
              <a:off x="6983214" y="1992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8" name="pt37538"/>
            <p:cNvSpPr/>
            <p:nvPr/>
          </p:nvSpPr>
          <p:spPr>
            <a:xfrm>
              <a:off x="6897637" y="1733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9" name="pt37539"/>
            <p:cNvSpPr/>
            <p:nvPr/>
          </p:nvSpPr>
          <p:spPr>
            <a:xfrm>
              <a:off x="7094465" y="2211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0" name="pt37540"/>
            <p:cNvSpPr/>
            <p:nvPr/>
          </p:nvSpPr>
          <p:spPr>
            <a:xfrm>
              <a:off x="7135391" y="2189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1" name="pt37541"/>
            <p:cNvSpPr/>
            <p:nvPr/>
          </p:nvSpPr>
          <p:spPr>
            <a:xfrm>
              <a:off x="7152619" y="2257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2" name="pt37542"/>
            <p:cNvSpPr/>
            <p:nvPr/>
          </p:nvSpPr>
          <p:spPr>
            <a:xfrm>
              <a:off x="7175591" y="2151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3" name="pt37543"/>
            <p:cNvSpPr/>
            <p:nvPr/>
          </p:nvSpPr>
          <p:spPr>
            <a:xfrm>
              <a:off x="6430508" y="18222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4" name="pt37544"/>
            <p:cNvSpPr/>
            <p:nvPr/>
          </p:nvSpPr>
          <p:spPr>
            <a:xfrm>
              <a:off x="7143618" y="2294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5" name="pt37545"/>
            <p:cNvSpPr/>
            <p:nvPr/>
          </p:nvSpPr>
          <p:spPr>
            <a:xfrm>
              <a:off x="7210142" y="2343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6" name="pt37546"/>
            <p:cNvSpPr/>
            <p:nvPr/>
          </p:nvSpPr>
          <p:spPr>
            <a:xfrm>
              <a:off x="7276813" y="2076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7" name="pt37547"/>
            <p:cNvSpPr/>
            <p:nvPr/>
          </p:nvSpPr>
          <p:spPr>
            <a:xfrm>
              <a:off x="7118373" y="2125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8" name="pt37548"/>
            <p:cNvSpPr/>
            <p:nvPr/>
          </p:nvSpPr>
          <p:spPr>
            <a:xfrm>
              <a:off x="7039981" y="2010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9" name="pt37549"/>
            <p:cNvSpPr/>
            <p:nvPr/>
          </p:nvSpPr>
          <p:spPr>
            <a:xfrm>
              <a:off x="7225233" y="2126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0" name="pt37550"/>
            <p:cNvSpPr/>
            <p:nvPr/>
          </p:nvSpPr>
          <p:spPr>
            <a:xfrm>
              <a:off x="7274815" y="2075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1" name="pt37551"/>
            <p:cNvSpPr/>
            <p:nvPr/>
          </p:nvSpPr>
          <p:spPr>
            <a:xfrm>
              <a:off x="6988368" y="1857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2" name="pt37552"/>
            <p:cNvSpPr/>
            <p:nvPr/>
          </p:nvSpPr>
          <p:spPr>
            <a:xfrm>
              <a:off x="7119560" y="2072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3" name="pt37553"/>
            <p:cNvSpPr/>
            <p:nvPr/>
          </p:nvSpPr>
          <p:spPr>
            <a:xfrm>
              <a:off x="7227136" y="1981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4" name="pt37554"/>
            <p:cNvSpPr/>
            <p:nvPr/>
          </p:nvSpPr>
          <p:spPr>
            <a:xfrm>
              <a:off x="6981752" y="1965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5" name="pt37555"/>
            <p:cNvSpPr/>
            <p:nvPr/>
          </p:nvSpPr>
          <p:spPr>
            <a:xfrm>
              <a:off x="6978353" y="2013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6" name="pt37556"/>
            <p:cNvSpPr/>
            <p:nvPr/>
          </p:nvSpPr>
          <p:spPr>
            <a:xfrm>
              <a:off x="7077276" y="2178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7" name="pt37557"/>
            <p:cNvSpPr/>
            <p:nvPr/>
          </p:nvSpPr>
          <p:spPr>
            <a:xfrm>
              <a:off x="7159532" y="2135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8" name="pt37558"/>
            <p:cNvSpPr/>
            <p:nvPr/>
          </p:nvSpPr>
          <p:spPr>
            <a:xfrm>
              <a:off x="6951078" y="2133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9" name="pt37559"/>
            <p:cNvSpPr/>
            <p:nvPr/>
          </p:nvSpPr>
          <p:spPr>
            <a:xfrm>
              <a:off x="7228011" y="2060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0" name="pt37560"/>
            <p:cNvSpPr/>
            <p:nvPr/>
          </p:nvSpPr>
          <p:spPr>
            <a:xfrm>
              <a:off x="7638259" y="2546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1" name="pt37561"/>
            <p:cNvSpPr/>
            <p:nvPr/>
          </p:nvSpPr>
          <p:spPr>
            <a:xfrm>
              <a:off x="7076138" y="2319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2" name="pt37562"/>
            <p:cNvSpPr/>
            <p:nvPr/>
          </p:nvSpPr>
          <p:spPr>
            <a:xfrm>
              <a:off x="7249740" y="2174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3" name="pt37563"/>
            <p:cNvSpPr/>
            <p:nvPr/>
          </p:nvSpPr>
          <p:spPr>
            <a:xfrm>
              <a:off x="7225938" y="2086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4" name="pt37564"/>
            <p:cNvSpPr/>
            <p:nvPr/>
          </p:nvSpPr>
          <p:spPr>
            <a:xfrm>
              <a:off x="7479594" y="2825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5" name="pt37565"/>
            <p:cNvSpPr/>
            <p:nvPr/>
          </p:nvSpPr>
          <p:spPr>
            <a:xfrm>
              <a:off x="7266118" y="1990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6" name="pt37566"/>
            <p:cNvSpPr/>
            <p:nvPr/>
          </p:nvSpPr>
          <p:spPr>
            <a:xfrm>
              <a:off x="7086277" y="2200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7" name="pt37567"/>
            <p:cNvSpPr/>
            <p:nvPr/>
          </p:nvSpPr>
          <p:spPr>
            <a:xfrm>
              <a:off x="6976554" y="2055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8" name="pt37568"/>
            <p:cNvSpPr/>
            <p:nvPr/>
          </p:nvSpPr>
          <p:spPr>
            <a:xfrm>
              <a:off x="6941946" y="2030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9" name="pt37569"/>
            <p:cNvSpPr/>
            <p:nvPr/>
          </p:nvSpPr>
          <p:spPr>
            <a:xfrm>
              <a:off x="6951195" y="2019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0" name="pt37570"/>
            <p:cNvSpPr/>
            <p:nvPr/>
          </p:nvSpPr>
          <p:spPr>
            <a:xfrm>
              <a:off x="6938760" y="22265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1" name="pt37571"/>
            <p:cNvSpPr/>
            <p:nvPr/>
          </p:nvSpPr>
          <p:spPr>
            <a:xfrm>
              <a:off x="7415736" y="2661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2" name="pt37572"/>
            <p:cNvSpPr/>
            <p:nvPr/>
          </p:nvSpPr>
          <p:spPr>
            <a:xfrm>
              <a:off x="7164770" y="2054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3" name="pt37573"/>
            <p:cNvSpPr/>
            <p:nvPr/>
          </p:nvSpPr>
          <p:spPr>
            <a:xfrm>
              <a:off x="7365967" y="2467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4" name="pt37574"/>
            <p:cNvSpPr/>
            <p:nvPr/>
          </p:nvSpPr>
          <p:spPr>
            <a:xfrm>
              <a:off x="6973630" y="1961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5" name="pt37575"/>
            <p:cNvSpPr/>
            <p:nvPr/>
          </p:nvSpPr>
          <p:spPr>
            <a:xfrm>
              <a:off x="7194019" y="1977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6" name="pt37576"/>
            <p:cNvSpPr/>
            <p:nvPr/>
          </p:nvSpPr>
          <p:spPr>
            <a:xfrm>
              <a:off x="7007707" y="1840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7" name="pt37577"/>
            <p:cNvSpPr/>
            <p:nvPr/>
          </p:nvSpPr>
          <p:spPr>
            <a:xfrm>
              <a:off x="7189343" y="2033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8" name="pt37578"/>
            <p:cNvSpPr/>
            <p:nvPr/>
          </p:nvSpPr>
          <p:spPr>
            <a:xfrm>
              <a:off x="7183267" y="2158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9" name="pt37579"/>
            <p:cNvSpPr/>
            <p:nvPr/>
          </p:nvSpPr>
          <p:spPr>
            <a:xfrm>
              <a:off x="7111591" y="2151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0" name="pt37580"/>
            <p:cNvSpPr/>
            <p:nvPr/>
          </p:nvSpPr>
          <p:spPr>
            <a:xfrm>
              <a:off x="7172347" y="2012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1" name="pt37581"/>
            <p:cNvSpPr/>
            <p:nvPr/>
          </p:nvSpPr>
          <p:spPr>
            <a:xfrm>
              <a:off x="7250309" y="2212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2" name="pt37582"/>
            <p:cNvSpPr/>
            <p:nvPr/>
          </p:nvSpPr>
          <p:spPr>
            <a:xfrm>
              <a:off x="7178356" y="2116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3" name="pt37583"/>
            <p:cNvSpPr/>
            <p:nvPr/>
          </p:nvSpPr>
          <p:spPr>
            <a:xfrm>
              <a:off x="6943599" y="2154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4" name="pt37584"/>
            <p:cNvSpPr/>
            <p:nvPr/>
          </p:nvSpPr>
          <p:spPr>
            <a:xfrm>
              <a:off x="7149212" y="23207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5" name="pt37585"/>
            <p:cNvSpPr/>
            <p:nvPr/>
          </p:nvSpPr>
          <p:spPr>
            <a:xfrm>
              <a:off x="6987844" y="1890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6" name="pt37586"/>
            <p:cNvSpPr/>
            <p:nvPr/>
          </p:nvSpPr>
          <p:spPr>
            <a:xfrm>
              <a:off x="7510505" y="2066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7" name="pt37587"/>
            <p:cNvSpPr/>
            <p:nvPr/>
          </p:nvSpPr>
          <p:spPr>
            <a:xfrm>
              <a:off x="7199168" y="1952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8" name="pt37588"/>
            <p:cNvSpPr/>
            <p:nvPr/>
          </p:nvSpPr>
          <p:spPr>
            <a:xfrm>
              <a:off x="7704698" y="2292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9" name="pt37589"/>
            <p:cNvSpPr/>
            <p:nvPr/>
          </p:nvSpPr>
          <p:spPr>
            <a:xfrm>
              <a:off x="7056980" y="2178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0" name="pt37590"/>
            <p:cNvSpPr/>
            <p:nvPr/>
          </p:nvSpPr>
          <p:spPr>
            <a:xfrm>
              <a:off x="7057500" y="1967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1" name="pt37591"/>
            <p:cNvSpPr/>
            <p:nvPr/>
          </p:nvSpPr>
          <p:spPr>
            <a:xfrm>
              <a:off x="7002557" y="2029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2" name="pt37592"/>
            <p:cNvSpPr/>
            <p:nvPr/>
          </p:nvSpPr>
          <p:spPr>
            <a:xfrm>
              <a:off x="7181047" y="2148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3" name="pt37593"/>
            <p:cNvSpPr/>
            <p:nvPr/>
          </p:nvSpPr>
          <p:spPr>
            <a:xfrm>
              <a:off x="7265770" y="20979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4" name="pt37594"/>
            <p:cNvSpPr/>
            <p:nvPr/>
          </p:nvSpPr>
          <p:spPr>
            <a:xfrm>
              <a:off x="7370158" y="2606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5" name="pt37595"/>
            <p:cNvSpPr/>
            <p:nvPr/>
          </p:nvSpPr>
          <p:spPr>
            <a:xfrm>
              <a:off x="7166660" y="2096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6" name="pt37596"/>
            <p:cNvSpPr/>
            <p:nvPr/>
          </p:nvSpPr>
          <p:spPr>
            <a:xfrm>
              <a:off x="7081171" y="2078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7" name="pt37597"/>
            <p:cNvSpPr/>
            <p:nvPr/>
          </p:nvSpPr>
          <p:spPr>
            <a:xfrm>
              <a:off x="7120833" y="2045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8" name="pt37598"/>
            <p:cNvSpPr/>
            <p:nvPr/>
          </p:nvSpPr>
          <p:spPr>
            <a:xfrm>
              <a:off x="7026484" y="1954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9" name="pt37599"/>
            <p:cNvSpPr/>
            <p:nvPr/>
          </p:nvSpPr>
          <p:spPr>
            <a:xfrm>
              <a:off x="6741251" y="1707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0" name="pt37600"/>
            <p:cNvSpPr/>
            <p:nvPr/>
          </p:nvSpPr>
          <p:spPr>
            <a:xfrm>
              <a:off x="7027905" y="1816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1" name="pt37601"/>
            <p:cNvSpPr/>
            <p:nvPr/>
          </p:nvSpPr>
          <p:spPr>
            <a:xfrm>
              <a:off x="6647157" y="1843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2" name="pt37602"/>
            <p:cNvSpPr/>
            <p:nvPr/>
          </p:nvSpPr>
          <p:spPr>
            <a:xfrm>
              <a:off x="7244183" y="2215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3" name="pt37603"/>
            <p:cNvSpPr/>
            <p:nvPr/>
          </p:nvSpPr>
          <p:spPr>
            <a:xfrm>
              <a:off x="7145278" y="22493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4" name="pt37604"/>
            <p:cNvSpPr/>
            <p:nvPr/>
          </p:nvSpPr>
          <p:spPr>
            <a:xfrm>
              <a:off x="7283153" y="2025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5" name="pt37605"/>
            <p:cNvSpPr/>
            <p:nvPr/>
          </p:nvSpPr>
          <p:spPr>
            <a:xfrm>
              <a:off x="7199773" y="1928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6" name="pt37606"/>
            <p:cNvSpPr/>
            <p:nvPr/>
          </p:nvSpPr>
          <p:spPr>
            <a:xfrm>
              <a:off x="7478669" y="2638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7" name="pt37607"/>
            <p:cNvSpPr/>
            <p:nvPr/>
          </p:nvSpPr>
          <p:spPr>
            <a:xfrm>
              <a:off x="7215444" y="2223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8" name="pt37608"/>
            <p:cNvSpPr/>
            <p:nvPr/>
          </p:nvSpPr>
          <p:spPr>
            <a:xfrm>
              <a:off x="6909365" y="21352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9" name="pt37609"/>
            <p:cNvSpPr/>
            <p:nvPr/>
          </p:nvSpPr>
          <p:spPr>
            <a:xfrm>
              <a:off x="7241723" y="1738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0" name="pt37610"/>
            <p:cNvSpPr/>
            <p:nvPr/>
          </p:nvSpPr>
          <p:spPr>
            <a:xfrm>
              <a:off x="7287052" y="16444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1" name="pt37611"/>
            <p:cNvSpPr/>
            <p:nvPr/>
          </p:nvSpPr>
          <p:spPr>
            <a:xfrm>
              <a:off x="7152054" y="2307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2" name="pt37612"/>
            <p:cNvSpPr/>
            <p:nvPr/>
          </p:nvSpPr>
          <p:spPr>
            <a:xfrm>
              <a:off x="6943162" y="21949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3" name="pt37613"/>
            <p:cNvSpPr/>
            <p:nvPr/>
          </p:nvSpPr>
          <p:spPr>
            <a:xfrm>
              <a:off x="6977609" y="2046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4" name="pt37614"/>
            <p:cNvSpPr/>
            <p:nvPr/>
          </p:nvSpPr>
          <p:spPr>
            <a:xfrm>
              <a:off x="7065725" y="1681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5" name="pt37615"/>
            <p:cNvSpPr/>
            <p:nvPr/>
          </p:nvSpPr>
          <p:spPr>
            <a:xfrm>
              <a:off x="7194101" y="19718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6" name="pt37616"/>
            <p:cNvSpPr/>
            <p:nvPr/>
          </p:nvSpPr>
          <p:spPr>
            <a:xfrm>
              <a:off x="7269039" y="2068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7" name="pt37617"/>
            <p:cNvSpPr/>
            <p:nvPr/>
          </p:nvSpPr>
          <p:spPr>
            <a:xfrm>
              <a:off x="6868129" y="22174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8" name="pt37618"/>
            <p:cNvSpPr/>
            <p:nvPr/>
          </p:nvSpPr>
          <p:spPr>
            <a:xfrm>
              <a:off x="7423613" y="2751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9" name="pt37619"/>
            <p:cNvSpPr/>
            <p:nvPr/>
          </p:nvSpPr>
          <p:spPr>
            <a:xfrm>
              <a:off x="7142357" y="2220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0" name="pt37620"/>
            <p:cNvSpPr/>
            <p:nvPr/>
          </p:nvSpPr>
          <p:spPr>
            <a:xfrm>
              <a:off x="6778706" y="2559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1" name="pt37621"/>
            <p:cNvSpPr/>
            <p:nvPr/>
          </p:nvSpPr>
          <p:spPr>
            <a:xfrm>
              <a:off x="7392773" y="2080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2" name="pt37622"/>
            <p:cNvSpPr/>
            <p:nvPr/>
          </p:nvSpPr>
          <p:spPr>
            <a:xfrm>
              <a:off x="7166650" y="206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3" name="pt37623"/>
            <p:cNvSpPr/>
            <p:nvPr/>
          </p:nvSpPr>
          <p:spPr>
            <a:xfrm>
              <a:off x="7521074" y="2231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4" name="pt37624"/>
            <p:cNvSpPr/>
            <p:nvPr/>
          </p:nvSpPr>
          <p:spPr>
            <a:xfrm>
              <a:off x="7294939" y="1953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5" name="pt37625"/>
            <p:cNvSpPr/>
            <p:nvPr/>
          </p:nvSpPr>
          <p:spPr>
            <a:xfrm>
              <a:off x="7133959" y="2104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6" name="pt37626"/>
            <p:cNvSpPr/>
            <p:nvPr/>
          </p:nvSpPr>
          <p:spPr>
            <a:xfrm>
              <a:off x="7110706" y="2131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7" name="pt37627"/>
            <p:cNvSpPr/>
            <p:nvPr/>
          </p:nvSpPr>
          <p:spPr>
            <a:xfrm>
              <a:off x="7215830" y="214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8" name="pt37628"/>
            <p:cNvSpPr/>
            <p:nvPr/>
          </p:nvSpPr>
          <p:spPr>
            <a:xfrm>
              <a:off x="7051408" y="2376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9" name="pt37629"/>
            <p:cNvSpPr/>
            <p:nvPr/>
          </p:nvSpPr>
          <p:spPr>
            <a:xfrm>
              <a:off x="7147997" y="23425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0" name="pt37630"/>
            <p:cNvSpPr/>
            <p:nvPr/>
          </p:nvSpPr>
          <p:spPr>
            <a:xfrm>
              <a:off x="7351239" y="2066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1" name="pt37631"/>
            <p:cNvSpPr/>
            <p:nvPr/>
          </p:nvSpPr>
          <p:spPr>
            <a:xfrm>
              <a:off x="7119336" y="2192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2" name="pt37632"/>
            <p:cNvSpPr/>
            <p:nvPr/>
          </p:nvSpPr>
          <p:spPr>
            <a:xfrm>
              <a:off x="7591852" y="1982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3" name="pt37633"/>
            <p:cNvSpPr/>
            <p:nvPr/>
          </p:nvSpPr>
          <p:spPr>
            <a:xfrm>
              <a:off x="7137108" y="2203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4" name="pt37634"/>
            <p:cNvSpPr/>
            <p:nvPr/>
          </p:nvSpPr>
          <p:spPr>
            <a:xfrm>
              <a:off x="6832644" y="19785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5" name="pt37635"/>
            <p:cNvSpPr/>
            <p:nvPr/>
          </p:nvSpPr>
          <p:spPr>
            <a:xfrm>
              <a:off x="7006964" y="1915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6" name="pt37636"/>
            <p:cNvSpPr/>
            <p:nvPr/>
          </p:nvSpPr>
          <p:spPr>
            <a:xfrm>
              <a:off x="7496117" y="2798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7" name="pt37637"/>
            <p:cNvSpPr/>
            <p:nvPr/>
          </p:nvSpPr>
          <p:spPr>
            <a:xfrm>
              <a:off x="7062137" y="1830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8" name="pt37638"/>
            <p:cNvSpPr/>
            <p:nvPr/>
          </p:nvSpPr>
          <p:spPr>
            <a:xfrm>
              <a:off x="7341684" y="2019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9" name="pt37639"/>
            <p:cNvSpPr/>
            <p:nvPr/>
          </p:nvSpPr>
          <p:spPr>
            <a:xfrm>
              <a:off x="7039298" y="2146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0" name="pt37640"/>
            <p:cNvSpPr/>
            <p:nvPr/>
          </p:nvSpPr>
          <p:spPr>
            <a:xfrm>
              <a:off x="7045658" y="2161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1" name="pt37641"/>
            <p:cNvSpPr/>
            <p:nvPr/>
          </p:nvSpPr>
          <p:spPr>
            <a:xfrm>
              <a:off x="7130376" y="2082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2" name="pt37642"/>
            <p:cNvSpPr/>
            <p:nvPr/>
          </p:nvSpPr>
          <p:spPr>
            <a:xfrm>
              <a:off x="7035980" y="2177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3" name="pt37643"/>
            <p:cNvSpPr/>
            <p:nvPr/>
          </p:nvSpPr>
          <p:spPr>
            <a:xfrm>
              <a:off x="7112508" y="2151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4" name="pt37644"/>
            <p:cNvSpPr/>
            <p:nvPr/>
          </p:nvSpPr>
          <p:spPr>
            <a:xfrm>
              <a:off x="7200778" y="19735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5" name="pt37645"/>
            <p:cNvSpPr/>
            <p:nvPr/>
          </p:nvSpPr>
          <p:spPr>
            <a:xfrm>
              <a:off x="7107840" y="2156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6" name="pt37646"/>
            <p:cNvSpPr/>
            <p:nvPr/>
          </p:nvSpPr>
          <p:spPr>
            <a:xfrm>
              <a:off x="7246275" y="2268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7" name="pt37647"/>
            <p:cNvSpPr/>
            <p:nvPr/>
          </p:nvSpPr>
          <p:spPr>
            <a:xfrm>
              <a:off x="7060326" y="20049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8" name="pt37648"/>
            <p:cNvSpPr/>
            <p:nvPr/>
          </p:nvSpPr>
          <p:spPr>
            <a:xfrm>
              <a:off x="7191837" y="2036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9" name="pt37649"/>
            <p:cNvSpPr/>
            <p:nvPr/>
          </p:nvSpPr>
          <p:spPr>
            <a:xfrm>
              <a:off x="7234603" y="1961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0" name="pt37650"/>
            <p:cNvSpPr/>
            <p:nvPr/>
          </p:nvSpPr>
          <p:spPr>
            <a:xfrm>
              <a:off x="7256057" y="2012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1" name="pt37651"/>
            <p:cNvSpPr/>
            <p:nvPr/>
          </p:nvSpPr>
          <p:spPr>
            <a:xfrm>
              <a:off x="7015946" y="1992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2" name="pt37652"/>
            <p:cNvSpPr/>
            <p:nvPr/>
          </p:nvSpPr>
          <p:spPr>
            <a:xfrm>
              <a:off x="7005080" y="1942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3" name="pt37653"/>
            <p:cNvSpPr/>
            <p:nvPr/>
          </p:nvSpPr>
          <p:spPr>
            <a:xfrm>
              <a:off x="7060627" y="19735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4" name="pt37654"/>
            <p:cNvSpPr/>
            <p:nvPr/>
          </p:nvSpPr>
          <p:spPr>
            <a:xfrm>
              <a:off x="7381411" y="2341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5" name="pt37655"/>
            <p:cNvSpPr/>
            <p:nvPr/>
          </p:nvSpPr>
          <p:spPr>
            <a:xfrm>
              <a:off x="7146403" y="2182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6" name="pt37656"/>
            <p:cNvSpPr/>
            <p:nvPr/>
          </p:nvSpPr>
          <p:spPr>
            <a:xfrm>
              <a:off x="7042528" y="22596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7" name="pt37657"/>
            <p:cNvSpPr/>
            <p:nvPr/>
          </p:nvSpPr>
          <p:spPr>
            <a:xfrm>
              <a:off x="7266058" y="2109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8" name="pt37658"/>
            <p:cNvSpPr/>
            <p:nvPr/>
          </p:nvSpPr>
          <p:spPr>
            <a:xfrm>
              <a:off x="6826432" y="2070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9" name="pt37659"/>
            <p:cNvSpPr/>
            <p:nvPr/>
          </p:nvSpPr>
          <p:spPr>
            <a:xfrm>
              <a:off x="7499217" y="2531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0" name="pt37660"/>
            <p:cNvSpPr/>
            <p:nvPr/>
          </p:nvSpPr>
          <p:spPr>
            <a:xfrm>
              <a:off x="6870246" y="2076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1" name="pt37661"/>
            <p:cNvSpPr/>
            <p:nvPr/>
          </p:nvSpPr>
          <p:spPr>
            <a:xfrm>
              <a:off x="7249246" y="2041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2" name="pt37662"/>
            <p:cNvSpPr/>
            <p:nvPr/>
          </p:nvSpPr>
          <p:spPr>
            <a:xfrm>
              <a:off x="7112202" y="20632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3" name="pt37663"/>
            <p:cNvSpPr/>
            <p:nvPr/>
          </p:nvSpPr>
          <p:spPr>
            <a:xfrm>
              <a:off x="7133868" y="2105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4" name="pt37664"/>
            <p:cNvSpPr/>
            <p:nvPr/>
          </p:nvSpPr>
          <p:spPr>
            <a:xfrm>
              <a:off x="7072188" y="2306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5" name="pt37665"/>
            <p:cNvSpPr/>
            <p:nvPr/>
          </p:nvSpPr>
          <p:spPr>
            <a:xfrm>
              <a:off x="7393057" y="1937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6" name="pt37666"/>
            <p:cNvSpPr/>
            <p:nvPr/>
          </p:nvSpPr>
          <p:spPr>
            <a:xfrm>
              <a:off x="7159265" y="21255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7" name="pt37667"/>
            <p:cNvSpPr/>
            <p:nvPr/>
          </p:nvSpPr>
          <p:spPr>
            <a:xfrm>
              <a:off x="6847826" y="2054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8" name="pt37668"/>
            <p:cNvSpPr/>
            <p:nvPr/>
          </p:nvSpPr>
          <p:spPr>
            <a:xfrm>
              <a:off x="7165458" y="2094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9" name="pt37669"/>
            <p:cNvSpPr/>
            <p:nvPr/>
          </p:nvSpPr>
          <p:spPr>
            <a:xfrm>
              <a:off x="7011056" y="1867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0" name="pt37670"/>
            <p:cNvSpPr/>
            <p:nvPr/>
          </p:nvSpPr>
          <p:spPr>
            <a:xfrm>
              <a:off x="7114242" y="2056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1" name="pt37671"/>
            <p:cNvSpPr/>
            <p:nvPr/>
          </p:nvSpPr>
          <p:spPr>
            <a:xfrm>
              <a:off x="7216622" y="2086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2" name="pt37672"/>
            <p:cNvSpPr/>
            <p:nvPr/>
          </p:nvSpPr>
          <p:spPr>
            <a:xfrm>
              <a:off x="6937827" y="2143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3" name="pt37673"/>
            <p:cNvSpPr/>
            <p:nvPr/>
          </p:nvSpPr>
          <p:spPr>
            <a:xfrm>
              <a:off x="7244312" y="2200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4" name="pt37674"/>
            <p:cNvSpPr/>
            <p:nvPr/>
          </p:nvSpPr>
          <p:spPr>
            <a:xfrm>
              <a:off x="7532875" y="2595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5" name="pt37675"/>
            <p:cNvSpPr/>
            <p:nvPr/>
          </p:nvSpPr>
          <p:spPr>
            <a:xfrm>
              <a:off x="7050178" y="2251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6" name="pt37676"/>
            <p:cNvSpPr/>
            <p:nvPr/>
          </p:nvSpPr>
          <p:spPr>
            <a:xfrm>
              <a:off x="7287890" y="1908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7" name="pt37677"/>
            <p:cNvSpPr/>
            <p:nvPr/>
          </p:nvSpPr>
          <p:spPr>
            <a:xfrm>
              <a:off x="7169647" y="1990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8" name="pt37678"/>
            <p:cNvSpPr/>
            <p:nvPr/>
          </p:nvSpPr>
          <p:spPr>
            <a:xfrm>
              <a:off x="7232314" y="21681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9" name="pt37679"/>
            <p:cNvSpPr/>
            <p:nvPr/>
          </p:nvSpPr>
          <p:spPr>
            <a:xfrm>
              <a:off x="7054955" y="2296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0" name="pt37680"/>
            <p:cNvSpPr/>
            <p:nvPr/>
          </p:nvSpPr>
          <p:spPr>
            <a:xfrm>
              <a:off x="7297409" y="2046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1" name="pt37681"/>
            <p:cNvSpPr/>
            <p:nvPr/>
          </p:nvSpPr>
          <p:spPr>
            <a:xfrm>
              <a:off x="7372071" y="2445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2" name="pt37682"/>
            <p:cNvSpPr/>
            <p:nvPr/>
          </p:nvSpPr>
          <p:spPr>
            <a:xfrm>
              <a:off x="7083492" y="207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3" name="pt37683"/>
            <p:cNvSpPr/>
            <p:nvPr/>
          </p:nvSpPr>
          <p:spPr>
            <a:xfrm>
              <a:off x="7378681" y="2177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4" name="pt37684"/>
            <p:cNvSpPr/>
            <p:nvPr/>
          </p:nvSpPr>
          <p:spPr>
            <a:xfrm>
              <a:off x="7110728" y="2148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5" name="pt37685"/>
            <p:cNvSpPr/>
            <p:nvPr/>
          </p:nvSpPr>
          <p:spPr>
            <a:xfrm>
              <a:off x="6892893" y="1950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6" name="pt37686"/>
            <p:cNvSpPr/>
            <p:nvPr/>
          </p:nvSpPr>
          <p:spPr>
            <a:xfrm>
              <a:off x="7141848" y="2223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7" name="pt37687"/>
            <p:cNvSpPr/>
            <p:nvPr/>
          </p:nvSpPr>
          <p:spPr>
            <a:xfrm>
              <a:off x="7340310" y="2270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8" name="pt37688"/>
            <p:cNvSpPr/>
            <p:nvPr/>
          </p:nvSpPr>
          <p:spPr>
            <a:xfrm>
              <a:off x="7239547" y="1812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9" name="pt37689"/>
            <p:cNvSpPr/>
            <p:nvPr/>
          </p:nvSpPr>
          <p:spPr>
            <a:xfrm>
              <a:off x="7413308" y="2503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0" name="pt37690"/>
            <p:cNvSpPr/>
            <p:nvPr/>
          </p:nvSpPr>
          <p:spPr>
            <a:xfrm>
              <a:off x="6926138" y="2125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1" name="pt37691"/>
            <p:cNvSpPr/>
            <p:nvPr/>
          </p:nvSpPr>
          <p:spPr>
            <a:xfrm>
              <a:off x="7161856" y="2115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2" name="pt37692"/>
            <p:cNvSpPr/>
            <p:nvPr/>
          </p:nvSpPr>
          <p:spPr>
            <a:xfrm>
              <a:off x="7063699" y="1714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3" name="pt37693"/>
            <p:cNvSpPr/>
            <p:nvPr/>
          </p:nvSpPr>
          <p:spPr>
            <a:xfrm>
              <a:off x="7300135" y="1989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4" name="pt37694"/>
            <p:cNvSpPr/>
            <p:nvPr/>
          </p:nvSpPr>
          <p:spPr>
            <a:xfrm>
              <a:off x="7194029" y="2007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5" name="pt37695"/>
            <p:cNvSpPr/>
            <p:nvPr/>
          </p:nvSpPr>
          <p:spPr>
            <a:xfrm>
              <a:off x="7169990" y="20939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6" name="pt37696"/>
            <p:cNvSpPr/>
            <p:nvPr/>
          </p:nvSpPr>
          <p:spPr>
            <a:xfrm>
              <a:off x="7109249" y="2175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7" name="pt37697"/>
            <p:cNvSpPr/>
            <p:nvPr/>
          </p:nvSpPr>
          <p:spPr>
            <a:xfrm>
              <a:off x="7291383" y="1957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8" name="pt37698"/>
            <p:cNvSpPr/>
            <p:nvPr/>
          </p:nvSpPr>
          <p:spPr>
            <a:xfrm>
              <a:off x="7191175" y="2067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9" name="pt37699"/>
            <p:cNvSpPr/>
            <p:nvPr/>
          </p:nvSpPr>
          <p:spPr>
            <a:xfrm>
              <a:off x="7176368" y="2025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0" name="pt37700"/>
            <p:cNvSpPr/>
            <p:nvPr/>
          </p:nvSpPr>
          <p:spPr>
            <a:xfrm>
              <a:off x="6954823" y="216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1" name="pt37701"/>
            <p:cNvSpPr/>
            <p:nvPr/>
          </p:nvSpPr>
          <p:spPr>
            <a:xfrm>
              <a:off x="7025475" y="1824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2" name="pt37702"/>
            <p:cNvSpPr/>
            <p:nvPr/>
          </p:nvSpPr>
          <p:spPr>
            <a:xfrm>
              <a:off x="7191065" y="1995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3" name="pt37703"/>
            <p:cNvSpPr/>
            <p:nvPr/>
          </p:nvSpPr>
          <p:spPr>
            <a:xfrm>
              <a:off x="7292944" y="2041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4" name="pt37704"/>
            <p:cNvSpPr/>
            <p:nvPr/>
          </p:nvSpPr>
          <p:spPr>
            <a:xfrm>
              <a:off x="6780870" y="2514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5" name="pt37705"/>
            <p:cNvSpPr/>
            <p:nvPr/>
          </p:nvSpPr>
          <p:spPr>
            <a:xfrm>
              <a:off x="7072800" y="2250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6" name="pt37706"/>
            <p:cNvSpPr/>
            <p:nvPr/>
          </p:nvSpPr>
          <p:spPr>
            <a:xfrm>
              <a:off x="7303712" y="2022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7" name="pt37707"/>
            <p:cNvSpPr/>
            <p:nvPr/>
          </p:nvSpPr>
          <p:spPr>
            <a:xfrm>
              <a:off x="7215854" y="2122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8" name="pt37708"/>
            <p:cNvSpPr/>
            <p:nvPr/>
          </p:nvSpPr>
          <p:spPr>
            <a:xfrm>
              <a:off x="7252221" y="19281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9" name="pt37709"/>
            <p:cNvSpPr/>
            <p:nvPr/>
          </p:nvSpPr>
          <p:spPr>
            <a:xfrm>
              <a:off x="7195287" y="2107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0" name="pt37710"/>
            <p:cNvSpPr/>
            <p:nvPr/>
          </p:nvSpPr>
          <p:spPr>
            <a:xfrm>
              <a:off x="7216325" y="2121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1" name="pt37711"/>
            <p:cNvSpPr/>
            <p:nvPr/>
          </p:nvSpPr>
          <p:spPr>
            <a:xfrm>
              <a:off x="7226931" y="2016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2" name="pt37712"/>
            <p:cNvSpPr/>
            <p:nvPr/>
          </p:nvSpPr>
          <p:spPr>
            <a:xfrm>
              <a:off x="6972678" y="1949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3" name="pt37713"/>
            <p:cNvSpPr/>
            <p:nvPr/>
          </p:nvSpPr>
          <p:spPr>
            <a:xfrm>
              <a:off x="7100992" y="22730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4" name="pt37714"/>
            <p:cNvSpPr/>
            <p:nvPr/>
          </p:nvSpPr>
          <p:spPr>
            <a:xfrm>
              <a:off x="7163918" y="2121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5" name="pt37715"/>
            <p:cNvSpPr/>
            <p:nvPr/>
          </p:nvSpPr>
          <p:spPr>
            <a:xfrm>
              <a:off x="7222807" y="2230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6" name="pt37716"/>
            <p:cNvSpPr/>
            <p:nvPr/>
          </p:nvSpPr>
          <p:spPr>
            <a:xfrm>
              <a:off x="7041826" y="2346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7" name="pt37717"/>
            <p:cNvSpPr/>
            <p:nvPr/>
          </p:nvSpPr>
          <p:spPr>
            <a:xfrm>
              <a:off x="6660067" y="1935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8" name="pt37718"/>
            <p:cNvSpPr/>
            <p:nvPr/>
          </p:nvSpPr>
          <p:spPr>
            <a:xfrm>
              <a:off x="7263159" y="21576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9" name="pt37719"/>
            <p:cNvSpPr/>
            <p:nvPr/>
          </p:nvSpPr>
          <p:spPr>
            <a:xfrm>
              <a:off x="7347544" y="2174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0" name="pt37720"/>
            <p:cNvSpPr/>
            <p:nvPr/>
          </p:nvSpPr>
          <p:spPr>
            <a:xfrm>
              <a:off x="7211292" y="2314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1" name="pt37721"/>
            <p:cNvSpPr/>
            <p:nvPr/>
          </p:nvSpPr>
          <p:spPr>
            <a:xfrm>
              <a:off x="7084997" y="2187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2" name="pt37722"/>
            <p:cNvSpPr/>
            <p:nvPr/>
          </p:nvSpPr>
          <p:spPr>
            <a:xfrm>
              <a:off x="6861989" y="2322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3" name="pt37723"/>
            <p:cNvSpPr/>
            <p:nvPr/>
          </p:nvSpPr>
          <p:spPr>
            <a:xfrm>
              <a:off x="6810696" y="2352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4" name="pt37724"/>
            <p:cNvSpPr/>
            <p:nvPr/>
          </p:nvSpPr>
          <p:spPr>
            <a:xfrm>
              <a:off x="7038144" y="2178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5" name="pt37725"/>
            <p:cNvSpPr/>
            <p:nvPr/>
          </p:nvSpPr>
          <p:spPr>
            <a:xfrm>
              <a:off x="7234310" y="1965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6" name="pt37726"/>
            <p:cNvSpPr/>
            <p:nvPr/>
          </p:nvSpPr>
          <p:spPr>
            <a:xfrm>
              <a:off x="7143458" y="2221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7" name="pt37727"/>
            <p:cNvSpPr/>
            <p:nvPr/>
          </p:nvSpPr>
          <p:spPr>
            <a:xfrm>
              <a:off x="6987471" y="1980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8" name="pt37728"/>
            <p:cNvSpPr/>
            <p:nvPr/>
          </p:nvSpPr>
          <p:spPr>
            <a:xfrm>
              <a:off x="7271830" y="2092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9" name="pt37729"/>
            <p:cNvSpPr/>
            <p:nvPr/>
          </p:nvSpPr>
          <p:spPr>
            <a:xfrm>
              <a:off x="7157150" y="2184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0" name="pt37730"/>
            <p:cNvSpPr/>
            <p:nvPr/>
          </p:nvSpPr>
          <p:spPr>
            <a:xfrm>
              <a:off x="7244301" y="2213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1" name="pt37731"/>
            <p:cNvSpPr/>
            <p:nvPr/>
          </p:nvSpPr>
          <p:spPr>
            <a:xfrm>
              <a:off x="7297671" y="1904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2" name="pt37732"/>
            <p:cNvSpPr/>
            <p:nvPr/>
          </p:nvSpPr>
          <p:spPr>
            <a:xfrm>
              <a:off x="7204992" y="209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3" name="pt37733"/>
            <p:cNvSpPr/>
            <p:nvPr/>
          </p:nvSpPr>
          <p:spPr>
            <a:xfrm>
              <a:off x="7237904" y="198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4" name="pt37734"/>
            <p:cNvSpPr/>
            <p:nvPr/>
          </p:nvSpPr>
          <p:spPr>
            <a:xfrm>
              <a:off x="7052092" y="2349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5" name="pt37735"/>
            <p:cNvSpPr/>
            <p:nvPr/>
          </p:nvSpPr>
          <p:spPr>
            <a:xfrm>
              <a:off x="7162552" y="2111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6" name="pt37736"/>
            <p:cNvSpPr/>
            <p:nvPr/>
          </p:nvSpPr>
          <p:spPr>
            <a:xfrm>
              <a:off x="7180076" y="21486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7" name="pt37737"/>
            <p:cNvSpPr/>
            <p:nvPr/>
          </p:nvSpPr>
          <p:spPr>
            <a:xfrm>
              <a:off x="7163198" y="2107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8" name="pt37738"/>
            <p:cNvSpPr/>
            <p:nvPr/>
          </p:nvSpPr>
          <p:spPr>
            <a:xfrm>
              <a:off x="6910334" y="2296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9" name="pt37739"/>
            <p:cNvSpPr/>
            <p:nvPr/>
          </p:nvSpPr>
          <p:spPr>
            <a:xfrm>
              <a:off x="7201776" y="2037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0" name="pt37740"/>
            <p:cNvSpPr/>
            <p:nvPr/>
          </p:nvSpPr>
          <p:spPr>
            <a:xfrm>
              <a:off x="6806252" y="235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1" name="pt37741"/>
            <p:cNvSpPr/>
            <p:nvPr/>
          </p:nvSpPr>
          <p:spPr>
            <a:xfrm>
              <a:off x="7153274" y="2323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2" name="pt37742"/>
            <p:cNvSpPr/>
            <p:nvPr/>
          </p:nvSpPr>
          <p:spPr>
            <a:xfrm>
              <a:off x="7207761" y="2254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3" name="pt37743"/>
            <p:cNvSpPr/>
            <p:nvPr/>
          </p:nvSpPr>
          <p:spPr>
            <a:xfrm>
              <a:off x="6981616" y="2023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4" name="pt37744"/>
            <p:cNvSpPr/>
            <p:nvPr/>
          </p:nvSpPr>
          <p:spPr>
            <a:xfrm>
              <a:off x="7146512" y="2134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5" name="pt37745"/>
            <p:cNvSpPr/>
            <p:nvPr/>
          </p:nvSpPr>
          <p:spPr>
            <a:xfrm>
              <a:off x="7223244" y="2071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6" name="pt37746"/>
            <p:cNvSpPr/>
            <p:nvPr/>
          </p:nvSpPr>
          <p:spPr>
            <a:xfrm>
              <a:off x="6785215" y="2295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7" name="pt37747"/>
            <p:cNvSpPr/>
            <p:nvPr/>
          </p:nvSpPr>
          <p:spPr>
            <a:xfrm>
              <a:off x="7034613" y="2110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8" name="pt37748"/>
            <p:cNvSpPr/>
            <p:nvPr/>
          </p:nvSpPr>
          <p:spPr>
            <a:xfrm>
              <a:off x="7282425" y="2117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9" name="pt37749"/>
            <p:cNvSpPr/>
            <p:nvPr/>
          </p:nvSpPr>
          <p:spPr>
            <a:xfrm>
              <a:off x="7172871" y="2008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0" name="pt37750"/>
            <p:cNvSpPr/>
            <p:nvPr/>
          </p:nvSpPr>
          <p:spPr>
            <a:xfrm>
              <a:off x="7063905" y="1846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1" name="pt37751"/>
            <p:cNvSpPr/>
            <p:nvPr/>
          </p:nvSpPr>
          <p:spPr>
            <a:xfrm>
              <a:off x="7218267" y="2334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2" name="pt37752"/>
            <p:cNvSpPr/>
            <p:nvPr/>
          </p:nvSpPr>
          <p:spPr>
            <a:xfrm>
              <a:off x="6925991" y="2109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3" name="pt37753"/>
            <p:cNvSpPr/>
            <p:nvPr/>
          </p:nvSpPr>
          <p:spPr>
            <a:xfrm>
              <a:off x="7293937" y="2020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4" name="pt37754"/>
            <p:cNvSpPr/>
            <p:nvPr/>
          </p:nvSpPr>
          <p:spPr>
            <a:xfrm>
              <a:off x="7130505" y="2142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5" name="pt37755"/>
            <p:cNvSpPr/>
            <p:nvPr/>
          </p:nvSpPr>
          <p:spPr>
            <a:xfrm>
              <a:off x="7144226" y="2210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6" name="pt37756"/>
            <p:cNvSpPr/>
            <p:nvPr/>
          </p:nvSpPr>
          <p:spPr>
            <a:xfrm>
              <a:off x="7369909" y="2629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7" name="pt37757"/>
            <p:cNvSpPr/>
            <p:nvPr/>
          </p:nvSpPr>
          <p:spPr>
            <a:xfrm>
              <a:off x="7211414" y="2319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8" name="pt37758"/>
            <p:cNvSpPr/>
            <p:nvPr/>
          </p:nvSpPr>
          <p:spPr>
            <a:xfrm>
              <a:off x="7312025" y="2037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9" name="pt37759"/>
            <p:cNvSpPr/>
            <p:nvPr/>
          </p:nvSpPr>
          <p:spPr>
            <a:xfrm>
              <a:off x="7354570" y="1813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0" name="pt37760"/>
            <p:cNvSpPr/>
            <p:nvPr/>
          </p:nvSpPr>
          <p:spPr>
            <a:xfrm>
              <a:off x="6998963" y="2031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1" name="pt37761"/>
            <p:cNvSpPr/>
            <p:nvPr/>
          </p:nvSpPr>
          <p:spPr>
            <a:xfrm>
              <a:off x="7054774" y="2277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2" name="pt37762"/>
            <p:cNvSpPr/>
            <p:nvPr/>
          </p:nvSpPr>
          <p:spPr>
            <a:xfrm>
              <a:off x="7112515" y="2092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3" name="pt37763"/>
            <p:cNvSpPr/>
            <p:nvPr/>
          </p:nvSpPr>
          <p:spPr>
            <a:xfrm>
              <a:off x="7294524" y="2041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4" name="pt37764"/>
            <p:cNvSpPr/>
            <p:nvPr/>
          </p:nvSpPr>
          <p:spPr>
            <a:xfrm>
              <a:off x="7020259" y="20243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5" name="pt37765"/>
            <p:cNvSpPr/>
            <p:nvPr/>
          </p:nvSpPr>
          <p:spPr>
            <a:xfrm>
              <a:off x="6754556" y="1882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6" name="pt37766"/>
            <p:cNvSpPr/>
            <p:nvPr/>
          </p:nvSpPr>
          <p:spPr>
            <a:xfrm>
              <a:off x="7293417" y="2035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7" name="pt37767"/>
            <p:cNvSpPr/>
            <p:nvPr/>
          </p:nvSpPr>
          <p:spPr>
            <a:xfrm>
              <a:off x="6827794" y="2026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8" name="pt37768"/>
            <p:cNvSpPr/>
            <p:nvPr/>
          </p:nvSpPr>
          <p:spPr>
            <a:xfrm>
              <a:off x="6957479" y="2122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9" name="pt37769"/>
            <p:cNvSpPr/>
            <p:nvPr/>
          </p:nvSpPr>
          <p:spPr>
            <a:xfrm>
              <a:off x="6879751" y="2332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0" name="pt37770"/>
            <p:cNvSpPr/>
            <p:nvPr/>
          </p:nvSpPr>
          <p:spPr>
            <a:xfrm>
              <a:off x="7119613" y="2159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1" name="pt37771"/>
            <p:cNvSpPr/>
            <p:nvPr/>
          </p:nvSpPr>
          <p:spPr>
            <a:xfrm>
              <a:off x="7313698" y="2073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2" name="pt37772"/>
            <p:cNvSpPr/>
            <p:nvPr/>
          </p:nvSpPr>
          <p:spPr>
            <a:xfrm>
              <a:off x="7040458" y="2069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3" name="pt37773"/>
            <p:cNvSpPr/>
            <p:nvPr/>
          </p:nvSpPr>
          <p:spPr>
            <a:xfrm>
              <a:off x="7151831" y="2179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4" name="pt37774"/>
            <p:cNvSpPr/>
            <p:nvPr/>
          </p:nvSpPr>
          <p:spPr>
            <a:xfrm>
              <a:off x="7114054" y="2117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5" name="pt37775"/>
            <p:cNvSpPr/>
            <p:nvPr/>
          </p:nvSpPr>
          <p:spPr>
            <a:xfrm>
              <a:off x="7033447" y="2074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6" name="pt37776"/>
            <p:cNvSpPr/>
            <p:nvPr/>
          </p:nvSpPr>
          <p:spPr>
            <a:xfrm>
              <a:off x="7162241" y="2167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7" name="pt37777"/>
            <p:cNvSpPr/>
            <p:nvPr/>
          </p:nvSpPr>
          <p:spPr>
            <a:xfrm>
              <a:off x="6970563" y="2006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8" name="pt37778"/>
            <p:cNvSpPr/>
            <p:nvPr/>
          </p:nvSpPr>
          <p:spPr>
            <a:xfrm>
              <a:off x="6923769" y="2098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9" name="pt37779"/>
            <p:cNvSpPr/>
            <p:nvPr/>
          </p:nvSpPr>
          <p:spPr>
            <a:xfrm>
              <a:off x="7007867" y="2049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0" name="pt37780"/>
            <p:cNvSpPr/>
            <p:nvPr/>
          </p:nvSpPr>
          <p:spPr>
            <a:xfrm>
              <a:off x="7316248" y="1948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1" name="pt37781"/>
            <p:cNvSpPr/>
            <p:nvPr/>
          </p:nvSpPr>
          <p:spPr>
            <a:xfrm>
              <a:off x="7007379" y="2009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2" name="pt37782"/>
            <p:cNvSpPr/>
            <p:nvPr/>
          </p:nvSpPr>
          <p:spPr>
            <a:xfrm>
              <a:off x="7126809" y="2142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3" name="pt37783"/>
            <p:cNvSpPr/>
            <p:nvPr/>
          </p:nvSpPr>
          <p:spPr>
            <a:xfrm>
              <a:off x="7531186" y="2328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4" name="pt37784"/>
            <p:cNvSpPr/>
            <p:nvPr/>
          </p:nvSpPr>
          <p:spPr>
            <a:xfrm>
              <a:off x="7203706" y="2122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5" name="pt37785"/>
            <p:cNvSpPr/>
            <p:nvPr/>
          </p:nvSpPr>
          <p:spPr>
            <a:xfrm>
              <a:off x="7130546" y="2061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6" name="pt37786"/>
            <p:cNvSpPr/>
            <p:nvPr/>
          </p:nvSpPr>
          <p:spPr>
            <a:xfrm>
              <a:off x="7464585" y="26262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7" name="pt37787"/>
            <p:cNvSpPr/>
            <p:nvPr/>
          </p:nvSpPr>
          <p:spPr>
            <a:xfrm>
              <a:off x="7242001" y="2244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8" name="pt37788"/>
            <p:cNvSpPr/>
            <p:nvPr/>
          </p:nvSpPr>
          <p:spPr>
            <a:xfrm>
              <a:off x="7342031" y="1979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9" name="pt37789"/>
            <p:cNvSpPr/>
            <p:nvPr/>
          </p:nvSpPr>
          <p:spPr>
            <a:xfrm>
              <a:off x="7046618" y="2212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0" name="pt37790"/>
            <p:cNvSpPr/>
            <p:nvPr/>
          </p:nvSpPr>
          <p:spPr>
            <a:xfrm>
              <a:off x="7157600" y="2153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1" name="pt37791"/>
            <p:cNvSpPr/>
            <p:nvPr/>
          </p:nvSpPr>
          <p:spPr>
            <a:xfrm>
              <a:off x="7168774" y="1988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2" name="pt37792"/>
            <p:cNvSpPr/>
            <p:nvPr/>
          </p:nvSpPr>
          <p:spPr>
            <a:xfrm>
              <a:off x="6791022" y="2375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3" name="pt37793"/>
            <p:cNvSpPr/>
            <p:nvPr/>
          </p:nvSpPr>
          <p:spPr>
            <a:xfrm>
              <a:off x="6929909" y="2225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4" name="pt37794"/>
            <p:cNvSpPr/>
            <p:nvPr/>
          </p:nvSpPr>
          <p:spPr>
            <a:xfrm>
              <a:off x="7189439" y="2066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5" name="pt37795"/>
            <p:cNvSpPr/>
            <p:nvPr/>
          </p:nvSpPr>
          <p:spPr>
            <a:xfrm>
              <a:off x="7160881" y="2057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6" name="pt37796"/>
            <p:cNvSpPr/>
            <p:nvPr/>
          </p:nvSpPr>
          <p:spPr>
            <a:xfrm>
              <a:off x="6968327" y="19129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7" name="pt37797"/>
            <p:cNvSpPr/>
            <p:nvPr/>
          </p:nvSpPr>
          <p:spPr>
            <a:xfrm>
              <a:off x="7243371" y="2173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8" name="pt37798"/>
            <p:cNvSpPr/>
            <p:nvPr/>
          </p:nvSpPr>
          <p:spPr>
            <a:xfrm>
              <a:off x="7161149" y="212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9" name="pt37799"/>
            <p:cNvSpPr/>
            <p:nvPr/>
          </p:nvSpPr>
          <p:spPr>
            <a:xfrm>
              <a:off x="7042869" y="2190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0" name="pt37800"/>
            <p:cNvSpPr/>
            <p:nvPr/>
          </p:nvSpPr>
          <p:spPr>
            <a:xfrm>
              <a:off x="6739764" y="2139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1" name="pt37801"/>
            <p:cNvSpPr/>
            <p:nvPr/>
          </p:nvSpPr>
          <p:spPr>
            <a:xfrm>
              <a:off x="7446991" y="2706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2" name="pt37802"/>
            <p:cNvSpPr/>
            <p:nvPr/>
          </p:nvSpPr>
          <p:spPr>
            <a:xfrm>
              <a:off x="7288741" y="1935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3" name="pt37803"/>
            <p:cNvSpPr/>
            <p:nvPr/>
          </p:nvSpPr>
          <p:spPr>
            <a:xfrm>
              <a:off x="7038683" y="2199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4" name="pt37804"/>
            <p:cNvSpPr/>
            <p:nvPr/>
          </p:nvSpPr>
          <p:spPr>
            <a:xfrm>
              <a:off x="7820737" y="2353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5" name="pt37805"/>
            <p:cNvSpPr/>
            <p:nvPr/>
          </p:nvSpPr>
          <p:spPr>
            <a:xfrm>
              <a:off x="7342825" y="2124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6" name="pt37806"/>
            <p:cNvSpPr/>
            <p:nvPr/>
          </p:nvSpPr>
          <p:spPr>
            <a:xfrm>
              <a:off x="7260301" y="1950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7" name="pt37807"/>
            <p:cNvSpPr/>
            <p:nvPr/>
          </p:nvSpPr>
          <p:spPr>
            <a:xfrm>
              <a:off x="6967356" y="2013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8" name="pt37808"/>
            <p:cNvSpPr/>
            <p:nvPr/>
          </p:nvSpPr>
          <p:spPr>
            <a:xfrm>
              <a:off x="7226617" y="2257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9" name="pt37809"/>
            <p:cNvSpPr/>
            <p:nvPr/>
          </p:nvSpPr>
          <p:spPr>
            <a:xfrm>
              <a:off x="7264156" y="2119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0" name="pt37810"/>
            <p:cNvSpPr/>
            <p:nvPr/>
          </p:nvSpPr>
          <p:spPr>
            <a:xfrm>
              <a:off x="7123904" y="2057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1" name="pt37811"/>
            <p:cNvSpPr/>
            <p:nvPr/>
          </p:nvSpPr>
          <p:spPr>
            <a:xfrm>
              <a:off x="7242816" y="2207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2" name="pt37812"/>
            <p:cNvSpPr/>
            <p:nvPr/>
          </p:nvSpPr>
          <p:spPr>
            <a:xfrm>
              <a:off x="7136069" y="2167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3" name="pt37813"/>
            <p:cNvSpPr/>
            <p:nvPr/>
          </p:nvSpPr>
          <p:spPr>
            <a:xfrm>
              <a:off x="7123762" y="21029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4" name="pt37814"/>
            <p:cNvSpPr/>
            <p:nvPr/>
          </p:nvSpPr>
          <p:spPr>
            <a:xfrm>
              <a:off x="6981624" y="2067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5" name="pt37815"/>
            <p:cNvSpPr/>
            <p:nvPr/>
          </p:nvSpPr>
          <p:spPr>
            <a:xfrm>
              <a:off x="6924235" y="2246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6" name="pt37816"/>
            <p:cNvSpPr/>
            <p:nvPr/>
          </p:nvSpPr>
          <p:spPr>
            <a:xfrm>
              <a:off x="7122874" y="2160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7" name="pt37817"/>
            <p:cNvSpPr/>
            <p:nvPr/>
          </p:nvSpPr>
          <p:spPr>
            <a:xfrm>
              <a:off x="7256625" y="2076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8" name="pt37818"/>
            <p:cNvSpPr/>
            <p:nvPr/>
          </p:nvSpPr>
          <p:spPr>
            <a:xfrm>
              <a:off x="7070977" y="2104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9" name="pt37819"/>
            <p:cNvSpPr/>
            <p:nvPr/>
          </p:nvSpPr>
          <p:spPr>
            <a:xfrm>
              <a:off x="7125175" y="2090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0" name="pt37820"/>
            <p:cNvSpPr/>
            <p:nvPr/>
          </p:nvSpPr>
          <p:spPr>
            <a:xfrm>
              <a:off x="7219697" y="2074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1" name="pt37821"/>
            <p:cNvSpPr/>
            <p:nvPr/>
          </p:nvSpPr>
          <p:spPr>
            <a:xfrm>
              <a:off x="7840295" y="2167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2" name="pt37822"/>
            <p:cNvSpPr/>
            <p:nvPr/>
          </p:nvSpPr>
          <p:spPr>
            <a:xfrm>
              <a:off x="7219636" y="2165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3" name="pt37823"/>
            <p:cNvSpPr/>
            <p:nvPr/>
          </p:nvSpPr>
          <p:spPr>
            <a:xfrm>
              <a:off x="6808416" y="2000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4" name="pt37824"/>
            <p:cNvSpPr/>
            <p:nvPr/>
          </p:nvSpPr>
          <p:spPr>
            <a:xfrm>
              <a:off x="7127023" y="2028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5" name="pt37825"/>
            <p:cNvSpPr/>
            <p:nvPr/>
          </p:nvSpPr>
          <p:spPr>
            <a:xfrm>
              <a:off x="6902975" y="1942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6" name="pt37826"/>
            <p:cNvSpPr/>
            <p:nvPr/>
          </p:nvSpPr>
          <p:spPr>
            <a:xfrm>
              <a:off x="7297446" y="2052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7" name="pt37827"/>
            <p:cNvSpPr/>
            <p:nvPr/>
          </p:nvSpPr>
          <p:spPr>
            <a:xfrm>
              <a:off x="7289111" y="1920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8" name="pt37828"/>
            <p:cNvSpPr/>
            <p:nvPr/>
          </p:nvSpPr>
          <p:spPr>
            <a:xfrm>
              <a:off x="7421654" y="2249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9" name="pt37829"/>
            <p:cNvSpPr/>
            <p:nvPr/>
          </p:nvSpPr>
          <p:spPr>
            <a:xfrm>
              <a:off x="6863897" y="2135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0" name="pt37830"/>
            <p:cNvSpPr/>
            <p:nvPr/>
          </p:nvSpPr>
          <p:spPr>
            <a:xfrm>
              <a:off x="7209675" y="2254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1" name="pt37831"/>
            <p:cNvSpPr/>
            <p:nvPr/>
          </p:nvSpPr>
          <p:spPr>
            <a:xfrm>
              <a:off x="7188826" y="2045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2" name="pt37832"/>
            <p:cNvSpPr/>
            <p:nvPr/>
          </p:nvSpPr>
          <p:spPr>
            <a:xfrm>
              <a:off x="6931548" y="22786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3" name="pt37833"/>
            <p:cNvSpPr/>
            <p:nvPr/>
          </p:nvSpPr>
          <p:spPr>
            <a:xfrm>
              <a:off x="7362676" y="2308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4" name="pt37834"/>
            <p:cNvSpPr/>
            <p:nvPr/>
          </p:nvSpPr>
          <p:spPr>
            <a:xfrm>
              <a:off x="7063817" y="1770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5" name="pt37835"/>
            <p:cNvSpPr/>
            <p:nvPr/>
          </p:nvSpPr>
          <p:spPr>
            <a:xfrm>
              <a:off x="7152434" y="2252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6" name="pt37836"/>
            <p:cNvSpPr/>
            <p:nvPr/>
          </p:nvSpPr>
          <p:spPr>
            <a:xfrm>
              <a:off x="7084174" y="1876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7" name="pt37837"/>
            <p:cNvSpPr/>
            <p:nvPr/>
          </p:nvSpPr>
          <p:spPr>
            <a:xfrm>
              <a:off x="7473310" y="2881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8" name="pt37838"/>
            <p:cNvSpPr/>
            <p:nvPr/>
          </p:nvSpPr>
          <p:spPr>
            <a:xfrm>
              <a:off x="7156307" y="2346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9" name="pt37839"/>
            <p:cNvSpPr/>
            <p:nvPr/>
          </p:nvSpPr>
          <p:spPr>
            <a:xfrm>
              <a:off x="7452904" y="2627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0" name="pt37840"/>
            <p:cNvSpPr/>
            <p:nvPr/>
          </p:nvSpPr>
          <p:spPr>
            <a:xfrm>
              <a:off x="7369093" y="2512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1" name="pt37841"/>
            <p:cNvSpPr/>
            <p:nvPr/>
          </p:nvSpPr>
          <p:spPr>
            <a:xfrm>
              <a:off x="7215428" y="22638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2" name="pt37842"/>
            <p:cNvSpPr/>
            <p:nvPr/>
          </p:nvSpPr>
          <p:spPr>
            <a:xfrm>
              <a:off x="7119520" y="2146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3" name="pt37843"/>
            <p:cNvSpPr/>
            <p:nvPr/>
          </p:nvSpPr>
          <p:spPr>
            <a:xfrm>
              <a:off x="7137899" y="2179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4" name="pt37844"/>
            <p:cNvSpPr/>
            <p:nvPr/>
          </p:nvSpPr>
          <p:spPr>
            <a:xfrm>
              <a:off x="7057679" y="2133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5" name="pt37845"/>
            <p:cNvSpPr/>
            <p:nvPr/>
          </p:nvSpPr>
          <p:spPr>
            <a:xfrm>
              <a:off x="7257414" y="1983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6" name="pt37846"/>
            <p:cNvSpPr/>
            <p:nvPr/>
          </p:nvSpPr>
          <p:spPr>
            <a:xfrm>
              <a:off x="7378924" y="2380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7" name="pt37847"/>
            <p:cNvSpPr/>
            <p:nvPr/>
          </p:nvSpPr>
          <p:spPr>
            <a:xfrm>
              <a:off x="7140718" y="2155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8" name="pt37848"/>
            <p:cNvSpPr/>
            <p:nvPr/>
          </p:nvSpPr>
          <p:spPr>
            <a:xfrm>
              <a:off x="7212899" y="22292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9" name="pt37849"/>
            <p:cNvSpPr/>
            <p:nvPr/>
          </p:nvSpPr>
          <p:spPr>
            <a:xfrm>
              <a:off x="7201210" y="2055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0" name="pt37850"/>
            <p:cNvSpPr/>
            <p:nvPr/>
          </p:nvSpPr>
          <p:spPr>
            <a:xfrm>
              <a:off x="7038581" y="2168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1" name="pt37851"/>
            <p:cNvSpPr/>
            <p:nvPr/>
          </p:nvSpPr>
          <p:spPr>
            <a:xfrm>
              <a:off x="6861298" y="2197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2" name="pt37852"/>
            <p:cNvSpPr/>
            <p:nvPr/>
          </p:nvSpPr>
          <p:spPr>
            <a:xfrm>
              <a:off x="7441680" y="2874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3" name="pt37853"/>
            <p:cNvSpPr/>
            <p:nvPr/>
          </p:nvSpPr>
          <p:spPr>
            <a:xfrm>
              <a:off x="7061150" y="1585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4" name="pt37854"/>
            <p:cNvSpPr/>
            <p:nvPr/>
          </p:nvSpPr>
          <p:spPr>
            <a:xfrm>
              <a:off x="7127004" y="2078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5" name="pt37855"/>
            <p:cNvSpPr/>
            <p:nvPr/>
          </p:nvSpPr>
          <p:spPr>
            <a:xfrm>
              <a:off x="7089413" y="20827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6" name="pt37856"/>
            <p:cNvSpPr/>
            <p:nvPr/>
          </p:nvSpPr>
          <p:spPr>
            <a:xfrm>
              <a:off x="7004795" y="2117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7" name="pt37857"/>
            <p:cNvSpPr/>
            <p:nvPr/>
          </p:nvSpPr>
          <p:spPr>
            <a:xfrm>
              <a:off x="7285578" y="2092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8" name="pt37858"/>
            <p:cNvSpPr/>
            <p:nvPr/>
          </p:nvSpPr>
          <p:spPr>
            <a:xfrm>
              <a:off x="6947680" y="2159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9" name="pt37859"/>
            <p:cNvSpPr/>
            <p:nvPr/>
          </p:nvSpPr>
          <p:spPr>
            <a:xfrm>
              <a:off x="6966108" y="20549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0" name="pt37860"/>
            <p:cNvSpPr/>
            <p:nvPr/>
          </p:nvSpPr>
          <p:spPr>
            <a:xfrm>
              <a:off x="7130715" y="2076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1" name="pt37861"/>
            <p:cNvSpPr/>
            <p:nvPr/>
          </p:nvSpPr>
          <p:spPr>
            <a:xfrm>
              <a:off x="6780738" y="2474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2" name="pt37862"/>
            <p:cNvSpPr/>
            <p:nvPr/>
          </p:nvSpPr>
          <p:spPr>
            <a:xfrm>
              <a:off x="6965933" y="2071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3" name="pt37863"/>
            <p:cNvSpPr/>
            <p:nvPr/>
          </p:nvSpPr>
          <p:spPr>
            <a:xfrm>
              <a:off x="7221549" y="2160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4" name="pt37864"/>
            <p:cNvSpPr/>
            <p:nvPr/>
          </p:nvSpPr>
          <p:spPr>
            <a:xfrm>
              <a:off x="7154635" y="2316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5" name="pt37865"/>
            <p:cNvSpPr/>
            <p:nvPr/>
          </p:nvSpPr>
          <p:spPr>
            <a:xfrm>
              <a:off x="7094854" y="2206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6" name="pt37866"/>
            <p:cNvSpPr/>
            <p:nvPr/>
          </p:nvSpPr>
          <p:spPr>
            <a:xfrm>
              <a:off x="7299540" y="1932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7" name="pt37867"/>
            <p:cNvSpPr/>
            <p:nvPr/>
          </p:nvSpPr>
          <p:spPr>
            <a:xfrm>
              <a:off x="7063246" y="1645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8" name="pt37868"/>
            <p:cNvSpPr/>
            <p:nvPr/>
          </p:nvSpPr>
          <p:spPr>
            <a:xfrm>
              <a:off x="7181333" y="214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9" name="pt37869"/>
            <p:cNvSpPr/>
            <p:nvPr/>
          </p:nvSpPr>
          <p:spPr>
            <a:xfrm>
              <a:off x="7024392" y="19027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0" name="pt37870"/>
            <p:cNvSpPr/>
            <p:nvPr/>
          </p:nvSpPr>
          <p:spPr>
            <a:xfrm>
              <a:off x="7706238" y="2435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1" name="pt37871"/>
            <p:cNvSpPr/>
            <p:nvPr/>
          </p:nvSpPr>
          <p:spPr>
            <a:xfrm>
              <a:off x="7318138" y="2024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2" name="pt37872"/>
            <p:cNvSpPr/>
            <p:nvPr/>
          </p:nvSpPr>
          <p:spPr>
            <a:xfrm>
              <a:off x="7376576" y="2403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3" name="pt37873"/>
            <p:cNvSpPr/>
            <p:nvPr/>
          </p:nvSpPr>
          <p:spPr>
            <a:xfrm>
              <a:off x="7223779" y="2023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4" name="pt37874"/>
            <p:cNvSpPr/>
            <p:nvPr/>
          </p:nvSpPr>
          <p:spPr>
            <a:xfrm>
              <a:off x="7268861" y="2008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5" name="pt37875"/>
            <p:cNvSpPr/>
            <p:nvPr/>
          </p:nvSpPr>
          <p:spPr>
            <a:xfrm>
              <a:off x="7218060" y="2216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6" name="pt37876"/>
            <p:cNvSpPr/>
            <p:nvPr/>
          </p:nvSpPr>
          <p:spPr>
            <a:xfrm>
              <a:off x="6954930" y="2143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7" name="pt37877"/>
            <p:cNvSpPr/>
            <p:nvPr/>
          </p:nvSpPr>
          <p:spPr>
            <a:xfrm>
              <a:off x="7389795" y="1986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8" name="pt37878"/>
            <p:cNvSpPr/>
            <p:nvPr/>
          </p:nvSpPr>
          <p:spPr>
            <a:xfrm>
              <a:off x="6934447" y="2245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9" name="pt37879"/>
            <p:cNvSpPr/>
            <p:nvPr/>
          </p:nvSpPr>
          <p:spPr>
            <a:xfrm>
              <a:off x="7086507" y="2045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0" name="pt37880"/>
            <p:cNvSpPr/>
            <p:nvPr/>
          </p:nvSpPr>
          <p:spPr>
            <a:xfrm>
              <a:off x="7224880" y="2245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1" name="pt37881"/>
            <p:cNvSpPr/>
            <p:nvPr/>
          </p:nvSpPr>
          <p:spPr>
            <a:xfrm>
              <a:off x="7165198" y="2072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2" name="pt37882"/>
            <p:cNvSpPr/>
            <p:nvPr/>
          </p:nvSpPr>
          <p:spPr>
            <a:xfrm>
              <a:off x="7035836" y="2219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3" name="pt37883"/>
            <p:cNvSpPr/>
            <p:nvPr/>
          </p:nvSpPr>
          <p:spPr>
            <a:xfrm>
              <a:off x="6816163" y="2218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4" name="pt37884"/>
            <p:cNvSpPr/>
            <p:nvPr/>
          </p:nvSpPr>
          <p:spPr>
            <a:xfrm>
              <a:off x="6922116" y="22836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5" name="pt37885"/>
            <p:cNvSpPr/>
            <p:nvPr/>
          </p:nvSpPr>
          <p:spPr>
            <a:xfrm>
              <a:off x="7084453" y="2059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6" name="pt37886"/>
            <p:cNvSpPr/>
            <p:nvPr/>
          </p:nvSpPr>
          <p:spPr>
            <a:xfrm>
              <a:off x="6930744" y="21576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7" name="pt37887"/>
            <p:cNvSpPr/>
            <p:nvPr/>
          </p:nvSpPr>
          <p:spPr>
            <a:xfrm>
              <a:off x="7081342" y="2045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8" name="pt37888"/>
            <p:cNvSpPr/>
            <p:nvPr/>
          </p:nvSpPr>
          <p:spPr>
            <a:xfrm>
              <a:off x="7198931" y="2009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9" name="pt37889"/>
            <p:cNvSpPr/>
            <p:nvPr/>
          </p:nvSpPr>
          <p:spPr>
            <a:xfrm>
              <a:off x="7147096" y="22069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0" name="pt37890"/>
            <p:cNvSpPr/>
            <p:nvPr/>
          </p:nvSpPr>
          <p:spPr>
            <a:xfrm>
              <a:off x="6924669" y="2142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1" name="pt37891"/>
            <p:cNvSpPr/>
            <p:nvPr/>
          </p:nvSpPr>
          <p:spPr>
            <a:xfrm>
              <a:off x="7192863" y="2007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2" name="pt37892"/>
            <p:cNvSpPr/>
            <p:nvPr/>
          </p:nvSpPr>
          <p:spPr>
            <a:xfrm>
              <a:off x="7572130" y="1892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3" name="pt37893"/>
            <p:cNvSpPr/>
            <p:nvPr/>
          </p:nvSpPr>
          <p:spPr>
            <a:xfrm>
              <a:off x="7176651" y="2054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4" name="pt37894"/>
            <p:cNvSpPr/>
            <p:nvPr/>
          </p:nvSpPr>
          <p:spPr>
            <a:xfrm>
              <a:off x="7184804" y="2150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5" name="pt37895"/>
            <p:cNvSpPr/>
            <p:nvPr/>
          </p:nvSpPr>
          <p:spPr>
            <a:xfrm>
              <a:off x="7027247" y="19228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6" name="pt37896"/>
            <p:cNvSpPr/>
            <p:nvPr/>
          </p:nvSpPr>
          <p:spPr>
            <a:xfrm>
              <a:off x="7054439" y="2259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7" name="pt37897"/>
            <p:cNvSpPr/>
            <p:nvPr/>
          </p:nvSpPr>
          <p:spPr>
            <a:xfrm>
              <a:off x="7118613" y="2088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8" name="pt37898"/>
            <p:cNvSpPr/>
            <p:nvPr/>
          </p:nvSpPr>
          <p:spPr>
            <a:xfrm>
              <a:off x="7214324" y="2186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9" name="pt37899"/>
            <p:cNvSpPr/>
            <p:nvPr/>
          </p:nvSpPr>
          <p:spPr>
            <a:xfrm>
              <a:off x="7008506" y="1892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0" name="pt37900"/>
            <p:cNvSpPr/>
            <p:nvPr/>
          </p:nvSpPr>
          <p:spPr>
            <a:xfrm>
              <a:off x="7050725" y="2332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1" name="pt37901"/>
            <p:cNvSpPr/>
            <p:nvPr/>
          </p:nvSpPr>
          <p:spPr>
            <a:xfrm>
              <a:off x="7266820" y="2034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2" name="pt37902"/>
            <p:cNvSpPr/>
            <p:nvPr/>
          </p:nvSpPr>
          <p:spPr>
            <a:xfrm>
              <a:off x="7329639" y="1937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3" name="pt37903"/>
            <p:cNvSpPr/>
            <p:nvPr/>
          </p:nvSpPr>
          <p:spPr>
            <a:xfrm>
              <a:off x="7293630" y="1992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4" name="pt37904"/>
            <p:cNvSpPr/>
            <p:nvPr/>
          </p:nvSpPr>
          <p:spPr>
            <a:xfrm>
              <a:off x="7326352" y="2160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5" name="pt37905"/>
            <p:cNvSpPr/>
            <p:nvPr/>
          </p:nvSpPr>
          <p:spPr>
            <a:xfrm>
              <a:off x="7015549" y="1890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6" name="pt37906"/>
            <p:cNvSpPr/>
            <p:nvPr/>
          </p:nvSpPr>
          <p:spPr>
            <a:xfrm>
              <a:off x="7194603" y="1984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7" name="pt37907"/>
            <p:cNvSpPr/>
            <p:nvPr/>
          </p:nvSpPr>
          <p:spPr>
            <a:xfrm>
              <a:off x="7122464" y="2144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8" name="pt37908"/>
            <p:cNvSpPr/>
            <p:nvPr/>
          </p:nvSpPr>
          <p:spPr>
            <a:xfrm>
              <a:off x="7344415" y="2052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9" name="pt37909"/>
            <p:cNvSpPr/>
            <p:nvPr/>
          </p:nvSpPr>
          <p:spPr>
            <a:xfrm>
              <a:off x="7198725" y="1955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0" name="pt37910"/>
            <p:cNvSpPr/>
            <p:nvPr/>
          </p:nvSpPr>
          <p:spPr>
            <a:xfrm>
              <a:off x="7302648" y="2049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1" name="pt37911"/>
            <p:cNvSpPr/>
            <p:nvPr/>
          </p:nvSpPr>
          <p:spPr>
            <a:xfrm>
              <a:off x="7183976" y="2116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2" name="pt37912"/>
            <p:cNvSpPr/>
            <p:nvPr/>
          </p:nvSpPr>
          <p:spPr>
            <a:xfrm>
              <a:off x="7138222" y="2139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3" name="pt37913"/>
            <p:cNvSpPr/>
            <p:nvPr/>
          </p:nvSpPr>
          <p:spPr>
            <a:xfrm>
              <a:off x="7338919" y="2223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4" name="pt37914"/>
            <p:cNvSpPr/>
            <p:nvPr/>
          </p:nvSpPr>
          <p:spPr>
            <a:xfrm>
              <a:off x="7332615" y="1963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5" name="pt37915"/>
            <p:cNvSpPr/>
            <p:nvPr/>
          </p:nvSpPr>
          <p:spPr>
            <a:xfrm>
              <a:off x="7243270" y="2305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6" name="pt37916"/>
            <p:cNvSpPr/>
            <p:nvPr/>
          </p:nvSpPr>
          <p:spPr>
            <a:xfrm>
              <a:off x="7176302" y="2074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7" name="pt37917"/>
            <p:cNvSpPr/>
            <p:nvPr/>
          </p:nvSpPr>
          <p:spPr>
            <a:xfrm>
              <a:off x="7050477" y="2301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8" name="pt37918"/>
            <p:cNvSpPr/>
            <p:nvPr/>
          </p:nvSpPr>
          <p:spPr>
            <a:xfrm>
              <a:off x="7261216" y="21035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9" name="pt37919"/>
            <p:cNvSpPr/>
            <p:nvPr/>
          </p:nvSpPr>
          <p:spPr>
            <a:xfrm>
              <a:off x="7250078" y="21627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0" name="pt37920"/>
            <p:cNvSpPr/>
            <p:nvPr/>
          </p:nvSpPr>
          <p:spPr>
            <a:xfrm>
              <a:off x="7359005" y="2270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1" name="pt37921"/>
            <p:cNvSpPr/>
            <p:nvPr/>
          </p:nvSpPr>
          <p:spPr>
            <a:xfrm>
              <a:off x="7186892" y="2123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2" name="pt37922"/>
            <p:cNvSpPr/>
            <p:nvPr/>
          </p:nvSpPr>
          <p:spPr>
            <a:xfrm>
              <a:off x="7413312" y="24725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3" name="pt37923"/>
            <p:cNvSpPr/>
            <p:nvPr/>
          </p:nvSpPr>
          <p:spPr>
            <a:xfrm>
              <a:off x="7098344" y="2202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4" name="pt37924"/>
            <p:cNvSpPr/>
            <p:nvPr/>
          </p:nvSpPr>
          <p:spPr>
            <a:xfrm>
              <a:off x="6859303" y="2237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5" name="pt37925"/>
            <p:cNvSpPr/>
            <p:nvPr/>
          </p:nvSpPr>
          <p:spPr>
            <a:xfrm>
              <a:off x="7302310" y="19656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6" name="pt37926"/>
            <p:cNvSpPr/>
            <p:nvPr/>
          </p:nvSpPr>
          <p:spPr>
            <a:xfrm>
              <a:off x="7282713" y="2050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7" name="pt37927"/>
            <p:cNvSpPr/>
            <p:nvPr/>
          </p:nvSpPr>
          <p:spPr>
            <a:xfrm>
              <a:off x="6929592" y="23350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8" name="pt37928"/>
            <p:cNvSpPr/>
            <p:nvPr/>
          </p:nvSpPr>
          <p:spPr>
            <a:xfrm>
              <a:off x="7243051" y="2217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9" name="pt37929"/>
            <p:cNvSpPr/>
            <p:nvPr/>
          </p:nvSpPr>
          <p:spPr>
            <a:xfrm>
              <a:off x="6970022" y="1912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0" name="pt37930"/>
            <p:cNvSpPr/>
            <p:nvPr/>
          </p:nvSpPr>
          <p:spPr>
            <a:xfrm>
              <a:off x="7522511" y="2277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1" name="pt37931"/>
            <p:cNvSpPr/>
            <p:nvPr/>
          </p:nvSpPr>
          <p:spPr>
            <a:xfrm>
              <a:off x="7039388" y="2186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2" name="pt37932"/>
            <p:cNvSpPr/>
            <p:nvPr/>
          </p:nvSpPr>
          <p:spPr>
            <a:xfrm>
              <a:off x="7183178" y="2095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3" name="pt37933"/>
            <p:cNvSpPr/>
            <p:nvPr/>
          </p:nvSpPr>
          <p:spPr>
            <a:xfrm>
              <a:off x="6960321" y="2080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4" name="pt37934"/>
            <p:cNvSpPr/>
            <p:nvPr/>
          </p:nvSpPr>
          <p:spPr>
            <a:xfrm>
              <a:off x="7101570" y="2170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5" name="pt37935"/>
            <p:cNvSpPr/>
            <p:nvPr/>
          </p:nvSpPr>
          <p:spPr>
            <a:xfrm>
              <a:off x="7209629" y="2205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6" name="pt37936"/>
            <p:cNvSpPr/>
            <p:nvPr/>
          </p:nvSpPr>
          <p:spPr>
            <a:xfrm>
              <a:off x="7079250" y="2179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7" name="pt37937"/>
            <p:cNvSpPr/>
            <p:nvPr/>
          </p:nvSpPr>
          <p:spPr>
            <a:xfrm>
              <a:off x="6880712" y="1875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8" name="pt37938"/>
            <p:cNvSpPr/>
            <p:nvPr/>
          </p:nvSpPr>
          <p:spPr>
            <a:xfrm>
              <a:off x="7027635" y="19631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9" name="pt37939"/>
            <p:cNvSpPr/>
            <p:nvPr/>
          </p:nvSpPr>
          <p:spPr>
            <a:xfrm>
              <a:off x="7170641" y="1979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0" name="pt37940"/>
            <p:cNvSpPr/>
            <p:nvPr/>
          </p:nvSpPr>
          <p:spPr>
            <a:xfrm>
              <a:off x="7117430" y="2144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1" name="pt37941"/>
            <p:cNvSpPr/>
            <p:nvPr/>
          </p:nvSpPr>
          <p:spPr>
            <a:xfrm>
              <a:off x="7117828" y="2185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2" name="pt37942"/>
            <p:cNvSpPr/>
            <p:nvPr/>
          </p:nvSpPr>
          <p:spPr>
            <a:xfrm>
              <a:off x="7036857" y="2167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3" name="pt37943"/>
            <p:cNvSpPr/>
            <p:nvPr/>
          </p:nvSpPr>
          <p:spPr>
            <a:xfrm>
              <a:off x="6989011" y="1941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4" name="pt37944"/>
            <p:cNvSpPr/>
            <p:nvPr/>
          </p:nvSpPr>
          <p:spPr>
            <a:xfrm>
              <a:off x="7127153" y="2124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5" name="pt37945"/>
            <p:cNvSpPr/>
            <p:nvPr/>
          </p:nvSpPr>
          <p:spPr>
            <a:xfrm>
              <a:off x="7153736" y="2439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6" name="pt37946"/>
            <p:cNvSpPr/>
            <p:nvPr/>
          </p:nvSpPr>
          <p:spPr>
            <a:xfrm>
              <a:off x="7089134" y="2231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7" name="pt37947"/>
            <p:cNvSpPr/>
            <p:nvPr/>
          </p:nvSpPr>
          <p:spPr>
            <a:xfrm>
              <a:off x="7535175" y="2550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8" name="pt37948"/>
            <p:cNvSpPr/>
            <p:nvPr/>
          </p:nvSpPr>
          <p:spPr>
            <a:xfrm>
              <a:off x="7107791" y="2104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9" name="pt37949"/>
            <p:cNvSpPr/>
            <p:nvPr/>
          </p:nvSpPr>
          <p:spPr>
            <a:xfrm>
              <a:off x="7319434" y="18490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0" name="pt37950"/>
            <p:cNvSpPr/>
            <p:nvPr/>
          </p:nvSpPr>
          <p:spPr>
            <a:xfrm>
              <a:off x="7240202" y="1838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1" name="pt37951"/>
            <p:cNvSpPr/>
            <p:nvPr/>
          </p:nvSpPr>
          <p:spPr>
            <a:xfrm>
              <a:off x="7040100" y="2190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2" name="pt37952"/>
            <p:cNvSpPr/>
            <p:nvPr/>
          </p:nvSpPr>
          <p:spPr>
            <a:xfrm>
              <a:off x="7088519" y="2213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3" name="pt37953"/>
            <p:cNvSpPr/>
            <p:nvPr/>
          </p:nvSpPr>
          <p:spPr>
            <a:xfrm>
              <a:off x="7003356" y="1965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4" name="pt37954"/>
            <p:cNvSpPr/>
            <p:nvPr/>
          </p:nvSpPr>
          <p:spPr>
            <a:xfrm>
              <a:off x="7133819" y="21158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5" name="pt37955"/>
            <p:cNvSpPr/>
            <p:nvPr/>
          </p:nvSpPr>
          <p:spPr>
            <a:xfrm>
              <a:off x="7138252" y="2147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6" name="pt37956"/>
            <p:cNvSpPr/>
            <p:nvPr/>
          </p:nvSpPr>
          <p:spPr>
            <a:xfrm>
              <a:off x="7399820" y="2209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7" name="pt37957"/>
            <p:cNvSpPr/>
            <p:nvPr/>
          </p:nvSpPr>
          <p:spPr>
            <a:xfrm>
              <a:off x="7140943" y="2213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8" name="pt37958"/>
            <p:cNvSpPr/>
            <p:nvPr/>
          </p:nvSpPr>
          <p:spPr>
            <a:xfrm>
              <a:off x="6994256" y="2007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9" name="pt37959"/>
            <p:cNvSpPr/>
            <p:nvPr/>
          </p:nvSpPr>
          <p:spPr>
            <a:xfrm>
              <a:off x="6701066" y="2049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0" name="pt37960"/>
            <p:cNvSpPr/>
            <p:nvPr/>
          </p:nvSpPr>
          <p:spPr>
            <a:xfrm>
              <a:off x="7085956" y="2139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1" name="pt37961"/>
            <p:cNvSpPr/>
            <p:nvPr/>
          </p:nvSpPr>
          <p:spPr>
            <a:xfrm>
              <a:off x="7222907" y="2271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2" name="pt37962"/>
            <p:cNvSpPr/>
            <p:nvPr/>
          </p:nvSpPr>
          <p:spPr>
            <a:xfrm>
              <a:off x="7100371" y="2226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3" name="pt37963"/>
            <p:cNvSpPr/>
            <p:nvPr/>
          </p:nvSpPr>
          <p:spPr>
            <a:xfrm>
              <a:off x="6987416" y="1895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4" name="pt37964"/>
            <p:cNvSpPr/>
            <p:nvPr/>
          </p:nvSpPr>
          <p:spPr>
            <a:xfrm>
              <a:off x="7138012" y="221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5" name="pt37965"/>
            <p:cNvSpPr/>
            <p:nvPr/>
          </p:nvSpPr>
          <p:spPr>
            <a:xfrm>
              <a:off x="6809090" y="2299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6" name="pt37966"/>
            <p:cNvSpPr/>
            <p:nvPr/>
          </p:nvSpPr>
          <p:spPr>
            <a:xfrm>
              <a:off x="7207575" y="2277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7" name="pt37967"/>
            <p:cNvSpPr/>
            <p:nvPr/>
          </p:nvSpPr>
          <p:spPr>
            <a:xfrm>
              <a:off x="7383833" y="2007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8" name="pt37968"/>
            <p:cNvSpPr/>
            <p:nvPr/>
          </p:nvSpPr>
          <p:spPr>
            <a:xfrm>
              <a:off x="7181225" y="2048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9" name="pt37969"/>
            <p:cNvSpPr/>
            <p:nvPr/>
          </p:nvSpPr>
          <p:spPr>
            <a:xfrm>
              <a:off x="7298302" y="2008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0" name="pt37970"/>
            <p:cNvSpPr/>
            <p:nvPr/>
          </p:nvSpPr>
          <p:spPr>
            <a:xfrm>
              <a:off x="7024814" y="1781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1" name="pt37971"/>
            <p:cNvSpPr/>
            <p:nvPr/>
          </p:nvSpPr>
          <p:spPr>
            <a:xfrm>
              <a:off x="7360430" y="23241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2" name="pt37972"/>
            <p:cNvSpPr/>
            <p:nvPr/>
          </p:nvSpPr>
          <p:spPr>
            <a:xfrm>
              <a:off x="7110844" y="2054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3" name="pt37973"/>
            <p:cNvSpPr/>
            <p:nvPr/>
          </p:nvSpPr>
          <p:spPr>
            <a:xfrm>
              <a:off x="7156779" y="2126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4" name="pt37974"/>
            <p:cNvSpPr/>
            <p:nvPr/>
          </p:nvSpPr>
          <p:spPr>
            <a:xfrm>
              <a:off x="6867894" y="2064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5" name="pt37975"/>
            <p:cNvSpPr/>
            <p:nvPr/>
          </p:nvSpPr>
          <p:spPr>
            <a:xfrm>
              <a:off x="7596473" y="23656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6" name="pt37976"/>
            <p:cNvSpPr/>
            <p:nvPr/>
          </p:nvSpPr>
          <p:spPr>
            <a:xfrm>
              <a:off x="7154982" y="22872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7" name="pt37977"/>
            <p:cNvSpPr/>
            <p:nvPr/>
          </p:nvSpPr>
          <p:spPr>
            <a:xfrm>
              <a:off x="7047170" y="2462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8" name="pt37978"/>
            <p:cNvSpPr/>
            <p:nvPr/>
          </p:nvSpPr>
          <p:spPr>
            <a:xfrm>
              <a:off x="7348472" y="21219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9" name="pt37979"/>
            <p:cNvSpPr/>
            <p:nvPr/>
          </p:nvSpPr>
          <p:spPr>
            <a:xfrm>
              <a:off x="7281715" y="20890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0" name="pt37980"/>
            <p:cNvSpPr/>
            <p:nvPr/>
          </p:nvSpPr>
          <p:spPr>
            <a:xfrm>
              <a:off x="7252795" y="2098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1" name="pt37981"/>
            <p:cNvSpPr/>
            <p:nvPr/>
          </p:nvSpPr>
          <p:spPr>
            <a:xfrm>
              <a:off x="7203108" y="2068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2" name="pt37982"/>
            <p:cNvSpPr/>
            <p:nvPr/>
          </p:nvSpPr>
          <p:spPr>
            <a:xfrm>
              <a:off x="7170303" y="1964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3" name="pt37983"/>
            <p:cNvSpPr/>
            <p:nvPr/>
          </p:nvSpPr>
          <p:spPr>
            <a:xfrm>
              <a:off x="6961750" y="2048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4" name="pt37984"/>
            <p:cNvSpPr/>
            <p:nvPr/>
          </p:nvSpPr>
          <p:spPr>
            <a:xfrm>
              <a:off x="7090240" y="2198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5" name="pt37985"/>
            <p:cNvSpPr/>
            <p:nvPr/>
          </p:nvSpPr>
          <p:spPr>
            <a:xfrm>
              <a:off x="7068962" y="2031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6" name="pt37986"/>
            <p:cNvSpPr/>
            <p:nvPr/>
          </p:nvSpPr>
          <p:spPr>
            <a:xfrm>
              <a:off x="7019103" y="20777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7" name="pt37987"/>
            <p:cNvSpPr/>
            <p:nvPr/>
          </p:nvSpPr>
          <p:spPr>
            <a:xfrm>
              <a:off x="7190885" y="2038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8" name="pt37988"/>
            <p:cNvSpPr/>
            <p:nvPr/>
          </p:nvSpPr>
          <p:spPr>
            <a:xfrm>
              <a:off x="7213976" y="2139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9" name="pt37989"/>
            <p:cNvSpPr/>
            <p:nvPr/>
          </p:nvSpPr>
          <p:spPr>
            <a:xfrm>
              <a:off x="7270140" y="1977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0" name="pt37990"/>
            <p:cNvSpPr/>
            <p:nvPr/>
          </p:nvSpPr>
          <p:spPr>
            <a:xfrm>
              <a:off x="7789232" y="26177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1" name="pt37991"/>
            <p:cNvSpPr/>
            <p:nvPr/>
          </p:nvSpPr>
          <p:spPr>
            <a:xfrm>
              <a:off x="7258375" y="2226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2" name="pt37992"/>
            <p:cNvSpPr/>
            <p:nvPr/>
          </p:nvSpPr>
          <p:spPr>
            <a:xfrm>
              <a:off x="7144012" y="22803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3" name="pt37993"/>
            <p:cNvSpPr/>
            <p:nvPr/>
          </p:nvSpPr>
          <p:spPr>
            <a:xfrm>
              <a:off x="7128062" y="2101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4" name="pt37994"/>
            <p:cNvSpPr/>
            <p:nvPr/>
          </p:nvSpPr>
          <p:spPr>
            <a:xfrm>
              <a:off x="7122490" y="2054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5" name="pt37995"/>
            <p:cNvSpPr/>
            <p:nvPr/>
          </p:nvSpPr>
          <p:spPr>
            <a:xfrm>
              <a:off x="6810758" y="2045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6" name="pt37996"/>
            <p:cNvSpPr/>
            <p:nvPr/>
          </p:nvSpPr>
          <p:spPr>
            <a:xfrm>
              <a:off x="7103645" y="22206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7" name="pt37997"/>
            <p:cNvSpPr/>
            <p:nvPr/>
          </p:nvSpPr>
          <p:spPr>
            <a:xfrm>
              <a:off x="6906931" y="19760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8" name="pt37998"/>
            <p:cNvSpPr/>
            <p:nvPr/>
          </p:nvSpPr>
          <p:spPr>
            <a:xfrm>
              <a:off x="7129814" y="2070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9" name="pt37999"/>
            <p:cNvSpPr/>
            <p:nvPr/>
          </p:nvSpPr>
          <p:spPr>
            <a:xfrm>
              <a:off x="7106821" y="2203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0" name="pt38000"/>
            <p:cNvSpPr/>
            <p:nvPr/>
          </p:nvSpPr>
          <p:spPr>
            <a:xfrm>
              <a:off x="6999357" y="1955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1" name="pt38001"/>
            <p:cNvSpPr/>
            <p:nvPr/>
          </p:nvSpPr>
          <p:spPr>
            <a:xfrm>
              <a:off x="6999267" y="2013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2" name="pt38002"/>
            <p:cNvSpPr/>
            <p:nvPr/>
          </p:nvSpPr>
          <p:spPr>
            <a:xfrm>
              <a:off x="7047348" y="2205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3" name="pt38003"/>
            <p:cNvSpPr/>
            <p:nvPr/>
          </p:nvSpPr>
          <p:spPr>
            <a:xfrm>
              <a:off x="7237415" y="2012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4" name="pt38004"/>
            <p:cNvSpPr/>
            <p:nvPr/>
          </p:nvSpPr>
          <p:spPr>
            <a:xfrm>
              <a:off x="7024518" y="1886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5" name="pt38005"/>
            <p:cNvSpPr/>
            <p:nvPr/>
          </p:nvSpPr>
          <p:spPr>
            <a:xfrm>
              <a:off x="6995067" y="2085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6" name="pt38006"/>
            <p:cNvSpPr/>
            <p:nvPr/>
          </p:nvSpPr>
          <p:spPr>
            <a:xfrm>
              <a:off x="7289467" y="197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7" name="pt38007"/>
            <p:cNvSpPr/>
            <p:nvPr/>
          </p:nvSpPr>
          <p:spPr>
            <a:xfrm>
              <a:off x="7163836" y="2115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8" name="pt38008"/>
            <p:cNvSpPr/>
            <p:nvPr/>
          </p:nvSpPr>
          <p:spPr>
            <a:xfrm>
              <a:off x="7221394" y="2231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9" name="pt38009"/>
            <p:cNvSpPr/>
            <p:nvPr/>
          </p:nvSpPr>
          <p:spPr>
            <a:xfrm>
              <a:off x="7175726" y="2002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0" name="pt38010"/>
            <p:cNvSpPr/>
            <p:nvPr/>
          </p:nvSpPr>
          <p:spPr>
            <a:xfrm>
              <a:off x="6910286" y="2094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1" name="pt38011"/>
            <p:cNvSpPr/>
            <p:nvPr/>
          </p:nvSpPr>
          <p:spPr>
            <a:xfrm>
              <a:off x="6927992" y="2176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2" name="pt38012"/>
            <p:cNvSpPr/>
            <p:nvPr/>
          </p:nvSpPr>
          <p:spPr>
            <a:xfrm>
              <a:off x="7368480" y="24039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3" name="pt38013"/>
            <p:cNvSpPr/>
            <p:nvPr/>
          </p:nvSpPr>
          <p:spPr>
            <a:xfrm>
              <a:off x="7087541" y="2095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4" name="pt38014"/>
            <p:cNvSpPr/>
            <p:nvPr/>
          </p:nvSpPr>
          <p:spPr>
            <a:xfrm>
              <a:off x="7143977" y="2218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5" name="pt38015"/>
            <p:cNvSpPr/>
            <p:nvPr/>
          </p:nvSpPr>
          <p:spPr>
            <a:xfrm>
              <a:off x="7129903" y="22014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6" name="pt38016"/>
            <p:cNvSpPr/>
            <p:nvPr/>
          </p:nvSpPr>
          <p:spPr>
            <a:xfrm>
              <a:off x="7226379" y="21403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7" name="pt38017"/>
            <p:cNvSpPr/>
            <p:nvPr/>
          </p:nvSpPr>
          <p:spPr>
            <a:xfrm>
              <a:off x="7144773" y="2274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8" name="pt38018"/>
            <p:cNvSpPr/>
            <p:nvPr/>
          </p:nvSpPr>
          <p:spPr>
            <a:xfrm>
              <a:off x="7102884" y="2171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9" name="pt38019"/>
            <p:cNvSpPr/>
            <p:nvPr/>
          </p:nvSpPr>
          <p:spPr>
            <a:xfrm>
              <a:off x="7473918" y="2463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0" name="pt38020"/>
            <p:cNvSpPr/>
            <p:nvPr/>
          </p:nvSpPr>
          <p:spPr>
            <a:xfrm>
              <a:off x="7156016" y="2324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1" name="pt38021"/>
            <p:cNvSpPr/>
            <p:nvPr/>
          </p:nvSpPr>
          <p:spPr>
            <a:xfrm>
              <a:off x="7113719" y="2111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2" name="pt38022"/>
            <p:cNvSpPr/>
            <p:nvPr/>
          </p:nvSpPr>
          <p:spPr>
            <a:xfrm>
              <a:off x="6948420" y="20126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3" name="pt38023"/>
            <p:cNvSpPr/>
            <p:nvPr/>
          </p:nvSpPr>
          <p:spPr>
            <a:xfrm>
              <a:off x="7188723" y="20807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4" name="pt38024"/>
            <p:cNvSpPr/>
            <p:nvPr/>
          </p:nvSpPr>
          <p:spPr>
            <a:xfrm>
              <a:off x="7142602" y="2184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5" name="pt38025"/>
            <p:cNvSpPr/>
            <p:nvPr/>
          </p:nvSpPr>
          <p:spPr>
            <a:xfrm>
              <a:off x="7341920" y="2149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6" name="pt38026"/>
            <p:cNvSpPr/>
            <p:nvPr/>
          </p:nvSpPr>
          <p:spPr>
            <a:xfrm>
              <a:off x="7198394" y="1948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7" name="pt38027"/>
            <p:cNvSpPr/>
            <p:nvPr/>
          </p:nvSpPr>
          <p:spPr>
            <a:xfrm>
              <a:off x="6981050" y="1932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8" name="pt38028"/>
            <p:cNvSpPr/>
            <p:nvPr/>
          </p:nvSpPr>
          <p:spPr>
            <a:xfrm>
              <a:off x="7081677" y="2012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9" name="pt38029"/>
            <p:cNvSpPr/>
            <p:nvPr/>
          </p:nvSpPr>
          <p:spPr>
            <a:xfrm>
              <a:off x="7135668" y="2121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0" name="pt38030"/>
            <p:cNvSpPr/>
            <p:nvPr/>
          </p:nvSpPr>
          <p:spPr>
            <a:xfrm>
              <a:off x="7301273" y="2032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1" name="pt38031"/>
            <p:cNvSpPr/>
            <p:nvPr/>
          </p:nvSpPr>
          <p:spPr>
            <a:xfrm>
              <a:off x="7001816" y="2032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2" name="pt38032"/>
            <p:cNvSpPr/>
            <p:nvPr/>
          </p:nvSpPr>
          <p:spPr>
            <a:xfrm>
              <a:off x="7082012" y="1966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3" name="pt38033"/>
            <p:cNvSpPr/>
            <p:nvPr/>
          </p:nvSpPr>
          <p:spPr>
            <a:xfrm>
              <a:off x="7488579" y="2684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4" name="pt38034"/>
            <p:cNvSpPr/>
            <p:nvPr/>
          </p:nvSpPr>
          <p:spPr>
            <a:xfrm>
              <a:off x="7031373" y="1862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5" name="pt38035"/>
            <p:cNvSpPr/>
            <p:nvPr/>
          </p:nvSpPr>
          <p:spPr>
            <a:xfrm>
              <a:off x="7171744" y="2000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6" name="pt38036"/>
            <p:cNvSpPr/>
            <p:nvPr/>
          </p:nvSpPr>
          <p:spPr>
            <a:xfrm>
              <a:off x="6804182" y="21943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7" name="pt38037"/>
            <p:cNvSpPr/>
            <p:nvPr/>
          </p:nvSpPr>
          <p:spPr>
            <a:xfrm>
              <a:off x="7404882" y="2407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8" name="pt38038"/>
            <p:cNvSpPr/>
            <p:nvPr/>
          </p:nvSpPr>
          <p:spPr>
            <a:xfrm>
              <a:off x="7039409" y="2190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9" name="pt38039"/>
            <p:cNvSpPr/>
            <p:nvPr/>
          </p:nvSpPr>
          <p:spPr>
            <a:xfrm>
              <a:off x="7116227" y="2172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0" name="pt38040"/>
            <p:cNvSpPr/>
            <p:nvPr/>
          </p:nvSpPr>
          <p:spPr>
            <a:xfrm>
              <a:off x="7022300" y="1972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1" name="pt38041"/>
            <p:cNvSpPr/>
            <p:nvPr/>
          </p:nvSpPr>
          <p:spPr>
            <a:xfrm>
              <a:off x="7004839" y="2123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2" name="pt38042"/>
            <p:cNvSpPr/>
            <p:nvPr/>
          </p:nvSpPr>
          <p:spPr>
            <a:xfrm>
              <a:off x="7125603" y="2022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3" name="pt38043"/>
            <p:cNvSpPr/>
            <p:nvPr/>
          </p:nvSpPr>
          <p:spPr>
            <a:xfrm>
              <a:off x="7261870" y="20195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4" name="pt38044"/>
            <p:cNvSpPr/>
            <p:nvPr/>
          </p:nvSpPr>
          <p:spPr>
            <a:xfrm>
              <a:off x="7137213" y="2200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5" name="pt38045"/>
            <p:cNvSpPr/>
            <p:nvPr/>
          </p:nvSpPr>
          <p:spPr>
            <a:xfrm>
              <a:off x="7216905" y="2301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6" name="pt38046"/>
            <p:cNvSpPr/>
            <p:nvPr/>
          </p:nvSpPr>
          <p:spPr>
            <a:xfrm>
              <a:off x="7263639" y="20707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7" name="pt38047"/>
            <p:cNvSpPr/>
            <p:nvPr/>
          </p:nvSpPr>
          <p:spPr>
            <a:xfrm>
              <a:off x="7049337" y="2318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8" name="pt38048"/>
            <p:cNvSpPr/>
            <p:nvPr/>
          </p:nvSpPr>
          <p:spPr>
            <a:xfrm>
              <a:off x="6923674" y="20753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9" name="pt38049"/>
            <p:cNvSpPr/>
            <p:nvPr/>
          </p:nvSpPr>
          <p:spPr>
            <a:xfrm>
              <a:off x="7063889" y="1648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0" name="pt38050"/>
            <p:cNvSpPr/>
            <p:nvPr/>
          </p:nvSpPr>
          <p:spPr>
            <a:xfrm>
              <a:off x="7302551" y="2006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1" name="pt38051"/>
            <p:cNvSpPr/>
            <p:nvPr/>
          </p:nvSpPr>
          <p:spPr>
            <a:xfrm>
              <a:off x="7203129" y="22340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2" name="pt38052"/>
            <p:cNvSpPr/>
            <p:nvPr/>
          </p:nvSpPr>
          <p:spPr>
            <a:xfrm>
              <a:off x="7585607" y="2158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3" name="pt38053"/>
            <p:cNvSpPr/>
            <p:nvPr/>
          </p:nvSpPr>
          <p:spPr>
            <a:xfrm>
              <a:off x="7208304" y="2160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4" name="pt38054"/>
            <p:cNvSpPr/>
            <p:nvPr/>
          </p:nvSpPr>
          <p:spPr>
            <a:xfrm>
              <a:off x="7231299" y="21783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5" name="pt38055"/>
            <p:cNvSpPr/>
            <p:nvPr/>
          </p:nvSpPr>
          <p:spPr>
            <a:xfrm>
              <a:off x="7297753" y="1998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6" name="pt38056"/>
            <p:cNvSpPr/>
            <p:nvPr/>
          </p:nvSpPr>
          <p:spPr>
            <a:xfrm>
              <a:off x="7081689" y="2037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7" name="pt38057"/>
            <p:cNvSpPr/>
            <p:nvPr/>
          </p:nvSpPr>
          <p:spPr>
            <a:xfrm>
              <a:off x="7155975" y="2418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8" name="pt38058"/>
            <p:cNvSpPr/>
            <p:nvPr/>
          </p:nvSpPr>
          <p:spPr>
            <a:xfrm>
              <a:off x="7756409" y="2122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9" name="pt38059"/>
            <p:cNvSpPr/>
            <p:nvPr/>
          </p:nvSpPr>
          <p:spPr>
            <a:xfrm>
              <a:off x="7030234" y="1837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0" name="pt38060"/>
            <p:cNvSpPr/>
            <p:nvPr/>
          </p:nvSpPr>
          <p:spPr>
            <a:xfrm>
              <a:off x="7195497" y="20459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1" name="pt38061"/>
            <p:cNvSpPr/>
            <p:nvPr/>
          </p:nvSpPr>
          <p:spPr>
            <a:xfrm>
              <a:off x="7105074" y="2222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2" name="pt38062"/>
            <p:cNvSpPr/>
            <p:nvPr/>
          </p:nvSpPr>
          <p:spPr>
            <a:xfrm>
              <a:off x="7227533" y="2233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3" name="pt38063"/>
            <p:cNvSpPr/>
            <p:nvPr/>
          </p:nvSpPr>
          <p:spPr>
            <a:xfrm>
              <a:off x="7099141" y="22241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4" name="pt38064"/>
            <p:cNvSpPr/>
            <p:nvPr/>
          </p:nvSpPr>
          <p:spPr>
            <a:xfrm>
              <a:off x="7210276" y="2142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5" name="pt38065"/>
            <p:cNvSpPr/>
            <p:nvPr/>
          </p:nvSpPr>
          <p:spPr>
            <a:xfrm>
              <a:off x="7250106" y="2082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6" name="pt38066"/>
            <p:cNvSpPr/>
            <p:nvPr/>
          </p:nvSpPr>
          <p:spPr>
            <a:xfrm>
              <a:off x="7169951" y="2026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7" name="pt38067"/>
            <p:cNvSpPr/>
            <p:nvPr/>
          </p:nvSpPr>
          <p:spPr>
            <a:xfrm>
              <a:off x="7269802" y="1980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8" name="pt38068"/>
            <p:cNvSpPr/>
            <p:nvPr/>
          </p:nvSpPr>
          <p:spPr>
            <a:xfrm>
              <a:off x="6835610" y="2107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9" name="pt38069"/>
            <p:cNvSpPr/>
            <p:nvPr/>
          </p:nvSpPr>
          <p:spPr>
            <a:xfrm>
              <a:off x="7238749" y="1793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0" name="pt38070"/>
            <p:cNvSpPr/>
            <p:nvPr/>
          </p:nvSpPr>
          <p:spPr>
            <a:xfrm>
              <a:off x="7248830" y="2053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1" name="pt38071"/>
            <p:cNvSpPr/>
            <p:nvPr/>
          </p:nvSpPr>
          <p:spPr>
            <a:xfrm>
              <a:off x="7492751" y="2099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2" name="pt38072"/>
            <p:cNvSpPr/>
            <p:nvPr/>
          </p:nvSpPr>
          <p:spPr>
            <a:xfrm>
              <a:off x="7402502" y="258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3" name="pt38073"/>
            <p:cNvSpPr/>
            <p:nvPr/>
          </p:nvSpPr>
          <p:spPr>
            <a:xfrm>
              <a:off x="6955602" y="2172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4" name="pt38074"/>
            <p:cNvSpPr/>
            <p:nvPr/>
          </p:nvSpPr>
          <p:spPr>
            <a:xfrm>
              <a:off x="7316079" y="1928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5" name="pt38075"/>
            <p:cNvSpPr/>
            <p:nvPr/>
          </p:nvSpPr>
          <p:spPr>
            <a:xfrm>
              <a:off x="7165205" y="1998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6" name="pt38076"/>
            <p:cNvSpPr/>
            <p:nvPr/>
          </p:nvSpPr>
          <p:spPr>
            <a:xfrm>
              <a:off x="7262412" y="2113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7" name="pt38077"/>
            <p:cNvSpPr/>
            <p:nvPr/>
          </p:nvSpPr>
          <p:spPr>
            <a:xfrm>
              <a:off x="7609044" y="2618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8" name="pt38078"/>
            <p:cNvSpPr/>
            <p:nvPr/>
          </p:nvSpPr>
          <p:spPr>
            <a:xfrm>
              <a:off x="7148618" y="23452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9" name="pt38079"/>
            <p:cNvSpPr/>
            <p:nvPr/>
          </p:nvSpPr>
          <p:spPr>
            <a:xfrm>
              <a:off x="7014785" y="18272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0" name="pt38080"/>
            <p:cNvSpPr/>
            <p:nvPr/>
          </p:nvSpPr>
          <p:spPr>
            <a:xfrm>
              <a:off x="7049492" y="2292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1" name="pt38081"/>
            <p:cNvSpPr/>
            <p:nvPr/>
          </p:nvSpPr>
          <p:spPr>
            <a:xfrm>
              <a:off x="7030941" y="1805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2" name="pt38082"/>
            <p:cNvSpPr/>
            <p:nvPr/>
          </p:nvSpPr>
          <p:spPr>
            <a:xfrm>
              <a:off x="7098790" y="2267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3" name="pt38083"/>
            <p:cNvSpPr/>
            <p:nvPr/>
          </p:nvSpPr>
          <p:spPr>
            <a:xfrm>
              <a:off x="6912953" y="20665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4" name="pt38084"/>
            <p:cNvSpPr/>
            <p:nvPr/>
          </p:nvSpPr>
          <p:spPr>
            <a:xfrm>
              <a:off x="7346627" y="22464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5" name="pt38085"/>
            <p:cNvSpPr/>
            <p:nvPr/>
          </p:nvSpPr>
          <p:spPr>
            <a:xfrm>
              <a:off x="7180065" y="2116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6" name="pt38086"/>
            <p:cNvSpPr/>
            <p:nvPr/>
          </p:nvSpPr>
          <p:spPr>
            <a:xfrm>
              <a:off x="7358101" y="2707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7" name="pt38087"/>
            <p:cNvSpPr/>
            <p:nvPr/>
          </p:nvSpPr>
          <p:spPr>
            <a:xfrm>
              <a:off x="7286854" y="19047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8" name="pt38088"/>
            <p:cNvSpPr/>
            <p:nvPr/>
          </p:nvSpPr>
          <p:spPr>
            <a:xfrm>
              <a:off x="7428993" y="2677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9" name="pt38089"/>
            <p:cNvSpPr/>
            <p:nvPr/>
          </p:nvSpPr>
          <p:spPr>
            <a:xfrm>
              <a:off x="7289186" y="18854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0" name="pt38090"/>
            <p:cNvSpPr/>
            <p:nvPr/>
          </p:nvSpPr>
          <p:spPr>
            <a:xfrm>
              <a:off x="6920531" y="2295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1" name="pt38091"/>
            <p:cNvSpPr/>
            <p:nvPr/>
          </p:nvSpPr>
          <p:spPr>
            <a:xfrm>
              <a:off x="7029149" y="1955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2" name="pt38092"/>
            <p:cNvSpPr/>
            <p:nvPr/>
          </p:nvSpPr>
          <p:spPr>
            <a:xfrm>
              <a:off x="7191891" y="20198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3" name="pt38093"/>
            <p:cNvSpPr/>
            <p:nvPr/>
          </p:nvSpPr>
          <p:spPr>
            <a:xfrm>
              <a:off x="7166419" y="2057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4" name="pt38094"/>
            <p:cNvSpPr/>
            <p:nvPr/>
          </p:nvSpPr>
          <p:spPr>
            <a:xfrm>
              <a:off x="7120439" y="2112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5" name="pt38095"/>
            <p:cNvSpPr/>
            <p:nvPr/>
          </p:nvSpPr>
          <p:spPr>
            <a:xfrm>
              <a:off x="7348829" y="2243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6" name="pt38096"/>
            <p:cNvSpPr/>
            <p:nvPr/>
          </p:nvSpPr>
          <p:spPr>
            <a:xfrm>
              <a:off x="7065357" y="1699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7" name="pt38097"/>
            <p:cNvSpPr/>
            <p:nvPr/>
          </p:nvSpPr>
          <p:spPr>
            <a:xfrm>
              <a:off x="7197981" y="2079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8" name="pt38098"/>
            <p:cNvSpPr/>
            <p:nvPr/>
          </p:nvSpPr>
          <p:spPr>
            <a:xfrm>
              <a:off x="6539074" y="1588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9" name="pt38099"/>
            <p:cNvSpPr/>
            <p:nvPr/>
          </p:nvSpPr>
          <p:spPr>
            <a:xfrm>
              <a:off x="7016514" y="2005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0" name="pt38100"/>
            <p:cNvSpPr/>
            <p:nvPr/>
          </p:nvSpPr>
          <p:spPr>
            <a:xfrm>
              <a:off x="6983174" y="1938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1" name="pt38101"/>
            <p:cNvSpPr/>
            <p:nvPr/>
          </p:nvSpPr>
          <p:spPr>
            <a:xfrm>
              <a:off x="7283342" y="20895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2" name="pt38102"/>
            <p:cNvSpPr/>
            <p:nvPr/>
          </p:nvSpPr>
          <p:spPr>
            <a:xfrm>
              <a:off x="6890401" y="1932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3" name="pt38103"/>
            <p:cNvSpPr/>
            <p:nvPr/>
          </p:nvSpPr>
          <p:spPr>
            <a:xfrm>
              <a:off x="7167578" y="2007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4" name="pt38104"/>
            <p:cNvSpPr/>
            <p:nvPr/>
          </p:nvSpPr>
          <p:spPr>
            <a:xfrm>
              <a:off x="7149684" y="2317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5" name="pt38105"/>
            <p:cNvSpPr/>
            <p:nvPr/>
          </p:nvSpPr>
          <p:spPr>
            <a:xfrm>
              <a:off x="7084121" y="21761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6" name="pt38106"/>
            <p:cNvSpPr/>
            <p:nvPr/>
          </p:nvSpPr>
          <p:spPr>
            <a:xfrm>
              <a:off x="7140793" y="2117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7" name="pt38107"/>
            <p:cNvSpPr/>
            <p:nvPr/>
          </p:nvSpPr>
          <p:spPr>
            <a:xfrm>
              <a:off x="7103826" y="2263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8" name="pt38108"/>
            <p:cNvSpPr/>
            <p:nvPr/>
          </p:nvSpPr>
          <p:spPr>
            <a:xfrm>
              <a:off x="7167778" y="1974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9" name="pt38109"/>
            <p:cNvSpPr/>
            <p:nvPr/>
          </p:nvSpPr>
          <p:spPr>
            <a:xfrm>
              <a:off x="7070993" y="21597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0" name="pt38110"/>
            <p:cNvSpPr/>
            <p:nvPr/>
          </p:nvSpPr>
          <p:spPr>
            <a:xfrm>
              <a:off x="7108029" y="2182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1" name="pt38111"/>
            <p:cNvSpPr/>
            <p:nvPr/>
          </p:nvSpPr>
          <p:spPr>
            <a:xfrm>
              <a:off x="7156460" y="21805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2" name="pt38112"/>
            <p:cNvSpPr/>
            <p:nvPr/>
          </p:nvSpPr>
          <p:spPr>
            <a:xfrm>
              <a:off x="7152784" y="2325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3" name="pt38113"/>
            <p:cNvSpPr/>
            <p:nvPr/>
          </p:nvSpPr>
          <p:spPr>
            <a:xfrm>
              <a:off x="7088199" y="2169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4" name="pt38114"/>
            <p:cNvSpPr/>
            <p:nvPr/>
          </p:nvSpPr>
          <p:spPr>
            <a:xfrm>
              <a:off x="7167908" y="2062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5" name="pt38115"/>
            <p:cNvSpPr/>
            <p:nvPr/>
          </p:nvSpPr>
          <p:spPr>
            <a:xfrm>
              <a:off x="7051168" y="232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6" name="pt38116"/>
            <p:cNvSpPr/>
            <p:nvPr/>
          </p:nvSpPr>
          <p:spPr>
            <a:xfrm>
              <a:off x="7130750" y="2221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7" name="pt38117"/>
            <p:cNvSpPr/>
            <p:nvPr/>
          </p:nvSpPr>
          <p:spPr>
            <a:xfrm>
              <a:off x="7341929" y="2056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8" name="pt38118"/>
            <p:cNvSpPr/>
            <p:nvPr/>
          </p:nvSpPr>
          <p:spPr>
            <a:xfrm>
              <a:off x="7036198" y="2183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9" name="pt38119"/>
            <p:cNvSpPr/>
            <p:nvPr/>
          </p:nvSpPr>
          <p:spPr>
            <a:xfrm>
              <a:off x="7136870" y="2185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0" name="pt38120"/>
            <p:cNvSpPr/>
            <p:nvPr/>
          </p:nvSpPr>
          <p:spPr>
            <a:xfrm>
              <a:off x="7151070" y="22981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1" name="pt38121"/>
            <p:cNvSpPr/>
            <p:nvPr/>
          </p:nvSpPr>
          <p:spPr>
            <a:xfrm>
              <a:off x="7062055" y="2058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2" name="pt38122"/>
            <p:cNvSpPr/>
            <p:nvPr/>
          </p:nvSpPr>
          <p:spPr>
            <a:xfrm>
              <a:off x="7138236" y="2118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3" name="pt38123"/>
            <p:cNvSpPr/>
            <p:nvPr/>
          </p:nvSpPr>
          <p:spPr>
            <a:xfrm>
              <a:off x="7181168" y="2093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4" name="pt38124"/>
            <p:cNvSpPr/>
            <p:nvPr/>
          </p:nvSpPr>
          <p:spPr>
            <a:xfrm>
              <a:off x="7287865" y="1843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5" name="pt38125"/>
            <p:cNvSpPr/>
            <p:nvPr/>
          </p:nvSpPr>
          <p:spPr>
            <a:xfrm>
              <a:off x="7063549" y="19139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6" name="pt38126"/>
            <p:cNvSpPr/>
            <p:nvPr/>
          </p:nvSpPr>
          <p:spPr>
            <a:xfrm>
              <a:off x="7156664" y="2164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7" name="pt38127"/>
            <p:cNvSpPr/>
            <p:nvPr/>
          </p:nvSpPr>
          <p:spPr>
            <a:xfrm>
              <a:off x="7286717" y="18891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8" name="pt38128"/>
            <p:cNvSpPr/>
            <p:nvPr/>
          </p:nvSpPr>
          <p:spPr>
            <a:xfrm>
              <a:off x="7035112" y="2075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9" name="pt38129"/>
            <p:cNvSpPr/>
            <p:nvPr/>
          </p:nvSpPr>
          <p:spPr>
            <a:xfrm>
              <a:off x="7170110" y="1956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0" name="pt38130"/>
            <p:cNvSpPr/>
            <p:nvPr/>
          </p:nvSpPr>
          <p:spPr>
            <a:xfrm>
              <a:off x="7039633" y="2489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1" name="pt38131"/>
            <p:cNvSpPr/>
            <p:nvPr/>
          </p:nvSpPr>
          <p:spPr>
            <a:xfrm>
              <a:off x="7317305" y="1990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2" name="pt38132"/>
            <p:cNvSpPr/>
            <p:nvPr/>
          </p:nvSpPr>
          <p:spPr>
            <a:xfrm>
              <a:off x="6972132" y="1968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3" name="pt38133"/>
            <p:cNvSpPr/>
            <p:nvPr/>
          </p:nvSpPr>
          <p:spPr>
            <a:xfrm>
              <a:off x="7134353" y="2116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4" name="pt38134"/>
            <p:cNvSpPr/>
            <p:nvPr/>
          </p:nvSpPr>
          <p:spPr>
            <a:xfrm>
              <a:off x="6889902" y="17863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5" name="pt38135"/>
            <p:cNvSpPr/>
            <p:nvPr/>
          </p:nvSpPr>
          <p:spPr>
            <a:xfrm>
              <a:off x="7167978" y="2005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6" name="pt38136"/>
            <p:cNvSpPr/>
            <p:nvPr/>
          </p:nvSpPr>
          <p:spPr>
            <a:xfrm>
              <a:off x="7343414" y="218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7" name="pt38137"/>
            <p:cNvSpPr/>
            <p:nvPr/>
          </p:nvSpPr>
          <p:spPr>
            <a:xfrm>
              <a:off x="6833789" y="1856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8" name="pt38138"/>
            <p:cNvSpPr/>
            <p:nvPr/>
          </p:nvSpPr>
          <p:spPr>
            <a:xfrm>
              <a:off x="7097045" y="2223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9" name="pt38139"/>
            <p:cNvSpPr/>
            <p:nvPr/>
          </p:nvSpPr>
          <p:spPr>
            <a:xfrm>
              <a:off x="7109145" y="2078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0" name="pt38140"/>
            <p:cNvSpPr/>
            <p:nvPr/>
          </p:nvSpPr>
          <p:spPr>
            <a:xfrm>
              <a:off x="7170300" y="1904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1" name="pt38141"/>
            <p:cNvSpPr/>
            <p:nvPr/>
          </p:nvSpPr>
          <p:spPr>
            <a:xfrm>
              <a:off x="7424216" y="2576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2" name="pt38142"/>
            <p:cNvSpPr/>
            <p:nvPr/>
          </p:nvSpPr>
          <p:spPr>
            <a:xfrm>
              <a:off x="7027859" y="1882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3" name="pt38143"/>
            <p:cNvSpPr/>
            <p:nvPr/>
          </p:nvSpPr>
          <p:spPr>
            <a:xfrm>
              <a:off x="7024703" y="1815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4" name="pt38144"/>
            <p:cNvSpPr/>
            <p:nvPr/>
          </p:nvSpPr>
          <p:spPr>
            <a:xfrm>
              <a:off x="7168879" y="1990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5" name="pt38145"/>
            <p:cNvSpPr/>
            <p:nvPr/>
          </p:nvSpPr>
          <p:spPr>
            <a:xfrm>
              <a:off x="7377265" y="2203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6" name="pt38146"/>
            <p:cNvSpPr/>
            <p:nvPr/>
          </p:nvSpPr>
          <p:spPr>
            <a:xfrm>
              <a:off x="7352736" y="1979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7" name="pt38147"/>
            <p:cNvSpPr/>
            <p:nvPr/>
          </p:nvSpPr>
          <p:spPr>
            <a:xfrm>
              <a:off x="7147574" y="2360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8" name="pt38148"/>
            <p:cNvSpPr/>
            <p:nvPr/>
          </p:nvSpPr>
          <p:spPr>
            <a:xfrm>
              <a:off x="7150894" y="2322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9" name="pt38149"/>
            <p:cNvSpPr/>
            <p:nvPr/>
          </p:nvSpPr>
          <p:spPr>
            <a:xfrm>
              <a:off x="7281317" y="2014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0" name="pt38150"/>
            <p:cNvSpPr/>
            <p:nvPr/>
          </p:nvSpPr>
          <p:spPr>
            <a:xfrm>
              <a:off x="7518479" y="2356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1" name="pt38151"/>
            <p:cNvSpPr/>
            <p:nvPr/>
          </p:nvSpPr>
          <p:spPr>
            <a:xfrm>
              <a:off x="7102275" y="2159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2" name="pt38152"/>
            <p:cNvSpPr/>
            <p:nvPr/>
          </p:nvSpPr>
          <p:spPr>
            <a:xfrm>
              <a:off x="7299016" y="2096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3" name="pt38153"/>
            <p:cNvSpPr/>
            <p:nvPr/>
          </p:nvSpPr>
          <p:spPr>
            <a:xfrm>
              <a:off x="7082223" y="20767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4" name="pt38154"/>
            <p:cNvSpPr/>
            <p:nvPr/>
          </p:nvSpPr>
          <p:spPr>
            <a:xfrm>
              <a:off x="6963823" y="2047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5" name="pt38155"/>
            <p:cNvSpPr/>
            <p:nvPr/>
          </p:nvSpPr>
          <p:spPr>
            <a:xfrm>
              <a:off x="7231465" y="2201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6" name="pt38156"/>
            <p:cNvSpPr/>
            <p:nvPr/>
          </p:nvSpPr>
          <p:spPr>
            <a:xfrm>
              <a:off x="7187371" y="2179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7" name="pt38157"/>
            <p:cNvSpPr/>
            <p:nvPr/>
          </p:nvSpPr>
          <p:spPr>
            <a:xfrm>
              <a:off x="7098422" y="2190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8" name="pt38158"/>
            <p:cNvSpPr/>
            <p:nvPr/>
          </p:nvSpPr>
          <p:spPr>
            <a:xfrm>
              <a:off x="7152981" y="2272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9" name="pt38159"/>
            <p:cNvSpPr/>
            <p:nvPr/>
          </p:nvSpPr>
          <p:spPr>
            <a:xfrm>
              <a:off x="7170749" y="2071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0" name="pt38160"/>
            <p:cNvSpPr/>
            <p:nvPr/>
          </p:nvSpPr>
          <p:spPr>
            <a:xfrm>
              <a:off x="7074828" y="2269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1" name="pt38161"/>
            <p:cNvSpPr/>
            <p:nvPr/>
          </p:nvSpPr>
          <p:spPr>
            <a:xfrm>
              <a:off x="7081318" y="2071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2" name="pt38162"/>
            <p:cNvSpPr/>
            <p:nvPr/>
          </p:nvSpPr>
          <p:spPr>
            <a:xfrm>
              <a:off x="7159283" y="2203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3" name="pt38163"/>
            <p:cNvSpPr/>
            <p:nvPr/>
          </p:nvSpPr>
          <p:spPr>
            <a:xfrm>
              <a:off x="7123150" y="2157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4" name="pt38164"/>
            <p:cNvSpPr/>
            <p:nvPr/>
          </p:nvSpPr>
          <p:spPr>
            <a:xfrm>
              <a:off x="6954258" y="2011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5" name="pt38165"/>
            <p:cNvSpPr/>
            <p:nvPr/>
          </p:nvSpPr>
          <p:spPr>
            <a:xfrm>
              <a:off x="7307664" y="1925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6" name="pt38166"/>
            <p:cNvSpPr/>
            <p:nvPr/>
          </p:nvSpPr>
          <p:spPr>
            <a:xfrm>
              <a:off x="7099655" y="2219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7" name="pt38167"/>
            <p:cNvSpPr/>
            <p:nvPr/>
          </p:nvSpPr>
          <p:spPr>
            <a:xfrm>
              <a:off x="7038792" y="2320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8" name="pt38168"/>
            <p:cNvSpPr/>
            <p:nvPr/>
          </p:nvSpPr>
          <p:spPr>
            <a:xfrm>
              <a:off x="7090181" y="2222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9" name="pt38169"/>
            <p:cNvSpPr/>
            <p:nvPr/>
          </p:nvSpPr>
          <p:spPr>
            <a:xfrm>
              <a:off x="7313739" y="2130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0" name="pt38170"/>
            <p:cNvSpPr/>
            <p:nvPr/>
          </p:nvSpPr>
          <p:spPr>
            <a:xfrm>
              <a:off x="7126024" y="2079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1" name="pt38171"/>
            <p:cNvSpPr/>
            <p:nvPr/>
          </p:nvSpPr>
          <p:spPr>
            <a:xfrm>
              <a:off x="7014038" y="1862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2" name="pt38172"/>
            <p:cNvSpPr/>
            <p:nvPr/>
          </p:nvSpPr>
          <p:spPr>
            <a:xfrm>
              <a:off x="7134274" y="210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3" name="pt38173"/>
            <p:cNvSpPr/>
            <p:nvPr/>
          </p:nvSpPr>
          <p:spPr>
            <a:xfrm>
              <a:off x="7179759" y="21402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4" name="pt38174"/>
            <p:cNvSpPr/>
            <p:nvPr/>
          </p:nvSpPr>
          <p:spPr>
            <a:xfrm>
              <a:off x="7207615" y="23540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5" name="pt38175"/>
            <p:cNvSpPr/>
            <p:nvPr/>
          </p:nvSpPr>
          <p:spPr>
            <a:xfrm>
              <a:off x="6597225" y="2194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6" name="pt38176"/>
            <p:cNvSpPr/>
            <p:nvPr/>
          </p:nvSpPr>
          <p:spPr>
            <a:xfrm>
              <a:off x="6985448" y="20563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7" name="pt38177"/>
            <p:cNvSpPr/>
            <p:nvPr/>
          </p:nvSpPr>
          <p:spPr>
            <a:xfrm>
              <a:off x="7288522" y="19788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8" name="pt38178"/>
            <p:cNvSpPr/>
            <p:nvPr/>
          </p:nvSpPr>
          <p:spPr>
            <a:xfrm>
              <a:off x="7534166" y="2135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9" name="pt38179"/>
            <p:cNvSpPr/>
            <p:nvPr/>
          </p:nvSpPr>
          <p:spPr>
            <a:xfrm>
              <a:off x="7093615" y="2197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0" name="pt38180"/>
            <p:cNvSpPr/>
            <p:nvPr/>
          </p:nvSpPr>
          <p:spPr>
            <a:xfrm>
              <a:off x="7256781" y="20327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1" name="pt38181"/>
            <p:cNvSpPr/>
            <p:nvPr/>
          </p:nvSpPr>
          <p:spPr>
            <a:xfrm>
              <a:off x="7570921" y="2044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2" name="pt38182"/>
            <p:cNvSpPr/>
            <p:nvPr/>
          </p:nvSpPr>
          <p:spPr>
            <a:xfrm>
              <a:off x="7109037" y="2092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3" name="pt38183"/>
            <p:cNvSpPr/>
            <p:nvPr/>
          </p:nvSpPr>
          <p:spPr>
            <a:xfrm>
              <a:off x="6822382" y="2148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4" name="pt38184"/>
            <p:cNvSpPr/>
            <p:nvPr/>
          </p:nvSpPr>
          <p:spPr>
            <a:xfrm>
              <a:off x="7386363" y="2340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5" name="pt38185"/>
            <p:cNvSpPr/>
            <p:nvPr/>
          </p:nvSpPr>
          <p:spPr>
            <a:xfrm>
              <a:off x="7199514" y="2020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6" name="pt38186"/>
            <p:cNvSpPr/>
            <p:nvPr/>
          </p:nvSpPr>
          <p:spPr>
            <a:xfrm>
              <a:off x="7108937" y="214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7" name="pt38187"/>
            <p:cNvSpPr/>
            <p:nvPr/>
          </p:nvSpPr>
          <p:spPr>
            <a:xfrm>
              <a:off x="7315857" y="1916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8" name="pt38188"/>
            <p:cNvSpPr/>
            <p:nvPr/>
          </p:nvSpPr>
          <p:spPr>
            <a:xfrm>
              <a:off x="7220843" y="2248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9" name="pt38189"/>
            <p:cNvSpPr/>
            <p:nvPr/>
          </p:nvSpPr>
          <p:spPr>
            <a:xfrm>
              <a:off x="7032222" y="1985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0" name="pt38190"/>
            <p:cNvSpPr/>
            <p:nvPr/>
          </p:nvSpPr>
          <p:spPr>
            <a:xfrm>
              <a:off x="7157404" y="2120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1" name="pt38191"/>
            <p:cNvSpPr/>
            <p:nvPr/>
          </p:nvSpPr>
          <p:spPr>
            <a:xfrm>
              <a:off x="7084650" y="1990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2" name="pt38192"/>
            <p:cNvSpPr/>
            <p:nvPr/>
          </p:nvSpPr>
          <p:spPr>
            <a:xfrm>
              <a:off x="7031870" y="1856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3" name="pt38193"/>
            <p:cNvSpPr/>
            <p:nvPr/>
          </p:nvSpPr>
          <p:spPr>
            <a:xfrm>
              <a:off x="7011755" y="1735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4" name="pt38194"/>
            <p:cNvSpPr/>
            <p:nvPr/>
          </p:nvSpPr>
          <p:spPr>
            <a:xfrm>
              <a:off x="6736825" y="1891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5" name="pt38195"/>
            <p:cNvSpPr/>
            <p:nvPr/>
          </p:nvSpPr>
          <p:spPr>
            <a:xfrm>
              <a:off x="7156003" y="23506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6" name="pt38196"/>
            <p:cNvSpPr/>
            <p:nvPr/>
          </p:nvSpPr>
          <p:spPr>
            <a:xfrm>
              <a:off x="7010967" y="1840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7" name="pt38197"/>
            <p:cNvSpPr/>
            <p:nvPr/>
          </p:nvSpPr>
          <p:spPr>
            <a:xfrm>
              <a:off x="7343283" y="2039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8" name="pt38198"/>
            <p:cNvSpPr/>
            <p:nvPr/>
          </p:nvSpPr>
          <p:spPr>
            <a:xfrm>
              <a:off x="6929733" y="2230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9" name="pt38199"/>
            <p:cNvSpPr/>
            <p:nvPr/>
          </p:nvSpPr>
          <p:spPr>
            <a:xfrm>
              <a:off x="7254449" y="1985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0" name="pt38200"/>
            <p:cNvSpPr/>
            <p:nvPr/>
          </p:nvSpPr>
          <p:spPr>
            <a:xfrm>
              <a:off x="7130558" y="2125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1" name="pt38201"/>
            <p:cNvSpPr/>
            <p:nvPr/>
          </p:nvSpPr>
          <p:spPr>
            <a:xfrm>
              <a:off x="7160094" y="2169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2" name="pt38202"/>
            <p:cNvSpPr/>
            <p:nvPr/>
          </p:nvSpPr>
          <p:spPr>
            <a:xfrm>
              <a:off x="7160189" y="1996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3" name="pt38203"/>
            <p:cNvSpPr/>
            <p:nvPr/>
          </p:nvSpPr>
          <p:spPr>
            <a:xfrm>
              <a:off x="7041191" y="2238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4" name="pt38204"/>
            <p:cNvSpPr/>
            <p:nvPr/>
          </p:nvSpPr>
          <p:spPr>
            <a:xfrm>
              <a:off x="6993141" y="1928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5" name="pt38205"/>
            <p:cNvSpPr/>
            <p:nvPr/>
          </p:nvSpPr>
          <p:spPr>
            <a:xfrm>
              <a:off x="7099704" y="2272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6" name="pt38206"/>
            <p:cNvSpPr/>
            <p:nvPr/>
          </p:nvSpPr>
          <p:spPr>
            <a:xfrm>
              <a:off x="7190125" y="2116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7" name="pt38207"/>
            <p:cNvSpPr/>
            <p:nvPr/>
          </p:nvSpPr>
          <p:spPr>
            <a:xfrm>
              <a:off x="7484656" y="2490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8" name="pt38208"/>
            <p:cNvSpPr/>
            <p:nvPr/>
          </p:nvSpPr>
          <p:spPr>
            <a:xfrm>
              <a:off x="7183789" y="2111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9" name="pt38209"/>
            <p:cNvSpPr/>
            <p:nvPr/>
          </p:nvSpPr>
          <p:spPr>
            <a:xfrm>
              <a:off x="7093470" y="2206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0" name="pt38210"/>
            <p:cNvSpPr/>
            <p:nvPr/>
          </p:nvSpPr>
          <p:spPr>
            <a:xfrm>
              <a:off x="7461427" y="27175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1" name="pt38211"/>
            <p:cNvSpPr/>
            <p:nvPr/>
          </p:nvSpPr>
          <p:spPr>
            <a:xfrm>
              <a:off x="6933449" y="2064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2" name="pt38212"/>
            <p:cNvSpPr/>
            <p:nvPr/>
          </p:nvSpPr>
          <p:spPr>
            <a:xfrm>
              <a:off x="7192104" y="2041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3" name="pt38213"/>
            <p:cNvSpPr/>
            <p:nvPr/>
          </p:nvSpPr>
          <p:spPr>
            <a:xfrm>
              <a:off x="7133672" y="2141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4" name="pt38214"/>
            <p:cNvSpPr/>
            <p:nvPr/>
          </p:nvSpPr>
          <p:spPr>
            <a:xfrm>
              <a:off x="7205980" y="22403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5" name="pt38215"/>
            <p:cNvSpPr/>
            <p:nvPr/>
          </p:nvSpPr>
          <p:spPr>
            <a:xfrm>
              <a:off x="7600398" y="2267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6" name="pt38216"/>
            <p:cNvSpPr/>
            <p:nvPr/>
          </p:nvSpPr>
          <p:spPr>
            <a:xfrm>
              <a:off x="7278688" y="1976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7" name="pt38217"/>
            <p:cNvSpPr/>
            <p:nvPr/>
          </p:nvSpPr>
          <p:spPr>
            <a:xfrm>
              <a:off x="6904708" y="2060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8" name="pt38218"/>
            <p:cNvSpPr/>
            <p:nvPr/>
          </p:nvSpPr>
          <p:spPr>
            <a:xfrm>
              <a:off x="7203527" y="2238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9" name="pt38219"/>
            <p:cNvSpPr/>
            <p:nvPr/>
          </p:nvSpPr>
          <p:spPr>
            <a:xfrm>
              <a:off x="7447931" y="2526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0" name="pt38220"/>
            <p:cNvSpPr/>
            <p:nvPr/>
          </p:nvSpPr>
          <p:spPr>
            <a:xfrm>
              <a:off x="7365749" y="2530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1" name="pt38221"/>
            <p:cNvSpPr/>
            <p:nvPr/>
          </p:nvSpPr>
          <p:spPr>
            <a:xfrm>
              <a:off x="7147021" y="2152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2" name="pt38222"/>
            <p:cNvSpPr/>
            <p:nvPr/>
          </p:nvSpPr>
          <p:spPr>
            <a:xfrm>
              <a:off x="7075056" y="2279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3" name="pt38223"/>
            <p:cNvSpPr/>
            <p:nvPr/>
          </p:nvSpPr>
          <p:spPr>
            <a:xfrm>
              <a:off x="7243267" y="20774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4" name="pt38224"/>
            <p:cNvSpPr/>
            <p:nvPr/>
          </p:nvSpPr>
          <p:spPr>
            <a:xfrm>
              <a:off x="7388449" y="1945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5" name="pt38225"/>
            <p:cNvSpPr/>
            <p:nvPr/>
          </p:nvSpPr>
          <p:spPr>
            <a:xfrm>
              <a:off x="7111073" y="2064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6" name="pt38226"/>
            <p:cNvSpPr/>
            <p:nvPr/>
          </p:nvSpPr>
          <p:spPr>
            <a:xfrm>
              <a:off x="7318108" y="19265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7" name="pt38227"/>
            <p:cNvSpPr/>
            <p:nvPr/>
          </p:nvSpPr>
          <p:spPr>
            <a:xfrm>
              <a:off x="7132896" y="2043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8" name="pt38228"/>
            <p:cNvSpPr/>
            <p:nvPr/>
          </p:nvSpPr>
          <p:spPr>
            <a:xfrm>
              <a:off x="7132716" y="2134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9" name="pt38229"/>
            <p:cNvSpPr/>
            <p:nvPr/>
          </p:nvSpPr>
          <p:spPr>
            <a:xfrm>
              <a:off x="7194371" y="1995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0" name="pt38230"/>
            <p:cNvSpPr/>
            <p:nvPr/>
          </p:nvSpPr>
          <p:spPr>
            <a:xfrm>
              <a:off x="7207402" y="2222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1" name="pt38231"/>
            <p:cNvSpPr/>
            <p:nvPr/>
          </p:nvSpPr>
          <p:spPr>
            <a:xfrm>
              <a:off x="6840916" y="20500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2" name="pt38232"/>
            <p:cNvSpPr/>
            <p:nvPr/>
          </p:nvSpPr>
          <p:spPr>
            <a:xfrm>
              <a:off x="7002825" y="1934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3" name="pt38233"/>
            <p:cNvSpPr/>
            <p:nvPr/>
          </p:nvSpPr>
          <p:spPr>
            <a:xfrm>
              <a:off x="6829064" y="2171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4" name="pt38234"/>
            <p:cNvSpPr/>
            <p:nvPr/>
          </p:nvSpPr>
          <p:spPr>
            <a:xfrm>
              <a:off x="6569106" y="2160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5" name="pt38235"/>
            <p:cNvSpPr/>
            <p:nvPr/>
          </p:nvSpPr>
          <p:spPr>
            <a:xfrm>
              <a:off x="7134147" y="2071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6" name="pt38236"/>
            <p:cNvSpPr/>
            <p:nvPr/>
          </p:nvSpPr>
          <p:spPr>
            <a:xfrm>
              <a:off x="7365822" y="2445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7" name="pt38237"/>
            <p:cNvSpPr/>
            <p:nvPr/>
          </p:nvSpPr>
          <p:spPr>
            <a:xfrm>
              <a:off x="7322066" y="1914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8" name="pt38238"/>
            <p:cNvSpPr/>
            <p:nvPr/>
          </p:nvSpPr>
          <p:spPr>
            <a:xfrm>
              <a:off x="7256830" y="20251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9" name="pt38239"/>
            <p:cNvSpPr/>
            <p:nvPr/>
          </p:nvSpPr>
          <p:spPr>
            <a:xfrm>
              <a:off x="7139161" y="2156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0" name="pt38240"/>
            <p:cNvSpPr/>
            <p:nvPr/>
          </p:nvSpPr>
          <p:spPr>
            <a:xfrm>
              <a:off x="7196107" y="20058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1" name="pt38241"/>
            <p:cNvSpPr/>
            <p:nvPr/>
          </p:nvSpPr>
          <p:spPr>
            <a:xfrm>
              <a:off x="7212032" y="2363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2" name="pt38242"/>
            <p:cNvSpPr/>
            <p:nvPr/>
          </p:nvSpPr>
          <p:spPr>
            <a:xfrm>
              <a:off x="7521191" y="23842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3" name="pt38243"/>
            <p:cNvSpPr/>
            <p:nvPr/>
          </p:nvSpPr>
          <p:spPr>
            <a:xfrm>
              <a:off x="7002361" y="1990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4" name="pt38244"/>
            <p:cNvSpPr/>
            <p:nvPr/>
          </p:nvSpPr>
          <p:spPr>
            <a:xfrm>
              <a:off x="7315191" y="19559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5" name="pt38245"/>
            <p:cNvSpPr/>
            <p:nvPr/>
          </p:nvSpPr>
          <p:spPr>
            <a:xfrm>
              <a:off x="6930206" y="2312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6" name="pt38246"/>
            <p:cNvSpPr/>
            <p:nvPr/>
          </p:nvSpPr>
          <p:spPr>
            <a:xfrm>
              <a:off x="6890740" y="1936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7" name="pt38247"/>
            <p:cNvSpPr/>
            <p:nvPr/>
          </p:nvSpPr>
          <p:spPr>
            <a:xfrm>
              <a:off x="7125159" y="2212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8" name="pt38248"/>
            <p:cNvSpPr/>
            <p:nvPr/>
          </p:nvSpPr>
          <p:spPr>
            <a:xfrm>
              <a:off x="7181150" y="2111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9" name="pt38249"/>
            <p:cNvSpPr/>
            <p:nvPr/>
          </p:nvSpPr>
          <p:spPr>
            <a:xfrm>
              <a:off x="7228522" y="2089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0" name="pt38250"/>
            <p:cNvSpPr/>
            <p:nvPr/>
          </p:nvSpPr>
          <p:spPr>
            <a:xfrm>
              <a:off x="7172764" y="19864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1" name="pt38251"/>
            <p:cNvSpPr/>
            <p:nvPr/>
          </p:nvSpPr>
          <p:spPr>
            <a:xfrm>
              <a:off x="7082296" y="2116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2" name="pt38252"/>
            <p:cNvSpPr/>
            <p:nvPr/>
          </p:nvSpPr>
          <p:spPr>
            <a:xfrm>
              <a:off x="6983281" y="1934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3" name="pt38253"/>
            <p:cNvSpPr/>
            <p:nvPr/>
          </p:nvSpPr>
          <p:spPr>
            <a:xfrm>
              <a:off x="7272825" y="2074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4" name="pt38254"/>
            <p:cNvSpPr/>
            <p:nvPr/>
          </p:nvSpPr>
          <p:spPr>
            <a:xfrm>
              <a:off x="7140872" y="2211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5" name="pt38255"/>
            <p:cNvSpPr/>
            <p:nvPr/>
          </p:nvSpPr>
          <p:spPr>
            <a:xfrm>
              <a:off x="7089300" y="2183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6" name="pt38256"/>
            <p:cNvSpPr/>
            <p:nvPr/>
          </p:nvSpPr>
          <p:spPr>
            <a:xfrm>
              <a:off x="6726777" y="2227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7" name="pt38257"/>
            <p:cNvSpPr/>
            <p:nvPr/>
          </p:nvSpPr>
          <p:spPr>
            <a:xfrm>
              <a:off x="7063455" y="1723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8" name="pt38258"/>
            <p:cNvSpPr/>
            <p:nvPr/>
          </p:nvSpPr>
          <p:spPr>
            <a:xfrm>
              <a:off x="7112490" y="2006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9" name="pt38259"/>
            <p:cNvSpPr/>
            <p:nvPr/>
          </p:nvSpPr>
          <p:spPr>
            <a:xfrm>
              <a:off x="7248974" y="2141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0" name="pt38260"/>
            <p:cNvSpPr/>
            <p:nvPr/>
          </p:nvSpPr>
          <p:spPr>
            <a:xfrm>
              <a:off x="7020915" y="2064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1" name="pt38261"/>
            <p:cNvSpPr/>
            <p:nvPr/>
          </p:nvSpPr>
          <p:spPr>
            <a:xfrm>
              <a:off x="6962301" y="1997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2" name="pt38262"/>
            <p:cNvSpPr/>
            <p:nvPr/>
          </p:nvSpPr>
          <p:spPr>
            <a:xfrm>
              <a:off x="7034796" y="20323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3" name="pt38263"/>
            <p:cNvSpPr/>
            <p:nvPr/>
          </p:nvSpPr>
          <p:spPr>
            <a:xfrm>
              <a:off x="7139100" y="22127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4" name="pt38264"/>
            <p:cNvSpPr/>
            <p:nvPr/>
          </p:nvSpPr>
          <p:spPr>
            <a:xfrm>
              <a:off x="7133326" y="2120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5" name="pt38265"/>
            <p:cNvSpPr/>
            <p:nvPr/>
          </p:nvSpPr>
          <p:spPr>
            <a:xfrm>
              <a:off x="7144265" y="22478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6" name="pt38266"/>
            <p:cNvSpPr/>
            <p:nvPr/>
          </p:nvSpPr>
          <p:spPr>
            <a:xfrm>
              <a:off x="7340922" y="2315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7" name="pt38267"/>
            <p:cNvSpPr/>
            <p:nvPr/>
          </p:nvSpPr>
          <p:spPr>
            <a:xfrm>
              <a:off x="7456385" y="23679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8" name="pt38268"/>
            <p:cNvSpPr/>
            <p:nvPr/>
          </p:nvSpPr>
          <p:spPr>
            <a:xfrm>
              <a:off x="7581597" y="2424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9" name="pt38269"/>
            <p:cNvSpPr/>
            <p:nvPr/>
          </p:nvSpPr>
          <p:spPr>
            <a:xfrm>
              <a:off x="7111325" y="2053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0" name="pt38270"/>
            <p:cNvSpPr/>
            <p:nvPr/>
          </p:nvSpPr>
          <p:spPr>
            <a:xfrm>
              <a:off x="7363658" y="2356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1" name="pt38271"/>
            <p:cNvSpPr/>
            <p:nvPr/>
          </p:nvSpPr>
          <p:spPr>
            <a:xfrm>
              <a:off x="6748060" y="22131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2" name="pt38272"/>
            <p:cNvSpPr/>
            <p:nvPr/>
          </p:nvSpPr>
          <p:spPr>
            <a:xfrm>
              <a:off x="7290913" y="2041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3" name="pt38273"/>
            <p:cNvSpPr/>
            <p:nvPr/>
          </p:nvSpPr>
          <p:spPr>
            <a:xfrm>
              <a:off x="7060876" y="20450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4" name="pt38274"/>
            <p:cNvSpPr/>
            <p:nvPr/>
          </p:nvSpPr>
          <p:spPr>
            <a:xfrm>
              <a:off x="7023907" y="1962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5" name="pt38275"/>
            <p:cNvSpPr/>
            <p:nvPr/>
          </p:nvSpPr>
          <p:spPr>
            <a:xfrm>
              <a:off x="7152958" y="2378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6" name="pt38276"/>
            <p:cNvSpPr/>
            <p:nvPr/>
          </p:nvSpPr>
          <p:spPr>
            <a:xfrm>
              <a:off x="7050598" y="2172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7" name="pt38277"/>
            <p:cNvSpPr/>
            <p:nvPr/>
          </p:nvSpPr>
          <p:spPr>
            <a:xfrm>
              <a:off x="6889110" y="1997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8" name="pt38278"/>
            <p:cNvSpPr/>
            <p:nvPr/>
          </p:nvSpPr>
          <p:spPr>
            <a:xfrm>
              <a:off x="7144936" y="22030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9" name="pt38279"/>
            <p:cNvSpPr/>
            <p:nvPr/>
          </p:nvSpPr>
          <p:spPr>
            <a:xfrm>
              <a:off x="7227515" y="2209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0" name="pt38280"/>
            <p:cNvSpPr/>
            <p:nvPr/>
          </p:nvSpPr>
          <p:spPr>
            <a:xfrm>
              <a:off x="7235980" y="1946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1" name="pt38281"/>
            <p:cNvSpPr/>
            <p:nvPr/>
          </p:nvSpPr>
          <p:spPr>
            <a:xfrm>
              <a:off x="7096546" y="21632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2" name="pt38282"/>
            <p:cNvSpPr/>
            <p:nvPr/>
          </p:nvSpPr>
          <p:spPr>
            <a:xfrm>
              <a:off x="7066689" y="2129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3" name="pt38283"/>
            <p:cNvSpPr/>
            <p:nvPr/>
          </p:nvSpPr>
          <p:spPr>
            <a:xfrm>
              <a:off x="7187299" y="2159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4" name="pt38284"/>
            <p:cNvSpPr/>
            <p:nvPr/>
          </p:nvSpPr>
          <p:spPr>
            <a:xfrm>
              <a:off x="7378945" y="23388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5" name="pt38285"/>
            <p:cNvSpPr/>
            <p:nvPr/>
          </p:nvSpPr>
          <p:spPr>
            <a:xfrm>
              <a:off x="7169698" y="1939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6" name="pt38286"/>
            <p:cNvSpPr/>
            <p:nvPr/>
          </p:nvSpPr>
          <p:spPr>
            <a:xfrm>
              <a:off x="7195362" y="2041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7" name="pt38287"/>
            <p:cNvSpPr/>
            <p:nvPr/>
          </p:nvSpPr>
          <p:spPr>
            <a:xfrm>
              <a:off x="7223303" y="2237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8" name="pt38288"/>
            <p:cNvSpPr/>
            <p:nvPr/>
          </p:nvSpPr>
          <p:spPr>
            <a:xfrm>
              <a:off x="7014788" y="1790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9" name="pt38289"/>
            <p:cNvSpPr/>
            <p:nvPr/>
          </p:nvSpPr>
          <p:spPr>
            <a:xfrm>
              <a:off x="7185844" y="2168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0" name="pt38290"/>
            <p:cNvSpPr/>
            <p:nvPr/>
          </p:nvSpPr>
          <p:spPr>
            <a:xfrm>
              <a:off x="6859927" y="2358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1" name="pt38291"/>
            <p:cNvSpPr/>
            <p:nvPr/>
          </p:nvSpPr>
          <p:spPr>
            <a:xfrm>
              <a:off x="7216063" y="2202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2" name="pt38292"/>
            <p:cNvSpPr/>
            <p:nvPr/>
          </p:nvSpPr>
          <p:spPr>
            <a:xfrm>
              <a:off x="7147653" y="2338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3" name="pt38293"/>
            <p:cNvSpPr/>
            <p:nvPr/>
          </p:nvSpPr>
          <p:spPr>
            <a:xfrm>
              <a:off x="7134761" y="2157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4" name="pt38294"/>
            <p:cNvSpPr/>
            <p:nvPr/>
          </p:nvSpPr>
          <p:spPr>
            <a:xfrm>
              <a:off x="7168111" y="20399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5" name="pt38295"/>
            <p:cNvSpPr/>
            <p:nvPr/>
          </p:nvSpPr>
          <p:spPr>
            <a:xfrm>
              <a:off x="7085571" y="2169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6" name="pt38296"/>
            <p:cNvSpPr/>
            <p:nvPr/>
          </p:nvSpPr>
          <p:spPr>
            <a:xfrm>
              <a:off x="7103629" y="2241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7" name="pt38297"/>
            <p:cNvSpPr/>
            <p:nvPr/>
          </p:nvSpPr>
          <p:spPr>
            <a:xfrm>
              <a:off x="7231052" y="2104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8" name="pt38298"/>
            <p:cNvSpPr/>
            <p:nvPr/>
          </p:nvSpPr>
          <p:spPr>
            <a:xfrm>
              <a:off x="7357455" y="2324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9" name="pt38299"/>
            <p:cNvSpPr/>
            <p:nvPr/>
          </p:nvSpPr>
          <p:spPr>
            <a:xfrm>
              <a:off x="7139263" y="2114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0" name="pt38300"/>
            <p:cNvSpPr/>
            <p:nvPr/>
          </p:nvSpPr>
          <p:spPr>
            <a:xfrm>
              <a:off x="6999029" y="20747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1" name="pt38301"/>
            <p:cNvSpPr/>
            <p:nvPr/>
          </p:nvSpPr>
          <p:spPr>
            <a:xfrm>
              <a:off x="7206639" y="2115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2" name="pt38302"/>
            <p:cNvSpPr/>
            <p:nvPr/>
          </p:nvSpPr>
          <p:spPr>
            <a:xfrm>
              <a:off x="6935587" y="22040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3" name="pt38303"/>
            <p:cNvSpPr/>
            <p:nvPr/>
          </p:nvSpPr>
          <p:spPr>
            <a:xfrm>
              <a:off x="6872597" y="192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4" name="pt38304"/>
            <p:cNvSpPr/>
            <p:nvPr/>
          </p:nvSpPr>
          <p:spPr>
            <a:xfrm>
              <a:off x="7232880" y="2125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5" name="pt38305"/>
            <p:cNvSpPr/>
            <p:nvPr/>
          </p:nvSpPr>
          <p:spPr>
            <a:xfrm>
              <a:off x="6912726" y="2223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6" name="pt38306"/>
            <p:cNvSpPr/>
            <p:nvPr/>
          </p:nvSpPr>
          <p:spPr>
            <a:xfrm>
              <a:off x="7160044" y="21871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7" name="pt38307"/>
            <p:cNvSpPr/>
            <p:nvPr/>
          </p:nvSpPr>
          <p:spPr>
            <a:xfrm>
              <a:off x="7082550" y="2061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8" name="pt38308"/>
            <p:cNvSpPr/>
            <p:nvPr/>
          </p:nvSpPr>
          <p:spPr>
            <a:xfrm>
              <a:off x="7255268" y="2096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9" name="pt38309"/>
            <p:cNvSpPr/>
            <p:nvPr/>
          </p:nvSpPr>
          <p:spPr>
            <a:xfrm>
              <a:off x="6889933" y="1930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0" name="pt38310"/>
            <p:cNvSpPr/>
            <p:nvPr/>
          </p:nvSpPr>
          <p:spPr>
            <a:xfrm>
              <a:off x="6960071" y="2051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1" name="pt38311"/>
            <p:cNvSpPr/>
            <p:nvPr/>
          </p:nvSpPr>
          <p:spPr>
            <a:xfrm>
              <a:off x="7230332" y="22472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2" name="pt38312"/>
            <p:cNvSpPr/>
            <p:nvPr/>
          </p:nvSpPr>
          <p:spPr>
            <a:xfrm>
              <a:off x="7123798" y="21952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3" name="pt38313"/>
            <p:cNvSpPr/>
            <p:nvPr/>
          </p:nvSpPr>
          <p:spPr>
            <a:xfrm>
              <a:off x="7044002" y="2345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4" name="pt38314"/>
            <p:cNvSpPr/>
            <p:nvPr/>
          </p:nvSpPr>
          <p:spPr>
            <a:xfrm>
              <a:off x="7608803" y="2319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5" name="pt38315"/>
            <p:cNvSpPr/>
            <p:nvPr/>
          </p:nvSpPr>
          <p:spPr>
            <a:xfrm>
              <a:off x="7354952" y="1889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6" name="pt38316"/>
            <p:cNvSpPr/>
            <p:nvPr/>
          </p:nvSpPr>
          <p:spPr>
            <a:xfrm>
              <a:off x="7677673" y="2456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7" name="pt38317"/>
            <p:cNvSpPr/>
            <p:nvPr/>
          </p:nvSpPr>
          <p:spPr>
            <a:xfrm>
              <a:off x="7139586" y="2092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8" name="pt38318"/>
            <p:cNvSpPr/>
            <p:nvPr/>
          </p:nvSpPr>
          <p:spPr>
            <a:xfrm>
              <a:off x="7343920" y="1973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9" name="pt38319"/>
            <p:cNvSpPr/>
            <p:nvPr/>
          </p:nvSpPr>
          <p:spPr>
            <a:xfrm>
              <a:off x="7108851" y="2128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0" name="pt38320"/>
            <p:cNvSpPr/>
            <p:nvPr/>
          </p:nvSpPr>
          <p:spPr>
            <a:xfrm>
              <a:off x="6741622" y="1521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1" name="pt38321"/>
            <p:cNvSpPr/>
            <p:nvPr/>
          </p:nvSpPr>
          <p:spPr>
            <a:xfrm>
              <a:off x="7133952" y="20688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2" name="pt38322"/>
            <p:cNvSpPr/>
            <p:nvPr/>
          </p:nvSpPr>
          <p:spPr>
            <a:xfrm>
              <a:off x="7384065" y="2068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3" name="pt38323"/>
            <p:cNvSpPr/>
            <p:nvPr/>
          </p:nvSpPr>
          <p:spPr>
            <a:xfrm>
              <a:off x="6912325" y="2048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4" name="pt38324"/>
            <p:cNvSpPr/>
            <p:nvPr/>
          </p:nvSpPr>
          <p:spPr>
            <a:xfrm>
              <a:off x="7314482" y="2016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5" name="pt38325"/>
            <p:cNvSpPr/>
            <p:nvPr/>
          </p:nvSpPr>
          <p:spPr>
            <a:xfrm>
              <a:off x="6990970" y="19556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6" name="pt38326"/>
            <p:cNvSpPr/>
            <p:nvPr/>
          </p:nvSpPr>
          <p:spPr>
            <a:xfrm>
              <a:off x="6866012" y="21651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7" name="pt38327"/>
            <p:cNvSpPr/>
            <p:nvPr/>
          </p:nvSpPr>
          <p:spPr>
            <a:xfrm>
              <a:off x="7119793" y="2151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8" name="pt38328"/>
            <p:cNvSpPr/>
            <p:nvPr/>
          </p:nvSpPr>
          <p:spPr>
            <a:xfrm>
              <a:off x="7174941" y="2013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9" name="pt38329"/>
            <p:cNvSpPr/>
            <p:nvPr/>
          </p:nvSpPr>
          <p:spPr>
            <a:xfrm>
              <a:off x="7173523" y="1998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0" name="pt38330"/>
            <p:cNvSpPr/>
            <p:nvPr/>
          </p:nvSpPr>
          <p:spPr>
            <a:xfrm>
              <a:off x="7057575" y="19562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1" name="pt38331"/>
            <p:cNvSpPr/>
            <p:nvPr/>
          </p:nvSpPr>
          <p:spPr>
            <a:xfrm>
              <a:off x="6671003" y="2234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2" name="pt38332"/>
            <p:cNvSpPr/>
            <p:nvPr/>
          </p:nvSpPr>
          <p:spPr>
            <a:xfrm>
              <a:off x="6812776" y="22668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3" name="pt38333"/>
            <p:cNvSpPr/>
            <p:nvPr/>
          </p:nvSpPr>
          <p:spPr>
            <a:xfrm>
              <a:off x="7184204" y="2096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4" name="pt38334"/>
            <p:cNvSpPr/>
            <p:nvPr/>
          </p:nvSpPr>
          <p:spPr>
            <a:xfrm>
              <a:off x="7195414" y="19789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5" name="pt38335"/>
            <p:cNvSpPr/>
            <p:nvPr/>
          </p:nvSpPr>
          <p:spPr>
            <a:xfrm>
              <a:off x="6685259" y="1968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6" name="pt38336"/>
            <p:cNvSpPr/>
            <p:nvPr/>
          </p:nvSpPr>
          <p:spPr>
            <a:xfrm>
              <a:off x="7229431" y="2026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7" name="pt38337"/>
            <p:cNvSpPr/>
            <p:nvPr/>
          </p:nvSpPr>
          <p:spPr>
            <a:xfrm>
              <a:off x="7215474" y="2256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8" name="pt38338"/>
            <p:cNvSpPr/>
            <p:nvPr/>
          </p:nvSpPr>
          <p:spPr>
            <a:xfrm>
              <a:off x="7084754" y="2024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9" name="pt38339"/>
            <p:cNvSpPr/>
            <p:nvPr/>
          </p:nvSpPr>
          <p:spPr>
            <a:xfrm>
              <a:off x="7367537" y="24339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0" name="pt38340"/>
            <p:cNvSpPr/>
            <p:nvPr/>
          </p:nvSpPr>
          <p:spPr>
            <a:xfrm>
              <a:off x="6681460" y="1885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1" name="pt38341"/>
            <p:cNvSpPr/>
            <p:nvPr/>
          </p:nvSpPr>
          <p:spPr>
            <a:xfrm>
              <a:off x="7042806" y="2275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2" name="pt38342"/>
            <p:cNvSpPr/>
            <p:nvPr/>
          </p:nvSpPr>
          <p:spPr>
            <a:xfrm>
              <a:off x="6970609" y="1960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3" name="pt38343"/>
            <p:cNvSpPr/>
            <p:nvPr/>
          </p:nvSpPr>
          <p:spPr>
            <a:xfrm>
              <a:off x="7092137" y="2206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4" name="pt38344"/>
            <p:cNvSpPr/>
            <p:nvPr/>
          </p:nvSpPr>
          <p:spPr>
            <a:xfrm>
              <a:off x="7015924" y="18556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5" name="pt38345"/>
            <p:cNvSpPr/>
            <p:nvPr/>
          </p:nvSpPr>
          <p:spPr>
            <a:xfrm>
              <a:off x="6889501" y="1975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6" name="pt38346"/>
            <p:cNvSpPr/>
            <p:nvPr/>
          </p:nvSpPr>
          <p:spPr>
            <a:xfrm>
              <a:off x="7239950" y="1979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7" name="pt38347"/>
            <p:cNvSpPr/>
            <p:nvPr/>
          </p:nvSpPr>
          <p:spPr>
            <a:xfrm>
              <a:off x="7059203" y="1804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8" name="pt38348"/>
            <p:cNvSpPr/>
            <p:nvPr/>
          </p:nvSpPr>
          <p:spPr>
            <a:xfrm>
              <a:off x="7195843" y="20439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9" name="pt38349"/>
            <p:cNvSpPr/>
            <p:nvPr/>
          </p:nvSpPr>
          <p:spPr>
            <a:xfrm>
              <a:off x="7152401" y="2299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0" name="pt38350"/>
            <p:cNvSpPr/>
            <p:nvPr/>
          </p:nvSpPr>
          <p:spPr>
            <a:xfrm>
              <a:off x="7124907" y="2074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1" name="pt38351"/>
            <p:cNvSpPr/>
            <p:nvPr/>
          </p:nvSpPr>
          <p:spPr>
            <a:xfrm>
              <a:off x="7181694" y="2108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2" name="pt38352"/>
            <p:cNvSpPr/>
            <p:nvPr/>
          </p:nvSpPr>
          <p:spPr>
            <a:xfrm>
              <a:off x="7275030" y="2036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3" name="pt38353"/>
            <p:cNvSpPr/>
            <p:nvPr/>
          </p:nvSpPr>
          <p:spPr>
            <a:xfrm>
              <a:off x="7202795" y="21771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4" name="pt38354"/>
            <p:cNvSpPr/>
            <p:nvPr/>
          </p:nvSpPr>
          <p:spPr>
            <a:xfrm>
              <a:off x="7089905" y="21987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5" name="pt38355"/>
            <p:cNvSpPr/>
            <p:nvPr/>
          </p:nvSpPr>
          <p:spPr>
            <a:xfrm>
              <a:off x="7043750" y="2265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6" name="pt38356"/>
            <p:cNvSpPr/>
            <p:nvPr/>
          </p:nvSpPr>
          <p:spPr>
            <a:xfrm>
              <a:off x="7204027" y="21476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7" name="pt38357"/>
            <p:cNvSpPr/>
            <p:nvPr/>
          </p:nvSpPr>
          <p:spPr>
            <a:xfrm>
              <a:off x="7295059" y="1967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8" name="pt38358"/>
            <p:cNvSpPr/>
            <p:nvPr/>
          </p:nvSpPr>
          <p:spPr>
            <a:xfrm>
              <a:off x="7172888" y="2014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9" name="pt38359"/>
            <p:cNvSpPr/>
            <p:nvPr/>
          </p:nvSpPr>
          <p:spPr>
            <a:xfrm>
              <a:off x="7236885" y="1974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0" name="pt38360"/>
            <p:cNvSpPr/>
            <p:nvPr/>
          </p:nvSpPr>
          <p:spPr>
            <a:xfrm>
              <a:off x="7305973" y="2103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1" name="pt38361"/>
            <p:cNvSpPr/>
            <p:nvPr/>
          </p:nvSpPr>
          <p:spPr>
            <a:xfrm>
              <a:off x="7058522" y="19713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2" name="pt38362"/>
            <p:cNvSpPr/>
            <p:nvPr/>
          </p:nvSpPr>
          <p:spPr>
            <a:xfrm>
              <a:off x="7126668" y="2151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3" name="pt38363"/>
            <p:cNvSpPr/>
            <p:nvPr/>
          </p:nvSpPr>
          <p:spPr>
            <a:xfrm>
              <a:off x="7359834" y="24680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4" name="pt38364"/>
            <p:cNvSpPr/>
            <p:nvPr/>
          </p:nvSpPr>
          <p:spPr>
            <a:xfrm>
              <a:off x="7224253" y="2029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5" name="pt38365"/>
            <p:cNvSpPr/>
            <p:nvPr/>
          </p:nvSpPr>
          <p:spPr>
            <a:xfrm>
              <a:off x="7186748" y="2167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6" name="pt38366"/>
            <p:cNvSpPr/>
            <p:nvPr/>
          </p:nvSpPr>
          <p:spPr>
            <a:xfrm>
              <a:off x="7058662" y="2048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7" name="pt38367"/>
            <p:cNvSpPr/>
            <p:nvPr/>
          </p:nvSpPr>
          <p:spPr>
            <a:xfrm>
              <a:off x="7157078" y="2084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8" name="pt38368"/>
            <p:cNvSpPr/>
            <p:nvPr/>
          </p:nvSpPr>
          <p:spPr>
            <a:xfrm>
              <a:off x="6894514" y="1757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9" name="pt38369"/>
            <p:cNvSpPr/>
            <p:nvPr/>
          </p:nvSpPr>
          <p:spPr>
            <a:xfrm>
              <a:off x="7298282" y="20294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0" name="pt38370"/>
            <p:cNvSpPr/>
            <p:nvPr/>
          </p:nvSpPr>
          <p:spPr>
            <a:xfrm>
              <a:off x="7228453" y="20874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1" name="pt38371"/>
            <p:cNvSpPr/>
            <p:nvPr/>
          </p:nvSpPr>
          <p:spPr>
            <a:xfrm>
              <a:off x="7000672" y="19769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2" name="pt38372"/>
            <p:cNvSpPr/>
            <p:nvPr/>
          </p:nvSpPr>
          <p:spPr>
            <a:xfrm>
              <a:off x="6799102" y="2372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3" name="pt38373"/>
            <p:cNvSpPr/>
            <p:nvPr/>
          </p:nvSpPr>
          <p:spPr>
            <a:xfrm>
              <a:off x="7308548" y="1869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4" name="pt38374"/>
            <p:cNvSpPr/>
            <p:nvPr/>
          </p:nvSpPr>
          <p:spPr>
            <a:xfrm>
              <a:off x="7021409" y="1948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5" name="pt38375"/>
            <p:cNvSpPr/>
            <p:nvPr/>
          </p:nvSpPr>
          <p:spPr>
            <a:xfrm>
              <a:off x="7399854" y="2476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6" name="pt38376"/>
            <p:cNvSpPr/>
            <p:nvPr/>
          </p:nvSpPr>
          <p:spPr>
            <a:xfrm>
              <a:off x="6667550" y="21141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7" name="pt38377"/>
            <p:cNvSpPr/>
            <p:nvPr/>
          </p:nvSpPr>
          <p:spPr>
            <a:xfrm>
              <a:off x="7141730" y="2121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8" name="pt38378"/>
            <p:cNvSpPr/>
            <p:nvPr/>
          </p:nvSpPr>
          <p:spPr>
            <a:xfrm>
              <a:off x="7037659" y="22801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9" name="pt38379"/>
            <p:cNvSpPr/>
            <p:nvPr/>
          </p:nvSpPr>
          <p:spPr>
            <a:xfrm>
              <a:off x="7052866" y="22959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0" name="pt38380"/>
            <p:cNvSpPr/>
            <p:nvPr/>
          </p:nvSpPr>
          <p:spPr>
            <a:xfrm>
              <a:off x="7287460" y="2061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1" name="pt38381"/>
            <p:cNvSpPr/>
            <p:nvPr/>
          </p:nvSpPr>
          <p:spPr>
            <a:xfrm>
              <a:off x="6994721" y="1870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2" name="pt38382"/>
            <p:cNvSpPr/>
            <p:nvPr/>
          </p:nvSpPr>
          <p:spPr>
            <a:xfrm>
              <a:off x="7141702" y="219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3" name="pt38383"/>
            <p:cNvSpPr/>
            <p:nvPr/>
          </p:nvSpPr>
          <p:spPr>
            <a:xfrm>
              <a:off x="7144699" y="2156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4" name="pt38384"/>
            <p:cNvSpPr/>
            <p:nvPr/>
          </p:nvSpPr>
          <p:spPr>
            <a:xfrm>
              <a:off x="7244242" y="2295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5" name="pt38385"/>
            <p:cNvSpPr/>
            <p:nvPr/>
          </p:nvSpPr>
          <p:spPr>
            <a:xfrm>
              <a:off x="7195110" y="2055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6" name="pt38386"/>
            <p:cNvSpPr/>
            <p:nvPr/>
          </p:nvSpPr>
          <p:spPr>
            <a:xfrm>
              <a:off x="7205467" y="2236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7" name="pt38387"/>
            <p:cNvSpPr/>
            <p:nvPr/>
          </p:nvSpPr>
          <p:spPr>
            <a:xfrm>
              <a:off x="7258659" y="19308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8" name="pt38388"/>
            <p:cNvSpPr/>
            <p:nvPr/>
          </p:nvSpPr>
          <p:spPr>
            <a:xfrm>
              <a:off x="7344178" y="2224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9" name="pt38389"/>
            <p:cNvSpPr/>
            <p:nvPr/>
          </p:nvSpPr>
          <p:spPr>
            <a:xfrm>
              <a:off x="7219078" y="2197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0" name="pt38390"/>
            <p:cNvSpPr/>
            <p:nvPr/>
          </p:nvSpPr>
          <p:spPr>
            <a:xfrm>
              <a:off x="6923652" y="2154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1" name="pt38391"/>
            <p:cNvSpPr/>
            <p:nvPr/>
          </p:nvSpPr>
          <p:spPr>
            <a:xfrm>
              <a:off x="7067449" y="20866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2" name="pt38392"/>
            <p:cNvSpPr/>
            <p:nvPr/>
          </p:nvSpPr>
          <p:spPr>
            <a:xfrm>
              <a:off x="7105873" y="21274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3" name="pt38393"/>
            <p:cNvSpPr/>
            <p:nvPr/>
          </p:nvSpPr>
          <p:spPr>
            <a:xfrm>
              <a:off x="7147828" y="2255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4" name="pt38394"/>
            <p:cNvSpPr/>
            <p:nvPr/>
          </p:nvSpPr>
          <p:spPr>
            <a:xfrm>
              <a:off x="7140785" y="21805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5" name="pt38395"/>
            <p:cNvSpPr/>
            <p:nvPr/>
          </p:nvSpPr>
          <p:spPr>
            <a:xfrm>
              <a:off x="7171799" y="1918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6" name="pt38396"/>
            <p:cNvSpPr/>
            <p:nvPr/>
          </p:nvSpPr>
          <p:spPr>
            <a:xfrm>
              <a:off x="7253873" y="2014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7" name="pt38397"/>
            <p:cNvSpPr/>
            <p:nvPr/>
          </p:nvSpPr>
          <p:spPr>
            <a:xfrm>
              <a:off x="7127997" y="21710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8" name="pt38398"/>
            <p:cNvSpPr/>
            <p:nvPr/>
          </p:nvSpPr>
          <p:spPr>
            <a:xfrm>
              <a:off x="7307123" y="1868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9" name="pt38399"/>
            <p:cNvSpPr/>
            <p:nvPr/>
          </p:nvSpPr>
          <p:spPr>
            <a:xfrm>
              <a:off x="7329538" y="20011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0" name="pt38400"/>
            <p:cNvSpPr/>
            <p:nvPr/>
          </p:nvSpPr>
          <p:spPr>
            <a:xfrm>
              <a:off x="7005729" y="19636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1" name="pt38401"/>
            <p:cNvSpPr/>
            <p:nvPr/>
          </p:nvSpPr>
          <p:spPr>
            <a:xfrm>
              <a:off x="6979211" y="19821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2" name="pt38402"/>
            <p:cNvSpPr/>
            <p:nvPr/>
          </p:nvSpPr>
          <p:spPr>
            <a:xfrm>
              <a:off x="7064080" y="1548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3" name="pt38403"/>
            <p:cNvSpPr/>
            <p:nvPr/>
          </p:nvSpPr>
          <p:spPr>
            <a:xfrm>
              <a:off x="7137581" y="2159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4" name="pt38404"/>
            <p:cNvSpPr/>
            <p:nvPr/>
          </p:nvSpPr>
          <p:spPr>
            <a:xfrm>
              <a:off x="6887910" y="1831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5" name="pt38405"/>
            <p:cNvSpPr/>
            <p:nvPr/>
          </p:nvSpPr>
          <p:spPr>
            <a:xfrm>
              <a:off x="6792419" y="2631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6" name="pt38406"/>
            <p:cNvSpPr/>
            <p:nvPr/>
          </p:nvSpPr>
          <p:spPr>
            <a:xfrm>
              <a:off x="7169683" y="2005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7" name="pt38407"/>
            <p:cNvSpPr/>
            <p:nvPr/>
          </p:nvSpPr>
          <p:spPr>
            <a:xfrm>
              <a:off x="7148696" y="2325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8" name="pt38408"/>
            <p:cNvSpPr/>
            <p:nvPr/>
          </p:nvSpPr>
          <p:spPr>
            <a:xfrm>
              <a:off x="7126198" y="2206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9" name="pt38409"/>
            <p:cNvSpPr/>
            <p:nvPr/>
          </p:nvSpPr>
          <p:spPr>
            <a:xfrm>
              <a:off x="7148170" y="2355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0" name="pt38410"/>
            <p:cNvSpPr/>
            <p:nvPr/>
          </p:nvSpPr>
          <p:spPr>
            <a:xfrm>
              <a:off x="7020626" y="21915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1" name="pt38411"/>
            <p:cNvSpPr/>
            <p:nvPr/>
          </p:nvSpPr>
          <p:spPr>
            <a:xfrm>
              <a:off x="7140703" y="2120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2" name="pt38412"/>
            <p:cNvSpPr/>
            <p:nvPr/>
          </p:nvSpPr>
          <p:spPr>
            <a:xfrm>
              <a:off x="7050138" y="2409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3" name="pt38413"/>
            <p:cNvSpPr/>
            <p:nvPr/>
          </p:nvSpPr>
          <p:spPr>
            <a:xfrm>
              <a:off x="6703577" y="1917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4" name="pt38414"/>
            <p:cNvSpPr/>
            <p:nvPr/>
          </p:nvSpPr>
          <p:spPr>
            <a:xfrm>
              <a:off x="7039851" y="2177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5" name="pt38415"/>
            <p:cNvSpPr/>
            <p:nvPr/>
          </p:nvSpPr>
          <p:spPr>
            <a:xfrm>
              <a:off x="7126030" y="2014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6" name="pt38416"/>
            <p:cNvSpPr/>
            <p:nvPr/>
          </p:nvSpPr>
          <p:spPr>
            <a:xfrm>
              <a:off x="7347650" y="2131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7" name="pt38417"/>
            <p:cNvSpPr/>
            <p:nvPr/>
          </p:nvSpPr>
          <p:spPr>
            <a:xfrm>
              <a:off x="7256075" y="2110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8" name="pt38418"/>
            <p:cNvSpPr/>
            <p:nvPr/>
          </p:nvSpPr>
          <p:spPr>
            <a:xfrm>
              <a:off x="7151088" y="2285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9" name="pt38419"/>
            <p:cNvSpPr/>
            <p:nvPr/>
          </p:nvSpPr>
          <p:spPr>
            <a:xfrm>
              <a:off x="7183663" y="2083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0" name="pt38420"/>
            <p:cNvSpPr/>
            <p:nvPr/>
          </p:nvSpPr>
          <p:spPr>
            <a:xfrm>
              <a:off x="7097921" y="2256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1" name="pt38421"/>
            <p:cNvSpPr/>
            <p:nvPr/>
          </p:nvSpPr>
          <p:spPr>
            <a:xfrm>
              <a:off x="6826846" y="19162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2" name="pt38422"/>
            <p:cNvSpPr/>
            <p:nvPr/>
          </p:nvSpPr>
          <p:spPr>
            <a:xfrm>
              <a:off x="7125335" y="2197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3" name="pt38423"/>
            <p:cNvSpPr/>
            <p:nvPr/>
          </p:nvSpPr>
          <p:spPr>
            <a:xfrm>
              <a:off x="7200694" y="1972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4" name="pt38424"/>
            <p:cNvSpPr/>
            <p:nvPr/>
          </p:nvSpPr>
          <p:spPr>
            <a:xfrm>
              <a:off x="6720932" y="1874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5" name="pt38425"/>
            <p:cNvSpPr/>
            <p:nvPr/>
          </p:nvSpPr>
          <p:spPr>
            <a:xfrm>
              <a:off x="7095655" y="22342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6" name="pt38426"/>
            <p:cNvSpPr/>
            <p:nvPr/>
          </p:nvSpPr>
          <p:spPr>
            <a:xfrm>
              <a:off x="6936338" y="1937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7" name="pt38427"/>
            <p:cNvSpPr/>
            <p:nvPr/>
          </p:nvSpPr>
          <p:spPr>
            <a:xfrm>
              <a:off x="6806430" y="2294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8" name="pt38428"/>
            <p:cNvSpPr/>
            <p:nvPr/>
          </p:nvSpPr>
          <p:spPr>
            <a:xfrm>
              <a:off x="7151279" y="2254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9" name="pt38429"/>
            <p:cNvSpPr/>
            <p:nvPr/>
          </p:nvSpPr>
          <p:spPr>
            <a:xfrm>
              <a:off x="7079726" y="2220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0" name="pt38430"/>
            <p:cNvSpPr/>
            <p:nvPr/>
          </p:nvSpPr>
          <p:spPr>
            <a:xfrm>
              <a:off x="7067365" y="2017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1" name="pt38431"/>
            <p:cNvSpPr/>
            <p:nvPr/>
          </p:nvSpPr>
          <p:spPr>
            <a:xfrm>
              <a:off x="7110323" y="2138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2" name="pt38432"/>
            <p:cNvSpPr/>
            <p:nvPr/>
          </p:nvSpPr>
          <p:spPr>
            <a:xfrm>
              <a:off x="6920217" y="2168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3" name="pt38433"/>
            <p:cNvSpPr/>
            <p:nvPr/>
          </p:nvSpPr>
          <p:spPr>
            <a:xfrm>
              <a:off x="7156071" y="2298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4" name="pt38434"/>
            <p:cNvSpPr/>
            <p:nvPr/>
          </p:nvSpPr>
          <p:spPr>
            <a:xfrm>
              <a:off x="7201061" y="1971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5" name="pt38435"/>
            <p:cNvSpPr/>
            <p:nvPr/>
          </p:nvSpPr>
          <p:spPr>
            <a:xfrm>
              <a:off x="6969835" y="1907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6" name="pt38436"/>
            <p:cNvSpPr/>
            <p:nvPr/>
          </p:nvSpPr>
          <p:spPr>
            <a:xfrm>
              <a:off x="7083764" y="20017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7" name="pt38437"/>
            <p:cNvSpPr/>
            <p:nvPr/>
          </p:nvSpPr>
          <p:spPr>
            <a:xfrm>
              <a:off x="7085187" y="2094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8" name="pt38438"/>
            <p:cNvSpPr/>
            <p:nvPr/>
          </p:nvSpPr>
          <p:spPr>
            <a:xfrm>
              <a:off x="7160462" y="2060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9" name="pt38439"/>
            <p:cNvSpPr/>
            <p:nvPr/>
          </p:nvSpPr>
          <p:spPr>
            <a:xfrm>
              <a:off x="7151550" y="2402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0" name="pt38440"/>
            <p:cNvSpPr/>
            <p:nvPr/>
          </p:nvSpPr>
          <p:spPr>
            <a:xfrm>
              <a:off x="6795943" y="2568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1" name="pt38441"/>
            <p:cNvSpPr/>
            <p:nvPr/>
          </p:nvSpPr>
          <p:spPr>
            <a:xfrm>
              <a:off x="6979191" y="19685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2" name="pt38442"/>
            <p:cNvSpPr/>
            <p:nvPr/>
          </p:nvSpPr>
          <p:spPr>
            <a:xfrm>
              <a:off x="7002589" y="20732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3" name="pt38443"/>
            <p:cNvSpPr/>
            <p:nvPr/>
          </p:nvSpPr>
          <p:spPr>
            <a:xfrm>
              <a:off x="7008884" y="1917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4" name="pt38444"/>
            <p:cNvSpPr/>
            <p:nvPr/>
          </p:nvSpPr>
          <p:spPr>
            <a:xfrm>
              <a:off x="7256101" y="2076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5" name="pt38445"/>
            <p:cNvSpPr/>
            <p:nvPr/>
          </p:nvSpPr>
          <p:spPr>
            <a:xfrm>
              <a:off x="7261570" y="2142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6" name="pt38446"/>
            <p:cNvSpPr/>
            <p:nvPr/>
          </p:nvSpPr>
          <p:spPr>
            <a:xfrm>
              <a:off x="7267350" y="2129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7" name="pt38447"/>
            <p:cNvSpPr/>
            <p:nvPr/>
          </p:nvSpPr>
          <p:spPr>
            <a:xfrm>
              <a:off x="6901176" y="1967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8" name="pt38448"/>
            <p:cNvSpPr/>
            <p:nvPr/>
          </p:nvSpPr>
          <p:spPr>
            <a:xfrm>
              <a:off x="7039815" y="2212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9" name="pt38449"/>
            <p:cNvSpPr/>
            <p:nvPr/>
          </p:nvSpPr>
          <p:spPr>
            <a:xfrm>
              <a:off x="6751409" y="14923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0" name="pt38450"/>
            <p:cNvSpPr/>
            <p:nvPr/>
          </p:nvSpPr>
          <p:spPr>
            <a:xfrm>
              <a:off x="7266730" y="19583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1" name="pt38451"/>
            <p:cNvSpPr/>
            <p:nvPr/>
          </p:nvSpPr>
          <p:spPr>
            <a:xfrm>
              <a:off x="7236715" y="1980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2" name="pt38452"/>
            <p:cNvSpPr/>
            <p:nvPr/>
          </p:nvSpPr>
          <p:spPr>
            <a:xfrm>
              <a:off x="6923385" y="2122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3" name="pt38453"/>
            <p:cNvSpPr/>
            <p:nvPr/>
          </p:nvSpPr>
          <p:spPr>
            <a:xfrm>
              <a:off x="7342503" y="2097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4" name="pt38454"/>
            <p:cNvSpPr/>
            <p:nvPr/>
          </p:nvSpPr>
          <p:spPr>
            <a:xfrm>
              <a:off x="7166146" y="2109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5" name="pt38455"/>
            <p:cNvSpPr/>
            <p:nvPr/>
          </p:nvSpPr>
          <p:spPr>
            <a:xfrm>
              <a:off x="7277050" y="2052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6" name="pt38456"/>
            <p:cNvSpPr/>
            <p:nvPr/>
          </p:nvSpPr>
          <p:spPr>
            <a:xfrm>
              <a:off x="6921113" y="2255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7" name="pt38457"/>
            <p:cNvSpPr/>
            <p:nvPr/>
          </p:nvSpPr>
          <p:spPr>
            <a:xfrm>
              <a:off x="7146107" y="22203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8" name="pt38458"/>
            <p:cNvSpPr/>
            <p:nvPr/>
          </p:nvSpPr>
          <p:spPr>
            <a:xfrm>
              <a:off x="7177784" y="2093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9" name="pt38459"/>
            <p:cNvSpPr/>
            <p:nvPr/>
          </p:nvSpPr>
          <p:spPr>
            <a:xfrm>
              <a:off x="7120293" y="2055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0" name="pt38460"/>
            <p:cNvSpPr/>
            <p:nvPr/>
          </p:nvSpPr>
          <p:spPr>
            <a:xfrm>
              <a:off x="7311162" y="1985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1" name="pt38461"/>
            <p:cNvSpPr/>
            <p:nvPr/>
          </p:nvSpPr>
          <p:spPr>
            <a:xfrm>
              <a:off x="6872616" y="2236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2" name="pt38462"/>
            <p:cNvSpPr/>
            <p:nvPr/>
          </p:nvSpPr>
          <p:spPr>
            <a:xfrm>
              <a:off x="7285689" y="2051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3" name="pt38463"/>
            <p:cNvSpPr/>
            <p:nvPr/>
          </p:nvSpPr>
          <p:spPr>
            <a:xfrm>
              <a:off x="7074304" y="2220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4" name="pt38464"/>
            <p:cNvSpPr/>
            <p:nvPr/>
          </p:nvSpPr>
          <p:spPr>
            <a:xfrm>
              <a:off x="7060512" y="20948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5" name="pt38465"/>
            <p:cNvSpPr/>
            <p:nvPr/>
          </p:nvSpPr>
          <p:spPr>
            <a:xfrm>
              <a:off x="7307239" y="2022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6" name="pt38466"/>
            <p:cNvSpPr/>
            <p:nvPr/>
          </p:nvSpPr>
          <p:spPr>
            <a:xfrm>
              <a:off x="7030550" y="1939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7" name="pt38467"/>
            <p:cNvSpPr/>
            <p:nvPr/>
          </p:nvSpPr>
          <p:spPr>
            <a:xfrm>
              <a:off x="7118589" y="2152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8" name="pt38468"/>
            <p:cNvSpPr/>
            <p:nvPr/>
          </p:nvSpPr>
          <p:spPr>
            <a:xfrm>
              <a:off x="6757507" y="1957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9" name="pt38469"/>
            <p:cNvSpPr/>
            <p:nvPr/>
          </p:nvSpPr>
          <p:spPr>
            <a:xfrm>
              <a:off x="6720288" y="2148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0" name="pt38470"/>
            <p:cNvSpPr/>
            <p:nvPr/>
          </p:nvSpPr>
          <p:spPr>
            <a:xfrm>
              <a:off x="7111386" y="20296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1" name="pt38471"/>
            <p:cNvSpPr/>
            <p:nvPr/>
          </p:nvSpPr>
          <p:spPr>
            <a:xfrm>
              <a:off x="7083009" y="20501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2" name="pt38472"/>
            <p:cNvSpPr/>
            <p:nvPr/>
          </p:nvSpPr>
          <p:spPr>
            <a:xfrm>
              <a:off x="7140865" y="2064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3" name="pt38473"/>
            <p:cNvSpPr/>
            <p:nvPr/>
          </p:nvSpPr>
          <p:spPr>
            <a:xfrm>
              <a:off x="7232748" y="2266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4" name="pt38474"/>
            <p:cNvSpPr/>
            <p:nvPr/>
          </p:nvSpPr>
          <p:spPr>
            <a:xfrm>
              <a:off x="7249615" y="21996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5" name="pt38475"/>
            <p:cNvSpPr/>
            <p:nvPr/>
          </p:nvSpPr>
          <p:spPr>
            <a:xfrm>
              <a:off x="7334571" y="1885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6" name="pt38476"/>
            <p:cNvSpPr/>
            <p:nvPr/>
          </p:nvSpPr>
          <p:spPr>
            <a:xfrm>
              <a:off x="7350415" y="2174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7" name="pt38477"/>
            <p:cNvSpPr/>
            <p:nvPr/>
          </p:nvSpPr>
          <p:spPr>
            <a:xfrm>
              <a:off x="7308995" y="2126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8" name="pt38478"/>
            <p:cNvSpPr/>
            <p:nvPr/>
          </p:nvSpPr>
          <p:spPr>
            <a:xfrm>
              <a:off x="7171524" y="1942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9" name="pt38479"/>
            <p:cNvSpPr/>
            <p:nvPr/>
          </p:nvSpPr>
          <p:spPr>
            <a:xfrm>
              <a:off x="6899216" y="2011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0" name="pt38480"/>
            <p:cNvSpPr/>
            <p:nvPr/>
          </p:nvSpPr>
          <p:spPr>
            <a:xfrm>
              <a:off x="7053192" y="2266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1" name="pt38481"/>
            <p:cNvSpPr/>
            <p:nvPr/>
          </p:nvSpPr>
          <p:spPr>
            <a:xfrm>
              <a:off x="6848899" y="2140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2" name="pt38482"/>
            <p:cNvSpPr/>
            <p:nvPr/>
          </p:nvSpPr>
          <p:spPr>
            <a:xfrm>
              <a:off x="7029270" y="19618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3" name="pt38483"/>
            <p:cNvSpPr/>
            <p:nvPr/>
          </p:nvSpPr>
          <p:spPr>
            <a:xfrm>
              <a:off x="7339439" y="2208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4" name="pt38484"/>
            <p:cNvSpPr/>
            <p:nvPr/>
          </p:nvSpPr>
          <p:spPr>
            <a:xfrm>
              <a:off x="7034243" y="22014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5" name="pt38485"/>
            <p:cNvSpPr/>
            <p:nvPr/>
          </p:nvSpPr>
          <p:spPr>
            <a:xfrm>
              <a:off x="7244916" y="2262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6" name="pt38486"/>
            <p:cNvSpPr/>
            <p:nvPr/>
          </p:nvSpPr>
          <p:spPr>
            <a:xfrm>
              <a:off x="7273569" y="2007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7" name="pt38487"/>
            <p:cNvSpPr/>
            <p:nvPr/>
          </p:nvSpPr>
          <p:spPr>
            <a:xfrm>
              <a:off x="7222971" y="2039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8" name="pt38488"/>
            <p:cNvSpPr/>
            <p:nvPr/>
          </p:nvSpPr>
          <p:spPr>
            <a:xfrm>
              <a:off x="7211319" y="2226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9" name="pt38489"/>
            <p:cNvSpPr/>
            <p:nvPr/>
          </p:nvSpPr>
          <p:spPr>
            <a:xfrm>
              <a:off x="7258547" y="2151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0" name="pt38490"/>
            <p:cNvSpPr/>
            <p:nvPr/>
          </p:nvSpPr>
          <p:spPr>
            <a:xfrm>
              <a:off x="7196237" y="2044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1" name="pt38491"/>
            <p:cNvSpPr/>
            <p:nvPr/>
          </p:nvSpPr>
          <p:spPr>
            <a:xfrm>
              <a:off x="7292976" y="2034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2" name="pt38492"/>
            <p:cNvSpPr/>
            <p:nvPr/>
          </p:nvSpPr>
          <p:spPr>
            <a:xfrm>
              <a:off x="6986725" y="19667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3" name="pt38493"/>
            <p:cNvSpPr/>
            <p:nvPr/>
          </p:nvSpPr>
          <p:spPr>
            <a:xfrm>
              <a:off x="7501387" y="2281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4" name="pt38494"/>
            <p:cNvSpPr/>
            <p:nvPr/>
          </p:nvSpPr>
          <p:spPr>
            <a:xfrm>
              <a:off x="7200361" y="20307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5" name="pt38495"/>
            <p:cNvSpPr/>
            <p:nvPr/>
          </p:nvSpPr>
          <p:spPr>
            <a:xfrm>
              <a:off x="7256714" y="2009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6" name="pt38496"/>
            <p:cNvSpPr/>
            <p:nvPr/>
          </p:nvSpPr>
          <p:spPr>
            <a:xfrm>
              <a:off x="7178135" y="2034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7" name="pt38497"/>
            <p:cNvSpPr/>
            <p:nvPr/>
          </p:nvSpPr>
          <p:spPr>
            <a:xfrm>
              <a:off x="7406594" y="25267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8" name="pt38498"/>
            <p:cNvSpPr/>
            <p:nvPr/>
          </p:nvSpPr>
          <p:spPr>
            <a:xfrm>
              <a:off x="7422152" y="28373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9" name="pt38499"/>
            <p:cNvSpPr/>
            <p:nvPr/>
          </p:nvSpPr>
          <p:spPr>
            <a:xfrm>
              <a:off x="6802163" y="21356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0" name="pt38500"/>
            <p:cNvSpPr/>
            <p:nvPr/>
          </p:nvSpPr>
          <p:spPr>
            <a:xfrm>
              <a:off x="7231772" y="2207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1" name="pt38501"/>
            <p:cNvSpPr/>
            <p:nvPr/>
          </p:nvSpPr>
          <p:spPr>
            <a:xfrm>
              <a:off x="7029599" y="1770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2" name="pt38502"/>
            <p:cNvSpPr/>
            <p:nvPr/>
          </p:nvSpPr>
          <p:spPr>
            <a:xfrm>
              <a:off x="6988980" y="18601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3" name="pt38503"/>
            <p:cNvSpPr/>
            <p:nvPr/>
          </p:nvSpPr>
          <p:spPr>
            <a:xfrm>
              <a:off x="6974097" y="2027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4" name="pt38504"/>
            <p:cNvSpPr/>
            <p:nvPr/>
          </p:nvSpPr>
          <p:spPr>
            <a:xfrm>
              <a:off x="7011377" y="1830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5" name="pt38505"/>
            <p:cNvSpPr/>
            <p:nvPr/>
          </p:nvSpPr>
          <p:spPr>
            <a:xfrm>
              <a:off x="7360724" y="2139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6" name="pt38506"/>
            <p:cNvSpPr/>
            <p:nvPr/>
          </p:nvSpPr>
          <p:spPr>
            <a:xfrm>
              <a:off x="7292719" y="19643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7" name="pt38507"/>
            <p:cNvSpPr/>
            <p:nvPr/>
          </p:nvSpPr>
          <p:spPr>
            <a:xfrm>
              <a:off x="7255437" y="2114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8" name="pt38508"/>
            <p:cNvSpPr/>
            <p:nvPr/>
          </p:nvSpPr>
          <p:spPr>
            <a:xfrm>
              <a:off x="7287353" y="19418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9" name="pt38509"/>
            <p:cNvSpPr/>
            <p:nvPr/>
          </p:nvSpPr>
          <p:spPr>
            <a:xfrm>
              <a:off x="7172679" y="1995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0" name="pt38510"/>
            <p:cNvSpPr/>
            <p:nvPr/>
          </p:nvSpPr>
          <p:spPr>
            <a:xfrm>
              <a:off x="6939770" y="21479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1" name="pt38511"/>
            <p:cNvSpPr/>
            <p:nvPr/>
          </p:nvSpPr>
          <p:spPr>
            <a:xfrm>
              <a:off x="6932250" y="22379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2" name="pt38512"/>
            <p:cNvSpPr/>
            <p:nvPr/>
          </p:nvSpPr>
          <p:spPr>
            <a:xfrm>
              <a:off x="6988222" y="1875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3" name="pt38513"/>
            <p:cNvSpPr/>
            <p:nvPr/>
          </p:nvSpPr>
          <p:spPr>
            <a:xfrm>
              <a:off x="7303927" y="2157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4" name="pt38514"/>
            <p:cNvSpPr/>
            <p:nvPr/>
          </p:nvSpPr>
          <p:spPr>
            <a:xfrm>
              <a:off x="7145960" y="23003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5" name="pt38515"/>
            <p:cNvSpPr/>
            <p:nvPr/>
          </p:nvSpPr>
          <p:spPr>
            <a:xfrm>
              <a:off x="7061032" y="19941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6" name="pt38516"/>
            <p:cNvSpPr/>
            <p:nvPr/>
          </p:nvSpPr>
          <p:spPr>
            <a:xfrm>
              <a:off x="7098183" y="2174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7" name="pt38517"/>
            <p:cNvSpPr/>
            <p:nvPr/>
          </p:nvSpPr>
          <p:spPr>
            <a:xfrm>
              <a:off x="7194424" y="1862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8" name="pt38518"/>
            <p:cNvSpPr/>
            <p:nvPr/>
          </p:nvSpPr>
          <p:spPr>
            <a:xfrm>
              <a:off x="6970480" y="19059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9" name="pt38519"/>
            <p:cNvSpPr/>
            <p:nvPr/>
          </p:nvSpPr>
          <p:spPr>
            <a:xfrm>
              <a:off x="7375207" y="2053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0" name="pt38520"/>
            <p:cNvSpPr/>
            <p:nvPr/>
          </p:nvSpPr>
          <p:spPr>
            <a:xfrm>
              <a:off x="7334623" y="1986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1" name="pt38521"/>
            <p:cNvSpPr/>
            <p:nvPr/>
          </p:nvSpPr>
          <p:spPr>
            <a:xfrm>
              <a:off x="7241507" y="16505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2" name="pt38522"/>
            <p:cNvSpPr/>
            <p:nvPr/>
          </p:nvSpPr>
          <p:spPr>
            <a:xfrm>
              <a:off x="7100624" y="2225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3" name="pt38523"/>
            <p:cNvSpPr/>
            <p:nvPr/>
          </p:nvSpPr>
          <p:spPr>
            <a:xfrm>
              <a:off x="7193698" y="20205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4" name="pt38524"/>
            <p:cNvSpPr/>
            <p:nvPr/>
          </p:nvSpPr>
          <p:spPr>
            <a:xfrm>
              <a:off x="7137385" y="2117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5" name="pt38525"/>
            <p:cNvSpPr/>
            <p:nvPr/>
          </p:nvSpPr>
          <p:spPr>
            <a:xfrm>
              <a:off x="7343650" y="1879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6" name="pt38526"/>
            <p:cNvSpPr/>
            <p:nvPr/>
          </p:nvSpPr>
          <p:spPr>
            <a:xfrm>
              <a:off x="6914806" y="2268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7" name="pt38527"/>
            <p:cNvSpPr/>
            <p:nvPr/>
          </p:nvSpPr>
          <p:spPr>
            <a:xfrm>
              <a:off x="6920843" y="22101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8" name="pt38528"/>
            <p:cNvSpPr/>
            <p:nvPr/>
          </p:nvSpPr>
          <p:spPr>
            <a:xfrm>
              <a:off x="7441572" y="27217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9" name="pt38529"/>
            <p:cNvSpPr/>
            <p:nvPr/>
          </p:nvSpPr>
          <p:spPr>
            <a:xfrm>
              <a:off x="7143592" y="2161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0" name="pt38530"/>
            <p:cNvSpPr/>
            <p:nvPr/>
          </p:nvSpPr>
          <p:spPr>
            <a:xfrm>
              <a:off x="7388585" y="2040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1" name="pt38531"/>
            <p:cNvSpPr/>
            <p:nvPr/>
          </p:nvSpPr>
          <p:spPr>
            <a:xfrm>
              <a:off x="7273551" y="2038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2" name="pt38532"/>
            <p:cNvSpPr/>
            <p:nvPr/>
          </p:nvSpPr>
          <p:spPr>
            <a:xfrm>
              <a:off x="7137094" y="2285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3" name="pt38533"/>
            <p:cNvSpPr/>
            <p:nvPr/>
          </p:nvSpPr>
          <p:spPr>
            <a:xfrm>
              <a:off x="6997795" y="2072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4" name="pt38534"/>
            <p:cNvSpPr/>
            <p:nvPr/>
          </p:nvSpPr>
          <p:spPr>
            <a:xfrm>
              <a:off x="7061918" y="2004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5" name="pt38535"/>
            <p:cNvSpPr/>
            <p:nvPr/>
          </p:nvSpPr>
          <p:spPr>
            <a:xfrm>
              <a:off x="7258232" y="2031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6" name="pt38536"/>
            <p:cNvSpPr/>
            <p:nvPr/>
          </p:nvSpPr>
          <p:spPr>
            <a:xfrm>
              <a:off x="7444699" y="2761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7" name="pt38537"/>
            <p:cNvSpPr/>
            <p:nvPr/>
          </p:nvSpPr>
          <p:spPr>
            <a:xfrm>
              <a:off x="7038948" y="2131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8" name="pt38538"/>
            <p:cNvSpPr/>
            <p:nvPr/>
          </p:nvSpPr>
          <p:spPr>
            <a:xfrm>
              <a:off x="6872035" y="218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9" name="pt38539"/>
            <p:cNvSpPr/>
            <p:nvPr/>
          </p:nvSpPr>
          <p:spPr>
            <a:xfrm>
              <a:off x="7284756" y="2018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0" name="pt38540"/>
            <p:cNvSpPr/>
            <p:nvPr/>
          </p:nvSpPr>
          <p:spPr>
            <a:xfrm>
              <a:off x="7040902" y="23074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1" name="pt38541"/>
            <p:cNvSpPr/>
            <p:nvPr/>
          </p:nvSpPr>
          <p:spPr>
            <a:xfrm>
              <a:off x="7143910" y="2286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2" name="pt38542"/>
            <p:cNvSpPr/>
            <p:nvPr/>
          </p:nvSpPr>
          <p:spPr>
            <a:xfrm>
              <a:off x="7108204" y="21169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3" name="pt38543"/>
            <p:cNvSpPr/>
            <p:nvPr/>
          </p:nvSpPr>
          <p:spPr>
            <a:xfrm>
              <a:off x="7194991" y="2000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4" name="pt38544"/>
            <p:cNvSpPr/>
            <p:nvPr/>
          </p:nvSpPr>
          <p:spPr>
            <a:xfrm>
              <a:off x="7163662" y="21091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5" name="pt38545"/>
            <p:cNvSpPr/>
            <p:nvPr/>
          </p:nvSpPr>
          <p:spPr>
            <a:xfrm>
              <a:off x="6996310" y="21122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6" name="pt38546"/>
            <p:cNvSpPr/>
            <p:nvPr/>
          </p:nvSpPr>
          <p:spPr>
            <a:xfrm>
              <a:off x="6923001" y="21651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7" name="pt38547"/>
            <p:cNvSpPr/>
            <p:nvPr/>
          </p:nvSpPr>
          <p:spPr>
            <a:xfrm>
              <a:off x="7156523" y="2072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8" name="pt38548"/>
            <p:cNvSpPr/>
            <p:nvPr/>
          </p:nvSpPr>
          <p:spPr>
            <a:xfrm>
              <a:off x="7134586" y="2151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9" name="pt38549"/>
            <p:cNvSpPr/>
            <p:nvPr/>
          </p:nvSpPr>
          <p:spPr>
            <a:xfrm>
              <a:off x="6949974" y="19886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0" name="pt38550"/>
            <p:cNvSpPr/>
            <p:nvPr/>
          </p:nvSpPr>
          <p:spPr>
            <a:xfrm>
              <a:off x="7125914" y="22444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1" name="pt38551"/>
            <p:cNvSpPr/>
            <p:nvPr/>
          </p:nvSpPr>
          <p:spPr>
            <a:xfrm>
              <a:off x="6908606" y="2296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2" name="pt38552"/>
            <p:cNvSpPr/>
            <p:nvPr/>
          </p:nvSpPr>
          <p:spPr>
            <a:xfrm>
              <a:off x="6956051" y="2173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3" name="pt38553"/>
            <p:cNvSpPr/>
            <p:nvPr/>
          </p:nvSpPr>
          <p:spPr>
            <a:xfrm>
              <a:off x="7217643" y="2228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4" name="pt38554"/>
            <p:cNvSpPr/>
            <p:nvPr/>
          </p:nvSpPr>
          <p:spPr>
            <a:xfrm>
              <a:off x="7259313" y="2025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5" name="pt38555"/>
            <p:cNvSpPr/>
            <p:nvPr/>
          </p:nvSpPr>
          <p:spPr>
            <a:xfrm>
              <a:off x="7034873" y="2099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6" name="pt38556"/>
            <p:cNvSpPr/>
            <p:nvPr/>
          </p:nvSpPr>
          <p:spPr>
            <a:xfrm>
              <a:off x="7151693" y="2191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7" name="pt38557"/>
            <p:cNvSpPr/>
            <p:nvPr/>
          </p:nvSpPr>
          <p:spPr>
            <a:xfrm>
              <a:off x="7562845" y="19213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8" name="pt38558"/>
            <p:cNvSpPr/>
            <p:nvPr/>
          </p:nvSpPr>
          <p:spPr>
            <a:xfrm>
              <a:off x="6906220" y="2199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9" name="pt38559"/>
            <p:cNvSpPr/>
            <p:nvPr/>
          </p:nvSpPr>
          <p:spPr>
            <a:xfrm>
              <a:off x="7109711" y="1866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0" name="pt38560"/>
            <p:cNvSpPr/>
            <p:nvPr/>
          </p:nvSpPr>
          <p:spPr>
            <a:xfrm>
              <a:off x="6869422" y="2235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1" name="pt38561"/>
            <p:cNvSpPr/>
            <p:nvPr/>
          </p:nvSpPr>
          <p:spPr>
            <a:xfrm>
              <a:off x="6852319" y="2295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2" name="pt38562"/>
            <p:cNvSpPr/>
            <p:nvPr/>
          </p:nvSpPr>
          <p:spPr>
            <a:xfrm>
              <a:off x="7071159" y="2095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3" name="pt38563"/>
            <p:cNvSpPr/>
            <p:nvPr/>
          </p:nvSpPr>
          <p:spPr>
            <a:xfrm>
              <a:off x="7208413" y="2180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4" name="pt38564"/>
            <p:cNvSpPr/>
            <p:nvPr/>
          </p:nvSpPr>
          <p:spPr>
            <a:xfrm>
              <a:off x="7256503" y="1923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5" name="pt38565"/>
            <p:cNvSpPr/>
            <p:nvPr/>
          </p:nvSpPr>
          <p:spPr>
            <a:xfrm>
              <a:off x="6870693" y="2177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6" name="pt38566"/>
            <p:cNvSpPr/>
            <p:nvPr/>
          </p:nvSpPr>
          <p:spPr>
            <a:xfrm>
              <a:off x="7024800" y="1928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7" name="pt38567"/>
            <p:cNvSpPr/>
            <p:nvPr/>
          </p:nvSpPr>
          <p:spPr>
            <a:xfrm>
              <a:off x="7291973" y="1905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8" name="pt38568"/>
            <p:cNvSpPr/>
            <p:nvPr/>
          </p:nvSpPr>
          <p:spPr>
            <a:xfrm>
              <a:off x="7087727" y="2181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9" name="pt38569"/>
            <p:cNvSpPr/>
            <p:nvPr/>
          </p:nvSpPr>
          <p:spPr>
            <a:xfrm>
              <a:off x="7154856" y="2336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0" name="pt38570"/>
            <p:cNvSpPr/>
            <p:nvPr/>
          </p:nvSpPr>
          <p:spPr>
            <a:xfrm>
              <a:off x="7138263" y="21140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1" name="pt38571"/>
            <p:cNvSpPr/>
            <p:nvPr/>
          </p:nvSpPr>
          <p:spPr>
            <a:xfrm>
              <a:off x="7005952" y="2043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2" name="pt38572"/>
            <p:cNvSpPr/>
            <p:nvPr/>
          </p:nvSpPr>
          <p:spPr>
            <a:xfrm>
              <a:off x="7160663" y="2056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3" name="pt38573"/>
            <p:cNvSpPr/>
            <p:nvPr/>
          </p:nvSpPr>
          <p:spPr>
            <a:xfrm>
              <a:off x="6886650" y="2106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4" name="pt38574"/>
            <p:cNvSpPr/>
            <p:nvPr/>
          </p:nvSpPr>
          <p:spPr>
            <a:xfrm>
              <a:off x="7211906" y="23386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5" name="pt38575"/>
            <p:cNvSpPr/>
            <p:nvPr/>
          </p:nvSpPr>
          <p:spPr>
            <a:xfrm>
              <a:off x="7086202" y="21780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6" name="pt38576"/>
            <p:cNvSpPr/>
            <p:nvPr/>
          </p:nvSpPr>
          <p:spPr>
            <a:xfrm>
              <a:off x="7201587" y="2076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7" name="pt38577"/>
            <p:cNvSpPr/>
            <p:nvPr/>
          </p:nvSpPr>
          <p:spPr>
            <a:xfrm>
              <a:off x="7397559" y="2195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8" name="pt38578"/>
            <p:cNvSpPr/>
            <p:nvPr/>
          </p:nvSpPr>
          <p:spPr>
            <a:xfrm>
              <a:off x="7166723" y="2130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9" name="pt38579"/>
            <p:cNvSpPr/>
            <p:nvPr/>
          </p:nvSpPr>
          <p:spPr>
            <a:xfrm>
              <a:off x="6969187" y="1972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0" name="pt38580"/>
            <p:cNvSpPr/>
            <p:nvPr/>
          </p:nvSpPr>
          <p:spPr>
            <a:xfrm>
              <a:off x="7057331" y="2108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1" name="pt38581"/>
            <p:cNvSpPr/>
            <p:nvPr/>
          </p:nvSpPr>
          <p:spPr>
            <a:xfrm>
              <a:off x="7259474" y="2190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2" name="pt38582"/>
            <p:cNvSpPr/>
            <p:nvPr/>
          </p:nvSpPr>
          <p:spPr>
            <a:xfrm>
              <a:off x="7110625" y="2076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3" name="pt38583"/>
            <p:cNvSpPr/>
            <p:nvPr/>
          </p:nvSpPr>
          <p:spPr>
            <a:xfrm>
              <a:off x="7211003" y="2310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4" name="pt38584"/>
            <p:cNvSpPr/>
            <p:nvPr/>
          </p:nvSpPr>
          <p:spPr>
            <a:xfrm>
              <a:off x="6471336" y="16983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5" name="pt38585"/>
            <p:cNvSpPr/>
            <p:nvPr/>
          </p:nvSpPr>
          <p:spPr>
            <a:xfrm>
              <a:off x="7003924" y="1881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6" name="pt38586"/>
            <p:cNvSpPr/>
            <p:nvPr/>
          </p:nvSpPr>
          <p:spPr>
            <a:xfrm>
              <a:off x="6901888" y="18501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7" name="pt38587"/>
            <p:cNvSpPr/>
            <p:nvPr/>
          </p:nvSpPr>
          <p:spPr>
            <a:xfrm>
              <a:off x="7361047" y="2507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8" name="pt38588"/>
            <p:cNvSpPr/>
            <p:nvPr/>
          </p:nvSpPr>
          <p:spPr>
            <a:xfrm>
              <a:off x="7262762" y="2037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9" name="pt38589"/>
            <p:cNvSpPr/>
            <p:nvPr/>
          </p:nvSpPr>
          <p:spPr>
            <a:xfrm>
              <a:off x="7299013" y="2066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0" name="pt38590"/>
            <p:cNvSpPr/>
            <p:nvPr/>
          </p:nvSpPr>
          <p:spPr>
            <a:xfrm>
              <a:off x="7178394" y="2041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1" name="pt38591"/>
            <p:cNvSpPr/>
            <p:nvPr/>
          </p:nvSpPr>
          <p:spPr>
            <a:xfrm>
              <a:off x="6895913" y="1821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2" name="pt38592"/>
            <p:cNvSpPr/>
            <p:nvPr/>
          </p:nvSpPr>
          <p:spPr>
            <a:xfrm>
              <a:off x="7142902" y="2249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3" name="pt38593"/>
            <p:cNvSpPr/>
            <p:nvPr/>
          </p:nvSpPr>
          <p:spPr>
            <a:xfrm>
              <a:off x="7123611" y="2098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4" name="pt38594"/>
            <p:cNvSpPr/>
            <p:nvPr/>
          </p:nvSpPr>
          <p:spPr>
            <a:xfrm>
              <a:off x="7060081" y="2163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5" name="pt38595"/>
            <p:cNvSpPr/>
            <p:nvPr/>
          </p:nvSpPr>
          <p:spPr>
            <a:xfrm>
              <a:off x="7069561" y="2076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6" name="pt38596"/>
            <p:cNvSpPr/>
            <p:nvPr/>
          </p:nvSpPr>
          <p:spPr>
            <a:xfrm>
              <a:off x="7134725" y="2105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7" name="pt38597"/>
            <p:cNvSpPr/>
            <p:nvPr/>
          </p:nvSpPr>
          <p:spPr>
            <a:xfrm>
              <a:off x="7127292" y="2130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8" name="pt38598"/>
            <p:cNvSpPr/>
            <p:nvPr/>
          </p:nvSpPr>
          <p:spPr>
            <a:xfrm>
              <a:off x="7422674" y="2669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9" name="pt38599"/>
            <p:cNvSpPr/>
            <p:nvPr/>
          </p:nvSpPr>
          <p:spPr>
            <a:xfrm>
              <a:off x="7204349" y="2109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0" name="pt38600"/>
            <p:cNvSpPr/>
            <p:nvPr/>
          </p:nvSpPr>
          <p:spPr>
            <a:xfrm>
              <a:off x="7112424" y="2205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1" name="pt38601"/>
            <p:cNvSpPr/>
            <p:nvPr/>
          </p:nvSpPr>
          <p:spPr>
            <a:xfrm>
              <a:off x="7138797" y="2175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2" name="pt38602"/>
            <p:cNvSpPr/>
            <p:nvPr/>
          </p:nvSpPr>
          <p:spPr>
            <a:xfrm>
              <a:off x="6706154" y="2341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3" name="pt38603"/>
            <p:cNvSpPr/>
            <p:nvPr/>
          </p:nvSpPr>
          <p:spPr>
            <a:xfrm>
              <a:off x="7259856" y="2067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4" name="pt38604"/>
            <p:cNvSpPr/>
            <p:nvPr/>
          </p:nvSpPr>
          <p:spPr>
            <a:xfrm>
              <a:off x="7105470" y="2265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5" name="pt38605"/>
            <p:cNvSpPr/>
            <p:nvPr/>
          </p:nvSpPr>
          <p:spPr>
            <a:xfrm>
              <a:off x="7243565" y="21533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6" name="pt38606"/>
            <p:cNvSpPr/>
            <p:nvPr/>
          </p:nvSpPr>
          <p:spPr>
            <a:xfrm>
              <a:off x="6807431" y="2302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7" name="pt38607"/>
            <p:cNvSpPr/>
            <p:nvPr/>
          </p:nvSpPr>
          <p:spPr>
            <a:xfrm>
              <a:off x="6973688" y="2029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8" name="pt38608"/>
            <p:cNvSpPr/>
            <p:nvPr/>
          </p:nvSpPr>
          <p:spPr>
            <a:xfrm>
              <a:off x="7246425" y="2204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9" name="pt38609"/>
            <p:cNvSpPr/>
            <p:nvPr/>
          </p:nvSpPr>
          <p:spPr>
            <a:xfrm>
              <a:off x="7323120" y="1995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0" name="pt38610"/>
            <p:cNvSpPr/>
            <p:nvPr/>
          </p:nvSpPr>
          <p:spPr>
            <a:xfrm>
              <a:off x="7180879" y="21946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1" name="pt38611"/>
            <p:cNvSpPr/>
            <p:nvPr/>
          </p:nvSpPr>
          <p:spPr>
            <a:xfrm>
              <a:off x="7161806" y="2065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2" name="pt38612"/>
            <p:cNvSpPr/>
            <p:nvPr/>
          </p:nvSpPr>
          <p:spPr>
            <a:xfrm>
              <a:off x="7237053" y="2135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3" name="pt38613"/>
            <p:cNvSpPr/>
            <p:nvPr/>
          </p:nvSpPr>
          <p:spPr>
            <a:xfrm>
              <a:off x="7143488" y="2147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4" name="pt38614"/>
            <p:cNvSpPr/>
            <p:nvPr/>
          </p:nvSpPr>
          <p:spPr>
            <a:xfrm>
              <a:off x="7050386" y="2252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5" name="pt38615"/>
            <p:cNvSpPr/>
            <p:nvPr/>
          </p:nvSpPr>
          <p:spPr>
            <a:xfrm>
              <a:off x="7040663" y="2032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6" name="pt38616"/>
            <p:cNvSpPr/>
            <p:nvPr/>
          </p:nvSpPr>
          <p:spPr>
            <a:xfrm>
              <a:off x="7283847" y="2093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7" name="pt38617"/>
            <p:cNvSpPr/>
            <p:nvPr/>
          </p:nvSpPr>
          <p:spPr>
            <a:xfrm>
              <a:off x="7131742" y="2139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8" name="pt38618"/>
            <p:cNvSpPr/>
            <p:nvPr/>
          </p:nvSpPr>
          <p:spPr>
            <a:xfrm>
              <a:off x="7190553" y="2124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9" name="pt38619"/>
            <p:cNvSpPr/>
            <p:nvPr/>
          </p:nvSpPr>
          <p:spPr>
            <a:xfrm>
              <a:off x="7180832" y="2064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0" name="pt38620"/>
            <p:cNvSpPr/>
            <p:nvPr/>
          </p:nvSpPr>
          <p:spPr>
            <a:xfrm>
              <a:off x="7317426" y="1960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1" name="pt38621"/>
            <p:cNvSpPr/>
            <p:nvPr/>
          </p:nvSpPr>
          <p:spPr>
            <a:xfrm>
              <a:off x="7449019" y="25135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2" name="pt38622"/>
            <p:cNvSpPr/>
            <p:nvPr/>
          </p:nvSpPr>
          <p:spPr>
            <a:xfrm>
              <a:off x="6716299" y="2497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3" name="pt38623"/>
            <p:cNvSpPr/>
            <p:nvPr/>
          </p:nvSpPr>
          <p:spPr>
            <a:xfrm>
              <a:off x="7156780" y="2208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4" name="pt38624"/>
            <p:cNvSpPr/>
            <p:nvPr/>
          </p:nvSpPr>
          <p:spPr>
            <a:xfrm>
              <a:off x="7211383" y="2354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5" name="pt38625"/>
            <p:cNvSpPr/>
            <p:nvPr/>
          </p:nvSpPr>
          <p:spPr>
            <a:xfrm>
              <a:off x="7265072" y="1930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6" name="pt38626"/>
            <p:cNvSpPr/>
            <p:nvPr/>
          </p:nvSpPr>
          <p:spPr>
            <a:xfrm>
              <a:off x="7188769" y="21186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7" name="pt38627"/>
            <p:cNvSpPr/>
            <p:nvPr/>
          </p:nvSpPr>
          <p:spPr>
            <a:xfrm>
              <a:off x="6972345" y="1913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8" name="pt38628"/>
            <p:cNvSpPr/>
            <p:nvPr/>
          </p:nvSpPr>
          <p:spPr>
            <a:xfrm>
              <a:off x="7245576" y="2306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9" name="pt38629"/>
            <p:cNvSpPr/>
            <p:nvPr/>
          </p:nvSpPr>
          <p:spPr>
            <a:xfrm>
              <a:off x="7067100" y="2108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0" name="pt38630"/>
            <p:cNvSpPr/>
            <p:nvPr/>
          </p:nvSpPr>
          <p:spPr>
            <a:xfrm>
              <a:off x="6941613" y="1971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1" name="pt38631"/>
            <p:cNvSpPr/>
            <p:nvPr/>
          </p:nvSpPr>
          <p:spPr>
            <a:xfrm>
              <a:off x="7207199" y="2206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2" name="pt38632"/>
            <p:cNvSpPr/>
            <p:nvPr/>
          </p:nvSpPr>
          <p:spPr>
            <a:xfrm>
              <a:off x="7166539" y="2031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3" name="pt38633"/>
            <p:cNvSpPr/>
            <p:nvPr/>
          </p:nvSpPr>
          <p:spPr>
            <a:xfrm>
              <a:off x="7577246" y="2152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4" name="pt38634"/>
            <p:cNvSpPr/>
            <p:nvPr/>
          </p:nvSpPr>
          <p:spPr>
            <a:xfrm>
              <a:off x="7160947" y="2031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5" name="pt38635"/>
            <p:cNvSpPr/>
            <p:nvPr/>
          </p:nvSpPr>
          <p:spPr>
            <a:xfrm>
              <a:off x="6763640" y="24927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6" name="pt38636"/>
            <p:cNvSpPr/>
            <p:nvPr/>
          </p:nvSpPr>
          <p:spPr>
            <a:xfrm>
              <a:off x="6829553" y="22100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7" name="pt38637"/>
            <p:cNvSpPr/>
            <p:nvPr/>
          </p:nvSpPr>
          <p:spPr>
            <a:xfrm>
              <a:off x="7156573" y="2046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8" name="pt38638"/>
            <p:cNvSpPr/>
            <p:nvPr/>
          </p:nvSpPr>
          <p:spPr>
            <a:xfrm>
              <a:off x="7261059" y="20460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9" name="pt38639"/>
            <p:cNvSpPr/>
            <p:nvPr/>
          </p:nvSpPr>
          <p:spPr>
            <a:xfrm>
              <a:off x="7411716" y="26910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0" name="pt38640"/>
            <p:cNvSpPr/>
            <p:nvPr/>
          </p:nvSpPr>
          <p:spPr>
            <a:xfrm>
              <a:off x="7011571" y="1752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1" name="pt38641"/>
            <p:cNvSpPr/>
            <p:nvPr/>
          </p:nvSpPr>
          <p:spPr>
            <a:xfrm>
              <a:off x="7215522" y="2169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2" name="pt38642"/>
            <p:cNvSpPr/>
            <p:nvPr/>
          </p:nvSpPr>
          <p:spPr>
            <a:xfrm>
              <a:off x="6970474" y="1986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3" name="pt38643"/>
            <p:cNvSpPr/>
            <p:nvPr/>
          </p:nvSpPr>
          <p:spPr>
            <a:xfrm>
              <a:off x="7237654" y="1974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4" name="pt38644"/>
            <p:cNvSpPr/>
            <p:nvPr/>
          </p:nvSpPr>
          <p:spPr>
            <a:xfrm>
              <a:off x="6892298" y="19795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5" name="pt38645"/>
            <p:cNvSpPr/>
            <p:nvPr/>
          </p:nvSpPr>
          <p:spPr>
            <a:xfrm>
              <a:off x="6916549" y="22539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6" name="pt38646"/>
            <p:cNvSpPr/>
            <p:nvPr/>
          </p:nvSpPr>
          <p:spPr>
            <a:xfrm>
              <a:off x="7372949" y="2574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7" name="pt38647"/>
            <p:cNvSpPr/>
            <p:nvPr/>
          </p:nvSpPr>
          <p:spPr>
            <a:xfrm>
              <a:off x="7489624" y="24012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8" name="pt38648"/>
            <p:cNvSpPr/>
            <p:nvPr/>
          </p:nvSpPr>
          <p:spPr>
            <a:xfrm>
              <a:off x="6948913" y="1949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9" name="pt38649"/>
            <p:cNvSpPr/>
            <p:nvPr/>
          </p:nvSpPr>
          <p:spPr>
            <a:xfrm>
              <a:off x="7179661" y="2109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0" name="pt38650"/>
            <p:cNvSpPr/>
            <p:nvPr/>
          </p:nvSpPr>
          <p:spPr>
            <a:xfrm>
              <a:off x="6984761" y="20426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1" name="pt38651"/>
            <p:cNvSpPr/>
            <p:nvPr/>
          </p:nvSpPr>
          <p:spPr>
            <a:xfrm>
              <a:off x="7599014" y="2421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2" name="pt38652"/>
            <p:cNvSpPr/>
            <p:nvPr/>
          </p:nvSpPr>
          <p:spPr>
            <a:xfrm>
              <a:off x="7297416" y="1977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3" name="pt38653"/>
            <p:cNvSpPr/>
            <p:nvPr/>
          </p:nvSpPr>
          <p:spPr>
            <a:xfrm>
              <a:off x="7198487" y="19735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4" name="pt38654"/>
            <p:cNvSpPr/>
            <p:nvPr/>
          </p:nvSpPr>
          <p:spPr>
            <a:xfrm>
              <a:off x="7059970" y="2052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5" name="pt38655"/>
            <p:cNvSpPr/>
            <p:nvPr/>
          </p:nvSpPr>
          <p:spPr>
            <a:xfrm>
              <a:off x="7384398" y="228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6" name="pt38656"/>
            <p:cNvSpPr/>
            <p:nvPr/>
          </p:nvSpPr>
          <p:spPr>
            <a:xfrm>
              <a:off x="7131832" y="21000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7" name="pt38657"/>
            <p:cNvSpPr/>
            <p:nvPr/>
          </p:nvSpPr>
          <p:spPr>
            <a:xfrm>
              <a:off x="7072559" y="22558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8" name="pt38658"/>
            <p:cNvSpPr/>
            <p:nvPr/>
          </p:nvSpPr>
          <p:spPr>
            <a:xfrm>
              <a:off x="7409500" y="2446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9" name="pt38659"/>
            <p:cNvSpPr/>
            <p:nvPr/>
          </p:nvSpPr>
          <p:spPr>
            <a:xfrm>
              <a:off x="7329214" y="2070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0" name="pt38660"/>
            <p:cNvSpPr/>
            <p:nvPr/>
          </p:nvSpPr>
          <p:spPr>
            <a:xfrm>
              <a:off x="7221997" y="19946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1" name="pt38661"/>
            <p:cNvSpPr/>
            <p:nvPr/>
          </p:nvSpPr>
          <p:spPr>
            <a:xfrm>
              <a:off x="7275477" y="2199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2" name="pt38662"/>
            <p:cNvSpPr/>
            <p:nvPr/>
          </p:nvSpPr>
          <p:spPr>
            <a:xfrm>
              <a:off x="7151233" y="2298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3" name="pt38663"/>
            <p:cNvSpPr/>
            <p:nvPr/>
          </p:nvSpPr>
          <p:spPr>
            <a:xfrm>
              <a:off x="7253674" y="19981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4" name="pt38664"/>
            <p:cNvSpPr/>
            <p:nvPr/>
          </p:nvSpPr>
          <p:spPr>
            <a:xfrm>
              <a:off x="6901500" y="1855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5" name="pt38665"/>
            <p:cNvSpPr/>
            <p:nvPr/>
          </p:nvSpPr>
          <p:spPr>
            <a:xfrm>
              <a:off x="7030056" y="17755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6" name="pt38666"/>
            <p:cNvSpPr/>
            <p:nvPr/>
          </p:nvSpPr>
          <p:spPr>
            <a:xfrm>
              <a:off x="7037889" y="2195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7" name="pt38667"/>
            <p:cNvSpPr/>
            <p:nvPr/>
          </p:nvSpPr>
          <p:spPr>
            <a:xfrm>
              <a:off x="7085547" y="21105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8" name="pt38668"/>
            <p:cNvSpPr/>
            <p:nvPr/>
          </p:nvSpPr>
          <p:spPr>
            <a:xfrm>
              <a:off x="7163138" y="2073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9" name="pt38669"/>
            <p:cNvSpPr/>
            <p:nvPr/>
          </p:nvSpPr>
          <p:spPr>
            <a:xfrm>
              <a:off x="7183890" y="21754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0" name="pt38670"/>
            <p:cNvSpPr/>
            <p:nvPr/>
          </p:nvSpPr>
          <p:spPr>
            <a:xfrm>
              <a:off x="7196848" y="2070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1" name="pt38671"/>
            <p:cNvSpPr/>
            <p:nvPr/>
          </p:nvSpPr>
          <p:spPr>
            <a:xfrm>
              <a:off x="7019558" y="1911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2" name="pt38672"/>
            <p:cNvSpPr/>
            <p:nvPr/>
          </p:nvSpPr>
          <p:spPr>
            <a:xfrm>
              <a:off x="7163786" y="2081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3" name="pt38673"/>
            <p:cNvSpPr/>
            <p:nvPr/>
          </p:nvSpPr>
          <p:spPr>
            <a:xfrm>
              <a:off x="7077074" y="2118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4" name="pt38674"/>
            <p:cNvSpPr/>
            <p:nvPr/>
          </p:nvSpPr>
          <p:spPr>
            <a:xfrm>
              <a:off x="7254886" y="19526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5" name="pt38675"/>
            <p:cNvSpPr/>
            <p:nvPr/>
          </p:nvSpPr>
          <p:spPr>
            <a:xfrm>
              <a:off x="7191037" y="2051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6" name="pt38676"/>
            <p:cNvSpPr/>
            <p:nvPr/>
          </p:nvSpPr>
          <p:spPr>
            <a:xfrm>
              <a:off x="7127352" y="2186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7" name="pt38677"/>
            <p:cNvSpPr/>
            <p:nvPr/>
          </p:nvSpPr>
          <p:spPr>
            <a:xfrm>
              <a:off x="7109503" y="21226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8" name="pt38678"/>
            <p:cNvSpPr/>
            <p:nvPr/>
          </p:nvSpPr>
          <p:spPr>
            <a:xfrm>
              <a:off x="7119807" y="2162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9" name="pt38679"/>
            <p:cNvSpPr/>
            <p:nvPr/>
          </p:nvSpPr>
          <p:spPr>
            <a:xfrm>
              <a:off x="7149142" y="2327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0" name="pt38680"/>
            <p:cNvSpPr/>
            <p:nvPr/>
          </p:nvSpPr>
          <p:spPr>
            <a:xfrm>
              <a:off x="6838091" y="2092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1" name="pt38681"/>
            <p:cNvSpPr/>
            <p:nvPr/>
          </p:nvSpPr>
          <p:spPr>
            <a:xfrm>
              <a:off x="7151702" y="22525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2" name="pt38682"/>
            <p:cNvSpPr/>
            <p:nvPr/>
          </p:nvSpPr>
          <p:spPr>
            <a:xfrm>
              <a:off x="6868158" y="2213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3" name="pt38683"/>
            <p:cNvSpPr/>
            <p:nvPr/>
          </p:nvSpPr>
          <p:spPr>
            <a:xfrm>
              <a:off x="7133671" y="2071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4" name="pt38684"/>
            <p:cNvSpPr/>
            <p:nvPr/>
          </p:nvSpPr>
          <p:spPr>
            <a:xfrm>
              <a:off x="7413941" y="2554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5" name="pt38685"/>
            <p:cNvSpPr/>
            <p:nvPr/>
          </p:nvSpPr>
          <p:spPr>
            <a:xfrm>
              <a:off x="7038694" y="2165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6" name="pt38686"/>
            <p:cNvSpPr/>
            <p:nvPr/>
          </p:nvSpPr>
          <p:spPr>
            <a:xfrm>
              <a:off x="7236930" y="19534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7" name="pt38687"/>
            <p:cNvSpPr/>
            <p:nvPr/>
          </p:nvSpPr>
          <p:spPr>
            <a:xfrm>
              <a:off x="7166412" y="2095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8" name="pt38688"/>
            <p:cNvSpPr/>
            <p:nvPr/>
          </p:nvSpPr>
          <p:spPr>
            <a:xfrm>
              <a:off x="7144653" y="22046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9" name="pt38689"/>
            <p:cNvSpPr/>
            <p:nvPr/>
          </p:nvSpPr>
          <p:spPr>
            <a:xfrm>
              <a:off x="7034670" y="2117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0" name="pt38690"/>
            <p:cNvSpPr/>
            <p:nvPr/>
          </p:nvSpPr>
          <p:spPr>
            <a:xfrm>
              <a:off x="7151429" y="2326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1" name="pt38691"/>
            <p:cNvSpPr/>
            <p:nvPr/>
          </p:nvSpPr>
          <p:spPr>
            <a:xfrm>
              <a:off x="6919059" y="2084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2" name="pt38692"/>
            <p:cNvSpPr/>
            <p:nvPr/>
          </p:nvSpPr>
          <p:spPr>
            <a:xfrm>
              <a:off x="7287859" y="1974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3" name="pt38693"/>
            <p:cNvSpPr/>
            <p:nvPr/>
          </p:nvSpPr>
          <p:spPr>
            <a:xfrm>
              <a:off x="7031836" y="2020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4" name="pt38694"/>
            <p:cNvSpPr/>
            <p:nvPr/>
          </p:nvSpPr>
          <p:spPr>
            <a:xfrm>
              <a:off x="7026563" y="1729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5" name="pt38695"/>
            <p:cNvSpPr/>
            <p:nvPr/>
          </p:nvSpPr>
          <p:spPr>
            <a:xfrm>
              <a:off x="7010830" y="17987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6" name="pt38696"/>
            <p:cNvSpPr/>
            <p:nvPr/>
          </p:nvSpPr>
          <p:spPr>
            <a:xfrm>
              <a:off x="7119882" y="21124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7" name="pt38697"/>
            <p:cNvSpPr/>
            <p:nvPr/>
          </p:nvSpPr>
          <p:spPr>
            <a:xfrm>
              <a:off x="6868292" y="20881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8" name="pt38698"/>
            <p:cNvSpPr/>
            <p:nvPr/>
          </p:nvSpPr>
          <p:spPr>
            <a:xfrm>
              <a:off x="7170872" y="19580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9" name="pt38699"/>
            <p:cNvSpPr/>
            <p:nvPr/>
          </p:nvSpPr>
          <p:spPr>
            <a:xfrm>
              <a:off x="6797153" y="2331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0" name="pt38700"/>
            <p:cNvSpPr/>
            <p:nvPr/>
          </p:nvSpPr>
          <p:spPr>
            <a:xfrm>
              <a:off x="7216008" y="22324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1" name="pt38701"/>
            <p:cNvSpPr/>
            <p:nvPr/>
          </p:nvSpPr>
          <p:spPr>
            <a:xfrm>
              <a:off x="6849209" y="2342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2" name="pt38702"/>
            <p:cNvSpPr/>
            <p:nvPr/>
          </p:nvSpPr>
          <p:spPr>
            <a:xfrm>
              <a:off x="7137245" y="2221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3" name="pt38703"/>
            <p:cNvSpPr/>
            <p:nvPr/>
          </p:nvSpPr>
          <p:spPr>
            <a:xfrm>
              <a:off x="7050769" y="2439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4" name="pt38704"/>
            <p:cNvSpPr/>
            <p:nvPr/>
          </p:nvSpPr>
          <p:spPr>
            <a:xfrm>
              <a:off x="7145599" y="22332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5" name="pt38705"/>
            <p:cNvSpPr/>
            <p:nvPr/>
          </p:nvSpPr>
          <p:spPr>
            <a:xfrm>
              <a:off x="7098579" y="2145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6" name="pt38706"/>
            <p:cNvSpPr/>
            <p:nvPr/>
          </p:nvSpPr>
          <p:spPr>
            <a:xfrm>
              <a:off x="7006563" y="19197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7" name="pt38707"/>
            <p:cNvSpPr/>
            <p:nvPr/>
          </p:nvSpPr>
          <p:spPr>
            <a:xfrm>
              <a:off x="6649867" y="1480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8" name="pt38708"/>
            <p:cNvSpPr/>
            <p:nvPr/>
          </p:nvSpPr>
          <p:spPr>
            <a:xfrm>
              <a:off x="7215179" y="2073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9" name="pt38709"/>
            <p:cNvSpPr/>
            <p:nvPr/>
          </p:nvSpPr>
          <p:spPr>
            <a:xfrm>
              <a:off x="6804819" y="2179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0" name="pt38710"/>
            <p:cNvSpPr/>
            <p:nvPr/>
          </p:nvSpPr>
          <p:spPr>
            <a:xfrm>
              <a:off x="7234097" y="2166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1" name="pt38711"/>
            <p:cNvSpPr/>
            <p:nvPr/>
          </p:nvSpPr>
          <p:spPr>
            <a:xfrm>
              <a:off x="7127503" y="2125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2" name="pt38712"/>
            <p:cNvSpPr/>
            <p:nvPr/>
          </p:nvSpPr>
          <p:spPr>
            <a:xfrm>
              <a:off x="7088182" y="2265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3" name="pt38713"/>
            <p:cNvSpPr/>
            <p:nvPr/>
          </p:nvSpPr>
          <p:spPr>
            <a:xfrm>
              <a:off x="7277776" y="1931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4" name="pt38714"/>
            <p:cNvSpPr/>
            <p:nvPr/>
          </p:nvSpPr>
          <p:spPr>
            <a:xfrm>
              <a:off x="7266082" y="2186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5" name="pt38715"/>
            <p:cNvSpPr/>
            <p:nvPr/>
          </p:nvSpPr>
          <p:spPr>
            <a:xfrm>
              <a:off x="7024566" y="1866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6" name="pt38716"/>
            <p:cNvSpPr/>
            <p:nvPr/>
          </p:nvSpPr>
          <p:spPr>
            <a:xfrm>
              <a:off x="6997195" y="20214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7" name="pt38717"/>
            <p:cNvSpPr/>
            <p:nvPr/>
          </p:nvSpPr>
          <p:spPr>
            <a:xfrm>
              <a:off x="7206104" y="22092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8" name="pt38718"/>
            <p:cNvSpPr/>
            <p:nvPr/>
          </p:nvSpPr>
          <p:spPr>
            <a:xfrm>
              <a:off x="7108590" y="2212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9" name="pt38719"/>
            <p:cNvSpPr/>
            <p:nvPr/>
          </p:nvSpPr>
          <p:spPr>
            <a:xfrm>
              <a:off x="7316359" y="1934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0" name="pt38720"/>
            <p:cNvSpPr/>
            <p:nvPr/>
          </p:nvSpPr>
          <p:spPr>
            <a:xfrm>
              <a:off x="7107585" y="21578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1" name="pt38721"/>
            <p:cNvSpPr/>
            <p:nvPr/>
          </p:nvSpPr>
          <p:spPr>
            <a:xfrm>
              <a:off x="7169652" y="1939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2" name="pt38722"/>
            <p:cNvSpPr/>
            <p:nvPr/>
          </p:nvSpPr>
          <p:spPr>
            <a:xfrm>
              <a:off x="7025735" y="1914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3" name="pt38723"/>
            <p:cNvSpPr/>
            <p:nvPr/>
          </p:nvSpPr>
          <p:spPr>
            <a:xfrm>
              <a:off x="7158578" y="2163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4" name="pt38724"/>
            <p:cNvSpPr/>
            <p:nvPr/>
          </p:nvSpPr>
          <p:spPr>
            <a:xfrm>
              <a:off x="6866206" y="2133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5" name="pt38725"/>
            <p:cNvSpPr/>
            <p:nvPr/>
          </p:nvSpPr>
          <p:spPr>
            <a:xfrm>
              <a:off x="7223977" y="2192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6" name="pt38726"/>
            <p:cNvSpPr/>
            <p:nvPr/>
          </p:nvSpPr>
          <p:spPr>
            <a:xfrm>
              <a:off x="7205727" y="20621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7" name="pt38727"/>
            <p:cNvSpPr/>
            <p:nvPr/>
          </p:nvSpPr>
          <p:spPr>
            <a:xfrm>
              <a:off x="7188772" y="20118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8" name="pt38728"/>
            <p:cNvSpPr/>
            <p:nvPr/>
          </p:nvSpPr>
          <p:spPr>
            <a:xfrm>
              <a:off x="7348090" y="2153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9" name="pt38729"/>
            <p:cNvSpPr/>
            <p:nvPr/>
          </p:nvSpPr>
          <p:spPr>
            <a:xfrm>
              <a:off x="7231290" y="2186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0" name="pt38730"/>
            <p:cNvSpPr/>
            <p:nvPr/>
          </p:nvSpPr>
          <p:spPr>
            <a:xfrm>
              <a:off x="7037113" y="22289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1" name="pt38731"/>
            <p:cNvSpPr/>
            <p:nvPr/>
          </p:nvSpPr>
          <p:spPr>
            <a:xfrm>
              <a:off x="7354518" y="2130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2" name="pt38732"/>
            <p:cNvSpPr/>
            <p:nvPr/>
          </p:nvSpPr>
          <p:spPr>
            <a:xfrm>
              <a:off x="7395558" y="2034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3" name="pt38733"/>
            <p:cNvSpPr/>
            <p:nvPr/>
          </p:nvSpPr>
          <p:spPr>
            <a:xfrm>
              <a:off x="7292175" y="193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4" name="pt38734"/>
            <p:cNvSpPr/>
            <p:nvPr/>
          </p:nvSpPr>
          <p:spPr>
            <a:xfrm>
              <a:off x="7002706" y="1952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5" name="pt38735"/>
            <p:cNvSpPr/>
            <p:nvPr/>
          </p:nvSpPr>
          <p:spPr>
            <a:xfrm>
              <a:off x="7266074" y="2012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6" name="pt38736"/>
            <p:cNvSpPr/>
            <p:nvPr/>
          </p:nvSpPr>
          <p:spPr>
            <a:xfrm>
              <a:off x="6838925" y="2125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7" name="pt38737"/>
            <p:cNvSpPr/>
            <p:nvPr/>
          </p:nvSpPr>
          <p:spPr>
            <a:xfrm>
              <a:off x="7191136" y="2064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8" name="pt38738"/>
            <p:cNvSpPr/>
            <p:nvPr/>
          </p:nvSpPr>
          <p:spPr>
            <a:xfrm>
              <a:off x="7317137" y="19509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9" name="pt38739"/>
            <p:cNvSpPr/>
            <p:nvPr/>
          </p:nvSpPr>
          <p:spPr>
            <a:xfrm>
              <a:off x="7382078" y="22332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0" name="pt38740"/>
            <p:cNvSpPr/>
            <p:nvPr/>
          </p:nvSpPr>
          <p:spPr>
            <a:xfrm>
              <a:off x="7172012" y="2052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1" name="pt38741"/>
            <p:cNvSpPr/>
            <p:nvPr/>
          </p:nvSpPr>
          <p:spPr>
            <a:xfrm>
              <a:off x="7041254" y="2009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2" name="pt38742"/>
            <p:cNvSpPr/>
            <p:nvPr/>
          </p:nvSpPr>
          <p:spPr>
            <a:xfrm>
              <a:off x="7116803" y="21455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3" name="pt38743"/>
            <p:cNvSpPr/>
            <p:nvPr/>
          </p:nvSpPr>
          <p:spPr>
            <a:xfrm>
              <a:off x="6940032" y="2117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4" name="pt38744"/>
            <p:cNvSpPr/>
            <p:nvPr/>
          </p:nvSpPr>
          <p:spPr>
            <a:xfrm>
              <a:off x="6750681" y="2261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5" name="pt38745"/>
            <p:cNvSpPr/>
            <p:nvPr/>
          </p:nvSpPr>
          <p:spPr>
            <a:xfrm>
              <a:off x="7248730" y="21205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6" name="pt38746"/>
            <p:cNvSpPr/>
            <p:nvPr/>
          </p:nvSpPr>
          <p:spPr>
            <a:xfrm>
              <a:off x="6996081" y="2092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7" name="pt38747"/>
            <p:cNvSpPr/>
            <p:nvPr/>
          </p:nvSpPr>
          <p:spPr>
            <a:xfrm>
              <a:off x="7199038" y="19963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8" name="pt38748"/>
            <p:cNvSpPr/>
            <p:nvPr/>
          </p:nvSpPr>
          <p:spPr>
            <a:xfrm>
              <a:off x="7249166" y="21849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9" name="pt38749"/>
            <p:cNvSpPr/>
            <p:nvPr/>
          </p:nvSpPr>
          <p:spPr>
            <a:xfrm>
              <a:off x="6955438" y="2208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0" name="pt38750"/>
            <p:cNvSpPr/>
            <p:nvPr/>
          </p:nvSpPr>
          <p:spPr>
            <a:xfrm>
              <a:off x="7075004" y="2288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1" name="pt38751"/>
            <p:cNvSpPr/>
            <p:nvPr/>
          </p:nvSpPr>
          <p:spPr>
            <a:xfrm>
              <a:off x="7395617" y="1927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2" name="pt38752"/>
            <p:cNvSpPr/>
            <p:nvPr/>
          </p:nvSpPr>
          <p:spPr>
            <a:xfrm>
              <a:off x="7071249" y="2202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3" name="pt38753"/>
            <p:cNvSpPr/>
            <p:nvPr/>
          </p:nvSpPr>
          <p:spPr>
            <a:xfrm>
              <a:off x="7652563" y="2391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4" name="pt38754"/>
            <p:cNvSpPr/>
            <p:nvPr/>
          </p:nvSpPr>
          <p:spPr>
            <a:xfrm>
              <a:off x="6824971" y="1861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5" name="pt38755"/>
            <p:cNvSpPr/>
            <p:nvPr/>
          </p:nvSpPr>
          <p:spPr>
            <a:xfrm>
              <a:off x="6992450" y="20470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6" name="pt38756"/>
            <p:cNvSpPr/>
            <p:nvPr/>
          </p:nvSpPr>
          <p:spPr>
            <a:xfrm>
              <a:off x="7184759" y="215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7" name="pt38757"/>
            <p:cNvSpPr/>
            <p:nvPr/>
          </p:nvSpPr>
          <p:spPr>
            <a:xfrm>
              <a:off x="7556688" y="2294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8" name="pt38758"/>
            <p:cNvSpPr/>
            <p:nvPr/>
          </p:nvSpPr>
          <p:spPr>
            <a:xfrm>
              <a:off x="7016265" y="20894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9" name="pt38759"/>
            <p:cNvSpPr/>
            <p:nvPr/>
          </p:nvSpPr>
          <p:spPr>
            <a:xfrm>
              <a:off x="7001785" y="1940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0" name="pt38760"/>
            <p:cNvSpPr/>
            <p:nvPr/>
          </p:nvSpPr>
          <p:spPr>
            <a:xfrm>
              <a:off x="7145763" y="2227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1" name="pt38761"/>
            <p:cNvSpPr/>
            <p:nvPr/>
          </p:nvSpPr>
          <p:spPr>
            <a:xfrm>
              <a:off x="7281640" y="20836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2" name="pt38762"/>
            <p:cNvSpPr/>
            <p:nvPr/>
          </p:nvSpPr>
          <p:spPr>
            <a:xfrm>
              <a:off x="6891510" y="18902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3" name="pt38763"/>
            <p:cNvSpPr/>
            <p:nvPr/>
          </p:nvSpPr>
          <p:spPr>
            <a:xfrm>
              <a:off x="7247133" y="2267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4" name="pt38764"/>
            <p:cNvSpPr/>
            <p:nvPr/>
          </p:nvSpPr>
          <p:spPr>
            <a:xfrm>
              <a:off x="7078659" y="21105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5" name="pt38765"/>
            <p:cNvSpPr/>
            <p:nvPr/>
          </p:nvSpPr>
          <p:spPr>
            <a:xfrm>
              <a:off x="7181814" y="2117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6" name="pt38766"/>
            <p:cNvSpPr/>
            <p:nvPr/>
          </p:nvSpPr>
          <p:spPr>
            <a:xfrm>
              <a:off x="7563636" y="2274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7" name="pt38767"/>
            <p:cNvSpPr/>
            <p:nvPr/>
          </p:nvSpPr>
          <p:spPr>
            <a:xfrm>
              <a:off x="7173701" y="19954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8" name="pt38768"/>
            <p:cNvSpPr/>
            <p:nvPr/>
          </p:nvSpPr>
          <p:spPr>
            <a:xfrm>
              <a:off x="7285362" y="19512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9" name="pt38769"/>
            <p:cNvSpPr/>
            <p:nvPr/>
          </p:nvSpPr>
          <p:spPr>
            <a:xfrm>
              <a:off x="7243282" y="2299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0" name="pt38770"/>
            <p:cNvSpPr/>
            <p:nvPr/>
          </p:nvSpPr>
          <p:spPr>
            <a:xfrm>
              <a:off x="7206393" y="2132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1" name="pt38771"/>
            <p:cNvSpPr/>
            <p:nvPr/>
          </p:nvSpPr>
          <p:spPr>
            <a:xfrm>
              <a:off x="7113197" y="21145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2" name="pt38772"/>
            <p:cNvSpPr/>
            <p:nvPr/>
          </p:nvSpPr>
          <p:spPr>
            <a:xfrm>
              <a:off x="6964913" y="2048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3" name="pt38773"/>
            <p:cNvSpPr/>
            <p:nvPr/>
          </p:nvSpPr>
          <p:spPr>
            <a:xfrm>
              <a:off x="6915504" y="22799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4" name="pt38774"/>
            <p:cNvSpPr/>
            <p:nvPr/>
          </p:nvSpPr>
          <p:spPr>
            <a:xfrm>
              <a:off x="7408066" y="2554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5" name="pt38775"/>
            <p:cNvSpPr/>
            <p:nvPr/>
          </p:nvSpPr>
          <p:spPr>
            <a:xfrm>
              <a:off x="6943193" y="2130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6" name="pt38776"/>
            <p:cNvSpPr/>
            <p:nvPr/>
          </p:nvSpPr>
          <p:spPr>
            <a:xfrm>
              <a:off x="7410198" y="2677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7" name="pt38777"/>
            <p:cNvSpPr/>
            <p:nvPr/>
          </p:nvSpPr>
          <p:spPr>
            <a:xfrm>
              <a:off x="7156283" y="2324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8" name="pt38778"/>
            <p:cNvSpPr/>
            <p:nvPr/>
          </p:nvSpPr>
          <p:spPr>
            <a:xfrm>
              <a:off x="7454281" y="2397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9" name="pt38779"/>
            <p:cNvSpPr/>
            <p:nvPr/>
          </p:nvSpPr>
          <p:spPr>
            <a:xfrm>
              <a:off x="6965773" y="2042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0" name="pt38780"/>
            <p:cNvSpPr/>
            <p:nvPr/>
          </p:nvSpPr>
          <p:spPr>
            <a:xfrm>
              <a:off x="7283430" y="2119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1" name="pt38781"/>
            <p:cNvSpPr/>
            <p:nvPr/>
          </p:nvSpPr>
          <p:spPr>
            <a:xfrm>
              <a:off x="7154131" y="2377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2" name="pt38782"/>
            <p:cNvSpPr/>
            <p:nvPr/>
          </p:nvSpPr>
          <p:spPr>
            <a:xfrm>
              <a:off x="7197332" y="20318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3" name="pt38783"/>
            <p:cNvSpPr/>
            <p:nvPr/>
          </p:nvSpPr>
          <p:spPr>
            <a:xfrm>
              <a:off x="6955971" y="2171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4" name="pt38784"/>
            <p:cNvSpPr/>
            <p:nvPr/>
          </p:nvSpPr>
          <p:spPr>
            <a:xfrm>
              <a:off x="7144337" y="2283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5" name="pt38785"/>
            <p:cNvSpPr/>
            <p:nvPr/>
          </p:nvSpPr>
          <p:spPr>
            <a:xfrm>
              <a:off x="6966194" y="19755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6" name="pt38786"/>
            <p:cNvSpPr/>
            <p:nvPr/>
          </p:nvSpPr>
          <p:spPr>
            <a:xfrm>
              <a:off x="7116253" y="2163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7" name="pt38787"/>
            <p:cNvSpPr/>
            <p:nvPr/>
          </p:nvSpPr>
          <p:spPr>
            <a:xfrm>
              <a:off x="7201802" y="203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8" name="pt38788"/>
            <p:cNvSpPr/>
            <p:nvPr/>
          </p:nvSpPr>
          <p:spPr>
            <a:xfrm>
              <a:off x="7164139" y="2084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9" name="pt38789"/>
            <p:cNvSpPr/>
            <p:nvPr/>
          </p:nvSpPr>
          <p:spPr>
            <a:xfrm>
              <a:off x="7077699" y="2173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0" name="pt38790"/>
            <p:cNvSpPr/>
            <p:nvPr/>
          </p:nvSpPr>
          <p:spPr>
            <a:xfrm>
              <a:off x="7153701" y="22293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1" name="pt38791"/>
            <p:cNvSpPr/>
            <p:nvPr/>
          </p:nvSpPr>
          <p:spPr>
            <a:xfrm>
              <a:off x="6774547" y="27571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2" name="pt38792"/>
            <p:cNvSpPr/>
            <p:nvPr/>
          </p:nvSpPr>
          <p:spPr>
            <a:xfrm>
              <a:off x="6957614" y="1959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3" name="pt38793"/>
            <p:cNvSpPr/>
            <p:nvPr/>
          </p:nvSpPr>
          <p:spPr>
            <a:xfrm>
              <a:off x="7186437" y="2083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4" name="pt38794"/>
            <p:cNvSpPr/>
            <p:nvPr/>
          </p:nvSpPr>
          <p:spPr>
            <a:xfrm>
              <a:off x="7199148" y="19888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5" name="pt38795"/>
            <p:cNvSpPr/>
            <p:nvPr/>
          </p:nvSpPr>
          <p:spPr>
            <a:xfrm>
              <a:off x="7161907" y="2065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6" name="pt38796"/>
            <p:cNvSpPr/>
            <p:nvPr/>
          </p:nvSpPr>
          <p:spPr>
            <a:xfrm>
              <a:off x="7125606" y="2250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7" name="pt38797"/>
            <p:cNvSpPr/>
            <p:nvPr/>
          </p:nvSpPr>
          <p:spPr>
            <a:xfrm>
              <a:off x="7248619" y="20991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8" name="pt38798"/>
            <p:cNvSpPr/>
            <p:nvPr/>
          </p:nvSpPr>
          <p:spPr>
            <a:xfrm>
              <a:off x="6995562" y="1978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9" name="pt38799"/>
            <p:cNvSpPr/>
            <p:nvPr/>
          </p:nvSpPr>
          <p:spPr>
            <a:xfrm>
              <a:off x="7147874" y="23348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0" name="pt38800"/>
            <p:cNvSpPr/>
            <p:nvPr/>
          </p:nvSpPr>
          <p:spPr>
            <a:xfrm>
              <a:off x="7264911" y="2067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1" name="pt38801"/>
            <p:cNvSpPr/>
            <p:nvPr/>
          </p:nvSpPr>
          <p:spPr>
            <a:xfrm>
              <a:off x="7178867" y="20364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2" name="pt38802"/>
            <p:cNvSpPr/>
            <p:nvPr/>
          </p:nvSpPr>
          <p:spPr>
            <a:xfrm>
              <a:off x="7119928" y="2145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3" name="pt38803"/>
            <p:cNvSpPr/>
            <p:nvPr/>
          </p:nvSpPr>
          <p:spPr>
            <a:xfrm>
              <a:off x="7222218" y="20442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4" name="pt38804"/>
            <p:cNvSpPr/>
            <p:nvPr/>
          </p:nvSpPr>
          <p:spPr>
            <a:xfrm>
              <a:off x="7196572" y="1936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5" name="pt38805"/>
            <p:cNvSpPr/>
            <p:nvPr/>
          </p:nvSpPr>
          <p:spPr>
            <a:xfrm>
              <a:off x="7316761" y="2016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6" name="pt38806"/>
            <p:cNvSpPr/>
            <p:nvPr/>
          </p:nvSpPr>
          <p:spPr>
            <a:xfrm>
              <a:off x="7075040" y="2224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7" name="pt38807"/>
            <p:cNvSpPr/>
            <p:nvPr/>
          </p:nvSpPr>
          <p:spPr>
            <a:xfrm>
              <a:off x="7322063" y="19765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8" name="pt38808"/>
            <p:cNvSpPr/>
            <p:nvPr/>
          </p:nvSpPr>
          <p:spPr>
            <a:xfrm>
              <a:off x="7065339" y="1699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9" name="pt38809"/>
            <p:cNvSpPr/>
            <p:nvPr/>
          </p:nvSpPr>
          <p:spPr>
            <a:xfrm>
              <a:off x="7230643" y="2176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0" name="pt38810"/>
            <p:cNvSpPr/>
            <p:nvPr/>
          </p:nvSpPr>
          <p:spPr>
            <a:xfrm>
              <a:off x="7285671" y="1875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1" name="pt38811"/>
            <p:cNvSpPr/>
            <p:nvPr/>
          </p:nvSpPr>
          <p:spPr>
            <a:xfrm>
              <a:off x="7283959" y="2065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2" name="pt38812"/>
            <p:cNvSpPr/>
            <p:nvPr/>
          </p:nvSpPr>
          <p:spPr>
            <a:xfrm>
              <a:off x="7210731" y="24126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3" name="pt38813"/>
            <p:cNvSpPr/>
            <p:nvPr/>
          </p:nvSpPr>
          <p:spPr>
            <a:xfrm>
              <a:off x="6946700" y="2063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4" name="pt38814"/>
            <p:cNvSpPr/>
            <p:nvPr/>
          </p:nvSpPr>
          <p:spPr>
            <a:xfrm>
              <a:off x="7035825" y="2191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5" name="pt38815"/>
            <p:cNvSpPr/>
            <p:nvPr/>
          </p:nvSpPr>
          <p:spPr>
            <a:xfrm>
              <a:off x="6962333" y="19818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6" name="pt38816"/>
            <p:cNvSpPr/>
            <p:nvPr/>
          </p:nvSpPr>
          <p:spPr>
            <a:xfrm>
              <a:off x="7139330" y="2243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7" name="pt38817"/>
            <p:cNvSpPr/>
            <p:nvPr/>
          </p:nvSpPr>
          <p:spPr>
            <a:xfrm>
              <a:off x="7291875" y="1990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8" name="pt38818"/>
            <p:cNvSpPr/>
            <p:nvPr/>
          </p:nvSpPr>
          <p:spPr>
            <a:xfrm>
              <a:off x="7002073" y="1936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9" name="pt38819"/>
            <p:cNvSpPr/>
            <p:nvPr/>
          </p:nvSpPr>
          <p:spPr>
            <a:xfrm>
              <a:off x="6878102" y="2230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0" name="pt38820"/>
            <p:cNvSpPr/>
            <p:nvPr/>
          </p:nvSpPr>
          <p:spPr>
            <a:xfrm>
              <a:off x="7235395" y="2063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1" name="pt38821"/>
            <p:cNvSpPr/>
            <p:nvPr/>
          </p:nvSpPr>
          <p:spPr>
            <a:xfrm>
              <a:off x="7149885" y="2327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2" name="pt38822"/>
            <p:cNvSpPr/>
            <p:nvPr/>
          </p:nvSpPr>
          <p:spPr>
            <a:xfrm>
              <a:off x="7180077" y="20964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3" name="pt38823"/>
            <p:cNvSpPr/>
            <p:nvPr/>
          </p:nvSpPr>
          <p:spPr>
            <a:xfrm>
              <a:off x="7370511" y="26768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4" name="pt38824"/>
            <p:cNvSpPr/>
            <p:nvPr/>
          </p:nvSpPr>
          <p:spPr>
            <a:xfrm>
              <a:off x="6797736" y="2359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5" name="pt38825"/>
            <p:cNvSpPr/>
            <p:nvPr/>
          </p:nvSpPr>
          <p:spPr>
            <a:xfrm>
              <a:off x="7179702" y="21206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6" name="pt38826"/>
            <p:cNvSpPr/>
            <p:nvPr/>
          </p:nvSpPr>
          <p:spPr>
            <a:xfrm>
              <a:off x="7256961" y="21162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7" name="pt38827"/>
            <p:cNvSpPr/>
            <p:nvPr/>
          </p:nvSpPr>
          <p:spPr>
            <a:xfrm>
              <a:off x="7193680" y="19775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8" name="pt38828"/>
            <p:cNvSpPr/>
            <p:nvPr/>
          </p:nvSpPr>
          <p:spPr>
            <a:xfrm>
              <a:off x="7321931" y="20488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9" name="pt38829"/>
            <p:cNvSpPr/>
            <p:nvPr/>
          </p:nvSpPr>
          <p:spPr>
            <a:xfrm>
              <a:off x="7345808" y="2006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0" name="pt38830"/>
            <p:cNvSpPr/>
            <p:nvPr/>
          </p:nvSpPr>
          <p:spPr>
            <a:xfrm>
              <a:off x="7323116" y="2078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1" name="pt38831"/>
            <p:cNvSpPr/>
            <p:nvPr/>
          </p:nvSpPr>
          <p:spPr>
            <a:xfrm>
              <a:off x="7270402" y="2156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2" name="pt38832"/>
            <p:cNvSpPr/>
            <p:nvPr/>
          </p:nvSpPr>
          <p:spPr>
            <a:xfrm>
              <a:off x="7046851" y="22415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3" name="pt38833"/>
            <p:cNvSpPr/>
            <p:nvPr/>
          </p:nvSpPr>
          <p:spPr>
            <a:xfrm>
              <a:off x="7406074" y="25056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4" name="pt38834"/>
            <p:cNvSpPr/>
            <p:nvPr/>
          </p:nvSpPr>
          <p:spPr>
            <a:xfrm>
              <a:off x="7098640" y="2254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5" name="pt38835"/>
            <p:cNvSpPr/>
            <p:nvPr/>
          </p:nvSpPr>
          <p:spPr>
            <a:xfrm>
              <a:off x="7204354" y="22249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6" name="pt38836"/>
            <p:cNvSpPr/>
            <p:nvPr/>
          </p:nvSpPr>
          <p:spPr>
            <a:xfrm>
              <a:off x="7158584" y="2149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7" name="pt38837"/>
            <p:cNvSpPr/>
            <p:nvPr/>
          </p:nvSpPr>
          <p:spPr>
            <a:xfrm>
              <a:off x="6965348" y="20705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8" name="pt38838"/>
            <p:cNvSpPr/>
            <p:nvPr/>
          </p:nvSpPr>
          <p:spPr>
            <a:xfrm>
              <a:off x="7208327" y="2254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9" name="pt38839"/>
            <p:cNvSpPr/>
            <p:nvPr/>
          </p:nvSpPr>
          <p:spPr>
            <a:xfrm>
              <a:off x="7067403" y="20975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0" name="pt38840"/>
            <p:cNvSpPr/>
            <p:nvPr/>
          </p:nvSpPr>
          <p:spPr>
            <a:xfrm>
              <a:off x="7076905" y="2143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1" name="pt38841"/>
            <p:cNvSpPr/>
            <p:nvPr/>
          </p:nvSpPr>
          <p:spPr>
            <a:xfrm>
              <a:off x="7019099" y="20978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2" name="pt38842"/>
            <p:cNvSpPr/>
            <p:nvPr/>
          </p:nvSpPr>
          <p:spPr>
            <a:xfrm>
              <a:off x="7241240" y="18486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3" name="pt38843"/>
            <p:cNvSpPr/>
            <p:nvPr/>
          </p:nvSpPr>
          <p:spPr>
            <a:xfrm>
              <a:off x="7114043" y="2134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4" name="pt38844"/>
            <p:cNvSpPr/>
            <p:nvPr/>
          </p:nvSpPr>
          <p:spPr>
            <a:xfrm>
              <a:off x="7101495" y="21055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5" name="pt38845"/>
            <p:cNvSpPr/>
            <p:nvPr/>
          </p:nvSpPr>
          <p:spPr>
            <a:xfrm>
              <a:off x="7251748" y="2120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6" name="pt38846"/>
            <p:cNvSpPr/>
            <p:nvPr/>
          </p:nvSpPr>
          <p:spPr>
            <a:xfrm>
              <a:off x="7451730" y="27070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7" name="pt38847"/>
            <p:cNvSpPr/>
            <p:nvPr/>
          </p:nvSpPr>
          <p:spPr>
            <a:xfrm>
              <a:off x="7126658" y="2095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8" name="pt38848"/>
            <p:cNvSpPr/>
            <p:nvPr/>
          </p:nvSpPr>
          <p:spPr>
            <a:xfrm>
              <a:off x="7040824" y="22192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9" name="pt38849"/>
            <p:cNvSpPr/>
            <p:nvPr/>
          </p:nvSpPr>
          <p:spPr>
            <a:xfrm>
              <a:off x="7371964" y="27159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0" name="pt38850"/>
            <p:cNvSpPr/>
            <p:nvPr/>
          </p:nvSpPr>
          <p:spPr>
            <a:xfrm>
              <a:off x="7094039" y="2207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1" name="pt38851"/>
            <p:cNvSpPr/>
            <p:nvPr/>
          </p:nvSpPr>
          <p:spPr>
            <a:xfrm>
              <a:off x="6968168" y="2023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2" name="pt38852"/>
            <p:cNvSpPr/>
            <p:nvPr/>
          </p:nvSpPr>
          <p:spPr>
            <a:xfrm>
              <a:off x="7168486" y="19253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3" name="pt38853"/>
            <p:cNvSpPr/>
            <p:nvPr/>
          </p:nvSpPr>
          <p:spPr>
            <a:xfrm>
              <a:off x="7136564" y="22475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4" name="pt38854"/>
            <p:cNvSpPr/>
            <p:nvPr/>
          </p:nvSpPr>
          <p:spPr>
            <a:xfrm>
              <a:off x="7204930" y="2060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5" name="pt38855"/>
            <p:cNvSpPr/>
            <p:nvPr/>
          </p:nvSpPr>
          <p:spPr>
            <a:xfrm>
              <a:off x="6876240" y="21797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6" name="pt38856"/>
            <p:cNvSpPr/>
            <p:nvPr/>
          </p:nvSpPr>
          <p:spPr>
            <a:xfrm>
              <a:off x="7430637" y="2306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7" name="pt38857"/>
            <p:cNvSpPr/>
            <p:nvPr/>
          </p:nvSpPr>
          <p:spPr>
            <a:xfrm>
              <a:off x="6988090" y="18609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8" name="pt38858"/>
            <p:cNvSpPr/>
            <p:nvPr/>
          </p:nvSpPr>
          <p:spPr>
            <a:xfrm>
              <a:off x="7160649" y="2003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9" name="pt38859"/>
            <p:cNvSpPr/>
            <p:nvPr/>
          </p:nvSpPr>
          <p:spPr>
            <a:xfrm>
              <a:off x="6989273" y="19955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0" name="pt38860"/>
            <p:cNvSpPr/>
            <p:nvPr/>
          </p:nvSpPr>
          <p:spPr>
            <a:xfrm>
              <a:off x="7026097" y="18419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1" name="pt38861"/>
            <p:cNvSpPr/>
            <p:nvPr/>
          </p:nvSpPr>
          <p:spPr>
            <a:xfrm>
              <a:off x="7191643" y="19731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2" name="pt38862"/>
            <p:cNvSpPr/>
            <p:nvPr/>
          </p:nvSpPr>
          <p:spPr>
            <a:xfrm>
              <a:off x="7396822" y="21668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3" name="pt38863"/>
            <p:cNvSpPr/>
            <p:nvPr/>
          </p:nvSpPr>
          <p:spPr>
            <a:xfrm>
              <a:off x="7054997" y="22306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4" name="pt38864"/>
            <p:cNvSpPr/>
            <p:nvPr/>
          </p:nvSpPr>
          <p:spPr>
            <a:xfrm>
              <a:off x="7039608" y="2238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5" name="pt38865"/>
            <p:cNvSpPr/>
            <p:nvPr/>
          </p:nvSpPr>
          <p:spPr>
            <a:xfrm>
              <a:off x="7308348" y="1955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6" name="pt38866"/>
            <p:cNvSpPr/>
            <p:nvPr/>
          </p:nvSpPr>
          <p:spPr>
            <a:xfrm>
              <a:off x="6984733" y="1997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7" name="pt38867"/>
            <p:cNvSpPr/>
            <p:nvPr/>
          </p:nvSpPr>
          <p:spPr>
            <a:xfrm>
              <a:off x="7046656" y="2334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8" name="pt38868"/>
            <p:cNvSpPr/>
            <p:nvPr/>
          </p:nvSpPr>
          <p:spPr>
            <a:xfrm>
              <a:off x="7016050" y="2121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9" name="pt38869"/>
            <p:cNvSpPr/>
            <p:nvPr/>
          </p:nvSpPr>
          <p:spPr>
            <a:xfrm>
              <a:off x="6966116" y="1996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0" name="pt38870"/>
            <p:cNvSpPr/>
            <p:nvPr/>
          </p:nvSpPr>
          <p:spPr>
            <a:xfrm>
              <a:off x="7052598" y="2485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1" name="pt38871"/>
            <p:cNvSpPr/>
            <p:nvPr/>
          </p:nvSpPr>
          <p:spPr>
            <a:xfrm>
              <a:off x="7234569" y="1978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2" name="pt38872"/>
            <p:cNvSpPr/>
            <p:nvPr/>
          </p:nvSpPr>
          <p:spPr>
            <a:xfrm>
              <a:off x="7030225" y="1737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3" name="pt38873"/>
            <p:cNvSpPr/>
            <p:nvPr/>
          </p:nvSpPr>
          <p:spPr>
            <a:xfrm>
              <a:off x="7284184" y="2199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4" name="pt38874"/>
            <p:cNvSpPr/>
            <p:nvPr/>
          </p:nvSpPr>
          <p:spPr>
            <a:xfrm>
              <a:off x="7044027" y="20427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5" name="pt38875"/>
            <p:cNvSpPr/>
            <p:nvPr/>
          </p:nvSpPr>
          <p:spPr>
            <a:xfrm>
              <a:off x="7266329" y="19557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6" name="pt38876"/>
            <p:cNvSpPr/>
            <p:nvPr/>
          </p:nvSpPr>
          <p:spPr>
            <a:xfrm>
              <a:off x="7147658" y="2341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7" name="pt38877"/>
            <p:cNvSpPr/>
            <p:nvPr/>
          </p:nvSpPr>
          <p:spPr>
            <a:xfrm>
              <a:off x="7187635" y="2119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8" name="pt38878"/>
            <p:cNvSpPr/>
            <p:nvPr/>
          </p:nvSpPr>
          <p:spPr>
            <a:xfrm>
              <a:off x="6829586" y="1932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9" name="pt38879"/>
            <p:cNvSpPr/>
            <p:nvPr/>
          </p:nvSpPr>
          <p:spPr>
            <a:xfrm>
              <a:off x="6797065" y="22787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0" name="pt38880"/>
            <p:cNvSpPr/>
            <p:nvPr/>
          </p:nvSpPr>
          <p:spPr>
            <a:xfrm>
              <a:off x="7202110" y="2051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1" name="pt38881"/>
            <p:cNvSpPr/>
            <p:nvPr/>
          </p:nvSpPr>
          <p:spPr>
            <a:xfrm>
              <a:off x="7090200" y="22149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2" name="pt38882"/>
            <p:cNvSpPr/>
            <p:nvPr/>
          </p:nvSpPr>
          <p:spPr>
            <a:xfrm>
              <a:off x="7112919" y="2104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3" name="pt38883"/>
            <p:cNvSpPr/>
            <p:nvPr/>
          </p:nvSpPr>
          <p:spPr>
            <a:xfrm>
              <a:off x="7175161" y="20367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4" name="pt38884"/>
            <p:cNvSpPr/>
            <p:nvPr/>
          </p:nvSpPr>
          <p:spPr>
            <a:xfrm>
              <a:off x="7150065" y="2256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5" name="pt38885"/>
            <p:cNvSpPr/>
            <p:nvPr/>
          </p:nvSpPr>
          <p:spPr>
            <a:xfrm>
              <a:off x="6954777" y="2177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6" name="pt38886"/>
            <p:cNvSpPr/>
            <p:nvPr/>
          </p:nvSpPr>
          <p:spPr>
            <a:xfrm>
              <a:off x="7248120" y="20815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7" name="pt38887"/>
            <p:cNvSpPr/>
            <p:nvPr/>
          </p:nvSpPr>
          <p:spPr>
            <a:xfrm>
              <a:off x="7440288" y="2361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8" name="pt38888"/>
            <p:cNvSpPr/>
            <p:nvPr/>
          </p:nvSpPr>
          <p:spPr>
            <a:xfrm>
              <a:off x="7121569" y="2128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9" name="pt38889"/>
            <p:cNvSpPr/>
            <p:nvPr/>
          </p:nvSpPr>
          <p:spPr>
            <a:xfrm>
              <a:off x="7255184" y="1927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0" name="pt38890"/>
            <p:cNvSpPr/>
            <p:nvPr/>
          </p:nvSpPr>
          <p:spPr>
            <a:xfrm>
              <a:off x="6954808" y="2163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1" name="pt38891"/>
            <p:cNvSpPr/>
            <p:nvPr/>
          </p:nvSpPr>
          <p:spPr>
            <a:xfrm>
              <a:off x="6941111" y="21856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2" name="pt38892"/>
            <p:cNvSpPr/>
            <p:nvPr/>
          </p:nvSpPr>
          <p:spPr>
            <a:xfrm>
              <a:off x="7124997" y="2172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3" name="pt38893"/>
            <p:cNvSpPr/>
            <p:nvPr/>
          </p:nvSpPr>
          <p:spPr>
            <a:xfrm>
              <a:off x="7114143" y="21158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4" name="pt38894"/>
            <p:cNvSpPr/>
            <p:nvPr/>
          </p:nvSpPr>
          <p:spPr>
            <a:xfrm>
              <a:off x="7062514" y="1848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5" name="pt38895"/>
            <p:cNvSpPr/>
            <p:nvPr/>
          </p:nvSpPr>
          <p:spPr>
            <a:xfrm>
              <a:off x="6584810" y="1895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6" name="pt38896"/>
            <p:cNvSpPr/>
            <p:nvPr/>
          </p:nvSpPr>
          <p:spPr>
            <a:xfrm>
              <a:off x="6986953" y="2040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7" name="pt38897"/>
            <p:cNvSpPr/>
            <p:nvPr/>
          </p:nvSpPr>
          <p:spPr>
            <a:xfrm>
              <a:off x="6554776" y="18735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8" name="pt38898"/>
            <p:cNvSpPr/>
            <p:nvPr/>
          </p:nvSpPr>
          <p:spPr>
            <a:xfrm>
              <a:off x="7275380" y="1923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9" name="pt38899"/>
            <p:cNvSpPr/>
            <p:nvPr/>
          </p:nvSpPr>
          <p:spPr>
            <a:xfrm>
              <a:off x="7215223" y="2342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0" name="pt38900"/>
            <p:cNvSpPr/>
            <p:nvPr/>
          </p:nvSpPr>
          <p:spPr>
            <a:xfrm>
              <a:off x="7289395" y="1957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1" name="pt38901"/>
            <p:cNvSpPr/>
            <p:nvPr/>
          </p:nvSpPr>
          <p:spPr>
            <a:xfrm>
              <a:off x="6766692" y="2675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2" name="pt38902"/>
            <p:cNvSpPr/>
            <p:nvPr/>
          </p:nvSpPr>
          <p:spPr>
            <a:xfrm>
              <a:off x="7250180" y="2182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3" name="pt38903"/>
            <p:cNvSpPr/>
            <p:nvPr/>
          </p:nvSpPr>
          <p:spPr>
            <a:xfrm>
              <a:off x="6988522" y="19731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4" name="pt38904"/>
            <p:cNvSpPr/>
            <p:nvPr/>
          </p:nvSpPr>
          <p:spPr>
            <a:xfrm>
              <a:off x="7081909" y="2027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5" name="pt38905"/>
            <p:cNvSpPr/>
            <p:nvPr/>
          </p:nvSpPr>
          <p:spPr>
            <a:xfrm>
              <a:off x="7329005" y="1992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6" name="pt38906"/>
            <p:cNvSpPr/>
            <p:nvPr/>
          </p:nvSpPr>
          <p:spPr>
            <a:xfrm>
              <a:off x="7192620" y="20462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7" name="pt38907"/>
            <p:cNvSpPr/>
            <p:nvPr/>
          </p:nvSpPr>
          <p:spPr>
            <a:xfrm>
              <a:off x="7360178" y="2133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8" name="pt38908"/>
            <p:cNvSpPr/>
            <p:nvPr/>
          </p:nvSpPr>
          <p:spPr>
            <a:xfrm>
              <a:off x="7162011" y="2039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9" name="pt38909"/>
            <p:cNvSpPr/>
            <p:nvPr/>
          </p:nvSpPr>
          <p:spPr>
            <a:xfrm>
              <a:off x="7023893" y="1849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0" name="pt38910"/>
            <p:cNvSpPr/>
            <p:nvPr/>
          </p:nvSpPr>
          <p:spPr>
            <a:xfrm>
              <a:off x="7243396" y="22171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1" name="pt38911"/>
            <p:cNvSpPr/>
            <p:nvPr/>
          </p:nvSpPr>
          <p:spPr>
            <a:xfrm>
              <a:off x="7236669" y="2007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2" name="pt38912"/>
            <p:cNvSpPr/>
            <p:nvPr/>
          </p:nvSpPr>
          <p:spPr>
            <a:xfrm>
              <a:off x="7415191" y="2459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3" name="pt38913"/>
            <p:cNvSpPr/>
            <p:nvPr/>
          </p:nvSpPr>
          <p:spPr>
            <a:xfrm>
              <a:off x="7126164" y="2151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4" name="pt38914"/>
            <p:cNvSpPr/>
            <p:nvPr/>
          </p:nvSpPr>
          <p:spPr>
            <a:xfrm>
              <a:off x="7247343" y="2098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5" name="pt38915"/>
            <p:cNvSpPr/>
            <p:nvPr/>
          </p:nvSpPr>
          <p:spPr>
            <a:xfrm>
              <a:off x="7365439" y="24666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6" name="pt38916"/>
            <p:cNvSpPr/>
            <p:nvPr/>
          </p:nvSpPr>
          <p:spPr>
            <a:xfrm>
              <a:off x="7195446" y="1998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7" name="pt38917"/>
            <p:cNvSpPr/>
            <p:nvPr/>
          </p:nvSpPr>
          <p:spPr>
            <a:xfrm>
              <a:off x="7070967" y="2062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8" name="pt38918"/>
            <p:cNvSpPr/>
            <p:nvPr/>
          </p:nvSpPr>
          <p:spPr>
            <a:xfrm>
              <a:off x="7165792" y="21119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9" name="pt38919"/>
            <p:cNvSpPr/>
            <p:nvPr/>
          </p:nvSpPr>
          <p:spPr>
            <a:xfrm>
              <a:off x="7139552" y="20436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0" name="pt38920"/>
            <p:cNvSpPr/>
            <p:nvPr/>
          </p:nvSpPr>
          <p:spPr>
            <a:xfrm>
              <a:off x="7257696" y="2041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1" name="pt38921"/>
            <p:cNvSpPr/>
            <p:nvPr/>
          </p:nvSpPr>
          <p:spPr>
            <a:xfrm>
              <a:off x="7147590" y="2274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2" name="pt38922"/>
            <p:cNvSpPr/>
            <p:nvPr/>
          </p:nvSpPr>
          <p:spPr>
            <a:xfrm>
              <a:off x="7174145" y="19064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3" name="pt38923"/>
            <p:cNvSpPr/>
            <p:nvPr/>
          </p:nvSpPr>
          <p:spPr>
            <a:xfrm>
              <a:off x="6973416" y="1967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4" name="pt38924"/>
            <p:cNvSpPr/>
            <p:nvPr/>
          </p:nvSpPr>
          <p:spPr>
            <a:xfrm>
              <a:off x="7417140" y="2525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5" name="pt38925"/>
            <p:cNvSpPr/>
            <p:nvPr/>
          </p:nvSpPr>
          <p:spPr>
            <a:xfrm>
              <a:off x="6915390" y="2247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6" name="pt38926"/>
            <p:cNvSpPr/>
            <p:nvPr/>
          </p:nvSpPr>
          <p:spPr>
            <a:xfrm>
              <a:off x="7327293" y="20406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7" name="pt38927"/>
            <p:cNvSpPr/>
            <p:nvPr/>
          </p:nvSpPr>
          <p:spPr>
            <a:xfrm>
              <a:off x="7297098" y="1922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8" name="pt38928"/>
            <p:cNvSpPr/>
            <p:nvPr/>
          </p:nvSpPr>
          <p:spPr>
            <a:xfrm>
              <a:off x="7258281" y="2077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9" name="pt38929"/>
            <p:cNvSpPr/>
            <p:nvPr/>
          </p:nvSpPr>
          <p:spPr>
            <a:xfrm>
              <a:off x="7237652" y="2180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0" name="pt38930"/>
            <p:cNvSpPr/>
            <p:nvPr/>
          </p:nvSpPr>
          <p:spPr>
            <a:xfrm>
              <a:off x="7310432" y="20708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1" name="pt38931"/>
            <p:cNvSpPr/>
            <p:nvPr/>
          </p:nvSpPr>
          <p:spPr>
            <a:xfrm>
              <a:off x="7067981" y="20730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2" name="pt38932"/>
            <p:cNvSpPr/>
            <p:nvPr/>
          </p:nvSpPr>
          <p:spPr>
            <a:xfrm>
              <a:off x="7203062" y="2111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3" name="pt38933"/>
            <p:cNvSpPr/>
            <p:nvPr/>
          </p:nvSpPr>
          <p:spPr>
            <a:xfrm>
              <a:off x="7157223" y="21466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4" name="pt38934"/>
            <p:cNvSpPr/>
            <p:nvPr/>
          </p:nvSpPr>
          <p:spPr>
            <a:xfrm>
              <a:off x="7133082" y="2140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5" name="pt38935"/>
            <p:cNvSpPr/>
            <p:nvPr/>
          </p:nvSpPr>
          <p:spPr>
            <a:xfrm>
              <a:off x="7066353" y="2153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6" name="pt38936"/>
            <p:cNvSpPr/>
            <p:nvPr/>
          </p:nvSpPr>
          <p:spPr>
            <a:xfrm>
              <a:off x="7115860" y="2232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7" name="pt38937"/>
            <p:cNvSpPr/>
            <p:nvPr/>
          </p:nvSpPr>
          <p:spPr>
            <a:xfrm>
              <a:off x="7179566" y="2110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8" name="pt38938"/>
            <p:cNvSpPr/>
            <p:nvPr/>
          </p:nvSpPr>
          <p:spPr>
            <a:xfrm>
              <a:off x="7059544" y="2058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9" name="pt38939"/>
            <p:cNvSpPr/>
            <p:nvPr/>
          </p:nvSpPr>
          <p:spPr>
            <a:xfrm>
              <a:off x="7237097" y="1979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0" name="pt38940"/>
            <p:cNvSpPr/>
            <p:nvPr/>
          </p:nvSpPr>
          <p:spPr>
            <a:xfrm>
              <a:off x="7273401" y="19912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1" name="pt38941"/>
            <p:cNvSpPr/>
            <p:nvPr/>
          </p:nvSpPr>
          <p:spPr>
            <a:xfrm>
              <a:off x="7312743" y="19940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2" name="pt38942"/>
            <p:cNvSpPr/>
            <p:nvPr/>
          </p:nvSpPr>
          <p:spPr>
            <a:xfrm>
              <a:off x="7524383" y="2366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3" name="pt38943"/>
            <p:cNvSpPr/>
            <p:nvPr/>
          </p:nvSpPr>
          <p:spPr>
            <a:xfrm>
              <a:off x="6739771" y="19498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4" name="pt38944"/>
            <p:cNvSpPr/>
            <p:nvPr/>
          </p:nvSpPr>
          <p:spPr>
            <a:xfrm>
              <a:off x="7206382" y="2116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5" name="pt38945"/>
            <p:cNvSpPr/>
            <p:nvPr/>
          </p:nvSpPr>
          <p:spPr>
            <a:xfrm>
              <a:off x="6906068" y="18490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6" name="pt38946"/>
            <p:cNvSpPr/>
            <p:nvPr/>
          </p:nvSpPr>
          <p:spPr>
            <a:xfrm>
              <a:off x="7332944" y="199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7" name="pt38947"/>
            <p:cNvSpPr/>
            <p:nvPr/>
          </p:nvSpPr>
          <p:spPr>
            <a:xfrm>
              <a:off x="6911338" y="23190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8" name="pt38948"/>
            <p:cNvSpPr/>
            <p:nvPr/>
          </p:nvSpPr>
          <p:spPr>
            <a:xfrm>
              <a:off x="7272609" y="2053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9" name="pt38949"/>
            <p:cNvSpPr/>
            <p:nvPr/>
          </p:nvSpPr>
          <p:spPr>
            <a:xfrm>
              <a:off x="7241668" y="19117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0" name="pt38950"/>
            <p:cNvSpPr/>
            <p:nvPr/>
          </p:nvSpPr>
          <p:spPr>
            <a:xfrm>
              <a:off x="7161656" y="21454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1" name="pt38951"/>
            <p:cNvSpPr/>
            <p:nvPr/>
          </p:nvSpPr>
          <p:spPr>
            <a:xfrm>
              <a:off x="7027119" y="17590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2" name="pt38952"/>
            <p:cNvSpPr/>
            <p:nvPr/>
          </p:nvSpPr>
          <p:spPr>
            <a:xfrm>
              <a:off x="7039870" y="2246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3" name="pt38953"/>
            <p:cNvSpPr/>
            <p:nvPr/>
          </p:nvSpPr>
          <p:spPr>
            <a:xfrm>
              <a:off x="7253853" y="20761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4" name="pt38954"/>
            <p:cNvSpPr/>
            <p:nvPr/>
          </p:nvSpPr>
          <p:spPr>
            <a:xfrm>
              <a:off x="7238762" y="1851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5" name="pt38955"/>
            <p:cNvSpPr/>
            <p:nvPr/>
          </p:nvSpPr>
          <p:spPr>
            <a:xfrm>
              <a:off x="7143671" y="2231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6" name="pt38956"/>
            <p:cNvSpPr/>
            <p:nvPr/>
          </p:nvSpPr>
          <p:spPr>
            <a:xfrm>
              <a:off x="7169925" y="19634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7" name="pt38957"/>
            <p:cNvSpPr/>
            <p:nvPr/>
          </p:nvSpPr>
          <p:spPr>
            <a:xfrm>
              <a:off x="7524077" y="2414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8" name="pt38958"/>
            <p:cNvSpPr/>
            <p:nvPr/>
          </p:nvSpPr>
          <p:spPr>
            <a:xfrm>
              <a:off x="7229649" y="2097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9" name="pt38959"/>
            <p:cNvSpPr/>
            <p:nvPr/>
          </p:nvSpPr>
          <p:spPr>
            <a:xfrm>
              <a:off x="7223959" y="2246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0" name="pt38960"/>
            <p:cNvSpPr/>
            <p:nvPr/>
          </p:nvSpPr>
          <p:spPr>
            <a:xfrm>
              <a:off x="7254323" y="1976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1" name="pt38961"/>
            <p:cNvSpPr/>
            <p:nvPr/>
          </p:nvSpPr>
          <p:spPr>
            <a:xfrm>
              <a:off x="6915255" y="20875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2" name="pt38962"/>
            <p:cNvSpPr/>
            <p:nvPr/>
          </p:nvSpPr>
          <p:spPr>
            <a:xfrm>
              <a:off x="7109638" y="2040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3" name="pt38963"/>
            <p:cNvSpPr/>
            <p:nvPr/>
          </p:nvSpPr>
          <p:spPr>
            <a:xfrm>
              <a:off x="6999087" y="1936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4" name="pt38964"/>
            <p:cNvSpPr/>
            <p:nvPr/>
          </p:nvSpPr>
          <p:spPr>
            <a:xfrm>
              <a:off x="7030219" y="19639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5" name="pt38965"/>
            <p:cNvSpPr/>
            <p:nvPr/>
          </p:nvSpPr>
          <p:spPr>
            <a:xfrm>
              <a:off x="7396927" y="21533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6" name="pt38966"/>
            <p:cNvSpPr/>
            <p:nvPr/>
          </p:nvSpPr>
          <p:spPr>
            <a:xfrm>
              <a:off x="7139102" y="2188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7" name="pt38967"/>
            <p:cNvSpPr/>
            <p:nvPr/>
          </p:nvSpPr>
          <p:spPr>
            <a:xfrm>
              <a:off x="7147837" y="22580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8" name="pt38968"/>
            <p:cNvSpPr/>
            <p:nvPr/>
          </p:nvSpPr>
          <p:spPr>
            <a:xfrm>
              <a:off x="6967849" y="1940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9" name="pt38969"/>
            <p:cNvSpPr/>
            <p:nvPr/>
          </p:nvSpPr>
          <p:spPr>
            <a:xfrm>
              <a:off x="6970490" y="1893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0" name="pt38970"/>
            <p:cNvSpPr/>
            <p:nvPr/>
          </p:nvSpPr>
          <p:spPr>
            <a:xfrm>
              <a:off x="7096440" y="2225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1" name="pt38971"/>
            <p:cNvSpPr/>
            <p:nvPr/>
          </p:nvSpPr>
          <p:spPr>
            <a:xfrm>
              <a:off x="7104820" y="2148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2" name="pt38972"/>
            <p:cNvSpPr/>
            <p:nvPr/>
          </p:nvSpPr>
          <p:spPr>
            <a:xfrm>
              <a:off x="6932023" y="21557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3" name="pt38973"/>
            <p:cNvSpPr/>
            <p:nvPr/>
          </p:nvSpPr>
          <p:spPr>
            <a:xfrm>
              <a:off x="7073343" y="2239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4" name="pt38974"/>
            <p:cNvSpPr/>
            <p:nvPr/>
          </p:nvSpPr>
          <p:spPr>
            <a:xfrm>
              <a:off x="7150887" y="2335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5" name="pt38975"/>
            <p:cNvSpPr/>
            <p:nvPr/>
          </p:nvSpPr>
          <p:spPr>
            <a:xfrm>
              <a:off x="6915155" y="2219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6" name="pt38976"/>
            <p:cNvSpPr/>
            <p:nvPr/>
          </p:nvSpPr>
          <p:spPr>
            <a:xfrm>
              <a:off x="7299782" y="1962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7" name="pt38977"/>
            <p:cNvSpPr/>
            <p:nvPr/>
          </p:nvSpPr>
          <p:spPr>
            <a:xfrm>
              <a:off x="7049186" y="2336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8" name="pt38978"/>
            <p:cNvSpPr/>
            <p:nvPr/>
          </p:nvSpPr>
          <p:spPr>
            <a:xfrm>
              <a:off x="7023837" y="1957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9" name="pt38979"/>
            <p:cNvSpPr/>
            <p:nvPr/>
          </p:nvSpPr>
          <p:spPr>
            <a:xfrm>
              <a:off x="7216098" y="21287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0" name="pt38980"/>
            <p:cNvSpPr/>
            <p:nvPr/>
          </p:nvSpPr>
          <p:spPr>
            <a:xfrm>
              <a:off x="7101959" y="2139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1" name="pt38981"/>
            <p:cNvSpPr/>
            <p:nvPr/>
          </p:nvSpPr>
          <p:spPr>
            <a:xfrm>
              <a:off x="6881416" y="21109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2" name="pt38982"/>
            <p:cNvSpPr/>
            <p:nvPr/>
          </p:nvSpPr>
          <p:spPr>
            <a:xfrm>
              <a:off x="7130784" y="2101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3" name="pt38983"/>
            <p:cNvSpPr/>
            <p:nvPr/>
          </p:nvSpPr>
          <p:spPr>
            <a:xfrm>
              <a:off x="6849473" y="2344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4" name="pt38984"/>
            <p:cNvSpPr/>
            <p:nvPr/>
          </p:nvSpPr>
          <p:spPr>
            <a:xfrm>
              <a:off x="6765741" y="2510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5" name="pt38985"/>
            <p:cNvSpPr/>
            <p:nvPr/>
          </p:nvSpPr>
          <p:spPr>
            <a:xfrm>
              <a:off x="7570541" y="20780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6" name="pt38986"/>
            <p:cNvSpPr/>
            <p:nvPr/>
          </p:nvSpPr>
          <p:spPr>
            <a:xfrm>
              <a:off x="7166146" y="20451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7" name="pt38987"/>
            <p:cNvSpPr/>
            <p:nvPr/>
          </p:nvSpPr>
          <p:spPr>
            <a:xfrm>
              <a:off x="7094507" y="224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8" name="pt38988"/>
            <p:cNvSpPr/>
            <p:nvPr/>
          </p:nvSpPr>
          <p:spPr>
            <a:xfrm>
              <a:off x="7295302" y="2035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9" name="pt38989"/>
            <p:cNvSpPr/>
            <p:nvPr/>
          </p:nvSpPr>
          <p:spPr>
            <a:xfrm>
              <a:off x="7242085" y="2078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0" name="pt38990"/>
            <p:cNvSpPr/>
            <p:nvPr/>
          </p:nvSpPr>
          <p:spPr>
            <a:xfrm>
              <a:off x="7127310" y="21318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1" name="pt38991"/>
            <p:cNvSpPr/>
            <p:nvPr/>
          </p:nvSpPr>
          <p:spPr>
            <a:xfrm>
              <a:off x="6894554" y="2144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2" name="pt38992"/>
            <p:cNvSpPr/>
            <p:nvPr/>
          </p:nvSpPr>
          <p:spPr>
            <a:xfrm>
              <a:off x="7155081" y="23899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3" name="pt38993"/>
            <p:cNvSpPr/>
            <p:nvPr/>
          </p:nvSpPr>
          <p:spPr>
            <a:xfrm>
              <a:off x="7162809" y="2022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4" name="pt38994"/>
            <p:cNvSpPr/>
            <p:nvPr/>
          </p:nvSpPr>
          <p:spPr>
            <a:xfrm>
              <a:off x="7252227" y="2126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5" name="pt38995"/>
            <p:cNvSpPr/>
            <p:nvPr/>
          </p:nvSpPr>
          <p:spPr>
            <a:xfrm>
              <a:off x="6880981" y="2068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6" name="pt38996"/>
            <p:cNvSpPr/>
            <p:nvPr/>
          </p:nvSpPr>
          <p:spPr>
            <a:xfrm>
              <a:off x="7371356" y="25229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7" name="pt38997"/>
            <p:cNvSpPr/>
            <p:nvPr/>
          </p:nvSpPr>
          <p:spPr>
            <a:xfrm>
              <a:off x="6870719" y="20343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8" name="pt38998"/>
            <p:cNvSpPr/>
            <p:nvPr/>
          </p:nvSpPr>
          <p:spPr>
            <a:xfrm>
              <a:off x="7428803" y="2561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9" name="pt38999"/>
            <p:cNvSpPr/>
            <p:nvPr/>
          </p:nvSpPr>
          <p:spPr>
            <a:xfrm>
              <a:off x="6961202" y="1993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0" name="pt39000"/>
            <p:cNvSpPr/>
            <p:nvPr/>
          </p:nvSpPr>
          <p:spPr>
            <a:xfrm>
              <a:off x="6976370" y="19886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1" name="pt39001"/>
            <p:cNvSpPr/>
            <p:nvPr/>
          </p:nvSpPr>
          <p:spPr>
            <a:xfrm>
              <a:off x="7041649" y="23171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2" name="pt39002"/>
            <p:cNvSpPr/>
            <p:nvPr/>
          </p:nvSpPr>
          <p:spPr>
            <a:xfrm>
              <a:off x="7203888" y="2059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3" name="pt39003"/>
            <p:cNvSpPr/>
            <p:nvPr/>
          </p:nvSpPr>
          <p:spPr>
            <a:xfrm>
              <a:off x="7281781" y="2053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4" name="pt39004"/>
            <p:cNvSpPr/>
            <p:nvPr/>
          </p:nvSpPr>
          <p:spPr>
            <a:xfrm>
              <a:off x="7206652" y="2050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5" name="pt39005"/>
            <p:cNvSpPr/>
            <p:nvPr/>
          </p:nvSpPr>
          <p:spPr>
            <a:xfrm>
              <a:off x="7461069" y="2174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6" name="pt39006"/>
            <p:cNvSpPr/>
            <p:nvPr/>
          </p:nvSpPr>
          <p:spPr>
            <a:xfrm>
              <a:off x="6990407" y="1845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7" name="pt39007"/>
            <p:cNvSpPr/>
            <p:nvPr/>
          </p:nvSpPr>
          <p:spPr>
            <a:xfrm>
              <a:off x="7102796" y="21605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8" name="pt39008"/>
            <p:cNvSpPr/>
            <p:nvPr/>
          </p:nvSpPr>
          <p:spPr>
            <a:xfrm>
              <a:off x="7230808" y="21534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9" name="pt39009"/>
            <p:cNvSpPr/>
            <p:nvPr/>
          </p:nvSpPr>
          <p:spPr>
            <a:xfrm>
              <a:off x="7060942" y="20132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0" name="pt39010"/>
            <p:cNvSpPr/>
            <p:nvPr/>
          </p:nvSpPr>
          <p:spPr>
            <a:xfrm>
              <a:off x="7279030" y="20508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1" name="pt39011"/>
            <p:cNvSpPr/>
            <p:nvPr/>
          </p:nvSpPr>
          <p:spPr>
            <a:xfrm>
              <a:off x="7153395" y="2373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2" name="pt39012"/>
            <p:cNvSpPr/>
            <p:nvPr/>
          </p:nvSpPr>
          <p:spPr>
            <a:xfrm>
              <a:off x="7258447" y="20674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3" name="pt39013"/>
            <p:cNvSpPr/>
            <p:nvPr/>
          </p:nvSpPr>
          <p:spPr>
            <a:xfrm>
              <a:off x="6973298" y="19460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4" name="pt39014"/>
            <p:cNvSpPr/>
            <p:nvPr/>
          </p:nvSpPr>
          <p:spPr>
            <a:xfrm>
              <a:off x="7051104" y="24285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5" name="pt39015"/>
            <p:cNvSpPr/>
            <p:nvPr/>
          </p:nvSpPr>
          <p:spPr>
            <a:xfrm>
              <a:off x="7309753" y="1998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6" name="pt39016"/>
            <p:cNvSpPr/>
            <p:nvPr/>
          </p:nvSpPr>
          <p:spPr>
            <a:xfrm>
              <a:off x="7112606" y="2059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7" name="pt39017"/>
            <p:cNvSpPr/>
            <p:nvPr/>
          </p:nvSpPr>
          <p:spPr>
            <a:xfrm>
              <a:off x="7049023" y="22774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8" name="pt39018"/>
            <p:cNvSpPr/>
            <p:nvPr/>
          </p:nvSpPr>
          <p:spPr>
            <a:xfrm>
              <a:off x="7134910" y="21987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9" name="pt39019"/>
            <p:cNvSpPr/>
            <p:nvPr/>
          </p:nvSpPr>
          <p:spPr>
            <a:xfrm>
              <a:off x="7046833" y="21693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0" name="pt39020"/>
            <p:cNvSpPr/>
            <p:nvPr/>
          </p:nvSpPr>
          <p:spPr>
            <a:xfrm>
              <a:off x="7091122" y="2266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1" name="pt39021"/>
            <p:cNvSpPr/>
            <p:nvPr/>
          </p:nvSpPr>
          <p:spPr>
            <a:xfrm>
              <a:off x="7020839" y="1982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2" name="pt39022"/>
            <p:cNvSpPr/>
            <p:nvPr/>
          </p:nvSpPr>
          <p:spPr>
            <a:xfrm>
              <a:off x="7168974" y="19885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3" name="pt39023"/>
            <p:cNvSpPr/>
            <p:nvPr/>
          </p:nvSpPr>
          <p:spPr>
            <a:xfrm>
              <a:off x="6846148" y="23513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4" name="pt39024"/>
            <p:cNvSpPr/>
            <p:nvPr/>
          </p:nvSpPr>
          <p:spPr>
            <a:xfrm>
              <a:off x="6687489" y="1812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5" name="pt39025"/>
            <p:cNvSpPr/>
            <p:nvPr/>
          </p:nvSpPr>
          <p:spPr>
            <a:xfrm>
              <a:off x="7155869" y="2298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6" name="pt39026"/>
            <p:cNvSpPr/>
            <p:nvPr/>
          </p:nvSpPr>
          <p:spPr>
            <a:xfrm>
              <a:off x="7297210" y="1953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7" name="pt39027"/>
            <p:cNvSpPr/>
            <p:nvPr/>
          </p:nvSpPr>
          <p:spPr>
            <a:xfrm>
              <a:off x="7141078" y="22562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8" name="pt39028"/>
            <p:cNvSpPr/>
            <p:nvPr/>
          </p:nvSpPr>
          <p:spPr>
            <a:xfrm>
              <a:off x="7119694" y="2134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9" name="pt39029"/>
            <p:cNvSpPr/>
            <p:nvPr/>
          </p:nvSpPr>
          <p:spPr>
            <a:xfrm>
              <a:off x="7226794" y="2090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0" name="pt39030"/>
            <p:cNvSpPr/>
            <p:nvPr/>
          </p:nvSpPr>
          <p:spPr>
            <a:xfrm>
              <a:off x="7086670" y="2191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1" name="pt39031"/>
            <p:cNvSpPr/>
            <p:nvPr/>
          </p:nvSpPr>
          <p:spPr>
            <a:xfrm>
              <a:off x="7195260" y="21351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2" name="pt39032"/>
            <p:cNvSpPr/>
            <p:nvPr/>
          </p:nvSpPr>
          <p:spPr>
            <a:xfrm>
              <a:off x="7051340" y="2327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3" name="pt39033"/>
            <p:cNvSpPr/>
            <p:nvPr/>
          </p:nvSpPr>
          <p:spPr>
            <a:xfrm>
              <a:off x="7301965" y="20128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4" name="pt39034"/>
            <p:cNvSpPr/>
            <p:nvPr/>
          </p:nvSpPr>
          <p:spPr>
            <a:xfrm>
              <a:off x="6900101" y="20421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5" name="pt39035"/>
            <p:cNvSpPr/>
            <p:nvPr/>
          </p:nvSpPr>
          <p:spPr>
            <a:xfrm>
              <a:off x="6909416" y="21851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6" name="pt39036"/>
            <p:cNvSpPr/>
            <p:nvPr/>
          </p:nvSpPr>
          <p:spPr>
            <a:xfrm>
              <a:off x="7387648" y="1995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7" name="pt39037"/>
            <p:cNvSpPr/>
            <p:nvPr/>
          </p:nvSpPr>
          <p:spPr>
            <a:xfrm>
              <a:off x="7130765" y="2119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8" name="pt39038"/>
            <p:cNvSpPr/>
            <p:nvPr/>
          </p:nvSpPr>
          <p:spPr>
            <a:xfrm>
              <a:off x="7066788" y="20492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9" name="pt39039"/>
            <p:cNvSpPr/>
            <p:nvPr/>
          </p:nvSpPr>
          <p:spPr>
            <a:xfrm>
              <a:off x="7189770" y="20561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0" name="pt39040"/>
            <p:cNvSpPr/>
            <p:nvPr/>
          </p:nvSpPr>
          <p:spPr>
            <a:xfrm>
              <a:off x="6980263" y="21466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1" name="pt39041"/>
            <p:cNvSpPr/>
            <p:nvPr/>
          </p:nvSpPr>
          <p:spPr>
            <a:xfrm>
              <a:off x="7037338" y="20385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2" name="pt39042"/>
            <p:cNvSpPr/>
            <p:nvPr/>
          </p:nvSpPr>
          <p:spPr>
            <a:xfrm>
              <a:off x="7201655" y="2047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3" name="pt39043"/>
            <p:cNvSpPr/>
            <p:nvPr/>
          </p:nvSpPr>
          <p:spPr>
            <a:xfrm>
              <a:off x="7556264" y="2100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4" name="pt39044"/>
            <p:cNvSpPr/>
            <p:nvPr/>
          </p:nvSpPr>
          <p:spPr>
            <a:xfrm>
              <a:off x="7275318" y="20328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5" name="pt39045"/>
            <p:cNvSpPr/>
            <p:nvPr/>
          </p:nvSpPr>
          <p:spPr>
            <a:xfrm>
              <a:off x="7032958" y="18710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6" name="pt39046"/>
            <p:cNvSpPr/>
            <p:nvPr/>
          </p:nvSpPr>
          <p:spPr>
            <a:xfrm>
              <a:off x="6970195" y="19966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7" name="pt39047"/>
            <p:cNvSpPr/>
            <p:nvPr/>
          </p:nvSpPr>
          <p:spPr>
            <a:xfrm>
              <a:off x="7126282" y="2167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8" name="pt39048"/>
            <p:cNvSpPr/>
            <p:nvPr/>
          </p:nvSpPr>
          <p:spPr>
            <a:xfrm>
              <a:off x="7314377" y="1928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9" name="pt39049"/>
            <p:cNvSpPr/>
            <p:nvPr/>
          </p:nvSpPr>
          <p:spPr>
            <a:xfrm>
              <a:off x="7168073" y="1995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0" name="pt39050"/>
            <p:cNvSpPr/>
            <p:nvPr/>
          </p:nvSpPr>
          <p:spPr>
            <a:xfrm>
              <a:off x="7138639" y="2257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1" name="pt39051"/>
            <p:cNvSpPr/>
            <p:nvPr/>
          </p:nvSpPr>
          <p:spPr>
            <a:xfrm>
              <a:off x="7018413" y="20637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2" name="pt39052"/>
            <p:cNvSpPr/>
            <p:nvPr/>
          </p:nvSpPr>
          <p:spPr>
            <a:xfrm>
              <a:off x="7341697" y="2173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3" name="pt39053"/>
            <p:cNvSpPr/>
            <p:nvPr/>
          </p:nvSpPr>
          <p:spPr>
            <a:xfrm>
              <a:off x="6960473" y="2111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4" name="pt39054"/>
            <p:cNvSpPr/>
            <p:nvPr/>
          </p:nvSpPr>
          <p:spPr>
            <a:xfrm>
              <a:off x="7086955" y="2185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5" name="pt39055"/>
            <p:cNvSpPr/>
            <p:nvPr/>
          </p:nvSpPr>
          <p:spPr>
            <a:xfrm>
              <a:off x="7184067" y="2131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6" name="pt39056"/>
            <p:cNvSpPr/>
            <p:nvPr/>
          </p:nvSpPr>
          <p:spPr>
            <a:xfrm>
              <a:off x="7101076" y="2227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7" name="pt39057"/>
            <p:cNvSpPr/>
            <p:nvPr/>
          </p:nvSpPr>
          <p:spPr>
            <a:xfrm>
              <a:off x="7160582" y="1991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8" name="pt39058"/>
            <p:cNvSpPr/>
            <p:nvPr/>
          </p:nvSpPr>
          <p:spPr>
            <a:xfrm>
              <a:off x="7032819" y="1664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9" name="pt39059"/>
            <p:cNvSpPr/>
            <p:nvPr/>
          </p:nvSpPr>
          <p:spPr>
            <a:xfrm>
              <a:off x="7138757" y="2132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0" name="pt39060"/>
            <p:cNvSpPr/>
            <p:nvPr/>
          </p:nvSpPr>
          <p:spPr>
            <a:xfrm>
              <a:off x="7260193" y="20150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1" name="pt39061"/>
            <p:cNvSpPr/>
            <p:nvPr/>
          </p:nvSpPr>
          <p:spPr>
            <a:xfrm>
              <a:off x="7337858" y="1993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2" name="pt39062"/>
            <p:cNvSpPr/>
            <p:nvPr/>
          </p:nvSpPr>
          <p:spPr>
            <a:xfrm>
              <a:off x="7254002" y="2080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3" name="pt39063"/>
            <p:cNvSpPr/>
            <p:nvPr/>
          </p:nvSpPr>
          <p:spPr>
            <a:xfrm>
              <a:off x="7239985" y="1699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4" name="pt39064"/>
            <p:cNvSpPr/>
            <p:nvPr/>
          </p:nvSpPr>
          <p:spPr>
            <a:xfrm>
              <a:off x="7351985" y="20414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5" name="pt39065"/>
            <p:cNvSpPr/>
            <p:nvPr/>
          </p:nvSpPr>
          <p:spPr>
            <a:xfrm>
              <a:off x="7118680" y="2145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6" name="pt39066"/>
            <p:cNvSpPr/>
            <p:nvPr/>
          </p:nvSpPr>
          <p:spPr>
            <a:xfrm>
              <a:off x="7206200" y="2087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7" name="pt39067"/>
            <p:cNvSpPr/>
            <p:nvPr/>
          </p:nvSpPr>
          <p:spPr>
            <a:xfrm>
              <a:off x="7214514" y="2205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8" name="pt39068"/>
            <p:cNvSpPr/>
            <p:nvPr/>
          </p:nvSpPr>
          <p:spPr>
            <a:xfrm>
              <a:off x="7433129" y="25809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9" name="pt39069"/>
            <p:cNvSpPr/>
            <p:nvPr/>
          </p:nvSpPr>
          <p:spPr>
            <a:xfrm>
              <a:off x="7416535" y="2695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0" name="pt39070"/>
            <p:cNvSpPr/>
            <p:nvPr/>
          </p:nvSpPr>
          <p:spPr>
            <a:xfrm>
              <a:off x="6995286" y="20594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1" name="pt39071"/>
            <p:cNvSpPr/>
            <p:nvPr/>
          </p:nvSpPr>
          <p:spPr>
            <a:xfrm>
              <a:off x="7262370" y="20169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2" name="pt39072"/>
            <p:cNvSpPr/>
            <p:nvPr/>
          </p:nvSpPr>
          <p:spPr>
            <a:xfrm>
              <a:off x="7171722" y="1976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3" name="pt39073"/>
            <p:cNvSpPr/>
            <p:nvPr/>
          </p:nvSpPr>
          <p:spPr>
            <a:xfrm>
              <a:off x="6807348" y="2214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4" name="pt39074"/>
            <p:cNvSpPr/>
            <p:nvPr/>
          </p:nvSpPr>
          <p:spPr>
            <a:xfrm>
              <a:off x="7065907" y="2023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5" name="pt39075"/>
            <p:cNvSpPr/>
            <p:nvPr/>
          </p:nvSpPr>
          <p:spPr>
            <a:xfrm>
              <a:off x="7281166" y="2077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6" name="pt39076"/>
            <p:cNvSpPr/>
            <p:nvPr/>
          </p:nvSpPr>
          <p:spPr>
            <a:xfrm>
              <a:off x="7135138" y="2263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7" name="pt39077"/>
            <p:cNvSpPr/>
            <p:nvPr/>
          </p:nvSpPr>
          <p:spPr>
            <a:xfrm>
              <a:off x="7086123" y="1957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8" name="pt39078"/>
            <p:cNvSpPr/>
            <p:nvPr/>
          </p:nvSpPr>
          <p:spPr>
            <a:xfrm>
              <a:off x="7199847" y="20616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9" name="pt39079"/>
            <p:cNvSpPr/>
            <p:nvPr/>
          </p:nvSpPr>
          <p:spPr>
            <a:xfrm>
              <a:off x="7187332" y="21437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0" name="pt39080"/>
            <p:cNvSpPr/>
            <p:nvPr/>
          </p:nvSpPr>
          <p:spPr>
            <a:xfrm>
              <a:off x="7019706" y="2062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1" name="pt39081"/>
            <p:cNvSpPr/>
            <p:nvPr/>
          </p:nvSpPr>
          <p:spPr>
            <a:xfrm>
              <a:off x="7402263" y="26527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2" name="pt39082"/>
            <p:cNvSpPr/>
            <p:nvPr/>
          </p:nvSpPr>
          <p:spPr>
            <a:xfrm>
              <a:off x="7377730" y="18908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3" name="pt39083"/>
            <p:cNvSpPr/>
            <p:nvPr/>
          </p:nvSpPr>
          <p:spPr>
            <a:xfrm>
              <a:off x="7142766" y="21909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4" name="pt39084"/>
            <p:cNvSpPr/>
            <p:nvPr/>
          </p:nvSpPr>
          <p:spPr>
            <a:xfrm>
              <a:off x="7372377" y="24691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5" name="pt39085"/>
            <p:cNvSpPr/>
            <p:nvPr/>
          </p:nvSpPr>
          <p:spPr>
            <a:xfrm>
              <a:off x="6946673" y="2121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6" name="pt39086"/>
            <p:cNvSpPr/>
            <p:nvPr/>
          </p:nvSpPr>
          <p:spPr>
            <a:xfrm>
              <a:off x="7151324" y="2301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7" name="pt39087"/>
            <p:cNvSpPr/>
            <p:nvPr/>
          </p:nvSpPr>
          <p:spPr>
            <a:xfrm>
              <a:off x="6996579" y="21041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8" name="pt39088"/>
            <p:cNvSpPr/>
            <p:nvPr/>
          </p:nvSpPr>
          <p:spPr>
            <a:xfrm>
              <a:off x="7172481" y="1960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9" name="pt39089"/>
            <p:cNvSpPr/>
            <p:nvPr/>
          </p:nvSpPr>
          <p:spPr>
            <a:xfrm>
              <a:off x="7147378" y="2223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0" name="pt39090"/>
            <p:cNvSpPr/>
            <p:nvPr/>
          </p:nvSpPr>
          <p:spPr>
            <a:xfrm>
              <a:off x="6810872" y="2163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1" name="pt39091"/>
            <p:cNvSpPr/>
            <p:nvPr/>
          </p:nvSpPr>
          <p:spPr>
            <a:xfrm>
              <a:off x="7113349" y="21285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2" name="pt39092"/>
            <p:cNvSpPr/>
            <p:nvPr/>
          </p:nvSpPr>
          <p:spPr>
            <a:xfrm>
              <a:off x="6908218" y="2195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3" name="pt39093"/>
            <p:cNvSpPr/>
            <p:nvPr/>
          </p:nvSpPr>
          <p:spPr>
            <a:xfrm>
              <a:off x="7194314" y="20413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4" name="pt39094"/>
            <p:cNvSpPr/>
            <p:nvPr/>
          </p:nvSpPr>
          <p:spPr>
            <a:xfrm>
              <a:off x="7129716" y="20920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5" name="pt39095"/>
            <p:cNvSpPr/>
            <p:nvPr/>
          </p:nvSpPr>
          <p:spPr>
            <a:xfrm>
              <a:off x="7203896" y="20995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6" name="pt39096"/>
            <p:cNvSpPr/>
            <p:nvPr/>
          </p:nvSpPr>
          <p:spPr>
            <a:xfrm>
              <a:off x="7433760" y="2585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7" name="pt39097"/>
            <p:cNvSpPr/>
            <p:nvPr/>
          </p:nvSpPr>
          <p:spPr>
            <a:xfrm>
              <a:off x="7291846" y="20019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8" name="pt39098"/>
            <p:cNvSpPr/>
            <p:nvPr/>
          </p:nvSpPr>
          <p:spPr>
            <a:xfrm>
              <a:off x="7263555" y="1983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9" name="pt39099"/>
            <p:cNvSpPr/>
            <p:nvPr/>
          </p:nvSpPr>
          <p:spPr>
            <a:xfrm>
              <a:off x="7048009" y="22079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0" name="pt39100"/>
            <p:cNvSpPr/>
            <p:nvPr/>
          </p:nvSpPr>
          <p:spPr>
            <a:xfrm>
              <a:off x="6954490" y="207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1" name="pt39101"/>
            <p:cNvSpPr/>
            <p:nvPr/>
          </p:nvSpPr>
          <p:spPr>
            <a:xfrm>
              <a:off x="7167678" y="1961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2" name="pt39102"/>
            <p:cNvSpPr/>
            <p:nvPr/>
          </p:nvSpPr>
          <p:spPr>
            <a:xfrm>
              <a:off x="7122147" y="22522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3" name="pt39103"/>
            <p:cNvSpPr/>
            <p:nvPr/>
          </p:nvSpPr>
          <p:spPr>
            <a:xfrm>
              <a:off x="7188662" y="20781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4" name="pt39104"/>
            <p:cNvSpPr/>
            <p:nvPr/>
          </p:nvSpPr>
          <p:spPr>
            <a:xfrm>
              <a:off x="6813654" y="20608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5" name="pt39105"/>
            <p:cNvSpPr/>
            <p:nvPr/>
          </p:nvSpPr>
          <p:spPr>
            <a:xfrm>
              <a:off x="7170544" y="20346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6" name="pt39106"/>
            <p:cNvSpPr/>
            <p:nvPr/>
          </p:nvSpPr>
          <p:spPr>
            <a:xfrm>
              <a:off x="7230325" y="22064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7" name="pt39107"/>
            <p:cNvSpPr/>
            <p:nvPr/>
          </p:nvSpPr>
          <p:spPr>
            <a:xfrm>
              <a:off x="7160804" y="20761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8" name="pt39108"/>
            <p:cNvSpPr/>
            <p:nvPr/>
          </p:nvSpPr>
          <p:spPr>
            <a:xfrm>
              <a:off x="7245722" y="23097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9" name="pt39109"/>
            <p:cNvSpPr/>
            <p:nvPr/>
          </p:nvSpPr>
          <p:spPr>
            <a:xfrm>
              <a:off x="7160405" y="2040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0" name="pt39110"/>
            <p:cNvSpPr/>
            <p:nvPr/>
          </p:nvSpPr>
          <p:spPr>
            <a:xfrm>
              <a:off x="7066335" y="21147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1" name="pt39111"/>
            <p:cNvSpPr/>
            <p:nvPr/>
          </p:nvSpPr>
          <p:spPr>
            <a:xfrm>
              <a:off x="7040625" y="2176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2" name="pt39112"/>
            <p:cNvSpPr/>
            <p:nvPr/>
          </p:nvSpPr>
          <p:spPr>
            <a:xfrm>
              <a:off x="7062651" y="1861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3" name="pt39113"/>
            <p:cNvSpPr/>
            <p:nvPr/>
          </p:nvSpPr>
          <p:spPr>
            <a:xfrm>
              <a:off x="7246601" y="22952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4" name="pt39114"/>
            <p:cNvSpPr/>
            <p:nvPr/>
          </p:nvSpPr>
          <p:spPr>
            <a:xfrm>
              <a:off x="7253997" y="2117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5" name="pt39115"/>
            <p:cNvSpPr/>
            <p:nvPr/>
          </p:nvSpPr>
          <p:spPr>
            <a:xfrm>
              <a:off x="7163891" y="1933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6" name="pt39116"/>
            <p:cNvSpPr/>
            <p:nvPr/>
          </p:nvSpPr>
          <p:spPr>
            <a:xfrm>
              <a:off x="7238986" y="1865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7" name="pt39117"/>
            <p:cNvSpPr/>
            <p:nvPr/>
          </p:nvSpPr>
          <p:spPr>
            <a:xfrm>
              <a:off x="7364369" y="2293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8" name="pt39118"/>
            <p:cNvSpPr/>
            <p:nvPr/>
          </p:nvSpPr>
          <p:spPr>
            <a:xfrm>
              <a:off x="7194881" y="207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9" name="pt39119"/>
            <p:cNvSpPr/>
            <p:nvPr/>
          </p:nvSpPr>
          <p:spPr>
            <a:xfrm>
              <a:off x="7225231" y="20780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0" name="pt39120"/>
            <p:cNvSpPr/>
            <p:nvPr/>
          </p:nvSpPr>
          <p:spPr>
            <a:xfrm>
              <a:off x="7216944" y="21708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1" name="pt39121"/>
            <p:cNvSpPr/>
            <p:nvPr/>
          </p:nvSpPr>
          <p:spPr>
            <a:xfrm>
              <a:off x="7337534" y="21388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2" name="pt39122"/>
            <p:cNvSpPr/>
            <p:nvPr/>
          </p:nvSpPr>
          <p:spPr>
            <a:xfrm>
              <a:off x="7200809" y="20451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3" name="pt39123"/>
            <p:cNvSpPr/>
            <p:nvPr/>
          </p:nvSpPr>
          <p:spPr>
            <a:xfrm>
              <a:off x="6969066" y="18949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4" name="pt39124"/>
            <p:cNvSpPr/>
            <p:nvPr/>
          </p:nvSpPr>
          <p:spPr>
            <a:xfrm>
              <a:off x="7274002" y="1974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5" name="pt39125"/>
            <p:cNvSpPr/>
            <p:nvPr/>
          </p:nvSpPr>
          <p:spPr>
            <a:xfrm>
              <a:off x="7015104" y="18273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6" name="pt39126"/>
            <p:cNvSpPr/>
            <p:nvPr/>
          </p:nvSpPr>
          <p:spPr>
            <a:xfrm>
              <a:off x="7286861" y="19020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7" name="pt39127"/>
            <p:cNvSpPr/>
            <p:nvPr/>
          </p:nvSpPr>
          <p:spPr>
            <a:xfrm>
              <a:off x="7084274" y="2029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8" name="pt39128"/>
            <p:cNvSpPr/>
            <p:nvPr/>
          </p:nvSpPr>
          <p:spPr>
            <a:xfrm>
              <a:off x="7297771" y="20060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9" name="pt39129"/>
            <p:cNvSpPr/>
            <p:nvPr/>
          </p:nvSpPr>
          <p:spPr>
            <a:xfrm>
              <a:off x="7041173" y="2254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0" name="pt39130"/>
            <p:cNvSpPr/>
            <p:nvPr/>
          </p:nvSpPr>
          <p:spPr>
            <a:xfrm>
              <a:off x="7339194" y="21032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1" name="pt39131"/>
            <p:cNvSpPr/>
            <p:nvPr/>
          </p:nvSpPr>
          <p:spPr>
            <a:xfrm>
              <a:off x="7009221" y="1948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2" name="pt39132"/>
            <p:cNvSpPr/>
            <p:nvPr/>
          </p:nvSpPr>
          <p:spPr>
            <a:xfrm>
              <a:off x="7652246" y="24088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3" name="pt39133"/>
            <p:cNvSpPr/>
            <p:nvPr/>
          </p:nvSpPr>
          <p:spPr>
            <a:xfrm>
              <a:off x="7199448" y="19748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4" name="pt39134"/>
            <p:cNvSpPr/>
            <p:nvPr/>
          </p:nvSpPr>
          <p:spPr>
            <a:xfrm>
              <a:off x="7359839" y="24350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5" name="pt39135"/>
            <p:cNvSpPr/>
            <p:nvPr/>
          </p:nvSpPr>
          <p:spPr>
            <a:xfrm>
              <a:off x="6997774" y="19599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6" name="pt39136"/>
            <p:cNvSpPr/>
            <p:nvPr/>
          </p:nvSpPr>
          <p:spPr>
            <a:xfrm>
              <a:off x="7174269" y="2029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7" name="pt39137"/>
            <p:cNvSpPr/>
            <p:nvPr/>
          </p:nvSpPr>
          <p:spPr>
            <a:xfrm>
              <a:off x="7094101" y="22260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8" name="pt39138"/>
            <p:cNvSpPr/>
            <p:nvPr/>
          </p:nvSpPr>
          <p:spPr>
            <a:xfrm>
              <a:off x="7015775" y="18912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9" name="pt39139"/>
            <p:cNvSpPr/>
            <p:nvPr/>
          </p:nvSpPr>
          <p:spPr>
            <a:xfrm>
              <a:off x="7443374" y="3038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0" name="pt39140"/>
            <p:cNvSpPr/>
            <p:nvPr/>
          </p:nvSpPr>
          <p:spPr>
            <a:xfrm>
              <a:off x="6990549" y="1854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1" name="pt39141"/>
            <p:cNvSpPr/>
            <p:nvPr/>
          </p:nvSpPr>
          <p:spPr>
            <a:xfrm>
              <a:off x="7302051" y="2017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2" name="pt39142"/>
            <p:cNvSpPr/>
            <p:nvPr/>
          </p:nvSpPr>
          <p:spPr>
            <a:xfrm>
              <a:off x="6991717" y="1905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3" name="pt39143"/>
            <p:cNvSpPr/>
            <p:nvPr/>
          </p:nvSpPr>
          <p:spPr>
            <a:xfrm>
              <a:off x="7193738" y="19829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4" name="pt39144"/>
            <p:cNvSpPr/>
            <p:nvPr/>
          </p:nvSpPr>
          <p:spPr>
            <a:xfrm>
              <a:off x="7251975" y="20514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5" name="pt39145"/>
            <p:cNvSpPr/>
            <p:nvPr/>
          </p:nvSpPr>
          <p:spPr>
            <a:xfrm>
              <a:off x="7517641" y="2207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6" name="pt39146"/>
            <p:cNvSpPr/>
            <p:nvPr/>
          </p:nvSpPr>
          <p:spPr>
            <a:xfrm>
              <a:off x="7391896" y="2057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7" name="pt39147"/>
            <p:cNvSpPr/>
            <p:nvPr/>
          </p:nvSpPr>
          <p:spPr>
            <a:xfrm>
              <a:off x="7360610" y="23013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8" name="pt39148"/>
            <p:cNvSpPr/>
            <p:nvPr/>
          </p:nvSpPr>
          <p:spPr>
            <a:xfrm>
              <a:off x="7147558" y="23500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9" name="pt39149"/>
            <p:cNvSpPr/>
            <p:nvPr/>
          </p:nvSpPr>
          <p:spPr>
            <a:xfrm>
              <a:off x="7217121" y="2328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0" name="pt39150"/>
            <p:cNvSpPr/>
            <p:nvPr/>
          </p:nvSpPr>
          <p:spPr>
            <a:xfrm>
              <a:off x="6791424" y="24683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1" name="pt39151"/>
            <p:cNvSpPr/>
            <p:nvPr/>
          </p:nvSpPr>
          <p:spPr>
            <a:xfrm>
              <a:off x="7352602" y="21054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2" name="pt39152"/>
            <p:cNvSpPr/>
            <p:nvPr/>
          </p:nvSpPr>
          <p:spPr>
            <a:xfrm>
              <a:off x="7194299" y="2021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3" name="pt39153"/>
            <p:cNvSpPr/>
            <p:nvPr/>
          </p:nvSpPr>
          <p:spPr>
            <a:xfrm>
              <a:off x="7205696" y="217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4" name="pt39154"/>
            <p:cNvSpPr/>
            <p:nvPr/>
          </p:nvSpPr>
          <p:spPr>
            <a:xfrm>
              <a:off x="6962734" y="1990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5" name="pt39155"/>
            <p:cNvSpPr/>
            <p:nvPr/>
          </p:nvSpPr>
          <p:spPr>
            <a:xfrm>
              <a:off x="7124112" y="2153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6" name="pt39156"/>
            <p:cNvSpPr/>
            <p:nvPr/>
          </p:nvSpPr>
          <p:spPr>
            <a:xfrm>
              <a:off x="7248500" y="1998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7" name="pt39157"/>
            <p:cNvSpPr/>
            <p:nvPr/>
          </p:nvSpPr>
          <p:spPr>
            <a:xfrm>
              <a:off x="6817656" y="2219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8" name="pt39158"/>
            <p:cNvSpPr/>
            <p:nvPr/>
          </p:nvSpPr>
          <p:spPr>
            <a:xfrm>
              <a:off x="7067350" y="20115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9" name="pt39159"/>
            <p:cNvSpPr/>
            <p:nvPr/>
          </p:nvSpPr>
          <p:spPr>
            <a:xfrm>
              <a:off x="7091611" y="22289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0" name="pt39160"/>
            <p:cNvSpPr/>
            <p:nvPr/>
          </p:nvSpPr>
          <p:spPr>
            <a:xfrm>
              <a:off x="7249562" y="21779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1" name="pt39161"/>
            <p:cNvSpPr/>
            <p:nvPr/>
          </p:nvSpPr>
          <p:spPr>
            <a:xfrm>
              <a:off x="7234537" y="1976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2" name="pt39162"/>
            <p:cNvSpPr/>
            <p:nvPr/>
          </p:nvSpPr>
          <p:spPr>
            <a:xfrm>
              <a:off x="7091396" y="2235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3" name="pt39163"/>
            <p:cNvSpPr/>
            <p:nvPr/>
          </p:nvSpPr>
          <p:spPr>
            <a:xfrm>
              <a:off x="6901732" y="19657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4" name="pt39164"/>
            <p:cNvSpPr/>
            <p:nvPr/>
          </p:nvSpPr>
          <p:spPr>
            <a:xfrm>
              <a:off x="7366300" y="25324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5" name="pt39165"/>
            <p:cNvSpPr/>
            <p:nvPr/>
          </p:nvSpPr>
          <p:spPr>
            <a:xfrm>
              <a:off x="7301995" y="20852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6" name="pt39166"/>
            <p:cNvSpPr/>
            <p:nvPr/>
          </p:nvSpPr>
          <p:spPr>
            <a:xfrm>
              <a:off x="7186876" y="2204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7" name="pt39167"/>
            <p:cNvSpPr/>
            <p:nvPr/>
          </p:nvSpPr>
          <p:spPr>
            <a:xfrm>
              <a:off x="7087056" y="2206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8" name="pt39168"/>
            <p:cNvSpPr/>
            <p:nvPr/>
          </p:nvSpPr>
          <p:spPr>
            <a:xfrm>
              <a:off x="7424040" y="26758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9" name="pt39169"/>
            <p:cNvSpPr/>
            <p:nvPr/>
          </p:nvSpPr>
          <p:spPr>
            <a:xfrm>
              <a:off x="7076081" y="2197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0" name="pt39170"/>
            <p:cNvSpPr/>
            <p:nvPr/>
          </p:nvSpPr>
          <p:spPr>
            <a:xfrm>
              <a:off x="7349904" y="2187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1" name="pt39171"/>
            <p:cNvSpPr/>
            <p:nvPr/>
          </p:nvSpPr>
          <p:spPr>
            <a:xfrm>
              <a:off x="7233856" y="2099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2" name="pt39172"/>
            <p:cNvSpPr/>
            <p:nvPr/>
          </p:nvSpPr>
          <p:spPr>
            <a:xfrm>
              <a:off x="7067641" y="1964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3" name="pt39173"/>
            <p:cNvSpPr/>
            <p:nvPr/>
          </p:nvSpPr>
          <p:spPr>
            <a:xfrm>
              <a:off x="7087832" y="2175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4" name="pt39174"/>
            <p:cNvSpPr/>
            <p:nvPr/>
          </p:nvSpPr>
          <p:spPr>
            <a:xfrm>
              <a:off x="7262634" y="21159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5" name="pt39175"/>
            <p:cNvSpPr/>
            <p:nvPr/>
          </p:nvSpPr>
          <p:spPr>
            <a:xfrm>
              <a:off x="6799489" y="23484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6" name="pt39176"/>
            <p:cNvSpPr/>
            <p:nvPr/>
          </p:nvSpPr>
          <p:spPr>
            <a:xfrm>
              <a:off x="7124597" y="21678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7" name="pt39177"/>
            <p:cNvSpPr/>
            <p:nvPr/>
          </p:nvSpPr>
          <p:spPr>
            <a:xfrm>
              <a:off x="7097342" y="2222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8" name="pt39178"/>
            <p:cNvSpPr/>
            <p:nvPr/>
          </p:nvSpPr>
          <p:spPr>
            <a:xfrm>
              <a:off x="6981395" y="1999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9" name="pt39179"/>
            <p:cNvSpPr/>
            <p:nvPr/>
          </p:nvSpPr>
          <p:spPr>
            <a:xfrm>
              <a:off x="7295551" y="2050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0" name="pt39180"/>
            <p:cNvSpPr/>
            <p:nvPr/>
          </p:nvSpPr>
          <p:spPr>
            <a:xfrm>
              <a:off x="7107518" y="2178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1" name="pt39181"/>
            <p:cNvSpPr/>
            <p:nvPr/>
          </p:nvSpPr>
          <p:spPr>
            <a:xfrm>
              <a:off x="7025918" y="1827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2" name="pt39182"/>
            <p:cNvSpPr/>
            <p:nvPr/>
          </p:nvSpPr>
          <p:spPr>
            <a:xfrm>
              <a:off x="6991118" y="19457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3" name="pt39183"/>
            <p:cNvSpPr/>
            <p:nvPr/>
          </p:nvSpPr>
          <p:spPr>
            <a:xfrm>
              <a:off x="7032826" y="2057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4" name="pt39184"/>
            <p:cNvSpPr/>
            <p:nvPr/>
          </p:nvSpPr>
          <p:spPr>
            <a:xfrm>
              <a:off x="7137214" y="21953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5" name="pt39185"/>
            <p:cNvSpPr/>
            <p:nvPr/>
          </p:nvSpPr>
          <p:spPr>
            <a:xfrm>
              <a:off x="7105961" y="2253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6" name="pt39186"/>
            <p:cNvSpPr/>
            <p:nvPr/>
          </p:nvSpPr>
          <p:spPr>
            <a:xfrm>
              <a:off x="7168175" y="2020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7" name="pt39187"/>
            <p:cNvSpPr/>
            <p:nvPr/>
          </p:nvSpPr>
          <p:spPr>
            <a:xfrm>
              <a:off x="7031969" y="1971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8" name="pt39188"/>
            <p:cNvSpPr/>
            <p:nvPr/>
          </p:nvSpPr>
          <p:spPr>
            <a:xfrm>
              <a:off x="7274050" y="18843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9" name="pt39189"/>
            <p:cNvSpPr/>
            <p:nvPr/>
          </p:nvSpPr>
          <p:spPr>
            <a:xfrm>
              <a:off x="6888102" y="19106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0" name="pt39190"/>
            <p:cNvSpPr/>
            <p:nvPr/>
          </p:nvSpPr>
          <p:spPr>
            <a:xfrm>
              <a:off x="7212697" y="2392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1" name="pt39191"/>
            <p:cNvSpPr/>
            <p:nvPr/>
          </p:nvSpPr>
          <p:spPr>
            <a:xfrm>
              <a:off x="7235738" y="2145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2" name="pt39192"/>
            <p:cNvSpPr/>
            <p:nvPr/>
          </p:nvSpPr>
          <p:spPr>
            <a:xfrm>
              <a:off x="7019807" y="19686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3" name="pt39193"/>
            <p:cNvSpPr/>
            <p:nvPr/>
          </p:nvSpPr>
          <p:spPr>
            <a:xfrm>
              <a:off x="7372816" y="25078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4" name="pt39194"/>
            <p:cNvSpPr/>
            <p:nvPr/>
          </p:nvSpPr>
          <p:spPr>
            <a:xfrm>
              <a:off x="7001123" y="19459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5" name="pt39195"/>
            <p:cNvSpPr/>
            <p:nvPr/>
          </p:nvSpPr>
          <p:spPr>
            <a:xfrm>
              <a:off x="7129660" y="2175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6" name="pt39196"/>
            <p:cNvSpPr/>
            <p:nvPr/>
          </p:nvSpPr>
          <p:spPr>
            <a:xfrm>
              <a:off x="7134064" y="22287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7" name="pt39197"/>
            <p:cNvSpPr/>
            <p:nvPr/>
          </p:nvSpPr>
          <p:spPr>
            <a:xfrm>
              <a:off x="7217432" y="21918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8" name="pt39198"/>
            <p:cNvSpPr/>
            <p:nvPr/>
          </p:nvSpPr>
          <p:spPr>
            <a:xfrm>
              <a:off x="7098138" y="2199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9" name="pt39199"/>
            <p:cNvSpPr/>
            <p:nvPr/>
          </p:nvSpPr>
          <p:spPr>
            <a:xfrm>
              <a:off x="7127487" y="21338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0" name="pt39200"/>
            <p:cNvSpPr/>
            <p:nvPr/>
          </p:nvSpPr>
          <p:spPr>
            <a:xfrm>
              <a:off x="7015100" y="18440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1" name="pt39201"/>
            <p:cNvSpPr/>
            <p:nvPr/>
          </p:nvSpPr>
          <p:spPr>
            <a:xfrm>
              <a:off x="7161474" y="18871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2" name="pt39202"/>
            <p:cNvSpPr/>
            <p:nvPr/>
          </p:nvSpPr>
          <p:spPr>
            <a:xfrm>
              <a:off x="7085344" y="21290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3" name="pt39203"/>
            <p:cNvSpPr/>
            <p:nvPr/>
          </p:nvSpPr>
          <p:spPr>
            <a:xfrm>
              <a:off x="7383714" y="2221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4" name="pt39204"/>
            <p:cNvSpPr/>
            <p:nvPr/>
          </p:nvSpPr>
          <p:spPr>
            <a:xfrm>
              <a:off x="7122188" y="21741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5" name="pt39205"/>
            <p:cNvSpPr/>
            <p:nvPr/>
          </p:nvSpPr>
          <p:spPr>
            <a:xfrm>
              <a:off x="7434889" y="23380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6" name="pt39206"/>
            <p:cNvSpPr/>
            <p:nvPr/>
          </p:nvSpPr>
          <p:spPr>
            <a:xfrm>
              <a:off x="7158347" y="2073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7" name="pt39207"/>
            <p:cNvSpPr/>
            <p:nvPr/>
          </p:nvSpPr>
          <p:spPr>
            <a:xfrm>
              <a:off x="7479008" y="20372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8" name="pt39208"/>
            <p:cNvSpPr/>
            <p:nvPr/>
          </p:nvSpPr>
          <p:spPr>
            <a:xfrm>
              <a:off x="7014791" y="17954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9" name="pt39209"/>
            <p:cNvSpPr/>
            <p:nvPr/>
          </p:nvSpPr>
          <p:spPr>
            <a:xfrm>
              <a:off x="6910649" y="21546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0" name="pt39210"/>
            <p:cNvSpPr/>
            <p:nvPr/>
          </p:nvSpPr>
          <p:spPr>
            <a:xfrm>
              <a:off x="6916326" y="2124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1" name="pt39211"/>
            <p:cNvSpPr/>
            <p:nvPr/>
          </p:nvSpPr>
          <p:spPr>
            <a:xfrm>
              <a:off x="7354485" y="1947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2" name="pt39212"/>
            <p:cNvSpPr/>
            <p:nvPr/>
          </p:nvSpPr>
          <p:spPr>
            <a:xfrm>
              <a:off x="7076504" y="2077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3" name="pt39213"/>
            <p:cNvSpPr/>
            <p:nvPr/>
          </p:nvSpPr>
          <p:spPr>
            <a:xfrm>
              <a:off x="7357121" y="22582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4" name="pt39214"/>
            <p:cNvSpPr/>
            <p:nvPr/>
          </p:nvSpPr>
          <p:spPr>
            <a:xfrm>
              <a:off x="7649312" y="2369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5" name="pt39215"/>
            <p:cNvSpPr/>
            <p:nvPr/>
          </p:nvSpPr>
          <p:spPr>
            <a:xfrm>
              <a:off x="7162065" y="2185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6" name="pt39216"/>
            <p:cNvSpPr/>
            <p:nvPr/>
          </p:nvSpPr>
          <p:spPr>
            <a:xfrm>
              <a:off x="7382452" y="2307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7" name="pt39217"/>
            <p:cNvSpPr/>
            <p:nvPr/>
          </p:nvSpPr>
          <p:spPr>
            <a:xfrm>
              <a:off x="7186526" y="21261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8" name="pt39218"/>
            <p:cNvSpPr/>
            <p:nvPr/>
          </p:nvSpPr>
          <p:spPr>
            <a:xfrm>
              <a:off x="6960748" y="19744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9" name="pt39219"/>
            <p:cNvSpPr/>
            <p:nvPr/>
          </p:nvSpPr>
          <p:spPr>
            <a:xfrm>
              <a:off x="7112528" y="2173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0" name="pt39220"/>
            <p:cNvSpPr/>
            <p:nvPr/>
          </p:nvSpPr>
          <p:spPr>
            <a:xfrm>
              <a:off x="6902416" y="19074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1" name="pt39221"/>
            <p:cNvSpPr/>
            <p:nvPr/>
          </p:nvSpPr>
          <p:spPr>
            <a:xfrm>
              <a:off x="7328645" y="19576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2" name="pt39222"/>
            <p:cNvSpPr/>
            <p:nvPr/>
          </p:nvSpPr>
          <p:spPr>
            <a:xfrm>
              <a:off x="7152650" y="24222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3" name="pt39223"/>
            <p:cNvSpPr/>
            <p:nvPr/>
          </p:nvSpPr>
          <p:spPr>
            <a:xfrm>
              <a:off x="7147608" y="22509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4" name="pt39224"/>
            <p:cNvSpPr/>
            <p:nvPr/>
          </p:nvSpPr>
          <p:spPr>
            <a:xfrm>
              <a:off x="7177407" y="21169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5" name="pt39225"/>
            <p:cNvSpPr/>
            <p:nvPr/>
          </p:nvSpPr>
          <p:spPr>
            <a:xfrm>
              <a:off x="7140927" y="2368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6" name="pt39226"/>
            <p:cNvSpPr/>
            <p:nvPr/>
          </p:nvSpPr>
          <p:spPr>
            <a:xfrm>
              <a:off x="7234212" y="21255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7" name="pt39227"/>
            <p:cNvSpPr/>
            <p:nvPr/>
          </p:nvSpPr>
          <p:spPr>
            <a:xfrm>
              <a:off x="7203506" y="22555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8" name="pt39228"/>
            <p:cNvSpPr/>
            <p:nvPr/>
          </p:nvSpPr>
          <p:spPr>
            <a:xfrm>
              <a:off x="6981613" y="20828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9" name="pt39229"/>
            <p:cNvSpPr/>
            <p:nvPr/>
          </p:nvSpPr>
          <p:spPr>
            <a:xfrm>
              <a:off x="7022590" y="19661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0" name="pt39230"/>
            <p:cNvSpPr/>
            <p:nvPr/>
          </p:nvSpPr>
          <p:spPr>
            <a:xfrm>
              <a:off x="7283524" y="20795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1" name="pt39231"/>
            <p:cNvSpPr/>
            <p:nvPr/>
          </p:nvSpPr>
          <p:spPr>
            <a:xfrm>
              <a:off x="7191308" y="20014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2" name="pt39232"/>
            <p:cNvSpPr/>
            <p:nvPr/>
          </p:nvSpPr>
          <p:spPr>
            <a:xfrm>
              <a:off x="7098036" y="22544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3" name="pt39233"/>
            <p:cNvSpPr/>
            <p:nvPr/>
          </p:nvSpPr>
          <p:spPr>
            <a:xfrm>
              <a:off x="7909512" y="2510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4" name="pt39234"/>
            <p:cNvSpPr/>
            <p:nvPr/>
          </p:nvSpPr>
          <p:spPr>
            <a:xfrm>
              <a:off x="7199891" y="1962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5" name="pt39235"/>
            <p:cNvSpPr/>
            <p:nvPr/>
          </p:nvSpPr>
          <p:spPr>
            <a:xfrm>
              <a:off x="7430540" y="21342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6" name="pt39236"/>
            <p:cNvSpPr/>
            <p:nvPr/>
          </p:nvSpPr>
          <p:spPr>
            <a:xfrm>
              <a:off x="7025891" y="1866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7" name="pt39237"/>
            <p:cNvSpPr/>
            <p:nvPr/>
          </p:nvSpPr>
          <p:spPr>
            <a:xfrm>
              <a:off x="6901053" y="18651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8" name="pt39238"/>
            <p:cNvSpPr/>
            <p:nvPr/>
          </p:nvSpPr>
          <p:spPr>
            <a:xfrm>
              <a:off x="7094255" y="2216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9" name="pt39239"/>
            <p:cNvSpPr/>
            <p:nvPr/>
          </p:nvSpPr>
          <p:spPr>
            <a:xfrm>
              <a:off x="7135338" y="21450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0" name="pt39240"/>
            <p:cNvSpPr/>
            <p:nvPr/>
          </p:nvSpPr>
          <p:spPr>
            <a:xfrm>
              <a:off x="7244086" y="21567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1" name="pt39241"/>
            <p:cNvSpPr/>
            <p:nvPr/>
          </p:nvSpPr>
          <p:spPr>
            <a:xfrm>
              <a:off x="7270662" y="2034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2" name="pt39242"/>
            <p:cNvSpPr/>
            <p:nvPr/>
          </p:nvSpPr>
          <p:spPr>
            <a:xfrm>
              <a:off x="7098845" y="2145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3" name="pt39243"/>
            <p:cNvSpPr/>
            <p:nvPr/>
          </p:nvSpPr>
          <p:spPr>
            <a:xfrm>
              <a:off x="7232337" y="2242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4" name="pt39244"/>
            <p:cNvSpPr/>
            <p:nvPr/>
          </p:nvSpPr>
          <p:spPr>
            <a:xfrm>
              <a:off x="7517890" y="2313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5" name="pt39245"/>
            <p:cNvSpPr/>
            <p:nvPr/>
          </p:nvSpPr>
          <p:spPr>
            <a:xfrm>
              <a:off x="7127154" y="2138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6" name="pt39246"/>
            <p:cNvSpPr/>
            <p:nvPr/>
          </p:nvSpPr>
          <p:spPr>
            <a:xfrm>
              <a:off x="7118937" y="211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7" name="pt39247"/>
            <p:cNvSpPr/>
            <p:nvPr/>
          </p:nvSpPr>
          <p:spPr>
            <a:xfrm>
              <a:off x="7098032" y="22487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8" name="pt39248"/>
            <p:cNvSpPr/>
            <p:nvPr/>
          </p:nvSpPr>
          <p:spPr>
            <a:xfrm>
              <a:off x="6966616" y="1976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9" name="pt39249"/>
            <p:cNvSpPr/>
            <p:nvPr/>
          </p:nvSpPr>
          <p:spPr>
            <a:xfrm>
              <a:off x="7281630" y="21070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0" name="pt39250"/>
            <p:cNvSpPr/>
            <p:nvPr/>
          </p:nvSpPr>
          <p:spPr>
            <a:xfrm>
              <a:off x="6863136" y="23102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1" name="pt39251"/>
            <p:cNvSpPr/>
            <p:nvPr/>
          </p:nvSpPr>
          <p:spPr>
            <a:xfrm>
              <a:off x="7062246" y="18908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2" name="pt39252"/>
            <p:cNvSpPr/>
            <p:nvPr/>
          </p:nvSpPr>
          <p:spPr>
            <a:xfrm>
              <a:off x="7102891" y="21063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3" name="pt39253"/>
            <p:cNvSpPr/>
            <p:nvPr/>
          </p:nvSpPr>
          <p:spPr>
            <a:xfrm>
              <a:off x="7378305" y="2198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4" name="pt39254"/>
            <p:cNvSpPr/>
            <p:nvPr/>
          </p:nvSpPr>
          <p:spPr>
            <a:xfrm>
              <a:off x="7190553" y="2098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5" name="pt39255"/>
            <p:cNvSpPr/>
            <p:nvPr/>
          </p:nvSpPr>
          <p:spPr>
            <a:xfrm>
              <a:off x="6975253" y="21294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6" name="pt39256"/>
            <p:cNvSpPr/>
            <p:nvPr/>
          </p:nvSpPr>
          <p:spPr>
            <a:xfrm>
              <a:off x="7272110" y="19116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7" name="pt39257"/>
            <p:cNvSpPr/>
            <p:nvPr/>
          </p:nvSpPr>
          <p:spPr>
            <a:xfrm>
              <a:off x="7001388" y="19935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8" name="pt39258"/>
            <p:cNvSpPr/>
            <p:nvPr/>
          </p:nvSpPr>
          <p:spPr>
            <a:xfrm>
              <a:off x="7110199" y="2094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9" name="pt39259"/>
            <p:cNvSpPr/>
            <p:nvPr/>
          </p:nvSpPr>
          <p:spPr>
            <a:xfrm>
              <a:off x="7130734" y="2063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0" name="pt39260"/>
            <p:cNvSpPr/>
            <p:nvPr/>
          </p:nvSpPr>
          <p:spPr>
            <a:xfrm>
              <a:off x="7164945" y="2074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1" name="pt39261"/>
            <p:cNvSpPr/>
            <p:nvPr/>
          </p:nvSpPr>
          <p:spPr>
            <a:xfrm>
              <a:off x="6946024" y="2199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2" name="pt39262"/>
            <p:cNvSpPr/>
            <p:nvPr/>
          </p:nvSpPr>
          <p:spPr>
            <a:xfrm>
              <a:off x="7132064" y="2186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3" name="pt39263"/>
            <p:cNvSpPr/>
            <p:nvPr/>
          </p:nvSpPr>
          <p:spPr>
            <a:xfrm>
              <a:off x="7142928" y="2258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4" name="pt39264"/>
            <p:cNvSpPr/>
            <p:nvPr/>
          </p:nvSpPr>
          <p:spPr>
            <a:xfrm>
              <a:off x="6845812" y="2224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5" name="pt39265"/>
            <p:cNvSpPr/>
            <p:nvPr/>
          </p:nvSpPr>
          <p:spPr>
            <a:xfrm>
              <a:off x="7254788" y="21067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6" name="pt39266"/>
            <p:cNvSpPr/>
            <p:nvPr/>
          </p:nvSpPr>
          <p:spPr>
            <a:xfrm>
              <a:off x="6932695" y="2142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7" name="pt39267"/>
            <p:cNvSpPr/>
            <p:nvPr/>
          </p:nvSpPr>
          <p:spPr>
            <a:xfrm>
              <a:off x="7223181" y="20227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8" name="pt39268"/>
            <p:cNvSpPr/>
            <p:nvPr/>
          </p:nvSpPr>
          <p:spPr>
            <a:xfrm>
              <a:off x="7235375" y="1933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9" name="pt39269"/>
            <p:cNvSpPr/>
            <p:nvPr/>
          </p:nvSpPr>
          <p:spPr>
            <a:xfrm>
              <a:off x="7091316" y="21765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0" name="pt39270"/>
            <p:cNvSpPr/>
            <p:nvPr/>
          </p:nvSpPr>
          <p:spPr>
            <a:xfrm>
              <a:off x="7067364" y="21138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1" name="pt39271"/>
            <p:cNvSpPr/>
            <p:nvPr/>
          </p:nvSpPr>
          <p:spPr>
            <a:xfrm>
              <a:off x="7281908" y="2073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2" name="pt39272"/>
            <p:cNvSpPr/>
            <p:nvPr/>
          </p:nvSpPr>
          <p:spPr>
            <a:xfrm>
              <a:off x="7595927" y="2165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3" name="pt39273"/>
            <p:cNvSpPr/>
            <p:nvPr/>
          </p:nvSpPr>
          <p:spPr>
            <a:xfrm>
              <a:off x="7049804" y="2293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4" name="pt39274"/>
            <p:cNvSpPr/>
            <p:nvPr/>
          </p:nvSpPr>
          <p:spPr>
            <a:xfrm>
              <a:off x="7583676" y="2061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5" name="pt39275"/>
            <p:cNvSpPr/>
            <p:nvPr/>
          </p:nvSpPr>
          <p:spPr>
            <a:xfrm>
              <a:off x="7182894" y="21807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6" name="pt39276"/>
            <p:cNvSpPr/>
            <p:nvPr/>
          </p:nvSpPr>
          <p:spPr>
            <a:xfrm>
              <a:off x="7299445" y="19352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7" name="pt39277"/>
            <p:cNvSpPr/>
            <p:nvPr/>
          </p:nvSpPr>
          <p:spPr>
            <a:xfrm>
              <a:off x="7045545" y="22023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8" name="pt39278"/>
            <p:cNvSpPr/>
            <p:nvPr/>
          </p:nvSpPr>
          <p:spPr>
            <a:xfrm>
              <a:off x="7265230" y="21483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9" name="pt39279"/>
            <p:cNvSpPr/>
            <p:nvPr/>
          </p:nvSpPr>
          <p:spPr>
            <a:xfrm>
              <a:off x="7189421" y="20162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0" name="pt39280"/>
            <p:cNvSpPr/>
            <p:nvPr/>
          </p:nvSpPr>
          <p:spPr>
            <a:xfrm>
              <a:off x="6913560" y="22588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1" name="pt39281"/>
            <p:cNvSpPr/>
            <p:nvPr/>
          </p:nvSpPr>
          <p:spPr>
            <a:xfrm>
              <a:off x="7067187" y="1978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2" name="pt39282"/>
            <p:cNvSpPr/>
            <p:nvPr/>
          </p:nvSpPr>
          <p:spPr>
            <a:xfrm>
              <a:off x="7227165" y="21246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3" name="pt39283"/>
            <p:cNvSpPr/>
            <p:nvPr/>
          </p:nvSpPr>
          <p:spPr>
            <a:xfrm>
              <a:off x="7165887" y="2026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4" name="pt39284"/>
            <p:cNvSpPr/>
            <p:nvPr/>
          </p:nvSpPr>
          <p:spPr>
            <a:xfrm>
              <a:off x="7013312" y="1743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5" name="pt39285"/>
            <p:cNvSpPr/>
            <p:nvPr/>
          </p:nvSpPr>
          <p:spPr>
            <a:xfrm>
              <a:off x="7300495" y="20683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6" name="pt39286"/>
            <p:cNvSpPr/>
            <p:nvPr/>
          </p:nvSpPr>
          <p:spPr>
            <a:xfrm>
              <a:off x="6932654" y="2092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7" name="pt39287"/>
            <p:cNvSpPr/>
            <p:nvPr/>
          </p:nvSpPr>
          <p:spPr>
            <a:xfrm>
              <a:off x="7067170" y="21353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8" name="pt39288"/>
            <p:cNvSpPr/>
            <p:nvPr/>
          </p:nvSpPr>
          <p:spPr>
            <a:xfrm>
              <a:off x="6938601" y="1965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9" name="pt39289"/>
            <p:cNvSpPr/>
            <p:nvPr/>
          </p:nvSpPr>
          <p:spPr>
            <a:xfrm>
              <a:off x="7329291" y="1967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0" name="pt39290"/>
            <p:cNvSpPr/>
            <p:nvPr/>
          </p:nvSpPr>
          <p:spPr>
            <a:xfrm>
              <a:off x="7290612" y="18957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1" name="pt39291"/>
            <p:cNvSpPr/>
            <p:nvPr/>
          </p:nvSpPr>
          <p:spPr>
            <a:xfrm>
              <a:off x="7330200" y="2113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2" name="pt39292"/>
            <p:cNvSpPr/>
            <p:nvPr/>
          </p:nvSpPr>
          <p:spPr>
            <a:xfrm>
              <a:off x="6854985" y="2340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3" name="pt39293"/>
            <p:cNvSpPr/>
            <p:nvPr/>
          </p:nvSpPr>
          <p:spPr>
            <a:xfrm>
              <a:off x="7110064" y="21032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4" name="pt39294"/>
            <p:cNvSpPr/>
            <p:nvPr/>
          </p:nvSpPr>
          <p:spPr>
            <a:xfrm>
              <a:off x="7203683" y="2054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5" name="pt39295"/>
            <p:cNvSpPr/>
            <p:nvPr/>
          </p:nvSpPr>
          <p:spPr>
            <a:xfrm>
              <a:off x="7253317" y="20742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6" name="pt39296"/>
            <p:cNvSpPr/>
            <p:nvPr/>
          </p:nvSpPr>
          <p:spPr>
            <a:xfrm>
              <a:off x="7255765" y="21323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7" name="pt39297"/>
            <p:cNvSpPr/>
            <p:nvPr/>
          </p:nvSpPr>
          <p:spPr>
            <a:xfrm>
              <a:off x="7007990" y="20068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8" name="pt39298"/>
            <p:cNvSpPr/>
            <p:nvPr/>
          </p:nvSpPr>
          <p:spPr>
            <a:xfrm>
              <a:off x="7397981" y="21450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9" name="pt39299"/>
            <p:cNvSpPr/>
            <p:nvPr/>
          </p:nvSpPr>
          <p:spPr>
            <a:xfrm>
              <a:off x="7106180" y="2267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0" name="pt39300"/>
            <p:cNvSpPr/>
            <p:nvPr/>
          </p:nvSpPr>
          <p:spPr>
            <a:xfrm>
              <a:off x="6704713" y="15841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1" name="pt39301"/>
            <p:cNvSpPr/>
            <p:nvPr/>
          </p:nvSpPr>
          <p:spPr>
            <a:xfrm>
              <a:off x="6756005" y="18118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2" name="pt39302"/>
            <p:cNvSpPr/>
            <p:nvPr/>
          </p:nvSpPr>
          <p:spPr>
            <a:xfrm>
              <a:off x="7202259" y="2060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3" name="pt39303"/>
            <p:cNvSpPr/>
            <p:nvPr/>
          </p:nvSpPr>
          <p:spPr>
            <a:xfrm>
              <a:off x="7145139" y="2236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4" name="pt39304"/>
            <p:cNvSpPr/>
            <p:nvPr/>
          </p:nvSpPr>
          <p:spPr>
            <a:xfrm>
              <a:off x="6968221" y="18671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5" name="pt39305"/>
            <p:cNvSpPr/>
            <p:nvPr/>
          </p:nvSpPr>
          <p:spPr>
            <a:xfrm>
              <a:off x="6961661" y="20775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6" name="pt39306"/>
            <p:cNvSpPr/>
            <p:nvPr/>
          </p:nvSpPr>
          <p:spPr>
            <a:xfrm>
              <a:off x="6882459" y="21339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7" name="pt39307"/>
            <p:cNvSpPr/>
            <p:nvPr/>
          </p:nvSpPr>
          <p:spPr>
            <a:xfrm>
              <a:off x="7233758" y="2132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8" name="pt39308"/>
            <p:cNvSpPr/>
            <p:nvPr/>
          </p:nvSpPr>
          <p:spPr>
            <a:xfrm>
              <a:off x="7180541" y="21442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9" name="pt39309"/>
            <p:cNvSpPr/>
            <p:nvPr/>
          </p:nvSpPr>
          <p:spPr>
            <a:xfrm>
              <a:off x="7068268" y="2154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0" name="pt39310"/>
            <p:cNvSpPr/>
            <p:nvPr/>
          </p:nvSpPr>
          <p:spPr>
            <a:xfrm>
              <a:off x="7349336" y="2030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1" name="pt39311"/>
            <p:cNvSpPr/>
            <p:nvPr/>
          </p:nvSpPr>
          <p:spPr>
            <a:xfrm>
              <a:off x="7146209" y="2230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2" name="pt39312"/>
            <p:cNvSpPr/>
            <p:nvPr/>
          </p:nvSpPr>
          <p:spPr>
            <a:xfrm>
              <a:off x="7210760" y="2205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3" name="pt39313"/>
            <p:cNvSpPr/>
            <p:nvPr/>
          </p:nvSpPr>
          <p:spPr>
            <a:xfrm>
              <a:off x="7229376" y="20367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4" name="pt39314"/>
            <p:cNvSpPr/>
            <p:nvPr/>
          </p:nvSpPr>
          <p:spPr>
            <a:xfrm>
              <a:off x="6828770" y="19077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5" name="pt39315"/>
            <p:cNvSpPr/>
            <p:nvPr/>
          </p:nvSpPr>
          <p:spPr>
            <a:xfrm>
              <a:off x="7102593" y="2194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6" name="pt39316"/>
            <p:cNvSpPr/>
            <p:nvPr/>
          </p:nvSpPr>
          <p:spPr>
            <a:xfrm>
              <a:off x="6780497" y="2464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7" name="pt39317"/>
            <p:cNvSpPr/>
            <p:nvPr/>
          </p:nvSpPr>
          <p:spPr>
            <a:xfrm>
              <a:off x="7137116" y="2122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8" name="pt39318"/>
            <p:cNvSpPr/>
            <p:nvPr/>
          </p:nvSpPr>
          <p:spPr>
            <a:xfrm>
              <a:off x="7180014" y="20947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9" name="pt39319"/>
            <p:cNvSpPr/>
            <p:nvPr/>
          </p:nvSpPr>
          <p:spPr>
            <a:xfrm>
              <a:off x="6879938" y="22172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0" name="pt39320"/>
            <p:cNvSpPr/>
            <p:nvPr/>
          </p:nvSpPr>
          <p:spPr>
            <a:xfrm>
              <a:off x="7138729" y="2164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1" name="pt39321"/>
            <p:cNvSpPr/>
            <p:nvPr/>
          </p:nvSpPr>
          <p:spPr>
            <a:xfrm>
              <a:off x="7338712" y="21385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2" name="pt39322"/>
            <p:cNvSpPr/>
            <p:nvPr/>
          </p:nvSpPr>
          <p:spPr>
            <a:xfrm>
              <a:off x="7226928" y="23211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3" name="pt39323"/>
            <p:cNvSpPr/>
            <p:nvPr/>
          </p:nvSpPr>
          <p:spPr>
            <a:xfrm>
              <a:off x="7481945" y="231341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4" name="pt39324"/>
            <p:cNvSpPr/>
            <p:nvPr/>
          </p:nvSpPr>
          <p:spPr>
            <a:xfrm>
              <a:off x="7232461" y="2236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5" name="pt39325"/>
            <p:cNvSpPr/>
            <p:nvPr/>
          </p:nvSpPr>
          <p:spPr>
            <a:xfrm>
              <a:off x="7148646" y="23004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6" name="pt39326"/>
            <p:cNvSpPr/>
            <p:nvPr/>
          </p:nvSpPr>
          <p:spPr>
            <a:xfrm>
              <a:off x="7212432" y="2232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7" name="pt39327"/>
            <p:cNvSpPr/>
            <p:nvPr/>
          </p:nvSpPr>
          <p:spPr>
            <a:xfrm>
              <a:off x="7050922" y="23737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8" name="pt39328"/>
            <p:cNvSpPr/>
            <p:nvPr/>
          </p:nvSpPr>
          <p:spPr>
            <a:xfrm>
              <a:off x="7106147" y="22233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9" name="pt39329"/>
            <p:cNvSpPr/>
            <p:nvPr/>
          </p:nvSpPr>
          <p:spPr>
            <a:xfrm>
              <a:off x="7148010" y="23040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0" name="pt39330"/>
            <p:cNvSpPr/>
            <p:nvPr/>
          </p:nvSpPr>
          <p:spPr>
            <a:xfrm>
              <a:off x="7053202" y="23546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1" name="pt39331"/>
            <p:cNvSpPr/>
            <p:nvPr/>
          </p:nvSpPr>
          <p:spPr>
            <a:xfrm>
              <a:off x="7329320" y="20030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2" name="pt39332"/>
            <p:cNvSpPr/>
            <p:nvPr/>
          </p:nvSpPr>
          <p:spPr>
            <a:xfrm>
              <a:off x="7228824" y="19720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3" name="pt39333"/>
            <p:cNvSpPr/>
            <p:nvPr/>
          </p:nvSpPr>
          <p:spPr>
            <a:xfrm>
              <a:off x="7212054" y="23184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4" name="pt39334"/>
            <p:cNvSpPr/>
            <p:nvPr/>
          </p:nvSpPr>
          <p:spPr>
            <a:xfrm>
              <a:off x="6866623" y="20567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5" name="pt39335"/>
            <p:cNvSpPr/>
            <p:nvPr/>
          </p:nvSpPr>
          <p:spPr>
            <a:xfrm>
              <a:off x="7368617" y="25806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6" name="pt39336"/>
            <p:cNvSpPr/>
            <p:nvPr/>
          </p:nvSpPr>
          <p:spPr>
            <a:xfrm>
              <a:off x="7067590" y="20311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7" name="pt39337"/>
            <p:cNvSpPr/>
            <p:nvPr/>
          </p:nvSpPr>
          <p:spPr>
            <a:xfrm>
              <a:off x="7228569" y="2159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8" name="pt39338"/>
            <p:cNvSpPr/>
            <p:nvPr/>
          </p:nvSpPr>
          <p:spPr>
            <a:xfrm>
              <a:off x="7159740" y="2043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9" name="pt39339"/>
            <p:cNvSpPr/>
            <p:nvPr/>
          </p:nvSpPr>
          <p:spPr>
            <a:xfrm>
              <a:off x="7183913" y="2196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0" name="pt39340"/>
            <p:cNvSpPr/>
            <p:nvPr/>
          </p:nvSpPr>
          <p:spPr>
            <a:xfrm>
              <a:off x="7388836" y="18950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1" name="pt39341"/>
            <p:cNvSpPr/>
            <p:nvPr/>
          </p:nvSpPr>
          <p:spPr>
            <a:xfrm>
              <a:off x="7202620" y="20247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2" name="pt39342"/>
            <p:cNvSpPr/>
            <p:nvPr/>
          </p:nvSpPr>
          <p:spPr>
            <a:xfrm>
              <a:off x="7275438" y="2055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3" name="pt39343"/>
            <p:cNvSpPr/>
            <p:nvPr/>
          </p:nvSpPr>
          <p:spPr>
            <a:xfrm>
              <a:off x="7324014" y="20939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4" name="pt39344"/>
            <p:cNvSpPr/>
            <p:nvPr/>
          </p:nvSpPr>
          <p:spPr>
            <a:xfrm>
              <a:off x="7083132" y="21199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5" name="pt39345"/>
            <p:cNvSpPr/>
            <p:nvPr/>
          </p:nvSpPr>
          <p:spPr>
            <a:xfrm>
              <a:off x="7039836" y="22998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6" name="pt39346"/>
            <p:cNvSpPr/>
            <p:nvPr/>
          </p:nvSpPr>
          <p:spPr>
            <a:xfrm>
              <a:off x="7335726" y="21023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7" name="pt39347"/>
            <p:cNvSpPr/>
            <p:nvPr/>
          </p:nvSpPr>
          <p:spPr>
            <a:xfrm>
              <a:off x="7176244" y="20441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8" name="pt39348"/>
            <p:cNvSpPr/>
            <p:nvPr/>
          </p:nvSpPr>
          <p:spPr>
            <a:xfrm>
              <a:off x="7335827" y="19357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9" name="pt39349"/>
            <p:cNvSpPr/>
            <p:nvPr/>
          </p:nvSpPr>
          <p:spPr>
            <a:xfrm>
              <a:off x="7727771" y="2415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0" name="pt39350"/>
            <p:cNvSpPr/>
            <p:nvPr/>
          </p:nvSpPr>
          <p:spPr>
            <a:xfrm>
              <a:off x="7002637" y="20712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1" name="pt39351"/>
            <p:cNvSpPr/>
            <p:nvPr/>
          </p:nvSpPr>
          <p:spPr>
            <a:xfrm>
              <a:off x="7358550" y="22910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2" name="pt39352"/>
            <p:cNvSpPr/>
            <p:nvPr/>
          </p:nvSpPr>
          <p:spPr>
            <a:xfrm>
              <a:off x="7279018" y="21003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3" name="pt39353"/>
            <p:cNvSpPr/>
            <p:nvPr/>
          </p:nvSpPr>
          <p:spPr>
            <a:xfrm>
              <a:off x="7101416" y="22355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4" name="pt39354"/>
            <p:cNvSpPr/>
            <p:nvPr/>
          </p:nvSpPr>
          <p:spPr>
            <a:xfrm>
              <a:off x="7119068" y="21641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5" name="pt39355"/>
            <p:cNvSpPr/>
            <p:nvPr/>
          </p:nvSpPr>
          <p:spPr>
            <a:xfrm>
              <a:off x="7128491" y="2052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6" name="pt39356"/>
            <p:cNvSpPr/>
            <p:nvPr/>
          </p:nvSpPr>
          <p:spPr>
            <a:xfrm>
              <a:off x="7386541" y="20969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7" name="pt39357"/>
            <p:cNvSpPr/>
            <p:nvPr/>
          </p:nvSpPr>
          <p:spPr>
            <a:xfrm>
              <a:off x="6827966" y="2185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8" name="pt39358"/>
            <p:cNvSpPr/>
            <p:nvPr/>
          </p:nvSpPr>
          <p:spPr>
            <a:xfrm>
              <a:off x="7230831" y="20960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9" name="pt39359"/>
            <p:cNvSpPr/>
            <p:nvPr/>
          </p:nvSpPr>
          <p:spPr>
            <a:xfrm>
              <a:off x="7434160" y="269410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0" name="pt39360"/>
            <p:cNvSpPr/>
            <p:nvPr/>
          </p:nvSpPr>
          <p:spPr>
            <a:xfrm>
              <a:off x="7269743" y="18336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1" name="pt39361"/>
            <p:cNvSpPr/>
            <p:nvPr/>
          </p:nvSpPr>
          <p:spPr>
            <a:xfrm>
              <a:off x="7151610" y="2250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2" name="pt39362"/>
            <p:cNvSpPr/>
            <p:nvPr/>
          </p:nvSpPr>
          <p:spPr>
            <a:xfrm>
              <a:off x="7323324" y="21288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3" name="pt39363"/>
            <p:cNvSpPr/>
            <p:nvPr/>
          </p:nvSpPr>
          <p:spPr>
            <a:xfrm>
              <a:off x="6890088" y="2057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4" name="pt39364"/>
            <p:cNvSpPr/>
            <p:nvPr/>
          </p:nvSpPr>
          <p:spPr>
            <a:xfrm>
              <a:off x="6940618" y="19991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5" name="pt39365"/>
            <p:cNvSpPr/>
            <p:nvPr/>
          </p:nvSpPr>
          <p:spPr>
            <a:xfrm>
              <a:off x="7254987" y="19051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6" name="pt39366"/>
            <p:cNvSpPr/>
            <p:nvPr/>
          </p:nvSpPr>
          <p:spPr>
            <a:xfrm>
              <a:off x="7027993" y="18032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7" name="pt39367"/>
            <p:cNvSpPr/>
            <p:nvPr/>
          </p:nvSpPr>
          <p:spPr>
            <a:xfrm>
              <a:off x="7045901" y="2296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8" name="pt39368"/>
            <p:cNvSpPr/>
            <p:nvPr/>
          </p:nvSpPr>
          <p:spPr>
            <a:xfrm>
              <a:off x="7109669" y="21694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9" name="pt39369"/>
            <p:cNvSpPr/>
            <p:nvPr/>
          </p:nvSpPr>
          <p:spPr>
            <a:xfrm>
              <a:off x="6913302" y="22197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0" name="pt39370"/>
            <p:cNvSpPr/>
            <p:nvPr/>
          </p:nvSpPr>
          <p:spPr>
            <a:xfrm>
              <a:off x="7138002" y="22162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1" name="pt39371"/>
            <p:cNvSpPr/>
            <p:nvPr/>
          </p:nvSpPr>
          <p:spPr>
            <a:xfrm>
              <a:off x="7184891" y="21314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2" name="pt39372"/>
            <p:cNvSpPr/>
            <p:nvPr/>
          </p:nvSpPr>
          <p:spPr>
            <a:xfrm>
              <a:off x="7138472" y="2135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3" name="pt39373"/>
            <p:cNvSpPr/>
            <p:nvPr/>
          </p:nvSpPr>
          <p:spPr>
            <a:xfrm>
              <a:off x="7091451" y="2292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4" name="pt39374"/>
            <p:cNvSpPr/>
            <p:nvPr/>
          </p:nvSpPr>
          <p:spPr>
            <a:xfrm>
              <a:off x="7388229" y="19930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5" name="pt39375"/>
            <p:cNvSpPr/>
            <p:nvPr/>
          </p:nvSpPr>
          <p:spPr>
            <a:xfrm>
              <a:off x="7178311" y="21203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6" name="pt39376"/>
            <p:cNvSpPr/>
            <p:nvPr/>
          </p:nvSpPr>
          <p:spPr>
            <a:xfrm>
              <a:off x="7192010" y="20516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7" name="pt39377"/>
            <p:cNvSpPr/>
            <p:nvPr/>
          </p:nvSpPr>
          <p:spPr>
            <a:xfrm>
              <a:off x="6794839" y="2631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8" name="pt39378"/>
            <p:cNvSpPr/>
            <p:nvPr/>
          </p:nvSpPr>
          <p:spPr>
            <a:xfrm>
              <a:off x="7101534" y="22831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9" name="pt39379"/>
            <p:cNvSpPr/>
            <p:nvPr/>
          </p:nvSpPr>
          <p:spPr>
            <a:xfrm>
              <a:off x="7195859" y="19954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0" name="pt39380"/>
            <p:cNvSpPr/>
            <p:nvPr/>
          </p:nvSpPr>
          <p:spPr>
            <a:xfrm>
              <a:off x="6782223" y="28771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1" name="pt39381"/>
            <p:cNvSpPr/>
            <p:nvPr/>
          </p:nvSpPr>
          <p:spPr>
            <a:xfrm>
              <a:off x="7052469" y="2328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2" name="pt39382"/>
            <p:cNvSpPr/>
            <p:nvPr/>
          </p:nvSpPr>
          <p:spPr>
            <a:xfrm>
              <a:off x="6875978" y="23213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3" name="pt39383"/>
            <p:cNvSpPr/>
            <p:nvPr/>
          </p:nvSpPr>
          <p:spPr>
            <a:xfrm>
              <a:off x="7008453" y="20508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4" name="pt39384"/>
            <p:cNvSpPr/>
            <p:nvPr/>
          </p:nvSpPr>
          <p:spPr>
            <a:xfrm>
              <a:off x="6956192" y="21179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5" name="pt39385"/>
            <p:cNvSpPr/>
            <p:nvPr/>
          </p:nvSpPr>
          <p:spPr>
            <a:xfrm>
              <a:off x="7299608" y="20109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6" name="pt39386"/>
            <p:cNvSpPr/>
            <p:nvPr/>
          </p:nvSpPr>
          <p:spPr>
            <a:xfrm>
              <a:off x="7211344" y="2419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7" name="pt39387"/>
            <p:cNvSpPr/>
            <p:nvPr/>
          </p:nvSpPr>
          <p:spPr>
            <a:xfrm>
              <a:off x="7324639" y="2038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8" name="pt39388"/>
            <p:cNvSpPr/>
            <p:nvPr/>
          </p:nvSpPr>
          <p:spPr>
            <a:xfrm>
              <a:off x="7286511" y="1956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9" name="pt39389"/>
            <p:cNvSpPr/>
            <p:nvPr/>
          </p:nvSpPr>
          <p:spPr>
            <a:xfrm>
              <a:off x="7333715" y="1928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0" name="pt39390"/>
            <p:cNvSpPr/>
            <p:nvPr/>
          </p:nvSpPr>
          <p:spPr>
            <a:xfrm>
              <a:off x="7126622" y="21463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1" name="pt39391"/>
            <p:cNvSpPr/>
            <p:nvPr/>
          </p:nvSpPr>
          <p:spPr>
            <a:xfrm>
              <a:off x="7028535" y="19445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2" name="pt39392"/>
            <p:cNvSpPr/>
            <p:nvPr/>
          </p:nvSpPr>
          <p:spPr>
            <a:xfrm>
              <a:off x="7243949" y="21963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3" name="pt39393"/>
            <p:cNvSpPr/>
            <p:nvPr/>
          </p:nvSpPr>
          <p:spPr>
            <a:xfrm>
              <a:off x="7190178" y="21106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4" name="pt39394"/>
            <p:cNvSpPr/>
            <p:nvPr/>
          </p:nvSpPr>
          <p:spPr>
            <a:xfrm>
              <a:off x="7107442" y="21656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5" name="pt39395"/>
            <p:cNvSpPr/>
            <p:nvPr/>
          </p:nvSpPr>
          <p:spPr>
            <a:xfrm>
              <a:off x="7160899" y="21214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6" name="pt39396"/>
            <p:cNvSpPr/>
            <p:nvPr/>
          </p:nvSpPr>
          <p:spPr>
            <a:xfrm>
              <a:off x="7321642" y="19591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7" name="pt39397"/>
            <p:cNvSpPr/>
            <p:nvPr/>
          </p:nvSpPr>
          <p:spPr>
            <a:xfrm>
              <a:off x="7433874" y="25991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8" name="pt39398"/>
            <p:cNvSpPr/>
            <p:nvPr/>
          </p:nvSpPr>
          <p:spPr>
            <a:xfrm>
              <a:off x="7174258" y="20516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9" name="pt39399"/>
            <p:cNvSpPr/>
            <p:nvPr/>
          </p:nvSpPr>
          <p:spPr>
            <a:xfrm>
              <a:off x="7601757" y="2126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0" name="pt39400"/>
            <p:cNvSpPr/>
            <p:nvPr/>
          </p:nvSpPr>
          <p:spPr>
            <a:xfrm>
              <a:off x="6879416" y="20918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1" name="pt39401"/>
            <p:cNvSpPr/>
            <p:nvPr/>
          </p:nvSpPr>
          <p:spPr>
            <a:xfrm>
              <a:off x="7260656" y="207478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2" name="pt39402"/>
            <p:cNvSpPr/>
            <p:nvPr/>
          </p:nvSpPr>
          <p:spPr>
            <a:xfrm>
              <a:off x="7002484" y="19768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3" name="pt39403"/>
            <p:cNvSpPr/>
            <p:nvPr/>
          </p:nvSpPr>
          <p:spPr>
            <a:xfrm>
              <a:off x="7160455" y="211727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4" name="pt39404"/>
            <p:cNvSpPr/>
            <p:nvPr/>
          </p:nvSpPr>
          <p:spPr>
            <a:xfrm>
              <a:off x="6915573" y="2074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5" name="pt39405"/>
            <p:cNvSpPr/>
            <p:nvPr/>
          </p:nvSpPr>
          <p:spPr>
            <a:xfrm>
              <a:off x="7039033" y="21825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6" name="pt39406"/>
            <p:cNvSpPr/>
            <p:nvPr/>
          </p:nvSpPr>
          <p:spPr>
            <a:xfrm>
              <a:off x="7325900" y="19749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7" name="pt39407"/>
            <p:cNvSpPr/>
            <p:nvPr/>
          </p:nvSpPr>
          <p:spPr>
            <a:xfrm>
              <a:off x="7440163" y="24864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8" name="pt39408"/>
            <p:cNvSpPr/>
            <p:nvPr/>
          </p:nvSpPr>
          <p:spPr>
            <a:xfrm>
              <a:off x="7237108" y="2144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9" name="pt39409"/>
            <p:cNvSpPr/>
            <p:nvPr/>
          </p:nvSpPr>
          <p:spPr>
            <a:xfrm>
              <a:off x="7339102" y="1940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0" name="pt39410"/>
            <p:cNvSpPr/>
            <p:nvPr/>
          </p:nvSpPr>
          <p:spPr>
            <a:xfrm>
              <a:off x="7105686" y="21718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1" name="pt39411"/>
            <p:cNvSpPr/>
            <p:nvPr/>
          </p:nvSpPr>
          <p:spPr>
            <a:xfrm>
              <a:off x="7185068" y="21613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2" name="pt39412"/>
            <p:cNvSpPr/>
            <p:nvPr/>
          </p:nvSpPr>
          <p:spPr>
            <a:xfrm>
              <a:off x="7158786" y="21895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3" name="pt39413"/>
            <p:cNvSpPr/>
            <p:nvPr/>
          </p:nvSpPr>
          <p:spPr>
            <a:xfrm>
              <a:off x="7006033" y="2022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4" name="pt39414"/>
            <p:cNvSpPr/>
            <p:nvPr/>
          </p:nvSpPr>
          <p:spPr>
            <a:xfrm>
              <a:off x="7410789" y="2420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5" name="pt39415"/>
            <p:cNvSpPr/>
            <p:nvPr/>
          </p:nvSpPr>
          <p:spPr>
            <a:xfrm>
              <a:off x="6973321" y="20465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6" name="pt39416"/>
            <p:cNvSpPr/>
            <p:nvPr/>
          </p:nvSpPr>
          <p:spPr>
            <a:xfrm>
              <a:off x="6862572" y="2117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7" name="pt39417"/>
            <p:cNvSpPr/>
            <p:nvPr/>
          </p:nvSpPr>
          <p:spPr>
            <a:xfrm>
              <a:off x="6797074" y="22681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8" name="pt39418"/>
            <p:cNvSpPr/>
            <p:nvPr/>
          </p:nvSpPr>
          <p:spPr>
            <a:xfrm>
              <a:off x="6833092" y="2332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9" name="pt39419"/>
            <p:cNvSpPr/>
            <p:nvPr/>
          </p:nvSpPr>
          <p:spPr>
            <a:xfrm>
              <a:off x="7105586" y="2170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0" name="pt39420"/>
            <p:cNvSpPr/>
            <p:nvPr/>
          </p:nvSpPr>
          <p:spPr>
            <a:xfrm>
              <a:off x="7045838" y="2181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1" name="pt39421"/>
            <p:cNvSpPr/>
            <p:nvPr/>
          </p:nvSpPr>
          <p:spPr>
            <a:xfrm>
              <a:off x="7126998" y="20857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2" name="pt39422"/>
            <p:cNvSpPr/>
            <p:nvPr/>
          </p:nvSpPr>
          <p:spPr>
            <a:xfrm>
              <a:off x="7289650" y="196120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3" name="pt39423"/>
            <p:cNvSpPr/>
            <p:nvPr/>
          </p:nvSpPr>
          <p:spPr>
            <a:xfrm>
              <a:off x="7459454" y="28890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4" name="pt39424"/>
            <p:cNvSpPr/>
            <p:nvPr/>
          </p:nvSpPr>
          <p:spPr>
            <a:xfrm>
              <a:off x="6751843" y="19577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5" name="pt39425"/>
            <p:cNvSpPr/>
            <p:nvPr/>
          </p:nvSpPr>
          <p:spPr>
            <a:xfrm>
              <a:off x="7105120" y="2236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6" name="pt39426"/>
            <p:cNvSpPr/>
            <p:nvPr/>
          </p:nvSpPr>
          <p:spPr>
            <a:xfrm>
              <a:off x="7110461" y="21271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7" name="pt39427"/>
            <p:cNvSpPr/>
            <p:nvPr/>
          </p:nvSpPr>
          <p:spPr>
            <a:xfrm>
              <a:off x="7211747" y="2340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8" name="pt39428"/>
            <p:cNvSpPr/>
            <p:nvPr/>
          </p:nvSpPr>
          <p:spPr>
            <a:xfrm>
              <a:off x="6964741" y="19986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9" name="pt39429"/>
            <p:cNvSpPr/>
            <p:nvPr/>
          </p:nvSpPr>
          <p:spPr>
            <a:xfrm>
              <a:off x="7010957" y="1838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0" name="pt39430"/>
            <p:cNvSpPr/>
            <p:nvPr/>
          </p:nvSpPr>
          <p:spPr>
            <a:xfrm>
              <a:off x="7174786" y="1933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1" name="pt39431"/>
            <p:cNvSpPr/>
            <p:nvPr/>
          </p:nvSpPr>
          <p:spPr>
            <a:xfrm>
              <a:off x="7100491" y="2245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2" name="pt39432"/>
            <p:cNvSpPr/>
            <p:nvPr/>
          </p:nvSpPr>
          <p:spPr>
            <a:xfrm>
              <a:off x="6979087" y="19134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3" name="pt39433"/>
            <p:cNvSpPr/>
            <p:nvPr/>
          </p:nvSpPr>
          <p:spPr>
            <a:xfrm>
              <a:off x="6996574" y="20272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4" name="pt39434"/>
            <p:cNvSpPr/>
            <p:nvPr/>
          </p:nvSpPr>
          <p:spPr>
            <a:xfrm>
              <a:off x="7282258" y="21453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5" name="pt39435"/>
            <p:cNvSpPr/>
            <p:nvPr/>
          </p:nvSpPr>
          <p:spPr>
            <a:xfrm>
              <a:off x="7231618" y="20174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6" name="pt39436"/>
            <p:cNvSpPr/>
            <p:nvPr/>
          </p:nvSpPr>
          <p:spPr>
            <a:xfrm>
              <a:off x="7099881" y="221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7" name="pt39437"/>
            <p:cNvSpPr/>
            <p:nvPr/>
          </p:nvSpPr>
          <p:spPr>
            <a:xfrm>
              <a:off x="7294184" y="2022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8" name="pt39438"/>
            <p:cNvSpPr/>
            <p:nvPr/>
          </p:nvSpPr>
          <p:spPr>
            <a:xfrm>
              <a:off x="6916223" y="22548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9" name="pt39439"/>
            <p:cNvSpPr/>
            <p:nvPr/>
          </p:nvSpPr>
          <p:spPr>
            <a:xfrm>
              <a:off x="7138561" y="22448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0" name="pt39440"/>
            <p:cNvSpPr/>
            <p:nvPr/>
          </p:nvSpPr>
          <p:spPr>
            <a:xfrm>
              <a:off x="7287987" y="1984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1" name="pt39441"/>
            <p:cNvSpPr/>
            <p:nvPr/>
          </p:nvSpPr>
          <p:spPr>
            <a:xfrm>
              <a:off x="7230004" y="2248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2" name="pt39442"/>
            <p:cNvSpPr/>
            <p:nvPr/>
          </p:nvSpPr>
          <p:spPr>
            <a:xfrm>
              <a:off x="7231772" y="21859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3" name="pt39443"/>
            <p:cNvSpPr/>
            <p:nvPr/>
          </p:nvSpPr>
          <p:spPr>
            <a:xfrm>
              <a:off x="7260826" y="2045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4" name="pt39444"/>
            <p:cNvSpPr/>
            <p:nvPr/>
          </p:nvSpPr>
          <p:spPr>
            <a:xfrm>
              <a:off x="7070895" y="2029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5" name="pt39445"/>
            <p:cNvSpPr/>
            <p:nvPr/>
          </p:nvSpPr>
          <p:spPr>
            <a:xfrm>
              <a:off x="7018033" y="20597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6" name="pt39446"/>
            <p:cNvSpPr/>
            <p:nvPr/>
          </p:nvSpPr>
          <p:spPr>
            <a:xfrm>
              <a:off x="7243977" y="21852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7" name="pt39447"/>
            <p:cNvSpPr/>
            <p:nvPr/>
          </p:nvSpPr>
          <p:spPr>
            <a:xfrm>
              <a:off x="7243211" y="2227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8" name="pt39448"/>
            <p:cNvSpPr/>
            <p:nvPr/>
          </p:nvSpPr>
          <p:spPr>
            <a:xfrm>
              <a:off x="6955225" y="22113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9" name="pt39449"/>
            <p:cNvSpPr/>
            <p:nvPr/>
          </p:nvSpPr>
          <p:spPr>
            <a:xfrm>
              <a:off x="7158905" y="2086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0" name="pt39450"/>
            <p:cNvSpPr/>
            <p:nvPr/>
          </p:nvSpPr>
          <p:spPr>
            <a:xfrm>
              <a:off x="7035700" y="21692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1" name="pt39451"/>
            <p:cNvSpPr/>
            <p:nvPr/>
          </p:nvSpPr>
          <p:spPr>
            <a:xfrm>
              <a:off x="7285898" y="19402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2" name="pt39452"/>
            <p:cNvSpPr/>
            <p:nvPr/>
          </p:nvSpPr>
          <p:spPr>
            <a:xfrm>
              <a:off x="7199302" y="20008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3" name="pt39453"/>
            <p:cNvSpPr/>
            <p:nvPr/>
          </p:nvSpPr>
          <p:spPr>
            <a:xfrm>
              <a:off x="7099510" y="2232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4" name="pt39454"/>
            <p:cNvSpPr/>
            <p:nvPr/>
          </p:nvSpPr>
          <p:spPr>
            <a:xfrm>
              <a:off x="7138282" y="21942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5" name="pt39455"/>
            <p:cNvSpPr/>
            <p:nvPr/>
          </p:nvSpPr>
          <p:spPr>
            <a:xfrm>
              <a:off x="6972286" y="19652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6" name="pt39456"/>
            <p:cNvSpPr/>
            <p:nvPr/>
          </p:nvSpPr>
          <p:spPr>
            <a:xfrm>
              <a:off x="7005873" y="19266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7" name="pt39457"/>
            <p:cNvSpPr/>
            <p:nvPr/>
          </p:nvSpPr>
          <p:spPr>
            <a:xfrm>
              <a:off x="7189607" y="2078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8" name="pt39458"/>
            <p:cNvSpPr/>
            <p:nvPr/>
          </p:nvSpPr>
          <p:spPr>
            <a:xfrm>
              <a:off x="7379513" y="22018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9" name="pt39459"/>
            <p:cNvSpPr/>
            <p:nvPr/>
          </p:nvSpPr>
          <p:spPr>
            <a:xfrm>
              <a:off x="7064424" y="1650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0" name="pt39460"/>
            <p:cNvSpPr/>
            <p:nvPr/>
          </p:nvSpPr>
          <p:spPr>
            <a:xfrm>
              <a:off x="6893369" y="1890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1" name="pt39461"/>
            <p:cNvSpPr/>
            <p:nvPr/>
          </p:nvSpPr>
          <p:spPr>
            <a:xfrm>
              <a:off x="6958644" y="1965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2" name="pt39462"/>
            <p:cNvSpPr/>
            <p:nvPr/>
          </p:nvSpPr>
          <p:spPr>
            <a:xfrm>
              <a:off x="7136784" y="21831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3" name="pt39463"/>
            <p:cNvSpPr/>
            <p:nvPr/>
          </p:nvSpPr>
          <p:spPr>
            <a:xfrm>
              <a:off x="7343988" y="23218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4" name="pt39464"/>
            <p:cNvSpPr/>
            <p:nvPr/>
          </p:nvSpPr>
          <p:spPr>
            <a:xfrm>
              <a:off x="6941091" y="20266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5" name="pt39465"/>
            <p:cNvSpPr/>
            <p:nvPr/>
          </p:nvSpPr>
          <p:spPr>
            <a:xfrm>
              <a:off x="7208614" y="23532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6" name="pt39466"/>
            <p:cNvSpPr/>
            <p:nvPr/>
          </p:nvSpPr>
          <p:spPr>
            <a:xfrm>
              <a:off x="7134589" y="20742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7" name="pt39467"/>
            <p:cNvSpPr/>
            <p:nvPr/>
          </p:nvSpPr>
          <p:spPr>
            <a:xfrm>
              <a:off x="7163466" y="2122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8" name="pt39468"/>
            <p:cNvSpPr/>
            <p:nvPr/>
          </p:nvSpPr>
          <p:spPr>
            <a:xfrm>
              <a:off x="6989811" y="18202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9" name="pt39469"/>
            <p:cNvSpPr/>
            <p:nvPr/>
          </p:nvSpPr>
          <p:spPr>
            <a:xfrm>
              <a:off x="7255053" y="18914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0" name="pt39470"/>
            <p:cNvSpPr/>
            <p:nvPr/>
          </p:nvSpPr>
          <p:spPr>
            <a:xfrm>
              <a:off x="6813540" y="2140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1" name="pt39471"/>
            <p:cNvSpPr/>
            <p:nvPr/>
          </p:nvSpPr>
          <p:spPr>
            <a:xfrm>
              <a:off x="7204668" y="2087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2" name="pt39472"/>
            <p:cNvSpPr/>
            <p:nvPr/>
          </p:nvSpPr>
          <p:spPr>
            <a:xfrm>
              <a:off x="7035044" y="22111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3" name="pt39473"/>
            <p:cNvSpPr/>
            <p:nvPr/>
          </p:nvSpPr>
          <p:spPr>
            <a:xfrm>
              <a:off x="7328896" y="20574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4" name="pt39474"/>
            <p:cNvSpPr/>
            <p:nvPr/>
          </p:nvSpPr>
          <p:spPr>
            <a:xfrm>
              <a:off x="6951881" y="21918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5" name="pt39475"/>
            <p:cNvSpPr/>
            <p:nvPr/>
          </p:nvSpPr>
          <p:spPr>
            <a:xfrm>
              <a:off x="7009165" y="21806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6" name="pt39476"/>
            <p:cNvSpPr/>
            <p:nvPr/>
          </p:nvSpPr>
          <p:spPr>
            <a:xfrm>
              <a:off x="7241079" y="16500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7" name="pt39477"/>
            <p:cNvSpPr/>
            <p:nvPr/>
          </p:nvSpPr>
          <p:spPr>
            <a:xfrm>
              <a:off x="7226255" y="20595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8" name="pt39478"/>
            <p:cNvSpPr/>
            <p:nvPr/>
          </p:nvSpPr>
          <p:spPr>
            <a:xfrm>
              <a:off x="6924985" y="210119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9" name="pt39479"/>
            <p:cNvSpPr/>
            <p:nvPr/>
          </p:nvSpPr>
          <p:spPr>
            <a:xfrm>
              <a:off x="6993930" y="19613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0" name="pt39480"/>
            <p:cNvSpPr/>
            <p:nvPr/>
          </p:nvSpPr>
          <p:spPr>
            <a:xfrm>
              <a:off x="6972162" y="19600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1" name="pt39481"/>
            <p:cNvSpPr/>
            <p:nvPr/>
          </p:nvSpPr>
          <p:spPr>
            <a:xfrm>
              <a:off x="7174236" y="1976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2" name="pt39482"/>
            <p:cNvSpPr/>
            <p:nvPr/>
          </p:nvSpPr>
          <p:spPr>
            <a:xfrm>
              <a:off x="6963407" y="20378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3" name="pt39483"/>
            <p:cNvSpPr/>
            <p:nvPr/>
          </p:nvSpPr>
          <p:spPr>
            <a:xfrm>
              <a:off x="7441529" y="24312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4" name="pt39484"/>
            <p:cNvSpPr/>
            <p:nvPr/>
          </p:nvSpPr>
          <p:spPr>
            <a:xfrm>
              <a:off x="7097816" y="21848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5" name="pt39485"/>
            <p:cNvSpPr/>
            <p:nvPr/>
          </p:nvSpPr>
          <p:spPr>
            <a:xfrm>
              <a:off x="6929001" y="2254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6" name="pt39486"/>
            <p:cNvSpPr/>
            <p:nvPr/>
          </p:nvSpPr>
          <p:spPr>
            <a:xfrm>
              <a:off x="6964982" y="20654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7" name="pt39487"/>
            <p:cNvSpPr/>
            <p:nvPr/>
          </p:nvSpPr>
          <p:spPr>
            <a:xfrm>
              <a:off x="7165604" y="20895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8" name="pt39488"/>
            <p:cNvSpPr/>
            <p:nvPr/>
          </p:nvSpPr>
          <p:spPr>
            <a:xfrm>
              <a:off x="7318620" y="18670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9" name="pt39489"/>
            <p:cNvSpPr/>
            <p:nvPr/>
          </p:nvSpPr>
          <p:spPr>
            <a:xfrm>
              <a:off x="7144890" y="21636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0" name="pt39490"/>
            <p:cNvSpPr/>
            <p:nvPr/>
          </p:nvSpPr>
          <p:spPr>
            <a:xfrm>
              <a:off x="7148050" y="2270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1" name="pt39491"/>
            <p:cNvSpPr/>
            <p:nvPr/>
          </p:nvSpPr>
          <p:spPr>
            <a:xfrm>
              <a:off x="7396570" y="20496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2" name="pt39492"/>
            <p:cNvSpPr/>
            <p:nvPr/>
          </p:nvSpPr>
          <p:spPr>
            <a:xfrm>
              <a:off x="7171550" y="2008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3" name="pt39493"/>
            <p:cNvSpPr/>
            <p:nvPr/>
          </p:nvSpPr>
          <p:spPr>
            <a:xfrm>
              <a:off x="7067668" y="2142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4" name="pt39494"/>
            <p:cNvSpPr/>
            <p:nvPr/>
          </p:nvSpPr>
          <p:spPr>
            <a:xfrm>
              <a:off x="6921261" y="20739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5" name="pt39495"/>
            <p:cNvSpPr/>
            <p:nvPr/>
          </p:nvSpPr>
          <p:spPr>
            <a:xfrm>
              <a:off x="7003653" y="2124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6" name="pt39496"/>
            <p:cNvSpPr/>
            <p:nvPr/>
          </p:nvSpPr>
          <p:spPr>
            <a:xfrm>
              <a:off x="7129938" y="21532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7" name="pt39497"/>
            <p:cNvSpPr/>
            <p:nvPr/>
          </p:nvSpPr>
          <p:spPr>
            <a:xfrm>
              <a:off x="6869617" y="20961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8" name="pt39498"/>
            <p:cNvSpPr/>
            <p:nvPr/>
          </p:nvSpPr>
          <p:spPr>
            <a:xfrm>
              <a:off x="7284119" y="20994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9" name="pt39499"/>
            <p:cNvSpPr/>
            <p:nvPr/>
          </p:nvSpPr>
          <p:spPr>
            <a:xfrm>
              <a:off x="6798207" y="23657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0" name="pt39500"/>
            <p:cNvSpPr/>
            <p:nvPr/>
          </p:nvSpPr>
          <p:spPr>
            <a:xfrm>
              <a:off x="7126347" y="21884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1" name="pt39501"/>
            <p:cNvSpPr/>
            <p:nvPr/>
          </p:nvSpPr>
          <p:spPr>
            <a:xfrm>
              <a:off x="7067207" y="2119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2" name="pt39502"/>
            <p:cNvSpPr/>
            <p:nvPr/>
          </p:nvSpPr>
          <p:spPr>
            <a:xfrm>
              <a:off x="7364161" y="24929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3" name="pt39503"/>
            <p:cNvSpPr/>
            <p:nvPr/>
          </p:nvSpPr>
          <p:spPr>
            <a:xfrm>
              <a:off x="7241501" y="18315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4" name="pt39504"/>
            <p:cNvSpPr/>
            <p:nvPr/>
          </p:nvSpPr>
          <p:spPr>
            <a:xfrm>
              <a:off x="7195319" y="20638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5" name="pt39505"/>
            <p:cNvSpPr/>
            <p:nvPr/>
          </p:nvSpPr>
          <p:spPr>
            <a:xfrm>
              <a:off x="6855126" y="2556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6" name="pt39506"/>
            <p:cNvSpPr/>
            <p:nvPr/>
          </p:nvSpPr>
          <p:spPr>
            <a:xfrm>
              <a:off x="7204679" y="21857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7" name="pt39507"/>
            <p:cNvSpPr/>
            <p:nvPr/>
          </p:nvSpPr>
          <p:spPr>
            <a:xfrm>
              <a:off x="7136744" y="21943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8" name="pt39508"/>
            <p:cNvSpPr/>
            <p:nvPr/>
          </p:nvSpPr>
          <p:spPr>
            <a:xfrm>
              <a:off x="7116264" y="21489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9" name="pt39509"/>
            <p:cNvSpPr/>
            <p:nvPr/>
          </p:nvSpPr>
          <p:spPr>
            <a:xfrm>
              <a:off x="7293368" y="1942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0" name="pt39510"/>
            <p:cNvSpPr/>
            <p:nvPr/>
          </p:nvSpPr>
          <p:spPr>
            <a:xfrm>
              <a:off x="7194685" y="20283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1" name="pt39511"/>
            <p:cNvSpPr/>
            <p:nvPr/>
          </p:nvSpPr>
          <p:spPr>
            <a:xfrm>
              <a:off x="7169183" y="20478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2" name="pt39512"/>
            <p:cNvSpPr/>
            <p:nvPr/>
          </p:nvSpPr>
          <p:spPr>
            <a:xfrm>
              <a:off x="7112373" y="2109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3" name="pt39513"/>
            <p:cNvSpPr/>
            <p:nvPr/>
          </p:nvSpPr>
          <p:spPr>
            <a:xfrm>
              <a:off x="7143973" y="22024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4" name="pt39514"/>
            <p:cNvSpPr/>
            <p:nvPr/>
          </p:nvSpPr>
          <p:spPr>
            <a:xfrm>
              <a:off x="7040464" y="22902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5" name="pt39515"/>
            <p:cNvSpPr/>
            <p:nvPr/>
          </p:nvSpPr>
          <p:spPr>
            <a:xfrm>
              <a:off x="7132414" y="20557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6" name="pt39516"/>
            <p:cNvSpPr/>
            <p:nvPr/>
          </p:nvSpPr>
          <p:spPr>
            <a:xfrm>
              <a:off x="7217991" y="21281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7" name="pt39517"/>
            <p:cNvSpPr/>
            <p:nvPr/>
          </p:nvSpPr>
          <p:spPr>
            <a:xfrm>
              <a:off x="7304870" y="1973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8" name="pt39518"/>
            <p:cNvSpPr/>
            <p:nvPr/>
          </p:nvSpPr>
          <p:spPr>
            <a:xfrm>
              <a:off x="6964983" y="19769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9" name="pt39519"/>
            <p:cNvSpPr/>
            <p:nvPr/>
          </p:nvSpPr>
          <p:spPr>
            <a:xfrm>
              <a:off x="6589098" y="19549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0" name="pt39520"/>
            <p:cNvSpPr/>
            <p:nvPr/>
          </p:nvSpPr>
          <p:spPr>
            <a:xfrm>
              <a:off x="7136251" y="21943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1" name="pt39521"/>
            <p:cNvSpPr/>
            <p:nvPr/>
          </p:nvSpPr>
          <p:spPr>
            <a:xfrm>
              <a:off x="7236220" y="20094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2" name="pt39522"/>
            <p:cNvSpPr/>
            <p:nvPr/>
          </p:nvSpPr>
          <p:spPr>
            <a:xfrm>
              <a:off x="6976736" y="19842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3" name="pt39523"/>
            <p:cNvSpPr/>
            <p:nvPr/>
          </p:nvSpPr>
          <p:spPr>
            <a:xfrm>
              <a:off x="7064640" y="1815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4" name="pt39524"/>
            <p:cNvSpPr/>
            <p:nvPr/>
          </p:nvSpPr>
          <p:spPr>
            <a:xfrm>
              <a:off x="7103205" y="22091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5" name="pt39525"/>
            <p:cNvSpPr/>
            <p:nvPr/>
          </p:nvSpPr>
          <p:spPr>
            <a:xfrm>
              <a:off x="7064096" y="185006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6" name="pt39526"/>
            <p:cNvSpPr/>
            <p:nvPr/>
          </p:nvSpPr>
          <p:spPr>
            <a:xfrm>
              <a:off x="7256072" y="2149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7" name="pt39527"/>
            <p:cNvSpPr/>
            <p:nvPr/>
          </p:nvSpPr>
          <p:spPr>
            <a:xfrm>
              <a:off x="7273008" y="20157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8" name="pt39528"/>
            <p:cNvSpPr/>
            <p:nvPr/>
          </p:nvSpPr>
          <p:spPr>
            <a:xfrm>
              <a:off x="6737183" y="2072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9" name="pt39529"/>
            <p:cNvSpPr/>
            <p:nvPr/>
          </p:nvSpPr>
          <p:spPr>
            <a:xfrm>
              <a:off x="7166205" y="20234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0" name="pt39530"/>
            <p:cNvSpPr/>
            <p:nvPr/>
          </p:nvSpPr>
          <p:spPr>
            <a:xfrm>
              <a:off x="6989016" y="19734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1" name="pt39531"/>
            <p:cNvSpPr/>
            <p:nvPr/>
          </p:nvSpPr>
          <p:spPr>
            <a:xfrm>
              <a:off x="7202860" y="22125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2" name="pt39532"/>
            <p:cNvSpPr/>
            <p:nvPr/>
          </p:nvSpPr>
          <p:spPr>
            <a:xfrm>
              <a:off x="7244907" y="22148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3" name="pt39533"/>
            <p:cNvSpPr/>
            <p:nvPr/>
          </p:nvSpPr>
          <p:spPr>
            <a:xfrm>
              <a:off x="7257936" y="1913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4" name="pt39534"/>
            <p:cNvSpPr/>
            <p:nvPr/>
          </p:nvSpPr>
          <p:spPr>
            <a:xfrm>
              <a:off x="7052872" y="21407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5" name="pt39535"/>
            <p:cNvSpPr/>
            <p:nvPr/>
          </p:nvSpPr>
          <p:spPr>
            <a:xfrm>
              <a:off x="7130175" y="21753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6" name="pt39536"/>
            <p:cNvSpPr/>
            <p:nvPr/>
          </p:nvSpPr>
          <p:spPr>
            <a:xfrm>
              <a:off x="7112110" y="2139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7" name="pt39537"/>
            <p:cNvSpPr/>
            <p:nvPr/>
          </p:nvSpPr>
          <p:spPr>
            <a:xfrm>
              <a:off x="7095033" y="21743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8" name="pt39538"/>
            <p:cNvSpPr/>
            <p:nvPr/>
          </p:nvSpPr>
          <p:spPr>
            <a:xfrm>
              <a:off x="7218747" y="22825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9" name="pt39539"/>
            <p:cNvSpPr/>
            <p:nvPr/>
          </p:nvSpPr>
          <p:spPr>
            <a:xfrm>
              <a:off x="7137593" y="22036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0" name="pt39540"/>
            <p:cNvSpPr/>
            <p:nvPr/>
          </p:nvSpPr>
          <p:spPr>
            <a:xfrm>
              <a:off x="7115829" y="22142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1" name="pt39541"/>
            <p:cNvSpPr/>
            <p:nvPr/>
          </p:nvSpPr>
          <p:spPr>
            <a:xfrm>
              <a:off x="7041953" y="20664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2" name="pt39542"/>
            <p:cNvSpPr/>
            <p:nvPr/>
          </p:nvSpPr>
          <p:spPr>
            <a:xfrm>
              <a:off x="7111262" y="21184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3" name="pt39543"/>
            <p:cNvSpPr/>
            <p:nvPr/>
          </p:nvSpPr>
          <p:spPr>
            <a:xfrm>
              <a:off x="7427361" y="25916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4" name="pt39544"/>
            <p:cNvSpPr/>
            <p:nvPr/>
          </p:nvSpPr>
          <p:spPr>
            <a:xfrm>
              <a:off x="7173091" y="1984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5" name="pt39545"/>
            <p:cNvSpPr/>
            <p:nvPr/>
          </p:nvSpPr>
          <p:spPr>
            <a:xfrm>
              <a:off x="7134815" y="215145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6" name="pt39546"/>
            <p:cNvSpPr/>
            <p:nvPr/>
          </p:nvSpPr>
          <p:spPr>
            <a:xfrm>
              <a:off x="7039102" y="2252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7" name="pt39547"/>
            <p:cNvSpPr/>
            <p:nvPr/>
          </p:nvSpPr>
          <p:spPr>
            <a:xfrm>
              <a:off x="7018596" y="2167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8" name="pt39548"/>
            <p:cNvSpPr/>
            <p:nvPr/>
          </p:nvSpPr>
          <p:spPr>
            <a:xfrm>
              <a:off x="7223996" y="20600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9" name="pt39549"/>
            <p:cNvSpPr/>
            <p:nvPr/>
          </p:nvSpPr>
          <p:spPr>
            <a:xfrm>
              <a:off x="7207909" y="22396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0" name="pt39550"/>
            <p:cNvSpPr/>
            <p:nvPr/>
          </p:nvSpPr>
          <p:spPr>
            <a:xfrm>
              <a:off x="7342071" y="2230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1" name="pt39551"/>
            <p:cNvSpPr/>
            <p:nvPr/>
          </p:nvSpPr>
          <p:spPr>
            <a:xfrm>
              <a:off x="7245112" y="22230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2" name="pt39552"/>
            <p:cNvSpPr/>
            <p:nvPr/>
          </p:nvSpPr>
          <p:spPr>
            <a:xfrm>
              <a:off x="7222651" y="2025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3" name="pt39553"/>
            <p:cNvSpPr/>
            <p:nvPr/>
          </p:nvSpPr>
          <p:spPr>
            <a:xfrm>
              <a:off x="7245935" y="22121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4" name="pt39554"/>
            <p:cNvSpPr/>
            <p:nvPr/>
          </p:nvSpPr>
          <p:spPr>
            <a:xfrm>
              <a:off x="7090417" y="221817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5" name="pt39555"/>
            <p:cNvSpPr/>
            <p:nvPr/>
          </p:nvSpPr>
          <p:spPr>
            <a:xfrm>
              <a:off x="7214287" y="2411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6" name="pt39556"/>
            <p:cNvSpPr/>
            <p:nvPr/>
          </p:nvSpPr>
          <p:spPr>
            <a:xfrm>
              <a:off x="7055839" y="22214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7" name="pt39557"/>
            <p:cNvSpPr/>
            <p:nvPr/>
          </p:nvSpPr>
          <p:spPr>
            <a:xfrm>
              <a:off x="7185648" y="21289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8" name="pt39558"/>
            <p:cNvSpPr/>
            <p:nvPr/>
          </p:nvSpPr>
          <p:spPr>
            <a:xfrm>
              <a:off x="7326755" y="20222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9" name="pt39559"/>
            <p:cNvSpPr/>
            <p:nvPr/>
          </p:nvSpPr>
          <p:spPr>
            <a:xfrm>
              <a:off x="7118916" y="21704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0" name="pt39560"/>
            <p:cNvSpPr/>
            <p:nvPr/>
          </p:nvSpPr>
          <p:spPr>
            <a:xfrm>
              <a:off x="7289060" y="1938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1" name="pt39561"/>
            <p:cNvSpPr/>
            <p:nvPr/>
          </p:nvSpPr>
          <p:spPr>
            <a:xfrm>
              <a:off x="7118234" y="22009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2" name="pt39562"/>
            <p:cNvSpPr/>
            <p:nvPr/>
          </p:nvSpPr>
          <p:spPr>
            <a:xfrm>
              <a:off x="7249967" y="20377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3" name="pt39563"/>
            <p:cNvSpPr/>
            <p:nvPr/>
          </p:nvSpPr>
          <p:spPr>
            <a:xfrm>
              <a:off x="6947733" y="21776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4" name="pt39564"/>
            <p:cNvSpPr/>
            <p:nvPr/>
          </p:nvSpPr>
          <p:spPr>
            <a:xfrm>
              <a:off x="6995445" y="20154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5" name="pt39565"/>
            <p:cNvSpPr/>
            <p:nvPr/>
          </p:nvSpPr>
          <p:spPr>
            <a:xfrm>
              <a:off x="7343682" y="21584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6" name="pt39566"/>
            <p:cNvSpPr/>
            <p:nvPr/>
          </p:nvSpPr>
          <p:spPr>
            <a:xfrm>
              <a:off x="7241382" y="17319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7" name="pt39567"/>
            <p:cNvSpPr/>
            <p:nvPr/>
          </p:nvSpPr>
          <p:spPr>
            <a:xfrm>
              <a:off x="7159639" y="21382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8" name="pt39568"/>
            <p:cNvSpPr/>
            <p:nvPr/>
          </p:nvSpPr>
          <p:spPr>
            <a:xfrm>
              <a:off x="6802445" y="21930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9" name="pt39569"/>
            <p:cNvSpPr/>
            <p:nvPr/>
          </p:nvSpPr>
          <p:spPr>
            <a:xfrm>
              <a:off x="7330346" y="221014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0" name="pt39570"/>
            <p:cNvSpPr/>
            <p:nvPr/>
          </p:nvSpPr>
          <p:spPr>
            <a:xfrm>
              <a:off x="7022872" y="19826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1" name="pt39571"/>
            <p:cNvSpPr/>
            <p:nvPr/>
          </p:nvSpPr>
          <p:spPr>
            <a:xfrm>
              <a:off x="7178001" y="20365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2" name="pt39572"/>
            <p:cNvSpPr/>
            <p:nvPr/>
          </p:nvSpPr>
          <p:spPr>
            <a:xfrm>
              <a:off x="7135631" y="21933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3" name="pt39573"/>
            <p:cNvSpPr/>
            <p:nvPr/>
          </p:nvSpPr>
          <p:spPr>
            <a:xfrm>
              <a:off x="7299384" y="20296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4" name="pt39574"/>
            <p:cNvSpPr/>
            <p:nvPr/>
          </p:nvSpPr>
          <p:spPr>
            <a:xfrm>
              <a:off x="7421198" y="2401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5" name="pt39575"/>
            <p:cNvSpPr/>
            <p:nvPr/>
          </p:nvSpPr>
          <p:spPr>
            <a:xfrm>
              <a:off x="7112413" y="21604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6" name="pt39576"/>
            <p:cNvSpPr/>
            <p:nvPr/>
          </p:nvSpPr>
          <p:spPr>
            <a:xfrm>
              <a:off x="7121800" y="21232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7" name="pt39577"/>
            <p:cNvSpPr/>
            <p:nvPr/>
          </p:nvSpPr>
          <p:spPr>
            <a:xfrm>
              <a:off x="7137303" y="21750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8" name="pt39578"/>
            <p:cNvSpPr/>
            <p:nvPr/>
          </p:nvSpPr>
          <p:spPr>
            <a:xfrm>
              <a:off x="7187378" y="2131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9" name="pt39579"/>
            <p:cNvSpPr/>
            <p:nvPr/>
          </p:nvSpPr>
          <p:spPr>
            <a:xfrm>
              <a:off x="7174361" y="19468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0" name="pt39580"/>
            <p:cNvSpPr/>
            <p:nvPr/>
          </p:nvSpPr>
          <p:spPr>
            <a:xfrm>
              <a:off x="7281194" y="20386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1" name="pt39581"/>
            <p:cNvSpPr/>
            <p:nvPr/>
          </p:nvSpPr>
          <p:spPr>
            <a:xfrm>
              <a:off x="7178902" y="21008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2" name="pt39582"/>
            <p:cNvSpPr/>
            <p:nvPr/>
          </p:nvSpPr>
          <p:spPr>
            <a:xfrm>
              <a:off x="6955797" y="20583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3" name="pt39583"/>
            <p:cNvSpPr/>
            <p:nvPr/>
          </p:nvSpPr>
          <p:spPr>
            <a:xfrm>
              <a:off x="7154147" y="23710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4" name="pt39584"/>
            <p:cNvSpPr/>
            <p:nvPr/>
          </p:nvSpPr>
          <p:spPr>
            <a:xfrm>
              <a:off x="7000540" y="20934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5" name="pt39585"/>
            <p:cNvSpPr/>
            <p:nvPr/>
          </p:nvSpPr>
          <p:spPr>
            <a:xfrm>
              <a:off x="7117409" y="21967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6" name="pt39586"/>
            <p:cNvSpPr/>
            <p:nvPr/>
          </p:nvSpPr>
          <p:spPr>
            <a:xfrm>
              <a:off x="7019733" y="20328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7" name="pt39587"/>
            <p:cNvSpPr/>
            <p:nvPr/>
          </p:nvSpPr>
          <p:spPr>
            <a:xfrm>
              <a:off x="7090257" y="21783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8" name="pt39588"/>
            <p:cNvSpPr/>
            <p:nvPr/>
          </p:nvSpPr>
          <p:spPr>
            <a:xfrm>
              <a:off x="7155612" y="22737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9" name="pt39589"/>
            <p:cNvSpPr/>
            <p:nvPr/>
          </p:nvSpPr>
          <p:spPr>
            <a:xfrm>
              <a:off x="6898054" y="17878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0" name="pt39590"/>
            <p:cNvSpPr/>
            <p:nvPr/>
          </p:nvSpPr>
          <p:spPr>
            <a:xfrm>
              <a:off x="7183897" y="21009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1" name="pt39591"/>
            <p:cNvSpPr/>
            <p:nvPr/>
          </p:nvSpPr>
          <p:spPr>
            <a:xfrm>
              <a:off x="7261004" y="20300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2" name="pt39592"/>
            <p:cNvSpPr/>
            <p:nvPr/>
          </p:nvSpPr>
          <p:spPr>
            <a:xfrm>
              <a:off x="7397193" y="2395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3" name="pt39593"/>
            <p:cNvSpPr/>
            <p:nvPr/>
          </p:nvSpPr>
          <p:spPr>
            <a:xfrm>
              <a:off x="7099675" y="2234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4" name="pt39594"/>
            <p:cNvSpPr/>
            <p:nvPr/>
          </p:nvSpPr>
          <p:spPr>
            <a:xfrm>
              <a:off x="7326858" y="210152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5" name="pt39595"/>
            <p:cNvSpPr/>
            <p:nvPr/>
          </p:nvSpPr>
          <p:spPr>
            <a:xfrm>
              <a:off x="7031478" y="19722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6" name="pt39596"/>
            <p:cNvSpPr/>
            <p:nvPr/>
          </p:nvSpPr>
          <p:spPr>
            <a:xfrm>
              <a:off x="6937207" y="21675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7" name="pt39597"/>
            <p:cNvSpPr/>
            <p:nvPr/>
          </p:nvSpPr>
          <p:spPr>
            <a:xfrm>
              <a:off x="7145491" y="22935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8" name="pt39598"/>
            <p:cNvSpPr/>
            <p:nvPr/>
          </p:nvSpPr>
          <p:spPr>
            <a:xfrm>
              <a:off x="7177129" y="21650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9" name="pt39599"/>
            <p:cNvSpPr/>
            <p:nvPr/>
          </p:nvSpPr>
          <p:spPr>
            <a:xfrm>
              <a:off x="7091927" y="2195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0" name="pt39600"/>
            <p:cNvSpPr/>
            <p:nvPr/>
          </p:nvSpPr>
          <p:spPr>
            <a:xfrm>
              <a:off x="7211552" y="22645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1" name="pt39601"/>
            <p:cNvSpPr/>
            <p:nvPr/>
          </p:nvSpPr>
          <p:spPr>
            <a:xfrm>
              <a:off x="7147442" y="2337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2" name="pt39602"/>
            <p:cNvSpPr/>
            <p:nvPr/>
          </p:nvSpPr>
          <p:spPr>
            <a:xfrm>
              <a:off x="7640678" y="23725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3" name="pt39603"/>
            <p:cNvSpPr/>
            <p:nvPr/>
          </p:nvSpPr>
          <p:spPr>
            <a:xfrm>
              <a:off x="7354051" y="18065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4" name="pt39604"/>
            <p:cNvSpPr/>
            <p:nvPr/>
          </p:nvSpPr>
          <p:spPr>
            <a:xfrm>
              <a:off x="7155482" y="2292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5" name="pt39605"/>
            <p:cNvSpPr/>
            <p:nvPr/>
          </p:nvSpPr>
          <p:spPr>
            <a:xfrm>
              <a:off x="7345076" y="21427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6" name="pt39606"/>
            <p:cNvSpPr/>
            <p:nvPr/>
          </p:nvSpPr>
          <p:spPr>
            <a:xfrm>
              <a:off x="7274691" y="2083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7" name="pt39607"/>
            <p:cNvSpPr/>
            <p:nvPr/>
          </p:nvSpPr>
          <p:spPr>
            <a:xfrm>
              <a:off x="7274043" y="18251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8" name="pt39608"/>
            <p:cNvSpPr/>
            <p:nvPr/>
          </p:nvSpPr>
          <p:spPr>
            <a:xfrm>
              <a:off x="7028613" y="1862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9" name="pt39609"/>
            <p:cNvSpPr/>
            <p:nvPr/>
          </p:nvSpPr>
          <p:spPr>
            <a:xfrm>
              <a:off x="7097117" y="2156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0" name="pt39610"/>
            <p:cNvSpPr/>
            <p:nvPr/>
          </p:nvSpPr>
          <p:spPr>
            <a:xfrm>
              <a:off x="7154956" y="23492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1" name="pt39611"/>
            <p:cNvSpPr/>
            <p:nvPr/>
          </p:nvSpPr>
          <p:spPr>
            <a:xfrm>
              <a:off x="7096236" y="21034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2" name="pt39612"/>
            <p:cNvSpPr/>
            <p:nvPr/>
          </p:nvSpPr>
          <p:spPr>
            <a:xfrm>
              <a:off x="7073479" y="228920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3" name="pt39613"/>
            <p:cNvSpPr/>
            <p:nvPr/>
          </p:nvSpPr>
          <p:spPr>
            <a:xfrm>
              <a:off x="6878780" y="21594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4" name="pt39614"/>
            <p:cNvSpPr/>
            <p:nvPr/>
          </p:nvSpPr>
          <p:spPr>
            <a:xfrm>
              <a:off x="6950919" y="21781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5" name="pt39615"/>
            <p:cNvSpPr/>
            <p:nvPr/>
          </p:nvSpPr>
          <p:spPr>
            <a:xfrm>
              <a:off x="7302363" y="18979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6" name="pt39616"/>
            <p:cNvSpPr/>
            <p:nvPr/>
          </p:nvSpPr>
          <p:spPr>
            <a:xfrm>
              <a:off x="7313743" y="19678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7" name="pt39617"/>
            <p:cNvSpPr/>
            <p:nvPr/>
          </p:nvSpPr>
          <p:spPr>
            <a:xfrm>
              <a:off x="7249589" y="21932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8" name="pt39618"/>
            <p:cNvSpPr/>
            <p:nvPr/>
          </p:nvSpPr>
          <p:spPr>
            <a:xfrm>
              <a:off x="7128341" y="20923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9" name="pt39619"/>
            <p:cNvSpPr/>
            <p:nvPr/>
          </p:nvSpPr>
          <p:spPr>
            <a:xfrm>
              <a:off x="7115519" y="18866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0" name="pt39620"/>
            <p:cNvSpPr/>
            <p:nvPr/>
          </p:nvSpPr>
          <p:spPr>
            <a:xfrm>
              <a:off x="7083173" y="21393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1" name="pt39621"/>
            <p:cNvSpPr/>
            <p:nvPr/>
          </p:nvSpPr>
          <p:spPr>
            <a:xfrm>
              <a:off x="7092266" y="222443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2" name="pt39622"/>
            <p:cNvSpPr/>
            <p:nvPr/>
          </p:nvSpPr>
          <p:spPr>
            <a:xfrm>
              <a:off x="7191575" y="2034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3" name="pt39623"/>
            <p:cNvSpPr/>
            <p:nvPr/>
          </p:nvSpPr>
          <p:spPr>
            <a:xfrm>
              <a:off x="7225549" y="22548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4" name="pt39624"/>
            <p:cNvSpPr/>
            <p:nvPr/>
          </p:nvSpPr>
          <p:spPr>
            <a:xfrm>
              <a:off x="6816819" y="21757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5" name="pt39625"/>
            <p:cNvSpPr/>
            <p:nvPr/>
          </p:nvSpPr>
          <p:spPr>
            <a:xfrm>
              <a:off x="7161649" y="21144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6" name="pt39626"/>
            <p:cNvSpPr/>
            <p:nvPr/>
          </p:nvSpPr>
          <p:spPr>
            <a:xfrm>
              <a:off x="7189766" y="2096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7" name="pt39627"/>
            <p:cNvSpPr/>
            <p:nvPr/>
          </p:nvSpPr>
          <p:spPr>
            <a:xfrm>
              <a:off x="6964267" y="18693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8" name="pt39628"/>
            <p:cNvSpPr/>
            <p:nvPr/>
          </p:nvSpPr>
          <p:spPr>
            <a:xfrm>
              <a:off x="7286098" y="20668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9" name="pt39629"/>
            <p:cNvSpPr/>
            <p:nvPr/>
          </p:nvSpPr>
          <p:spPr>
            <a:xfrm>
              <a:off x="7188230" y="20586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0" name="pt39630"/>
            <p:cNvSpPr/>
            <p:nvPr/>
          </p:nvSpPr>
          <p:spPr>
            <a:xfrm>
              <a:off x="7118290" y="22207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1" name="pt39631"/>
            <p:cNvSpPr/>
            <p:nvPr/>
          </p:nvSpPr>
          <p:spPr>
            <a:xfrm>
              <a:off x="7068867" y="2065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2" name="pt39632"/>
            <p:cNvSpPr/>
            <p:nvPr/>
          </p:nvSpPr>
          <p:spPr>
            <a:xfrm>
              <a:off x="7156772" y="2214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3" name="pt39633"/>
            <p:cNvSpPr/>
            <p:nvPr/>
          </p:nvSpPr>
          <p:spPr>
            <a:xfrm>
              <a:off x="6702178" y="1715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4" name="pt39634"/>
            <p:cNvSpPr/>
            <p:nvPr/>
          </p:nvSpPr>
          <p:spPr>
            <a:xfrm>
              <a:off x="7040747" y="22490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5" name="pt39635"/>
            <p:cNvSpPr/>
            <p:nvPr/>
          </p:nvSpPr>
          <p:spPr>
            <a:xfrm>
              <a:off x="7074533" y="20484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6" name="pt39636"/>
            <p:cNvSpPr/>
            <p:nvPr/>
          </p:nvSpPr>
          <p:spPr>
            <a:xfrm>
              <a:off x="7412114" y="25707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7" name="pt39637"/>
            <p:cNvSpPr/>
            <p:nvPr/>
          </p:nvSpPr>
          <p:spPr>
            <a:xfrm>
              <a:off x="7379938" y="19344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8" name="pt39638"/>
            <p:cNvSpPr/>
            <p:nvPr/>
          </p:nvSpPr>
          <p:spPr>
            <a:xfrm>
              <a:off x="7159953" y="2072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9" name="pt39639"/>
            <p:cNvSpPr/>
            <p:nvPr/>
          </p:nvSpPr>
          <p:spPr>
            <a:xfrm>
              <a:off x="7362020" y="25405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0" name="pt39640"/>
            <p:cNvSpPr/>
            <p:nvPr/>
          </p:nvSpPr>
          <p:spPr>
            <a:xfrm>
              <a:off x="7502905" y="24608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1" name="pt39641"/>
            <p:cNvSpPr/>
            <p:nvPr/>
          </p:nvSpPr>
          <p:spPr>
            <a:xfrm>
              <a:off x="7239245" y="19189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2" name="pt39642"/>
            <p:cNvSpPr/>
            <p:nvPr/>
          </p:nvSpPr>
          <p:spPr>
            <a:xfrm>
              <a:off x="7295498" y="19921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3" name="pt39643"/>
            <p:cNvSpPr/>
            <p:nvPr/>
          </p:nvSpPr>
          <p:spPr>
            <a:xfrm>
              <a:off x="7509210" y="226347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4" name="pt39644"/>
            <p:cNvSpPr/>
            <p:nvPr/>
          </p:nvSpPr>
          <p:spPr>
            <a:xfrm>
              <a:off x="7309598" y="20644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5" name="pt39645"/>
            <p:cNvSpPr/>
            <p:nvPr/>
          </p:nvSpPr>
          <p:spPr>
            <a:xfrm>
              <a:off x="7209479" y="2426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6" name="pt39646"/>
            <p:cNvSpPr/>
            <p:nvPr/>
          </p:nvSpPr>
          <p:spPr>
            <a:xfrm>
              <a:off x="7311795" y="20470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7" name="pt39647"/>
            <p:cNvSpPr/>
            <p:nvPr/>
          </p:nvSpPr>
          <p:spPr>
            <a:xfrm>
              <a:off x="7209269" y="21596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8" name="pt39648"/>
            <p:cNvSpPr/>
            <p:nvPr/>
          </p:nvSpPr>
          <p:spPr>
            <a:xfrm>
              <a:off x="6735428" y="229494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9" name="pt39649"/>
            <p:cNvSpPr/>
            <p:nvPr/>
          </p:nvSpPr>
          <p:spPr>
            <a:xfrm>
              <a:off x="6666316" y="18963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0" name="pt39650"/>
            <p:cNvSpPr/>
            <p:nvPr/>
          </p:nvSpPr>
          <p:spPr>
            <a:xfrm>
              <a:off x="7139584" y="2130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1" name="pt39651"/>
            <p:cNvSpPr/>
            <p:nvPr/>
          </p:nvSpPr>
          <p:spPr>
            <a:xfrm>
              <a:off x="7180691" y="20936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2" name="pt39652"/>
            <p:cNvSpPr/>
            <p:nvPr/>
          </p:nvSpPr>
          <p:spPr>
            <a:xfrm>
              <a:off x="6430765" y="1665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3" name="pt39653"/>
            <p:cNvSpPr/>
            <p:nvPr/>
          </p:nvSpPr>
          <p:spPr>
            <a:xfrm>
              <a:off x="7124926" y="2163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4" name="pt39654"/>
            <p:cNvSpPr/>
            <p:nvPr/>
          </p:nvSpPr>
          <p:spPr>
            <a:xfrm>
              <a:off x="6899674" y="20088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5" name="pt39655"/>
            <p:cNvSpPr/>
            <p:nvPr/>
          </p:nvSpPr>
          <p:spPr>
            <a:xfrm>
              <a:off x="7139374" y="21446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6" name="pt39656"/>
            <p:cNvSpPr/>
            <p:nvPr/>
          </p:nvSpPr>
          <p:spPr>
            <a:xfrm>
              <a:off x="7191227" y="20272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7" name="pt39657"/>
            <p:cNvSpPr/>
            <p:nvPr/>
          </p:nvSpPr>
          <p:spPr>
            <a:xfrm>
              <a:off x="7031888" y="182770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8" name="pt39658"/>
            <p:cNvSpPr/>
            <p:nvPr/>
          </p:nvSpPr>
          <p:spPr>
            <a:xfrm>
              <a:off x="6999891" y="20139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9" name="pt39659"/>
            <p:cNvSpPr/>
            <p:nvPr/>
          </p:nvSpPr>
          <p:spPr>
            <a:xfrm>
              <a:off x="7347743" y="22120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0" name="pt39660"/>
            <p:cNvSpPr/>
            <p:nvPr/>
          </p:nvSpPr>
          <p:spPr>
            <a:xfrm>
              <a:off x="7311012" y="20841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1" name="pt39661"/>
            <p:cNvSpPr/>
            <p:nvPr/>
          </p:nvSpPr>
          <p:spPr>
            <a:xfrm>
              <a:off x="7279061" y="20142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2" name="pt39662"/>
            <p:cNvSpPr/>
            <p:nvPr/>
          </p:nvSpPr>
          <p:spPr>
            <a:xfrm>
              <a:off x="7043188" y="21354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3" name="pt39663"/>
            <p:cNvSpPr/>
            <p:nvPr/>
          </p:nvSpPr>
          <p:spPr>
            <a:xfrm>
              <a:off x="7003971" y="19313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4" name="pt39664"/>
            <p:cNvSpPr/>
            <p:nvPr/>
          </p:nvSpPr>
          <p:spPr>
            <a:xfrm>
              <a:off x="7212372" y="22099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5" name="pt39665"/>
            <p:cNvSpPr/>
            <p:nvPr/>
          </p:nvSpPr>
          <p:spPr>
            <a:xfrm>
              <a:off x="7445384" y="2181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6" name="pt39666"/>
            <p:cNvSpPr/>
            <p:nvPr/>
          </p:nvSpPr>
          <p:spPr>
            <a:xfrm>
              <a:off x="7121156" y="21413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7" name="pt39667"/>
            <p:cNvSpPr/>
            <p:nvPr/>
          </p:nvSpPr>
          <p:spPr>
            <a:xfrm>
              <a:off x="7001454" y="1905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8" name="pt39668"/>
            <p:cNvSpPr/>
            <p:nvPr/>
          </p:nvSpPr>
          <p:spPr>
            <a:xfrm>
              <a:off x="7435653" y="25433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9" name="pt39669"/>
            <p:cNvSpPr/>
            <p:nvPr/>
          </p:nvSpPr>
          <p:spPr>
            <a:xfrm>
              <a:off x="7307478" y="19235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0" name="pt39670"/>
            <p:cNvSpPr/>
            <p:nvPr/>
          </p:nvSpPr>
          <p:spPr>
            <a:xfrm>
              <a:off x="7114625" y="21025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1" name="pt39671"/>
            <p:cNvSpPr/>
            <p:nvPr/>
          </p:nvSpPr>
          <p:spPr>
            <a:xfrm>
              <a:off x="7039213" y="2213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2" name="pt39672"/>
            <p:cNvSpPr/>
            <p:nvPr/>
          </p:nvSpPr>
          <p:spPr>
            <a:xfrm>
              <a:off x="6928524" y="222355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3" name="pt39673"/>
            <p:cNvSpPr/>
            <p:nvPr/>
          </p:nvSpPr>
          <p:spPr>
            <a:xfrm>
              <a:off x="7283694" y="20577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4" name="pt39674"/>
            <p:cNvSpPr/>
            <p:nvPr/>
          </p:nvSpPr>
          <p:spPr>
            <a:xfrm>
              <a:off x="7278990" y="21446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5" name="pt39675"/>
            <p:cNvSpPr/>
            <p:nvPr/>
          </p:nvSpPr>
          <p:spPr>
            <a:xfrm>
              <a:off x="7112220" y="216822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6" name="pt39676"/>
            <p:cNvSpPr/>
            <p:nvPr/>
          </p:nvSpPr>
          <p:spPr>
            <a:xfrm>
              <a:off x="7220834" y="22741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7" name="pt39677"/>
            <p:cNvSpPr/>
            <p:nvPr/>
          </p:nvSpPr>
          <p:spPr>
            <a:xfrm>
              <a:off x="7280230" y="20962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8" name="pt39678"/>
            <p:cNvSpPr/>
            <p:nvPr/>
          </p:nvSpPr>
          <p:spPr>
            <a:xfrm>
              <a:off x="7129911" y="21312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9" name="pt39679"/>
            <p:cNvSpPr/>
            <p:nvPr/>
          </p:nvSpPr>
          <p:spPr>
            <a:xfrm>
              <a:off x="6892171" y="202105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0" name="pt39680"/>
            <p:cNvSpPr/>
            <p:nvPr/>
          </p:nvSpPr>
          <p:spPr>
            <a:xfrm>
              <a:off x="6841432" y="21352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1" name="pt39681"/>
            <p:cNvSpPr/>
            <p:nvPr/>
          </p:nvSpPr>
          <p:spPr>
            <a:xfrm>
              <a:off x="7183981" y="218102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2" name="pt39682"/>
            <p:cNvSpPr/>
            <p:nvPr/>
          </p:nvSpPr>
          <p:spPr>
            <a:xfrm>
              <a:off x="6727481" y="21342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3" name="pt39683"/>
            <p:cNvSpPr/>
            <p:nvPr/>
          </p:nvSpPr>
          <p:spPr>
            <a:xfrm>
              <a:off x="7345736" y="202163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4" name="pt39684"/>
            <p:cNvSpPr/>
            <p:nvPr/>
          </p:nvSpPr>
          <p:spPr>
            <a:xfrm>
              <a:off x="7255766" y="20639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5" name="pt39685"/>
            <p:cNvSpPr/>
            <p:nvPr/>
          </p:nvSpPr>
          <p:spPr>
            <a:xfrm>
              <a:off x="7147034" y="21813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6" name="pt39686"/>
            <p:cNvSpPr/>
            <p:nvPr/>
          </p:nvSpPr>
          <p:spPr>
            <a:xfrm>
              <a:off x="7088397" y="21483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7" name="pt39687"/>
            <p:cNvSpPr/>
            <p:nvPr/>
          </p:nvSpPr>
          <p:spPr>
            <a:xfrm>
              <a:off x="7221602" y="22000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8" name="pt39688"/>
            <p:cNvSpPr/>
            <p:nvPr/>
          </p:nvSpPr>
          <p:spPr>
            <a:xfrm>
              <a:off x="7343513" y="1929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9" name="pt39689"/>
            <p:cNvSpPr/>
            <p:nvPr/>
          </p:nvSpPr>
          <p:spPr>
            <a:xfrm>
              <a:off x="7130517" y="213117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0" name="pt39690"/>
            <p:cNvSpPr/>
            <p:nvPr/>
          </p:nvSpPr>
          <p:spPr>
            <a:xfrm>
              <a:off x="7100853" y="220586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1" name="pt39691"/>
            <p:cNvSpPr/>
            <p:nvPr/>
          </p:nvSpPr>
          <p:spPr>
            <a:xfrm>
              <a:off x="7304518" y="19920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2" name="pt39692"/>
            <p:cNvSpPr/>
            <p:nvPr/>
          </p:nvSpPr>
          <p:spPr>
            <a:xfrm>
              <a:off x="7204102" y="21128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3" name="pt39693"/>
            <p:cNvSpPr/>
            <p:nvPr/>
          </p:nvSpPr>
          <p:spPr>
            <a:xfrm>
              <a:off x="7207914" y="22251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4" name="pt39694"/>
            <p:cNvSpPr/>
            <p:nvPr/>
          </p:nvSpPr>
          <p:spPr>
            <a:xfrm>
              <a:off x="7144697" y="21859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5" name="pt39695"/>
            <p:cNvSpPr/>
            <p:nvPr/>
          </p:nvSpPr>
          <p:spPr>
            <a:xfrm>
              <a:off x="7039096" y="217556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6" name="pt39696"/>
            <p:cNvSpPr/>
            <p:nvPr/>
          </p:nvSpPr>
          <p:spPr>
            <a:xfrm>
              <a:off x="7171007" y="20090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7" name="pt39697"/>
            <p:cNvSpPr/>
            <p:nvPr/>
          </p:nvSpPr>
          <p:spPr>
            <a:xfrm>
              <a:off x="7177753" y="20817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8" name="pt39698"/>
            <p:cNvSpPr/>
            <p:nvPr/>
          </p:nvSpPr>
          <p:spPr>
            <a:xfrm>
              <a:off x="7107733" y="21385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9" name="pt39699"/>
            <p:cNvSpPr/>
            <p:nvPr/>
          </p:nvSpPr>
          <p:spPr>
            <a:xfrm>
              <a:off x="7271542" y="18213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0" name="pt39700"/>
            <p:cNvSpPr/>
            <p:nvPr/>
          </p:nvSpPr>
          <p:spPr>
            <a:xfrm>
              <a:off x="7112479" y="20998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1" name="pt39701"/>
            <p:cNvSpPr/>
            <p:nvPr/>
          </p:nvSpPr>
          <p:spPr>
            <a:xfrm>
              <a:off x="6940317" y="2039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2" name="pt39702"/>
            <p:cNvSpPr/>
            <p:nvPr/>
          </p:nvSpPr>
          <p:spPr>
            <a:xfrm>
              <a:off x="7297545" y="2028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3" name="pt39703"/>
            <p:cNvSpPr/>
            <p:nvPr/>
          </p:nvSpPr>
          <p:spPr>
            <a:xfrm>
              <a:off x="7103123" y="20486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4" name="pt39704"/>
            <p:cNvSpPr/>
            <p:nvPr/>
          </p:nvSpPr>
          <p:spPr>
            <a:xfrm>
              <a:off x="7070341" y="211534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5" name="pt39705"/>
            <p:cNvSpPr/>
            <p:nvPr/>
          </p:nvSpPr>
          <p:spPr>
            <a:xfrm>
              <a:off x="7186840" y="21101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6" name="pt39706"/>
            <p:cNvSpPr/>
            <p:nvPr/>
          </p:nvSpPr>
          <p:spPr>
            <a:xfrm>
              <a:off x="7030508" y="20668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7" name="pt39707"/>
            <p:cNvSpPr/>
            <p:nvPr/>
          </p:nvSpPr>
          <p:spPr>
            <a:xfrm>
              <a:off x="7196309" y="20660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8" name="pt39708"/>
            <p:cNvSpPr/>
            <p:nvPr/>
          </p:nvSpPr>
          <p:spPr>
            <a:xfrm>
              <a:off x="7114162" y="20269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9" name="pt39709"/>
            <p:cNvSpPr/>
            <p:nvPr/>
          </p:nvSpPr>
          <p:spPr>
            <a:xfrm>
              <a:off x="7107850" y="21367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0" name="pt39710"/>
            <p:cNvSpPr/>
            <p:nvPr/>
          </p:nvSpPr>
          <p:spPr>
            <a:xfrm>
              <a:off x="7204790" y="20927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1" name="pt39711"/>
            <p:cNvSpPr/>
            <p:nvPr/>
          </p:nvSpPr>
          <p:spPr>
            <a:xfrm>
              <a:off x="7123823" y="20504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2" name="pt39712"/>
            <p:cNvSpPr/>
            <p:nvPr/>
          </p:nvSpPr>
          <p:spPr>
            <a:xfrm>
              <a:off x="7157540" y="209563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3" name="pt39713"/>
            <p:cNvSpPr/>
            <p:nvPr/>
          </p:nvSpPr>
          <p:spPr>
            <a:xfrm>
              <a:off x="6890062" y="17629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4" name="pt39714"/>
            <p:cNvSpPr/>
            <p:nvPr/>
          </p:nvSpPr>
          <p:spPr>
            <a:xfrm>
              <a:off x="7511313" y="23333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5" name="pt39715"/>
            <p:cNvSpPr/>
            <p:nvPr/>
          </p:nvSpPr>
          <p:spPr>
            <a:xfrm>
              <a:off x="6814991" y="24012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6" name="pt39716"/>
            <p:cNvSpPr/>
            <p:nvPr/>
          </p:nvSpPr>
          <p:spPr>
            <a:xfrm>
              <a:off x="7040251" y="22009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7" name="pt39717"/>
            <p:cNvSpPr/>
            <p:nvPr/>
          </p:nvSpPr>
          <p:spPr>
            <a:xfrm>
              <a:off x="7107962" y="2139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8" name="pt39718"/>
            <p:cNvSpPr/>
            <p:nvPr/>
          </p:nvSpPr>
          <p:spPr>
            <a:xfrm>
              <a:off x="7283621" y="21806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9" name="pt39719"/>
            <p:cNvSpPr/>
            <p:nvPr/>
          </p:nvSpPr>
          <p:spPr>
            <a:xfrm>
              <a:off x="7079048" y="203337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0" name="pt39720"/>
            <p:cNvSpPr/>
            <p:nvPr/>
          </p:nvSpPr>
          <p:spPr>
            <a:xfrm>
              <a:off x="7148531" y="2345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1" name="pt39721"/>
            <p:cNvSpPr/>
            <p:nvPr/>
          </p:nvSpPr>
          <p:spPr>
            <a:xfrm>
              <a:off x="7237585" y="19857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2" name="pt39722"/>
            <p:cNvSpPr/>
            <p:nvPr/>
          </p:nvSpPr>
          <p:spPr>
            <a:xfrm>
              <a:off x="6978113" y="20129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3" name="pt39723"/>
            <p:cNvSpPr/>
            <p:nvPr/>
          </p:nvSpPr>
          <p:spPr>
            <a:xfrm>
              <a:off x="7363805" y="2095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4" name="pt39724"/>
            <p:cNvSpPr/>
            <p:nvPr/>
          </p:nvSpPr>
          <p:spPr>
            <a:xfrm>
              <a:off x="6992473" y="1963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5" name="pt39725"/>
            <p:cNvSpPr/>
            <p:nvPr/>
          </p:nvSpPr>
          <p:spPr>
            <a:xfrm>
              <a:off x="7153907" y="214229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6" name="pt39726"/>
            <p:cNvSpPr/>
            <p:nvPr/>
          </p:nvSpPr>
          <p:spPr>
            <a:xfrm>
              <a:off x="7327389" y="202703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7" name="pt39727"/>
            <p:cNvSpPr/>
            <p:nvPr/>
          </p:nvSpPr>
          <p:spPr>
            <a:xfrm>
              <a:off x="6654540" y="183018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8" name="pt39728"/>
            <p:cNvSpPr/>
            <p:nvPr/>
          </p:nvSpPr>
          <p:spPr>
            <a:xfrm>
              <a:off x="7232803" y="2166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9" name="pt39729"/>
            <p:cNvSpPr/>
            <p:nvPr/>
          </p:nvSpPr>
          <p:spPr>
            <a:xfrm>
              <a:off x="6972093" y="196331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0" name="pt39730"/>
            <p:cNvSpPr/>
            <p:nvPr/>
          </p:nvSpPr>
          <p:spPr>
            <a:xfrm>
              <a:off x="7099962" y="22246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1" name="pt39731"/>
            <p:cNvSpPr/>
            <p:nvPr/>
          </p:nvSpPr>
          <p:spPr>
            <a:xfrm>
              <a:off x="7224455" y="22004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2" name="pt39732"/>
            <p:cNvSpPr/>
            <p:nvPr/>
          </p:nvSpPr>
          <p:spPr>
            <a:xfrm>
              <a:off x="7123917" y="21507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3" name="pt39733"/>
            <p:cNvSpPr/>
            <p:nvPr/>
          </p:nvSpPr>
          <p:spPr>
            <a:xfrm>
              <a:off x="7125454" y="205564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4" name="pt39734"/>
            <p:cNvSpPr/>
            <p:nvPr/>
          </p:nvSpPr>
          <p:spPr>
            <a:xfrm>
              <a:off x="7279143" y="2085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5" name="pt39735"/>
            <p:cNvSpPr/>
            <p:nvPr/>
          </p:nvSpPr>
          <p:spPr>
            <a:xfrm>
              <a:off x="6671413" y="2246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6" name="pt39736"/>
            <p:cNvSpPr/>
            <p:nvPr/>
          </p:nvSpPr>
          <p:spPr>
            <a:xfrm>
              <a:off x="7131034" y="21781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7" name="pt39737"/>
            <p:cNvSpPr/>
            <p:nvPr/>
          </p:nvSpPr>
          <p:spPr>
            <a:xfrm>
              <a:off x="7168000" y="19903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8" name="pt39738"/>
            <p:cNvSpPr/>
            <p:nvPr/>
          </p:nvSpPr>
          <p:spPr>
            <a:xfrm>
              <a:off x="7418448" y="265484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9" name="pt39739"/>
            <p:cNvSpPr/>
            <p:nvPr/>
          </p:nvSpPr>
          <p:spPr>
            <a:xfrm>
              <a:off x="6927437" y="21570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0" name="pt39740"/>
            <p:cNvSpPr/>
            <p:nvPr/>
          </p:nvSpPr>
          <p:spPr>
            <a:xfrm>
              <a:off x="6944345" y="21455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1" name="pt39741"/>
            <p:cNvSpPr/>
            <p:nvPr/>
          </p:nvSpPr>
          <p:spPr>
            <a:xfrm>
              <a:off x="6987466" y="19781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2" name="pt39742"/>
            <p:cNvSpPr/>
            <p:nvPr/>
          </p:nvSpPr>
          <p:spPr>
            <a:xfrm>
              <a:off x="7089385" y="22388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3" name="pt39743"/>
            <p:cNvSpPr/>
            <p:nvPr/>
          </p:nvSpPr>
          <p:spPr>
            <a:xfrm>
              <a:off x="7102281" y="22326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4" name="pt39744"/>
            <p:cNvSpPr/>
            <p:nvPr/>
          </p:nvSpPr>
          <p:spPr>
            <a:xfrm>
              <a:off x="7103995" y="217710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5" name="pt39745"/>
            <p:cNvSpPr/>
            <p:nvPr/>
          </p:nvSpPr>
          <p:spPr>
            <a:xfrm>
              <a:off x="7175518" y="20059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6" name="pt39746"/>
            <p:cNvSpPr/>
            <p:nvPr/>
          </p:nvSpPr>
          <p:spPr>
            <a:xfrm>
              <a:off x="7092313" y="227553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7" name="pt39747"/>
            <p:cNvSpPr/>
            <p:nvPr/>
          </p:nvSpPr>
          <p:spPr>
            <a:xfrm>
              <a:off x="7013488" y="18379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8" name="pt39748"/>
            <p:cNvSpPr/>
            <p:nvPr/>
          </p:nvSpPr>
          <p:spPr>
            <a:xfrm>
              <a:off x="7176837" y="21013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9" name="pt39749"/>
            <p:cNvSpPr/>
            <p:nvPr/>
          </p:nvSpPr>
          <p:spPr>
            <a:xfrm>
              <a:off x="7340168" y="209402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0" name="pt39750"/>
            <p:cNvSpPr/>
            <p:nvPr/>
          </p:nvSpPr>
          <p:spPr>
            <a:xfrm>
              <a:off x="7207955" y="23742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1" name="pt39751"/>
            <p:cNvSpPr/>
            <p:nvPr/>
          </p:nvSpPr>
          <p:spPr>
            <a:xfrm>
              <a:off x="7349529" y="210802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2" name="pt39752"/>
            <p:cNvSpPr/>
            <p:nvPr/>
          </p:nvSpPr>
          <p:spPr>
            <a:xfrm>
              <a:off x="7161307" y="19019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3" name="pt39753"/>
            <p:cNvSpPr/>
            <p:nvPr/>
          </p:nvSpPr>
          <p:spPr>
            <a:xfrm>
              <a:off x="7053618" y="230720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4" name="pt39754"/>
            <p:cNvSpPr/>
            <p:nvPr/>
          </p:nvSpPr>
          <p:spPr>
            <a:xfrm>
              <a:off x="7339750" y="2026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5" name="pt39755"/>
            <p:cNvSpPr/>
            <p:nvPr/>
          </p:nvSpPr>
          <p:spPr>
            <a:xfrm>
              <a:off x="6814019" y="235405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6" name="pt39756"/>
            <p:cNvSpPr/>
            <p:nvPr/>
          </p:nvSpPr>
          <p:spPr>
            <a:xfrm>
              <a:off x="7124000" y="21679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7" name="pt39757"/>
            <p:cNvSpPr/>
            <p:nvPr/>
          </p:nvSpPr>
          <p:spPr>
            <a:xfrm>
              <a:off x="7204429" y="2192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8" name="pt39758"/>
            <p:cNvSpPr/>
            <p:nvPr/>
          </p:nvSpPr>
          <p:spPr>
            <a:xfrm>
              <a:off x="7265047" y="21175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9" name="pt39759"/>
            <p:cNvSpPr/>
            <p:nvPr/>
          </p:nvSpPr>
          <p:spPr>
            <a:xfrm>
              <a:off x="7367819" y="22566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0" name="pt39760"/>
            <p:cNvSpPr/>
            <p:nvPr/>
          </p:nvSpPr>
          <p:spPr>
            <a:xfrm>
              <a:off x="7090279" y="22331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1" name="pt39761"/>
            <p:cNvSpPr/>
            <p:nvPr/>
          </p:nvSpPr>
          <p:spPr>
            <a:xfrm>
              <a:off x="7224739" y="19771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2" name="pt39762"/>
            <p:cNvSpPr/>
            <p:nvPr/>
          </p:nvSpPr>
          <p:spPr>
            <a:xfrm>
              <a:off x="7750549" y="219391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3" name="pt39763"/>
            <p:cNvSpPr/>
            <p:nvPr/>
          </p:nvSpPr>
          <p:spPr>
            <a:xfrm>
              <a:off x="7142915" y="221670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4" name="pt39764"/>
            <p:cNvSpPr/>
            <p:nvPr/>
          </p:nvSpPr>
          <p:spPr>
            <a:xfrm>
              <a:off x="7268521" y="20581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5" name="pt39765"/>
            <p:cNvSpPr/>
            <p:nvPr/>
          </p:nvSpPr>
          <p:spPr>
            <a:xfrm>
              <a:off x="7283160" y="195328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6" name="pt39766"/>
            <p:cNvSpPr/>
            <p:nvPr/>
          </p:nvSpPr>
          <p:spPr>
            <a:xfrm>
              <a:off x="6916685" y="21704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7" name="pt39767"/>
            <p:cNvSpPr/>
            <p:nvPr/>
          </p:nvSpPr>
          <p:spPr>
            <a:xfrm>
              <a:off x="7044696" y="22140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8" name="pt39768"/>
            <p:cNvSpPr/>
            <p:nvPr/>
          </p:nvSpPr>
          <p:spPr>
            <a:xfrm>
              <a:off x="7153929" y="233056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9" name="pt39769"/>
            <p:cNvSpPr/>
            <p:nvPr/>
          </p:nvSpPr>
          <p:spPr>
            <a:xfrm>
              <a:off x="7174964" y="19758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0" name="pt39770"/>
            <p:cNvSpPr/>
            <p:nvPr/>
          </p:nvSpPr>
          <p:spPr>
            <a:xfrm>
              <a:off x="7087534" y="2185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1" name="pt39771"/>
            <p:cNvSpPr/>
            <p:nvPr/>
          </p:nvSpPr>
          <p:spPr>
            <a:xfrm>
              <a:off x="6852544" y="20950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2" name="pt39772"/>
            <p:cNvSpPr/>
            <p:nvPr/>
          </p:nvSpPr>
          <p:spPr>
            <a:xfrm>
              <a:off x="7114480" y="19410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3" name="pt39773"/>
            <p:cNvSpPr/>
            <p:nvPr/>
          </p:nvSpPr>
          <p:spPr>
            <a:xfrm>
              <a:off x="7173369" y="19984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4" name="pt39774"/>
            <p:cNvSpPr/>
            <p:nvPr/>
          </p:nvSpPr>
          <p:spPr>
            <a:xfrm>
              <a:off x="7725346" y="22455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5" name="pt39775"/>
            <p:cNvSpPr/>
            <p:nvPr/>
          </p:nvSpPr>
          <p:spPr>
            <a:xfrm>
              <a:off x="7133010" y="2230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6" name="pt39776"/>
            <p:cNvSpPr/>
            <p:nvPr/>
          </p:nvSpPr>
          <p:spPr>
            <a:xfrm>
              <a:off x="7137280" y="21845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7" name="pt39777"/>
            <p:cNvSpPr/>
            <p:nvPr/>
          </p:nvSpPr>
          <p:spPr>
            <a:xfrm>
              <a:off x="7067743" y="219867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8" name="pt39778"/>
            <p:cNvSpPr/>
            <p:nvPr/>
          </p:nvSpPr>
          <p:spPr>
            <a:xfrm>
              <a:off x="6909192" y="224023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9" name="pt39779"/>
            <p:cNvSpPr/>
            <p:nvPr/>
          </p:nvSpPr>
          <p:spPr>
            <a:xfrm>
              <a:off x="7219258" y="22688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0" name="pt39780"/>
            <p:cNvSpPr/>
            <p:nvPr/>
          </p:nvSpPr>
          <p:spPr>
            <a:xfrm>
              <a:off x="7145469" y="229197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1" name="pt39781"/>
            <p:cNvSpPr/>
            <p:nvPr/>
          </p:nvSpPr>
          <p:spPr>
            <a:xfrm>
              <a:off x="7151628" y="229136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2" name="pt39782"/>
            <p:cNvSpPr/>
            <p:nvPr/>
          </p:nvSpPr>
          <p:spPr>
            <a:xfrm>
              <a:off x="7243633" y="2307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3" name="pt39783"/>
            <p:cNvSpPr/>
            <p:nvPr/>
          </p:nvSpPr>
          <p:spPr>
            <a:xfrm>
              <a:off x="7107033" y="22183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4" name="pt39784"/>
            <p:cNvSpPr/>
            <p:nvPr/>
          </p:nvSpPr>
          <p:spPr>
            <a:xfrm>
              <a:off x="7006226" y="195983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5" name="pt39785"/>
            <p:cNvSpPr/>
            <p:nvPr/>
          </p:nvSpPr>
          <p:spPr>
            <a:xfrm>
              <a:off x="7071945" y="218547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6" name="pt39786"/>
            <p:cNvSpPr/>
            <p:nvPr/>
          </p:nvSpPr>
          <p:spPr>
            <a:xfrm>
              <a:off x="7112189" y="211872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7" name="pt39787"/>
            <p:cNvSpPr/>
            <p:nvPr/>
          </p:nvSpPr>
          <p:spPr>
            <a:xfrm>
              <a:off x="6971938" y="19761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8" name="pt39788"/>
            <p:cNvSpPr/>
            <p:nvPr/>
          </p:nvSpPr>
          <p:spPr>
            <a:xfrm>
              <a:off x="7195412" y="199425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9" name="pt39789"/>
            <p:cNvSpPr/>
            <p:nvPr/>
          </p:nvSpPr>
          <p:spPr>
            <a:xfrm>
              <a:off x="7124509" y="21834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0" name="pt39790"/>
            <p:cNvSpPr/>
            <p:nvPr/>
          </p:nvSpPr>
          <p:spPr>
            <a:xfrm>
              <a:off x="7241957" y="21289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1" name="pt39791"/>
            <p:cNvSpPr/>
            <p:nvPr/>
          </p:nvSpPr>
          <p:spPr>
            <a:xfrm>
              <a:off x="7328082" y="200428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2" name="pt39792"/>
            <p:cNvSpPr/>
            <p:nvPr/>
          </p:nvSpPr>
          <p:spPr>
            <a:xfrm>
              <a:off x="7185253" y="21507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3" name="pt39793"/>
            <p:cNvSpPr/>
            <p:nvPr/>
          </p:nvSpPr>
          <p:spPr>
            <a:xfrm>
              <a:off x="7176397" y="210044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4" name="pt39794"/>
            <p:cNvSpPr/>
            <p:nvPr/>
          </p:nvSpPr>
          <p:spPr>
            <a:xfrm>
              <a:off x="7242470" y="226522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5" name="pt39795"/>
            <p:cNvSpPr/>
            <p:nvPr/>
          </p:nvSpPr>
          <p:spPr>
            <a:xfrm>
              <a:off x="7121771" y="21485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6" name="pt39796"/>
            <p:cNvSpPr/>
            <p:nvPr/>
          </p:nvSpPr>
          <p:spPr>
            <a:xfrm>
              <a:off x="7073729" y="219748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7" name="pt39797"/>
            <p:cNvSpPr/>
            <p:nvPr/>
          </p:nvSpPr>
          <p:spPr>
            <a:xfrm>
              <a:off x="7511307" y="26367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8" name="pt39798"/>
            <p:cNvSpPr/>
            <p:nvPr/>
          </p:nvSpPr>
          <p:spPr>
            <a:xfrm>
              <a:off x="6711596" y="1768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9" name="pt39799"/>
            <p:cNvSpPr/>
            <p:nvPr/>
          </p:nvSpPr>
          <p:spPr>
            <a:xfrm>
              <a:off x="7159927" y="209655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0" name="pt39800"/>
            <p:cNvSpPr/>
            <p:nvPr/>
          </p:nvSpPr>
          <p:spPr>
            <a:xfrm>
              <a:off x="7134113" y="209341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1" name="pt39801"/>
            <p:cNvSpPr/>
            <p:nvPr/>
          </p:nvSpPr>
          <p:spPr>
            <a:xfrm>
              <a:off x="7237334" y="197952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2" name="pt39802"/>
            <p:cNvSpPr/>
            <p:nvPr/>
          </p:nvSpPr>
          <p:spPr>
            <a:xfrm>
              <a:off x="7120948" y="21841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3" name="pt39803"/>
            <p:cNvSpPr/>
            <p:nvPr/>
          </p:nvSpPr>
          <p:spPr>
            <a:xfrm>
              <a:off x="7294223" y="20144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4" name="pt39804"/>
            <p:cNvSpPr/>
            <p:nvPr/>
          </p:nvSpPr>
          <p:spPr>
            <a:xfrm>
              <a:off x="6868378" y="21417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5" name="pt39805"/>
            <p:cNvSpPr/>
            <p:nvPr/>
          </p:nvSpPr>
          <p:spPr>
            <a:xfrm>
              <a:off x="7322668" y="200911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6" name="pt39806"/>
            <p:cNvSpPr/>
            <p:nvPr/>
          </p:nvSpPr>
          <p:spPr>
            <a:xfrm>
              <a:off x="7241665" y="175858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7" name="pt39807"/>
            <p:cNvSpPr/>
            <p:nvPr/>
          </p:nvSpPr>
          <p:spPr>
            <a:xfrm>
              <a:off x="7238425" y="186006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8" name="pt39808"/>
            <p:cNvSpPr/>
            <p:nvPr/>
          </p:nvSpPr>
          <p:spPr>
            <a:xfrm>
              <a:off x="7158788" y="208639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9" name="pt39809"/>
            <p:cNvSpPr/>
            <p:nvPr/>
          </p:nvSpPr>
          <p:spPr>
            <a:xfrm>
              <a:off x="7124456" y="214678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0" name="pt39810"/>
            <p:cNvSpPr/>
            <p:nvPr/>
          </p:nvSpPr>
          <p:spPr>
            <a:xfrm>
              <a:off x="7176107" y="20975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1" name="pt39811"/>
            <p:cNvSpPr/>
            <p:nvPr/>
          </p:nvSpPr>
          <p:spPr>
            <a:xfrm>
              <a:off x="7426028" y="24544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2" name="pt39812"/>
            <p:cNvSpPr/>
            <p:nvPr/>
          </p:nvSpPr>
          <p:spPr>
            <a:xfrm>
              <a:off x="7385865" y="23033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3" name="pt39813"/>
            <p:cNvSpPr/>
            <p:nvPr/>
          </p:nvSpPr>
          <p:spPr>
            <a:xfrm>
              <a:off x="7213602" y="23307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4" name="pt39814"/>
            <p:cNvSpPr/>
            <p:nvPr/>
          </p:nvSpPr>
          <p:spPr>
            <a:xfrm>
              <a:off x="7468085" y="27189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5" name="pt39815"/>
            <p:cNvSpPr/>
            <p:nvPr/>
          </p:nvSpPr>
          <p:spPr>
            <a:xfrm>
              <a:off x="6995770" y="214549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6" name="pt39816"/>
            <p:cNvSpPr/>
            <p:nvPr/>
          </p:nvSpPr>
          <p:spPr>
            <a:xfrm>
              <a:off x="6993100" y="1992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7" name="pt39817"/>
            <p:cNvSpPr/>
            <p:nvPr/>
          </p:nvSpPr>
          <p:spPr>
            <a:xfrm>
              <a:off x="7226162" y="19570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8" name="pt39818"/>
            <p:cNvSpPr/>
            <p:nvPr/>
          </p:nvSpPr>
          <p:spPr>
            <a:xfrm>
              <a:off x="7107297" y="221743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9" name="pt39819"/>
            <p:cNvSpPr/>
            <p:nvPr/>
          </p:nvSpPr>
          <p:spPr>
            <a:xfrm>
              <a:off x="6922025" y="224062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0" name="pt39820"/>
            <p:cNvSpPr/>
            <p:nvPr/>
          </p:nvSpPr>
          <p:spPr>
            <a:xfrm>
              <a:off x="7323530" y="19758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1" name="pt39821"/>
            <p:cNvSpPr/>
            <p:nvPr/>
          </p:nvSpPr>
          <p:spPr>
            <a:xfrm>
              <a:off x="7220559" y="20306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2" name="pt39822"/>
            <p:cNvSpPr/>
            <p:nvPr/>
          </p:nvSpPr>
          <p:spPr>
            <a:xfrm>
              <a:off x="7002019" y="213731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3" name="pt39823"/>
            <p:cNvSpPr/>
            <p:nvPr/>
          </p:nvSpPr>
          <p:spPr>
            <a:xfrm>
              <a:off x="6911561" y="2223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4" name="pt39824"/>
            <p:cNvSpPr/>
            <p:nvPr/>
          </p:nvSpPr>
          <p:spPr>
            <a:xfrm>
              <a:off x="6822900" y="185758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5" name="pt39825"/>
            <p:cNvSpPr/>
            <p:nvPr/>
          </p:nvSpPr>
          <p:spPr>
            <a:xfrm>
              <a:off x="7075109" y="220649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6" name="pt39826"/>
            <p:cNvSpPr/>
            <p:nvPr/>
          </p:nvSpPr>
          <p:spPr>
            <a:xfrm>
              <a:off x="7091765" y="22042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7" name="pt39827"/>
            <p:cNvSpPr/>
            <p:nvPr/>
          </p:nvSpPr>
          <p:spPr>
            <a:xfrm>
              <a:off x="7475352" y="278179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8" name="pt39828"/>
            <p:cNvSpPr/>
            <p:nvPr/>
          </p:nvSpPr>
          <p:spPr>
            <a:xfrm>
              <a:off x="7098220" y="22339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9" name="pt39829"/>
            <p:cNvSpPr/>
            <p:nvPr/>
          </p:nvSpPr>
          <p:spPr>
            <a:xfrm>
              <a:off x="7134593" y="21496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0" name="pt39830"/>
            <p:cNvSpPr/>
            <p:nvPr/>
          </p:nvSpPr>
          <p:spPr>
            <a:xfrm>
              <a:off x="7164734" y="21237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1" name="pt39831"/>
            <p:cNvSpPr/>
            <p:nvPr/>
          </p:nvSpPr>
          <p:spPr>
            <a:xfrm>
              <a:off x="7179548" y="209711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2" name="pt39832"/>
            <p:cNvSpPr/>
            <p:nvPr/>
          </p:nvSpPr>
          <p:spPr>
            <a:xfrm>
              <a:off x="7321907" y="200385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3" name="pt39833"/>
            <p:cNvSpPr/>
            <p:nvPr/>
          </p:nvSpPr>
          <p:spPr>
            <a:xfrm>
              <a:off x="6792770" y="26296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4" name="pt39834"/>
            <p:cNvSpPr/>
            <p:nvPr/>
          </p:nvSpPr>
          <p:spPr>
            <a:xfrm>
              <a:off x="7039265" y="228618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5" name="pt39835"/>
            <p:cNvSpPr/>
            <p:nvPr/>
          </p:nvSpPr>
          <p:spPr>
            <a:xfrm>
              <a:off x="7275304" y="207201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6" name="pt39836"/>
            <p:cNvSpPr/>
            <p:nvPr/>
          </p:nvSpPr>
          <p:spPr>
            <a:xfrm>
              <a:off x="7218637" y="21229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7" name="pt39837"/>
            <p:cNvSpPr/>
            <p:nvPr/>
          </p:nvSpPr>
          <p:spPr>
            <a:xfrm>
              <a:off x="6805283" y="23663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8" name="pt39838"/>
            <p:cNvSpPr/>
            <p:nvPr/>
          </p:nvSpPr>
          <p:spPr>
            <a:xfrm>
              <a:off x="6922407" y="216686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9" name="pt39839"/>
            <p:cNvSpPr/>
            <p:nvPr/>
          </p:nvSpPr>
          <p:spPr>
            <a:xfrm>
              <a:off x="6866830" y="228834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0" name="pt39840"/>
            <p:cNvSpPr/>
            <p:nvPr/>
          </p:nvSpPr>
          <p:spPr>
            <a:xfrm>
              <a:off x="7204387" y="2223325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1" name="pt39841"/>
            <p:cNvSpPr/>
            <p:nvPr/>
          </p:nvSpPr>
          <p:spPr>
            <a:xfrm>
              <a:off x="7006318" y="204563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2" name="pt39842"/>
            <p:cNvSpPr/>
            <p:nvPr/>
          </p:nvSpPr>
          <p:spPr>
            <a:xfrm>
              <a:off x="7133564" y="2061678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3" name="pt39843"/>
            <p:cNvSpPr/>
            <p:nvPr/>
          </p:nvSpPr>
          <p:spPr>
            <a:xfrm>
              <a:off x="7375868" y="20826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4" name="pt39844"/>
            <p:cNvSpPr/>
            <p:nvPr/>
          </p:nvSpPr>
          <p:spPr>
            <a:xfrm>
              <a:off x="7132913" y="215384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5" name="pt39845"/>
            <p:cNvSpPr/>
            <p:nvPr/>
          </p:nvSpPr>
          <p:spPr>
            <a:xfrm>
              <a:off x="7653379" y="250629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6" name="pt39846"/>
            <p:cNvSpPr/>
            <p:nvPr/>
          </p:nvSpPr>
          <p:spPr>
            <a:xfrm>
              <a:off x="6814671" y="22700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7" name="pt39847"/>
            <p:cNvSpPr/>
            <p:nvPr/>
          </p:nvSpPr>
          <p:spPr>
            <a:xfrm>
              <a:off x="6994713" y="213005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8" name="pt39848"/>
            <p:cNvSpPr/>
            <p:nvPr/>
          </p:nvSpPr>
          <p:spPr>
            <a:xfrm>
              <a:off x="7285169" y="18527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9" name="pt39849"/>
            <p:cNvSpPr/>
            <p:nvPr/>
          </p:nvSpPr>
          <p:spPr>
            <a:xfrm>
              <a:off x="7258752" y="2028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0" name="pt39850"/>
            <p:cNvSpPr/>
            <p:nvPr/>
          </p:nvSpPr>
          <p:spPr>
            <a:xfrm>
              <a:off x="7019622" y="2076007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1" name="pt39851"/>
            <p:cNvSpPr/>
            <p:nvPr/>
          </p:nvSpPr>
          <p:spPr>
            <a:xfrm>
              <a:off x="7378357" y="220779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2" name="pt39852"/>
            <p:cNvSpPr/>
            <p:nvPr/>
          </p:nvSpPr>
          <p:spPr>
            <a:xfrm>
              <a:off x="7173504" y="203634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3" name="pt39853"/>
            <p:cNvSpPr/>
            <p:nvPr/>
          </p:nvSpPr>
          <p:spPr>
            <a:xfrm>
              <a:off x="7002598" y="19781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4" name="pt39854"/>
            <p:cNvSpPr/>
            <p:nvPr/>
          </p:nvSpPr>
          <p:spPr>
            <a:xfrm>
              <a:off x="7132288" y="2138394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5" name="pt39855"/>
            <p:cNvSpPr/>
            <p:nvPr/>
          </p:nvSpPr>
          <p:spPr>
            <a:xfrm>
              <a:off x="7095133" y="221575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6" name="pt39856"/>
            <p:cNvSpPr/>
            <p:nvPr/>
          </p:nvSpPr>
          <p:spPr>
            <a:xfrm>
              <a:off x="7407559" y="246285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7" name="pt39857"/>
            <p:cNvSpPr/>
            <p:nvPr/>
          </p:nvSpPr>
          <p:spPr>
            <a:xfrm>
              <a:off x="7439894" y="249083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8" name="pt39858"/>
            <p:cNvSpPr/>
            <p:nvPr/>
          </p:nvSpPr>
          <p:spPr>
            <a:xfrm>
              <a:off x="7216875" y="237456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9" name="pt39859"/>
            <p:cNvSpPr/>
            <p:nvPr/>
          </p:nvSpPr>
          <p:spPr>
            <a:xfrm>
              <a:off x="7156004" y="2172616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0" name="pt39860"/>
            <p:cNvSpPr/>
            <p:nvPr/>
          </p:nvSpPr>
          <p:spPr>
            <a:xfrm>
              <a:off x="7178053" y="209818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1" name="pt39861"/>
            <p:cNvSpPr/>
            <p:nvPr/>
          </p:nvSpPr>
          <p:spPr>
            <a:xfrm>
              <a:off x="7193720" y="211141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2" name="pt39862"/>
            <p:cNvSpPr/>
            <p:nvPr/>
          </p:nvSpPr>
          <p:spPr>
            <a:xfrm>
              <a:off x="7288186" y="197246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3" name="pt39863"/>
            <p:cNvSpPr/>
            <p:nvPr/>
          </p:nvSpPr>
          <p:spPr>
            <a:xfrm>
              <a:off x="7081179" y="2087469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4" name="pt39864"/>
            <p:cNvSpPr/>
            <p:nvPr/>
          </p:nvSpPr>
          <p:spPr>
            <a:xfrm>
              <a:off x="7396129" y="1976441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5" name="pt39865"/>
            <p:cNvSpPr/>
            <p:nvPr/>
          </p:nvSpPr>
          <p:spPr>
            <a:xfrm>
              <a:off x="7160975" y="2141093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6" name="pt39866"/>
            <p:cNvSpPr/>
            <p:nvPr/>
          </p:nvSpPr>
          <p:spPr>
            <a:xfrm>
              <a:off x="6969069" y="198040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7" name="pt39867"/>
            <p:cNvSpPr/>
            <p:nvPr/>
          </p:nvSpPr>
          <p:spPr>
            <a:xfrm>
              <a:off x="7206367" y="2087200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8" name="pt39868"/>
            <p:cNvSpPr/>
            <p:nvPr/>
          </p:nvSpPr>
          <p:spPr>
            <a:xfrm>
              <a:off x="7004056" y="1964072"/>
              <a:ext cx="17667" cy="17667"/>
            </a:xfrm>
            <a:prstGeom prst="ellipse">
              <a:avLst/>
            </a:prstGeom>
            <a:solidFill>
              <a:srgbClr val="999999">
                <a:alpha val="5882"/>
              </a:srgbClr>
            </a:solidFill>
            <a:ln w="8181" cap="rnd">
              <a:solidFill>
                <a:srgbClr val="999999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9" name="pl39869"/>
            <p:cNvSpPr/>
            <p:nvPr/>
          </p:nvSpPr>
          <p:spPr>
            <a:xfrm>
              <a:off x="6424930" y="1521038"/>
              <a:ext cx="1666175" cy="967926"/>
            </a:xfrm>
            <a:custGeom>
              <a:avLst/>
              <a:pathLst>
                <a:path w="1666175" h="967926">
                  <a:moveTo>
                    <a:pt x="0" y="101084"/>
                  </a:moveTo>
                  <a:lnTo>
                    <a:pt x="21090" y="146680"/>
                  </a:lnTo>
                  <a:lnTo>
                    <a:pt x="42181" y="192021"/>
                  </a:lnTo>
                  <a:lnTo>
                    <a:pt x="63272" y="236852"/>
                  </a:lnTo>
                  <a:lnTo>
                    <a:pt x="84363" y="280918"/>
                  </a:lnTo>
                  <a:lnTo>
                    <a:pt x="105454" y="323964"/>
                  </a:lnTo>
                  <a:lnTo>
                    <a:pt x="126544" y="365735"/>
                  </a:lnTo>
                  <a:lnTo>
                    <a:pt x="147635" y="405976"/>
                  </a:lnTo>
                  <a:lnTo>
                    <a:pt x="168726" y="444433"/>
                  </a:lnTo>
                  <a:lnTo>
                    <a:pt x="189817" y="480849"/>
                  </a:lnTo>
                  <a:lnTo>
                    <a:pt x="210908" y="514970"/>
                  </a:lnTo>
                  <a:lnTo>
                    <a:pt x="231999" y="546540"/>
                  </a:lnTo>
                  <a:lnTo>
                    <a:pt x="253089" y="575306"/>
                  </a:lnTo>
                  <a:lnTo>
                    <a:pt x="274180" y="601012"/>
                  </a:lnTo>
                  <a:lnTo>
                    <a:pt x="295271" y="623403"/>
                  </a:lnTo>
                  <a:lnTo>
                    <a:pt x="316362" y="642224"/>
                  </a:lnTo>
                  <a:lnTo>
                    <a:pt x="337453" y="657220"/>
                  </a:lnTo>
                  <a:lnTo>
                    <a:pt x="358544" y="668136"/>
                  </a:lnTo>
                  <a:lnTo>
                    <a:pt x="379634" y="674716"/>
                  </a:lnTo>
                  <a:lnTo>
                    <a:pt x="400725" y="676707"/>
                  </a:lnTo>
                  <a:lnTo>
                    <a:pt x="421816" y="673852"/>
                  </a:lnTo>
                  <a:lnTo>
                    <a:pt x="442907" y="665898"/>
                  </a:lnTo>
                  <a:lnTo>
                    <a:pt x="463998" y="652589"/>
                  </a:lnTo>
                  <a:lnTo>
                    <a:pt x="485089" y="633669"/>
                  </a:lnTo>
                  <a:lnTo>
                    <a:pt x="506179" y="608884"/>
                  </a:lnTo>
                  <a:lnTo>
                    <a:pt x="527270" y="577980"/>
                  </a:lnTo>
                  <a:lnTo>
                    <a:pt x="548361" y="541846"/>
                  </a:lnTo>
                  <a:lnTo>
                    <a:pt x="569452" y="509171"/>
                  </a:lnTo>
                  <a:lnTo>
                    <a:pt x="590543" y="491886"/>
                  </a:lnTo>
                  <a:lnTo>
                    <a:pt x="611634" y="501933"/>
                  </a:lnTo>
                  <a:lnTo>
                    <a:pt x="632724" y="548142"/>
                  </a:lnTo>
                  <a:lnTo>
                    <a:pt x="653815" y="612315"/>
                  </a:lnTo>
                  <a:lnTo>
                    <a:pt x="674906" y="662406"/>
                  </a:lnTo>
                  <a:lnTo>
                    <a:pt x="695997" y="675135"/>
                  </a:lnTo>
                  <a:lnTo>
                    <a:pt x="717088" y="649095"/>
                  </a:lnTo>
                  <a:lnTo>
                    <a:pt x="738179" y="607503"/>
                  </a:lnTo>
                  <a:lnTo>
                    <a:pt x="759269" y="605039"/>
                  </a:lnTo>
                  <a:lnTo>
                    <a:pt x="780360" y="629635"/>
                  </a:lnTo>
                  <a:lnTo>
                    <a:pt x="801451" y="610346"/>
                  </a:lnTo>
                  <a:lnTo>
                    <a:pt x="822542" y="548125"/>
                  </a:lnTo>
                  <a:lnTo>
                    <a:pt x="843633" y="499494"/>
                  </a:lnTo>
                  <a:lnTo>
                    <a:pt x="864724" y="501996"/>
                  </a:lnTo>
                  <a:lnTo>
                    <a:pt x="885814" y="543874"/>
                  </a:lnTo>
                  <a:lnTo>
                    <a:pt x="906905" y="606047"/>
                  </a:lnTo>
                  <a:lnTo>
                    <a:pt x="927996" y="670032"/>
                  </a:lnTo>
                  <a:lnTo>
                    <a:pt x="949087" y="727420"/>
                  </a:lnTo>
                  <a:lnTo>
                    <a:pt x="970178" y="778153"/>
                  </a:lnTo>
                  <a:lnTo>
                    <a:pt x="991268" y="822426"/>
                  </a:lnTo>
                  <a:lnTo>
                    <a:pt x="1012359" y="860437"/>
                  </a:lnTo>
                  <a:lnTo>
                    <a:pt x="1033450" y="892379"/>
                  </a:lnTo>
                  <a:lnTo>
                    <a:pt x="1054541" y="918449"/>
                  </a:lnTo>
                  <a:lnTo>
                    <a:pt x="1075632" y="938844"/>
                  </a:lnTo>
                  <a:lnTo>
                    <a:pt x="1096723" y="953757"/>
                  </a:lnTo>
                  <a:lnTo>
                    <a:pt x="1117813" y="963386"/>
                  </a:lnTo>
                  <a:lnTo>
                    <a:pt x="1138904" y="967926"/>
                  </a:lnTo>
                  <a:lnTo>
                    <a:pt x="1159995" y="967573"/>
                  </a:lnTo>
                  <a:lnTo>
                    <a:pt x="1181086" y="962522"/>
                  </a:lnTo>
                  <a:lnTo>
                    <a:pt x="1202177" y="952969"/>
                  </a:lnTo>
                  <a:lnTo>
                    <a:pt x="1223268" y="939110"/>
                  </a:lnTo>
                  <a:lnTo>
                    <a:pt x="1244358" y="921140"/>
                  </a:lnTo>
                  <a:lnTo>
                    <a:pt x="1265449" y="899256"/>
                  </a:lnTo>
                  <a:lnTo>
                    <a:pt x="1286540" y="873653"/>
                  </a:lnTo>
                  <a:lnTo>
                    <a:pt x="1307631" y="844527"/>
                  </a:lnTo>
                  <a:lnTo>
                    <a:pt x="1328722" y="812074"/>
                  </a:lnTo>
                  <a:lnTo>
                    <a:pt x="1349813" y="776488"/>
                  </a:lnTo>
                  <a:lnTo>
                    <a:pt x="1370903" y="737967"/>
                  </a:lnTo>
                  <a:lnTo>
                    <a:pt x="1391994" y="696705"/>
                  </a:lnTo>
                  <a:lnTo>
                    <a:pt x="1413085" y="652899"/>
                  </a:lnTo>
                  <a:lnTo>
                    <a:pt x="1434176" y="606744"/>
                  </a:lnTo>
                  <a:lnTo>
                    <a:pt x="1455267" y="558436"/>
                  </a:lnTo>
                  <a:lnTo>
                    <a:pt x="1476358" y="508171"/>
                  </a:lnTo>
                  <a:lnTo>
                    <a:pt x="1497448" y="456144"/>
                  </a:lnTo>
                  <a:lnTo>
                    <a:pt x="1518539" y="402551"/>
                  </a:lnTo>
                  <a:lnTo>
                    <a:pt x="1539630" y="347588"/>
                  </a:lnTo>
                  <a:lnTo>
                    <a:pt x="1560721" y="291451"/>
                  </a:lnTo>
                  <a:lnTo>
                    <a:pt x="1581812" y="234335"/>
                  </a:lnTo>
                  <a:lnTo>
                    <a:pt x="1602903" y="176436"/>
                  </a:lnTo>
                  <a:lnTo>
                    <a:pt x="1623993" y="117950"/>
                  </a:lnTo>
                  <a:lnTo>
                    <a:pt x="1645084" y="59073"/>
                  </a:lnTo>
                  <a:lnTo>
                    <a:pt x="1666175" y="0"/>
                  </a:lnTo>
                </a:path>
              </a:pathLst>
            </a:custGeom>
            <a:ln w="18970" cap="flat">
              <a:solidFill>
                <a:srgbClr val="999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0" name="rc39870"/>
            <p:cNvSpPr/>
            <p:nvPr/>
          </p:nvSpPr>
          <p:spPr>
            <a:xfrm>
              <a:off x="8237677" y="1064445"/>
              <a:ext cx="1832793" cy="214721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871" name="pl39871"/>
            <p:cNvSpPr/>
            <p:nvPr/>
          </p:nvSpPr>
          <p:spPr>
            <a:xfrm>
              <a:off x="8237677" y="314776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2" name="pl39872"/>
            <p:cNvSpPr/>
            <p:nvPr/>
          </p:nvSpPr>
          <p:spPr>
            <a:xfrm>
              <a:off x="8237677" y="262609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3" name="pl39873"/>
            <p:cNvSpPr/>
            <p:nvPr/>
          </p:nvSpPr>
          <p:spPr>
            <a:xfrm>
              <a:off x="8237677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4" name="pl39874"/>
            <p:cNvSpPr/>
            <p:nvPr/>
          </p:nvSpPr>
          <p:spPr>
            <a:xfrm>
              <a:off x="8237677" y="1582745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5" name="pl39875"/>
            <p:cNvSpPr/>
            <p:nvPr/>
          </p:nvSpPr>
          <p:spPr>
            <a:xfrm>
              <a:off x="8237677" y="2104418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  <a:lnTo>
                    <a:pt x="1832793" y="0"/>
                  </a:lnTo>
                </a:path>
              </a:pathLst>
            </a:custGeom>
            <a:ln w="8130" cap="flat">
              <a:solidFill>
                <a:srgbClr val="999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6" name="pt39876"/>
            <p:cNvSpPr/>
            <p:nvPr/>
          </p:nvSpPr>
          <p:spPr>
            <a:xfrm>
              <a:off x="9124084" y="2146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7" name="pt39877"/>
            <p:cNvSpPr/>
            <p:nvPr/>
          </p:nvSpPr>
          <p:spPr>
            <a:xfrm>
              <a:off x="9454989" y="186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8" name="pt39878"/>
            <p:cNvSpPr/>
            <p:nvPr/>
          </p:nvSpPr>
          <p:spPr>
            <a:xfrm>
              <a:off x="9205570" y="2236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9" name="pt39879"/>
            <p:cNvSpPr/>
            <p:nvPr/>
          </p:nvSpPr>
          <p:spPr>
            <a:xfrm>
              <a:off x="9116975" y="1666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0" name="pt39880"/>
            <p:cNvSpPr/>
            <p:nvPr/>
          </p:nvSpPr>
          <p:spPr>
            <a:xfrm>
              <a:off x="8434097" y="2546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1" name="pt39881"/>
            <p:cNvSpPr/>
            <p:nvPr/>
          </p:nvSpPr>
          <p:spPr>
            <a:xfrm>
              <a:off x="8434097" y="2406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2" name="pt39882"/>
            <p:cNvSpPr/>
            <p:nvPr/>
          </p:nvSpPr>
          <p:spPr>
            <a:xfrm>
              <a:off x="9201130" y="1999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3" name="pt39883"/>
            <p:cNvSpPr/>
            <p:nvPr/>
          </p:nvSpPr>
          <p:spPr>
            <a:xfrm>
              <a:off x="8763400" y="2058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4" name="pt39884"/>
            <p:cNvSpPr/>
            <p:nvPr/>
          </p:nvSpPr>
          <p:spPr>
            <a:xfrm>
              <a:off x="9346461" y="2165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5" name="pt39885"/>
            <p:cNvSpPr/>
            <p:nvPr/>
          </p:nvSpPr>
          <p:spPr>
            <a:xfrm>
              <a:off x="9289758" y="1765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6" name="pt39886"/>
            <p:cNvSpPr/>
            <p:nvPr/>
          </p:nvSpPr>
          <p:spPr>
            <a:xfrm>
              <a:off x="9095800" y="1908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7" name="pt39887"/>
            <p:cNvSpPr/>
            <p:nvPr/>
          </p:nvSpPr>
          <p:spPr>
            <a:xfrm>
              <a:off x="9230563" y="1812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8" name="pt39888"/>
            <p:cNvSpPr/>
            <p:nvPr/>
          </p:nvSpPr>
          <p:spPr>
            <a:xfrm>
              <a:off x="9176429" y="1874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9" name="pt39889"/>
            <p:cNvSpPr/>
            <p:nvPr/>
          </p:nvSpPr>
          <p:spPr>
            <a:xfrm>
              <a:off x="9178998" y="2001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0" name="pt39890"/>
            <p:cNvSpPr/>
            <p:nvPr/>
          </p:nvSpPr>
          <p:spPr>
            <a:xfrm>
              <a:off x="8677986" y="2456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1" name="pt39891"/>
            <p:cNvSpPr/>
            <p:nvPr/>
          </p:nvSpPr>
          <p:spPr>
            <a:xfrm>
              <a:off x="8532549" y="2541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2" name="pt39892"/>
            <p:cNvSpPr/>
            <p:nvPr/>
          </p:nvSpPr>
          <p:spPr>
            <a:xfrm>
              <a:off x="8805344" y="2343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3" name="pt39893"/>
            <p:cNvSpPr/>
            <p:nvPr/>
          </p:nvSpPr>
          <p:spPr>
            <a:xfrm>
              <a:off x="8556041" y="2517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4" name="pt39894"/>
            <p:cNvSpPr/>
            <p:nvPr/>
          </p:nvSpPr>
          <p:spPr>
            <a:xfrm>
              <a:off x="8434097" y="2389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5" name="pt39895"/>
            <p:cNvSpPr/>
            <p:nvPr/>
          </p:nvSpPr>
          <p:spPr>
            <a:xfrm>
              <a:off x="9028011" y="1688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6" name="pt39896"/>
            <p:cNvSpPr/>
            <p:nvPr/>
          </p:nvSpPr>
          <p:spPr>
            <a:xfrm>
              <a:off x="9003873" y="2076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7" name="pt39897"/>
            <p:cNvSpPr/>
            <p:nvPr/>
          </p:nvSpPr>
          <p:spPr>
            <a:xfrm>
              <a:off x="8907564" y="1561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8" name="pt39898"/>
            <p:cNvSpPr/>
            <p:nvPr/>
          </p:nvSpPr>
          <p:spPr>
            <a:xfrm>
              <a:off x="9055774" y="1739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9" name="pt39899"/>
            <p:cNvSpPr/>
            <p:nvPr/>
          </p:nvSpPr>
          <p:spPr>
            <a:xfrm>
              <a:off x="9195417" y="1960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0" name="pt39900"/>
            <p:cNvSpPr/>
            <p:nvPr/>
          </p:nvSpPr>
          <p:spPr>
            <a:xfrm>
              <a:off x="9190113" y="185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1" name="pt39901"/>
            <p:cNvSpPr/>
            <p:nvPr/>
          </p:nvSpPr>
          <p:spPr>
            <a:xfrm>
              <a:off x="8825472" y="2000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2" name="pt39902"/>
            <p:cNvSpPr/>
            <p:nvPr/>
          </p:nvSpPr>
          <p:spPr>
            <a:xfrm>
              <a:off x="9124084" y="2304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3" name="pt39903"/>
            <p:cNvSpPr/>
            <p:nvPr/>
          </p:nvSpPr>
          <p:spPr>
            <a:xfrm>
              <a:off x="9454989" y="1942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4" name="pt39904"/>
            <p:cNvSpPr/>
            <p:nvPr/>
          </p:nvSpPr>
          <p:spPr>
            <a:xfrm>
              <a:off x="9062080" y="1764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5" name="pt39905"/>
            <p:cNvSpPr/>
            <p:nvPr/>
          </p:nvSpPr>
          <p:spPr>
            <a:xfrm>
              <a:off x="9811851" y="2403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6" name="pt39906"/>
            <p:cNvSpPr/>
            <p:nvPr/>
          </p:nvSpPr>
          <p:spPr>
            <a:xfrm>
              <a:off x="8717243" y="2346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7" name="pt39907"/>
            <p:cNvSpPr/>
            <p:nvPr/>
          </p:nvSpPr>
          <p:spPr>
            <a:xfrm>
              <a:off x="8434097" y="2328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8" name="pt39908"/>
            <p:cNvSpPr/>
            <p:nvPr/>
          </p:nvSpPr>
          <p:spPr>
            <a:xfrm>
              <a:off x="8749319" y="2045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9" name="pt39909"/>
            <p:cNvSpPr/>
            <p:nvPr/>
          </p:nvSpPr>
          <p:spPr>
            <a:xfrm>
              <a:off x="9235717" y="1876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0" name="pt39910"/>
            <p:cNvSpPr/>
            <p:nvPr/>
          </p:nvSpPr>
          <p:spPr>
            <a:xfrm>
              <a:off x="8734011" y="2118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1" name="pt39911"/>
            <p:cNvSpPr/>
            <p:nvPr/>
          </p:nvSpPr>
          <p:spPr>
            <a:xfrm>
              <a:off x="8935109" y="2066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2" name="pt39912"/>
            <p:cNvSpPr/>
            <p:nvPr/>
          </p:nvSpPr>
          <p:spPr>
            <a:xfrm>
              <a:off x="9724502" y="2209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3" name="pt39913"/>
            <p:cNvSpPr/>
            <p:nvPr/>
          </p:nvSpPr>
          <p:spPr>
            <a:xfrm>
              <a:off x="9332911" y="2201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4" name="pt39914"/>
            <p:cNvSpPr/>
            <p:nvPr/>
          </p:nvSpPr>
          <p:spPr>
            <a:xfrm>
              <a:off x="8595298" y="2418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5" name="pt39915"/>
            <p:cNvSpPr/>
            <p:nvPr/>
          </p:nvSpPr>
          <p:spPr>
            <a:xfrm>
              <a:off x="8612066" y="2301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6" name="pt39916"/>
            <p:cNvSpPr/>
            <p:nvPr/>
          </p:nvSpPr>
          <p:spPr>
            <a:xfrm>
              <a:off x="8956678" y="1915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7" name="pt39917"/>
            <p:cNvSpPr/>
            <p:nvPr/>
          </p:nvSpPr>
          <p:spPr>
            <a:xfrm>
              <a:off x="8677986" y="2323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8" name="pt39918"/>
            <p:cNvSpPr/>
            <p:nvPr/>
          </p:nvSpPr>
          <p:spPr>
            <a:xfrm>
              <a:off x="9124084" y="2154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9" name="pt39919"/>
            <p:cNvSpPr/>
            <p:nvPr/>
          </p:nvSpPr>
          <p:spPr>
            <a:xfrm>
              <a:off x="8383485" y="2369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0" name="pt39920"/>
            <p:cNvSpPr/>
            <p:nvPr/>
          </p:nvSpPr>
          <p:spPr>
            <a:xfrm>
              <a:off x="9647779" y="2087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1" name="pt39921"/>
            <p:cNvSpPr/>
            <p:nvPr/>
          </p:nvSpPr>
          <p:spPr>
            <a:xfrm>
              <a:off x="8898383" y="207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2" name="pt39922"/>
            <p:cNvSpPr/>
            <p:nvPr/>
          </p:nvSpPr>
          <p:spPr>
            <a:xfrm>
              <a:off x="8794345" y="2156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3" name="pt39923"/>
            <p:cNvSpPr/>
            <p:nvPr/>
          </p:nvSpPr>
          <p:spPr>
            <a:xfrm>
              <a:off x="9536594" y="1681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4" name="pt39924"/>
            <p:cNvSpPr/>
            <p:nvPr/>
          </p:nvSpPr>
          <p:spPr>
            <a:xfrm>
              <a:off x="9049233" y="1840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5" name="pt39925"/>
            <p:cNvSpPr/>
            <p:nvPr/>
          </p:nvSpPr>
          <p:spPr>
            <a:xfrm>
              <a:off x="8717243" y="2304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6" name="pt39926"/>
            <p:cNvSpPr/>
            <p:nvPr/>
          </p:nvSpPr>
          <p:spPr>
            <a:xfrm>
              <a:off x="9351314" y="2236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7" name="pt39927"/>
            <p:cNvSpPr/>
            <p:nvPr/>
          </p:nvSpPr>
          <p:spPr>
            <a:xfrm>
              <a:off x="8505430" y="2315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8" name="pt39928"/>
            <p:cNvSpPr/>
            <p:nvPr/>
          </p:nvSpPr>
          <p:spPr>
            <a:xfrm>
              <a:off x="9103798" y="2054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9" name="pt39929"/>
            <p:cNvSpPr/>
            <p:nvPr/>
          </p:nvSpPr>
          <p:spPr>
            <a:xfrm>
              <a:off x="8312152" y="2535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0" name="pt39930"/>
            <p:cNvSpPr/>
            <p:nvPr/>
          </p:nvSpPr>
          <p:spPr>
            <a:xfrm>
              <a:off x="8830164" y="2010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1" name="pt39931"/>
            <p:cNvSpPr/>
            <p:nvPr/>
          </p:nvSpPr>
          <p:spPr>
            <a:xfrm>
              <a:off x="9205570" y="2325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2" name="pt39932"/>
            <p:cNvSpPr/>
            <p:nvPr/>
          </p:nvSpPr>
          <p:spPr>
            <a:xfrm>
              <a:off x="8312152" y="2565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3" name="pt39933"/>
            <p:cNvSpPr/>
            <p:nvPr/>
          </p:nvSpPr>
          <p:spPr>
            <a:xfrm>
              <a:off x="8996835" y="1989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4" name="pt39934"/>
            <p:cNvSpPr/>
            <p:nvPr/>
          </p:nvSpPr>
          <p:spPr>
            <a:xfrm>
              <a:off x="9726386" y="2124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5" name="pt39935"/>
            <p:cNvSpPr/>
            <p:nvPr/>
          </p:nvSpPr>
          <p:spPr>
            <a:xfrm>
              <a:off x="9128386" y="1925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6" name="pt39936"/>
            <p:cNvSpPr/>
            <p:nvPr/>
          </p:nvSpPr>
          <p:spPr>
            <a:xfrm>
              <a:off x="9289758" y="1770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7" name="pt39937"/>
            <p:cNvSpPr/>
            <p:nvPr/>
          </p:nvSpPr>
          <p:spPr>
            <a:xfrm>
              <a:off x="9003873" y="1986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8" name="pt39938"/>
            <p:cNvSpPr/>
            <p:nvPr/>
          </p:nvSpPr>
          <p:spPr>
            <a:xfrm>
              <a:off x="8434097" y="2136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9" name="pt39939"/>
            <p:cNvSpPr/>
            <p:nvPr/>
          </p:nvSpPr>
          <p:spPr>
            <a:xfrm>
              <a:off x="8947416" y="1944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0" name="pt39940"/>
            <p:cNvSpPr/>
            <p:nvPr/>
          </p:nvSpPr>
          <p:spPr>
            <a:xfrm>
              <a:off x="8881929" y="2204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1" name="pt39941"/>
            <p:cNvSpPr/>
            <p:nvPr/>
          </p:nvSpPr>
          <p:spPr>
            <a:xfrm>
              <a:off x="8383485" y="2057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2" name="pt39942"/>
            <p:cNvSpPr/>
            <p:nvPr/>
          </p:nvSpPr>
          <p:spPr>
            <a:xfrm>
              <a:off x="9697445" y="1689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3" name="pt39943"/>
            <p:cNvSpPr/>
            <p:nvPr/>
          </p:nvSpPr>
          <p:spPr>
            <a:xfrm>
              <a:off x="9075206" y="2338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4" name="pt39944"/>
            <p:cNvSpPr/>
            <p:nvPr/>
          </p:nvSpPr>
          <p:spPr>
            <a:xfrm>
              <a:off x="8898383" y="2136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5" name="pt39945"/>
            <p:cNvSpPr/>
            <p:nvPr/>
          </p:nvSpPr>
          <p:spPr>
            <a:xfrm>
              <a:off x="9190113" y="1890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6" name="pt39946"/>
            <p:cNvSpPr/>
            <p:nvPr/>
          </p:nvSpPr>
          <p:spPr>
            <a:xfrm>
              <a:off x="9070546" y="2195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7" name="pt39947"/>
            <p:cNvSpPr/>
            <p:nvPr/>
          </p:nvSpPr>
          <p:spPr>
            <a:xfrm>
              <a:off x="8595298" y="2258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8" name="pt39948"/>
            <p:cNvSpPr/>
            <p:nvPr/>
          </p:nvSpPr>
          <p:spPr>
            <a:xfrm>
              <a:off x="8688651" y="2381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9" name="pt39949"/>
            <p:cNvSpPr/>
            <p:nvPr/>
          </p:nvSpPr>
          <p:spPr>
            <a:xfrm>
              <a:off x="8859909" y="1855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0" name="pt39950"/>
            <p:cNvSpPr/>
            <p:nvPr/>
          </p:nvSpPr>
          <p:spPr>
            <a:xfrm>
              <a:off x="8708219" y="2076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1" name="pt39951"/>
            <p:cNvSpPr/>
            <p:nvPr/>
          </p:nvSpPr>
          <p:spPr>
            <a:xfrm>
              <a:off x="9797577" y="2546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2" name="pt39952"/>
            <p:cNvSpPr/>
            <p:nvPr/>
          </p:nvSpPr>
          <p:spPr>
            <a:xfrm>
              <a:off x="8871263" y="2041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3" name="pt39953"/>
            <p:cNvSpPr/>
            <p:nvPr/>
          </p:nvSpPr>
          <p:spPr>
            <a:xfrm>
              <a:off x="9564416" y="2419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4" name="pt39954"/>
            <p:cNvSpPr/>
            <p:nvPr/>
          </p:nvSpPr>
          <p:spPr>
            <a:xfrm>
              <a:off x="8904556" y="2140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5" name="pt39955"/>
            <p:cNvSpPr/>
            <p:nvPr/>
          </p:nvSpPr>
          <p:spPr>
            <a:xfrm>
              <a:off x="9324474" y="220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6" name="pt39956"/>
            <p:cNvSpPr/>
            <p:nvPr/>
          </p:nvSpPr>
          <p:spPr>
            <a:xfrm>
              <a:off x="8473354" y="2294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7" name="pt39957"/>
            <p:cNvSpPr/>
            <p:nvPr/>
          </p:nvSpPr>
          <p:spPr>
            <a:xfrm>
              <a:off x="9500379" y="2544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8" name="pt39958"/>
            <p:cNvSpPr/>
            <p:nvPr/>
          </p:nvSpPr>
          <p:spPr>
            <a:xfrm>
              <a:off x="9275251" y="1961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9" name="pt39959"/>
            <p:cNvSpPr/>
            <p:nvPr/>
          </p:nvSpPr>
          <p:spPr>
            <a:xfrm>
              <a:off x="9509182" y="2473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0" name="pt39960"/>
            <p:cNvSpPr/>
            <p:nvPr/>
          </p:nvSpPr>
          <p:spPr>
            <a:xfrm>
              <a:off x="8698707" y="2455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1" name="pt39961"/>
            <p:cNvSpPr/>
            <p:nvPr/>
          </p:nvSpPr>
          <p:spPr>
            <a:xfrm>
              <a:off x="8434097" y="2444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2" name="pt39962"/>
            <p:cNvSpPr/>
            <p:nvPr/>
          </p:nvSpPr>
          <p:spPr>
            <a:xfrm>
              <a:off x="8556041" y="2485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3" name="pt39963"/>
            <p:cNvSpPr/>
            <p:nvPr/>
          </p:nvSpPr>
          <p:spPr>
            <a:xfrm>
              <a:off x="9244718" y="2118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4" name="pt39964"/>
            <p:cNvSpPr/>
            <p:nvPr/>
          </p:nvSpPr>
          <p:spPr>
            <a:xfrm>
              <a:off x="8627374" y="2181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5" name="pt39965"/>
            <p:cNvSpPr/>
            <p:nvPr/>
          </p:nvSpPr>
          <p:spPr>
            <a:xfrm>
              <a:off x="8688651" y="2344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6" name="pt39966"/>
            <p:cNvSpPr/>
            <p:nvPr/>
          </p:nvSpPr>
          <p:spPr>
            <a:xfrm>
              <a:off x="8677986" y="2310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7" name="pt39967"/>
            <p:cNvSpPr/>
            <p:nvPr/>
          </p:nvSpPr>
          <p:spPr>
            <a:xfrm>
              <a:off x="9329422" y="2045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8" name="pt39968"/>
            <p:cNvSpPr/>
            <p:nvPr/>
          </p:nvSpPr>
          <p:spPr>
            <a:xfrm>
              <a:off x="8977900" y="2263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9" name="pt39969"/>
            <p:cNvSpPr/>
            <p:nvPr/>
          </p:nvSpPr>
          <p:spPr>
            <a:xfrm>
              <a:off x="9265000" y="1942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0" name="pt39970"/>
            <p:cNvSpPr/>
            <p:nvPr/>
          </p:nvSpPr>
          <p:spPr>
            <a:xfrm>
              <a:off x="8312152" y="2393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1" name="pt39971"/>
            <p:cNvSpPr/>
            <p:nvPr/>
          </p:nvSpPr>
          <p:spPr>
            <a:xfrm>
              <a:off x="8434097" y="2539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2" name="pt39972"/>
            <p:cNvSpPr/>
            <p:nvPr/>
          </p:nvSpPr>
          <p:spPr>
            <a:xfrm>
              <a:off x="9121452" y="2066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3" name="pt39973"/>
            <p:cNvSpPr/>
            <p:nvPr/>
          </p:nvSpPr>
          <p:spPr>
            <a:xfrm>
              <a:off x="9347687" y="2227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4" name="pt39974"/>
            <p:cNvSpPr/>
            <p:nvPr/>
          </p:nvSpPr>
          <p:spPr>
            <a:xfrm>
              <a:off x="9350114" y="2107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5" name="pt39975"/>
            <p:cNvSpPr/>
            <p:nvPr/>
          </p:nvSpPr>
          <p:spPr>
            <a:xfrm>
              <a:off x="8505430" y="2383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6" name="pt39976"/>
            <p:cNvSpPr/>
            <p:nvPr/>
          </p:nvSpPr>
          <p:spPr>
            <a:xfrm>
              <a:off x="9229609" y="1881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7" name="pt39977"/>
            <p:cNvSpPr/>
            <p:nvPr/>
          </p:nvSpPr>
          <p:spPr>
            <a:xfrm>
              <a:off x="8505430" y="2393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8" name="pt39978"/>
            <p:cNvSpPr/>
            <p:nvPr/>
          </p:nvSpPr>
          <p:spPr>
            <a:xfrm>
              <a:off x="8627374" y="2127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9" name="pt39979"/>
            <p:cNvSpPr/>
            <p:nvPr/>
          </p:nvSpPr>
          <p:spPr>
            <a:xfrm>
              <a:off x="9218764" y="1859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0" name="pt39980"/>
            <p:cNvSpPr/>
            <p:nvPr/>
          </p:nvSpPr>
          <p:spPr>
            <a:xfrm>
              <a:off x="8956678" y="1926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1" name="pt39981"/>
            <p:cNvSpPr/>
            <p:nvPr/>
          </p:nvSpPr>
          <p:spPr>
            <a:xfrm>
              <a:off x="9480986" y="2046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2" name="pt39982"/>
            <p:cNvSpPr/>
            <p:nvPr/>
          </p:nvSpPr>
          <p:spPr>
            <a:xfrm>
              <a:off x="9087421" y="1796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3" name="pt39983"/>
            <p:cNvSpPr/>
            <p:nvPr/>
          </p:nvSpPr>
          <p:spPr>
            <a:xfrm>
              <a:off x="9066967" y="2320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4" name="pt39984"/>
            <p:cNvSpPr/>
            <p:nvPr/>
          </p:nvSpPr>
          <p:spPr>
            <a:xfrm>
              <a:off x="8770040" y="2097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5" name="pt39985"/>
            <p:cNvSpPr/>
            <p:nvPr/>
          </p:nvSpPr>
          <p:spPr>
            <a:xfrm>
              <a:off x="9229609" y="1833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6" name="pt39986"/>
            <p:cNvSpPr/>
            <p:nvPr/>
          </p:nvSpPr>
          <p:spPr>
            <a:xfrm>
              <a:off x="8855955" y="2029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7" name="pt39987"/>
            <p:cNvSpPr/>
            <p:nvPr/>
          </p:nvSpPr>
          <p:spPr>
            <a:xfrm>
              <a:off x="9003873" y="2003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8" name="pt39988"/>
            <p:cNvSpPr/>
            <p:nvPr/>
          </p:nvSpPr>
          <p:spPr>
            <a:xfrm>
              <a:off x="8741831" y="2182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9" name="pt39989"/>
            <p:cNvSpPr/>
            <p:nvPr/>
          </p:nvSpPr>
          <p:spPr>
            <a:xfrm>
              <a:off x="9221288" y="1753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0" name="pt39990"/>
            <p:cNvSpPr/>
            <p:nvPr/>
          </p:nvSpPr>
          <p:spPr>
            <a:xfrm>
              <a:off x="8979888" y="2298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1" name="pt39991"/>
            <p:cNvSpPr/>
            <p:nvPr/>
          </p:nvSpPr>
          <p:spPr>
            <a:xfrm>
              <a:off x="9366003" y="2094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2" name="pt39992"/>
            <p:cNvSpPr/>
            <p:nvPr/>
          </p:nvSpPr>
          <p:spPr>
            <a:xfrm>
              <a:off x="9106706" y="1907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3" name="pt39993"/>
            <p:cNvSpPr/>
            <p:nvPr/>
          </p:nvSpPr>
          <p:spPr>
            <a:xfrm>
              <a:off x="8505430" y="237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4" name="pt39994"/>
            <p:cNvSpPr/>
            <p:nvPr/>
          </p:nvSpPr>
          <p:spPr>
            <a:xfrm>
              <a:off x="9785747" y="2656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5" name="pt39995"/>
            <p:cNvSpPr/>
            <p:nvPr/>
          </p:nvSpPr>
          <p:spPr>
            <a:xfrm>
              <a:off x="8956678" y="1856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6" name="pt39996"/>
            <p:cNvSpPr/>
            <p:nvPr/>
          </p:nvSpPr>
          <p:spPr>
            <a:xfrm>
              <a:off x="9285982" y="1778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7" name="pt39997"/>
            <p:cNvSpPr/>
            <p:nvPr/>
          </p:nvSpPr>
          <p:spPr>
            <a:xfrm>
              <a:off x="8782612" y="2320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8" name="pt39998"/>
            <p:cNvSpPr/>
            <p:nvPr/>
          </p:nvSpPr>
          <p:spPr>
            <a:xfrm>
              <a:off x="8505430" y="2329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9" name="pt39999"/>
            <p:cNvSpPr/>
            <p:nvPr/>
          </p:nvSpPr>
          <p:spPr>
            <a:xfrm>
              <a:off x="9371637" y="2067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0" name="pt40000"/>
            <p:cNvSpPr/>
            <p:nvPr/>
          </p:nvSpPr>
          <p:spPr>
            <a:xfrm>
              <a:off x="9282477" y="2139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1" name="pt40001"/>
            <p:cNvSpPr/>
            <p:nvPr/>
          </p:nvSpPr>
          <p:spPr>
            <a:xfrm>
              <a:off x="8677986" y="2318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2" name="pt40002"/>
            <p:cNvSpPr/>
            <p:nvPr/>
          </p:nvSpPr>
          <p:spPr>
            <a:xfrm>
              <a:off x="9432499" y="2059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3" name="pt40003"/>
            <p:cNvSpPr/>
            <p:nvPr/>
          </p:nvSpPr>
          <p:spPr>
            <a:xfrm>
              <a:off x="9095800" y="1993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4" name="pt40004"/>
            <p:cNvSpPr/>
            <p:nvPr/>
          </p:nvSpPr>
          <p:spPr>
            <a:xfrm>
              <a:off x="9351314" y="2178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5" name="pt40005"/>
            <p:cNvSpPr/>
            <p:nvPr/>
          </p:nvSpPr>
          <p:spPr>
            <a:xfrm>
              <a:off x="9279262" y="2074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6" name="pt40006"/>
            <p:cNvSpPr/>
            <p:nvPr/>
          </p:nvSpPr>
          <p:spPr>
            <a:xfrm>
              <a:off x="8725827" y="2251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7" name="pt40007"/>
            <p:cNvSpPr/>
            <p:nvPr/>
          </p:nvSpPr>
          <p:spPr>
            <a:xfrm>
              <a:off x="9080864" y="1918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8" name="pt40008"/>
            <p:cNvSpPr/>
            <p:nvPr/>
          </p:nvSpPr>
          <p:spPr>
            <a:xfrm>
              <a:off x="8815695" y="2132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9" name="pt40009"/>
            <p:cNvSpPr/>
            <p:nvPr/>
          </p:nvSpPr>
          <p:spPr>
            <a:xfrm>
              <a:off x="8749319" y="2011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0" name="pt40010"/>
            <p:cNvSpPr/>
            <p:nvPr/>
          </p:nvSpPr>
          <p:spPr>
            <a:xfrm>
              <a:off x="8921875" y="1922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1" name="pt40011"/>
            <p:cNvSpPr/>
            <p:nvPr/>
          </p:nvSpPr>
          <p:spPr>
            <a:xfrm>
              <a:off x="9249051" y="215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2" name="pt40012"/>
            <p:cNvSpPr/>
            <p:nvPr/>
          </p:nvSpPr>
          <p:spPr>
            <a:xfrm>
              <a:off x="9206663" y="2078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3" name="pt40013"/>
            <p:cNvSpPr/>
            <p:nvPr/>
          </p:nvSpPr>
          <p:spPr>
            <a:xfrm>
              <a:off x="9062080" y="1830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4" name="pt40014"/>
            <p:cNvSpPr/>
            <p:nvPr/>
          </p:nvSpPr>
          <p:spPr>
            <a:xfrm>
              <a:off x="8763400" y="2180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5" name="pt40015"/>
            <p:cNvSpPr/>
            <p:nvPr/>
          </p:nvSpPr>
          <p:spPr>
            <a:xfrm>
              <a:off x="9270010" y="1981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6" name="pt40016"/>
            <p:cNvSpPr/>
            <p:nvPr/>
          </p:nvSpPr>
          <p:spPr>
            <a:xfrm>
              <a:off x="8641456" y="2318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7" name="pt40017"/>
            <p:cNvSpPr/>
            <p:nvPr/>
          </p:nvSpPr>
          <p:spPr>
            <a:xfrm>
              <a:off x="8825472" y="2117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8" name="pt40018"/>
            <p:cNvSpPr/>
            <p:nvPr/>
          </p:nvSpPr>
          <p:spPr>
            <a:xfrm>
              <a:off x="9347687" y="2107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9" name="pt40019"/>
            <p:cNvSpPr/>
            <p:nvPr/>
          </p:nvSpPr>
          <p:spPr>
            <a:xfrm>
              <a:off x="9371637" y="2126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0" name="pt40020"/>
            <p:cNvSpPr/>
            <p:nvPr/>
          </p:nvSpPr>
          <p:spPr>
            <a:xfrm>
              <a:off x="8741831" y="2267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1" name="pt40021"/>
            <p:cNvSpPr/>
            <p:nvPr/>
          </p:nvSpPr>
          <p:spPr>
            <a:xfrm>
              <a:off x="9767243" y="2554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2" name="pt40022"/>
            <p:cNvSpPr/>
            <p:nvPr/>
          </p:nvSpPr>
          <p:spPr>
            <a:xfrm>
              <a:off x="8627374" y="2218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3" name="pt40023"/>
            <p:cNvSpPr/>
            <p:nvPr/>
          </p:nvSpPr>
          <p:spPr>
            <a:xfrm>
              <a:off x="9480986" y="2182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4" name="pt40024"/>
            <p:cNvSpPr/>
            <p:nvPr/>
          </p:nvSpPr>
          <p:spPr>
            <a:xfrm>
              <a:off x="9035373" y="1257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5" name="pt40025"/>
            <p:cNvSpPr/>
            <p:nvPr/>
          </p:nvSpPr>
          <p:spPr>
            <a:xfrm>
              <a:off x="8788576" y="2299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6" name="pt40026"/>
            <p:cNvSpPr/>
            <p:nvPr/>
          </p:nvSpPr>
          <p:spPr>
            <a:xfrm>
              <a:off x="8717243" y="2402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7" name="pt40027"/>
            <p:cNvSpPr/>
            <p:nvPr/>
          </p:nvSpPr>
          <p:spPr>
            <a:xfrm>
              <a:off x="8612066" y="2385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8" name="pt40028"/>
            <p:cNvSpPr/>
            <p:nvPr/>
          </p:nvSpPr>
          <p:spPr>
            <a:xfrm>
              <a:off x="9086345" y="1790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9" name="pt40029"/>
            <p:cNvSpPr/>
            <p:nvPr/>
          </p:nvSpPr>
          <p:spPr>
            <a:xfrm>
              <a:off x="8847771" y="2081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0" name="pt40030"/>
            <p:cNvSpPr/>
            <p:nvPr/>
          </p:nvSpPr>
          <p:spPr>
            <a:xfrm>
              <a:off x="8595298" y="2039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1" name="pt40031"/>
            <p:cNvSpPr/>
            <p:nvPr/>
          </p:nvSpPr>
          <p:spPr>
            <a:xfrm>
              <a:off x="8881929" y="2294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2" name="pt40032"/>
            <p:cNvSpPr/>
            <p:nvPr/>
          </p:nvSpPr>
          <p:spPr>
            <a:xfrm>
              <a:off x="9087421" y="1787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3" name="pt40033"/>
            <p:cNvSpPr/>
            <p:nvPr/>
          </p:nvSpPr>
          <p:spPr>
            <a:xfrm>
              <a:off x="8895213" y="2266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4" name="pt40034"/>
            <p:cNvSpPr/>
            <p:nvPr/>
          </p:nvSpPr>
          <p:spPr>
            <a:xfrm>
              <a:off x="8825472" y="1972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5" name="pt40035"/>
            <p:cNvSpPr/>
            <p:nvPr/>
          </p:nvSpPr>
          <p:spPr>
            <a:xfrm>
              <a:off x="8977900" y="2292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6" name="pt40036"/>
            <p:cNvSpPr/>
            <p:nvPr/>
          </p:nvSpPr>
          <p:spPr>
            <a:xfrm>
              <a:off x="8612066" y="223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7" name="pt40037"/>
            <p:cNvSpPr/>
            <p:nvPr/>
          </p:nvSpPr>
          <p:spPr>
            <a:xfrm>
              <a:off x="8434097" y="2304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8" name="pt40038"/>
            <p:cNvSpPr/>
            <p:nvPr/>
          </p:nvSpPr>
          <p:spPr>
            <a:xfrm>
              <a:off x="9095800" y="1874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9" name="pt40039"/>
            <p:cNvSpPr/>
            <p:nvPr/>
          </p:nvSpPr>
          <p:spPr>
            <a:xfrm>
              <a:off x="9511026" y="2397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0" name="pt40040"/>
            <p:cNvSpPr/>
            <p:nvPr/>
          </p:nvSpPr>
          <p:spPr>
            <a:xfrm>
              <a:off x="8973855" y="2159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1" name="pt40041"/>
            <p:cNvSpPr/>
            <p:nvPr/>
          </p:nvSpPr>
          <p:spPr>
            <a:xfrm>
              <a:off x="8971798" y="2123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2" name="pt40042"/>
            <p:cNvSpPr/>
            <p:nvPr/>
          </p:nvSpPr>
          <p:spPr>
            <a:xfrm>
              <a:off x="8717243" y="2270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3" name="pt40043"/>
            <p:cNvSpPr/>
            <p:nvPr/>
          </p:nvSpPr>
          <p:spPr>
            <a:xfrm>
              <a:off x="9045188" y="1798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4" name="pt40044"/>
            <p:cNvSpPr/>
            <p:nvPr/>
          </p:nvSpPr>
          <p:spPr>
            <a:xfrm>
              <a:off x="8942596" y="1827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5" name="pt40045"/>
            <p:cNvSpPr/>
            <p:nvPr/>
          </p:nvSpPr>
          <p:spPr>
            <a:xfrm>
              <a:off x="9207749" y="2114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6" name="pt40046"/>
            <p:cNvSpPr/>
            <p:nvPr/>
          </p:nvSpPr>
          <p:spPr>
            <a:xfrm>
              <a:off x="8904556" y="1982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7" name="pt40047"/>
            <p:cNvSpPr/>
            <p:nvPr/>
          </p:nvSpPr>
          <p:spPr>
            <a:xfrm>
              <a:off x="9714526" y="1962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8" name="pt40048"/>
            <p:cNvSpPr/>
            <p:nvPr/>
          </p:nvSpPr>
          <p:spPr>
            <a:xfrm>
              <a:off x="8473354" y="2215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9" name="pt40049"/>
            <p:cNvSpPr/>
            <p:nvPr/>
          </p:nvSpPr>
          <p:spPr>
            <a:xfrm>
              <a:off x="8985720" y="2250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0" name="pt40050"/>
            <p:cNvSpPr/>
            <p:nvPr/>
          </p:nvSpPr>
          <p:spPr>
            <a:xfrm>
              <a:off x="9433552" y="1806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1" name="pt40051"/>
            <p:cNvSpPr/>
            <p:nvPr/>
          </p:nvSpPr>
          <p:spPr>
            <a:xfrm>
              <a:off x="8505430" y="2432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2" name="pt40052"/>
            <p:cNvSpPr/>
            <p:nvPr/>
          </p:nvSpPr>
          <p:spPr>
            <a:xfrm>
              <a:off x="9068168" y="2145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3" name="pt40053"/>
            <p:cNvSpPr/>
            <p:nvPr/>
          </p:nvSpPr>
          <p:spPr>
            <a:xfrm>
              <a:off x="9080864" y="1774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4" name="pt40054"/>
            <p:cNvSpPr/>
            <p:nvPr/>
          </p:nvSpPr>
          <p:spPr>
            <a:xfrm>
              <a:off x="9310856" y="1886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5" name="pt40055"/>
            <p:cNvSpPr/>
            <p:nvPr/>
          </p:nvSpPr>
          <p:spPr>
            <a:xfrm>
              <a:off x="9008973" y="1873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6" name="pt40056"/>
            <p:cNvSpPr/>
            <p:nvPr/>
          </p:nvSpPr>
          <p:spPr>
            <a:xfrm>
              <a:off x="8556041" y="234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7" name="pt40057"/>
            <p:cNvSpPr/>
            <p:nvPr/>
          </p:nvSpPr>
          <p:spPr>
            <a:xfrm>
              <a:off x="8576763" y="2363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8" name="pt40058"/>
            <p:cNvSpPr/>
            <p:nvPr/>
          </p:nvSpPr>
          <p:spPr>
            <a:xfrm>
              <a:off x="9028011" y="1686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9" name="pt40059"/>
            <p:cNvSpPr/>
            <p:nvPr/>
          </p:nvSpPr>
          <p:spPr>
            <a:xfrm>
              <a:off x="9167133" y="2051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0" name="pt40060"/>
            <p:cNvSpPr/>
            <p:nvPr/>
          </p:nvSpPr>
          <p:spPr>
            <a:xfrm>
              <a:off x="8576763" y="2430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1" name="pt40061"/>
            <p:cNvSpPr/>
            <p:nvPr/>
          </p:nvSpPr>
          <p:spPr>
            <a:xfrm>
              <a:off x="9208828" y="2121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2" name="pt40062"/>
            <p:cNvSpPr/>
            <p:nvPr/>
          </p:nvSpPr>
          <p:spPr>
            <a:xfrm>
              <a:off x="9076352" y="2165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3" name="pt40063"/>
            <p:cNvSpPr/>
            <p:nvPr/>
          </p:nvSpPr>
          <p:spPr>
            <a:xfrm>
              <a:off x="8434097" y="2365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4" name="pt40064"/>
            <p:cNvSpPr/>
            <p:nvPr/>
          </p:nvSpPr>
          <p:spPr>
            <a:xfrm>
              <a:off x="8505430" y="2353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5" name="pt40065"/>
            <p:cNvSpPr/>
            <p:nvPr/>
          </p:nvSpPr>
          <p:spPr>
            <a:xfrm>
              <a:off x="8855955" y="2148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6" name="pt40066"/>
            <p:cNvSpPr/>
            <p:nvPr/>
          </p:nvSpPr>
          <p:spPr>
            <a:xfrm>
              <a:off x="9547911" y="1838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7" name="pt40067"/>
            <p:cNvSpPr/>
            <p:nvPr/>
          </p:nvSpPr>
          <p:spPr>
            <a:xfrm>
              <a:off x="9109567" y="1771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8" name="pt40068"/>
            <p:cNvSpPr/>
            <p:nvPr/>
          </p:nvSpPr>
          <p:spPr>
            <a:xfrm>
              <a:off x="8825472" y="2039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9" name="pt40069"/>
            <p:cNvSpPr/>
            <p:nvPr/>
          </p:nvSpPr>
          <p:spPr>
            <a:xfrm>
              <a:off x="9509182" y="2419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0" name="pt40070"/>
            <p:cNvSpPr/>
            <p:nvPr/>
          </p:nvSpPr>
          <p:spPr>
            <a:xfrm>
              <a:off x="8576763" y="2403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1" name="pt40071"/>
            <p:cNvSpPr/>
            <p:nvPr/>
          </p:nvSpPr>
          <p:spPr>
            <a:xfrm>
              <a:off x="9811851" y="2382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2" name="pt40072"/>
            <p:cNvSpPr/>
            <p:nvPr/>
          </p:nvSpPr>
          <p:spPr>
            <a:xfrm>
              <a:off x="8383485" y="2271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3" name="pt40073"/>
            <p:cNvSpPr/>
            <p:nvPr/>
          </p:nvSpPr>
          <p:spPr>
            <a:xfrm>
              <a:off x="8830164" y="2131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4" name="pt40074"/>
            <p:cNvSpPr/>
            <p:nvPr/>
          </p:nvSpPr>
          <p:spPr>
            <a:xfrm>
              <a:off x="8859909" y="1855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5" name="pt40075"/>
            <p:cNvSpPr/>
            <p:nvPr/>
          </p:nvSpPr>
          <p:spPr>
            <a:xfrm>
              <a:off x="9094774" y="1833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6" name="pt40076"/>
            <p:cNvSpPr/>
            <p:nvPr/>
          </p:nvSpPr>
          <p:spPr>
            <a:xfrm>
              <a:off x="9414733" y="2216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7" name="pt40077"/>
            <p:cNvSpPr/>
            <p:nvPr/>
          </p:nvSpPr>
          <p:spPr>
            <a:xfrm>
              <a:off x="9382590" y="2094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8" name="pt40078"/>
            <p:cNvSpPr/>
            <p:nvPr/>
          </p:nvSpPr>
          <p:spPr>
            <a:xfrm>
              <a:off x="9057053" y="1733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9" name="pt40079"/>
            <p:cNvSpPr/>
            <p:nvPr/>
          </p:nvSpPr>
          <p:spPr>
            <a:xfrm>
              <a:off x="8947416" y="2059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0" name="pt40080"/>
            <p:cNvSpPr/>
            <p:nvPr/>
          </p:nvSpPr>
          <p:spPr>
            <a:xfrm>
              <a:off x="8805344" y="2084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1" name="pt40081"/>
            <p:cNvSpPr/>
            <p:nvPr/>
          </p:nvSpPr>
          <p:spPr>
            <a:xfrm>
              <a:off x="8776438" y="2045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2" name="pt40082"/>
            <p:cNvSpPr/>
            <p:nvPr/>
          </p:nvSpPr>
          <p:spPr>
            <a:xfrm>
              <a:off x="9094774" y="1881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3" name="pt40083"/>
            <p:cNvSpPr/>
            <p:nvPr/>
          </p:nvSpPr>
          <p:spPr>
            <a:xfrm>
              <a:off x="9726386" y="1993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4" name="pt40084"/>
            <p:cNvSpPr/>
            <p:nvPr/>
          </p:nvSpPr>
          <p:spPr>
            <a:xfrm>
              <a:off x="8505430" y="2388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5" name="pt40085"/>
            <p:cNvSpPr/>
            <p:nvPr/>
          </p:nvSpPr>
          <p:spPr>
            <a:xfrm>
              <a:off x="8576763" y="2348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6" name="pt40086"/>
            <p:cNvSpPr/>
            <p:nvPr/>
          </p:nvSpPr>
          <p:spPr>
            <a:xfrm>
              <a:off x="9340963" y="2212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7" name="pt40087"/>
            <p:cNvSpPr/>
            <p:nvPr/>
          </p:nvSpPr>
          <p:spPr>
            <a:xfrm>
              <a:off x="9431288" y="1840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8" name="pt40088"/>
            <p:cNvSpPr/>
            <p:nvPr/>
          </p:nvSpPr>
          <p:spPr>
            <a:xfrm>
              <a:off x="8776438" y="2070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9" name="pt40089"/>
            <p:cNvSpPr/>
            <p:nvPr/>
          </p:nvSpPr>
          <p:spPr>
            <a:xfrm>
              <a:off x="8913428" y="2404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0" name="pt40090"/>
            <p:cNvSpPr/>
            <p:nvPr/>
          </p:nvSpPr>
          <p:spPr>
            <a:xfrm>
              <a:off x="8654494" y="2512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1" name="pt40091"/>
            <p:cNvSpPr/>
            <p:nvPr/>
          </p:nvSpPr>
          <p:spPr>
            <a:xfrm>
              <a:off x="9135874" y="197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2" name="pt40092"/>
            <p:cNvSpPr/>
            <p:nvPr/>
          </p:nvSpPr>
          <p:spPr>
            <a:xfrm>
              <a:off x="9270010" y="1982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3" name="pt40093"/>
            <p:cNvSpPr/>
            <p:nvPr/>
          </p:nvSpPr>
          <p:spPr>
            <a:xfrm>
              <a:off x="9190113" y="2031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4" name="pt40094"/>
            <p:cNvSpPr/>
            <p:nvPr/>
          </p:nvSpPr>
          <p:spPr>
            <a:xfrm>
              <a:off x="9292119" y="1905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5" name="pt40095"/>
            <p:cNvSpPr/>
            <p:nvPr/>
          </p:nvSpPr>
          <p:spPr>
            <a:xfrm>
              <a:off x="8717243" y="2014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6" name="pt40096"/>
            <p:cNvSpPr/>
            <p:nvPr/>
          </p:nvSpPr>
          <p:spPr>
            <a:xfrm>
              <a:off x="8688651" y="2244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7" name="pt40097"/>
            <p:cNvSpPr/>
            <p:nvPr/>
          </p:nvSpPr>
          <p:spPr>
            <a:xfrm>
              <a:off x="9612243" y="2424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8" name="pt40098"/>
            <p:cNvSpPr/>
            <p:nvPr/>
          </p:nvSpPr>
          <p:spPr>
            <a:xfrm>
              <a:off x="8627374" y="2198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9" name="pt40099"/>
            <p:cNvSpPr/>
            <p:nvPr/>
          </p:nvSpPr>
          <p:spPr>
            <a:xfrm>
              <a:off x="8725827" y="2206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0" name="pt40100"/>
            <p:cNvSpPr/>
            <p:nvPr/>
          </p:nvSpPr>
          <p:spPr>
            <a:xfrm>
              <a:off x="8776438" y="2010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1" name="pt40101"/>
            <p:cNvSpPr/>
            <p:nvPr/>
          </p:nvSpPr>
          <p:spPr>
            <a:xfrm>
              <a:off x="9297726" y="1986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2" name="pt40102"/>
            <p:cNvSpPr/>
            <p:nvPr/>
          </p:nvSpPr>
          <p:spPr>
            <a:xfrm>
              <a:off x="8898383" y="2059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3" name="pt40103"/>
            <p:cNvSpPr/>
            <p:nvPr/>
          </p:nvSpPr>
          <p:spPr>
            <a:xfrm>
              <a:off x="8904556" y="1944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4" name="pt40104"/>
            <p:cNvSpPr/>
            <p:nvPr/>
          </p:nvSpPr>
          <p:spPr>
            <a:xfrm>
              <a:off x="9349631" y="2062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5" name="pt40105"/>
            <p:cNvSpPr/>
            <p:nvPr/>
          </p:nvSpPr>
          <p:spPr>
            <a:xfrm>
              <a:off x="9351314" y="2137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6" name="pt40106"/>
            <p:cNvSpPr/>
            <p:nvPr/>
          </p:nvSpPr>
          <p:spPr>
            <a:xfrm>
              <a:off x="9312057" y="1950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7" name="pt40107"/>
            <p:cNvSpPr/>
            <p:nvPr/>
          </p:nvSpPr>
          <p:spPr>
            <a:xfrm>
              <a:off x="8383485" y="238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8" name="pt40108"/>
            <p:cNvSpPr/>
            <p:nvPr/>
          </p:nvSpPr>
          <p:spPr>
            <a:xfrm>
              <a:off x="9167133" y="2050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9" name="pt40109"/>
            <p:cNvSpPr/>
            <p:nvPr/>
          </p:nvSpPr>
          <p:spPr>
            <a:xfrm>
              <a:off x="8595298" y="2089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0" name="pt40110"/>
            <p:cNvSpPr/>
            <p:nvPr/>
          </p:nvSpPr>
          <p:spPr>
            <a:xfrm>
              <a:off x="8556041" y="2453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1" name="pt40111"/>
            <p:cNvSpPr/>
            <p:nvPr/>
          </p:nvSpPr>
          <p:spPr>
            <a:xfrm>
              <a:off x="9396086" y="2029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2" name="pt40112"/>
            <p:cNvSpPr/>
            <p:nvPr/>
          </p:nvSpPr>
          <p:spPr>
            <a:xfrm>
              <a:off x="8725827" y="2242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3" name="pt40113"/>
            <p:cNvSpPr/>
            <p:nvPr/>
          </p:nvSpPr>
          <p:spPr>
            <a:xfrm>
              <a:off x="9214649" y="2044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4" name="pt40114"/>
            <p:cNvSpPr/>
            <p:nvPr/>
          </p:nvSpPr>
          <p:spPr>
            <a:xfrm>
              <a:off x="9318519" y="1824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5" name="pt40115"/>
            <p:cNvSpPr/>
            <p:nvPr/>
          </p:nvSpPr>
          <p:spPr>
            <a:xfrm>
              <a:off x="9573785" y="2164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6" name="pt40116"/>
            <p:cNvSpPr/>
            <p:nvPr/>
          </p:nvSpPr>
          <p:spPr>
            <a:xfrm>
              <a:off x="8741831" y="2243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7" name="pt40117"/>
            <p:cNvSpPr/>
            <p:nvPr/>
          </p:nvSpPr>
          <p:spPr>
            <a:xfrm>
              <a:off x="9117880" y="2127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8" name="pt40118"/>
            <p:cNvSpPr/>
            <p:nvPr/>
          </p:nvSpPr>
          <p:spPr>
            <a:xfrm>
              <a:off x="8666631" y="2376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9" name="pt40119"/>
            <p:cNvSpPr/>
            <p:nvPr/>
          </p:nvSpPr>
          <p:spPr>
            <a:xfrm>
              <a:off x="8556041" y="2408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0" name="pt40120"/>
            <p:cNvSpPr/>
            <p:nvPr/>
          </p:nvSpPr>
          <p:spPr>
            <a:xfrm>
              <a:off x="9051878" y="1858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1" name="pt40121"/>
            <p:cNvSpPr/>
            <p:nvPr/>
          </p:nvSpPr>
          <p:spPr>
            <a:xfrm>
              <a:off x="8749319" y="1570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2" name="pt40122"/>
            <p:cNvSpPr/>
            <p:nvPr/>
          </p:nvSpPr>
          <p:spPr>
            <a:xfrm>
              <a:off x="9069361" y="2190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3" name="pt40123"/>
            <p:cNvSpPr/>
            <p:nvPr/>
          </p:nvSpPr>
          <p:spPr>
            <a:xfrm>
              <a:off x="8810596" y="2066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4" name="pt40124"/>
            <p:cNvSpPr/>
            <p:nvPr/>
          </p:nvSpPr>
          <p:spPr>
            <a:xfrm>
              <a:off x="8901496" y="1785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5" name="pt40125"/>
            <p:cNvSpPr/>
            <p:nvPr/>
          </p:nvSpPr>
          <p:spPr>
            <a:xfrm>
              <a:off x="8556041" y="2446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6" name="pt40126"/>
            <p:cNvSpPr/>
            <p:nvPr/>
          </p:nvSpPr>
          <p:spPr>
            <a:xfrm>
              <a:off x="8595298" y="2300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7" name="pt40127"/>
            <p:cNvSpPr/>
            <p:nvPr/>
          </p:nvSpPr>
          <p:spPr>
            <a:xfrm>
              <a:off x="9209365" y="2084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8" name="pt40128"/>
            <p:cNvSpPr/>
            <p:nvPr/>
          </p:nvSpPr>
          <p:spPr>
            <a:xfrm>
              <a:off x="8473354" y="2102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9" name="pt40129"/>
            <p:cNvSpPr/>
            <p:nvPr/>
          </p:nvSpPr>
          <p:spPr>
            <a:xfrm>
              <a:off x="8979888" y="2301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0" name="pt40130"/>
            <p:cNvSpPr/>
            <p:nvPr/>
          </p:nvSpPr>
          <p:spPr>
            <a:xfrm>
              <a:off x="9121452" y="2296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1" name="pt40131"/>
            <p:cNvSpPr/>
            <p:nvPr/>
          </p:nvSpPr>
          <p:spPr>
            <a:xfrm>
              <a:off x="9500379" y="2374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2" name="pt40132"/>
            <p:cNvSpPr/>
            <p:nvPr/>
          </p:nvSpPr>
          <p:spPr>
            <a:xfrm>
              <a:off x="9003873" y="1907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3" name="pt40133"/>
            <p:cNvSpPr/>
            <p:nvPr/>
          </p:nvSpPr>
          <p:spPr>
            <a:xfrm>
              <a:off x="8981853" y="2327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4" name="pt40134"/>
            <p:cNvSpPr/>
            <p:nvPr/>
          </p:nvSpPr>
          <p:spPr>
            <a:xfrm>
              <a:off x="9003873" y="2032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5" name="pt40135"/>
            <p:cNvSpPr/>
            <p:nvPr/>
          </p:nvSpPr>
          <p:spPr>
            <a:xfrm>
              <a:off x="8855955" y="2273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6" name="pt40136"/>
            <p:cNvSpPr/>
            <p:nvPr/>
          </p:nvSpPr>
          <p:spPr>
            <a:xfrm>
              <a:off x="8996835" y="2041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7" name="pt40137"/>
            <p:cNvSpPr/>
            <p:nvPr/>
          </p:nvSpPr>
          <p:spPr>
            <a:xfrm>
              <a:off x="8898383" y="1940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8" name="pt40138"/>
            <p:cNvSpPr/>
            <p:nvPr/>
          </p:nvSpPr>
          <p:spPr>
            <a:xfrm>
              <a:off x="8473354" y="2286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9" name="pt40139"/>
            <p:cNvSpPr/>
            <p:nvPr/>
          </p:nvSpPr>
          <p:spPr>
            <a:xfrm>
              <a:off x="8977900" y="2302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0" name="pt40140"/>
            <p:cNvSpPr/>
            <p:nvPr/>
          </p:nvSpPr>
          <p:spPr>
            <a:xfrm>
              <a:off x="8947416" y="1964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1" name="pt40141"/>
            <p:cNvSpPr/>
            <p:nvPr/>
          </p:nvSpPr>
          <p:spPr>
            <a:xfrm>
              <a:off x="9201130" y="2013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2" name="pt40142"/>
            <p:cNvSpPr/>
            <p:nvPr/>
          </p:nvSpPr>
          <p:spPr>
            <a:xfrm>
              <a:off x="8855955" y="2153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3" name="pt40143"/>
            <p:cNvSpPr/>
            <p:nvPr/>
          </p:nvSpPr>
          <p:spPr>
            <a:xfrm>
              <a:off x="9301578" y="1849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4" name="pt40144"/>
            <p:cNvSpPr/>
            <p:nvPr/>
          </p:nvSpPr>
          <p:spPr>
            <a:xfrm>
              <a:off x="9623193" y="2402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5" name="pt40145"/>
            <p:cNvSpPr/>
            <p:nvPr/>
          </p:nvSpPr>
          <p:spPr>
            <a:xfrm>
              <a:off x="8654494" y="2320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6" name="pt40146"/>
            <p:cNvSpPr/>
            <p:nvPr/>
          </p:nvSpPr>
          <p:spPr>
            <a:xfrm>
              <a:off x="8312152" y="2416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7" name="pt40147"/>
            <p:cNvSpPr/>
            <p:nvPr/>
          </p:nvSpPr>
          <p:spPr>
            <a:xfrm>
              <a:off x="8734011" y="2283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8" name="pt40148"/>
            <p:cNvSpPr/>
            <p:nvPr/>
          </p:nvSpPr>
          <p:spPr>
            <a:xfrm>
              <a:off x="9190113" y="1960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9" name="pt40149"/>
            <p:cNvSpPr/>
            <p:nvPr/>
          </p:nvSpPr>
          <p:spPr>
            <a:xfrm>
              <a:off x="8434097" y="2414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0" name="pt40150"/>
            <p:cNvSpPr/>
            <p:nvPr/>
          </p:nvSpPr>
          <p:spPr>
            <a:xfrm>
              <a:off x="8434097" y="2467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1" name="pt40151"/>
            <p:cNvSpPr/>
            <p:nvPr/>
          </p:nvSpPr>
          <p:spPr>
            <a:xfrm>
              <a:off x="9078622" y="1783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2" name="pt40152"/>
            <p:cNvSpPr/>
            <p:nvPr/>
          </p:nvSpPr>
          <p:spPr>
            <a:xfrm>
              <a:off x="8505430" y="2568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3" name="pt40153"/>
            <p:cNvSpPr/>
            <p:nvPr/>
          </p:nvSpPr>
          <p:spPr>
            <a:xfrm>
              <a:off x="9021891" y="1708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4" name="pt40154"/>
            <p:cNvSpPr/>
            <p:nvPr/>
          </p:nvSpPr>
          <p:spPr>
            <a:xfrm>
              <a:off x="8708219" y="2067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5" name="pt40155"/>
            <p:cNvSpPr/>
            <p:nvPr/>
          </p:nvSpPr>
          <p:spPr>
            <a:xfrm>
              <a:off x="8312152" y="2381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6" name="pt40156"/>
            <p:cNvSpPr/>
            <p:nvPr/>
          </p:nvSpPr>
          <p:spPr>
            <a:xfrm>
              <a:off x="8881929" y="2195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7" name="pt40157"/>
            <p:cNvSpPr/>
            <p:nvPr/>
          </p:nvSpPr>
          <p:spPr>
            <a:xfrm>
              <a:off x="8734011" y="2205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8" name="pt40158"/>
            <p:cNvSpPr/>
            <p:nvPr/>
          </p:nvSpPr>
          <p:spPr>
            <a:xfrm>
              <a:off x="8595298" y="2281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9" name="pt40159"/>
            <p:cNvSpPr/>
            <p:nvPr/>
          </p:nvSpPr>
          <p:spPr>
            <a:xfrm>
              <a:off x="8763400" y="2261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0" name="pt40160"/>
            <p:cNvSpPr/>
            <p:nvPr/>
          </p:nvSpPr>
          <p:spPr>
            <a:xfrm>
              <a:off x="8871263" y="1972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1" name="pt40161"/>
            <p:cNvSpPr/>
            <p:nvPr/>
          </p:nvSpPr>
          <p:spPr>
            <a:xfrm>
              <a:off x="9097834" y="2000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2" name="pt40162"/>
            <p:cNvSpPr/>
            <p:nvPr/>
          </p:nvSpPr>
          <p:spPr>
            <a:xfrm>
              <a:off x="8595298" y="2153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3" name="pt40163"/>
            <p:cNvSpPr/>
            <p:nvPr/>
          </p:nvSpPr>
          <p:spPr>
            <a:xfrm>
              <a:off x="8898383" y="2162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4" name="pt40164"/>
            <p:cNvSpPr/>
            <p:nvPr/>
          </p:nvSpPr>
          <p:spPr>
            <a:xfrm>
              <a:off x="8434097" y="2448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5" name="pt40165"/>
            <p:cNvSpPr/>
            <p:nvPr/>
          </p:nvSpPr>
          <p:spPr>
            <a:xfrm>
              <a:off x="9045188" y="1987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6" name="pt40166"/>
            <p:cNvSpPr/>
            <p:nvPr/>
          </p:nvSpPr>
          <p:spPr>
            <a:xfrm>
              <a:off x="9065758" y="2009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7" name="pt40167"/>
            <p:cNvSpPr/>
            <p:nvPr/>
          </p:nvSpPr>
          <p:spPr>
            <a:xfrm>
              <a:off x="8677986" y="242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8" name="pt40168"/>
            <p:cNvSpPr/>
            <p:nvPr/>
          </p:nvSpPr>
          <p:spPr>
            <a:xfrm>
              <a:off x="9244718" y="2093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9" name="pt40169"/>
            <p:cNvSpPr/>
            <p:nvPr/>
          </p:nvSpPr>
          <p:spPr>
            <a:xfrm>
              <a:off x="8612066" y="2210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0" name="pt40170"/>
            <p:cNvSpPr/>
            <p:nvPr/>
          </p:nvSpPr>
          <p:spPr>
            <a:xfrm>
              <a:off x="8505430" y="2627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1" name="pt40171"/>
            <p:cNvSpPr/>
            <p:nvPr/>
          </p:nvSpPr>
          <p:spPr>
            <a:xfrm>
              <a:off x="8799930" y="2178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2" name="pt40172"/>
            <p:cNvSpPr/>
            <p:nvPr/>
          </p:nvSpPr>
          <p:spPr>
            <a:xfrm>
              <a:off x="8556041" y="2385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3" name="pt40173"/>
            <p:cNvSpPr/>
            <p:nvPr/>
          </p:nvSpPr>
          <p:spPr>
            <a:xfrm>
              <a:off x="9654228" y="2232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4" name="pt40174"/>
            <p:cNvSpPr/>
            <p:nvPr/>
          </p:nvSpPr>
          <p:spPr>
            <a:xfrm>
              <a:off x="8717243" y="238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5" name="pt40175"/>
            <p:cNvSpPr/>
            <p:nvPr/>
          </p:nvSpPr>
          <p:spPr>
            <a:xfrm>
              <a:off x="9107665" y="2044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6" name="pt40176"/>
            <p:cNvSpPr/>
            <p:nvPr/>
          </p:nvSpPr>
          <p:spPr>
            <a:xfrm>
              <a:off x="8434097" y="2509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7" name="pt40177"/>
            <p:cNvSpPr/>
            <p:nvPr/>
          </p:nvSpPr>
          <p:spPr>
            <a:xfrm>
              <a:off x="8688651" y="2206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8" name="pt40178"/>
            <p:cNvSpPr/>
            <p:nvPr/>
          </p:nvSpPr>
          <p:spPr>
            <a:xfrm>
              <a:off x="8505430" y="2522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9" name="pt40179"/>
            <p:cNvSpPr/>
            <p:nvPr/>
          </p:nvSpPr>
          <p:spPr>
            <a:xfrm>
              <a:off x="9623193" y="2261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0" name="pt40180"/>
            <p:cNvSpPr/>
            <p:nvPr/>
          </p:nvSpPr>
          <p:spPr>
            <a:xfrm>
              <a:off x="8666631" y="2373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1" name="pt40181"/>
            <p:cNvSpPr/>
            <p:nvPr/>
          </p:nvSpPr>
          <p:spPr>
            <a:xfrm>
              <a:off x="8799930" y="2051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2" name="pt40182"/>
            <p:cNvSpPr/>
            <p:nvPr/>
          </p:nvSpPr>
          <p:spPr>
            <a:xfrm>
              <a:off x="9235717" y="1877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3" name="pt40183"/>
            <p:cNvSpPr/>
            <p:nvPr/>
          </p:nvSpPr>
          <p:spPr>
            <a:xfrm>
              <a:off x="9062080" y="1748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4" name="pt40184"/>
            <p:cNvSpPr/>
            <p:nvPr/>
          </p:nvSpPr>
          <p:spPr>
            <a:xfrm>
              <a:off x="8855955" y="2130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5" name="pt40185"/>
            <p:cNvSpPr/>
            <p:nvPr/>
          </p:nvSpPr>
          <p:spPr>
            <a:xfrm>
              <a:off x="8654494" y="2539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6" name="pt40186"/>
            <p:cNvSpPr/>
            <p:nvPr/>
          </p:nvSpPr>
          <p:spPr>
            <a:xfrm>
              <a:off x="8847771" y="2063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7" name="pt40187"/>
            <p:cNvSpPr/>
            <p:nvPr/>
          </p:nvSpPr>
          <p:spPr>
            <a:xfrm>
              <a:off x="9714526" y="1768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8" name="pt40188"/>
            <p:cNvSpPr/>
            <p:nvPr/>
          </p:nvSpPr>
          <p:spPr>
            <a:xfrm>
              <a:off x="9349631" y="2096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9" name="pt40189"/>
            <p:cNvSpPr/>
            <p:nvPr/>
          </p:nvSpPr>
          <p:spPr>
            <a:xfrm>
              <a:off x="8473354" y="2170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0" name="pt40190"/>
            <p:cNvSpPr/>
            <p:nvPr/>
          </p:nvSpPr>
          <p:spPr>
            <a:xfrm>
              <a:off x="9228169" y="1741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1" name="pt40191"/>
            <p:cNvSpPr/>
            <p:nvPr/>
          </p:nvSpPr>
          <p:spPr>
            <a:xfrm>
              <a:off x="8556041" y="2483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2" name="pt40192"/>
            <p:cNvSpPr/>
            <p:nvPr/>
          </p:nvSpPr>
          <p:spPr>
            <a:xfrm>
              <a:off x="8473354" y="2355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3" name="pt40193"/>
            <p:cNvSpPr/>
            <p:nvPr/>
          </p:nvSpPr>
          <p:spPr>
            <a:xfrm>
              <a:off x="9244278" y="2005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4" name="pt40194"/>
            <p:cNvSpPr/>
            <p:nvPr/>
          </p:nvSpPr>
          <p:spPr>
            <a:xfrm>
              <a:off x="9080864" y="1827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5" name="pt40195"/>
            <p:cNvSpPr/>
            <p:nvPr/>
          </p:nvSpPr>
          <p:spPr>
            <a:xfrm>
              <a:off x="8805344" y="2066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6" name="pt40196"/>
            <p:cNvSpPr/>
            <p:nvPr/>
          </p:nvSpPr>
          <p:spPr>
            <a:xfrm>
              <a:off x="8839187" y="2121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7" name="pt40197"/>
            <p:cNvSpPr/>
            <p:nvPr/>
          </p:nvSpPr>
          <p:spPr>
            <a:xfrm>
              <a:off x="9065758" y="2035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8" name="pt40198"/>
            <p:cNvSpPr/>
            <p:nvPr/>
          </p:nvSpPr>
          <p:spPr>
            <a:xfrm>
              <a:off x="8595298" y="2364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9" name="pt40199"/>
            <p:cNvSpPr/>
            <p:nvPr/>
          </p:nvSpPr>
          <p:spPr>
            <a:xfrm>
              <a:off x="9881517" y="270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0" name="pt40200"/>
            <p:cNvSpPr/>
            <p:nvPr/>
          </p:nvSpPr>
          <p:spPr>
            <a:xfrm>
              <a:off x="9161591" y="2123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1" name="pt40201"/>
            <p:cNvSpPr/>
            <p:nvPr/>
          </p:nvSpPr>
          <p:spPr>
            <a:xfrm>
              <a:off x="9045188" y="1726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2" name="pt40202"/>
            <p:cNvSpPr/>
            <p:nvPr/>
          </p:nvSpPr>
          <p:spPr>
            <a:xfrm>
              <a:off x="9003873" y="1980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3" name="pt40203"/>
            <p:cNvSpPr/>
            <p:nvPr/>
          </p:nvSpPr>
          <p:spPr>
            <a:xfrm>
              <a:off x="8891985" y="2069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4" name="pt40204"/>
            <p:cNvSpPr/>
            <p:nvPr/>
          </p:nvSpPr>
          <p:spPr>
            <a:xfrm>
              <a:off x="9109567" y="1930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5" name="pt40205"/>
            <p:cNvSpPr/>
            <p:nvPr/>
          </p:nvSpPr>
          <p:spPr>
            <a:xfrm>
              <a:off x="8312152" y="2476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6" name="pt40206"/>
            <p:cNvSpPr/>
            <p:nvPr/>
          </p:nvSpPr>
          <p:spPr>
            <a:xfrm>
              <a:off x="8749319" y="2357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7" name="pt40207"/>
            <p:cNvSpPr/>
            <p:nvPr/>
          </p:nvSpPr>
          <p:spPr>
            <a:xfrm>
              <a:off x="8654494" y="2525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8" name="pt40208"/>
            <p:cNvSpPr/>
            <p:nvPr/>
          </p:nvSpPr>
          <p:spPr>
            <a:xfrm>
              <a:off x="9087421" y="1927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9" name="pt40209"/>
            <p:cNvSpPr/>
            <p:nvPr/>
          </p:nvSpPr>
          <p:spPr>
            <a:xfrm>
              <a:off x="8708219" y="2228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0" name="pt40210"/>
            <p:cNvSpPr/>
            <p:nvPr/>
          </p:nvSpPr>
          <p:spPr>
            <a:xfrm>
              <a:off x="9055774" y="1633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1" name="pt40211"/>
            <p:cNvSpPr/>
            <p:nvPr/>
          </p:nvSpPr>
          <p:spPr>
            <a:xfrm>
              <a:off x="9217232" y="2069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2" name="pt40212"/>
            <p:cNvSpPr/>
            <p:nvPr/>
          </p:nvSpPr>
          <p:spPr>
            <a:xfrm>
              <a:off x="9452717" y="1918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3" name="pt40213"/>
            <p:cNvSpPr/>
            <p:nvPr/>
          </p:nvSpPr>
          <p:spPr>
            <a:xfrm>
              <a:off x="8641456" y="2080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4" name="pt40214"/>
            <p:cNvSpPr/>
            <p:nvPr/>
          </p:nvSpPr>
          <p:spPr>
            <a:xfrm>
              <a:off x="9201130" y="2007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5" name="pt40215"/>
            <p:cNvSpPr/>
            <p:nvPr/>
          </p:nvSpPr>
          <p:spPr>
            <a:xfrm>
              <a:off x="8312152" y="2400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6" name="pt40216"/>
            <p:cNvSpPr/>
            <p:nvPr/>
          </p:nvSpPr>
          <p:spPr>
            <a:xfrm>
              <a:off x="8556041" y="2563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7" name="pt40217"/>
            <p:cNvSpPr/>
            <p:nvPr/>
          </p:nvSpPr>
          <p:spPr>
            <a:xfrm>
              <a:off x="9130917" y="2073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8" name="pt40218"/>
            <p:cNvSpPr/>
            <p:nvPr/>
          </p:nvSpPr>
          <p:spPr>
            <a:xfrm>
              <a:off x="8434097" y="2465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9" name="pt40219"/>
            <p:cNvSpPr/>
            <p:nvPr/>
          </p:nvSpPr>
          <p:spPr>
            <a:xfrm>
              <a:off x="9538421" y="1757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0" name="pt40220"/>
            <p:cNvSpPr/>
            <p:nvPr/>
          </p:nvSpPr>
          <p:spPr>
            <a:xfrm>
              <a:off x="8996835" y="2041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1" name="pt40221"/>
            <p:cNvSpPr/>
            <p:nvPr/>
          </p:nvSpPr>
          <p:spPr>
            <a:xfrm>
              <a:off x="8383485" y="2419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2" name="pt40222"/>
            <p:cNvSpPr/>
            <p:nvPr/>
          </p:nvSpPr>
          <p:spPr>
            <a:xfrm>
              <a:off x="8855955" y="2143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3" name="pt40223"/>
            <p:cNvSpPr/>
            <p:nvPr/>
          </p:nvSpPr>
          <p:spPr>
            <a:xfrm>
              <a:off x="8932540" y="1972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4" name="pt40224"/>
            <p:cNvSpPr/>
            <p:nvPr/>
          </p:nvSpPr>
          <p:spPr>
            <a:xfrm>
              <a:off x="8576763" y="2404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5" name="pt40225"/>
            <p:cNvSpPr/>
            <p:nvPr/>
          </p:nvSpPr>
          <p:spPr>
            <a:xfrm>
              <a:off x="9301896" y="1806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6" name="pt40226"/>
            <p:cNvSpPr/>
            <p:nvPr/>
          </p:nvSpPr>
          <p:spPr>
            <a:xfrm>
              <a:off x="8505430" y="2494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7" name="pt40227"/>
            <p:cNvSpPr/>
            <p:nvPr/>
          </p:nvSpPr>
          <p:spPr>
            <a:xfrm>
              <a:off x="9654228" y="2324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8" name="pt40228"/>
            <p:cNvSpPr/>
            <p:nvPr/>
          </p:nvSpPr>
          <p:spPr>
            <a:xfrm>
              <a:off x="9811851" y="2280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9" name="pt40229"/>
            <p:cNvSpPr/>
            <p:nvPr/>
          </p:nvSpPr>
          <p:spPr>
            <a:xfrm>
              <a:off x="8595298" y="2240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0" name="pt40230"/>
            <p:cNvSpPr/>
            <p:nvPr/>
          </p:nvSpPr>
          <p:spPr>
            <a:xfrm>
              <a:off x="8898383" y="2147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1" name="pt40231"/>
            <p:cNvSpPr/>
            <p:nvPr/>
          </p:nvSpPr>
          <p:spPr>
            <a:xfrm>
              <a:off x="8913428" y="2268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2" name="pt40232"/>
            <p:cNvSpPr/>
            <p:nvPr/>
          </p:nvSpPr>
          <p:spPr>
            <a:xfrm>
              <a:off x="8855955" y="1971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3" name="pt40233"/>
            <p:cNvSpPr/>
            <p:nvPr/>
          </p:nvSpPr>
          <p:spPr>
            <a:xfrm>
              <a:off x="9349631" y="2228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4" name="pt40234"/>
            <p:cNvSpPr/>
            <p:nvPr/>
          </p:nvSpPr>
          <p:spPr>
            <a:xfrm>
              <a:off x="9310856" y="2047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5" name="pt40235"/>
            <p:cNvSpPr/>
            <p:nvPr/>
          </p:nvSpPr>
          <p:spPr>
            <a:xfrm>
              <a:off x="8763400" y="2146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6" name="pt40236"/>
            <p:cNvSpPr/>
            <p:nvPr/>
          </p:nvSpPr>
          <p:spPr>
            <a:xfrm>
              <a:off x="8878445" y="1998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7" name="pt40237"/>
            <p:cNvSpPr/>
            <p:nvPr/>
          </p:nvSpPr>
          <p:spPr>
            <a:xfrm>
              <a:off x="8981853" y="2263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8" name="pt40238"/>
            <p:cNvSpPr/>
            <p:nvPr/>
          </p:nvSpPr>
          <p:spPr>
            <a:xfrm>
              <a:off x="9512564" y="2475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9" name="pt40239"/>
            <p:cNvSpPr/>
            <p:nvPr/>
          </p:nvSpPr>
          <p:spPr>
            <a:xfrm>
              <a:off x="8901496" y="189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0" name="pt40240"/>
            <p:cNvSpPr/>
            <p:nvPr/>
          </p:nvSpPr>
          <p:spPr>
            <a:xfrm>
              <a:off x="8810596" y="2198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1" name="pt40241"/>
            <p:cNvSpPr/>
            <p:nvPr/>
          </p:nvSpPr>
          <p:spPr>
            <a:xfrm>
              <a:off x="8756500" y="1996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2" name="pt40242"/>
            <p:cNvSpPr/>
            <p:nvPr/>
          </p:nvSpPr>
          <p:spPr>
            <a:xfrm>
              <a:off x="9070546" y="2259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3" name="pt40243"/>
            <p:cNvSpPr/>
            <p:nvPr/>
          </p:nvSpPr>
          <p:spPr>
            <a:xfrm>
              <a:off x="8612066" y="2352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4" name="pt40244"/>
            <p:cNvSpPr/>
            <p:nvPr/>
          </p:nvSpPr>
          <p:spPr>
            <a:xfrm>
              <a:off x="8956678" y="1956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5" name="pt40245"/>
            <p:cNvSpPr/>
            <p:nvPr/>
          </p:nvSpPr>
          <p:spPr>
            <a:xfrm>
              <a:off x="9051878" y="1778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6" name="pt40246"/>
            <p:cNvSpPr/>
            <p:nvPr/>
          </p:nvSpPr>
          <p:spPr>
            <a:xfrm>
              <a:off x="8901496" y="1851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7" name="pt40247"/>
            <p:cNvSpPr/>
            <p:nvPr/>
          </p:nvSpPr>
          <p:spPr>
            <a:xfrm>
              <a:off x="9124084" y="1999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8" name="pt40248"/>
            <p:cNvSpPr/>
            <p:nvPr/>
          </p:nvSpPr>
          <p:spPr>
            <a:xfrm>
              <a:off x="9028011" y="1697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9" name="pt40249"/>
            <p:cNvSpPr/>
            <p:nvPr/>
          </p:nvSpPr>
          <p:spPr>
            <a:xfrm>
              <a:off x="8677986" y="2343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0" name="pt40250"/>
            <p:cNvSpPr/>
            <p:nvPr/>
          </p:nvSpPr>
          <p:spPr>
            <a:xfrm>
              <a:off x="9094774" y="1848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1" name="pt40251"/>
            <p:cNvSpPr/>
            <p:nvPr/>
          </p:nvSpPr>
          <p:spPr>
            <a:xfrm>
              <a:off x="9097834" y="1989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2" name="pt40252"/>
            <p:cNvSpPr/>
            <p:nvPr/>
          </p:nvSpPr>
          <p:spPr>
            <a:xfrm>
              <a:off x="9095800" y="1924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3" name="pt40253"/>
            <p:cNvSpPr/>
            <p:nvPr/>
          </p:nvSpPr>
          <p:spPr>
            <a:xfrm>
              <a:off x="8904556" y="1977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4" name="pt40254"/>
            <p:cNvSpPr/>
            <p:nvPr/>
          </p:nvSpPr>
          <p:spPr>
            <a:xfrm>
              <a:off x="8532549" y="2323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5" name="pt40255"/>
            <p:cNvSpPr/>
            <p:nvPr/>
          </p:nvSpPr>
          <p:spPr>
            <a:xfrm>
              <a:off x="9045188" y="1947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6" name="pt40256"/>
            <p:cNvSpPr/>
            <p:nvPr/>
          </p:nvSpPr>
          <p:spPr>
            <a:xfrm>
              <a:off x="8734011" y="2107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7" name="pt40257"/>
            <p:cNvSpPr/>
            <p:nvPr/>
          </p:nvSpPr>
          <p:spPr>
            <a:xfrm>
              <a:off x="8996835" y="1981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8" name="pt40258"/>
            <p:cNvSpPr/>
            <p:nvPr/>
          </p:nvSpPr>
          <p:spPr>
            <a:xfrm>
              <a:off x="9376059" y="2071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9" name="pt40259"/>
            <p:cNvSpPr/>
            <p:nvPr/>
          </p:nvSpPr>
          <p:spPr>
            <a:xfrm>
              <a:off x="8666631" y="2365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0" name="pt40260"/>
            <p:cNvSpPr/>
            <p:nvPr/>
          </p:nvSpPr>
          <p:spPr>
            <a:xfrm>
              <a:off x="8782612" y="2275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1" name="pt40261"/>
            <p:cNvSpPr/>
            <p:nvPr/>
          </p:nvSpPr>
          <p:spPr>
            <a:xfrm>
              <a:off x="8612066" y="2338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2" name="pt40262"/>
            <p:cNvSpPr/>
            <p:nvPr/>
          </p:nvSpPr>
          <p:spPr>
            <a:xfrm>
              <a:off x="8312152" y="2392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3" name="pt40263"/>
            <p:cNvSpPr/>
            <p:nvPr/>
          </p:nvSpPr>
          <p:spPr>
            <a:xfrm>
              <a:off x="9124084" y="1982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4" name="pt40264"/>
            <p:cNvSpPr/>
            <p:nvPr/>
          </p:nvSpPr>
          <p:spPr>
            <a:xfrm>
              <a:off x="8921875" y="2110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5" name="pt40265"/>
            <p:cNvSpPr/>
            <p:nvPr/>
          </p:nvSpPr>
          <p:spPr>
            <a:xfrm>
              <a:off x="8998621" y="1955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6" name="pt40266"/>
            <p:cNvSpPr/>
            <p:nvPr/>
          </p:nvSpPr>
          <p:spPr>
            <a:xfrm>
              <a:off x="9178998" y="176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7" name="pt40267"/>
            <p:cNvSpPr/>
            <p:nvPr/>
          </p:nvSpPr>
          <p:spPr>
            <a:xfrm>
              <a:off x="8641456" y="2104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8" name="pt40268"/>
            <p:cNvSpPr/>
            <p:nvPr/>
          </p:nvSpPr>
          <p:spPr>
            <a:xfrm>
              <a:off x="8677986" y="2305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9" name="pt40269"/>
            <p:cNvSpPr/>
            <p:nvPr/>
          </p:nvSpPr>
          <p:spPr>
            <a:xfrm>
              <a:off x="8654494" y="2326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0" name="pt40270"/>
            <p:cNvSpPr/>
            <p:nvPr/>
          </p:nvSpPr>
          <p:spPr>
            <a:xfrm>
              <a:off x="8556041" y="2431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1" name="pt40271"/>
            <p:cNvSpPr/>
            <p:nvPr/>
          </p:nvSpPr>
          <p:spPr>
            <a:xfrm>
              <a:off x="8965476" y="2085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2" name="pt40272"/>
            <p:cNvSpPr/>
            <p:nvPr/>
          </p:nvSpPr>
          <p:spPr>
            <a:xfrm>
              <a:off x="8627374" y="2272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3" name="pt40273"/>
            <p:cNvSpPr/>
            <p:nvPr/>
          </p:nvSpPr>
          <p:spPr>
            <a:xfrm>
              <a:off x="9349631" y="2144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4" name="pt40274"/>
            <p:cNvSpPr/>
            <p:nvPr/>
          </p:nvSpPr>
          <p:spPr>
            <a:xfrm>
              <a:off x="9345474" y="2173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5" name="pt40275"/>
            <p:cNvSpPr/>
            <p:nvPr/>
          </p:nvSpPr>
          <p:spPr>
            <a:xfrm>
              <a:off x="9489373" y="2435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6" name="pt40276"/>
            <p:cNvSpPr/>
            <p:nvPr/>
          </p:nvSpPr>
          <p:spPr>
            <a:xfrm>
              <a:off x="9060837" y="1722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7" name="pt40277"/>
            <p:cNvSpPr/>
            <p:nvPr/>
          </p:nvSpPr>
          <p:spPr>
            <a:xfrm>
              <a:off x="9062080" y="1674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8" name="pt40278"/>
            <p:cNvSpPr/>
            <p:nvPr/>
          </p:nvSpPr>
          <p:spPr>
            <a:xfrm>
              <a:off x="8576763" y="2281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9" name="pt40279"/>
            <p:cNvSpPr/>
            <p:nvPr/>
          </p:nvSpPr>
          <p:spPr>
            <a:xfrm>
              <a:off x="8874891" y="1984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0" name="pt40280"/>
            <p:cNvSpPr/>
            <p:nvPr/>
          </p:nvSpPr>
          <p:spPr>
            <a:xfrm>
              <a:off x="9349631" y="2113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1" name="pt40281"/>
            <p:cNvSpPr/>
            <p:nvPr/>
          </p:nvSpPr>
          <p:spPr>
            <a:xfrm>
              <a:off x="8641456" y="208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2" name="pt40282"/>
            <p:cNvSpPr/>
            <p:nvPr/>
          </p:nvSpPr>
          <p:spPr>
            <a:xfrm>
              <a:off x="9146155" y="2030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3" name="pt40283"/>
            <p:cNvSpPr/>
            <p:nvPr/>
          </p:nvSpPr>
          <p:spPr>
            <a:xfrm>
              <a:off x="9095800" y="1882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4" name="pt40284"/>
            <p:cNvSpPr/>
            <p:nvPr/>
          </p:nvSpPr>
          <p:spPr>
            <a:xfrm>
              <a:off x="8641456" y="2131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5" name="pt40285"/>
            <p:cNvSpPr/>
            <p:nvPr/>
          </p:nvSpPr>
          <p:spPr>
            <a:xfrm>
              <a:off x="9050561" y="1932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6" name="pt40286"/>
            <p:cNvSpPr/>
            <p:nvPr/>
          </p:nvSpPr>
          <p:spPr>
            <a:xfrm>
              <a:off x="8505430" y="2466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7" name="pt40287"/>
            <p:cNvSpPr/>
            <p:nvPr/>
          </p:nvSpPr>
          <p:spPr>
            <a:xfrm>
              <a:off x="9050561" y="1918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8" name="pt40288"/>
            <p:cNvSpPr/>
            <p:nvPr/>
          </p:nvSpPr>
          <p:spPr>
            <a:xfrm>
              <a:off x="9086345" y="1781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9" name="pt40289"/>
            <p:cNvSpPr/>
            <p:nvPr/>
          </p:nvSpPr>
          <p:spPr>
            <a:xfrm>
              <a:off x="9366003" y="2143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0" name="pt40290"/>
            <p:cNvSpPr/>
            <p:nvPr/>
          </p:nvSpPr>
          <p:spPr>
            <a:xfrm>
              <a:off x="8810596" y="2175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1" name="pt40291"/>
            <p:cNvSpPr/>
            <p:nvPr/>
          </p:nvSpPr>
          <p:spPr>
            <a:xfrm>
              <a:off x="8434097" y="2589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2" name="pt40292"/>
            <p:cNvSpPr/>
            <p:nvPr/>
          </p:nvSpPr>
          <p:spPr>
            <a:xfrm>
              <a:off x="8881929" y="2187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3" name="pt40293"/>
            <p:cNvSpPr/>
            <p:nvPr/>
          </p:nvSpPr>
          <p:spPr>
            <a:xfrm>
              <a:off x="9377920" y="1901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4" name="pt40294"/>
            <p:cNvSpPr/>
            <p:nvPr/>
          </p:nvSpPr>
          <p:spPr>
            <a:xfrm>
              <a:off x="9530304" y="2437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5" name="pt40295"/>
            <p:cNvSpPr/>
            <p:nvPr/>
          </p:nvSpPr>
          <p:spPr>
            <a:xfrm>
              <a:off x="9005590" y="1810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6" name="pt40296"/>
            <p:cNvSpPr/>
            <p:nvPr/>
          </p:nvSpPr>
          <p:spPr>
            <a:xfrm>
              <a:off x="9207749" y="2179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7" name="pt40297"/>
            <p:cNvSpPr/>
            <p:nvPr/>
          </p:nvSpPr>
          <p:spPr>
            <a:xfrm>
              <a:off x="9083077" y="166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8" name="pt40298"/>
            <p:cNvSpPr/>
            <p:nvPr/>
          </p:nvSpPr>
          <p:spPr>
            <a:xfrm>
              <a:off x="8641456" y="1988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9" name="pt40299"/>
            <p:cNvSpPr/>
            <p:nvPr/>
          </p:nvSpPr>
          <p:spPr>
            <a:xfrm>
              <a:off x="9498107" y="2364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0" name="pt40300"/>
            <p:cNvSpPr/>
            <p:nvPr/>
          </p:nvSpPr>
          <p:spPr>
            <a:xfrm>
              <a:off x="8677986" y="2374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1" name="pt40301"/>
            <p:cNvSpPr/>
            <p:nvPr/>
          </p:nvSpPr>
          <p:spPr>
            <a:xfrm>
              <a:off x="8770040" y="2159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2" name="pt40302"/>
            <p:cNvSpPr/>
            <p:nvPr/>
          </p:nvSpPr>
          <p:spPr>
            <a:xfrm>
              <a:off x="9275251" y="211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3" name="pt40303"/>
            <p:cNvSpPr/>
            <p:nvPr/>
          </p:nvSpPr>
          <p:spPr>
            <a:xfrm>
              <a:off x="8595298" y="2236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4" name="pt40304"/>
            <p:cNvSpPr/>
            <p:nvPr/>
          </p:nvSpPr>
          <p:spPr>
            <a:xfrm>
              <a:off x="9548926" y="1660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5" name="pt40305"/>
            <p:cNvSpPr/>
            <p:nvPr/>
          </p:nvSpPr>
          <p:spPr>
            <a:xfrm>
              <a:off x="8977900" y="2376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6" name="pt40306"/>
            <p:cNvSpPr/>
            <p:nvPr/>
          </p:nvSpPr>
          <p:spPr>
            <a:xfrm>
              <a:off x="9146922" y="2043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7" name="pt40307"/>
            <p:cNvSpPr/>
            <p:nvPr/>
          </p:nvSpPr>
          <p:spPr>
            <a:xfrm>
              <a:off x="8556041" y="2628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8" name="pt40308"/>
            <p:cNvSpPr/>
            <p:nvPr/>
          </p:nvSpPr>
          <p:spPr>
            <a:xfrm>
              <a:off x="9349631" y="2163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9" name="pt40309"/>
            <p:cNvSpPr/>
            <p:nvPr/>
          </p:nvSpPr>
          <p:spPr>
            <a:xfrm>
              <a:off x="9135057" y="2038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0" name="pt40310"/>
            <p:cNvSpPr/>
            <p:nvPr/>
          </p:nvSpPr>
          <p:spPr>
            <a:xfrm>
              <a:off x="8641456" y="1966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1" name="pt40311"/>
            <p:cNvSpPr/>
            <p:nvPr/>
          </p:nvSpPr>
          <p:spPr>
            <a:xfrm>
              <a:off x="9502520" y="232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2" name="pt40312"/>
            <p:cNvSpPr/>
            <p:nvPr/>
          </p:nvSpPr>
          <p:spPr>
            <a:xfrm>
              <a:off x="9069361" y="2176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3" name="pt40313"/>
            <p:cNvSpPr/>
            <p:nvPr/>
          </p:nvSpPr>
          <p:spPr>
            <a:xfrm>
              <a:off x="8839187" y="2111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4" name="pt40314"/>
            <p:cNvSpPr/>
            <p:nvPr/>
          </p:nvSpPr>
          <p:spPr>
            <a:xfrm>
              <a:off x="8725827" y="2257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5" name="pt40315"/>
            <p:cNvSpPr/>
            <p:nvPr/>
          </p:nvSpPr>
          <p:spPr>
            <a:xfrm>
              <a:off x="9351314" y="2167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6" name="pt40316"/>
            <p:cNvSpPr/>
            <p:nvPr/>
          </p:nvSpPr>
          <p:spPr>
            <a:xfrm>
              <a:off x="8776438" y="1984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7" name="pt40317"/>
            <p:cNvSpPr/>
            <p:nvPr/>
          </p:nvSpPr>
          <p:spPr>
            <a:xfrm>
              <a:off x="8627374" y="2134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8" name="pt40318"/>
            <p:cNvSpPr/>
            <p:nvPr/>
          </p:nvSpPr>
          <p:spPr>
            <a:xfrm>
              <a:off x="9087421" y="1889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9" name="pt40319"/>
            <p:cNvSpPr/>
            <p:nvPr/>
          </p:nvSpPr>
          <p:spPr>
            <a:xfrm>
              <a:off x="8312152" y="247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0" name="pt40320"/>
            <p:cNvSpPr/>
            <p:nvPr/>
          </p:nvSpPr>
          <p:spPr>
            <a:xfrm>
              <a:off x="9028011" y="1604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1" name="pt40321"/>
            <p:cNvSpPr/>
            <p:nvPr/>
          </p:nvSpPr>
          <p:spPr>
            <a:xfrm>
              <a:off x="8895213" y="2234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2" name="pt40322"/>
            <p:cNvSpPr/>
            <p:nvPr/>
          </p:nvSpPr>
          <p:spPr>
            <a:xfrm>
              <a:off x="8505430" y="2548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3" name="pt40323"/>
            <p:cNvSpPr/>
            <p:nvPr/>
          </p:nvSpPr>
          <p:spPr>
            <a:xfrm>
              <a:off x="9198297" y="2031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4" name="pt40324"/>
            <p:cNvSpPr/>
            <p:nvPr/>
          </p:nvSpPr>
          <p:spPr>
            <a:xfrm>
              <a:off x="9509182" y="2406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5" name="pt40325"/>
            <p:cNvSpPr/>
            <p:nvPr/>
          </p:nvSpPr>
          <p:spPr>
            <a:xfrm>
              <a:off x="8756500" y="1898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6" name="pt40326"/>
            <p:cNvSpPr/>
            <p:nvPr/>
          </p:nvSpPr>
          <p:spPr>
            <a:xfrm>
              <a:off x="8975889" y="2162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7" name="pt40327"/>
            <p:cNvSpPr/>
            <p:nvPr/>
          </p:nvSpPr>
          <p:spPr>
            <a:xfrm>
              <a:off x="8595298" y="2216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8" name="pt40328"/>
            <p:cNvSpPr/>
            <p:nvPr/>
          </p:nvSpPr>
          <p:spPr>
            <a:xfrm>
              <a:off x="8627374" y="2199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9" name="pt40329"/>
            <p:cNvSpPr/>
            <p:nvPr/>
          </p:nvSpPr>
          <p:spPr>
            <a:xfrm>
              <a:off x="8505430" y="2465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0" name="pt40330"/>
            <p:cNvSpPr/>
            <p:nvPr/>
          </p:nvSpPr>
          <p:spPr>
            <a:xfrm>
              <a:off x="9130917" y="2044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1" name="pt40331"/>
            <p:cNvSpPr/>
            <p:nvPr/>
          </p:nvSpPr>
          <p:spPr>
            <a:xfrm>
              <a:off x="8595298" y="2045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2" name="pt40332"/>
            <p:cNvSpPr/>
            <p:nvPr/>
          </p:nvSpPr>
          <p:spPr>
            <a:xfrm>
              <a:off x="8383485" y="2403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3" name="pt40333"/>
            <p:cNvSpPr/>
            <p:nvPr/>
          </p:nvSpPr>
          <p:spPr>
            <a:xfrm>
              <a:off x="9110510" y="1770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4" name="pt40334"/>
            <p:cNvSpPr/>
            <p:nvPr/>
          </p:nvSpPr>
          <p:spPr>
            <a:xfrm>
              <a:off x="8725827" y="2276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5" name="pt40335"/>
            <p:cNvSpPr/>
            <p:nvPr/>
          </p:nvSpPr>
          <p:spPr>
            <a:xfrm>
              <a:off x="8947416" y="1959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6" name="pt40336"/>
            <p:cNvSpPr/>
            <p:nvPr/>
          </p:nvSpPr>
          <p:spPr>
            <a:xfrm>
              <a:off x="8688651" y="2335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7" name="pt40337"/>
            <p:cNvSpPr/>
            <p:nvPr/>
          </p:nvSpPr>
          <p:spPr>
            <a:xfrm>
              <a:off x="8867559" y="1902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8" name="pt40338"/>
            <p:cNvSpPr/>
            <p:nvPr/>
          </p:nvSpPr>
          <p:spPr>
            <a:xfrm>
              <a:off x="8505430" y="2359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9" name="pt40339"/>
            <p:cNvSpPr/>
            <p:nvPr/>
          </p:nvSpPr>
          <p:spPr>
            <a:xfrm>
              <a:off x="9749896" y="2040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0" name="pt40340"/>
            <p:cNvSpPr/>
            <p:nvPr/>
          </p:nvSpPr>
          <p:spPr>
            <a:xfrm>
              <a:off x="8505430" y="2639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1" name="pt40341"/>
            <p:cNvSpPr/>
            <p:nvPr/>
          </p:nvSpPr>
          <p:spPr>
            <a:xfrm>
              <a:off x="8688651" y="2476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2" name="pt40342"/>
            <p:cNvSpPr/>
            <p:nvPr/>
          </p:nvSpPr>
          <p:spPr>
            <a:xfrm>
              <a:off x="9546496" y="1923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3" name="pt40343"/>
            <p:cNvSpPr/>
            <p:nvPr/>
          </p:nvSpPr>
          <p:spPr>
            <a:xfrm>
              <a:off x="8895213" y="2117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4" name="pt40344"/>
            <p:cNvSpPr/>
            <p:nvPr/>
          </p:nvSpPr>
          <p:spPr>
            <a:xfrm>
              <a:off x="8312152" y="2184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5" name="pt40345"/>
            <p:cNvSpPr/>
            <p:nvPr/>
          </p:nvSpPr>
          <p:spPr>
            <a:xfrm>
              <a:off x="8987622" y="2222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6" name="pt40346"/>
            <p:cNvSpPr/>
            <p:nvPr/>
          </p:nvSpPr>
          <p:spPr>
            <a:xfrm>
              <a:off x="8749319" y="1582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7" name="pt40347"/>
            <p:cNvSpPr/>
            <p:nvPr/>
          </p:nvSpPr>
          <p:spPr>
            <a:xfrm>
              <a:off x="9080864" y="2020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8" name="pt40348"/>
            <p:cNvSpPr/>
            <p:nvPr/>
          </p:nvSpPr>
          <p:spPr>
            <a:xfrm>
              <a:off x="9144612" y="2109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9" name="pt40349"/>
            <p:cNvSpPr/>
            <p:nvPr/>
          </p:nvSpPr>
          <p:spPr>
            <a:xfrm>
              <a:off x="8717243" y="2268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0" name="pt40350"/>
            <p:cNvSpPr/>
            <p:nvPr/>
          </p:nvSpPr>
          <p:spPr>
            <a:xfrm>
              <a:off x="8383485" y="2225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1" name="pt40351"/>
            <p:cNvSpPr/>
            <p:nvPr/>
          </p:nvSpPr>
          <p:spPr>
            <a:xfrm>
              <a:off x="8312152" y="2360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2" name="pt40352"/>
            <p:cNvSpPr/>
            <p:nvPr/>
          </p:nvSpPr>
          <p:spPr>
            <a:xfrm>
              <a:off x="8763400" y="2150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3" name="pt40353"/>
            <p:cNvSpPr/>
            <p:nvPr/>
          </p:nvSpPr>
          <p:spPr>
            <a:xfrm>
              <a:off x="9749896" y="2280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4" name="pt40354"/>
            <p:cNvSpPr/>
            <p:nvPr/>
          </p:nvSpPr>
          <p:spPr>
            <a:xfrm>
              <a:off x="8763400" y="2158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5" name="pt40355"/>
            <p:cNvSpPr/>
            <p:nvPr/>
          </p:nvSpPr>
          <p:spPr>
            <a:xfrm>
              <a:off x="9060837" y="1771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6" name="pt40356"/>
            <p:cNvSpPr/>
            <p:nvPr/>
          </p:nvSpPr>
          <p:spPr>
            <a:xfrm>
              <a:off x="8874891" y="2040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7" name="pt40357"/>
            <p:cNvSpPr/>
            <p:nvPr/>
          </p:nvSpPr>
          <p:spPr>
            <a:xfrm>
              <a:off x="8677986" y="2402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8" name="pt40358"/>
            <p:cNvSpPr/>
            <p:nvPr/>
          </p:nvSpPr>
          <p:spPr>
            <a:xfrm>
              <a:off x="8888696" y="2141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9" name="pt40359"/>
            <p:cNvSpPr/>
            <p:nvPr/>
          </p:nvSpPr>
          <p:spPr>
            <a:xfrm>
              <a:off x="8556041" y="2705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0" name="pt40360"/>
            <p:cNvSpPr/>
            <p:nvPr/>
          </p:nvSpPr>
          <p:spPr>
            <a:xfrm>
              <a:off x="9214649" y="2005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1" name="pt40361"/>
            <p:cNvSpPr/>
            <p:nvPr/>
          </p:nvSpPr>
          <p:spPr>
            <a:xfrm>
              <a:off x="8981853" y="2268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2" name="pt40362"/>
            <p:cNvSpPr/>
            <p:nvPr/>
          </p:nvSpPr>
          <p:spPr>
            <a:xfrm>
              <a:off x="8505430" y="2544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3" name="pt40363"/>
            <p:cNvSpPr/>
            <p:nvPr/>
          </p:nvSpPr>
          <p:spPr>
            <a:xfrm>
              <a:off x="9382590" y="2041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4" name="pt40364"/>
            <p:cNvSpPr/>
            <p:nvPr/>
          </p:nvSpPr>
          <p:spPr>
            <a:xfrm>
              <a:off x="8641456" y="2008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5" name="pt40365"/>
            <p:cNvSpPr/>
            <p:nvPr/>
          </p:nvSpPr>
          <p:spPr>
            <a:xfrm>
              <a:off x="8688651" y="2529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6" name="pt40366"/>
            <p:cNvSpPr/>
            <p:nvPr/>
          </p:nvSpPr>
          <p:spPr>
            <a:xfrm>
              <a:off x="8505430" y="2347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7" name="pt40367"/>
            <p:cNvSpPr/>
            <p:nvPr/>
          </p:nvSpPr>
          <p:spPr>
            <a:xfrm>
              <a:off x="9214649" y="2017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8" name="pt40368"/>
            <p:cNvSpPr/>
            <p:nvPr/>
          </p:nvSpPr>
          <p:spPr>
            <a:xfrm>
              <a:off x="9091660" y="1887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9" name="pt40369"/>
            <p:cNvSpPr/>
            <p:nvPr/>
          </p:nvSpPr>
          <p:spPr>
            <a:xfrm>
              <a:off x="9128386" y="2064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0" name="pt40370"/>
            <p:cNvSpPr/>
            <p:nvPr/>
          </p:nvSpPr>
          <p:spPr>
            <a:xfrm>
              <a:off x="8717243" y="2310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1" name="pt40371"/>
            <p:cNvSpPr/>
            <p:nvPr/>
          </p:nvSpPr>
          <p:spPr>
            <a:xfrm>
              <a:off x="9578717" y="2386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2" name="pt40372"/>
            <p:cNvSpPr/>
            <p:nvPr/>
          </p:nvSpPr>
          <p:spPr>
            <a:xfrm>
              <a:off x="8963317" y="1998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3" name="pt40373"/>
            <p:cNvSpPr/>
            <p:nvPr/>
          </p:nvSpPr>
          <p:spPr>
            <a:xfrm>
              <a:off x="8717243" y="233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4" name="pt40374"/>
            <p:cNvSpPr/>
            <p:nvPr/>
          </p:nvSpPr>
          <p:spPr>
            <a:xfrm>
              <a:off x="9688802" y="235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5" name="pt40375"/>
            <p:cNvSpPr/>
            <p:nvPr/>
          </p:nvSpPr>
          <p:spPr>
            <a:xfrm>
              <a:off x="8996835" y="1937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6" name="pt40376"/>
            <p:cNvSpPr/>
            <p:nvPr/>
          </p:nvSpPr>
          <p:spPr>
            <a:xfrm>
              <a:off x="8473354" y="2242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7" name="pt40377"/>
            <p:cNvSpPr/>
            <p:nvPr/>
          </p:nvSpPr>
          <p:spPr>
            <a:xfrm>
              <a:off x="8627374" y="2328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8" name="pt40378"/>
            <p:cNvSpPr/>
            <p:nvPr/>
          </p:nvSpPr>
          <p:spPr>
            <a:xfrm>
              <a:off x="9349631" y="2258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9" name="pt40379"/>
            <p:cNvSpPr/>
            <p:nvPr/>
          </p:nvSpPr>
          <p:spPr>
            <a:xfrm>
              <a:off x="9270010" y="2018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0" name="pt40380"/>
            <p:cNvSpPr/>
            <p:nvPr/>
          </p:nvSpPr>
          <p:spPr>
            <a:xfrm>
              <a:off x="9070546" y="2160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1" name="pt40381"/>
            <p:cNvSpPr/>
            <p:nvPr/>
          </p:nvSpPr>
          <p:spPr>
            <a:xfrm>
              <a:off x="8505430" y="2293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2" name="pt40382"/>
            <p:cNvSpPr/>
            <p:nvPr/>
          </p:nvSpPr>
          <p:spPr>
            <a:xfrm>
              <a:off x="8895213" y="2394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3" name="pt40383"/>
            <p:cNvSpPr/>
            <p:nvPr/>
          </p:nvSpPr>
          <p:spPr>
            <a:xfrm>
              <a:off x="9028011" y="161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4" name="pt40384"/>
            <p:cNvSpPr/>
            <p:nvPr/>
          </p:nvSpPr>
          <p:spPr>
            <a:xfrm>
              <a:off x="9311758" y="1944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5" name="pt40385"/>
            <p:cNvSpPr/>
            <p:nvPr/>
          </p:nvSpPr>
          <p:spPr>
            <a:xfrm>
              <a:off x="8641456" y="1996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6" name="pt40386"/>
            <p:cNvSpPr/>
            <p:nvPr/>
          </p:nvSpPr>
          <p:spPr>
            <a:xfrm>
              <a:off x="9130078" y="2179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7" name="pt40387"/>
            <p:cNvSpPr/>
            <p:nvPr/>
          </p:nvSpPr>
          <p:spPr>
            <a:xfrm>
              <a:off x="8956678" y="1794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8" name="pt40388"/>
            <p:cNvSpPr/>
            <p:nvPr/>
          </p:nvSpPr>
          <p:spPr>
            <a:xfrm>
              <a:off x="9218764" y="1757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9" name="pt40389"/>
            <p:cNvSpPr/>
            <p:nvPr/>
          </p:nvSpPr>
          <p:spPr>
            <a:xfrm>
              <a:off x="8473354" y="2347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0" name="pt40390"/>
            <p:cNvSpPr/>
            <p:nvPr/>
          </p:nvSpPr>
          <p:spPr>
            <a:xfrm>
              <a:off x="9103798" y="1994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1" name="pt40391"/>
            <p:cNvSpPr/>
            <p:nvPr/>
          </p:nvSpPr>
          <p:spPr>
            <a:xfrm>
              <a:off x="8867559" y="2043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2" name="pt40392"/>
            <p:cNvSpPr/>
            <p:nvPr/>
          </p:nvSpPr>
          <p:spPr>
            <a:xfrm>
              <a:off x="8473354" y="2230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3" name="pt40393"/>
            <p:cNvSpPr/>
            <p:nvPr/>
          </p:nvSpPr>
          <p:spPr>
            <a:xfrm>
              <a:off x="9075206" y="2335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4" name="pt40394"/>
            <p:cNvSpPr/>
            <p:nvPr/>
          </p:nvSpPr>
          <p:spPr>
            <a:xfrm>
              <a:off x="8688651" y="2474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5" name="pt40395"/>
            <p:cNvSpPr/>
            <p:nvPr/>
          </p:nvSpPr>
          <p:spPr>
            <a:xfrm>
              <a:off x="9143835" y="2001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6" name="pt40396"/>
            <p:cNvSpPr/>
            <p:nvPr/>
          </p:nvSpPr>
          <p:spPr>
            <a:xfrm>
              <a:off x="8985720" y="2234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7" name="pt40397"/>
            <p:cNvSpPr/>
            <p:nvPr/>
          </p:nvSpPr>
          <p:spPr>
            <a:xfrm>
              <a:off x="8383485" y="2444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8" name="pt40398"/>
            <p:cNvSpPr/>
            <p:nvPr/>
          </p:nvSpPr>
          <p:spPr>
            <a:xfrm>
              <a:off x="8383485" y="2308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9" name="pt40399"/>
            <p:cNvSpPr/>
            <p:nvPr/>
          </p:nvSpPr>
          <p:spPr>
            <a:xfrm>
              <a:off x="8627374" y="2204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0" name="pt40400"/>
            <p:cNvSpPr/>
            <p:nvPr/>
          </p:nvSpPr>
          <p:spPr>
            <a:xfrm>
              <a:off x="8505430" y="2222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1" name="pt40401"/>
            <p:cNvSpPr/>
            <p:nvPr/>
          </p:nvSpPr>
          <p:spPr>
            <a:xfrm>
              <a:off x="9162993" y="2186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2" name="pt40402"/>
            <p:cNvSpPr/>
            <p:nvPr/>
          </p:nvSpPr>
          <p:spPr>
            <a:xfrm>
              <a:off x="9578717" y="2234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3" name="pt40403"/>
            <p:cNvSpPr/>
            <p:nvPr/>
          </p:nvSpPr>
          <p:spPr>
            <a:xfrm>
              <a:off x="8627374" y="2359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4" name="pt40404"/>
            <p:cNvSpPr/>
            <p:nvPr/>
          </p:nvSpPr>
          <p:spPr>
            <a:xfrm>
              <a:off x="8383485" y="2336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5" name="pt40405"/>
            <p:cNvSpPr/>
            <p:nvPr/>
          </p:nvSpPr>
          <p:spPr>
            <a:xfrm>
              <a:off x="8641456" y="2141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6" name="pt40406"/>
            <p:cNvSpPr/>
            <p:nvPr/>
          </p:nvSpPr>
          <p:spPr>
            <a:xfrm>
              <a:off x="9146155" y="1992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7" name="pt40407"/>
            <p:cNvSpPr/>
            <p:nvPr/>
          </p:nvSpPr>
          <p:spPr>
            <a:xfrm>
              <a:off x="8505430" y="2611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8" name="pt40408"/>
            <p:cNvSpPr/>
            <p:nvPr/>
          </p:nvSpPr>
          <p:spPr>
            <a:xfrm>
              <a:off x="9435194" y="1921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9" name="pt40409"/>
            <p:cNvSpPr/>
            <p:nvPr/>
          </p:nvSpPr>
          <p:spPr>
            <a:xfrm>
              <a:off x="8688651" y="2409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0" name="pt40410"/>
            <p:cNvSpPr/>
            <p:nvPr/>
          </p:nvSpPr>
          <p:spPr>
            <a:xfrm>
              <a:off x="8312152" y="2628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1" name="pt40411"/>
            <p:cNvSpPr/>
            <p:nvPr/>
          </p:nvSpPr>
          <p:spPr>
            <a:xfrm>
              <a:off x="8505430" y="2500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2" name="pt40412"/>
            <p:cNvSpPr/>
            <p:nvPr/>
          </p:nvSpPr>
          <p:spPr>
            <a:xfrm>
              <a:off x="8749319" y="2143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3" name="pt40413"/>
            <p:cNvSpPr/>
            <p:nvPr/>
          </p:nvSpPr>
          <p:spPr>
            <a:xfrm>
              <a:off x="9028011" y="1881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4" name="pt40414"/>
            <p:cNvSpPr/>
            <p:nvPr/>
          </p:nvSpPr>
          <p:spPr>
            <a:xfrm>
              <a:off x="9454989" y="203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5" name="pt40415"/>
            <p:cNvSpPr/>
            <p:nvPr/>
          </p:nvSpPr>
          <p:spPr>
            <a:xfrm>
              <a:off x="8947416" y="2001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6" name="pt40416"/>
            <p:cNvSpPr/>
            <p:nvPr/>
          </p:nvSpPr>
          <p:spPr>
            <a:xfrm>
              <a:off x="8641456" y="2121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7" name="pt40417"/>
            <p:cNvSpPr/>
            <p:nvPr/>
          </p:nvSpPr>
          <p:spPr>
            <a:xfrm>
              <a:off x="9318519" y="1778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8" name="pt40418"/>
            <p:cNvSpPr/>
            <p:nvPr/>
          </p:nvSpPr>
          <p:spPr>
            <a:xfrm>
              <a:off x="9117880" y="2015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9" name="pt40419"/>
            <p:cNvSpPr/>
            <p:nvPr/>
          </p:nvSpPr>
          <p:spPr>
            <a:xfrm>
              <a:off x="9087421" y="1891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0" name="pt40420"/>
            <p:cNvSpPr/>
            <p:nvPr/>
          </p:nvSpPr>
          <p:spPr>
            <a:xfrm>
              <a:off x="8688651" y="2165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1" name="pt40421"/>
            <p:cNvSpPr/>
            <p:nvPr/>
          </p:nvSpPr>
          <p:spPr>
            <a:xfrm>
              <a:off x="9167133" y="2190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2" name="pt40422"/>
            <p:cNvSpPr/>
            <p:nvPr/>
          </p:nvSpPr>
          <p:spPr>
            <a:xfrm>
              <a:off x="8878445" y="1881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3" name="pt40423"/>
            <p:cNvSpPr/>
            <p:nvPr/>
          </p:nvSpPr>
          <p:spPr>
            <a:xfrm>
              <a:off x="8505430" y="2524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4" name="pt40424"/>
            <p:cNvSpPr/>
            <p:nvPr/>
          </p:nvSpPr>
          <p:spPr>
            <a:xfrm>
              <a:off x="8825472" y="2060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5" name="pt40425"/>
            <p:cNvSpPr/>
            <p:nvPr/>
          </p:nvSpPr>
          <p:spPr>
            <a:xfrm>
              <a:off x="8576763" y="2530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6" name="pt40426"/>
            <p:cNvSpPr/>
            <p:nvPr/>
          </p:nvSpPr>
          <p:spPr>
            <a:xfrm>
              <a:off x="9024978" y="1939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7" name="pt40427"/>
            <p:cNvSpPr/>
            <p:nvPr/>
          </p:nvSpPr>
          <p:spPr>
            <a:xfrm>
              <a:off x="8383485" y="2316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8" name="pt40428"/>
            <p:cNvSpPr/>
            <p:nvPr/>
          </p:nvSpPr>
          <p:spPr>
            <a:xfrm>
              <a:off x="8688651" y="2381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9" name="pt40429"/>
            <p:cNvSpPr/>
            <p:nvPr/>
          </p:nvSpPr>
          <p:spPr>
            <a:xfrm>
              <a:off x="8734011" y="2288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0" name="pt40430"/>
            <p:cNvSpPr/>
            <p:nvPr/>
          </p:nvSpPr>
          <p:spPr>
            <a:xfrm>
              <a:off x="9275251" y="2112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1" name="pt40431"/>
            <p:cNvSpPr/>
            <p:nvPr/>
          </p:nvSpPr>
          <p:spPr>
            <a:xfrm>
              <a:off x="8904556" y="1866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2" name="pt40432"/>
            <p:cNvSpPr/>
            <p:nvPr/>
          </p:nvSpPr>
          <p:spPr>
            <a:xfrm>
              <a:off x="9666217" y="1918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3" name="pt40433"/>
            <p:cNvSpPr/>
            <p:nvPr/>
          </p:nvSpPr>
          <p:spPr>
            <a:xfrm>
              <a:off x="8975889" y="2187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4" name="pt40434"/>
            <p:cNvSpPr/>
            <p:nvPr/>
          </p:nvSpPr>
          <p:spPr>
            <a:xfrm>
              <a:off x="8871263" y="1842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5" name="pt40435"/>
            <p:cNvSpPr/>
            <p:nvPr/>
          </p:nvSpPr>
          <p:spPr>
            <a:xfrm>
              <a:off x="9005590" y="179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6" name="pt40436"/>
            <p:cNvSpPr/>
            <p:nvPr/>
          </p:nvSpPr>
          <p:spPr>
            <a:xfrm>
              <a:off x="9116975" y="1751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7" name="pt40437"/>
            <p:cNvSpPr/>
            <p:nvPr/>
          </p:nvSpPr>
          <p:spPr>
            <a:xfrm>
              <a:off x="8627374" y="2294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8" name="pt40438"/>
            <p:cNvSpPr/>
            <p:nvPr/>
          </p:nvSpPr>
          <p:spPr>
            <a:xfrm>
              <a:off x="8505430" y="2546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9" name="pt40439"/>
            <p:cNvSpPr/>
            <p:nvPr/>
          </p:nvSpPr>
          <p:spPr>
            <a:xfrm>
              <a:off x="9138300" y="2243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0" name="pt40440"/>
            <p:cNvSpPr/>
            <p:nvPr/>
          </p:nvSpPr>
          <p:spPr>
            <a:xfrm>
              <a:off x="9143835" y="1976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1" name="pt40441"/>
            <p:cNvSpPr/>
            <p:nvPr/>
          </p:nvSpPr>
          <p:spPr>
            <a:xfrm>
              <a:off x="9116066" y="1759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2" name="pt40442"/>
            <p:cNvSpPr/>
            <p:nvPr/>
          </p:nvSpPr>
          <p:spPr>
            <a:xfrm>
              <a:off x="8859909" y="2014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3" name="pt40443"/>
            <p:cNvSpPr/>
            <p:nvPr/>
          </p:nvSpPr>
          <p:spPr>
            <a:xfrm>
              <a:off x="9279262" y="2177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4" name="pt40444"/>
            <p:cNvSpPr/>
            <p:nvPr/>
          </p:nvSpPr>
          <p:spPr>
            <a:xfrm>
              <a:off x="8725827" y="2070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5" name="pt40445"/>
            <p:cNvSpPr/>
            <p:nvPr/>
          </p:nvSpPr>
          <p:spPr>
            <a:xfrm>
              <a:off x="9217744" y="2068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6" name="pt40446"/>
            <p:cNvSpPr/>
            <p:nvPr/>
          </p:nvSpPr>
          <p:spPr>
            <a:xfrm>
              <a:off x="9310856" y="1846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7" name="pt40447"/>
            <p:cNvSpPr/>
            <p:nvPr/>
          </p:nvSpPr>
          <p:spPr>
            <a:xfrm>
              <a:off x="8641456" y="2213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8" name="pt40448"/>
            <p:cNvSpPr/>
            <p:nvPr/>
          </p:nvSpPr>
          <p:spPr>
            <a:xfrm>
              <a:off x="8981853" y="2327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9" name="pt40449"/>
            <p:cNvSpPr/>
            <p:nvPr/>
          </p:nvSpPr>
          <p:spPr>
            <a:xfrm>
              <a:off x="9301578" y="1949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0" name="pt40450"/>
            <p:cNvSpPr/>
            <p:nvPr/>
          </p:nvSpPr>
          <p:spPr>
            <a:xfrm>
              <a:off x="9301896" y="1821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1" name="pt40451"/>
            <p:cNvSpPr/>
            <p:nvPr/>
          </p:nvSpPr>
          <p:spPr>
            <a:xfrm>
              <a:off x="8434097" y="2538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2" name="pt40452"/>
            <p:cNvSpPr/>
            <p:nvPr/>
          </p:nvSpPr>
          <p:spPr>
            <a:xfrm>
              <a:off x="8763400" y="227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3" name="pt40453"/>
            <p:cNvSpPr/>
            <p:nvPr/>
          </p:nvSpPr>
          <p:spPr>
            <a:xfrm>
              <a:off x="8505430" y="244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4" name="pt40454"/>
            <p:cNvSpPr/>
            <p:nvPr/>
          </p:nvSpPr>
          <p:spPr>
            <a:xfrm>
              <a:off x="8996835" y="2134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5" name="pt40455"/>
            <p:cNvSpPr/>
            <p:nvPr/>
          </p:nvSpPr>
          <p:spPr>
            <a:xfrm>
              <a:off x="8947416" y="2001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6" name="pt40456"/>
            <p:cNvSpPr/>
            <p:nvPr/>
          </p:nvSpPr>
          <p:spPr>
            <a:xfrm>
              <a:off x="8556041" y="256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7" name="pt40457"/>
            <p:cNvSpPr/>
            <p:nvPr/>
          </p:nvSpPr>
          <p:spPr>
            <a:xfrm>
              <a:off x="8312152" y="2416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8" name="pt40458"/>
            <p:cNvSpPr/>
            <p:nvPr/>
          </p:nvSpPr>
          <p:spPr>
            <a:xfrm>
              <a:off x="9384781" y="2175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9" name="pt40459"/>
            <p:cNvSpPr/>
            <p:nvPr/>
          </p:nvSpPr>
          <p:spPr>
            <a:xfrm>
              <a:off x="8725827" y="2208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0" name="pt40460"/>
            <p:cNvSpPr/>
            <p:nvPr/>
          </p:nvSpPr>
          <p:spPr>
            <a:xfrm>
              <a:off x="8881929" y="2264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1" name="pt40461"/>
            <p:cNvSpPr/>
            <p:nvPr/>
          </p:nvSpPr>
          <p:spPr>
            <a:xfrm>
              <a:off x="9103798" y="1909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2" name="pt40462"/>
            <p:cNvSpPr/>
            <p:nvPr/>
          </p:nvSpPr>
          <p:spPr>
            <a:xfrm>
              <a:off x="9003873" y="2008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3" name="pt40463"/>
            <p:cNvSpPr/>
            <p:nvPr/>
          </p:nvSpPr>
          <p:spPr>
            <a:xfrm>
              <a:off x="8312152" y="2425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4" name="pt40464"/>
            <p:cNvSpPr/>
            <p:nvPr/>
          </p:nvSpPr>
          <p:spPr>
            <a:xfrm>
              <a:off x="8532549" y="2425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5" name="pt40465"/>
            <p:cNvSpPr/>
            <p:nvPr/>
          </p:nvSpPr>
          <p:spPr>
            <a:xfrm>
              <a:off x="9097834" y="196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6" name="pt40466"/>
            <p:cNvSpPr/>
            <p:nvPr/>
          </p:nvSpPr>
          <p:spPr>
            <a:xfrm>
              <a:off x="9253280" y="2040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7" name="pt40467"/>
            <p:cNvSpPr/>
            <p:nvPr/>
          </p:nvSpPr>
          <p:spPr>
            <a:xfrm>
              <a:off x="8434097" y="2378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8" name="pt40468"/>
            <p:cNvSpPr/>
            <p:nvPr/>
          </p:nvSpPr>
          <p:spPr>
            <a:xfrm>
              <a:off x="9064541" y="1855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9" name="pt40469"/>
            <p:cNvSpPr/>
            <p:nvPr/>
          </p:nvSpPr>
          <p:spPr>
            <a:xfrm>
              <a:off x="8770040" y="2227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0" name="pt40470"/>
            <p:cNvSpPr/>
            <p:nvPr/>
          </p:nvSpPr>
          <p:spPr>
            <a:xfrm>
              <a:off x="9524498" y="2460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1" name="pt40471"/>
            <p:cNvSpPr/>
            <p:nvPr/>
          </p:nvSpPr>
          <p:spPr>
            <a:xfrm>
              <a:off x="8810596" y="2305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2" name="pt40472"/>
            <p:cNvSpPr/>
            <p:nvPr/>
          </p:nvSpPr>
          <p:spPr>
            <a:xfrm>
              <a:off x="8977900" y="2252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3" name="pt40473"/>
            <p:cNvSpPr/>
            <p:nvPr/>
          </p:nvSpPr>
          <p:spPr>
            <a:xfrm>
              <a:off x="8505430" y="2473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4" name="pt40474"/>
            <p:cNvSpPr/>
            <p:nvPr/>
          </p:nvSpPr>
          <p:spPr>
            <a:xfrm>
              <a:off x="9509182" y="223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5" name="pt40475"/>
            <p:cNvSpPr/>
            <p:nvPr/>
          </p:nvSpPr>
          <p:spPr>
            <a:xfrm>
              <a:off x="8612066" y="2452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6" name="pt40476"/>
            <p:cNvSpPr/>
            <p:nvPr/>
          </p:nvSpPr>
          <p:spPr>
            <a:xfrm>
              <a:off x="8839187" y="2130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7" name="pt40477"/>
            <p:cNvSpPr/>
            <p:nvPr/>
          </p:nvSpPr>
          <p:spPr>
            <a:xfrm>
              <a:off x="9530304" y="2465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8" name="pt40478"/>
            <p:cNvSpPr/>
            <p:nvPr/>
          </p:nvSpPr>
          <p:spPr>
            <a:xfrm>
              <a:off x="9384781" y="2054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9" name="pt40479"/>
            <p:cNvSpPr/>
            <p:nvPr/>
          </p:nvSpPr>
          <p:spPr>
            <a:xfrm>
              <a:off x="8874891" y="2137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0" name="pt40480"/>
            <p:cNvSpPr/>
            <p:nvPr/>
          </p:nvSpPr>
          <p:spPr>
            <a:xfrm>
              <a:off x="9547911" y="1645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1" name="pt40481"/>
            <p:cNvSpPr/>
            <p:nvPr/>
          </p:nvSpPr>
          <p:spPr>
            <a:xfrm>
              <a:off x="8987622" y="2125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2" name="pt40482"/>
            <p:cNvSpPr/>
            <p:nvPr/>
          </p:nvSpPr>
          <p:spPr>
            <a:xfrm>
              <a:off x="8666631" y="2292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3" name="pt40483"/>
            <p:cNvSpPr/>
            <p:nvPr/>
          </p:nvSpPr>
          <p:spPr>
            <a:xfrm>
              <a:off x="8763400" y="2093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4" name="pt40484"/>
            <p:cNvSpPr/>
            <p:nvPr/>
          </p:nvSpPr>
          <p:spPr>
            <a:xfrm>
              <a:off x="9198297" y="2076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5" name="pt40485"/>
            <p:cNvSpPr/>
            <p:nvPr/>
          </p:nvSpPr>
          <p:spPr>
            <a:xfrm>
              <a:off x="9235717" y="1786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6" name="pt40486"/>
            <p:cNvSpPr/>
            <p:nvPr/>
          </p:nvSpPr>
          <p:spPr>
            <a:xfrm>
              <a:off x="8855955" y="2200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7" name="pt40487"/>
            <p:cNvSpPr/>
            <p:nvPr/>
          </p:nvSpPr>
          <p:spPr>
            <a:xfrm>
              <a:off x="9128386" y="2032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8" name="pt40488"/>
            <p:cNvSpPr/>
            <p:nvPr/>
          </p:nvSpPr>
          <p:spPr>
            <a:xfrm>
              <a:off x="9265000" y="2045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9" name="pt40489"/>
            <p:cNvSpPr/>
            <p:nvPr/>
          </p:nvSpPr>
          <p:spPr>
            <a:xfrm>
              <a:off x="9021891" y="1760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0" name="pt40490"/>
            <p:cNvSpPr/>
            <p:nvPr/>
          </p:nvSpPr>
          <p:spPr>
            <a:xfrm>
              <a:off x="8576763" y="2401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1" name="pt40491"/>
            <p:cNvSpPr/>
            <p:nvPr/>
          </p:nvSpPr>
          <p:spPr>
            <a:xfrm>
              <a:off x="8641456" y="1954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2" name="pt40492"/>
            <p:cNvSpPr/>
            <p:nvPr/>
          </p:nvSpPr>
          <p:spPr>
            <a:xfrm>
              <a:off x="8904556" y="213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3" name="pt40493"/>
            <p:cNvSpPr/>
            <p:nvPr/>
          </p:nvSpPr>
          <p:spPr>
            <a:xfrm>
              <a:off x="8312152" y="2565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4" name="pt40494"/>
            <p:cNvSpPr/>
            <p:nvPr/>
          </p:nvSpPr>
          <p:spPr>
            <a:xfrm>
              <a:off x="8556041" y="2389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5" name="pt40495"/>
            <p:cNvSpPr/>
            <p:nvPr/>
          </p:nvSpPr>
          <p:spPr>
            <a:xfrm>
              <a:off x="9229609" y="1885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6" name="pt40496"/>
            <p:cNvSpPr/>
            <p:nvPr/>
          </p:nvSpPr>
          <p:spPr>
            <a:xfrm>
              <a:off x="9218255" y="1889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7" name="pt40497"/>
            <p:cNvSpPr/>
            <p:nvPr/>
          </p:nvSpPr>
          <p:spPr>
            <a:xfrm>
              <a:off x="8825472" y="2000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8" name="pt40498"/>
            <p:cNvSpPr/>
            <p:nvPr/>
          </p:nvSpPr>
          <p:spPr>
            <a:xfrm>
              <a:off x="9049233" y="188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9" name="pt40499"/>
            <p:cNvSpPr/>
            <p:nvPr/>
          </p:nvSpPr>
          <p:spPr>
            <a:xfrm>
              <a:off x="8383485" y="2503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0" name="pt40500"/>
            <p:cNvSpPr/>
            <p:nvPr/>
          </p:nvSpPr>
          <p:spPr>
            <a:xfrm>
              <a:off x="9371637" y="210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1" name="pt40501"/>
            <p:cNvSpPr/>
            <p:nvPr/>
          </p:nvSpPr>
          <p:spPr>
            <a:xfrm>
              <a:off x="8612066" y="2405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2" name="pt40502"/>
            <p:cNvSpPr/>
            <p:nvPr/>
          </p:nvSpPr>
          <p:spPr>
            <a:xfrm>
              <a:off x="9116066" y="189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3" name="pt40503"/>
            <p:cNvSpPr/>
            <p:nvPr/>
          </p:nvSpPr>
          <p:spPr>
            <a:xfrm>
              <a:off x="8867559" y="1876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4" name="pt40504"/>
            <p:cNvSpPr/>
            <p:nvPr/>
          </p:nvSpPr>
          <p:spPr>
            <a:xfrm>
              <a:off x="9312057" y="1815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5" name="pt40505"/>
            <p:cNvSpPr/>
            <p:nvPr/>
          </p:nvSpPr>
          <p:spPr>
            <a:xfrm>
              <a:off x="9547911" y="1654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6" name="pt40506"/>
            <p:cNvSpPr/>
            <p:nvPr/>
          </p:nvSpPr>
          <p:spPr>
            <a:xfrm>
              <a:off x="8971798" y="2053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7" name="pt40507"/>
            <p:cNvSpPr/>
            <p:nvPr/>
          </p:nvSpPr>
          <p:spPr>
            <a:xfrm>
              <a:off x="9221288" y="2048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8" name="pt40508"/>
            <p:cNvSpPr/>
            <p:nvPr/>
          </p:nvSpPr>
          <p:spPr>
            <a:xfrm>
              <a:off x="8874891" y="2019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9" name="pt40509"/>
            <p:cNvSpPr/>
            <p:nvPr/>
          </p:nvSpPr>
          <p:spPr>
            <a:xfrm>
              <a:off x="8666631" y="2456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0" name="pt40510"/>
            <p:cNvSpPr/>
            <p:nvPr/>
          </p:nvSpPr>
          <p:spPr>
            <a:xfrm>
              <a:off x="8698707" y="2346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1" name="pt40511"/>
            <p:cNvSpPr/>
            <p:nvPr/>
          </p:nvSpPr>
          <p:spPr>
            <a:xfrm>
              <a:off x="9020327" y="1851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2" name="pt40512"/>
            <p:cNvSpPr/>
            <p:nvPr/>
          </p:nvSpPr>
          <p:spPr>
            <a:xfrm>
              <a:off x="9653069" y="2548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3" name="pt40513"/>
            <p:cNvSpPr/>
            <p:nvPr/>
          </p:nvSpPr>
          <p:spPr>
            <a:xfrm>
              <a:off x="8996835" y="1986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4" name="pt40514"/>
            <p:cNvSpPr/>
            <p:nvPr/>
          </p:nvSpPr>
          <p:spPr>
            <a:xfrm>
              <a:off x="9249051" y="2082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5" name="pt40515"/>
            <p:cNvSpPr/>
            <p:nvPr/>
          </p:nvSpPr>
          <p:spPr>
            <a:xfrm>
              <a:off x="8971798" y="2087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6" name="pt40516"/>
            <p:cNvSpPr/>
            <p:nvPr/>
          </p:nvSpPr>
          <p:spPr>
            <a:xfrm>
              <a:off x="9312057" y="1893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7" name="pt40517"/>
            <p:cNvSpPr/>
            <p:nvPr/>
          </p:nvSpPr>
          <p:spPr>
            <a:xfrm>
              <a:off x="9075206" y="220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8" name="pt40518"/>
            <p:cNvSpPr/>
            <p:nvPr/>
          </p:nvSpPr>
          <p:spPr>
            <a:xfrm>
              <a:off x="8383485" y="234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9" name="pt40519"/>
            <p:cNvSpPr/>
            <p:nvPr/>
          </p:nvSpPr>
          <p:spPr>
            <a:xfrm>
              <a:off x="9208828" y="2131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0" name="pt40520"/>
            <p:cNvSpPr/>
            <p:nvPr/>
          </p:nvSpPr>
          <p:spPr>
            <a:xfrm>
              <a:off x="8734011" y="2285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1" name="pt40521"/>
            <p:cNvSpPr/>
            <p:nvPr/>
          </p:nvSpPr>
          <p:spPr>
            <a:xfrm>
              <a:off x="8473354" y="2434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2" name="pt40522"/>
            <p:cNvSpPr/>
            <p:nvPr/>
          </p:nvSpPr>
          <p:spPr>
            <a:xfrm>
              <a:off x="8881929" y="2271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3" name="pt40523"/>
            <p:cNvSpPr/>
            <p:nvPr/>
          </p:nvSpPr>
          <p:spPr>
            <a:xfrm>
              <a:off x="8556041" y="2454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4" name="pt40524"/>
            <p:cNvSpPr/>
            <p:nvPr/>
          </p:nvSpPr>
          <p:spPr>
            <a:xfrm>
              <a:off x="8839187" y="2049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5" name="pt40525"/>
            <p:cNvSpPr/>
            <p:nvPr/>
          </p:nvSpPr>
          <p:spPr>
            <a:xfrm>
              <a:off x="8473354" y="2366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6" name="pt40526"/>
            <p:cNvSpPr/>
            <p:nvPr/>
          </p:nvSpPr>
          <p:spPr>
            <a:xfrm>
              <a:off x="9577860" y="2478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7" name="pt40527"/>
            <p:cNvSpPr/>
            <p:nvPr/>
          </p:nvSpPr>
          <p:spPr>
            <a:xfrm>
              <a:off x="9344232" y="2098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8" name="pt40528"/>
            <p:cNvSpPr/>
            <p:nvPr/>
          </p:nvSpPr>
          <p:spPr>
            <a:xfrm>
              <a:off x="8312152" y="2431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9" name="pt40529"/>
            <p:cNvSpPr/>
            <p:nvPr/>
          </p:nvSpPr>
          <p:spPr>
            <a:xfrm>
              <a:off x="9028011" y="1517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0" name="pt40530"/>
            <p:cNvSpPr/>
            <p:nvPr/>
          </p:nvSpPr>
          <p:spPr>
            <a:xfrm>
              <a:off x="8627374" y="2471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1" name="pt40531"/>
            <p:cNvSpPr/>
            <p:nvPr/>
          </p:nvSpPr>
          <p:spPr>
            <a:xfrm>
              <a:off x="9260646" y="2164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2" name="pt40532"/>
            <p:cNvSpPr/>
            <p:nvPr/>
          </p:nvSpPr>
          <p:spPr>
            <a:xfrm>
              <a:off x="8473354" y="2280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3" name="pt40533"/>
            <p:cNvSpPr/>
            <p:nvPr/>
          </p:nvSpPr>
          <p:spPr>
            <a:xfrm>
              <a:off x="9094774" y="1845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4" name="pt40534"/>
            <p:cNvSpPr/>
            <p:nvPr/>
          </p:nvSpPr>
          <p:spPr>
            <a:xfrm>
              <a:off x="9635986" y="2605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5" name="pt40535"/>
            <p:cNvSpPr/>
            <p:nvPr/>
          </p:nvSpPr>
          <p:spPr>
            <a:xfrm>
              <a:off x="9121452" y="2081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6" name="pt40536"/>
            <p:cNvSpPr/>
            <p:nvPr/>
          </p:nvSpPr>
          <p:spPr>
            <a:xfrm>
              <a:off x="9066967" y="2297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7" name="pt40537"/>
            <p:cNvSpPr/>
            <p:nvPr/>
          </p:nvSpPr>
          <p:spPr>
            <a:xfrm>
              <a:off x="9045188" y="2112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8" name="pt40538"/>
            <p:cNvSpPr/>
            <p:nvPr/>
          </p:nvSpPr>
          <p:spPr>
            <a:xfrm>
              <a:off x="8788576" y="2250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9" name="pt40539"/>
            <p:cNvSpPr/>
            <p:nvPr/>
          </p:nvSpPr>
          <p:spPr>
            <a:xfrm>
              <a:off x="9121452" y="2311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0" name="pt40540"/>
            <p:cNvSpPr/>
            <p:nvPr/>
          </p:nvSpPr>
          <p:spPr>
            <a:xfrm>
              <a:off x="8556041" y="235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1" name="pt40541"/>
            <p:cNvSpPr/>
            <p:nvPr/>
          </p:nvSpPr>
          <p:spPr>
            <a:xfrm>
              <a:off x="9124084" y="2082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2" name="pt40542"/>
            <p:cNvSpPr/>
            <p:nvPr/>
          </p:nvSpPr>
          <p:spPr>
            <a:xfrm>
              <a:off x="8556041" y="241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3" name="pt40543"/>
            <p:cNvSpPr/>
            <p:nvPr/>
          </p:nvSpPr>
          <p:spPr>
            <a:xfrm>
              <a:off x="8830164" y="2114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4" name="pt40544"/>
            <p:cNvSpPr/>
            <p:nvPr/>
          </p:nvSpPr>
          <p:spPr>
            <a:xfrm>
              <a:off x="9214649" y="2082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5" name="pt40545"/>
            <p:cNvSpPr/>
            <p:nvPr/>
          </p:nvSpPr>
          <p:spPr>
            <a:xfrm>
              <a:off x="8763400" y="2058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6" name="pt40546"/>
            <p:cNvSpPr/>
            <p:nvPr/>
          </p:nvSpPr>
          <p:spPr>
            <a:xfrm>
              <a:off x="8505430" y="2392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7" name="pt40547"/>
            <p:cNvSpPr/>
            <p:nvPr/>
          </p:nvSpPr>
          <p:spPr>
            <a:xfrm>
              <a:off x="8954408" y="1861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8" name="pt40548"/>
            <p:cNvSpPr/>
            <p:nvPr/>
          </p:nvSpPr>
          <p:spPr>
            <a:xfrm>
              <a:off x="8677986" y="2496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9" name="pt40549"/>
            <p:cNvSpPr/>
            <p:nvPr/>
          </p:nvSpPr>
          <p:spPr>
            <a:xfrm>
              <a:off x="9275251" y="1983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0" name="pt40550"/>
            <p:cNvSpPr/>
            <p:nvPr/>
          </p:nvSpPr>
          <p:spPr>
            <a:xfrm>
              <a:off x="8505430" y="2378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1" name="pt40551"/>
            <p:cNvSpPr/>
            <p:nvPr/>
          </p:nvSpPr>
          <p:spPr>
            <a:xfrm>
              <a:off x="8717243" y="2311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2" name="pt40552"/>
            <p:cNvSpPr/>
            <p:nvPr/>
          </p:nvSpPr>
          <p:spPr>
            <a:xfrm>
              <a:off x="9785747" y="255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3" name="pt40553"/>
            <p:cNvSpPr/>
            <p:nvPr/>
          </p:nvSpPr>
          <p:spPr>
            <a:xfrm>
              <a:off x="8312152" y="2528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4" name="pt40554"/>
            <p:cNvSpPr/>
            <p:nvPr/>
          </p:nvSpPr>
          <p:spPr>
            <a:xfrm>
              <a:off x="8788576" y="2233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5" name="pt40555"/>
            <p:cNvSpPr/>
            <p:nvPr/>
          </p:nvSpPr>
          <p:spPr>
            <a:xfrm>
              <a:off x="8505430" y="2409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6" name="pt40556"/>
            <p:cNvSpPr/>
            <p:nvPr/>
          </p:nvSpPr>
          <p:spPr>
            <a:xfrm>
              <a:off x="8473354" y="2413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7" name="pt40557"/>
            <p:cNvSpPr/>
            <p:nvPr/>
          </p:nvSpPr>
          <p:spPr>
            <a:xfrm>
              <a:off x="8815695" y="2067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8" name="pt40558"/>
            <p:cNvSpPr/>
            <p:nvPr/>
          </p:nvSpPr>
          <p:spPr>
            <a:xfrm>
              <a:off x="8595298" y="208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9" name="pt40559"/>
            <p:cNvSpPr/>
            <p:nvPr/>
          </p:nvSpPr>
          <p:spPr>
            <a:xfrm>
              <a:off x="8627374" y="2262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0" name="pt40560"/>
            <p:cNvSpPr/>
            <p:nvPr/>
          </p:nvSpPr>
          <p:spPr>
            <a:xfrm>
              <a:off x="9568642" y="2528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1" name="pt40561"/>
            <p:cNvSpPr/>
            <p:nvPr/>
          </p:nvSpPr>
          <p:spPr>
            <a:xfrm>
              <a:off x="9066967" y="2174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2" name="pt40562"/>
            <p:cNvSpPr/>
            <p:nvPr/>
          </p:nvSpPr>
          <p:spPr>
            <a:xfrm>
              <a:off x="8725827" y="2257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3" name="pt40563"/>
            <p:cNvSpPr/>
            <p:nvPr/>
          </p:nvSpPr>
          <p:spPr>
            <a:xfrm>
              <a:off x="8998621" y="2018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4" name="pt40564"/>
            <p:cNvSpPr/>
            <p:nvPr/>
          </p:nvSpPr>
          <p:spPr>
            <a:xfrm>
              <a:off x="8641456" y="2020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5" name="pt40565"/>
            <p:cNvSpPr/>
            <p:nvPr/>
          </p:nvSpPr>
          <p:spPr>
            <a:xfrm>
              <a:off x="8878445" y="2037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6" name="pt40566"/>
            <p:cNvSpPr/>
            <p:nvPr/>
          </p:nvSpPr>
          <p:spPr>
            <a:xfrm>
              <a:off x="8434097" y="2355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7" name="pt40567"/>
            <p:cNvSpPr/>
            <p:nvPr/>
          </p:nvSpPr>
          <p:spPr>
            <a:xfrm>
              <a:off x="8312152" y="2511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8" name="pt40568"/>
            <p:cNvSpPr/>
            <p:nvPr/>
          </p:nvSpPr>
          <p:spPr>
            <a:xfrm>
              <a:off x="8312152" y="2425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9" name="pt40569"/>
            <p:cNvSpPr/>
            <p:nvPr/>
          </p:nvSpPr>
          <p:spPr>
            <a:xfrm>
              <a:off x="8763400" y="2348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0" name="pt40570"/>
            <p:cNvSpPr/>
            <p:nvPr/>
          </p:nvSpPr>
          <p:spPr>
            <a:xfrm>
              <a:off x="9221288" y="1836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1" name="pt40571"/>
            <p:cNvSpPr/>
            <p:nvPr/>
          </p:nvSpPr>
          <p:spPr>
            <a:xfrm>
              <a:off x="8971798" y="2126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2" name="pt40572"/>
            <p:cNvSpPr/>
            <p:nvPr/>
          </p:nvSpPr>
          <p:spPr>
            <a:xfrm>
              <a:off x="8708219" y="2487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3" name="pt40573"/>
            <p:cNvSpPr/>
            <p:nvPr/>
          </p:nvSpPr>
          <p:spPr>
            <a:xfrm>
              <a:off x="9265000" y="2140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4" name="pt40574"/>
            <p:cNvSpPr/>
            <p:nvPr/>
          </p:nvSpPr>
          <p:spPr>
            <a:xfrm>
              <a:off x="9190113" y="1932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5" name="pt40575"/>
            <p:cNvSpPr/>
            <p:nvPr/>
          </p:nvSpPr>
          <p:spPr>
            <a:xfrm>
              <a:off x="9371637" y="2212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6" name="pt40576"/>
            <p:cNvSpPr/>
            <p:nvPr/>
          </p:nvSpPr>
          <p:spPr>
            <a:xfrm>
              <a:off x="8904556" y="2134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7" name="pt40577"/>
            <p:cNvSpPr/>
            <p:nvPr/>
          </p:nvSpPr>
          <p:spPr>
            <a:xfrm>
              <a:off x="9797577" y="2532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8" name="pt40578"/>
            <p:cNvSpPr/>
            <p:nvPr/>
          </p:nvSpPr>
          <p:spPr>
            <a:xfrm>
              <a:off x="8907564" y="1935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9" name="pt40579"/>
            <p:cNvSpPr/>
            <p:nvPr/>
          </p:nvSpPr>
          <p:spPr>
            <a:xfrm>
              <a:off x="8717243" y="2296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0" name="pt40580"/>
            <p:cNvSpPr/>
            <p:nvPr/>
          </p:nvSpPr>
          <p:spPr>
            <a:xfrm>
              <a:off x="8977900" y="2349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1" name="pt40581"/>
            <p:cNvSpPr/>
            <p:nvPr/>
          </p:nvSpPr>
          <p:spPr>
            <a:xfrm>
              <a:off x="9573244" y="2248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2" name="pt40582"/>
            <p:cNvSpPr/>
            <p:nvPr/>
          </p:nvSpPr>
          <p:spPr>
            <a:xfrm>
              <a:off x="9135874" y="2014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3" name="pt40583"/>
            <p:cNvSpPr/>
            <p:nvPr/>
          </p:nvSpPr>
          <p:spPr>
            <a:xfrm>
              <a:off x="9124084" y="2106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4" name="pt40584"/>
            <p:cNvSpPr/>
            <p:nvPr/>
          </p:nvSpPr>
          <p:spPr>
            <a:xfrm>
              <a:off x="8725827" y="2182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5" name="pt40585"/>
            <p:cNvSpPr/>
            <p:nvPr/>
          </p:nvSpPr>
          <p:spPr>
            <a:xfrm>
              <a:off x="9420641" y="2147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6" name="pt40586"/>
            <p:cNvSpPr/>
            <p:nvPr/>
          </p:nvSpPr>
          <p:spPr>
            <a:xfrm>
              <a:off x="8473354" y="2396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7" name="pt40587"/>
            <p:cNvSpPr/>
            <p:nvPr/>
          </p:nvSpPr>
          <p:spPr>
            <a:xfrm>
              <a:off x="8830164" y="2138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8" name="pt40588"/>
            <p:cNvSpPr/>
            <p:nvPr/>
          </p:nvSpPr>
          <p:spPr>
            <a:xfrm>
              <a:off x="8698707" y="2447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9" name="pt40589"/>
            <p:cNvSpPr/>
            <p:nvPr/>
          </p:nvSpPr>
          <p:spPr>
            <a:xfrm>
              <a:off x="8998621" y="2047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0" name="pt40590"/>
            <p:cNvSpPr/>
            <p:nvPr/>
          </p:nvSpPr>
          <p:spPr>
            <a:xfrm>
              <a:off x="8741831" y="2239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1" name="pt40591"/>
            <p:cNvSpPr/>
            <p:nvPr/>
          </p:nvSpPr>
          <p:spPr>
            <a:xfrm>
              <a:off x="8734011" y="2218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2" name="pt40592"/>
            <p:cNvSpPr/>
            <p:nvPr/>
          </p:nvSpPr>
          <p:spPr>
            <a:xfrm>
              <a:off x="8770040" y="2321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3" name="pt40593"/>
            <p:cNvSpPr/>
            <p:nvPr/>
          </p:nvSpPr>
          <p:spPr>
            <a:xfrm>
              <a:off x="8763400" y="2277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4" name="pt40594"/>
            <p:cNvSpPr/>
            <p:nvPr/>
          </p:nvSpPr>
          <p:spPr>
            <a:xfrm>
              <a:off x="9440320" y="1916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5" name="pt40595"/>
            <p:cNvSpPr/>
            <p:nvPr/>
          </p:nvSpPr>
          <p:spPr>
            <a:xfrm>
              <a:off x="8612066" y="2400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6" name="pt40596"/>
            <p:cNvSpPr/>
            <p:nvPr/>
          </p:nvSpPr>
          <p:spPr>
            <a:xfrm>
              <a:off x="8312152" y="2616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7" name="pt40597"/>
            <p:cNvSpPr/>
            <p:nvPr/>
          </p:nvSpPr>
          <p:spPr>
            <a:xfrm>
              <a:off x="9028011" y="1688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8" name="pt40598"/>
            <p:cNvSpPr/>
            <p:nvPr/>
          </p:nvSpPr>
          <p:spPr>
            <a:xfrm>
              <a:off x="8434097" y="2363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9" name="pt40599"/>
            <p:cNvSpPr/>
            <p:nvPr/>
          </p:nvSpPr>
          <p:spPr>
            <a:xfrm>
              <a:off x="8834733" y="2228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0" name="pt40600"/>
            <p:cNvSpPr/>
            <p:nvPr/>
          </p:nvSpPr>
          <p:spPr>
            <a:xfrm>
              <a:off x="9265000" y="2091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1" name="pt40601"/>
            <p:cNvSpPr/>
            <p:nvPr/>
          </p:nvSpPr>
          <p:spPr>
            <a:xfrm>
              <a:off x="8895213" y="2218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2" name="pt40602"/>
            <p:cNvSpPr/>
            <p:nvPr/>
          </p:nvSpPr>
          <p:spPr>
            <a:xfrm>
              <a:off x="9107665" y="1949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3" name="pt40603"/>
            <p:cNvSpPr/>
            <p:nvPr/>
          </p:nvSpPr>
          <p:spPr>
            <a:xfrm>
              <a:off x="8810596" y="2189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4" name="pt40604"/>
            <p:cNvSpPr/>
            <p:nvPr/>
          </p:nvSpPr>
          <p:spPr>
            <a:xfrm>
              <a:off x="8888696" y="2143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5" name="pt40605"/>
            <p:cNvSpPr/>
            <p:nvPr/>
          </p:nvSpPr>
          <p:spPr>
            <a:xfrm>
              <a:off x="8717243" y="2377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6" name="pt40606"/>
            <p:cNvSpPr/>
            <p:nvPr/>
          </p:nvSpPr>
          <p:spPr>
            <a:xfrm>
              <a:off x="8788576" y="2224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7" name="pt40607"/>
            <p:cNvSpPr/>
            <p:nvPr/>
          </p:nvSpPr>
          <p:spPr>
            <a:xfrm>
              <a:off x="9064541" y="1780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8" name="pt40608"/>
            <p:cNvSpPr/>
            <p:nvPr/>
          </p:nvSpPr>
          <p:spPr>
            <a:xfrm>
              <a:off x="9160178" y="2225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9" name="pt40609"/>
            <p:cNvSpPr/>
            <p:nvPr/>
          </p:nvSpPr>
          <p:spPr>
            <a:xfrm>
              <a:off x="8770040" y="2180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0" name="pt40610"/>
            <p:cNvSpPr/>
            <p:nvPr/>
          </p:nvSpPr>
          <p:spPr>
            <a:xfrm>
              <a:off x="8383485" y="2276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1" name="pt40611"/>
            <p:cNvSpPr/>
            <p:nvPr/>
          </p:nvSpPr>
          <p:spPr>
            <a:xfrm>
              <a:off x="8859909" y="2005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2" name="pt40612"/>
            <p:cNvSpPr/>
            <p:nvPr/>
          </p:nvSpPr>
          <p:spPr>
            <a:xfrm>
              <a:off x="8839187" y="211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3" name="pt40613"/>
            <p:cNvSpPr/>
            <p:nvPr/>
          </p:nvSpPr>
          <p:spPr>
            <a:xfrm>
              <a:off x="8975889" y="2221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4" name="pt40614"/>
            <p:cNvSpPr/>
            <p:nvPr/>
          </p:nvSpPr>
          <p:spPr>
            <a:xfrm>
              <a:off x="9103798" y="1962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5" name="pt40615"/>
            <p:cNvSpPr/>
            <p:nvPr/>
          </p:nvSpPr>
          <p:spPr>
            <a:xfrm>
              <a:off x="9130917" y="2134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6" name="pt40616"/>
            <p:cNvSpPr/>
            <p:nvPr/>
          </p:nvSpPr>
          <p:spPr>
            <a:xfrm>
              <a:off x="8688651" y="2352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7" name="pt40617"/>
            <p:cNvSpPr/>
            <p:nvPr/>
          </p:nvSpPr>
          <p:spPr>
            <a:xfrm>
              <a:off x="9206663" y="2003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8" name="pt40618"/>
            <p:cNvSpPr/>
            <p:nvPr/>
          </p:nvSpPr>
          <p:spPr>
            <a:xfrm>
              <a:off x="9107665" y="1953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9" name="pt40619"/>
            <p:cNvSpPr/>
            <p:nvPr/>
          </p:nvSpPr>
          <p:spPr>
            <a:xfrm>
              <a:off x="9205570" y="2055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0" name="pt40620"/>
            <p:cNvSpPr/>
            <p:nvPr/>
          </p:nvSpPr>
          <p:spPr>
            <a:xfrm>
              <a:off x="8898383" y="2088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1" name="pt40621"/>
            <p:cNvSpPr/>
            <p:nvPr/>
          </p:nvSpPr>
          <p:spPr>
            <a:xfrm>
              <a:off x="9208828" y="2171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2" name="pt40622"/>
            <p:cNvSpPr/>
            <p:nvPr/>
          </p:nvSpPr>
          <p:spPr>
            <a:xfrm>
              <a:off x="8641456" y="1978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3" name="pt40623"/>
            <p:cNvSpPr/>
            <p:nvPr/>
          </p:nvSpPr>
          <p:spPr>
            <a:xfrm>
              <a:off x="8843532" y="1987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4" name="pt40624"/>
            <p:cNvSpPr/>
            <p:nvPr/>
          </p:nvSpPr>
          <p:spPr>
            <a:xfrm>
              <a:off x="9536594" y="1895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5" name="pt40625"/>
            <p:cNvSpPr/>
            <p:nvPr/>
          </p:nvSpPr>
          <p:spPr>
            <a:xfrm>
              <a:off x="9450688" y="179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6" name="pt40626"/>
            <p:cNvSpPr/>
            <p:nvPr/>
          </p:nvSpPr>
          <p:spPr>
            <a:xfrm>
              <a:off x="9700990" y="1760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7" name="pt40627"/>
            <p:cNvSpPr/>
            <p:nvPr/>
          </p:nvSpPr>
          <p:spPr>
            <a:xfrm>
              <a:off x="8666631" y="2429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8" name="pt40628"/>
            <p:cNvSpPr/>
            <p:nvPr/>
          </p:nvSpPr>
          <p:spPr>
            <a:xfrm>
              <a:off x="8505430" y="2432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9" name="pt40629"/>
            <p:cNvSpPr/>
            <p:nvPr/>
          </p:nvSpPr>
          <p:spPr>
            <a:xfrm>
              <a:off x="8834733" y="2245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0" name="pt40630"/>
            <p:cNvSpPr/>
            <p:nvPr/>
          </p:nvSpPr>
          <p:spPr>
            <a:xfrm>
              <a:off x="9228169" y="1762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1" name="pt40631"/>
            <p:cNvSpPr/>
            <p:nvPr/>
          </p:nvSpPr>
          <p:spPr>
            <a:xfrm>
              <a:off x="9087421" y="1742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2" name="pt40632"/>
            <p:cNvSpPr/>
            <p:nvPr/>
          </p:nvSpPr>
          <p:spPr>
            <a:xfrm>
              <a:off x="9663884" y="2520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3" name="pt40633"/>
            <p:cNvSpPr/>
            <p:nvPr/>
          </p:nvSpPr>
          <p:spPr>
            <a:xfrm>
              <a:off x="9199436" y="1990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4" name="pt40634"/>
            <p:cNvSpPr/>
            <p:nvPr/>
          </p:nvSpPr>
          <p:spPr>
            <a:xfrm>
              <a:off x="9797577" y="258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5" name="pt40635"/>
            <p:cNvSpPr/>
            <p:nvPr/>
          </p:nvSpPr>
          <p:spPr>
            <a:xfrm>
              <a:off x="8505430" y="2458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6" name="pt40636"/>
            <p:cNvSpPr/>
            <p:nvPr/>
          </p:nvSpPr>
          <p:spPr>
            <a:xfrm>
              <a:off x="8312152" y="2399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7" name="pt40637"/>
            <p:cNvSpPr/>
            <p:nvPr/>
          </p:nvSpPr>
          <p:spPr>
            <a:xfrm>
              <a:off x="8312152" y="2487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8" name="pt40638"/>
            <p:cNvSpPr/>
            <p:nvPr/>
          </p:nvSpPr>
          <p:spPr>
            <a:xfrm>
              <a:off x="8434097" y="2399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9" name="pt40639"/>
            <p:cNvSpPr/>
            <p:nvPr/>
          </p:nvSpPr>
          <p:spPr>
            <a:xfrm>
              <a:off x="8312152" y="2421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0" name="pt40640"/>
            <p:cNvSpPr/>
            <p:nvPr/>
          </p:nvSpPr>
          <p:spPr>
            <a:xfrm>
              <a:off x="8954408" y="1963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1" name="pt40641"/>
            <p:cNvSpPr/>
            <p:nvPr/>
          </p:nvSpPr>
          <p:spPr>
            <a:xfrm>
              <a:off x="9208828" y="2052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2" name="pt40642"/>
            <p:cNvSpPr/>
            <p:nvPr/>
          </p:nvSpPr>
          <p:spPr>
            <a:xfrm>
              <a:off x="9128386" y="2133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3" name="pt40643"/>
            <p:cNvSpPr/>
            <p:nvPr/>
          </p:nvSpPr>
          <p:spPr>
            <a:xfrm>
              <a:off x="9767198" y="2415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4" name="pt40644"/>
            <p:cNvSpPr/>
            <p:nvPr/>
          </p:nvSpPr>
          <p:spPr>
            <a:xfrm>
              <a:off x="8627374" y="2199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5" name="pt40645"/>
            <p:cNvSpPr/>
            <p:nvPr/>
          </p:nvSpPr>
          <p:spPr>
            <a:xfrm>
              <a:off x="8312152" y="2262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6" name="pt40646"/>
            <p:cNvSpPr/>
            <p:nvPr/>
          </p:nvSpPr>
          <p:spPr>
            <a:xfrm>
              <a:off x="8505430" y="2430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7" name="pt40647"/>
            <p:cNvSpPr/>
            <p:nvPr/>
          </p:nvSpPr>
          <p:spPr>
            <a:xfrm>
              <a:off x="8677986" y="2345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8" name="pt40648"/>
            <p:cNvSpPr/>
            <p:nvPr/>
          </p:nvSpPr>
          <p:spPr>
            <a:xfrm>
              <a:off x="9511026" y="2516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9" name="pt40649"/>
            <p:cNvSpPr/>
            <p:nvPr/>
          </p:nvSpPr>
          <p:spPr>
            <a:xfrm>
              <a:off x="9275251" y="2036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0" name="pt40650"/>
            <p:cNvSpPr/>
            <p:nvPr/>
          </p:nvSpPr>
          <p:spPr>
            <a:xfrm>
              <a:off x="9055774" y="1902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1" name="pt40651"/>
            <p:cNvSpPr/>
            <p:nvPr/>
          </p:nvSpPr>
          <p:spPr>
            <a:xfrm>
              <a:off x="9053186" y="1690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2" name="pt40652"/>
            <p:cNvSpPr/>
            <p:nvPr/>
          </p:nvSpPr>
          <p:spPr>
            <a:xfrm>
              <a:off x="9310253" y="1966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3" name="pt40653"/>
            <p:cNvSpPr/>
            <p:nvPr/>
          </p:nvSpPr>
          <p:spPr>
            <a:xfrm>
              <a:off x="9167813" y="2116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4" name="pt40654"/>
            <p:cNvSpPr/>
            <p:nvPr/>
          </p:nvSpPr>
          <p:spPr>
            <a:xfrm>
              <a:off x="8473354" y="2364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5" name="pt40655"/>
            <p:cNvSpPr/>
            <p:nvPr/>
          </p:nvSpPr>
          <p:spPr>
            <a:xfrm>
              <a:off x="8312152" y="2409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6" name="pt40656"/>
            <p:cNvSpPr/>
            <p:nvPr/>
          </p:nvSpPr>
          <p:spPr>
            <a:xfrm>
              <a:off x="9700990" y="1763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7" name="pt40657"/>
            <p:cNvSpPr/>
            <p:nvPr/>
          </p:nvSpPr>
          <p:spPr>
            <a:xfrm>
              <a:off x="8799930" y="2185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8" name="pt40658"/>
            <p:cNvSpPr/>
            <p:nvPr/>
          </p:nvSpPr>
          <p:spPr>
            <a:xfrm>
              <a:off x="9024978" y="193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9" name="pt40659"/>
            <p:cNvSpPr/>
            <p:nvPr/>
          </p:nvSpPr>
          <p:spPr>
            <a:xfrm>
              <a:off x="8904556" y="1990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0" name="pt40660"/>
            <p:cNvSpPr/>
            <p:nvPr/>
          </p:nvSpPr>
          <p:spPr>
            <a:xfrm>
              <a:off x="9160178" y="2119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1" name="pt40661"/>
            <p:cNvSpPr/>
            <p:nvPr/>
          </p:nvSpPr>
          <p:spPr>
            <a:xfrm>
              <a:off x="9312057" y="1853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2" name="pt40662"/>
            <p:cNvSpPr/>
            <p:nvPr/>
          </p:nvSpPr>
          <p:spPr>
            <a:xfrm>
              <a:off x="8810596" y="2173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3" name="pt40663"/>
            <p:cNvSpPr/>
            <p:nvPr/>
          </p:nvSpPr>
          <p:spPr>
            <a:xfrm>
              <a:off x="9130078" y="2209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4" name="pt40664"/>
            <p:cNvSpPr/>
            <p:nvPr/>
          </p:nvSpPr>
          <p:spPr>
            <a:xfrm>
              <a:off x="8383485" y="2242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5" name="pt40665"/>
            <p:cNvSpPr/>
            <p:nvPr/>
          </p:nvSpPr>
          <p:spPr>
            <a:xfrm>
              <a:off x="9062080" y="1709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6" name="pt40666"/>
            <p:cNvSpPr/>
            <p:nvPr/>
          </p:nvSpPr>
          <p:spPr>
            <a:xfrm>
              <a:off x="8971798" y="2132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7" name="pt40667"/>
            <p:cNvSpPr/>
            <p:nvPr/>
          </p:nvSpPr>
          <p:spPr>
            <a:xfrm>
              <a:off x="9241172" y="1903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8" name="pt40668"/>
            <p:cNvSpPr/>
            <p:nvPr/>
          </p:nvSpPr>
          <p:spPr>
            <a:xfrm>
              <a:off x="8741831" y="231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9" name="pt40669"/>
            <p:cNvSpPr/>
            <p:nvPr/>
          </p:nvSpPr>
          <p:spPr>
            <a:xfrm>
              <a:off x="8505430" y="2364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0" name="pt40670"/>
            <p:cNvSpPr/>
            <p:nvPr/>
          </p:nvSpPr>
          <p:spPr>
            <a:xfrm>
              <a:off x="8971798" y="2039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1" name="pt40671"/>
            <p:cNvSpPr/>
            <p:nvPr/>
          </p:nvSpPr>
          <p:spPr>
            <a:xfrm>
              <a:off x="9254530" y="2157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2" name="pt40672"/>
            <p:cNvSpPr/>
            <p:nvPr/>
          </p:nvSpPr>
          <p:spPr>
            <a:xfrm>
              <a:off x="8312152" y="2344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3" name="pt40673"/>
            <p:cNvSpPr/>
            <p:nvPr/>
          </p:nvSpPr>
          <p:spPr>
            <a:xfrm>
              <a:off x="9201130" y="2032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4" name="pt40674"/>
            <p:cNvSpPr/>
            <p:nvPr/>
          </p:nvSpPr>
          <p:spPr>
            <a:xfrm>
              <a:off x="8312152" y="2267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5" name="pt40675"/>
            <p:cNvSpPr/>
            <p:nvPr/>
          </p:nvSpPr>
          <p:spPr>
            <a:xfrm>
              <a:off x="9008973" y="1900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6" name="pt40676"/>
            <p:cNvSpPr/>
            <p:nvPr/>
          </p:nvSpPr>
          <p:spPr>
            <a:xfrm>
              <a:off x="8996835" y="1964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7" name="pt40677"/>
            <p:cNvSpPr/>
            <p:nvPr/>
          </p:nvSpPr>
          <p:spPr>
            <a:xfrm>
              <a:off x="9178998" y="1670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8" name="pt40678"/>
            <p:cNvSpPr/>
            <p:nvPr/>
          </p:nvSpPr>
          <p:spPr>
            <a:xfrm>
              <a:off x="8717243" y="2304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9" name="pt40679"/>
            <p:cNvSpPr/>
            <p:nvPr/>
          </p:nvSpPr>
          <p:spPr>
            <a:xfrm>
              <a:off x="8612066" y="2341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0" name="pt40680"/>
            <p:cNvSpPr/>
            <p:nvPr/>
          </p:nvSpPr>
          <p:spPr>
            <a:xfrm>
              <a:off x="8473354" y="2350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1" name="pt40681"/>
            <p:cNvSpPr/>
            <p:nvPr/>
          </p:nvSpPr>
          <p:spPr>
            <a:xfrm>
              <a:off x="8874891" y="2265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2" name="pt40682"/>
            <p:cNvSpPr/>
            <p:nvPr/>
          </p:nvSpPr>
          <p:spPr>
            <a:xfrm>
              <a:off x="9250331" y="2199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3" name="pt40683"/>
            <p:cNvSpPr/>
            <p:nvPr/>
          </p:nvSpPr>
          <p:spPr>
            <a:xfrm>
              <a:off x="8881929" y="2150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4" name="pt40684"/>
            <p:cNvSpPr/>
            <p:nvPr/>
          </p:nvSpPr>
          <p:spPr>
            <a:xfrm>
              <a:off x="8383485" y="2165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5" name="pt40685"/>
            <p:cNvSpPr/>
            <p:nvPr/>
          </p:nvSpPr>
          <p:spPr>
            <a:xfrm>
              <a:off x="9688802" y="2510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6" name="pt40686"/>
            <p:cNvSpPr/>
            <p:nvPr/>
          </p:nvSpPr>
          <p:spPr>
            <a:xfrm>
              <a:off x="8434097" y="2535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7" name="pt40687"/>
            <p:cNvSpPr/>
            <p:nvPr/>
          </p:nvSpPr>
          <p:spPr>
            <a:xfrm>
              <a:off x="9076352" y="2116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8" name="pt40688"/>
            <p:cNvSpPr/>
            <p:nvPr/>
          </p:nvSpPr>
          <p:spPr>
            <a:xfrm>
              <a:off x="8741831" y="2350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9" name="pt40689"/>
            <p:cNvSpPr/>
            <p:nvPr/>
          </p:nvSpPr>
          <p:spPr>
            <a:xfrm>
              <a:off x="8576763" y="2398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0" name="pt40690"/>
            <p:cNvSpPr/>
            <p:nvPr/>
          </p:nvSpPr>
          <p:spPr>
            <a:xfrm>
              <a:off x="9094774" y="1843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1" name="pt40691"/>
            <p:cNvSpPr/>
            <p:nvPr/>
          </p:nvSpPr>
          <p:spPr>
            <a:xfrm>
              <a:off x="8989504" y="2144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2" name="pt40692"/>
            <p:cNvSpPr/>
            <p:nvPr/>
          </p:nvSpPr>
          <p:spPr>
            <a:xfrm>
              <a:off x="8698707" y="2347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3" name="pt40693"/>
            <p:cNvSpPr/>
            <p:nvPr/>
          </p:nvSpPr>
          <p:spPr>
            <a:xfrm>
              <a:off x="8434097" y="2314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4" name="pt40694"/>
            <p:cNvSpPr/>
            <p:nvPr/>
          </p:nvSpPr>
          <p:spPr>
            <a:xfrm>
              <a:off x="8383485" y="2465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5" name="pt40695"/>
            <p:cNvSpPr/>
            <p:nvPr/>
          </p:nvSpPr>
          <p:spPr>
            <a:xfrm>
              <a:off x="8810596" y="2062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6" name="pt40696"/>
            <p:cNvSpPr/>
            <p:nvPr/>
          </p:nvSpPr>
          <p:spPr>
            <a:xfrm>
              <a:off x="9435343" y="1916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7" name="pt40697"/>
            <p:cNvSpPr/>
            <p:nvPr/>
          </p:nvSpPr>
          <p:spPr>
            <a:xfrm>
              <a:off x="8954408" y="1858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8" name="pt40698"/>
            <p:cNvSpPr/>
            <p:nvPr/>
          </p:nvSpPr>
          <p:spPr>
            <a:xfrm>
              <a:off x="9095800" y="1863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9" name="pt40699"/>
            <p:cNvSpPr/>
            <p:nvPr/>
          </p:nvSpPr>
          <p:spPr>
            <a:xfrm>
              <a:off x="9221288" y="1827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0" name="pt40700"/>
            <p:cNvSpPr/>
            <p:nvPr/>
          </p:nvSpPr>
          <p:spPr>
            <a:xfrm>
              <a:off x="9574258" y="2297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1" name="pt40701"/>
            <p:cNvSpPr/>
            <p:nvPr/>
          </p:nvSpPr>
          <p:spPr>
            <a:xfrm>
              <a:off x="9219272" y="1847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2" name="pt40702"/>
            <p:cNvSpPr/>
            <p:nvPr/>
          </p:nvSpPr>
          <p:spPr>
            <a:xfrm>
              <a:off x="9603616" y="2145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3" name="pt40703"/>
            <p:cNvSpPr/>
            <p:nvPr/>
          </p:nvSpPr>
          <p:spPr>
            <a:xfrm>
              <a:off x="8627374" y="2554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4" name="pt40704"/>
            <p:cNvSpPr/>
            <p:nvPr/>
          </p:nvSpPr>
          <p:spPr>
            <a:xfrm>
              <a:off x="8532549" y="2557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5" name="pt40705"/>
            <p:cNvSpPr/>
            <p:nvPr/>
          </p:nvSpPr>
          <p:spPr>
            <a:xfrm>
              <a:off x="8312152" y="2539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6" name="pt40706"/>
            <p:cNvSpPr/>
            <p:nvPr/>
          </p:nvSpPr>
          <p:spPr>
            <a:xfrm>
              <a:off x="8641456" y="1955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7" name="pt40707"/>
            <p:cNvSpPr/>
            <p:nvPr/>
          </p:nvSpPr>
          <p:spPr>
            <a:xfrm>
              <a:off x="8505430" y="2573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8" name="pt40708"/>
            <p:cNvSpPr/>
            <p:nvPr/>
          </p:nvSpPr>
          <p:spPr>
            <a:xfrm>
              <a:off x="9427293" y="2029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9" name="pt40709"/>
            <p:cNvSpPr/>
            <p:nvPr/>
          </p:nvSpPr>
          <p:spPr>
            <a:xfrm>
              <a:off x="8312152" y="238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0" name="pt40710"/>
            <p:cNvSpPr/>
            <p:nvPr/>
          </p:nvSpPr>
          <p:spPr>
            <a:xfrm>
              <a:off x="8473354" y="2185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1" name="pt40711"/>
            <p:cNvSpPr/>
            <p:nvPr/>
          </p:nvSpPr>
          <p:spPr>
            <a:xfrm>
              <a:off x="8987622" y="2178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2" name="pt40712"/>
            <p:cNvSpPr/>
            <p:nvPr/>
          </p:nvSpPr>
          <p:spPr>
            <a:xfrm>
              <a:off x="9700990" y="1768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3" name="pt40713"/>
            <p:cNvSpPr/>
            <p:nvPr/>
          </p:nvSpPr>
          <p:spPr>
            <a:xfrm>
              <a:off x="9097834" y="2055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4" name="pt40714"/>
            <p:cNvSpPr/>
            <p:nvPr/>
          </p:nvSpPr>
          <p:spPr>
            <a:xfrm>
              <a:off x="9176429" y="1806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5" name="pt40715"/>
            <p:cNvSpPr/>
            <p:nvPr/>
          </p:nvSpPr>
          <p:spPr>
            <a:xfrm>
              <a:off x="9332911" y="223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6" name="pt40716"/>
            <p:cNvSpPr/>
            <p:nvPr/>
          </p:nvSpPr>
          <p:spPr>
            <a:xfrm>
              <a:off x="8977900" y="2304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7" name="pt40717"/>
            <p:cNvSpPr/>
            <p:nvPr/>
          </p:nvSpPr>
          <p:spPr>
            <a:xfrm>
              <a:off x="9512564" y="2335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8" name="pt40718"/>
            <p:cNvSpPr/>
            <p:nvPr/>
          </p:nvSpPr>
          <p:spPr>
            <a:xfrm>
              <a:off x="9349631" y="2115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9" name="pt40719"/>
            <p:cNvSpPr/>
            <p:nvPr/>
          </p:nvSpPr>
          <p:spPr>
            <a:xfrm>
              <a:off x="8859909" y="1901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0" name="pt40720"/>
            <p:cNvSpPr/>
            <p:nvPr/>
          </p:nvSpPr>
          <p:spPr>
            <a:xfrm>
              <a:off x="9461505" y="2116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1" name="pt40721"/>
            <p:cNvSpPr/>
            <p:nvPr/>
          </p:nvSpPr>
          <p:spPr>
            <a:xfrm>
              <a:off x="9551860" y="1928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2" name="pt40722"/>
            <p:cNvSpPr/>
            <p:nvPr/>
          </p:nvSpPr>
          <p:spPr>
            <a:xfrm>
              <a:off x="8612066" y="2300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3" name="pt40723"/>
            <p:cNvSpPr/>
            <p:nvPr/>
          </p:nvSpPr>
          <p:spPr>
            <a:xfrm>
              <a:off x="9408619" y="2082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4" name="pt40724"/>
            <p:cNvSpPr/>
            <p:nvPr/>
          </p:nvSpPr>
          <p:spPr>
            <a:xfrm>
              <a:off x="9062080" y="1742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5" name="pt40725"/>
            <p:cNvSpPr/>
            <p:nvPr/>
          </p:nvSpPr>
          <p:spPr>
            <a:xfrm>
              <a:off x="9201130" y="1954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6" name="pt40726"/>
            <p:cNvSpPr/>
            <p:nvPr/>
          </p:nvSpPr>
          <p:spPr>
            <a:xfrm>
              <a:off x="8312152" y="2454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7" name="pt40727"/>
            <p:cNvSpPr/>
            <p:nvPr/>
          </p:nvSpPr>
          <p:spPr>
            <a:xfrm>
              <a:off x="8770040" y="2010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8" name="pt40728"/>
            <p:cNvSpPr/>
            <p:nvPr/>
          </p:nvSpPr>
          <p:spPr>
            <a:xfrm>
              <a:off x="9062080" y="1788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9" name="pt40729"/>
            <p:cNvSpPr/>
            <p:nvPr/>
          </p:nvSpPr>
          <p:spPr>
            <a:xfrm>
              <a:off x="8981853" y="226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0" name="pt40730"/>
            <p:cNvSpPr/>
            <p:nvPr/>
          </p:nvSpPr>
          <p:spPr>
            <a:xfrm>
              <a:off x="8434097" y="2415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1" name="pt40731"/>
            <p:cNvSpPr/>
            <p:nvPr/>
          </p:nvSpPr>
          <p:spPr>
            <a:xfrm>
              <a:off x="8641456" y="2036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2" name="pt40732"/>
            <p:cNvSpPr/>
            <p:nvPr/>
          </p:nvSpPr>
          <p:spPr>
            <a:xfrm>
              <a:off x="9110510" y="1771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3" name="pt40733"/>
            <p:cNvSpPr/>
            <p:nvPr/>
          </p:nvSpPr>
          <p:spPr>
            <a:xfrm>
              <a:off x="8867559" y="2009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4" name="pt40734"/>
            <p:cNvSpPr/>
            <p:nvPr/>
          </p:nvSpPr>
          <p:spPr>
            <a:xfrm>
              <a:off x="8820652" y="2206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5" name="pt40735"/>
            <p:cNvSpPr/>
            <p:nvPr/>
          </p:nvSpPr>
          <p:spPr>
            <a:xfrm>
              <a:off x="8595298" y="2153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6" name="pt40736"/>
            <p:cNvSpPr/>
            <p:nvPr/>
          </p:nvSpPr>
          <p:spPr>
            <a:xfrm>
              <a:off x="8956678" y="1964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7" name="pt40737"/>
            <p:cNvSpPr/>
            <p:nvPr/>
          </p:nvSpPr>
          <p:spPr>
            <a:xfrm>
              <a:off x="8612066" y="2377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8" name="pt40738"/>
            <p:cNvSpPr/>
            <p:nvPr/>
          </p:nvSpPr>
          <p:spPr>
            <a:xfrm>
              <a:off x="8434097" y="2262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9" name="pt40739"/>
            <p:cNvSpPr/>
            <p:nvPr/>
          </p:nvSpPr>
          <p:spPr>
            <a:xfrm>
              <a:off x="9573785" y="2518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0" name="pt40740"/>
            <p:cNvSpPr/>
            <p:nvPr/>
          </p:nvSpPr>
          <p:spPr>
            <a:xfrm>
              <a:off x="9564416" y="2312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1" name="pt40741"/>
            <p:cNvSpPr/>
            <p:nvPr/>
          </p:nvSpPr>
          <p:spPr>
            <a:xfrm>
              <a:off x="8770040" y="2123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2" name="pt40742"/>
            <p:cNvSpPr/>
            <p:nvPr/>
          </p:nvSpPr>
          <p:spPr>
            <a:xfrm>
              <a:off x="9282477" y="2077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3" name="pt40743"/>
            <p:cNvSpPr/>
            <p:nvPr/>
          </p:nvSpPr>
          <p:spPr>
            <a:xfrm>
              <a:off x="8788576" y="236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4" name="pt40744"/>
            <p:cNvSpPr/>
            <p:nvPr/>
          </p:nvSpPr>
          <p:spPr>
            <a:xfrm>
              <a:off x="8794345" y="204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5" name="pt40745"/>
            <p:cNvSpPr/>
            <p:nvPr/>
          </p:nvSpPr>
          <p:spPr>
            <a:xfrm>
              <a:off x="8708219" y="2314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6" name="pt40746"/>
            <p:cNvSpPr/>
            <p:nvPr/>
          </p:nvSpPr>
          <p:spPr>
            <a:xfrm>
              <a:off x="8741831" y="2132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7" name="pt40747"/>
            <p:cNvSpPr/>
            <p:nvPr/>
          </p:nvSpPr>
          <p:spPr>
            <a:xfrm>
              <a:off x="9045188" y="1924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8" name="pt40748"/>
            <p:cNvSpPr/>
            <p:nvPr/>
          </p:nvSpPr>
          <p:spPr>
            <a:xfrm>
              <a:off x="9117880" y="2120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9" name="pt40749"/>
            <p:cNvSpPr/>
            <p:nvPr/>
          </p:nvSpPr>
          <p:spPr>
            <a:xfrm>
              <a:off x="8383485" y="2423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0" name="pt40750"/>
            <p:cNvSpPr/>
            <p:nvPr/>
          </p:nvSpPr>
          <p:spPr>
            <a:xfrm>
              <a:off x="8641456" y="218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1" name="pt40751"/>
            <p:cNvSpPr/>
            <p:nvPr/>
          </p:nvSpPr>
          <p:spPr>
            <a:xfrm>
              <a:off x="8708219" y="2385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2" name="pt40752"/>
            <p:cNvSpPr/>
            <p:nvPr/>
          </p:nvSpPr>
          <p:spPr>
            <a:xfrm>
              <a:off x="9578717" y="2413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3" name="pt40753"/>
            <p:cNvSpPr/>
            <p:nvPr/>
          </p:nvSpPr>
          <p:spPr>
            <a:xfrm>
              <a:off x="8505430" y="2466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4" name="pt40754"/>
            <p:cNvSpPr/>
            <p:nvPr/>
          </p:nvSpPr>
          <p:spPr>
            <a:xfrm>
              <a:off x="9218764" y="1843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5" name="pt40755"/>
            <p:cNvSpPr/>
            <p:nvPr/>
          </p:nvSpPr>
          <p:spPr>
            <a:xfrm>
              <a:off x="9124084" y="2011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6" name="pt40756"/>
            <p:cNvSpPr/>
            <p:nvPr/>
          </p:nvSpPr>
          <p:spPr>
            <a:xfrm>
              <a:off x="9312057" y="1828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7" name="pt40757"/>
            <p:cNvSpPr/>
            <p:nvPr/>
          </p:nvSpPr>
          <p:spPr>
            <a:xfrm>
              <a:off x="9106706" y="194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8" name="pt40758"/>
            <p:cNvSpPr/>
            <p:nvPr/>
          </p:nvSpPr>
          <p:spPr>
            <a:xfrm>
              <a:off x="9024978" y="1866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9" name="pt40759"/>
            <p:cNvSpPr/>
            <p:nvPr/>
          </p:nvSpPr>
          <p:spPr>
            <a:xfrm>
              <a:off x="8556041" y="2334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0" name="pt40760"/>
            <p:cNvSpPr/>
            <p:nvPr/>
          </p:nvSpPr>
          <p:spPr>
            <a:xfrm>
              <a:off x="8977900" y="2240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1" name="pt40761"/>
            <p:cNvSpPr/>
            <p:nvPr/>
          </p:nvSpPr>
          <p:spPr>
            <a:xfrm>
              <a:off x="9047895" y="1810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2" name="pt40762"/>
            <p:cNvSpPr/>
            <p:nvPr/>
          </p:nvSpPr>
          <p:spPr>
            <a:xfrm>
              <a:off x="9028011" y="1862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3" name="pt40763"/>
            <p:cNvSpPr/>
            <p:nvPr/>
          </p:nvSpPr>
          <p:spPr>
            <a:xfrm>
              <a:off x="9021891" y="1839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4" name="pt40764"/>
            <p:cNvSpPr/>
            <p:nvPr/>
          </p:nvSpPr>
          <p:spPr>
            <a:xfrm>
              <a:off x="8434097" y="2425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5" name="pt40765"/>
            <p:cNvSpPr/>
            <p:nvPr/>
          </p:nvSpPr>
          <p:spPr>
            <a:xfrm>
              <a:off x="9349631" y="209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6" name="pt40766"/>
            <p:cNvSpPr/>
            <p:nvPr/>
          </p:nvSpPr>
          <p:spPr>
            <a:xfrm>
              <a:off x="8595298" y="2222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7" name="pt40767"/>
            <p:cNvSpPr/>
            <p:nvPr/>
          </p:nvSpPr>
          <p:spPr>
            <a:xfrm>
              <a:off x="9275251" y="2019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8" name="pt40768"/>
            <p:cNvSpPr/>
            <p:nvPr/>
          </p:nvSpPr>
          <p:spPr>
            <a:xfrm>
              <a:off x="8830164" y="2043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9" name="pt40769"/>
            <p:cNvSpPr/>
            <p:nvPr/>
          </p:nvSpPr>
          <p:spPr>
            <a:xfrm>
              <a:off x="8927288" y="2099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0" name="pt40770"/>
            <p:cNvSpPr/>
            <p:nvPr/>
          </p:nvSpPr>
          <p:spPr>
            <a:xfrm>
              <a:off x="8847771" y="2042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1" name="pt40771"/>
            <p:cNvSpPr/>
            <p:nvPr/>
          </p:nvSpPr>
          <p:spPr>
            <a:xfrm>
              <a:off x="9219272" y="1903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2" name="pt40772"/>
            <p:cNvSpPr/>
            <p:nvPr/>
          </p:nvSpPr>
          <p:spPr>
            <a:xfrm>
              <a:off x="9068168" y="2218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3" name="pt40773"/>
            <p:cNvSpPr/>
            <p:nvPr/>
          </p:nvSpPr>
          <p:spPr>
            <a:xfrm>
              <a:off x="8788576" y="2229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4" name="pt40774"/>
            <p:cNvSpPr/>
            <p:nvPr/>
          </p:nvSpPr>
          <p:spPr>
            <a:xfrm>
              <a:off x="8641456" y="2019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5" name="pt40775"/>
            <p:cNvSpPr/>
            <p:nvPr/>
          </p:nvSpPr>
          <p:spPr>
            <a:xfrm>
              <a:off x="9524498" y="2440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6" name="pt40776"/>
            <p:cNvSpPr/>
            <p:nvPr/>
          </p:nvSpPr>
          <p:spPr>
            <a:xfrm>
              <a:off x="9568642" y="2343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7" name="pt40777"/>
            <p:cNvSpPr/>
            <p:nvPr/>
          </p:nvSpPr>
          <p:spPr>
            <a:xfrm>
              <a:off x="9530304" y="2383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8" name="pt40778"/>
            <p:cNvSpPr/>
            <p:nvPr/>
          </p:nvSpPr>
          <p:spPr>
            <a:xfrm>
              <a:off x="8963317" y="2037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9" name="pt40779"/>
            <p:cNvSpPr/>
            <p:nvPr/>
          </p:nvSpPr>
          <p:spPr>
            <a:xfrm>
              <a:off x="9024978" y="1966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0" name="pt40780"/>
            <p:cNvSpPr/>
            <p:nvPr/>
          </p:nvSpPr>
          <p:spPr>
            <a:xfrm>
              <a:off x="9346461" y="2237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1" name="pt40781"/>
            <p:cNvSpPr/>
            <p:nvPr/>
          </p:nvSpPr>
          <p:spPr>
            <a:xfrm>
              <a:off x="8473354" y="2429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2" name="pt40782"/>
            <p:cNvSpPr/>
            <p:nvPr/>
          </p:nvSpPr>
          <p:spPr>
            <a:xfrm>
              <a:off x="8595298" y="2261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3" name="pt40783"/>
            <p:cNvSpPr/>
            <p:nvPr/>
          </p:nvSpPr>
          <p:spPr>
            <a:xfrm>
              <a:off x="8847771" y="2084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4" name="pt40784"/>
            <p:cNvSpPr/>
            <p:nvPr/>
          </p:nvSpPr>
          <p:spPr>
            <a:xfrm>
              <a:off x="8996835" y="1987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5" name="pt40785"/>
            <p:cNvSpPr/>
            <p:nvPr/>
          </p:nvSpPr>
          <p:spPr>
            <a:xfrm>
              <a:off x="9095800" y="1863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6" name="pt40786"/>
            <p:cNvSpPr/>
            <p:nvPr/>
          </p:nvSpPr>
          <p:spPr>
            <a:xfrm>
              <a:off x="8473354" y="2287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7" name="pt40787"/>
            <p:cNvSpPr/>
            <p:nvPr/>
          </p:nvSpPr>
          <p:spPr>
            <a:xfrm>
              <a:off x="8937640" y="2019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8" name="pt40788"/>
            <p:cNvSpPr/>
            <p:nvPr/>
          </p:nvSpPr>
          <p:spPr>
            <a:xfrm>
              <a:off x="8383485" y="2527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9" name="pt40789"/>
            <p:cNvSpPr/>
            <p:nvPr/>
          </p:nvSpPr>
          <p:spPr>
            <a:xfrm>
              <a:off x="9176429" y="1797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0" name="pt40790"/>
            <p:cNvSpPr/>
            <p:nvPr/>
          </p:nvSpPr>
          <p:spPr>
            <a:xfrm>
              <a:off x="8717243" y="2310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1" name="pt40791"/>
            <p:cNvSpPr/>
            <p:nvPr/>
          </p:nvSpPr>
          <p:spPr>
            <a:xfrm>
              <a:off x="8863776" y="2009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2" name="pt40792"/>
            <p:cNvSpPr/>
            <p:nvPr/>
          </p:nvSpPr>
          <p:spPr>
            <a:xfrm>
              <a:off x="8383485" y="212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3" name="pt40793"/>
            <p:cNvSpPr/>
            <p:nvPr/>
          </p:nvSpPr>
          <p:spPr>
            <a:xfrm>
              <a:off x="8810596" y="2038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4" name="pt40794"/>
            <p:cNvSpPr/>
            <p:nvPr/>
          </p:nvSpPr>
          <p:spPr>
            <a:xfrm>
              <a:off x="8839187" y="2135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5" name="pt40795"/>
            <p:cNvSpPr/>
            <p:nvPr/>
          </p:nvSpPr>
          <p:spPr>
            <a:xfrm>
              <a:off x="8907564" y="1661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6" name="pt40796"/>
            <p:cNvSpPr/>
            <p:nvPr/>
          </p:nvSpPr>
          <p:spPr>
            <a:xfrm>
              <a:off x="9024978" y="2126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7" name="pt40797"/>
            <p:cNvSpPr/>
            <p:nvPr/>
          </p:nvSpPr>
          <p:spPr>
            <a:xfrm>
              <a:off x="9028011" y="1554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8" name="pt40798"/>
            <p:cNvSpPr/>
            <p:nvPr/>
          </p:nvSpPr>
          <p:spPr>
            <a:xfrm>
              <a:off x="9094774" y="1837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9" name="pt40799"/>
            <p:cNvSpPr/>
            <p:nvPr/>
          </p:nvSpPr>
          <p:spPr>
            <a:xfrm>
              <a:off x="8434097" y="2263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0" name="pt40800"/>
            <p:cNvSpPr/>
            <p:nvPr/>
          </p:nvSpPr>
          <p:spPr>
            <a:xfrm>
              <a:off x="8734011" y="2215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1" name="pt40801"/>
            <p:cNvSpPr/>
            <p:nvPr/>
          </p:nvSpPr>
          <p:spPr>
            <a:xfrm>
              <a:off x="9199436" y="2031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2" name="pt40802"/>
            <p:cNvSpPr/>
            <p:nvPr/>
          </p:nvSpPr>
          <p:spPr>
            <a:xfrm>
              <a:off x="8921875" y="2095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3" name="pt40803"/>
            <p:cNvSpPr/>
            <p:nvPr/>
          </p:nvSpPr>
          <p:spPr>
            <a:xfrm>
              <a:off x="8473354" y="2325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4" name="pt40804"/>
            <p:cNvSpPr/>
            <p:nvPr/>
          </p:nvSpPr>
          <p:spPr>
            <a:xfrm>
              <a:off x="9135874" y="2001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5" name="pt40805"/>
            <p:cNvSpPr/>
            <p:nvPr/>
          </p:nvSpPr>
          <p:spPr>
            <a:xfrm>
              <a:off x="9299019" y="2066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6" name="pt40806"/>
            <p:cNvSpPr/>
            <p:nvPr/>
          </p:nvSpPr>
          <p:spPr>
            <a:xfrm>
              <a:off x="9121452" y="2028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7" name="pt40807"/>
            <p:cNvSpPr/>
            <p:nvPr/>
          </p:nvSpPr>
          <p:spPr>
            <a:xfrm>
              <a:off x="8505430" y="2345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8" name="pt40808"/>
            <p:cNvSpPr/>
            <p:nvPr/>
          </p:nvSpPr>
          <p:spPr>
            <a:xfrm>
              <a:off x="8505430" y="2380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9" name="pt40809"/>
            <p:cNvSpPr/>
            <p:nvPr/>
          </p:nvSpPr>
          <p:spPr>
            <a:xfrm>
              <a:off x="8505430" y="2429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0" name="pt40810"/>
            <p:cNvSpPr/>
            <p:nvPr/>
          </p:nvSpPr>
          <p:spPr>
            <a:xfrm>
              <a:off x="9767243" y="2308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1" name="pt40811"/>
            <p:cNvSpPr/>
            <p:nvPr/>
          </p:nvSpPr>
          <p:spPr>
            <a:xfrm>
              <a:off x="9318519" y="1930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2" name="pt40812"/>
            <p:cNvSpPr/>
            <p:nvPr/>
          </p:nvSpPr>
          <p:spPr>
            <a:xfrm>
              <a:off x="9051878" y="1757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3" name="pt40813"/>
            <p:cNvSpPr/>
            <p:nvPr/>
          </p:nvSpPr>
          <p:spPr>
            <a:xfrm>
              <a:off x="8975889" y="2152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4" name="pt40814"/>
            <p:cNvSpPr/>
            <p:nvPr/>
          </p:nvSpPr>
          <p:spPr>
            <a:xfrm>
              <a:off x="8641456" y="2027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5" name="pt40815"/>
            <p:cNvSpPr/>
            <p:nvPr/>
          </p:nvSpPr>
          <p:spPr>
            <a:xfrm>
              <a:off x="8312152" y="2595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6" name="pt40816"/>
            <p:cNvSpPr/>
            <p:nvPr/>
          </p:nvSpPr>
          <p:spPr>
            <a:xfrm>
              <a:off x="9450688" y="2028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7" name="pt40817"/>
            <p:cNvSpPr/>
            <p:nvPr/>
          </p:nvSpPr>
          <p:spPr>
            <a:xfrm>
              <a:off x="8688651" y="2494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8" name="pt40818"/>
            <p:cNvSpPr/>
            <p:nvPr/>
          </p:nvSpPr>
          <p:spPr>
            <a:xfrm>
              <a:off x="8855955" y="2005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9" name="pt40819"/>
            <p:cNvSpPr/>
            <p:nvPr/>
          </p:nvSpPr>
          <p:spPr>
            <a:xfrm>
              <a:off x="8612066" y="2167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0" name="pt40820"/>
            <p:cNvSpPr/>
            <p:nvPr/>
          </p:nvSpPr>
          <p:spPr>
            <a:xfrm>
              <a:off x="8954408" y="1807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1" name="pt40821"/>
            <p:cNvSpPr/>
            <p:nvPr/>
          </p:nvSpPr>
          <p:spPr>
            <a:xfrm>
              <a:off x="9612243" y="2306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2" name="pt40822"/>
            <p:cNvSpPr/>
            <p:nvPr/>
          </p:nvSpPr>
          <p:spPr>
            <a:xfrm>
              <a:off x="9666217" y="2067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3" name="pt40823"/>
            <p:cNvSpPr/>
            <p:nvPr/>
          </p:nvSpPr>
          <p:spPr>
            <a:xfrm>
              <a:off x="9420641" y="2134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4" name="pt40824"/>
            <p:cNvSpPr/>
            <p:nvPr/>
          </p:nvSpPr>
          <p:spPr>
            <a:xfrm>
              <a:off x="8794345" y="2205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5" name="pt40825"/>
            <p:cNvSpPr/>
            <p:nvPr/>
          </p:nvSpPr>
          <p:spPr>
            <a:xfrm>
              <a:off x="9797577" y="2541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6" name="pt40826"/>
            <p:cNvSpPr/>
            <p:nvPr/>
          </p:nvSpPr>
          <p:spPr>
            <a:xfrm>
              <a:off x="8810596" y="2150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7" name="pt40827"/>
            <p:cNvSpPr/>
            <p:nvPr/>
          </p:nvSpPr>
          <p:spPr>
            <a:xfrm>
              <a:off x="8843532" y="1952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8" name="pt40828"/>
            <p:cNvSpPr/>
            <p:nvPr/>
          </p:nvSpPr>
          <p:spPr>
            <a:xfrm>
              <a:off x="9051878" y="1780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9" name="pt40829"/>
            <p:cNvSpPr/>
            <p:nvPr/>
          </p:nvSpPr>
          <p:spPr>
            <a:xfrm>
              <a:off x="8505430" y="2397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0" name="pt40830"/>
            <p:cNvSpPr/>
            <p:nvPr/>
          </p:nvSpPr>
          <p:spPr>
            <a:xfrm>
              <a:off x="8825472" y="1974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1" name="pt40831"/>
            <p:cNvSpPr/>
            <p:nvPr/>
          </p:nvSpPr>
          <p:spPr>
            <a:xfrm>
              <a:off x="8867559" y="2107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2" name="pt40832"/>
            <p:cNvSpPr/>
            <p:nvPr/>
          </p:nvSpPr>
          <p:spPr>
            <a:xfrm>
              <a:off x="9688802" y="2396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3" name="pt40833"/>
            <p:cNvSpPr/>
            <p:nvPr/>
          </p:nvSpPr>
          <p:spPr>
            <a:xfrm>
              <a:off x="8977900" y="2305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4" name="pt40834"/>
            <p:cNvSpPr/>
            <p:nvPr/>
          </p:nvSpPr>
          <p:spPr>
            <a:xfrm>
              <a:off x="9207749" y="2083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5" name="pt40835"/>
            <p:cNvSpPr/>
            <p:nvPr/>
          </p:nvSpPr>
          <p:spPr>
            <a:xfrm>
              <a:off x="8677986" y="2377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6" name="pt40836"/>
            <p:cNvSpPr/>
            <p:nvPr/>
          </p:nvSpPr>
          <p:spPr>
            <a:xfrm>
              <a:off x="8770040" y="2137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7" name="pt40837"/>
            <p:cNvSpPr/>
            <p:nvPr/>
          </p:nvSpPr>
          <p:spPr>
            <a:xfrm>
              <a:off x="8996835" y="2016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8" name="pt40838"/>
            <p:cNvSpPr/>
            <p:nvPr/>
          </p:nvSpPr>
          <p:spPr>
            <a:xfrm>
              <a:off x="9094774" y="2039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9" name="pt40839"/>
            <p:cNvSpPr/>
            <p:nvPr/>
          </p:nvSpPr>
          <p:spPr>
            <a:xfrm>
              <a:off x="8901496" y="1723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0" name="pt40840"/>
            <p:cNvSpPr/>
            <p:nvPr/>
          </p:nvSpPr>
          <p:spPr>
            <a:xfrm>
              <a:off x="8677986" y="2402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1" name="pt40841"/>
            <p:cNvSpPr/>
            <p:nvPr/>
          </p:nvSpPr>
          <p:spPr>
            <a:xfrm>
              <a:off x="8677986" y="2375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2" name="pt40842"/>
            <p:cNvSpPr/>
            <p:nvPr/>
          </p:nvSpPr>
          <p:spPr>
            <a:xfrm>
              <a:off x="9427293" y="2067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3" name="pt40843"/>
            <p:cNvSpPr/>
            <p:nvPr/>
          </p:nvSpPr>
          <p:spPr>
            <a:xfrm>
              <a:off x="8688651" y="2455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4" name="pt40844"/>
            <p:cNvSpPr/>
            <p:nvPr/>
          </p:nvSpPr>
          <p:spPr>
            <a:xfrm>
              <a:off x="9070546" y="2142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5" name="pt40845"/>
            <p:cNvSpPr/>
            <p:nvPr/>
          </p:nvSpPr>
          <p:spPr>
            <a:xfrm>
              <a:off x="9057053" y="168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6" name="pt40846"/>
            <p:cNvSpPr/>
            <p:nvPr/>
          </p:nvSpPr>
          <p:spPr>
            <a:xfrm>
              <a:off x="8612066" y="2192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7" name="pt40847"/>
            <p:cNvSpPr/>
            <p:nvPr/>
          </p:nvSpPr>
          <p:spPr>
            <a:xfrm>
              <a:off x="8749319" y="2331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8" name="pt40848"/>
            <p:cNvSpPr/>
            <p:nvPr/>
          </p:nvSpPr>
          <p:spPr>
            <a:xfrm>
              <a:off x="8473354" y="2422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9" name="pt40849"/>
            <p:cNvSpPr/>
            <p:nvPr/>
          </p:nvSpPr>
          <p:spPr>
            <a:xfrm>
              <a:off x="8383485" y="228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0" name="pt40850"/>
            <p:cNvSpPr/>
            <p:nvPr/>
          </p:nvSpPr>
          <p:spPr>
            <a:xfrm>
              <a:off x="8641456" y="2102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1" name="pt40851"/>
            <p:cNvSpPr/>
            <p:nvPr/>
          </p:nvSpPr>
          <p:spPr>
            <a:xfrm>
              <a:off x="8627374" y="2352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2" name="pt40852"/>
            <p:cNvSpPr/>
            <p:nvPr/>
          </p:nvSpPr>
          <p:spPr>
            <a:xfrm>
              <a:off x="9301578" y="1965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3" name="pt40853"/>
            <p:cNvSpPr/>
            <p:nvPr/>
          </p:nvSpPr>
          <p:spPr>
            <a:xfrm>
              <a:off x="9265000" y="202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4" name="pt40854"/>
            <p:cNvSpPr/>
            <p:nvPr/>
          </p:nvSpPr>
          <p:spPr>
            <a:xfrm>
              <a:off x="9135057" y="1997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5" name="pt40855"/>
            <p:cNvSpPr/>
            <p:nvPr/>
          </p:nvSpPr>
          <p:spPr>
            <a:xfrm>
              <a:off x="9382590" y="2153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6" name="pt40856"/>
            <p:cNvSpPr/>
            <p:nvPr/>
          </p:nvSpPr>
          <p:spPr>
            <a:xfrm>
              <a:off x="9241172" y="1871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7" name="pt40857"/>
            <p:cNvSpPr/>
            <p:nvPr/>
          </p:nvSpPr>
          <p:spPr>
            <a:xfrm>
              <a:off x="9211498" y="2155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8" name="pt40858"/>
            <p:cNvSpPr/>
            <p:nvPr/>
          </p:nvSpPr>
          <p:spPr>
            <a:xfrm>
              <a:off x="8770040" y="2234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9" name="pt40859"/>
            <p:cNvSpPr/>
            <p:nvPr/>
          </p:nvSpPr>
          <p:spPr>
            <a:xfrm>
              <a:off x="8677986" y="2427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0" name="pt40860"/>
            <p:cNvSpPr/>
            <p:nvPr/>
          </p:nvSpPr>
          <p:spPr>
            <a:xfrm>
              <a:off x="9577860" y="2675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1" name="pt40861"/>
            <p:cNvSpPr/>
            <p:nvPr/>
          </p:nvSpPr>
          <p:spPr>
            <a:xfrm>
              <a:off x="9144612" y="2014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2" name="pt40862"/>
            <p:cNvSpPr/>
            <p:nvPr/>
          </p:nvSpPr>
          <p:spPr>
            <a:xfrm>
              <a:off x="9162993" y="2122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3" name="pt40863"/>
            <p:cNvSpPr/>
            <p:nvPr/>
          </p:nvSpPr>
          <p:spPr>
            <a:xfrm>
              <a:off x="9050561" y="1872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4" name="pt40864"/>
            <p:cNvSpPr/>
            <p:nvPr/>
          </p:nvSpPr>
          <p:spPr>
            <a:xfrm>
              <a:off x="8717243" y="239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5" name="pt40865"/>
            <p:cNvSpPr/>
            <p:nvPr/>
          </p:nvSpPr>
          <p:spPr>
            <a:xfrm>
              <a:off x="8776438" y="2085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6" name="pt40866"/>
            <p:cNvSpPr/>
            <p:nvPr/>
          </p:nvSpPr>
          <p:spPr>
            <a:xfrm>
              <a:off x="9051878" y="1822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7" name="pt40867"/>
            <p:cNvSpPr/>
            <p:nvPr/>
          </p:nvSpPr>
          <p:spPr>
            <a:xfrm>
              <a:off x="9003873" y="2007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8" name="pt40868"/>
            <p:cNvSpPr/>
            <p:nvPr/>
          </p:nvSpPr>
          <p:spPr>
            <a:xfrm>
              <a:off x="8977900" y="2287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9" name="pt40869"/>
            <p:cNvSpPr/>
            <p:nvPr/>
          </p:nvSpPr>
          <p:spPr>
            <a:xfrm>
              <a:off x="8927288" y="197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0" name="pt40870"/>
            <p:cNvSpPr/>
            <p:nvPr/>
          </p:nvSpPr>
          <p:spPr>
            <a:xfrm>
              <a:off x="9265000" y="2064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1" name="pt40871"/>
            <p:cNvSpPr/>
            <p:nvPr/>
          </p:nvSpPr>
          <p:spPr>
            <a:xfrm>
              <a:off x="9564416" y="2225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2" name="pt40872"/>
            <p:cNvSpPr/>
            <p:nvPr/>
          </p:nvSpPr>
          <p:spPr>
            <a:xfrm>
              <a:off x="9767243" y="2393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3" name="pt40873"/>
            <p:cNvSpPr/>
            <p:nvPr/>
          </p:nvSpPr>
          <p:spPr>
            <a:xfrm>
              <a:off x="9135874" y="1968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4" name="pt40874"/>
            <p:cNvSpPr/>
            <p:nvPr/>
          </p:nvSpPr>
          <p:spPr>
            <a:xfrm>
              <a:off x="8627374" y="2232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5" name="pt40875"/>
            <p:cNvSpPr/>
            <p:nvPr/>
          </p:nvSpPr>
          <p:spPr>
            <a:xfrm>
              <a:off x="9064541" y="1722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6" name="pt40876"/>
            <p:cNvSpPr/>
            <p:nvPr/>
          </p:nvSpPr>
          <p:spPr>
            <a:xfrm>
              <a:off x="9312057" y="1928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7" name="pt40877"/>
            <p:cNvSpPr/>
            <p:nvPr/>
          </p:nvSpPr>
          <p:spPr>
            <a:xfrm>
              <a:off x="8874891" y="1969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8" name="pt40878"/>
            <p:cNvSpPr/>
            <p:nvPr/>
          </p:nvSpPr>
          <p:spPr>
            <a:xfrm>
              <a:off x="8383485" y="2482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9" name="pt40879"/>
            <p:cNvSpPr/>
            <p:nvPr/>
          </p:nvSpPr>
          <p:spPr>
            <a:xfrm>
              <a:off x="8782612" y="2305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0" name="pt40880"/>
            <p:cNvSpPr/>
            <p:nvPr/>
          </p:nvSpPr>
          <p:spPr>
            <a:xfrm>
              <a:off x="9144612" y="2027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1" name="pt40881"/>
            <p:cNvSpPr/>
            <p:nvPr/>
          </p:nvSpPr>
          <p:spPr>
            <a:xfrm>
              <a:off x="9155869" y="2072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2" name="pt40882"/>
            <p:cNvSpPr/>
            <p:nvPr/>
          </p:nvSpPr>
          <p:spPr>
            <a:xfrm>
              <a:off x="9065758" y="2031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3" name="pt40883"/>
            <p:cNvSpPr/>
            <p:nvPr/>
          </p:nvSpPr>
          <p:spPr>
            <a:xfrm>
              <a:off x="9346461" y="222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4" name="pt40884"/>
            <p:cNvSpPr/>
            <p:nvPr/>
          </p:nvSpPr>
          <p:spPr>
            <a:xfrm>
              <a:off x="8825472" y="2047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5" name="pt40885"/>
            <p:cNvSpPr/>
            <p:nvPr/>
          </p:nvSpPr>
          <p:spPr>
            <a:xfrm>
              <a:off x="9282831" y="2095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6" name="pt40886"/>
            <p:cNvSpPr/>
            <p:nvPr/>
          </p:nvSpPr>
          <p:spPr>
            <a:xfrm>
              <a:off x="8874891" y="1978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7" name="pt40887"/>
            <p:cNvSpPr/>
            <p:nvPr/>
          </p:nvSpPr>
          <p:spPr>
            <a:xfrm>
              <a:off x="8770040" y="2069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8" name="pt40888"/>
            <p:cNvSpPr/>
            <p:nvPr/>
          </p:nvSpPr>
          <p:spPr>
            <a:xfrm>
              <a:off x="9230563" y="1755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9" name="pt40889"/>
            <p:cNvSpPr/>
            <p:nvPr/>
          </p:nvSpPr>
          <p:spPr>
            <a:xfrm>
              <a:off x="8867559" y="2035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0" name="pt40890"/>
            <p:cNvSpPr/>
            <p:nvPr/>
          </p:nvSpPr>
          <p:spPr>
            <a:xfrm>
              <a:off x="8975889" y="2230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1" name="pt40891"/>
            <p:cNvSpPr/>
            <p:nvPr/>
          </p:nvSpPr>
          <p:spPr>
            <a:xfrm>
              <a:off x="9106706" y="204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2" name="pt40892"/>
            <p:cNvSpPr/>
            <p:nvPr/>
          </p:nvSpPr>
          <p:spPr>
            <a:xfrm>
              <a:off x="9065758" y="2070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3" name="pt40893"/>
            <p:cNvSpPr/>
            <p:nvPr/>
          </p:nvSpPr>
          <p:spPr>
            <a:xfrm>
              <a:off x="8717243" y="2313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4" name="pt40894"/>
            <p:cNvSpPr/>
            <p:nvPr/>
          </p:nvSpPr>
          <p:spPr>
            <a:xfrm>
              <a:off x="9045188" y="1857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5" name="pt40895"/>
            <p:cNvSpPr/>
            <p:nvPr/>
          </p:nvSpPr>
          <p:spPr>
            <a:xfrm>
              <a:off x="8383485" y="2566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6" name="pt40896"/>
            <p:cNvSpPr/>
            <p:nvPr/>
          </p:nvSpPr>
          <p:spPr>
            <a:xfrm>
              <a:off x="8770040" y="2168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7" name="pt40897"/>
            <p:cNvSpPr/>
            <p:nvPr/>
          </p:nvSpPr>
          <p:spPr>
            <a:xfrm>
              <a:off x="9435343" y="1754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8" name="pt40898"/>
            <p:cNvSpPr/>
            <p:nvPr/>
          </p:nvSpPr>
          <p:spPr>
            <a:xfrm>
              <a:off x="9117880" y="2075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9" name="pt40899"/>
            <p:cNvSpPr/>
            <p:nvPr/>
          </p:nvSpPr>
          <p:spPr>
            <a:xfrm>
              <a:off x="8654494" y="245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0" name="pt40900"/>
            <p:cNvSpPr/>
            <p:nvPr/>
          </p:nvSpPr>
          <p:spPr>
            <a:xfrm>
              <a:off x="8725827" y="2101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1" name="pt40901"/>
            <p:cNvSpPr/>
            <p:nvPr/>
          </p:nvSpPr>
          <p:spPr>
            <a:xfrm>
              <a:off x="9415399" y="2157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2" name="pt40902"/>
            <p:cNvSpPr/>
            <p:nvPr/>
          </p:nvSpPr>
          <p:spPr>
            <a:xfrm>
              <a:off x="9312057" y="2095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3" name="pt40903"/>
            <p:cNvSpPr/>
            <p:nvPr/>
          </p:nvSpPr>
          <p:spPr>
            <a:xfrm>
              <a:off x="8434097" y="2211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4" name="pt40904"/>
            <p:cNvSpPr/>
            <p:nvPr/>
          </p:nvSpPr>
          <p:spPr>
            <a:xfrm>
              <a:off x="8965476" y="2051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5" name="pt40905"/>
            <p:cNvSpPr/>
            <p:nvPr/>
          </p:nvSpPr>
          <p:spPr>
            <a:xfrm>
              <a:off x="9055774" y="1836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6" name="pt40906"/>
            <p:cNvSpPr/>
            <p:nvPr/>
          </p:nvSpPr>
          <p:spPr>
            <a:xfrm>
              <a:off x="8383485" y="2455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7" name="pt40907"/>
            <p:cNvSpPr/>
            <p:nvPr/>
          </p:nvSpPr>
          <p:spPr>
            <a:xfrm>
              <a:off x="8434097" y="2293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8" name="pt40908"/>
            <p:cNvSpPr/>
            <p:nvPr/>
          </p:nvSpPr>
          <p:spPr>
            <a:xfrm>
              <a:off x="8741831" y="2365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9" name="pt40909"/>
            <p:cNvSpPr/>
            <p:nvPr/>
          </p:nvSpPr>
          <p:spPr>
            <a:xfrm>
              <a:off x="9312057" y="1872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0" name="pt40910"/>
            <p:cNvSpPr/>
            <p:nvPr/>
          </p:nvSpPr>
          <p:spPr>
            <a:xfrm>
              <a:off x="8688651" y="2386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1" name="pt40911"/>
            <p:cNvSpPr/>
            <p:nvPr/>
          </p:nvSpPr>
          <p:spPr>
            <a:xfrm>
              <a:off x="8312152" y="2395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2" name="pt40912"/>
            <p:cNvSpPr/>
            <p:nvPr/>
          </p:nvSpPr>
          <p:spPr>
            <a:xfrm>
              <a:off x="9051878" y="1610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3" name="pt40913"/>
            <p:cNvSpPr/>
            <p:nvPr/>
          </p:nvSpPr>
          <p:spPr>
            <a:xfrm>
              <a:off x="8741831" y="2151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4" name="pt40914"/>
            <p:cNvSpPr/>
            <p:nvPr/>
          </p:nvSpPr>
          <p:spPr>
            <a:xfrm>
              <a:off x="9432499" y="2036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5" name="pt40915"/>
            <p:cNvSpPr/>
            <p:nvPr/>
          </p:nvSpPr>
          <p:spPr>
            <a:xfrm>
              <a:off x="9502520" y="2434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6" name="pt40916"/>
            <p:cNvSpPr/>
            <p:nvPr/>
          </p:nvSpPr>
          <p:spPr>
            <a:xfrm>
              <a:off x="9021891" y="165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7" name="pt40917"/>
            <p:cNvSpPr/>
            <p:nvPr/>
          </p:nvSpPr>
          <p:spPr>
            <a:xfrm>
              <a:off x="8383485" y="2300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8" name="pt40918"/>
            <p:cNvSpPr/>
            <p:nvPr/>
          </p:nvSpPr>
          <p:spPr>
            <a:xfrm>
              <a:off x="8677986" y="2332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9" name="pt40919"/>
            <p:cNvSpPr/>
            <p:nvPr/>
          </p:nvSpPr>
          <p:spPr>
            <a:xfrm>
              <a:off x="9078622" y="1979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0" name="pt40920"/>
            <p:cNvSpPr/>
            <p:nvPr/>
          </p:nvSpPr>
          <p:spPr>
            <a:xfrm>
              <a:off x="8612066" y="2396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1" name="pt40921"/>
            <p:cNvSpPr/>
            <p:nvPr/>
          </p:nvSpPr>
          <p:spPr>
            <a:xfrm>
              <a:off x="9254530" y="2123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2" name="pt40922"/>
            <p:cNvSpPr/>
            <p:nvPr/>
          </p:nvSpPr>
          <p:spPr>
            <a:xfrm>
              <a:off x="9254944" y="2165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3" name="pt40923"/>
            <p:cNvSpPr/>
            <p:nvPr/>
          </p:nvSpPr>
          <p:spPr>
            <a:xfrm>
              <a:off x="8961132" y="2098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4" name="pt40924"/>
            <p:cNvSpPr/>
            <p:nvPr/>
          </p:nvSpPr>
          <p:spPr>
            <a:xfrm>
              <a:off x="9653069" y="239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5" name="pt40925"/>
            <p:cNvSpPr/>
            <p:nvPr/>
          </p:nvSpPr>
          <p:spPr>
            <a:xfrm>
              <a:off x="8937640" y="1873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6" name="pt40926"/>
            <p:cNvSpPr/>
            <p:nvPr/>
          </p:nvSpPr>
          <p:spPr>
            <a:xfrm>
              <a:off x="9427293" y="1951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7" name="pt40927"/>
            <p:cNvSpPr/>
            <p:nvPr/>
          </p:nvSpPr>
          <p:spPr>
            <a:xfrm>
              <a:off x="8434097" y="2389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8" name="pt40928"/>
            <p:cNvSpPr/>
            <p:nvPr/>
          </p:nvSpPr>
          <p:spPr>
            <a:xfrm>
              <a:off x="8595298" y="220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9" name="pt40929"/>
            <p:cNvSpPr/>
            <p:nvPr/>
          </p:nvSpPr>
          <p:spPr>
            <a:xfrm>
              <a:off x="9311758" y="1917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0" name="pt40930"/>
            <p:cNvSpPr/>
            <p:nvPr/>
          </p:nvSpPr>
          <p:spPr>
            <a:xfrm>
              <a:off x="9700990" y="1719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1" name="pt40931"/>
            <p:cNvSpPr/>
            <p:nvPr/>
          </p:nvSpPr>
          <p:spPr>
            <a:xfrm>
              <a:off x="8473354" y="2479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2" name="pt40932"/>
            <p:cNvSpPr/>
            <p:nvPr/>
          </p:nvSpPr>
          <p:spPr>
            <a:xfrm>
              <a:off x="8312152" y="2364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3" name="pt40933"/>
            <p:cNvSpPr/>
            <p:nvPr/>
          </p:nvSpPr>
          <p:spPr>
            <a:xfrm>
              <a:off x="8688651" y="2529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4" name="pt40934"/>
            <p:cNvSpPr/>
            <p:nvPr/>
          </p:nvSpPr>
          <p:spPr>
            <a:xfrm>
              <a:off x="9106706" y="1938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5" name="pt40935"/>
            <p:cNvSpPr/>
            <p:nvPr/>
          </p:nvSpPr>
          <p:spPr>
            <a:xfrm>
              <a:off x="9767198" y="2475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6" name="pt40936"/>
            <p:cNvSpPr/>
            <p:nvPr/>
          </p:nvSpPr>
          <p:spPr>
            <a:xfrm>
              <a:off x="9206663" y="202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7" name="pt40937"/>
            <p:cNvSpPr/>
            <p:nvPr/>
          </p:nvSpPr>
          <p:spPr>
            <a:xfrm>
              <a:off x="8312152" y="2524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8" name="pt40938"/>
            <p:cNvSpPr/>
            <p:nvPr/>
          </p:nvSpPr>
          <p:spPr>
            <a:xfrm>
              <a:off x="9653069" y="2606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9" name="pt40939"/>
            <p:cNvSpPr/>
            <p:nvPr/>
          </p:nvSpPr>
          <p:spPr>
            <a:xfrm>
              <a:off x="8916289" y="2114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0" name="pt40940"/>
            <p:cNvSpPr/>
            <p:nvPr/>
          </p:nvSpPr>
          <p:spPr>
            <a:xfrm>
              <a:off x="9688802" y="2156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1" name="pt40941"/>
            <p:cNvSpPr/>
            <p:nvPr/>
          </p:nvSpPr>
          <p:spPr>
            <a:xfrm>
              <a:off x="8312152" y="2429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2" name="pt40942"/>
            <p:cNvSpPr/>
            <p:nvPr/>
          </p:nvSpPr>
          <p:spPr>
            <a:xfrm>
              <a:off x="8505430" y="252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3" name="pt40943"/>
            <p:cNvSpPr/>
            <p:nvPr/>
          </p:nvSpPr>
          <p:spPr>
            <a:xfrm>
              <a:off x="9119675" y="2029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4" name="pt40944"/>
            <p:cNvSpPr/>
            <p:nvPr/>
          </p:nvSpPr>
          <p:spPr>
            <a:xfrm>
              <a:off x="9051878" y="1840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5" name="pt40945"/>
            <p:cNvSpPr/>
            <p:nvPr/>
          </p:nvSpPr>
          <p:spPr>
            <a:xfrm>
              <a:off x="9396086" y="2133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6" name="pt40946"/>
            <p:cNvSpPr/>
            <p:nvPr/>
          </p:nvSpPr>
          <p:spPr>
            <a:xfrm>
              <a:off x="9107665" y="1935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7" name="pt40947"/>
            <p:cNvSpPr/>
            <p:nvPr/>
          </p:nvSpPr>
          <p:spPr>
            <a:xfrm>
              <a:off x="9377920" y="2086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8" name="pt40948"/>
            <p:cNvSpPr/>
            <p:nvPr/>
          </p:nvSpPr>
          <p:spPr>
            <a:xfrm>
              <a:off x="9303159" y="1979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9" name="pt40949"/>
            <p:cNvSpPr/>
            <p:nvPr/>
          </p:nvSpPr>
          <p:spPr>
            <a:xfrm>
              <a:off x="9350114" y="2090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0" name="pt40950"/>
            <p:cNvSpPr/>
            <p:nvPr/>
          </p:nvSpPr>
          <p:spPr>
            <a:xfrm>
              <a:off x="8810596" y="2177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1" name="pt40951"/>
            <p:cNvSpPr/>
            <p:nvPr/>
          </p:nvSpPr>
          <p:spPr>
            <a:xfrm>
              <a:off x="8863776" y="1939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2" name="pt40952"/>
            <p:cNvSpPr/>
            <p:nvPr/>
          </p:nvSpPr>
          <p:spPr>
            <a:xfrm>
              <a:off x="9282477" y="2133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3" name="pt40953"/>
            <p:cNvSpPr/>
            <p:nvPr/>
          </p:nvSpPr>
          <p:spPr>
            <a:xfrm>
              <a:off x="8913428" y="2268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4" name="pt40954"/>
            <p:cNvSpPr/>
            <p:nvPr/>
          </p:nvSpPr>
          <p:spPr>
            <a:xfrm>
              <a:off x="8825472" y="2029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5" name="pt40955"/>
            <p:cNvSpPr/>
            <p:nvPr/>
          </p:nvSpPr>
          <p:spPr>
            <a:xfrm>
              <a:off x="9448910" y="2204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6" name="pt40956"/>
            <p:cNvSpPr/>
            <p:nvPr/>
          </p:nvSpPr>
          <p:spPr>
            <a:xfrm>
              <a:off x="9190113" y="1973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7" name="pt40957"/>
            <p:cNvSpPr/>
            <p:nvPr/>
          </p:nvSpPr>
          <p:spPr>
            <a:xfrm>
              <a:off x="9094774" y="1881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8" name="pt40958"/>
            <p:cNvSpPr/>
            <p:nvPr/>
          </p:nvSpPr>
          <p:spPr>
            <a:xfrm>
              <a:off x="8383485" y="2466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9" name="pt40959"/>
            <p:cNvSpPr/>
            <p:nvPr/>
          </p:nvSpPr>
          <p:spPr>
            <a:xfrm>
              <a:off x="9301896" y="1763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0" name="pt40960"/>
            <p:cNvSpPr/>
            <p:nvPr/>
          </p:nvSpPr>
          <p:spPr>
            <a:xfrm>
              <a:off x="8874891" y="1954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1" name="pt40961"/>
            <p:cNvSpPr/>
            <p:nvPr/>
          </p:nvSpPr>
          <p:spPr>
            <a:xfrm>
              <a:off x="9726386" y="2176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2" name="pt40962"/>
            <p:cNvSpPr/>
            <p:nvPr/>
          </p:nvSpPr>
          <p:spPr>
            <a:xfrm>
              <a:off x="9064541" y="1763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3" name="pt40963"/>
            <p:cNvSpPr/>
            <p:nvPr/>
          </p:nvSpPr>
          <p:spPr>
            <a:xfrm>
              <a:off x="9635986" y="2463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4" name="pt40964"/>
            <p:cNvSpPr/>
            <p:nvPr/>
          </p:nvSpPr>
          <p:spPr>
            <a:xfrm>
              <a:off x="8708219" y="2323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5" name="pt40965"/>
            <p:cNvSpPr/>
            <p:nvPr/>
          </p:nvSpPr>
          <p:spPr>
            <a:xfrm>
              <a:off x="8595298" y="2213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6" name="pt40966"/>
            <p:cNvSpPr/>
            <p:nvPr/>
          </p:nvSpPr>
          <p:spPr>
            <a:xfrm>
              <a:off x="9130917" y="2077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7" name="pt40967"/>
            <p:cNvSpPr/>
            <p:nvPr/>
          </p:nvSpPr>
          <p:spPr>
            <a:xfrm>
              <a:off x="9494750" y="2401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8" name="pt40968"/>
            <p:cNvSpPr/>
            <p:nvPr/>
          </p:nvSpPr>
          <p:spPr>
            <a:xfrm>
              <a:off x="9028011" y="1757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9" name="pt40969"/>
            <p:cNvSpPr/>
            <p:nvPr/>
          </p:nvSpPr>
          <p:spPr>
            <a:xfrm>
              <a:off x="8473354" y="2240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0" name="pt40970"/>
            <p:cNvSpPr/>
            <p:nvPr/>
          </p:nvSpPr>
          <p:spPr>
            <a:xfrm>
              <a:off x="8901496" y="1799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1" name="pt40971"/>
            <p:cNvSpPr/>
            <p:nvPr/>
          </p:nvSpPr>
          <p:spPr>
            <a:xfrm>
              <a:off x="8839187" y="2130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2" name="pt40972"/>
            <p:cNvSpPr/>
            <p:nvPr/>
          </p:nvSpPr>
          <p:spPr>
            <a:xfrm>
              <a:off x="8505430" y="2545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3" name="pt40973"/>
            <p:cNvSpPr/>
            <p:nvPr/>
          </p:nvSpPr>
          <p:spPr>
            <a:xfrm>
              <a:off x="8810596" y="2192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4" name="pt40974"/>
            <p:cNvSpPr/>
            <p:nvPr/>
          </p:nvSpPr>
          <p:spPr>
            <a:xfrm>
              <a:off x="8805344" y="2086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5" name="pt40975"/>
            <p:cNvSpPr/>
            <p:nvPr/>
          </p:nvSpPr>
          <p:spPr>
            <a:xfrm>
              <a:off x="9652594" y="2282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6" name="pt40976"/>
            <p:cNvSpPr/>
            <p:nvPr/>
          </p:nvSpPr>
          <p:spPr>
            <a:xfrm>
              <a:off x="9663884" y="2522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7" name="pt40977"/>
            <p:cNvSpPr/>
            <p:nvPr/>
          </p:nvSpPr>
          <p:spPr>
            <a:xfrm>
              <a:off x="8505430" y="2347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8" name="pt40978"/>
            <p:cNvSpPr/>
            <p:nvPr/>
          </p:nvSpPr>
          <p:spPr>
            <a:xfrm>
              <a:off x="8881929" y="2318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9" name="pt40979"/>
            <p:cNvSpPr/>
            <p:nvPr/>
          </p:nvSpPr>
          <p:spPr>
            <a:xfrm>
              <a:off x="9064541" y="1751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0" name="pt40980"/>
            <p:cNvSpPr/>
            <p:nvPr/>
          </p:nvSpPr>
          <p:spPr>
            <a:xfrm>
              <a:off x="8898383" y="2150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1" name="pt40981"/>
            <p:cNvSpPr/>
            <p:nvPr/>
          </p:nvSpPr>
          <p:spPr>
            <a:xfrm>
              <a:off x="9714526" y="1638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2" name="pt40982"/>
            <p:cNvSpPr/>
            <p:nvPr/>
          </p:nvSpPr>
          <p:spPr>
            <a:xfrm>
              <a:off x="9431288" y="1959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3" name="pt40983"/>
            <p:cNvSpPr/>
            <p:nvPr/>
          </p:nvSpPr>
          <p:spPr>
            <a:xfrm>
              <a:off x="8843532" y="2110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4" name="pt40984"/>
            <p:cNvSpPr/>
            <p:nvPr/>
          </p:nvSpPr>
          <p:spPr>
            <a:xfrm>
              <a:off x="9408619" y="2063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5" name="pt40985"/>
            <p:cNvSpPr/>
            <p:nvPr/>
          </p:nvSpPr>
          <p:spPr>
            <a:xfrm>
              <a:off x="8473354" y="2303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6" name="pt40986"/>
            <p:cNvSpPr/>
            <p:nvPr/>
          </p:nvSpPr>
          <p:spPr>
            <a:xfrm>
              <a:off x="8383485" y="2430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7" name="pt40987"/>
            <p:cNvSpPr/>
            <p:nvPr/>
          </p:nvSpPr>
          <p:spPr>
            <a:xfrm>
              <a:off x="8901496" y="1770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8" name="pt40988"/>
            <p:cNvSpPr/>
            <p:nvPr/>
          </p:nvSpPr>
          <p:spPr>
            <a:xfrm>
              <a:off x="8859909" y="2044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9" name="pt40989"/>
            <p:cNvSpPr/>
            <p:nvPr/>
          </p:nvSpPr>
          <p:spPr>
            <a:xfrm>
              <a:off x="9511026" y="2317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0" name="pt40990"/>
            <p:cNvSpPr/>
            <p:nvPr/>
          </p:nvSpPr>
          <p:spPr>
            <a:xfrm>
              <a:off x="9218764" y="1856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1" name="pt40991"/>
            <p:cNvSpPr/>
            <p:nvPr/>
          </p:nvSpPr>
          <p:spPr>
            <a:xfrm>
              <a:off x="8741831" y="1966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2" name="pt40992"/>
            <p:cNvSpPr/>
            <p:nvPr/>
          </p:nvSpPr>
          <p:spPr>
            <a:xfrm>
              <a:off x="8473354" y="2199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3" name="pt40993"/>
            <p:cNvSpPr/>
            <p:nvPr/>
          </p:nvSpPr>
          <p:spPr>
            <a:xfrm>
              <a:off x="9130078" y="2190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4" name="pt40994"/>
            <p:cNvSpPr/>
            <p:nvPr/>
          </p:nvSpPr>
          <p:spPr>
            <a:xfrm>
              <a:off x="8434097" y="2447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5" name="pt40995"/>
            <p:cNvSpPr/>
            <p:nvPr/>
          </p:nvSpPr>
          <p:spPr>
            <a:xfrm>
              <a:off x="8907564" y="1872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6" name="pt40996"/>
            <p:cNvSpPr/>
            <p:nvPr/>
          </p:nvSpPr>
          <p:spPr>
            <a:xfrm>
              <a:off x="9021891" y="1784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7" name="pt40997"/>
            <p:cNvSpPr/>
            <p:nvPr/>
          </p:nvSpPr>
          <p:spPr>
            <a:xfrm>
              <a:off x="8794345" y="2206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8" name="pt40998"/>
            <p:cNvSpPr/>
            <p:nvPr/>
          </p:nvSpPr>
          <p:spPr>
            <a:xfrm>
              <a:off x="9347687" y="2191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9" name="pt40999"/>
            <p:cNvSpPr/>
            <p:nvPr/>
          </p:nvSpPr>
          <p:spPr>
            <a:xfrm>
              <a:off x="9171842" y="2126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0" name="pt41000"/>
            <p:cNvSpPr/>
            <p:nvPr/>
          </p:nvSpPr>
          <p:spPr>
            <a:xfrm>
              <a:off x="9116975" y="179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1" name="pt41001"/>
            <p:cNvSpPr/>
            <p:nvPr/>
          </p:nvSpPr>
          <p:spPr>
            <a:xfrm>
              <a:off x="8312152" y="2535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2" name="pt41002"/>
            <p:cNvSpPr/>
            <p:nvPr/>
          </p:nvSpPr>
          <p:spPr>
            <a:xfrm>
              <a:off x="9087421" y="1805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3" name="pt41003"/>
            <p:cNvSpPr/>
            <p:nvPr/>
          </p:nvSpPr>
          <p:spPr>
            <a:xfrm>
              <a:off x="8805344" y="2238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4" name="pt41004"/>
            <p:cNvSpPr/>
            <p:nvPr/>
          </p:nvSpPr>
          <p:spPr>
            <a:xfrm>
              <a:off x="9408964" y="2095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5" name="pt41005"/>
            <p:cNvSpPr/>
            <p:nvPr/>
          </p:nvSpPr>
          <p:spPr>
            <a:xfrm>
              <a:off x="8505430" y="2279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6" name="pt41006"/>
            <p:cNvSpPr/>
            <p:nvPr/>
          </p:nvSpPr>
          <p:spPr>
            <a:xfrm>
              <a:off x="9652594" y="224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7" name="pt41007"/>
            <p:cNvSpPr/>
            <p:nvPr/>
          </p:nvSpPr>
          <p:spPr>
            <a:xfrm>
              <a:off x="8434097" y="2520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8" name="pt41008"/>
            <p:cNvSpPr/>
            <p:nvPr/>
          </p:nvSpPr>
          <p:spPr>
            <a:xfrm>
              <a:off x="9130917" y="2090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9" name="pt41009"/>
            <p:cNvSpPr/>
            <p:nvPr/>
          </p:nvSpPr>
          <p:spPr>
            <a:xfrm>
              <a:off x="8627374" y="2343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0" name="pt41010"/>
            <p:cNvSpPr/>
            <p:nvPr/>
          </p:nvSpPr>
          <p:spPr>
            <a:xfrm>
              <a:off x="8996835" y="1998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1" name="pt41011"/>
            <p:cNvSpPr/>
            <p:nvPr/>
          </p:nvSpPr>
          <p:spPr>
            <a:xfrm>
              <a:off x="8666631" y="2351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2" name="pt41012"/>
            <p:cNvSpPr/>
            <p:nvPr/>
          </p:nvSpPr>
          <p:spPr>
            <a:xfrm>
              <a:off x="9178998" y="1969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3" name="pt41013"/>
            <p:cNvSpPr/>
            <p:nvPr/>
          </p:nvSpPr>
          <p:spPr>
            <a:xfrm>
              <a:off x="8956678" y="1878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4" name="pt41014"/>
            <p:cNvSpPr/>
            <p:nvPr/>
          </p:nvSpPr>
          <p:spPr>
            <a:xfrm>
              <a:off x="8312152" y="2533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5" name="pt41015"/>
            <p:cNvSpPr/>
            <p:nvPr/>
          </p:nvSpPr>
          <p:spPr>
            <a:xfrm>
              <a:off x="8688651" y="2333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6" name="pt41016"/>
            <p:cNvSpPr/>
            <p:nvPr/>
          </p:nvSpPr>
          <p:spPr>
            <a:xfrm>
              <a:off x="8770040" y="211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7" name="pt41017"/>
            <p:cNvSpPr/>
            <p:nvPr/>
          </p:nvSpPr>
          <p:spPr>
            <a:xfrm>
              <a:off x="8383485" y="2463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8" name="pt41018"/>
            <p:cNvSpPr/>
            <p:nvPr/>
          </p:nvSpPr>
          <p:spPr>
            <a:xfrm>
              <a:off x="8383485" y="2165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9" name="pt41019"/>
            <p:cNvSpPr/>
            <p:nvPr/>
          </p:nvSpPr>
          <p:spPr>
            <a:xfrm>
              <a:off x="9574258" y="2366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0" name="pt41020"/>
            <p:cNvSpPr/>
            <p:nvPr/>
          </p:nvSpPr>
          <p:spPr>
            <a:xfrm>
              <a:off x="9097834" y="200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1" name="pt41021"/>
            <p:cNvSpPr/>
            <p:nvPr/>
          </p:nvSpPr>
          <p:spPr>
            <a:xfrm>
              <a:off x="8677986" y="2234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2" name="pt41022"/>
            <p:cNvSpPr/>
            <p:nvPr/>
          </p:nvSpPr>
          <p:spPr>
            <a:xfrm>
              <a:off x="8383485" y="2241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3" name="pt41023"/>
            <p:cNvSpPr/>
            <p:nvPr/>
          </p:nvSpPr>
          <p:spPr>
            <a:xfrm>
              <a:off x="8383485" y="225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4" name="pt41024"/>
            <p:cNvSpPr/>
            <p:nvPr/>
          </p:nvSpPr>
          <p:spPr>
            <a:xfrm>
              <a:off x="9069361" y="2229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5" name="pt41025"/>
            <p:cNvSpPr/>
            <p:nvPr/>
          </p:nvSpPr>
          <p:spPr>
            <a:xfrm>
              <a:off x="8383485" y="2247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6" name="pt41026"/>
            <p:cNvSpPr/>
            <p:nvPr/>
          </p:nvSpPr>
          <p:spPr>
            <a:xfrm>
              <a:off x="8612066" y="229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7" name="pt41027"/>
            <p:cNvSpPr/>
            <p:nvPr/>
          </p:nvSpPr>
          <p:spPr>
            <a:xfrm>
              <a:off x="8855955" y="2028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8" name="pt41028"/>
            <p:cNvSpPr/>
            <p:nvPr/>
          </p:nvSpPr>
          <p:spPr>
            <a:xfrm>
              <a:off x="9024978" y="2110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9" name="pt41029"/>
            <p:cNvSpPr/>
            <p:nvPr/>
          </p:nvSpPr>
          <p:spPr>
            <a:xfrm>
              <a:off x="8847771" y="2032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0" name="pt41030"/>
            <p:cNvSpPr/>
            <p:nvPr/>
          </p:nvSpPr>
          <p:spPr>
            <a:xfrm>
              <a:off x="9435194" y="2000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1" name="pt41031"/>
            <p:cNvSpPr/>
            <p:nvPr/>
          </p:nvSpPr>
          <p:spPr>
            <a:xfrm>
              <a:off x="9024978" y="1904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2" name="pt41032"/>
            <p:cNvSpPr/>
            <p:nvPr/>
          </p:nvSpPr>
          <p:spPr>
            <a:xfrm>
              <a:off x="8916289" y="2085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3" name="pt41033"/>
            <p:cNvSpPr/>
            <p:nvPr/>
          </p:nvSpPr>
          <p:spPr>
            <a:xfrm>
              <a:off x="9310856" y="1894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4" name="pt41034"/>
            <p:cNvSpPr/>
            <p:nvPr/>
          </p:nvSpPr>
          <p:spPr>
            <a:xfrm>
              <a:off x="8505430" y="2495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5" name="pt41035"/>
            <p:cNvSpPr/>
            <p:nvPr/>
          </p:nvSpPr>
          <p:spPr>
            <a:xfrm>
              <a:off x="8688651" y="2494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6" name="pt41036"/>
            <p:cNvSpPr/>
            <p:nvPr/>
          </p:nvSpPr>
          <p:spPr>
            <a:xfrm>
              <a:off x="8595298" y="2282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7" name="pt41037"/>
            <p:cNvSpPr/>
            <p:nvPr/>
          </p:nvSpPr>
          <p:spPr>
            <a:xfrm>
              <a:off x="8763400" y="2326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8" name="pt41038"/>
            <p:cNvSpPr/>
            <p:nvPr/>
          </p:nvSpPr>
          <p:spPr>
            <a:xfrm>
              <a:off x="9049233" y="1876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9" name="pt41039"/>
            <p:cNvSpPr/>
            <p:nvPr/>
          </p:nvSpPr>
          <p:spPr>
            <a:xfrm>
              <a:off x="8641456" y="1989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0" name="pt41040"/>
            <p:cNvSpPr/>
            <p:nvPr/>
          </p:nvSpPr>
          <p:spPr>
            <a:xfrm>
              <a:off x="9573785" y="2386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1" name="pt41041"/>
            <p:cNvSpPr/>
            <p:nvPr/>
          </p:nvSpPr>
          <p:spPr>
            <a:xfrm>
              <a:off x="8641456" y="2071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2" name="pt41042"/>
            <p:cNvSpPr/>
            <p:nvPr/>
          </p:nvSpPr>
          <p:spPr>
            <a:xfrm>
              <a:off x="9347687" y="2183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3" name="pt41043"/>
            <p:cNvSpPr/>
            <p:nvPr/>
          </p:nvSpPr>
          <p:spPr>
            <a:xfrm>
              <a:off x="9408964" y="2175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4" name="pt41044"/>
            <p:cNvSpPr/>
            <p:nvPr/>
          </p:nvSpPr>
          <p:spPr>
            <a:xfrm>
              <a:off x="8847771" y="2063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5" name="pt41045"/>
            <p:cNvSpPr/>
            <p:nvPr/>
          </p:nvSpPr>
          <p:spPr>
            <a:xfrm>
              <a:off x="9282477" y="215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6" name="pt41046"/>
            <p:cNvSpPr/>
            <p:nvPr/>
          </p:nvSpPr>
          <p:spPr>
            <a:xfrm>
              <a:off x="9008973" y="1884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7" name="pt41047"/>
            <p:cNvSpPr/>
            <p:nvPr/>
          </p:nvSpPr>
          <p:spPr>
            <a:xfrm>
              <a:off x="8677986" y="231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8" name="pt41048"/>
            <p:cNvSpPr/>
            <p:nvPr/>
          </p:nvSpPr>
          <p:spPr>
            <a:xfrm>
              <a:off x="8627374" y="2357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9" name="pt41049"/>
            <p:cNvSpPr/>
            <p:nvPr/>
          </p:nvSpPr>
          <p:spPr>
            <a:xfrm>
              <a:off x="8312152" y="2662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0" name="pt41050"/>
            <p:cNvSpPr/>
            <p:nvPr/>
          </p:nvSpPr>
          <p:spPr>
            <a:xfrm>
              <a:off x="9647779" y="2058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1" name="pt41051"/>
            <p:cNvSpPr/>
            <p:nvPr/>
          </p:nvSpPr>
          <p:spPr>
            <a:xfrm>
              <a:off x="8505430" y="2519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2" name="pt41052"/>
            <p:cNvSpPr/>
            <p:nvPr/>
          </p:nvSpPr>
          <p:spPr>
            <a:xfrm>
              <a:off x="9382590" y="2053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3" name="pt41053"/>
            <p:cNvSpPr/>
            <p:nvPr/>
          </p:nvSpPr>
          <p:spPr>
            <a:xfrm>
              <a:off x="9107665" y="1913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4" name="pt41054"/>
            <p:cNvSpPr/>
            <p:nvPr/>
          </p:nvSpPr>
          <p:spPr>
            <a:xfrm>
              <a:off x="8641456" y="1980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5" name="pt41055"/>
            <p:cNvSpPr/>
            <p:nvPr/>
          </p:nvSpPr>
          <p:spPr>
            <a:xfrm>
              <a:off x="9450688" y="1951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6" name="pt41056"/>
            <p:cNvSpPr/>
            <p:nvPr/>
          </p:nvSpPr>
          <p:spPr>
            <a:xfrm>
              <a:off x="8763400" y="2255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7" name="pt41057"/>
            <p:cNvSpPr/>
            <p:nvPr/>
          </p:nvSpPr>
          <p:spPr>
            <a:xfrm>
              <a:off x="8677986" y="2001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8" name="pt41058"/>
            <p:cNvSpPr/>
            <p:nvPr/>
          </p:nvSpPr>
          <p:spPr>
            <a:xfrm>
              <a:off x="9435343" y="205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9" name="pt41059"/>
            <p:cNvSpPr/>
            <p:nvPr/>
          </p:nvSpPr>
          <p:spPr>
            <a:xfrm>
              <a:off x="8956678" y="1870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0" name="pt41060"/>
            <p:cNvSpPr/>
            <p:nvPr/>
          </p:nvSpPr>
          <p:spPr>
            <a:xfrm>
              <a:off x="8810596" y="2187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1" name="pt41061"/>
            <p:cNvSpPr/>
            <p:nvPr/>
          </p:nvSpPr>
          <p:spPr>
            <a:xfrm>
              <a:off x="8717243" y="2291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2" name="pt41062"/>
            <p:cNvSpPr/>
            <p:nvPr/>
          </p:nvSpPr>
          <p:spPr>
            <a:xfrm>
              <a:off x="8312152" y="2422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3" name="pt41063"/>
            <p:cNvSpPr/>
            <p:nvPr/>
          </p:nvSpPr>
          <p:spPr>
            <a:xfrm>
              <a:off x="8888696" y="2208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4" name="pt41064"/>
            <p:cNvSpPr/>
            <p:nvPr/>
          </p:nvSpPr>
          <p:spPr>
            <a:xfrm>
              <a:off x="8932540" y="2091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5" name="pt41065"/>
            <p:cNvSpPr/>
            <p:nvPr/>
          </p:nvSpPr>
          <p:spPr>
            <a:xfrm>
              <a:off x="8473354" y="2415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6" name="pt41066"/>
            <p:cNvSpPr/>
            <p:nvPr/>
          </p:nvSpPr>
          <p:spPr>
            <a:xfrm>
              <a:off x="8641456" y="2034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7" name="pt41067"/>
            <p:cNvSpPr/>
            <p:nvPr/>
          </p:nvSpPr>
          <p:spPr>
            <a:xfrm>
              <a:off x="8749319" y="2150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8" name="pt41068"/>
            <p:cNvSpPr/>
            <p:nvPr/>
          </p:nvSpPr>
          <p:spPr>
            <a:xfrm>
              <a:off x="9143835" y="2154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9" name="pt41069"/>
            <p:cNvSpPr/>
            <p:nvPr/>
          </p:nvSpPr>
          <p:spPr>
            <a:xfrm>
              <a:off x="8935109" y="2096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0" name="pt41070"/>
            <p:cNvSpPr/>
            <p:nvPr/>
          </p:nvSpPr>
          <p:spPr>
            <a:xfrm>
              <a:off x="9573244" y="2287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1" name="pt41071"/>
            <p:cNvSpPr/>
            <p:nvPr/>
          </p:nvSpPr>
          <p:spPr>
            <a:xfrm>
              <a:off x="8874891" y="2065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2" name="pt41072"/>
            <p:cNvSpPr/>
            <p:nvPr/>
          </p:nvSpPr>
          <p:spPr>
            <a:xfrm>
              <a:off x="9230563" y="1831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3" name="pt41073"/>
            <p:cNvSpPr/>
            <p:nvPr/>
          </p:nvSpPr>
          <p:spPr>
            <a:xfrm>
              <a:off x="8810596" y="1997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4" name="pt41074"/>
            <p:cNvSpPr/>
            <p:nvPr/>
          </p:nvSpPr>
          <p:spPr>
            <a:xfrm>
              <a:off x="9351314" y="2178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5" name="pt41075"/>
            <p:cNvSpPr/>
            <p:nvPr/>
          </p:nvSpPr>
          <p:spPr>
            <a:xfrm>
              <a:off x="9097834" y="2062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6" name="pt41076"/>
            <p:cNvSpPr/>
            <p:nvPr/>
          </p:nvSpPr>
          <p:spPr>
            <a:xfrm>
              <a:off x="8688651" y="2417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7" name="pt41077"/>
            <p:cNvSpPr/>
            <p:nvPr/>
          </p:nvSpPr>
          <p:spPr>
            <a:xfrm>
              <a:off x="9124084" y="1985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8" name="pt41078"/>
            <p:cNvSpPr/>
            <p:nvPr/>
          </p:nvSpPr>
          <p:spPr>
            <a:xfrm>
              <a:off x="8473354" y="2199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9" name="pt41079"/>
            <p:cNvSpPr/>
            <p:nvPr/>
          </p:nvSpPr>
          <p:spPr>
            <a:xfrm>
              <a:off x="8776438" y="1998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0" name="pt41080"/>
            <p:cNvSpPr/>
            <p:nvPr/>
          </p:nvSpPr>
          <p:spPr>
            <a:xfrm>
              <a:off x="8935109" y="2147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1" name="pt41081"/>
            <p:cNvSpPr/>
            <p:nvPr/>
          </p:nvSpPr>
          <p:spPr>
            <a:xfrm>
              <a:off x="9207749" y="2012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2" name="pt41082"/>
            <p:cNvSpPr/>
            <p:nvPr/>
          </p:nvSpPr>
          <p:spPr>
            <a:xfrm>
              <a:off x="9065758" y="1979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3" name="pt41083"/>
            <p:cNvSpPr/>
            <p:nvPr/>
          </p:nvSpPr>
          <p:spPr>
            <a:xfrm>
              <a:off x="8734011" y="2092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4" name="pt41084"/>
            <p:cNvSpPr/>
            <p:nvPr/>
          </p:nvSpPr>
          <p:spPr>
            <a:xfrm>
              <a:off x="9139900" y="2124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5" name="pt41085"/>
            <p:cNvSpPr/>
            <p:nvPr/>
          </p:nvSpPr>
          <p:spPr>
            <a:xfrm>
              <a:off x="8717243" y="2375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6" name="pt41086"/>
            <p:cNvSpPr/>
            <p:nvPr/>
          </p:nvSpPr>
          <p:spPr>
            <a:xfrm>
              <a:off x="8904556" y="2076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7" name="pt41087"/>
            <p:cNvSpPr/>
            <p:nvPr/>
          </p:nvSpPr>
          <p:spPr>
            <a:xfrm>
              <a:off x="8788576" y="2248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8" name="pt41088"/>
            <p:cNvSpPr/>
            <p:nvPr/>
          </p:nvSpPr>
          <p:spPr>
            <a:xfrm>
              <a:off x="8904556" y="2108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9" name="pt41089"/>
            <p:cNvSpPr/>
            <p:nvPr/>
          </p:nvSpPr>
          <p:spPr>
            <a:xfrm>
              <a:off x="8434097" y="2291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0" name="pt41090"/>
            <p:cNvSpPr/>
            <p:nvPr/>
          </p:nvSpPr>
          <p:spPr>
            <a:xfrm>
              <a:off x="9546496" y="1830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1" name="pt41091"/>
            <p:cNvSpPr/>
            <p:nvPr/>
          </p:nvSpPr>
          <p:spPr>
            <a:xfrm>
              <a:off x="8473354" y="2446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2" name="pt41092"/>
            <p:cNvSpPr/>
            <p:nvPr/>
          </p:nvSpPr>
          <p:spPr>
            <a:xfrm>
              <a:off x="9289758" y="1729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3" name="pt41093"/>
            <p:cNvSpPr/>
            <p:nvPr/>
          </p:nvSpPr>
          <p:spPr>
            <a:xfrm>
              <a:off x="8995031" y="213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4" name="pt41094"/>
            <p:cNvSpPr/>
            <p:nvPr/>
          </p:nvSpPr>
          <p:spPr>
            <a:xfrm>
              <a:off x="8595298" y="2178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5" name="pt41095"/>
            <p:cNvSpPr/>
            <p:nvPr/>
          </p:nvSpPr>
          <p:spPr>
            <a:xfrm>
              <a:off x="9130917" y="2101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6" name="pt41096"/>
            <p:cNvSpPr/>
            <p:nvPr/>
          </p:nvSpPr>
          <p:spPr>
            <a:xfrm>
              <a:off x="8383485" y="2363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7" name="pt41097"/>
            <p:cNvSpPr/>
            <p:nvPr/>
          </p:nvSpPr>
          <p:spPr>
            <a:xfrm>
              <a:off x="9230563" y="1827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8" name="pt41098"/>
            <p:cNvSpPr/>
            <p:nvPr/>
          </p:nvSpPr>
          <p:spPr>
            <a:xfrm>
              <a:off x="8505430" y="2451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9" name="pt41099"/>
            <p:cNvSpPr/>
            <p:nvPr/>
          </p:nvSpPr>
          <p:spPr>
            <a:xfrm>
              <a:off x="8756500" y="2022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0" name="pt41100"/>
            <p:cNvSpPr/>
            <p:nvPr/>
          </p:nvSpPr>
          <p:spPr>
            <a:xfrm>
              <a:off x="9881517" y="2498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1" name="pt41101"/>
            <p:cNvSpPr/>
            <p:nvPr/>
          </p:nvSpPr>
          <p:spPr>
            <a:xfrm>
              <a:off x="8612066" y="1978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2" name="pt41102"/>
            <p:cNvSpPr/>
            <p:nvPr/>
          </p:nvSpPr>
          <p:spPr>
            <a:xfrm>
              <a:off x="9078622" y="1819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3" name="pt41103"/>
            <p:cNvSpPr/>
            <p:nvPr/>
          </p:nvSpPr>
          <p:spPr>
            <a:xfrm>
              <a:off x="9452717" y="1922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4" name="pt41104"/>
            <p:cNvSpPr/>
            <p:nvPr/>
          </p:nvSpPr>
          <p:spPr>
            <a:xfrm>
              <a:off x="9057053" y="1875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5" name="pt41105"/>
            <p:cNvSpPr/>
            <p:nvPr/>
          </p:nvSpPr>
          <p:spPr>
            <a:xfrm>
              <a:off x="8576763" y="2331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6" name="pt41106"/>
            <p:cNvSpPr/>
            <p:nvPr/>
          </p:nvSpPr>
          <p:spPr>
            <a:xfrm>
              <a:off x="8921875" y="1965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7" name="pt41107"/>
            <p:cNvSpPr/>
            <p:nvPr/>
          </p:nvSpPr>
          <p:spPr>
            <a:xfrm>
              <a:off x="8847771" y="2194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8" name="pt41108"/>
            <p:cNvSpPr/>
            <p:nvPr/>
          </p:nvSpPr>
          <p:spPr>
            <a:xfrm>
              <a:off x="8505430" y="2370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9" name="pt41109"/>
            <p:cNvSpPr/>
            <p:nvPr/>
          </p:nvSpPr>
          <p:spPr>
            <a:xfrm>
              <a:off x="8717243" y="2023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0" name="pt41110"/>
            <p:cNvSpPr/>
            <p:nvPr/>
          </p:nvSpPr>
          <p:spPr>
            <a:xfrm>
              <a:off x="9384781" y="2124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1" name="pt41111"/>
            <p:cNvSpPr/>
            <p:nvPr/>
          </p:nvSpPr>
          <p:spPr>
            <a:xfrm>
              <a:off x="9325863" y="215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2" name="pt41112"/>
            <p:cNvSpPr/>
            <p:nvPr/>
          </p:nvSpPr>
          <p:spPr>
            <a:xfrm>
              <a:off x="9785747" y="2636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3" name="pt41113"/>
            <p:cNvSpPr/>
            <p:nvPr/>
          </p:nvSpPr>
          <p:spPr>
            <a:xfrm>
              <a:off x="8913428" y="2138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4" name="pt41114"/>
            <p:cNvSpPr/>
            <p:nvPr/>
          </p:nvSpPr>
          <p:spPr>
            <a:xfrm>
              <a:off x="8847771" y="2059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5" name="pt41115"/>
            <p:cNvSpPr/>
            <p:nvPr/>
          </p:nvSpPr>
          <p:spPr>
            <a:xfrm>
              <a:off x="9117880" y="2161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6" name="pt41116"/>
            <p:cNvSpPr/>
            <p:nvPr/>
          </p:nvSpPr>
          <p:spPr>
            <a:xfrm>
              <a:off x="8749319" y="2016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7" name="pt41117"/>
            <p:cNvSpPr/>
            <p:nvPr/>
          </p:nvSpPr>
          <p:spPr>
            <a:xfrm>
              <a:off x="9168491" y="2098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8" name="pt41118"/>
            <p:cNvSpPr/>
            <p:nvPr/>
          </p:nvSpPr>
          <p:spPr>
            <a:xfrm>
              <a:off x="8505430" y="2350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9" name="pt41119"/>
            <p:cNvSpPr/>
            <p:nvPr/>
          </p:nvSpPr>
          <p:spPr>
            <a:xfrm>
              <a:off x="9221288" y="1837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0" name="pt41120"/>
            <p:cNvSpPr/>
            <p:nvPr/>
          </p:nvSpPr>
          <p:spPr>
            <a:xfrm>
              <a:off x="8434097" y="2282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1" name="pt41121"/>
            <p:cNvSpPr/>
            <p:nvPr/>
          </p:nvSpPr>
          <p:spPr>
            <a:xfrm>
              <a:off x="9647779" y="2111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2" name="pt41122"/>
            <p:cNvSpPr/>
            <p:nvPr/>
          </p:nvSpPr>
          <p:spPr>
            <a:xfrm>
              <a:off x="9253280" y="2103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3" name="pt41123"/>
            <p:cNvSpPr/>
            <p:nvPr/>
          </p:nvSpPr>
          <p:spPr>
            <a:xfrm>
              <a:off x="9551860" y="1629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4" name="pt41124"/>
            <p:cNvSpPr/>
            <p:nvPr/>
          </p:nvSpPr>
          <p:spPr>
            <a:xfrm>
              <a:off x="8825472" y="1990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5" name="pt41125"/>
            <p:cNvSpPr/>
            <p:nvPr/>
          </p:nvSpPr>
          <p:spPr>
            <a:xfrm>
              <a:off x="9143835" y="1974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6" name="pt41126"/>
            <p:cNvSpPr/>
            <p:nvPr/>
          </p:nvSpPr>
          <p:spPr>
            <a:xfrm>
              <a:off x="9146922" y="2044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7" name="pt41127"/>
            <p:cNvSpPr/>
            <p:nvPr/>
          </p:nvSpPr>
          <p:spPr>
            <a:xfrm>
              <a:off x="8810596" y="2260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8" name="pt41128"/>
            <p:cNvSpPr/>
            <p:nvPr/>
          </p:nvSpPr>
          <p:spPr>
            <a:xfrm>
              <a:off x="8981853" y="2261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9" name="pt41129"/>
            <p:cNvSpPr/>
            <p:nvPr/>
          </p:nvSpPr>
          <p:spPr>
            <a:xfrm>
              <a:off x="8805344" y="2010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0" name="pt41130"/>
            <p:cNvSpPr/>
            <p:nvPr/>
          </p:nvSpPr>
          <p:spPr>
            <a:xfrm>
              <a:off x="8677986" y="2384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1" name="pt41131"/>
            <p:cNvSpPr/>
            <p:nvPr/>
          </p:nvSpPr>
          <p:spPr>
            <a:xfrm>
              <a:off x="9452717" y="2037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2" name="pt41132"/>
            <p:cNvSpPr/>
            <p:nvPr/>
          </p:nvSpPr>
          <p:spPr>
            <a:xfrm>
              <a:off x="9440320" y="191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3" name="pt41133"/>
            <p:cNvSpPr/>
            <p:nvPr/>
          </p:nvSpPr>
          <p:spPr>
            <a:xfrm>
              <a:off x="8734011" y="2239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4" name="pt41134"/>
            <p:cNvSpPr/>
            <p:nvPr/>
          </p:nvSpPr>
          <p:spPr>
            <a:xfrm>
              <a:off x="8734011" y="2360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5" name="pt41135"/>
            <p:cNvSpPr/>
            <p:nvPr/>
          </p:nvSpPr>
          <p:spPr>
            <a:xfrm>
              <a:off x="9299019" y="1937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6" name="pt41136"/>
            <p:cNvSpPr/>
            <p:nvPr/>
          </p:nvSpPr>
          <p:spPr>
            <a:xfrm>
              <a:off x="8383485" y="2379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7" name="pt41137"/>
            <p:cNvSpPr/>
            <p:nvPr/>
          </p:nvSpPr>
          <p:spPr>
            <a:xfrm>
              <a:off x="8505430" y="2327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8" name="pt41138"/>
            <p:cNvSpPr/>
            <p:nvPr/>
          </p:nvSpPr>
          <p:spPr>
            <a:xfrm>
              <a:off x="8654494" y="2444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9" name="pt41139"/>
            <p:cNvSpPr/>
            <p:nvPr/>
          </p:nvSpPr>
          <p:spPr>
            <a:xfrm>
              <a:off x="8888696" y="2222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0" name="pt41140"/>
            <p:cNvSpPr/>
            <p:nvPr/>
          </p:nvSpPr>
          <p:spPr>
            <a:xfrm>
              <a:off x="9509182" y="2586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1" name="pt41141"/>
            <p:cNvSpPr/>
            <p:nvPr/>
          </p:nvSpPr>
          <p:spPr>
            <a:xfrm>
              <a:off x="8954408" y="1898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2" name="pt41142"/>
            <p:cNvSpPr/>
            <p:nvPr/>
          </p:nvSpPr>
          <p:spPr>
            <a:xfrm>
              <a:off x="8688651" y="2364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3" name="pt41143"/>
            <p:cNvSpPr/>
            <p:nvPr/>
          </p:nvSpPr>
          <p:spPr>
            <a:xfrm>
              <a:off x="8505430" y="2492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4" name="pt41144"/>
            <p:cNvSpPr/>
            <p:nvPr/>
          </p:nvSpPr>
          <p:spPr>
            <a:xfrm>
              <a:off x="9047895" y="1992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5" name="pt41145"/>
            <p:cNvSpPr/>
            <p:nvPr/>
          </p:nvSpPr>
          <p:spPr>
            <a:xfrm>
              <a:off x="9024978" y="1909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6" name="pt41146"/>
            <p:cNvSpPr/>
            <p:nvPr/>
          </p:nvSpPr>
          <p:spPr>
            <a:xfrm>
              <a:off x="8383485" y="2064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7" name="pt41147"/>
            <p:cNvSpPr/>
            <p:nvPr/>
          </p:nvSpPr>
          <p:spPr>
            <a:xfrm>
              <a:off x="8434097" y="2386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8" name="pt41148"/>
            <p:cNvSpPr/>
            <p:nvPr/>
          </p:nvSpPr>
          <p:spPr>
            <a:xfrm>
              <a:off x="8935109" y="2134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9" name="pt41149"/>
            <p:cNvSpPr/>
            <p:nvPr/>
          </p:nvSpPr>
          <p:spPr>
            <a:xfrm>
              <a:off x="8859909" y="1996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0" name="pt41150"/>
            <p:cNvSpPr/>
            <p:nvPr/>
          </p:nvSpPr>
          <p:spPr>
            <a:xfrm>
              <a:off x="9340963" y="2059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1" name="pt41151"/>
            <p:cNvSpPr/>
            <p:nvPr/>
          </p:nvSpPr>
          <p:spPr>
            <a:xfrm>
              <a:off x="8717243" y="2199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2" name="pt41152"/>
            <p:cNvSpPr/>
            <p:nvPr/>
          </p:nvSpPr>
          <p:spPr>
            <a:xfrm>
              <a:off x="8776438" y="2095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3" name="pt41153"/>
            <p:cNvSpPr/>
            <p:nvPr/>
          </p:nvSpPr>
          <p:spPr>
            <a:xfrm>
              <a:off x="8312152" y="2338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4" name="pt41154"/>
            <p:cNvSpPr/>
            <p:nvPr/>
          </p:nvSpPr>
          <p:spPr>
            <a:xfrm>
              <a:off x="8815695" y="1978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5" name="pt41155"/>
            <p:cNvSpPr/>
            <p:nvPr/>
          </p:nvSpPr>
          <p:spPr>
            <a:xfrm>
              <a:off x="8595298" y="2250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6" name="pt41156"/>
            <p:cNvSpPr/>
            <p:nvPr/>
          </p:nvSpPr>
          <p:spPr>
            <a:xfrm>
              <a:off x="9381988" y="2124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7" name="pt41157"/>
            <p:cNvSpPr/>
            <p:nvPr/>
          </p:nvSpPr>
          <p:spPr>
            <a:xfrm>
              <a:off x="9209365" y="2137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8" name="pt41158"/>
            <p:cNvSpPr/>
            <p:nvPr/>
          </p:nvSpPr>
          <p:spPr>
            <a:xfrm>
              <a:off x="8977900" y="2329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9" name="pt41159"/>
            <p:cNvSpPr/>
            <p:nvPr/>
          </p:nvSpPr>
          <p:spPr>
            <a:xfrm>
              <a:off x="9155869" y="2000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0" name="pt41160"/>
            <p:cNvSpPr/>
            <p:nvPr/>
          </p:nvSpPr>
          <p:spPr>
            <a:xfrm>
              <a:off x="9377920" y="2022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1" name="pt41161"/>
            <p:cNvSpPr/>
            <p:nvPr/>
          </p:nvSpPr>
          <p:spPr>
            <a:xfrm>
              <a:off x="8473354" y="2321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2" name="pt41162"/>
            <p:cNvSpPr/>
            <p:nvPr/>
          </p:nvSpPr>
          <p:spPr>
            <a:xfrm>
              <a:off x="8641456" y="2233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3" name="pt41163"/>
            <p:cNvSpPr/>
            <p:nvPr/>
          </p:nvSpPr>
          <p:spPr>
            <a:xfrm>
              <a:off x="9378331" y="1994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4" name="pt41164"/>
            <p:cNvSpPr/>
            <p:nvPr/>
          </p:nvSpPr>
          <p:spPr>
            <a:xfrm>
              <a:off x="8473354" y="2123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5" name="pt41165"/>
            <p:cNvSpPr/>
            <p:nvPr/>
          </p:nvSpPr>
          <p:spPr>
            <a:xfrm>
              <a:off x="9408964" y="2206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6" name="pt41166"/>
            <p:cNvSpPr/>
            <p:nvPr/>
          </p:nvSpPr>
          <p:spPr>
            <a:xfrm>
              <a:off x="9087421" y="1825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7" name="pt41167"/>
            <p:cNvSpPr/>
            <p:nvPr/>
          </p:nvSpPr>
          <p:spPr>
            <a:xfrm>
              <a:off x="9265000" y="1912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8" name="pt41168"/>
            <p:cNvSpPr/>
            <p:nvPr/>
          </p:nvSpPr>
          <p:spPr>
            <a:xfrm>
              <a:off x="8383485" y="2453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9" name="pt41169"/>
            <p:cNvSpPr/>
            <p:nvPr/>
          </p:nvSpPr>
          <p:spPr>
            <a:xfrm>
              <a:off x="9494750" y="2567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0" name="pt41170"/>
            <p:cNvSpPr/>
            <p:nvPr/>
          </p:nvSpPr>
          <p:spPr>
            <a:xfrm>
              <a:off x="8473354" y="2264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1" name="pt41171"/>
            <p:cNvSpPr/>
            <p:nvPr/>
          </p:nvSpPr>
          <p:spPr>
            <a:xfrm>
              <a:off x="9130917" y="1956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2" name="pt41172"/>
            <p:cNvSpPr/>
            <p:nvPr/>
          </p:nvSpPr>
          <p:spPr>
            <a:xfrm>
              <a:off x="8847771" y="2062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3" name="pt41173"/>
            <p:cNvSpPr/>
            <p:nvPr/>
          </p:nvSpPr>
          <p:spPr>
            <a:xfrm>
              <a:off x="8473354" y="2155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4" name="pt41174"/>
            <p:cNvSpPr/>
            <p:nvPr/>
          </p:nvSpPr>
          <p:spPr>
            <a:xfrm>
              <a:off x="9509182" y="2605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5" name="pt41175"/>
            <p:cNvSpPr/>
            <p:nvPr/>
          </p:nvSpPr>
          <p:spPr>
            <a:xfrm>
              <a:off x="8312152" y="2374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6" name="pt41176"/>
            <p:cNvSpPr/>
            <p:nvPr/>
          </p:nvSpPr>
          <p:spPr>
            <a:xfrm>
              <a:off x="8666631" y="2533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7" name="pt41177"/>
            <p:cNvSpPr/>
            <p:nvPr/>
          </p:nvSpPr>
          <p:spPr>
            <a:xfrm>
              <a:off x="9440320" y="1827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8" name="pt41178"/>
            <p:cNvSpPr/>
            <p:nvPr/>
          </p:nvSpPr>
          <p:spPr>
            <a:xfrm>
              <a:off x="8556041" y="2399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9" name="pt41179"/>
            <p:cNvSpPr/>
            <p:nvPr/>
          </p:nvSpPr>
          <p:spPr>
            <a:xfrm>
              <a:off x="8505430" y="2445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0" name="pt41180"/>
            <p:cNvSpPr/>
            <p:nvPr/>
          </p:nvSpPr>
          <p:spPr>
            <a:xfrm>
              <a:off x="8788576" y="2229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1" name="pt41181"/>
            <p:cNvSpPr/>
            <p:nvPr/>
          </p:nvSpPr>
          <p:spPr>
            <a:xfrm>
              <a:off x="8312152" y="2346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2" name="pt41182"/>
            <p:cNvSpPr/>
            <p:nvPr/>
          </p:nvSpPr>
          <p:spPr>
            <a:xfrm>
              <a:off x="8954408" y="1908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3" name="pt41183"/>
            <p:cNvSpPr/>
            <p:nvPr/>
          </p:nvSpPr>
          <p:spPr>
            <a:xfrm>
              <a:off x="8677986" y="2365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4" name="pt41184"/>
            <p:cNvSpPr/>
            <p:nvPr/>
          </p:nvSpPr>
          <p:spPr>
            <a:xfrm>
              <a:off x="9060837" y="1777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5" name="pt41185"/>
            <p:cNvSpPr/>
            <p:nvPr/>
          </p:nvSpPr>
          <p:spPr>
            <a:xfrm>
              <a:off x="9250331" y="2313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6" name="pt41186"/>
            <p:cNvSpPr/>
            <p:nvPr/>
          </p:nvSpPr>
          <p:spPr>
            <a:xfrm>
              <a:off x="9028011" y="1703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7" name="pt41187"/>
            <p:cNvSpPr/>
            <p:nvPr/>
          </p:nvSpPr>
          <p:spPr>
            <a:xfrm>
              <a:off x="8556041" y="248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8" name="pt41188"/>
            <p:cNvSpPr/>
            <p:nvPr/>
          </p:nvSpPr>
          <p:spPr>
            <a:xfrm>
              <a:off x="9607397" y="2298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9" name="pt41189"/>
            <p:cNvSpPr/>
            <p:nvPr/>
          </p:nvSpPr>
          <p:spPr>
            <a:xfrm>
              <a:off x="8799930" y="2220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0" name="pt41190"/>
            <p:cNvSpPr/>
            <p:nvPr/>
          </p:nvSpPr>
          <p:spPr>
            <a:xfrm>
              <a:off x="8749319" y="2135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1" name="pt41191"/>
            <p:cNvSpPr/>
            <p:nvPr/>
          </p:nvSpPr>
          <p:spPr>
            <a:xfrm>
              <a:off x="8987622" y="2287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2" name="pt41192"/>
            <p:cNvSpPr/>
            <p:nvPr/>
          </p:nvSpPr>
          <p:spPr>
            <a:xfrm>
              <a:off x="9162993" y="2157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3" name="pt41193"/>
            <p:cNvSpPr/>
            <p:nvPr/>
          </p:nvSpPr>
          <p:spPr>
            <a:xfrm>
              <a:off x="8977900" y="2355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4" name="pt41194"/>
            <p:cNvSpPr/>
            <p:nvPr/>
          </p:nvSpPr>
          <p:spPr>
            <a:xfrm>
              <a:off x="9573785" y="2502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5" name="pt41195"/>
            <p:cNvSpPr/>
            <p:nvPr/>
          </p:nvSpPr>
          <p:spPr>
            <a:xfrm>
              <a:off x="9547911" y="1694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6" name="pt41196"/>
            <p:cNvSpPr/>
            <p:nvPr/>
          </p:nvSpPr>
          <p:spPr>
            <a:xfrm>
              <a:off x="8688651" y="2352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7" name="pt41197"/>
            <p:cNvSpPr/>
            <p:nvPr/>
          </p:nvSpPr>
          <p:spPr>
            <a:xfrm>
              <a:off x="8312152" y="2451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8" name="pt41198"/>
            <p:cNvSpPr/>
            <p:nvPr/>
          </p:nvSpPr>
          <p:spPr>
            <a:xfrm>
              <a:off x="9241172" y="1974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9" name="pt41199"/>
            <p:cNvSpPr/>
            <p:nvPr/>
          </p:nvSpPr>
          <p:spPr>
            <a:xfrm>
              <a:off x="8859909" y="2023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0" name="pt41200"/>
            <p:cNvSpPr/>
            <p:nvPr/>
          </p:nvSpPr>
          <p:spPr>
            <a:xfrm>
              <a:off x="9130917" y="2066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1" name="pt41201"/>
            <p:cNvSpPr/>
            <p:nvPr/>
          </p:nvSpPr>
          <p:spPr>
            <a:xfrm>
              <a:off x="9135874" y="2067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2" name="pt41202"/>
            <p:cNvSpPr/>
            <p:nvPr/>
          </p:nvSpPr>
          <p:spPr>
            <a:xfrm>
              <a:off x="9097834" y="1987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3" name="pt41203"/>
            <p:cNvSpPr/>
            <p:nvPr/>
          </p:nvSpPr>
          <p:spPr>
            <a:xfrm>
              <a:off x="9328879" y="2145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4" name="pt41204"/>
            <p:cNvSpPr/>
            <p:nvPr/>
          </p:nvSpPr>
          <p:spPr>
            <a:xfrm>
              <a:off x="9065758" y="2191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5" name="pt41205"/>
            <p:cNvSpPr/>
            <p:nvPr/>
          </p:nvSpPr>
          <p:spPr>
            <a:xfrm>
              <a:off x="8434097" y="2488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6" name="pt41206"/>
            <p:cNvSpPr/>
            <p:nvPr/>
          </p:nvSpPr>
          <p:spPr>
            <a:xfrm>
              <a:off x="8977900" y="2347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7" name="pt41207"/>
            <p:cNvSpPr/>
            <p:nvPr/>
          </p:nvSpPr>
          <p:spPr>
            <a:xfrm>
              <a:off x="8666631" y="2403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8" name="pt41208"/>
            <p:cNvSpPr/>
            <p:nvPr/>
          </p:nvSpPr>
          <p:spPr>
            <a:xfrm>
              <a:off x="8847771" y="2082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9" name="pt41209"/>
            <p:cNvSpPr/>
            <p:nvPr/>
          </p:nvSpPr>
          <p:spPr>
            <a:xfrm>
              <a:off x="8763400" y="2124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0" name="pt41210"/>
            <p:cNvSpPr/>
            <p:nvPr/>
          </p:nvSpPr>
          <p:spPr>
            <a:xfrm>
              <a:off x="8505430" y="2481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1" name="pt41211"/>
            <p:cNvSpPr/>
            <p:nvPr/>
          </p:nvSpPr>
          <p:spPr>
            <a:xfrm>
              <a:off x="9028011" y="1746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2" name="pt41212"/>
            <p:cNvSpPr/>
            <p:nvPr/>
          </p:nvSpPr>
          <p:spPr>
            <a:xfrm>
              <a:off x="8688651" y="2338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3" name="pt41213"/>
            <p:cNvSpPr/>
            <p:nvPr/>
          </p:nvSpPr>
          <p:spPr>
            <a:xfrm>
              <a:off x="9051878" y="1766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4" name="pt41214"/>
            <p:cNvSpPr/>
            <p:nvPr/>
          </p:nvSpPr>
          <p:spPr>
            <a:xfrm>
              <a:off x="8434097" y="247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5" name="pt41215"/>
            <p:cNvSpPr/>
            <p:nvPr/>
          </p:nvSpPr>
          <p:spPr>
            <a:xfrm>
              <a:off x="8708219" y="2314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6" name="pt41216"/>
            <p:cNvSpPr/>
            <p:nvPr/>
          </p:nvSpPr>
          <p:spPr>
            <a:xfrm>
              <a:off x="9332911" y="2180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7" name="pt41217"/>
            <p:cNvSpPr/>
            <p:nvPr/>
          </p:nvSpPr>
          <p:spPr>
            <a:xfrm>
              <a:off x="8434097" y="2471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8" name="pt41218"/>
            <p:cNvSpPr/>
            <p:nvPr/>
          </p:nvSpPr>
          <p:spPr>
            <a:xfrm>
              <a:off x="8434097" y="2443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9" name="pt41219"/>
            <p:cNvSpPr/>
            <p:nvPr/>
          </p:nvSpPr>
          <p:spPr>
            <a:xfrm>
              <a:off x="8473354" y="2562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0" name="pt41220"/>
            <p:cNvSpPr/>
            <p:nvPr/>
          </p:nvSpPr>
          <p:spPr>
            <a:xfrm>
              <a:off x="9135057" y="2044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1" name="pt41221"/>
            <p:cNvSpPr/>
            <p:nvPr/>
          </p:nvSpPr>
          <p:spPr>
            <a:xfrm>
              <a:off x="8734011" y="2214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2" name="pt41222"/>
            <p:cNvSpPr/>
            <p:nvPr/>
          </p:nvSpPr>
          <p:spPr>
            <a:xfrm>
              <a:off x="9265000" y="1938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3" name="pt41223"/>
            <p:cNvSpPr/>
            <p:nvPr/>
          </p:nvSpPr>
          <p:spPr>
            <a:xfrm>
              <a:off x="9208828" y="2081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4" name="pt41224"/>
            <p:cNvSpPr/>
            <p:nvPr/>
          </p:nvSpPr>
          <p:spPr>
            <a:xfrm>
              <a:off x="8810596" y="2197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5" name="pt41225"/>
            <p:cNvSpPr/>
            <p:nvPr/>
          </p:nvSpPr>
          <p:spPr>
            <a:xfrm>
              <a:off x="8532549" y="2326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6" name="pt41226"/>
            <p:cNvSpPr/>
            <p:nvPr/>
          </p:nvSpPr>
          <p:spPr>
            <a:xfrm>
              <a:off x="9070546" y="2234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7" name="pt41227"/>
            <p:cNvSpPr/>
            <p:nvPr/>
          </p:nvSpPr>
          <p:spPr>
            <a:xfrm>
              <a:off x="9069361" y="2129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8" name="pt41228"/>
            <p:cNvSpPr/>
            <p:nvPr/>
          </p:nvSpPr>
          <p:spPr>
            <a:xfrm>
              <a:off x="8641456" y="1948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9" name="pt41229"/>
            <p:cNvSpPr/>
            <p:nvPr/>
          </p:nvSpPr>
          <p:spPr>
            <a:xfrm>
              <a:off x="8688651" y="2492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0" name="pt41230"/>
            <p:cNvSpPr/>
            <p:nvPr/>
          </p:nvSpPr>
          <p:spPr>
            <a:xfrm>
              <a:off x="8505430" y="2361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1" name="pt41231"/>
            <p:cNvSpPr/>
            <p:nvPr/>
          </p:nvSpPr>
          <p:spPr>
            <a:xfrm>
              <a:off x="9143835" y="1981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2" name="pt41232"/>
            <p:cNvSpPr/>
            <p:nvPr/>
          </p:nvSpPr>
          <p:spPr>
            <a:xfrm>
              <a:off x="8505430" y="2607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3" name="pt41233"/>
            <p:cNvSpPr/>
            <p:nvPr/>
          </p:nvSpPr>
          <p:spPr>
            <a:xfrm>
              <a:off x="9502520" y="2357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4" name="pt41234"/>
            <p:cNvSpPr/>
            <p:nvPr/>
          </p:nvSpPr>
          <p:spPr>
            <a:xfrm>
              <a:off x="8312152" y="2622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5" name="pt41235"/>
            <p:cNvSpPr/>
            <p:nvPr/>
          </p:nvSpPr>
          <p:spPr>
            <a:xfrm>
              <a:off x="8847771" y="2044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6" name="pt41236"/>
            <p:cNvSpPr/>
            <p:nvPr/>
          </p:nvSpPr>
          <p:spPr>
            <a:xfrm>
              <a:off x="8473354" y="2273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7" name="pt41237"/>
            <p:cNvSpPr/>
            <p:nvPr/>
          </p:nvSpPr>
          <p:spPr>
            <a:xfrm>
              <a:off x="9573785" y="2401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8" name="pt41238"/>
            <p:cNvSpPr/>
            <p:nvPr/>
          </p:nvSpPr>
          <p:spPr>
            <a:xfrm>
              <a:off x="9244718" y="2121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9" name="pt41239"/>
            <p:cNvSpPr/>
            <p:nvPr/>
          </p:nvSpPr>
          <p:spPr>
            <a:xfrm>
              <a:off x="9091660" y="2027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0" name="pt41240"/>
            <p:cNvSpPr/>
            <p:nvPr/>
          </p:nvSpPr>
          <p:spPr>
            <a:xfrm>
              <a:off x="9653069" y="2515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1" name="pt41241"/>
            <p:cNvSpPr/>
            <p:nvPr/>
          </p:nvSpPr>
          <p:spPr>
            <a:xfrm>
              <a:off x="8505430" y="2398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2" name="pt41242"/>
            <p:cNvSpPr/>
            <p:nvPr/>
          </p:nvSpPr>
          <p:spPr>
            <a:xfrm>
              <a:off x="8505430" y="2251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3" name="pt41243"/>
            <p:cNvSpPr/>
            <p:nvPr/>
          </p:nvSpPr>
          <p:spPr>
            <a:xfrm>
              <a:off x="8782612" y="2179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4" name="pt41244"/>
            <p:cNvSpPr/>
            <p:nvPr/>
          </p:nvSpPr>
          <p:spPr>
            <a:xfrm>
              <a:off x="8576763" y="2391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5" name="pt41245"/>
            <p:cNvSpPr/>
            <p:nvPr/>
          </p:nvSpPr>
          <p:spPr>
            <a:xfrm>
              <a:off x="9106706" y="1948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6" name="pt41246"/>
            <p:cNvSpPr/>
            <p:nvPr/>
          </p:nvSpPr>
          <p:spPr>
            <a:xfrm>
              <a:off x="8576763" y="2355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7" name="pt41247"/>
            <p:cNvSpPr/>
            <p:nvPr/>
          </p:nvSpPr>
          <p:spPr>
            <a:xfrm>
              <a:off x="9714526" y="1699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8" name="pt41248"/>
            <p:cNvSpPr/>
            <p:nvPr/>
          </p:nvSpPr>
          <p:spPr>
            <a:xfrm>
              <a:off x="8312152" y="2337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9" name="pt41249"/>
            <p:cNvSpPr/>
            <p:nvPr/>
          </p:nvSpPr>
          <p:spPr>
            <a:xfrm>
              <a:off x="8505430" y="2336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0" name="pt41250"/>
            <p:cNvSpPr/>
            <p:nvPr/>
          </p:nvSpPr>
          <p:spPr>
            <a:xfrm>
              <a:off x="9062080" y="1805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1" name="pt41251"/>
            <p:cNvSpPr/>
            <p:nvPr/>
          </p:nvSpPr>
          <p:spPr>
            <a:xfrm>
              <a:off x="8434097" y="2414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2" name="pt41252"/>
            <p:cNvSpPr/>
            <p:nvPr/>
          </p:nvSpPr>
          <p:spPr>
            <a:xfrm>
              <a:off x="8595298" y="2300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3" name="pt41253"/>
            <p:cNvSpPr/>
            <p:nvPr/>
          </p:nvSpPr>
          <p:spPr>
            <a:xfrm>
              <a:off x="8734011" y="2037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4" name="pt41254"/>
            <p:cNvSpPr/>
            <p:nvPr/>
          </p:nvSpPr>
          <p:spPr>
            <a:xfrm>
              <a:off x="9070546" y="2191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5" name="pt41255"/>
            <p:cNvSpPr/>
            <p:nvPr/>
          </p:nvSpPr>
          <p:spPr>
            <a:xfrm>
              <a:off x="8947416" y="2009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6" name="pt41256"/>
            <p:cNvSpPr/>
            <p:nvPr/>
          </p:nvSpPr>
          <p:spPr>
            <a:xfrm>
              <a:off x="9292119" y="1831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7" name="pt41257"/>
            <p:cNvSpPr/>
            <p:nvPr/>
          </p:nvSpPr>
          <p:spPr>
            <a:xfrm>
              <a:off x="8763400" y="2127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8" name="pt41258"/>
            <p:cNvSpPr/>
            <p:nvPr/>
          </p:nvSpPr>
          <p:spPr>
            <a:xfrm>
              <a:off x="8654494" y="2490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9" name="pt41259"/>
            <p:cNvSpPr/>
            <p:nvPr/>
          </p:nvSpPr>
          <p:spPr>
            <a:xfrm>
              <a:off x="8847771" y="2139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0" name="pt41260"/>
            <p:cNvSpPr/>
            <p:nvPr/>
          </p:nvSpPr>
          <p:spPr>
            <a:xfrm>
              <a:off x="9075206" y="2356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1" name="pt41261"/>
            <p:cNvSpPr/>
            <p:nvPr/>
          </p:nvSpPr>
          <p:spPr>
            <a:xfrm>
              <a:off x="9072891" y="2236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2" name="pt41262"/>
            <p:cNvSpPr/>
            <p:nvPr/>
          </p:nvSpPr>
          <p:spPr>
            <a:xfrm>
              <a:off x="9143835" y="2078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3" name="pt41263"/>
            <p:cNvSpPr/>
            <p:nvPr/>
          </p:nvSpPr>
          <p:spPr>
            <a:xfrm>
              <a:off x="8556041" y="2445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4" name="pt41264"/>
            <p:cNvSpPr/>
            <p:nvPr/>
          </p:nvSpPr>
          <p:spPr>
            <a:xfrm>
              <a:off x="8641456" y="2181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5" name="pt41265"/>
            <p:cNvSpPr/>
            <p:nvPr/>
          </p:nvSpPr>
          <p:spPr>
            <a:xfrm>
              <a:off x="9217744" y="2107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6" name="pt41266"/>
            <p:cNvSpPr/>
            <p:nvPr/>
          </p:nvSpPr>
          <p:spPr>
            <a:xfrm>
              <a:off x="8977900" y="223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7" name="pt41267"/>
            <p:cNvSpPr/>
            <p:nvPr/>
          </p:nvSpPr>
          <p:spPr>
            <a:xfrm>
              <a:off x="8895213" y="2129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8" name="pt41268"/>
            <p:cNvSpPr/>
            <p:nvPr/>
          </p:nvSpPr>
          <p:spPr>
            <a:xfrm>
              <a:off x="8473354" y="2317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9" name="pt41269"/>
            <p:cNvSpPr/>
            <p:nvPr/>
          </p:nvSpPr>
          <p:spPr>
            <a:xfrm>
              <a:off x="8788576" y="2313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0" name="pt41270"/>
            <p:cNvSpPr/>
            <p:nvPr/>
          </p:nvSpPr>
          <p:spPr>
            <a:xfrm>
              <a:off x="8947416" y="201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1" name="pt41271"/>
            <p:cNvSpPr/>
            <p:nvPr/>
          </p:nvSpPr>
          <p:spPr>
            <a:xfrm>
              <a:off x="8954408" y="1825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2" name="pt41272"/>
            <p:cNvSpPr/>
            <p:nvPr/>
          </p:nvSpPr>
          <p:spPr>
            <a:xfrm>
              <a:off x="8312152" y="2510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3" name="pt41273"/>
            <p:cNvSpPr/>
            <p:nvPr/>
          </p:nvSpPr>
          <p:spPr>
            <a:xfrm>
              <a:off x="8473354" y="227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4" name="pt41274"/>
            <p:cNvSpPr/>
            <p:nvPr/>
          </p:nvSpPr>
          <p:spPr>
            <a:xfrm>
              <a:off x="9070546" y="2153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5" name="pt41275"/>
            <p:cNvSpPr/>
            <p:nvPr/>
          </p:nvSpPr>
          <p:spPr>
            <a:xfrm>
              <a:off x="9393280" y="2012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6" name="pt41276"/>
            <p:cNvSpPr/>
            <p:nvPr/>
          </p:nvSpPr>
          <p:spPr>
            <a:xfrm>
              <a:off x="8434097" y="2463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7" name="pt41277"/>
            <p:cNvSpPr/>
            <p:nvPr/>
          </p:nvSpPr>
          <p:spPr>
            <a:xfrm>
              <a:off x="9494750" y="224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8" name="pt41278"/>
            <p:cNvSpPr/>
            <p:nvPr/>
          </p:nvSpPr>
          <p:spPr>
            <a:xfrm>
              <a:off x="9054485" y="1642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9" name="pt41279"/>
            <p:cNvSpPr/>
            <p:nvPr/>
          </p:nvSpPr>
          <p:spPr>
            <a:xfrm>
              <a:off x="9086345" y="1825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0" name="pt41280"/>
            <p:cNvSpPr/>
            <p:nvPr/>
          </p:nvSpPr>
          <p:spPr>
            <a:xfrm>
              <a:off x="9092704" y="2024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1" name="pt41281"/>
            <p:cNvSpPr/>
            <p:nvPr/>
          </p:nvSpPr>
          <p:spPr>
            <a:xfrm>
              <a:off x="9130917" y="2056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2" name="pt41282"/>
            <p:cNvSpPr/>
            <p:nvPr/>
          </p:nvSpPr>
          <p:spPr>
            <a:xfrm>
              <a:off x="9329422" y="2149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3" name="pt41283"/>
            <p:cNvSpPr/>
            <p:nvPr/>
          </p:nvSpPr>
          <p:spPr>
            <a:xfrm>
              <a:off x="8770040" y="2188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4" name="pt41284"/>
            <p:cNvSpPr/>
            <p:nvPr/>
          </p:nvSpPr>
          <p:spPr>
            <a:xfrm>
              <a:off x="9240724" y="1882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5" name="pt41285"/>
            <p:cNvSpPr/>
            <p:nvPr/>
          </p:nvSpPr>
          <p:spPr>
            <a:xfrm>
              <a:off x="9047895" y="1759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6" name="pt41286"/>
            <p:cNvSpPr/>
            <p:nvPr/>
          </p:nvSpPr>
          <p:spPr>
            <a:xfrm>
              <a:off x="8312152" y="2549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7" name="pt41287"/>
            <p:cNvSpPr/>
            <p:nvPr/>
          </p:nvSpPr>
          <p:spPr>
            <a:xfrm>
              <a:off x="9094774" y="1835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8" name="pt41288"/>
            <p:cNvSpPr/>
            <p:nvPr/>
          </p:nvSpPr>
          <p:spPr>
            <a:xfrm>
              <a:off x="9344232" y="2191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9" name="pt41289"/>
            <p:cNvSpPr/>
            <p:nvPr/>
          </p:nvSpPr>
          <p:spPr>
            <a:xfrm>
              <a:off x="9313250" y="1826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0" name="pt41290"/>
            <p:cNvSpPr/>
            <p:nvPr/>
          </p:nvSpPr>
          <p:spPr>
            <a:xfrm>
              <a:off x="9144612" y="2094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1" name="pt41291"/>
            <p:cNvSpPr/>
            <p:nvPr/>
          </p:nvSpPr>
          <p:spPr>
            <a:xfrm>
              <a:off x="8805344" y="2180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2" name="pt41292"/>
            <p:cNvSpPr/>
            <p:nvPr/>
          </p:nvSpPr>
          <p:spPr>
            <a:xfrm>
              <a:off x="8965476" y="205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3" name="pt41293"/>
            <p:cNvSpPr/>
            <p:nvPr/>
          </p:nvSpPr>
          <p:spPr>
            <a:xfrm>
              <a:off x="8312152" y="2354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4" name="pt41294"/>
            <p:cNvSpPr/>
            <p:nvPr/>
          </p:nvSpPr>
          <p:spPr>
            <a:xfrm>
              <a:off x="9162993" y="2094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5" name="pt41295"/>
            <p:cNvSpPr/>
            <p:nvPr/>
          </p:nvSpPr>
          <p:spPr>
            <a:xfrm>
              <a:off x="9237554" y="1941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6" name="pt41296"/>
            <p:cNvSpPr/>
            <p:nvPr/>
          </p:nvSpPr>
          <p:spPr>
            <a:xfrm>
              <a:off x="8383485" y="234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7" name="pt41297"/>
            <p:cNvSpPr/>
            <p:nvPr/>
          </p:nvSpPr>
          <p:spPr>
            <a:xfrm>
              <a:off x="9117880" y="2103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8" name="pt41298"/>
            <p:cNvSpPr/>
            <p:nvPr/>
          </p:nvSpPr>
          <p:spPr>
            <a:xfrm>
              <a:off x="8312152" y="2479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9" name="pt41299"/>
            <p:cNvSpPr/>
            <p:nvPr/>
          </p:nvSpPr>
          <p:spPr>
            <a:xfrm>
              <a:off x="8641456" y="1965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0" name="pt41300"/>
            <p:cNvSpPr/>
            <p:nvPr/>
          </p:nvSpPr>
          <p:spPr>
            <a:xfrm>
              <a:off x="8776438" y="2063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1" name="pt41301"/>
            <p:cNvSpPr/>
            <p:nvPr/>
          </p:nvSpPr>
          <p:spPr>
            <a:xfrm>
              <a:off x="8641456" y="2057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2" name="pt41302"/>
            <p:cNvSpPr/>
            <p:nvPr/>
          </p:nvSpPr>
          <p:spPr>
            <a:xfrm>
              <a:off x="8473354" y="2265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3" name="pt41303"/>
            <p:cNvSpPr/>
            <p:nvPr/>
          </p:nvSpPr>
          <p:spPr>
            <a:xfrm>
              <a:off x="8810596" y="2160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4" name="pt41304"/>
            <p:cNvSpPr/>
            <p:nvPr/>
          </p:nvSpPr>
          <p:spPr>
            <a:xfrm>
              <a:off x="9454989" y="1928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5" name="pt41305"/>
            <p:cNvSpPr/>
            <p:nvPr/>
          </p:nvSpPr>
          <p:spPr>
            <a:xfrm>
              <a:off x="8576763" y="2440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6" name="pt41306"/>
            <p:cNvSpPr/>
            <p:nvPr/>
          </p:nvSpPr>
          <p:spPr>
            <a:xfrm>
              <a:off x="9454989" y="1841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7" name="pt41307"/>
            <p:cNvSpPr/>
            <p:nvPr/>
          </p:nvSpPr>
          <p:spPr>
            <a:xfrm>
              <a:off x="8383485" y="2407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8" name="pt41308"/>
            <p:cNvSpPr/>
            <p:nvPr/>
          </p:nvSpPr>
          <p:spPr>
            <a:xfrm>
              <a:off x="8830164" y="2123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9" name="pt41309"/>
            <p:cNvSpPr/>
            <p:nvPr/>
          </p:nvSpPr>
          <p:spPr>
            <a:xfrm>
              <a:off x="8595298" y="2265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0" name="pt41310"/>
            <p:cNvSpPr/>
            <p:nvPr/>
          </p:nvSpPr>
          <p:spPr>
            <a:xfrm>
              <a:off x="8741831" y="2209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1" name="pt41311"/>
            <p:cNvSpPr/>
            <p:nvPr/>
          </p:nvSpPr>
          <p:spPr>
            <a:xfrm>
              <a:off x="8473354" y="2351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2" name="pt41312"/>
            <p:cNvSpPr/>
            <p:nvPr/>
          </p:nvSpPr>
          <p:spPr>
            <a:xfrm>
              <a:off x="9094774" y="1854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3" name="pt41313"/>
            <p:cNvSpPr/>
            <p:nvPr/>
          </p:nvSpPr>
          <p:spPr>
            <a:xfrm>
              <a:off x="9198297" y="2061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4" name="pt41314"/>
            <p:cNvSpPr/>
            <p:nvPr/>
          </p:nvSpPr>
          <p:spPr>
            <a:xfrm>
              <a:off x="8904556" y="1981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5" name="pt41315"/>
            <p:cNvSpPr/>
            <p:nvPr/>
          </p:nvSpPr>
          <p:spPr>
            <a:xfrm>
              <a:off x="9144612" y="197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6" name="pt41316"/>
            <p:cNvSpPr/>
            <p:nvPr/>
          </p:nvSpPr>
          <p:spPr>
            <a:xfrm>
              <a:off x="8312152" y="2674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7" name="pt41317"/>
            <p:cNvSpPr/>
            <p:nvPr/>
          </p:nvSpPr>
          <p:spPr>
            <a:xfrm>
              <a:off x="9282477" y="2136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8" name="pt41318"/>
            <p:cNvSpPr/>
            <p:nvPr/>
          </p:nvSpPr>
          <p:spPr>
            <a:xfrm>
              <a:off x="8799930" y="2330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9" name="pt41319"/>
            <p:cNvSpPr/>
            <p:nvPr/>
          </p:nvSpPr>
          <p:spPr>
            <a:xfrm>
              <a:off x="8312152" y="2535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0" name="pt41320"/>
            <p:cNvSpPr/>
            <p:nvPr/>
          </p:nvSpPr>
          <p:spPr>
            <a:xfrm>
              <a:off x="8810596" y="2243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1" name="pt41321"/>
            <p:cNvSpPr/>
            <p:nvPr/>
          </p:nvSpPr>
          <p:spPr>
            <a:xfrm>
              <a:off x="8987622" y="2225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2" name="pt41322"/>
            <p:cNvSpPr/>
            <p:nvPr/>
          </p:nvSpPr>
          <p:spPr>
            <a:xfrm>
              <a:off x="9325863" y="2162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3" name="pt41323"/>
            <p:cNvSpPr/>
            <p:nvPr/>
          </p:nvSpPr>
          <p:spPr>
            <a:xfrm>
              <a:off x="8763400" y="2033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4" name="pt41324"/>
            <p:cNvSpPr/>
            <p:nvPr/>
          </p:nvSpPr>
          <p:spPr>
            <a:xfrm>
              <a:off x="8843532" y="1985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5" name="pt41325"/>
            <p:cNvSpPr/>
            <p:nvPr/>
          </p:nvSpPr>
          <p:spPr>
            <a:xfrm>
              <a:off x="8907564" y="2153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6" name="pt41326"/>
            <p:cNvSpPr/>
            <p:nvPr/>
          </p:nvSpPr>
          <p:spPr>
            <a:xfrm>
              <a:off x="8641456" y="2192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7" name="pt41327"/>
            <p:cNvSpPr/>
            <p:nvPr/>
          </p:nvSpPr>
          <p:spPr>
            <a:xfrm>
              <a:off x="8977900" y="2361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8" name="pt41328"/>
            <p:cNvSpPr/>
            <p:nvPr/>
          </p:nvSpPr>
          <p:spPr>
            <a:xfrm>
              <a:off x="8935109" y="2112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9" name="pt41329"/>
            <p:cNvSpPr/>
            <p:nvPr/>
          </p:nvSpPr>
          <p:spPr>
            <a:xfrm>
              <a:off x="8505430" y="2149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0" name="pt41330"/>
            <p:cNvSpPr/>
            <p:nvPr/>
          </p:nvSpPr>
          <p:spPr>
            <a:xfrm>
              <a:off x="8945023" y="1806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1" name="pt41331"/>
            <p:cNvSpPr/>
            <p:nvPr/>
          </p:nvSpPr>
          <p:spPr>
            <a:xfrm>
              <a:off x="8810596" y="2189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2" name="pt41332"/>
            <p:cNvSpPr/>
            <p:nvPr/>
          </p:nvSpPr>
          <p:spPr>
            <a:xfrm>
              <a:off x="9117880" y="2033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3" name="pt41333"/>
            <p:cNvSpPr/>
            <p:nvPr/>
          </p:nvSpPr>
          <p:spPr>
            <a:xfrm>
              <a:off x="9538421" y="1684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4" name="pt41334"/>
            <p:cNvSpPr/>
            <p:nvPr/>
          </p:nvSpPr>
          <p:spPr>
            <a:xfrm>
              <a:off x="9124084" y="2108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5" name="pt41335"/>
            <p:cNvSpPr/>
            <p:nvPr/>
          </p:nvSpPr>
          <p:spPr>
            <a:xfrm>
              <a:off x="8666631" y="2388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6" name="pt41336"/>
            <p:cNvSpPr/>
            <p:nvPr/>
          </p:nvSpPr>
          <p:spPr>
            <a:xfrm>
              <a:off x="9049233" y="1800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7" name="pt41337"/>
            <p:cNvSpPr/>
            <p:nvPr/>
          </p:nvSpPr>
          <p:spPr>
            <a:xfrm>
              <a:off x="8383485" y="2303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8" name="pt41338"/>
            <p:cNvSpPr/>
            <p:nvPr/>
          </p:nvSpPr>
          <p:spPr>
            <a:xfrm>
              <a:off x="8987622" y="2247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9" name="pt41339"/>
            <p:cNvSpPr/>
            <p:nvPr/>
          </p:nvSpPr>
          <p:spPr>
            <a:xfrm>
              <a:off x="9117880" y="2066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0" name="pt41340"/>
            <p:cNvSpPr/>
            <p:nvPr/>
          </p:nvSpPr>
          <p:spPr>
            <a:xfrm>
              <a:off x="8913428" y="2165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1" name="pt41341"/>
            <p:cNvSpPr/>
            <p:nvPr/>
          </p:nvSpPr>
          <p:spPr>
            <a:xfrm>
              <a:off x="9536594" y="1735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2" name="pt41342"/>
            <p:cNvSpPr/>
            <p:nvPr/>
          </p:nvSpPr>
          <p:spPr>
            <a:xfrm>
              <a:off x="8556041" y="2455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3" name="pt41343"/>
            <p:cNvSpPr/>
            <p:nvPr/>
          </p:nvSpPr>
          <p:spPr>
            <a:xfrm>
              <a:off x="9301896" y="1808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4" name="pt41344"/>
            <p:cNvSpPr/>
            <p:nvPr/>
          </p:nvSpPr>
          <p:spPr>
            <a:xfrm>
              <a:off x="9200002" y="2039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5" name="pt41345"/>
            <p:cNvSpPr/>
            <p:nvPr/>
          </p:nvSpPr>
          <p:spPr>
            <a:xfrm>
              <a:off x="9697445" y="1429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6" name="pt41346"/>
            <p:cNvSpPr/>
            <p:nvPr/>
          </p:nvSpPr>
          <p:spPr>
            <a:xfrm>
              <a:off x="8805344" y="2095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7" name="pt41347"/>
            <p:cNvSpPr/>
            <p:nvPr/>
          </p:nvSpPr>
          <p:spPr>
            <a:xfrm>
              <a:off x="8595298" y="2152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8" name="pt41348"/>
            <p:cNvSpPr/>
            <p:nvPr/>
          </p:nvSpPr>
          <p:spPr>
            <a:xfrm>
              <a:off x="9130917" y="2095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9" name="pt41349"/>
            <p:cNvSpPr/>
            <p:nvPr/>
          </p:nvSpPr>
          <p:spPr>
            <a:xfrm>
              <a:off x="8963317" y="2040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0" name="pt41350"/>
            <p:cNvSpPr/>
            <p:nvPr/>
          </p:nvSpPr>
          <p:spPr>
            <a:xfrm>
              <a:off x="8810596" y="2138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1" name="pt41351"/>
            <p:cNvSpPr/>
            <p:nvPr/>
          </p:nvSpPr>
          <p:spPr>
            <a:xfrm>
              <a:off x="9461505" y="1942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2" name="pt41352"/>
            <p:cNvSpPr/>
            <p:nvPr/>
          </p:nvSpPr>
          <p:spPr>
            <a:xfrm>
              <a:off x="9427293" y="1914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3" name="pt41353"/>
            <p:cNvSpPr/>
            <p:nvPr/>
          </p:nvSpPr>
          <p:spPr>
            <a:xfrm>
              <a:off x="9146922" y="1953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4" name="pt41354"/>
            <p:cNvSpPr/>
            <p:nvPr/>
          </p:nvSpPr>
          <p:spPr>
            <a:xfrm>
              <a:off x="8776438" y="2095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5" name="pt41355"/>
            <p:cNvSpPr/>
            <p:nvPr/>
          </p:nvSpPr>
          <p:spPr>
            <a:xfrm>
              <a:off x="9381988" y="1986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6" name="pt41356"/>
            <p:cNvSpPr/>
            <p:nvPr/>
          </p:nvSpPr>
          <p:spPr>
            <a:xfrm>
              <a:off x="9065758" y="2018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7" name="pt41357"/>
            <p:cNvSpPr/>
            <p:nvPr/>
          </p:nvSpPr>
          <p:spPr>
            <a:xfrm>
              <a:off x="8473354" y="2231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8" name="pt41358"/>
            <p:cNvSpPr/>
            <p:nvPr/>
          </p:nvSpPr>
          <p:spPr>
            <a:xfrm>
              <a:off x="8830164" y="2035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9" name="pt41359"/>
            <p:cNvSpPr/>
            <p:nvPr/>
          </p:nvSpPr>
          <p:spPr>
            <a:xfrm>
              <a:off x="8688651" y="2501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0" name="pt41360"/>
            <p:cNvSpPr/>
            <p:nvPr/>
          </p:nvSpPr>
          <p:spPr>
            <a:xfrm>
              <a:off x="8867559" y="2039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1" name="pt41361"/>
            <p:cNvSpPr/>
            <p:nvPr/>
          </p:nvSpPr>
          <p:spPr>
            <a:xfrm>
              <a:off x="8383485" y="2188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2" name="pt41362"/>
            <p:cNvSpPr/>
            <p:nvPr/>
          </p:nvSpPr>
          <p:spPr>
            <a:xfrm>
              <a:off x="9265000" y="1972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3" name="pt41363"/>
            <p:cNvSpPr/>
            <p:nvPr/>
          </p:nvSpPr>
          <p:spPr>
            <a:xfrm>
              <a:off x="8851911" y="2087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4" name="pt41364"/>
            <p:cNvSpPr/>
            <p:nvPr/>
          </p:nvSpPr>
          <p:spPr>
            <a:xfrm>
              <a:off x="8473354" y="2214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5" name="pt41365"/>
            <p:cNvSpPr/>
            <p:nvPr/>
          </p:nvSpPr>
          <p:spPr>
            <a:xfrm>
              <a:off x="8898383" y="2066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6" name="pt41366"/>
            <p:cNvSpPr/>
            <p:nvPr/>
          </p:nvSpPr>
          <p:spPr>
            <a:xfrm>
              <a:off x="8576763" y="2345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7" name="pt41367"/>
            <p:cNvSpPr/>
            <p:nvPr/>
          </p:nvSpPr>
          <p:spPr>
            <a:xfrm>
              <a:off x="9303159" y="2091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8" name="pt41368"/>
            <p:cNvSpPr/>
            <p:nvPr/>
          </p:nvSpPr>
          <p:spPr>
            <a:xfrm>
              <a:off x="8595298" y="2231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9" name="pt41369"/>
            <p:cNvSpPr/>
            <p:nvPr/>
          </p:nvSpPr>
          <p:spPr>
            <a:xfrm>
              <a:off x="8830164" y="1962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0" name="pt41370"/>
            <p:cNvSpPr/>
            <p:nvPr/>
          </p:nvSpPr>
          <p:spPr>
            <a:xfrm>
              <a:off x="9515130" y="2452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1" name="pt41371"/>
            <p:cNvSpPr/>
            <p:nvPr/>
          </p:nvSpPr>
          <p:spPr>
            <a:xfrm>
              <a:off x="8805344" y="2088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2" name="pt41372"/>
            <p:cNvSpPr/>
            <p:nvPr/>
          </p:nvSpPr>
          <p:spPr>
            <a:xfrm>
              <a:off x="9018749" y="2050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3" name="pt41373"/>
            <p:cNvSpPr/>
            <p:nvPr/>
          </p:nvSpPr>
          <p:spPr>
            <a:xfrm>
              <a:off x="8935109" y="2095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4" name="pt41374"/>
            <p:cNvSpPr/>
            <p:nvPr/>
          </p:nvSpPr>
          <p:spPr>
            <a:xfrm>
              <a:off x="8904556" y="2159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5" name="pt41375"/>
            <p:cNvSpPr/>
            <p:nvPr/>
          </p:nvSpPr>
          <p:spPr>
            <a:xfrm>
              <a:off x="9121452" y="213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6" name="pt41376"/>
            <p:cNvSpPr/>
            <p:nvPr/>
          </p:nvSpPr>
          <p:spPr>
            <a:xfrm>
              <a:off x="8312152" y="2439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7" name="pt41377"/>
            <p:cNvSpPr/>
            <p:nvPr/>
          </p:nvSpPr>
          <p:spPr>
            <a:xfrm>
              <a:off x="8895213" y="2181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8" name="pt41378"/>
            <p:cNvSpPr/>
            <p:nvPr/>
          </p:nvSpPr>
          <p:spPr>
            <a:xfrm>
              <a:off x="9749896" y="2284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9" name="pt41379"/>
            <p:cNvSpPr/>
            <p:nvPr/>
          </p:nvSpPr>
          <p:spPr>
            <a:xfrm>
              <a:off x="8954408" y="1881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0" name="pt41380"/>
            <p:cNvSpPr/>
            <p:nvPr/>
          </p:nvSpPr>
          <p:spPr>
            <a:xfrm>
              <a:off x="8505430" y="245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1" name="pt41381"/>
            <p:cNvSpPr/>
            <p:nvPr/>
          </p:nvSpPr>
          <p:spPr>
            <a:xfrm>
              <a:off x="8996835" y="1947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2" name="pt41382"/>
            <p:cNvSpPr/>
            <p:nvPr/>
          </p:nvSpPr>
          <p:spPr>
            <a:xfrm>
              <a:off x="8996835" y="1940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3" name="pt41383"/>
            <p:cNvSpPr/>
            <p:nvPr/>
          </p:nvSpPr>
          <p:spPr>
            <a:xfrm>
              <a:off x="8965476" y="2057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4" name="pt41384"/>
            <p:cNvSpPr/>
            <p:nvPr/>
          </p:nvSpPr>
          <p:spPr>
            <a:xfrm>
              <a:off x="8935109" y="2123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5" name="pt41385"/>
            <p:cNvSpPr/>
            <p:nvPr/>
          </p:nvSpPr>
          <p:spPr>
            <a:xfrm>
              <a:off x="8942596" y="1782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6" name="pt41386"/>
            <p:cNvSpPr/>
            <p:nvPr/>
          </p:nvSpPr>
          <p:spPr>
            <a:xfrm>
              <a:off x="8734011" y="2069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7" name="pt41387"/>
            <p:cNvSpPr/>
            <p:nvPr/>
          </p:nvSpPr>
          <p:spPr>
            <a:xfrm>
              <a:off x="9094774" y="1847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8" name="pt41388"/>
            <p:cNvSpPr/>
            <p:nvPr/>
          </p:nvSpPr>
          <p:spPr>
            <a:xfrm>
              <a:off x="8881929" y="2168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9" name="pt41389"/>
            <p:cNvSpPr/>
            <p:nvPr/>
          </p:nvSpPr>
          <p:spPr>
            <a:xfrm>
              <a:off x="9047895" y="1872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0" name="pt41390"/>
            <p:cNvSpPr/>
            <p:nvPr/>
          </p:nvSpPr>
          <p:spPr>
            <a:xfrm>
              <a:off x="8904556" y="1762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1" name="pt41391"/>
            <p:cNvSpPr/>
            <p:nvPr/>
          </p:nvSpPr>
          <p:spPr>
            <a:xfrm>
              <a:off x="9175781" y="2033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2" name="pt41392"/>
            <p:cNvSpPr/>
            <p:nvPr/>
          </p:nvSpPr>
          <p:spPr>
            <a:xfrm>
              <a:off x="8595298" y="2344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3" name="pt41393"/>
            <p:cNvSpPr/>
            <p:nvPr/>
          </p:nvSpPr>
          <p:spPr>
            <a:xfrm>
              <a:off x="9175781" y="2019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4" name="pt41394"/>
            <p:cNvSpPr/>
            <p:nvPr/>
          </p:nvSpPr>
          <p:spPr>
            <a:xfrm>
              <a:off x="8763400" y="2166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5" name="pt41395"/>
            <p:cNvSpPr/>
            <p:nvPr/>
          </p:nvSpPr>
          <p:spPr>
            <a:xfrm>
              <a:off x="8839187" y="2120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6" name="pt41396"/>
            <p:cNvSpPr/>
            <p:nvPr/>
          </p:nvSpPr>
          <p:spPr>
            <a:xfrm>
              <a:off x="9109567" y="172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7" name="pt41397"/>
            <p:cNvSpPr/>
            <p:nvPr/>
          </p:nvSpPr>
          <p:spPr>
            <a:xfrm>
              <a:off x="9282831" y="2066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8" name="pt41398"/>
            <p:cNvSpPr/>
            <p:nvPr/>
          </p:nvSpPr>
          <p:spPr>
            <a:xfrm>
              <a:off x="8627374" y="2114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9" name="pt41399"/>
            <p:cNvSpPr/>
            <p:nvPr/>
          </p:nvSpPr>
          <p:spPr>
            <a:xfrm>
              <a:off x="8312152" y="2212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0" name="pt41400"/>
            <p:cNvSpPr/>
            <p:nvPr/>
          </p:nvSpPr>
          <p:spPr>
            <a:xfrm>
              <a:off x="8434097" y="2304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1" name="pt41401"/>
            <p:cNvSpPr/>
            <p:nvPr/>
          </p:nvSpPr>
          <p:spPr>
            <a:xfrm>
              <a:off x="9500379" y="2576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2" name="pt41402"/>
            <p:cNvSpPr/>
            <p:nvPr/>
          </p:nvSpPr>
          <p:spPr>
            <a:xfrm>
              <a:off x="8595298" y="2165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3" name="pt41403"/>
            <p:cNvSpPr/>
            <p:nvPr/>
          </p:nvSpPr>
          <p:spPr>
            <a:xfrm>
              <a:off x="9028011" y="1591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4" name="pt41404"/>
            <p:cNvSpPr/>
            <p:nvPr/>
          </p:nvSpPr>
          <p:spPr>
            <a:xfrm>
              <a:off x="8901496" y="1790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5" name="pt41405"/>
            <p:cNvSpPr/>
            <p:nvPr/>
          </p:nvSpPr>
          <p:spPr>
            <a:xfrm>
              <a:off x="9062080" y="1739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6" name="pt41406"/>
            <p:cNvSpPr/>
            <p:nvPr/>
          </p:nvSpPr>
          <p:spPr>
            <a:xfrm>
              <a:off x="8749319" y="1721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7" name="pt41407"/>
            <p:cNvSpPr/>
            <p:nvPr/>
          </p:nvSpPr>
          <p:spPr>
            <a:xfrm>
              <a:off x="9767198" y="2545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8" name="pt41408"/>
            <p:cNvSpPr/>
            <p:nvPr/>
          </p:nvSpPr>
          <p:spPr>
            <a:xfrm>
              <a:off x="8770040" y="1986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9" name="pt41409"/>
            <p:cNvSpPr/>
            <p:nvPr/>
          </p:nvSpPr>
          <p:spPr>
            <a:xfrm>
              <a:off x="8855955" y="193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0" name="pt41410"/>
            <p:cNvSpPr/>
            <p:nvPr/>
          </p:nvSpPr>
          <p:spPr>
            <a:xfrm>
              <a:off x="9240724" y="1878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1" name="pt41411"/>
            <p:cNvSpPr/>
            <p:nvPr/>
          </p:nvSpPr>
          <p:spPr>
            <a:xfrm>
              <a:off x="8947416" y="1938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2" name="pt41412"/>
            <p:cNvSpPr/>
            <p:nvPr/>
          </p:nvSpPr>
          <p:spPr>
            <a:xfrm>
              <a:off x="9201130" y="1993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3" name="pt41413"/>
            <p:cNvSpPr/>
            <p:nvPr/>
          </p:nvSpPr>
          <p:spPr>
            <a:xfrm>
              <a:off x="8641456" y="2120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4" name="pt41414"/>
            <p:cNvSpPr/>
            <p:nvPr/>
          </p:nvSpPr>
          <p:spPr>
            <a:xfrm>
              <a:off x="8688651" y="2383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5" name="pt41415"/>
            <p:cNvSpPr/>
            <p:nvPr/>
          </p:nvSpPr>
          <p:spPr>
            <a:xfrm>
              <a:off x="8556041" y="2425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6" name="pt41416"/>
            <p:cNvSpPr/>
            <p:nvPr/>
          </p:nvSpPr>
          <p:spPr>
            <a:xfrm>
              <a:off x="8595298" y="2197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7" name="pt41417"/>
            <p:cNvSpPr/>
            <p:nvPr/>
          </p:nvSpPr>
          <p:spPr>
            <a:xfrm>
              <a:off x="8312152" y="2208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8" name="pt41418"/>
            <p:cNvSpPr/>
            <p:nvPr/>
          </p:nvSpPr>
          <p:spPr>
            <a:xfrm>
              <a:off x="9724502" y="1965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9" name="pt41419"/>
            <p:cNvSpPr/>
            <p:nvPr/>
          </p:nvSpPr>
          <p:spPr>
            <a:xfrm>
              <a:off x="9135874" y="2017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0" name="pt41420"/>
            <p:cNvSpPr/>
            <p:nvPr/>
          </p:nvSpPr>
          <p:spPr>
            <a:xfrm>
              <a:off x="8942596" y="1895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1" name="pt41421"/>
            <p:cNvSpPr/>
            <p:nvPr/>
          </p:nvSpPr>
          <p:spPr>
            <a:xfrm>
              <a:off x="8595298" y="2290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2" name="pt41422"/>
            <p:cNvSpPr/>
            <p:nvPr/>
          </p:nvSpPr>
          <p:spPr>
            <a:xfrm>
              <a:off x="8556041" y="2388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3" name="pt41423"/>
            <p:cNvSpPr/>
            <p:nvPr/>
          </p:nvSpPr>
          <p:spPr>
            <a:xfrm>
              <a:off x="8881929" y="2219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4" name="pt41424"/>
            <p:cNvSpPr/>
            <p:nvPr/>
          </p:nvSpPr>
          <p:spPr>
            <a:xfrm>
              <a:off x="8641456" y="2220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5" name="pt41425"/>
            <p:cNvSpPr/>
            <p:nvPr/>
          </p:nvSpPr>
          <p:spPr>
            <a:xfrm>
              <a:off x="8576763" y="2397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6" name="pt41426"/>
            <p:cNvSpPr/>
            <p:nvPr/>
          </p:nvSpPr>
          <p:spPr>
            <a:xfrm>
              <a:off x="8383485" y="2334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7" name="pt41427"/>
            <p:cNvSpPr/>
            <p:nvPr/>
          </p:nvSpPr>
          <p:spPr>
            <a:xfrm>
              <a:off x="9128386" y="2072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8" name="pt41428"/>
            <p:cNvSpPr/>
            <p:nvPr/>
          </p:nvSpPr>
          <p:spPr>
            <a:xfrm>
              <a:off x="8595298" y="2181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9" name="pt41429"/>
            <p:cNvSpPr/>
            <p:nvPr/>
          </p:nvSpPr>
          <p:spPr>
            <a:xfrm>
              <a:off x="9240724" y="1903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0" name="pt41430"/>
            <p:cNvSpPr/>
            <p:nvPr/>
          </p:nvSpPr>
          <p:spPr>
            <a:xfrm>
              <a:off x="9028011" y="1764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1" name="pt41431"/>
            <p:cNvSpPr/>
            <p:nvPr/>
          </p:nvSpPr>
          <p:spPr>
            <a:xfrm>
              <a:off x="9371637" y="2126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2" name="pt41432"/>
            <p:cNvSpPr/>
            <p:nvPr/>
          </p:nvSpPr>
          <p:spPr>
            <a:xfrm>
              <a:off x="8945023" y="1820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3" name="pt41433"/>
            <p:cNvSpPr/>
            <p:nvPr/>
          </p:nvSpPr>
          <p:spPr>
            <a:xfrm>
              <a:off x="8945023" y="1786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4" name="pt41434"/>
            <p:cNvSpPr/>
            <p:nvPr/>
          </p:nvSpPr>
          <p:spPr>
            <a:xfrm>
              <a:off x="9050561" y="1913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5" name="pt41435"/>
            <p:cNvSpPr/>
            <p:nvPr/>
          </p:nvSpPr>
          <p:spPr>
            <a:xfrm>
              <a:off x="8891985" y="222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6" name="pt41436"/>
            <p:cNvSpPr/>
            <p:nvPr/>
          </p:nvSpPr>
          <p:spPr>
            <a:xfrm>
              <a:off x="9188912" y="1786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7" name="pt41437"/>
            <p:cNvSpPr/>
            <p:nvPr/>
          </p:nvSpPr>
          <p:spPr>
            <a:xfrm>
              <a:off x="8927288" y="2094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8" name="pt41438"/>
            <p:cNvSpPr/>
            <p:nvPr/>
          </p:nvSpPr>
          <p:spPr>
            <a:xfrm>
              <a:off x="8782612" y="2331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9" name="pt41439"/>
            <p:cNvSpPr/>
            <p:nvPr/>
          </p:nvSpPr>
          <p:spPr>
            <a:xfrm>
              <a:off x="9144612" y="2087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0" name="pt41440"/>
            <p:cNvSpPr/>
            <p:nvPr/>
          </p:nvSpPr>
          <p:spPr>
            <a:xfrm>
              <a:off x="9346461" y="2154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1" name="pt41441"/>
            <p:cNvSpPr/>
            <p:nvPr/>
          </p:nvSpPr>
          <p:spPr>
            <a:xfrm>
              <a:off x="8907564" y="1939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2" name="pt41442"/>
            <p:cNvSpPr/>
            <p:nvPr/>
          </p:nvSpPr>
          <p:spPr>
            <a:xfrm>
              <a:off x="9094774" y="1871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3" name="pt41443"/>
            <p:cNvSpPr/>
            <p:nvPr/>
          </p:nvSpPr>
          <p:spPr>
            <a:xfrm>
              <a:off x="9435343" y="1876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4" name="pt41444"/>
            <p:cNvSpPr/>
            <p:nvPr/>
          </p:nvSpPr>
          <p:spPr>
            <a:xfrm>
              <a:off x="8788576" y="2218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5" name="pt41445"/>
            <p:cNvSpPr/>
            <p:nvPr/>
          </p:nvSpPr>
          <p:spPr>
            <a:xfrm>
              <a:off x="8810596" y="2060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6" name="pt41446"/>
            <p:cNvSpPr/>
            <p:nvPr/>
          </p:nvSpPr>
          <p:spPr>
            <a:xfrm>
              <a:off x="9064541" y="1705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7" name="pt41447"/>
            <p:cNvSpPr/>
            <p:nvPr/>
          </p:nvSpPr>
          <p:spPr>
            <a:xfrm>
              <a:off x="8532549" y="2407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8" name="pt41448"/>
            <p:cNvSpPr/>
            <p:nvPr/>
          </p:nvSpPr>
          <p:spPr>
            <a:xfrm>
              <a:off x="8677986" y="2451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9" name="pt41449"/>
            <p:cNvSpPr/>
            <p:nvPr/>
          </p:nvSpPr>
          <p:spPr>
            <a:xfrm>
              <a:off x="9094774" y="1796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0" name="pt41450"/>
            <p:cNvSpPr/>
            <p:nvPr/>
          </p:nvSpPr>
          <p:spPr>
            <a:xfrm>
              <a:off x="9119675" y="199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1" name="pt41451"/>
            <p:cNvSpPr/>
            <p:nvPr/>
          </p:nvSpPr>
          <p:spPr>
            <a:xfrm>
              <a:off x="9214649" y="2107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2" name="pt41452"/>
            <p:cNvSpPr/>
            <p:nvPr/>
          </p:nvSpPr>
          <p:spPr>
            <a:xfrm>
              <a:off x="8434097" y="2473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3" name="pt41453"/>
            <p:cNvSpPr/>
            <p:nvPr/>
          </p:nvSpPr>
          <p:spPr>
            <a:xfrm>
              <a:off x="9414733" y="2035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4" name="pt41454"/>
            <p:cNvSpPr/>
            <p:nvPr/>
          </p:nvSpPr>
          <p:spPr>
            <a:xfrm>
              <a:off x="9366003" y="2108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5" name="pt41455"/>
            <p:cNvSpPr/>
            <p:nvPr/>
          </p:nvSpPr>
          <p:spPr>
            <a:xfrm>
              <a:off x="9097834" y="1918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6" name="pt41456"/>
            <p:cNvSpPr/>
            <p:nvPr/>
          </p:nvSpPr>
          <p:spPr>
            <a:xfrm>
              <a:off x="9107665" y="197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7" name="pt41457"/>
            <p:cNvSpPr/>
            <p:nvPr/>
          </p:nvSpPr>
          <p:spPr>
            <a:xfrm>
              <a:off x="9574258" y="2231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8" name="pt41458"/>
            <p:cNvSpPr/>
            <p:nvPr/>
          </p:nvSpPr>
          <p:spPr>
            <a:xfrm>
              <a:off x="9509182" y="2364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9" name="pt41459"/>
            <p:cNvSpPr/>
            <p:nvPr/>
          </p:nvSpPr>
          <p:spPr>
            <a:xfrm>
              <a:off x="8556041" y="2483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0" name="pt41460"/>
            <p:cNvSpPr/>
            <p:nvPr/>
          </p:nvSpPr>
          <p:spPr>
            <a:xfrm>
              <a:off x="9024978" y="184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1" name="pt41461"/>
            <p:cNvSpPr/>
            <p:nvPr/>
          </p:nvSpPr>
          <p:spPr>
            <a:xfrm>
              <a:off x="8717243" y="2240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2" name="pt41462"/>
            <p:cNvSpPr/>
            <p:nvPr/>
          </p:nvSpPr>
          <p:spPr>
            <a:xfrm>
              <a:off x="8971798" y="2117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3" name="pt41463"/>
            <p:cNvSpPr/>
            <p:nvPr/>
          </p:nvSpPr>
          <p:spPr>
            <a:xfrm>
              <a:off x="8975889" y="2162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4" name="pt41464"/>
            <p:cNvSpPr/>
            <p:nvPr/>
          </p:nvSpPr>
          <p:spPr>
            <a:xfrm>
              <a:off x="9024978" y="1842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5" name="pt41465"/>
            <p:cNvSpPr/>
            <p:nvPr/>
          </p:nvSpPr>
          <p:spPr>
            <a:xfrm>
              <a:off x="9121452" y="2038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6" name="pt41466"/>
            <p:cNvSpPr/>
            <p:nvPr/>
          </p:nvSpPr>
          <p:spPr>
            <a:xfrm>
              <a:off x="8473354" y="2265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7" name="pt41467"/>
            <p:cNvSpPr/>
            <p:nvPr/>
          </p:nvSpPr>
          <p:spPr>
            <a:xfrm>
              <a:off x="8434097" y="2547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8" name="pt41468"/>
            <p:cNvSpPr/>
            <p:nvPr/>
          </p:nvSpPr>
          <p:spPr>
            <a:xfrm>
              <a:off x="9432499" y="2085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9" name="pt41469"/>
            <p:cNvSpPr/>
            <p:nvPr/>
          </p:nvSpPr>
          <p:spPr>
            <a:xfrm>
              <a:off x="8904556" y="1710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0" name="pt41470"/>
            <p:cNvSpPr/>
            <p:nvPr/>
          </p:nvSpPr>
          <p:spPr>
            <a:xfrm>
              <a:off x="9045188" y="1936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1" name="pt41471"/>
            <p:cNvSpPr/>
            <p:nvPr/>
          </p:nvSpPr>
          <p:spPr>
            <a:xfrm>
              <a:off x="8312152" y="2489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2" name="pt41472"/>
            <p:cNvSpPr/>
            <p:nvPr/>
          </p:nvSpPr>
          <p:spPr>
            <a:xfrm>
              <a:off x="9094774" y="1857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3" name="pt41473"/>
            <p:cNvSpPr/>
            <p:nvPr/>
          </p:nvSpPr>
          <p:spPr>
            <a:xfrm>
              <a:off x="8881929" y="2161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4" name="pt41474"/>
            <p:cNvSpPr/>
            <p:nvPr/>
          </p:nvSpPr>
          <p:spPr>
            <a:xfrm>
              <a:off x="9230563" y="1803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5" name="pt41475"/>
            <p:cNvSpPr/>
            <p:nvPr/>
          </p:nvSpPr>
          <p:spPr>
            <a:xfrm>
              <a:off x="8954408" y="1964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6" name="pt41476"/>
            <p:cNvSpPr/>
            <p:nvPr/>
          </p:nvSpPr>
          <p:spPr>
            <a:xfrm>
              <a:off x="8312152" y="2380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7" name="pt41477"/>
            <p:cNvSpPr/>
            <p:nvPr/>
          </p:nvSpPr>
          <p:spPr>
            <a:xfrm>
              <a:off x="8556041" y="249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8" name="pt41478"/>
            <p:cNvSpPr/>
            <p:nvPr/>
          </p:nvSpPr>
          <p:spPr>
            <a:xfrm>
              <a:off x="8788576" y="2175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9" name="pt41479"/>
            <p:cNvSpPr/>
            <p:nvPr/>
          </p:nvSpPr>
          <p:spPr>
            <a:xfrm>
              <a:off x="9028011" y="1765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0" name="pt41480"/>
            <p:cNvSpPr/>
            <p:nvPr/>
          </p:nvSpPr>
          <p:spPr>
            <a:xfrm>
              <a:off x="9464046" y="2045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1" name="pt41481"/>
            <p:cNvSpPr/>
            <p:nvPr/>
          </p:nvSpPr>
          <p:spPr>
            <a:xfrm>
              <a:off x="9311758" y="2023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2" name="pt41482"/>
            <p:cNvSpPr/>
            <p:nvPr/>
          </p:nvSpPr>
          <p:spPr>
            <a:xfrm>
              <a:off x="8666631" y="2229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3" name="pt41483"/>
            <p:cNvSpPr/>
            <p:nvPr/>
          </p:nvSpPr>
          <p:spPr>
            <a:xfrm>
              <a:off x="8666631" y="2290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4" name="pt41484"/>
            <p:cNvSpPr/>
            <p:nvPr/>
          </p:nvSpPr>
          <p:spPr>
            <a:xfrm>
              <a:off x="9050561" y="1930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5" name="pt41485"/>
            <p:cNvSpPr/>
            <p:nvPr/>
          </p:nvSpPr>
          <p:spPr>
            <a:xfrm>
              <a:off x="8825472" y="1985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6" name="pt41486"/>
            <p:cNvSpPr/>
            <p:nvPr/>
          </p:nvSpPr>
          <p:spPr>
            <a:xfrm>
              <a:off x="9536594" y="1676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7" name="pt41487"/>
            <p:cNvSpPr/>
            <p:nvPr/>
          </p:nvSpPr>
          <p:spPr>
            <a:xfrm>
              <a:off x="8898383" y="2049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8" name="pt41488"/>
            <p:cNvSpPr/>
            <p:nvPr/>
          </p:nvSpPr>
          <p:spPr>
            <a:xfrm>
              <a:off x="8794345" y="2289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9" name="pt41489"/>
            <p:cNvSpPr/>
            <p:nvPr/>
          </p:nvSpPr>
          <p:spPr>
            <a:xfrm>
              <a:off x="8867559" y="1968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0" name="pt41490"/>
            <p:cNvSpPr/>
            <p:nvPr/>
          </p:nvSpPr>
          <p:spPr>
            <a:xfrm>
              <a:off x="9162993" y="2126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1" name="pt41491"/>
            <p:cNvSpPr/>
            <p:nvPr/>
          </p:nvSpPr>
          <p:spPr>
            <a:xfrm>
              <a:off x="9218255" y="2059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2" name="pt41492"/>
            <p:cNvSpPr/>
            <p:nvPr/>
          </p:nvSpPr>
          <p:spPr>
            <a:xfrm>
              <a:off x="8996835" y="1988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3" name="pt41493"/>
            <p:cNvSpPr/>
            <p:nvPr/>
          </p:nvSpPr>
          <p:spPr>
            <a:xfrm>
              <a:off x="9075206" y="2217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4" name="pt41494"/>
            <p:cNvSpPr/>
            <p:nvPr/>
          </p:nvSpPr>
          <p:spPr>
            <a:xfrm>
              <a:off x="9051878" y="1818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5" name="pt41495"/>
            <p:cNvSpPr/>
            <p:nvPr/>
          </p:nvSpPr>
          <p:spPr>
            <a:xfrm>
              <a:off x="9116975" y="1804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6" name="pt41496"/>
            <p:cNvSpPr/>
            <p:nvPr/>
          </p:nvSpPr>
          <p:spPr>
            <a:xfrm>
              <a:off x="9415399" y="2129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7" name="pt41497"/>
            <p:cNvSpPr/>
            <p:nvPr/>
          </p:nvSpPr>
          <p:spPr>
            <a:xfrm>
              <a:off x="9139900" y="2038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8" name="pt41498"/>
            <p:cNvSpPr/>
            <p:nvPr/>
          </p:nvSpPr>
          <p:spPr>
            <a:xfrm>
              <a:off x="8788576" y="2308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9" name="pt41499"/>
            <p:cNvSpPr/>
            <p:nvPr/>
          </p:nvSpPr>
          <p:spPr>
            <a:xfrm>
              <a:off x="8725827" y="2216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0" name="pt41500"/>
            <p:cNvSpPr/>
            <p:nvPr/>
          </p:nvSpPr>
          <p:spPr>
            <a:xfrm>
              <a:off x="9551860" y="1731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1" name="pt41501"/>
            <p:cNvSpPr/>
            <p:nvPr/>
          </p:nvSpPr>
          <p:spPr>
            <a:xfrm>
              <a:off x="9396086" y="2120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2" name="pt41502"/>
            <p:cNvSpPr/>
            <p:nvPr/>
          </p:nvSpPr>
          <p:spPr>
            <a:xfrm>
              <a:off x="9051878" y="1863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3" name="pt41503"/>
            <p:cNvSpPr/>
            <p:nvPr/>
          </p:nvSpPr>
          <p:spPr>
            <a:xfrm>
              <a:off x="8556041" y="2392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4" name="pt41504"/>
            <p:cNvSpPr/>
            <p:nvPr/>
          </p:nvSpPr>
          <p:spPr>
            <a:xfrm>
              <a:off x="8312152" y="2458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5" name="pt41505"/>
            <p:cNvSpPr/>
            <p:nvPr/>
          </p:nvSpPr>
          <p:spPr>
            <a:xfrm>
              <a:off x="8505430" y="2547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6" name="pt41506"/>
            <p:cNvSpPr/>
            <p:nvPr/>
          </p:nvSpPr>
          <p:spPr>
            <a:xfrm>
              <a:off x="8975889" y="2232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7" name="pt41507"/>
            <p:cNvSpPr/>
            <p:nvPr/>
          </p:nvSpPr>
          <p:spPr>
            <a:xfrm>
              <a:off x="9254530" y="2123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8" name="pt41508"/>
            <p:cNvSpPr/>
            <p:nvPr/>
          </p:nvSpPr>
          <p:spPr>
            <a:xfrm>
              <a:off x="8612066" y="2248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9" name="pt41509"/>
            <p:cNvSpPr/>
            <p:nvPr/>
          </p:nvSpPr>
          <p:spPr>
            <a:xfrm>
              <a:off x="9879673" y="2458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0" name="pt41510"/>
            <p:cNvSpPr/>
            <p:nvPr/>
          </p:nvSpPr>
          <p:spPr>
            <a:xfrm>
              <a:off x="9235717" y="1789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1" name="pt41511"/>
            <p:cNvSpPr/>
            <p:nvPr/>
          </p:nvSpPr>
          <p:spPr>
            <a:xfrm>
              <a:off x="8641456" y="1988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2" name="pt41512"/>
            <p:cNvSpPr/>
            <p:nvPr/>
          </p:nvSpPr>
          <p:spPr>
            <a:xfrm>
              <a:off x="8855955" y="2173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3" name="pt41513"/>
            <p:cNvSpPr/>
            <p:nvPr/>
          </p:nvSpPr>
          <p:spPr>
            <a:xfrm>
              <a:off x="8961132" y="2082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4" name="pt41514"/>
            <p:cNvSpPr/>
            <p:nvPr/>
          </p:nvSpPr>
          <p:spPr>
            <a:xfrm>
              <a:off x="9647779" y="2080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5" name="pt41515"/>
            <p:cNvSpPr/>
            <p:nvPr/>
          </p:nvSpPr>
          <p:spPr>
            <a:xfrm>
              <a:off x="9785747" y="2569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6" name="pt41516"/>
            <p:cNvSpPr/>
            <p:nvPr/>
          </p:nvSpPr>
          <p:spPr>
            <a:xfrm>
              <a:off x="8473354" y="2282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7" name="pt41517"/>
            <p:cNvSpPr/>
            <p:nvPr/>
          </p:nvSpPr>
          <p:spPr>
            <a:xfrm>
              <a:off x="8556041" y="2544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8" name="pt41518"/>
            <p:cNvSpPr/>
            <p:nvPr/>
          </p:nvSpPr>
          <p:spPr>
            <a:xfrm>
              <a:off x="9498107" y="2523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9" name="pt41519"/>
            <p:cNvSpPr/>
            <p:nvPr/>
          </p:nvSpPr>
          <p:spPr>
            <a:xfrm>
              <a:off x="8935109" y="2108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0" name="pt41520"/>
            <p:cNvSpPr/>
            <p:nvPr/>
          </p:nvSpPr>
          <p:spPr>
            <a:xfrm>
              <a:off x="8937640" y="1885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1" name="pt41521"/>
            <p:cNvSpPr/>
            <p:nvPr/>
          </p:nvSpPr>
          <p:spPr>
            <a:xfrm>
              <a:off x="8913428" y="2194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2" name="pt41522"/>
            <p:cNvSpPr/>
            <p:nvPr/>
          </p:nvSpPr>
          <p:spPr>
            <a:xfrm>
              <a:off x="8942596" y="1980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3" name="pt41523"/>
            <p:cNvSpPr/>
            <p:nvPr/>
          </p:nvSpPr>
          <p:spPr>
            <a:xfrm>
              <a:off x="9578717" y="2316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4" name="pt41524"/>
            <p:cNvSpPr/>
            <p:nvPr/>
          </p:nvSpPr>
          <p:spPr>
            <a:xfrm>
              <a:off x="8677986" y="2229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5" name="pt41525"/>
            <p:cNvSpPr/>
            <p:nvPr/>
          </p:nvSpPr>
          <p:spPr>
            <a:xfrm>
              <a:off x="8725827" y="230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6" name="pt41526"/>
            <p:cNvSpPr/>
            <p:nvPr/>
          </p:nvSpPr>
          <p:spPr>
            <a:xfrm>
              <a:off x="9217232" y="2132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7" name="pt41527"/>
            <p:cNvSpPr/>
            <p:nvPr/>
          </p:nvSpPr>
          <p:spPr>
            <a:xfrm>
              <a:off x="9010641" y="1919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8" name="pt41528"/>
            <p:cNvSpPr/>
            <p:nvPr/>
          </p:nvSpPr>
          <p:spPr>
            <a:xfrm>
              <a:off x="8576763" y="2374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9" name="pt41529"/>
            <p:cNvSpPr/>
            <p:nvPr/>
          </p:nvSpPr>
          <p:spPr>
            <a:xfrm>
              <a:off x="9238466" y="1903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0" name="pt41530"/>
            <p:cNvSpPr/>
            <p:nvPr/>
          </p:nvSpPr>
          <p:spPr>
            <a:xfrm>
              <a:off x="9282477" y="2159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1" name="pt41531"/>
            <p:cNvSpPr/>
            <p:nvPr/>
          </p:nvSpPr>
          <p:spPr>
            <a:xfrm>
              <a:off x="9144612" y="1982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2" name="pt41532"/>
            <p:cNvSpPr/>
            <p:nvPr/>
          </p:nvSpPr>
          <p:spPr>
            <a:xfrm>
              <a:off x="9175781" y="2068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3" name="pt41533"/>
            <p:cNvSpPr/>
            <p:nvPr/>
          </p:nvSpPr>
          <p:spPr>
            <a:xfrm>
              <a:off x="8312152" y="2229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4" name="pt41534"/>
            <p:cNvSpPr/>
            <p:nvPr/>
          </p:nvSpPr>
          <p:spPr>
            <a:xfrm>
              <a:off x="9161591" y="2058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5" name="pt41535"/>
            <p:cNvSpPr/>
            <p:nvPr/>
          </p:nvSpPr>
          <p:spPr>
            <a:xfrm>
              <a:off x="8867559" y="1955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6" name="pt41536"/>
            <p:cNvSpPr/>
            <p:nvPr/>
          </p:nvSpPr>
          <p:spPr>
            <a:xfrm>
              <a:off x="9143835" y="1997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7" name="pt41537"/>
            <p:cNvSpPr/>
            <p:nvPr/>
          </p:nvSpPr>
          <p:spPr>
            <a:xfrm>
              <a:off x="9265000" y="1882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8" name="pt41538"/>
            <p:cNvSpPr/>
            <p:nvPr/>
          </p:nvSpPr>
          <p:spPr>
            <a:xfrm>
              <a:off x="9018749" y="195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9" name="pt41539"/>
            <p:cNvSpPr/>
            <p:nvPr/>
          </p:nvSpPr>
          <p:spPr>
            <a:xfrm>
              <a:off x="8312152" y="2535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0" name="pt41540"/>
            <p:cNvSpPr/>
            <p:nvPr/>
          </p:nvSpPr>
          <p:spPr>
            <a:xfrm>
              <a:off x="9206663" y="2016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1" name="pt41541"/>
            <p:cNvSpPr/>
            <p:nvPr/>
          </p:nvSpPr>
          <p:spPr>
            <a:xfrm>
              <a:off x="8965476" y="2074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2" name="pt41542"/>
            <p:cNvSpPr/>
            <p:nvPr/>
          </p:nvSpPr>
          <p:spPr>
            <a:xfrm>
              <a:off x="9205570" y="2037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3" name="pt41543"/>
            <p:cNvSpPr/>
            <p:nvPr/>
          </p:nvSpPr>
          <p:spPr>
            <a:xfrm>
              <a:off x="9450688" y="1905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4" name="pt41544"/>
            <p:cNvSpPr/>
            <p:nvPr/>
          </p:nvSpPr>
          <p:spPr>
            <a:xfrm>
              <a:off x="9050561" y="1863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5" name="pt41545"/>
            <p:cNvSpPr/>
            <p:nvPr/>
          </p:nvSpPr>
          <p:spPr>
            <a:xfrm>
              <a:off x="9045188" y="1936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6" name="pt41546"/>
            <p:cNvSpPr/>
            <p:nvPr/>
          </p:nvSpPr>
          <p:spPr>
            <a:xfrm>
              <a:off x="8473354" y="2177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7" name="pt41547"/>
            <p:cNvSpPr/>
            <p:nvPr/>
          </p:nvSpPr>
          <p:spPr>
            <a:xfrm>
              <a:off x="9249051" y="2114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8" name="pt41548"/>
            <p:cNvSpPr/>
            <p:nvPr/>
          </p:nvSpPr>
          <p:spPr>
            <a:xfrm>
              <a:off x="9051878" y="1784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9" name="pt41549"/>
            <p:cNvSpPr/>
            <p:nvPr/>
          </p:nvSpPr>
          <p:spPr>
            <a:xfrm>
              <a:off x="8749319" y="1860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0" name="pt41550"/>
            <p:cNvSpPr/>
            <p:nvPr/>
          </p:nvSpPr>
          <p:spPr>
            <a:xfrm>
              <a:off x="8666631" y="2360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1" name="pt41551"/>
            <p:cNvSpPr/>
            <p:nvPr/>
          </p:nvSpPr>
          <p:spPr>
            <a:xfrm>
              <a:off x="8505430" y="234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2" name="pt41552"/>
            <p:cNvSpPr/>
            <p:nvPr/>
          </p:nvSpPr>
          <p:spPr>
            <a:xfrm>
              <a:off x="9433552" y="1522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3" name="pt41553"/>
            <p:cNvSpPr/>
            <p:nvPr/>
          </p:nvSpPr>
          <p:spPr>
            <a:xfrm>
              <a:off x="9207749" y="2106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4" name="pt41554"/>
            <p:cNvSpPr/>
            <p:nvPr/>
          </p:nvSpPr>
          <p:spPr>
            <a:xfrm>
              <a:off x="9978328" y="2503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5" name="pt41555"/>
            <p:cNvSpPr/>
            <p:nvPr/>
          </p:nvSpPr>
          <p:spPr>
            <a:xfrm>
              <a:off x="8788576" y="2302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6" name="pt41556"/>
            <p:cNvSpPr/>
            <p:nvPr/>
          </p:nvSpPr>
          <p:spPr>
            <a:xfrm>
              <a:off x="9377920" y="2197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7" name="pt41557"/>
            <p:cNvSpPr/>
            <p:nvPr/>
          </p:nvSpPr>
          <p:spPr>
            <a:xfrm>
              <a:off x="8794345" y="2124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8" name="pt41558"/>
            <p:cNvSpPr/>
            <p:nvPr/>
          </p:nvSpPr>
          <p:spPr>
            <a:xfrm>
              <a:off x="8810596" y="2174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9" name="pt41559"/>
            <p:cNvSpPr/>
            <p:nvPr/>
          </p:nvSpPr>
          <p:spPr>
            <a:xfrm>
              <a:off x="8843532" y="2133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0" name="pt41560"/>
            <p:cNvSpPr/>
            <p:nvPr/>
          </p:nvSpPr>
          <p:spPr>
            <a:xfrm>
              <a:off x="8688651" y="2385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1" name="pt41561"/>
            <p:cNvSpPr/>
            <p:nvPr/>
          </p:nvSpPr>
          <p:spPr>
            <a:xfrm>
              <a:off x="8312152" y="2053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2" name="pt41562"/>
            <p:cNvSpPr/>
            <p:nvPr/>
          </p:nvSpPr>
          <p:spPr>
            <a:xfrm>
              <a:off x="9119675" y="2068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3" name="pt41563"/>
            <p:cNvSpPr/>
            <p:nvPr/>
          </p:nvSpPr>
          <p:spPr>
            <a:xfrm>
              <a:off x="8904556" y="1963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4" name="pt41564"/>
            <p:cNvSpPr/>
            <p:nvPr/>
          </p:nvSpPr>
          <p:spPr>
            <a:xfrm>
              <a:off x="8788576" y="2326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5" name="pt41565"/>
            <p:cNvSpPr/>
            <p:nvPr/>
          </p:nvSpPr>
          <p:spPr>
            <a:xfrm>
              <a:off x="9310856" y="1956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6" name="pt41566"/>
            <p:cNvSpPr/>
            <p:nvPr/>
          </p:nvSpPr>
          <p:spPr>
            <a:xfrm>
              <a:off x="8473354" y="2206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7" name="pt41567"/>
            <p:cNvSpPr/>
            <p:nvPr/>
          </p:nvSpPr>
          <p:spPr>
            <a:xfrm>
              <a:off x="8576763" y="2169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8" name="pt41568"/>
            <p:cNvSpPr/>
            <p:nvPr/>
          </p:nvSpPr>
          <p:spPr>
            <a:xfrm>
              <a:off x="8312152" y="2414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9" name="pt41569"/>
            <p:cNvSpPr/>
            <p:nvPr/>
          </p:nvSpPr>
          <p:spPr>
            <a:xfrm>
              <a:off x="9146155" y="2099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0" name="pt41570"/>
            <p:cNvSpPr/>
            <p:nvPr/>
          </p:nvSpPr>
          <p:spPr>
            <a:xfrm>
              <a:off x="8839187" y="2120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1" name="pt41571"/>
            <p:cNvSpPr/>
            <p:nvPr/>
          </p:nvSpPr>
          <p:spPr>
            <a:xfrm>
              <a:off x="9128386" y="2087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2" name="pt41572"/>
            <p:cNvSpPr/>
            <p:nvPr/>
          </p:nvSpPr>
          <p:spPr>
            <a:xfrm>
              <a:off x="8641456" y="2185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3" name="pt41573"/>
            <p:cNvSpPr/>
            <p:nvPr/>
          </p:nvSpPr>
          <p:spPr>
            <a:xfrm>
              <a:off x="8717243" y="2155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4" name="pt41574"/>
            <p:cNvSpPr/>
            <p:nvPr/>
          </p:nvSpPr>
          <p:spPr>
            <a:xfrm>
              <a:off x="8898383" y="2090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5" name="pt41575"/>
            <p:cNvSpPr/>
            <p:nvPr/>
          </p:nvSpPr>
          <p:spPr>
            <a:xfrm>
              <a:off x="8688651" y="2518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6" name="pt41576"/>
            <p:cNvSpPr/>
            <p:nvPr/>
          </p:nvSpPr>
          <p:spPr>
            <a:xfrm>
              <a:off x="8473354" y="2513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7" name="pt41577"/>
            <p:cNvSpPr/>
            <p:nvPr/>
          </p:nvSpPr>
          <p:spPr>
            <a:xfrm>
              <a:off x="9254530" y="2174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8" name="pt41578"/>
            <p:cNvSpPr/>
            <p:nvPr/>
          </p:nvSpPr>
          <p:spPr>
            <a:xfrm>
              <a:off x="8473354" y="2360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9" name="pt41579"/>
            <p:cNvSpPr/>
            <p:nvPr/>
          </p:nvSpPr>
          <p:spPr>
            <a:xfrm>
              <a:off x="9066967" y="2216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0" name="pt41580"/>
            <p:cNvSpPr/>
            <p:nvPr/>
          </p:nvSpPr>
          <p:spPr>
            <a:xfrm>
              <a:off x="9237554" y="2041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1" name="pt41581"/>
            <p:cNvSpPr/>
            <p:nvPr/>
          </p:nvSpPr>
          <p:spPr>
            <a:xfrm>
              <a:off x="8312152" y="2457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2" name="pt41582"/>
            <p:cNvSpPr/>
            <p:nvPr/>
          </p:nvSpPr>
          <p:spPr>
            <a:xfrm>
              <a:off x="8641456" y="2020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3" name="pt41583"/>
            <p:cNvSpPr/>
            <p:nvPr/>
          </p:nvSpPr>
          <p:spPr>
            <a:xfrm>
              <a:off x="8815695" y="2068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4" name="pt41584"/>
            <p:cNvSpPr/>
            <p:nvPr/>
          </p:nvSpPr>
          <p:spPr>
            <a:xfrm>
              <a:off x="9265000" y="2036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5" name="pt41585"/>
            <p:cNvSpPr/>
            <p:nvPr/>
          </p:nvSpPr>
          <p:spPr>
            <a:xfrm>
              <a:off x="9051878" y="1786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6" name="pt41586"/>
            <p:cNvSpPr/>
            <p:nvPr/>
          </p:nvSpPr>
          <p:spPr>
            <a:xfrm>
              <a:off x="8641456" y="2164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7" name="pt41587"/>
            <p:cNvSpPr/>
            <p:nvPr/>
          </p:nvSpPr>
          <p:spPr>
            <a:xfrm>
              <a:off x="8312152" y="2586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8" name="pt41588"/>
            <p:cNvSpPr/>
            <p:nvPr/>
          </p:nvSpPr>
          <p:spPr>
            <a:xfrm>
              <a:off x="8717243" y="2270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9" name="pt41589"/>
            <p:cNvSpPr/>
            <p:nvPr/>
          </p:nvSpPr>
          <p:spPr>
            <a:xfrm>
              <a:off x="8749319" y="2260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0" name="pt41590"/>
            <p:cNvSpPr/>
            <p:nvPr/>
          </p:nvSpPr>
          <p:spPr>
            <a:xfrm>
              <a:off x="9354634" y="2247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1" name="pt41591"/>
            <p:cNvSpPr/>
            <p:nvPr/>
          </p:nvSpPr>
          <p:spPr>
            <a:xfrm>
              <a:off x="9057053" y="185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2" name="pt41592"/>
            <p:cNvSpPr/>
            <p:nvPr/>
          </p:nvSpPr>
          <p:spPr>
            <a:xfrm>
              <a:off x="8666631" y="2366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3" name="pt41593"/>
            <p:cNvSpPr/>
            <p:nvPr/>
          </p:nvSpPr>
          <p:spPr>
            <a:xfrm>
              <a:off x="8641456" y="2058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4" name="pt41594"/>
            <p:cNvSpPr/>
            <p:nvPr/>
          </p:nvSpPr>
          <p:spPr>
            <a:xfrm>
              <a:off x="8794345" y="2117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5" name="pt41595"/>
            <p:cNvSpPr/>
            <p:nvPr/>
          </p:nvSpPr>
          <p:spPr>
            <a:xfrm>
              <a:off x="9119675" y="2177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6" name="pt41596"/>
            <p:cNvSpPr/>
            <p:nvPr/>
          </p:nvSpPr>
          <p:spPr>
            <a:xfrm>
              <a:off x="8756500" y="2168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7" name="pt41597"/>
            <p:cNvSpPr/>
            <p:nvPr/>
          </p:nvSpPr>
          <p:spPr>
            <a:xfrm>
              <a:off x="8383485" y="2535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8" name="pt41598"/>
            <p:cNvSpPr/>
            <p:nvPr/>
          </p:nvSpPr>
          <p:spPr>
            <a:xfrm>
              <a:off x="8904556" y="1694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9" name="pt41599"/>
            <p:cNvSpPr/>
            <p:nvPr/>
          </p:nvSpPr>
          <p:spPr>
            <a:xfrm>
              <a:off x="9072891" y="214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0" name="pt41600"/>
            <p:cNvSpPr/>
            <p:nvPr/>
          </p:nvSpPr>
          <p:spPr>
            <a:xfrm>
              <a:off x="8383485" y="2241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1" name="pt41601"/>
            <p:cNvSpPr/>
            <p:nvPr/>
          </p:nvSpPr>
          <p:spPr>
            <a:xfrm>
              <a:off x="9075206" y="2251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2" name="pt41602"/>
            <p:cNvSpPr/>
            <p:nvPr/>
          </p:nvSpPr>
          <p:spPr>
            <a:xfrm>
              <a:off x="8756500" y="2153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3" name="pt41603"/>
            <p:cNvSpPr/>
            <p:nvPr/>
          </p:nvSpPr>
          <p:spPr>
            <a:xfrm>
              <a:off x="9062080" y="1749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4" name="pt41604"/>
            <p:cNvSpPr/>
            <p:nvPr/>
          </p:nvSpPr>
          <p:spPr>
            <a:xfrm>
              <a:off x="9573785" y="2305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5" name="pt41605"/>
            <p:cNvSpPr/>
            <p:nvPr/>
          </p:nvSpPr>
          <p:spPr>
            <a:xfrm>
              <a:off x="9178998" y="1932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6" name="pt41606"/>
            <p:cNvSpPr/>
            <p:nvPr/>
          </p:nvSpPr>
          <p:spPr>
            <a:xfrm>
              <a:off x="8666631" y="2374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7" name="pt41607"/>
            <p:cNvSpPr/>
            <p:nvPr/>
          </p:nvSpPr>
          <p:spPr>
            <a:xfrm>
              <a:off x="9607397" y="2143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8" name="pt41608"/>
            <p:cNvSpPr/>
            <p:nvPr/>
          </p:nvSpPr>
          <p:spPr>
            <a:xfrm>
              <a:off x="9053186" y="1721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9" name="pt41609"/>
            <p:cNvSpPr/>
            <p:nvPr/>
          </p:nvSpPr>
          <p:spPr>
            <a:xfrm>
              <a:off x="8532549" y="2352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0" name="pt41610"/>
            <p:cNvSpPr/>
            <p:nvPr/>
          </p:nvSpPr>
          <p:spPr>
            <a:xfrm>
              <a:off x="9303159" y="2087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1" name="pt41611"/>
            <p:cNvSpPr/>
            <p:nvPr/>
          </p:nvSpPr>
          <p:spPr>
            <a:xfrm>
              <a:off x="9078622" y="1695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2" name="pt41612"/>
            <p:cNvSpPr/>
            <p:nvPr/>
          </p:nvSpPr>
          <p:spPr>
            <a:xfrm>
              <a:off x="9301896" y="1916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3" name="pt41613"/>
            <p:cNvSpPr/>
            <p:nvPr/>
          </p:nvSpPr>
          <p:spPr>
            <a:xfrm>
              <a:off x="9055774" y="1719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4" name="pt41614"/>
            <p:cNvSpPr/>
            <p:nvPr/>
          </p:nvSpPr>
          <p:spPr>
            <a:xfrm>
              <a:off x="9054485" y="1709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5" name="pt41615"/>
            <p:cNvSpPr/>
            <p:nvPr/>
          </p:nvSpPr>
          <p:spPr>
            <a:xfrm>
              <a:off x="8913428" y="2161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6" name="pt41616"/>
            <p:cNvSpPr/>
            <p:nvPr/>
          </p:nvSpPr>
          <p:spPr>
            <a:xfrm>
              <a:off x="8987622" y="2302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7" name="pt41617"/>
            <p:cNvSpPr/>
            <p:nvPr/>
          </p:nvSpPr>
          <p:spPr>
            <a:xfrm>
              <a:off x="9282831" y="2111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8" name="pt41618"/>
            <p:cNvSpPr/>
            <p:nvPr/>
          </p:nvSpPr>
          <p:spPr>
            <a:xfrm>
              <a:off x="8473354" y="2288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9" name="pt41619"/>
            <p:cNvSpPr/>
            <p:nvPr/>
          </p:nvSpPr>
          <p:spPr>
            <a:xfrm>
              <a:off x="9301896" y="183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0" name="pt41620"/>
            <p:cNvSpPr/>
            <p:nvPr/>
          </p:nvSpPr>
          <p:spPr>
            <a:xfrm>
              <a:off x="8505430" y="2557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1" name="pt41621"/>
            <p:cNvSpPr/>
            <p:nvPr/>
          </p:nvSpPr>
          <p:spPr>
            <a:xfrm>
              <a:off x="9344232" y="2070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2" name="pt41622"/>
            <p:cNvSpPr/>
            <p:nvPr/>
          </p:nvSpPr>
          <p:spPr>
            <a:xfrm>
              <a:off x="8473354" y="2559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3" name="pt41623"/>
            <p:cNvSpPr/>
            <p:nvPr/>
          </p:nvSpPr>
          <p:spPr>
            <a:xfrm>
              <a:off x="8763400" y="2078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4" name="pt41624"/>
            <p:cNvSpPr/>
            <p:nvPr/>
          </p:nvSpPr>
          <p:spPr>
            <a:xfrm>
              <a:off x="8641456" y="2052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5" name="pt41625"/>
            <p:cNvSpPr/>
            <p:nvPr/>
          </p:nvSpPr>
          <p:spPr>
            <a:xfrm>
              <a:off x="9130078" y="2060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6" name="pt41626"/>
            <p:cNvSpPr/>
            <p:nvPr/>
          </p:nvSpPr>
          <p:spPr>
            <a:xfrm>
              <a:off x="9524498" y="2468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7" name="pt41627"/>
            <p:cNvSpPr/>
            <p:nvPr/>
          </p:nvSpPr>
          <p:spPr>
            <a:xfrm>
              <a:off x="8595298" y="2302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8" name="pt41628"/>
            <p:cNvSpPr/>
            <p:nvPr/>
          </p:nvSpPr>
          <p:spPr>
            <a:xfrm>
              <a:off x="9144612" y="2070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9" name="pt41629"/>
            <p:cNvSpPr/>
            <p:nvPr/>
          </p:nvSpPr>
          <p:spPr>
            <a:xfrm>
              <a:off x="9171842" y="2099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0" name="pt41630"/>
            <p:cNvSpPr/>
            <p:nvPr/>
          </p:nvSpPr>
          <p:spPr>
            <a:xfrm>
              <a:off x="8741831" y="2173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1" name="pt41631"/>
            <p:cNvSpPr/>
            <p:nvPr/>
          </p:nvSpPr>
          <p:spPr>
            <a:xfrm>
              <a:off x="9354634" y="2204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2" name="pt41632"/>
            <p:cNvSpPr/>
            <p:nvPr/>
          </p:nvSpPr>
          <p:spPr>
            <a:xfrm>
              <a:off x="9124084" y="2081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3" name="pt41633"/>
            <p:cNvSpPr/>
            <p:nvPr/>
          </p:nvSpPr>
          <p:spPr>
            <a:xfrm>
              <a:off x="8505430" y="2449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4" name="pt41634"/>
            <p:cNvSpPr/>
            <p:nvPr/>
          </p:nvSpPr>
          <p:spPr>
            <a:xfrm>
              <a:off x="8595298" y="227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5" name="pt41635"/>
            <p:cNvSpPr/>
            <p:nvPr/>
          </p:nvSpPr>
          <p:spPr>
            <a:xfrm>
              <a:off x="8977900" y="2349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6" name="pt41636"/>
            <p:cNvSpPr/>
            <p:nvPr/>
          </p:nvSpPr>
          <p:spPr>
            <a:xfrm>
              <a:off x="8935109" y="2157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7" name="pt41637"/>
            <p:cNvSpPr/>
            <p:nvPr/>
          </p:nvSpPr>
          <p:spPr>
            <a:xfrm>
              <a:off x="8871263" y="1904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8" name="pt41638"/>
            <p:cNvSpPr/>
            <p:nvPr/>
          </p:nvSpPr>
          <p:spPr>
            <a:xfrm>
              <a:off x="9055774" y="1695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9" name="pt41639"/>
            <p:cNvSpPr/>
            <p:nvPr/>
          </p:nvSpPr>
          <p:spPr>
            <a:xfrm>
              <a:off x="8895213" y="2327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0" name="pt41640"/>
            <p:cNvSpPr/>
            <p:nvPr/>
          </p:nvSpPr>
          <p:spPr>
            <a:xfrm>
              <a:off x="9548926" y="1618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1" name="pt41641"/>
            <p:cNvSpPr/>
            <p:nvPr/>
          </p:nvSpPr>
          <p:spPr>
            <a:xfrm>
              <a:off x="9021891" y="1832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2" name="pt41642"/>
            <p:cNvSpPr/>
            <p:nvPr/>
          </p:nvSpPr>
          <p:spPr>
            <a:xfrm>
              <a:off x="9200002" y="2043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3" name="pt41643"/>
            <p:cNvSpPr/>
            <p:nvPr/>
          </p:nvSpPr>
          <p:spPr>
            <a:xfrm>
              <a:off x="8627374" y="2229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4" name="pt41644"/>
            <p:cNvSpPr/>
            <p:nvPr/>
          </p:nvSpPr>
          <p:spPr>
            <a:xfrm>
              <a:off x="9062080" y="1834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5" name="pt41645"/>
            <p:cNvSpPr/>
            <p:nvPr/>
          </p:nvSpPr>
          <p:spPr>
            <a:xfrm>
              <a:off x="8595298" y="2317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6" name="pt41646"/>
            <p:cNvSpPr/>
            <p:nvPr/>
          </p:nvSpPr>
          <p:spPr>
            <a:xfrm>
              <a:off x="8810596" y="2064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7" name="pt41647"/>
            <p:cNvSpPr/>
            <p:nvPr/>
          </p:nvSpPr>
          <p:spPr>
            <a:xfrm>
              <a:off x="9347687" y="2125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8" name="pt41648"/>
            <p:cNvSpPr/>
            <p:nvPr/>
          </p:nvSpPr>
          <p:spPr>
            <a:xfrm>
              <a:off x="9078622" y="1782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9" name="pt41649"/>
            <p:cNvSpPr/>
            <p:nvPr/>
          </p:nvSpPr>
          <p:spPr>
            <a:xfrm>
              <a:off x="9547911" y="1946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0" name="pt41650"/>
            <p:cNvSpPr/>
            <p:nvPr/>
          </p:nvSpPr>
          <p:spPr>
            <a:xfrm>
              <a:off x="9351314" y="2150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1" name="pt41651"/>
            <p:cNvSpPr/>
            <p:nvPr/>
          </p:nvSpPr>
          <p:spPr>
            <a:xfrm>
              <a:off x="8434097" y="2292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2" name="pt41652"/>
            <p:cNvSpPr/>
            <p:nvPr/>
          </p:nvSpPr>
          <p:spPr>
            <a:xfrm>
              <a:off x="8987622" y="2282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3" name="pt41653"/>
            <p:cNvSpPr/>
            <p:nvPr/>
          </p:nvSpPr>
          <p:spPr>
            <a:xfrm>
              <a:off x="8473354" y="2263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4" name="pt41654"/>
            <p:cNvSpPr/>
            <p:nvPr/>
          </p:nvSpPr>
          <p:spPr>
            <a:xfrm>
              <a:off x="8383485" y="235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5" name="pt41655"/>
            <p:cNvSpPr/>
            <p:nvPr/>
          </p:nvSpPr>
          <p:spPr>
            <a:xfrm>
              <a:off x="8312152" y="2268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6" name="pt41656"/>
            <p:cNvSpPr/>
            <p:nvPr/>
          </p:nvSpPr>
          <p:spPr>
            <a:xfrm>
              <a:off x="8677986" y="2468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7" name="pt41657"/>
            <p:cNvSpPr/>
            <p:nvPr/>
          </p:nvSpPr>
          <p:spPr>
            <a:xfrm>
              <a:off x="9408964" y="2188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8" name="pt41658"/>
            <p:cNvSpPr/>
            <p:nvPr/>
          </p:nvSpPr>
          <p:spPr>
            <a:xfrm>
              <a:off x="8677986" y="2291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9" name="pt41659"/>
            <p:cNvSpPr/>
            <p:nvPr/>
          </p:nvSpPr>
          <p:spPr>
            <a:xfrm>
              <a:off x="8901496" y="1910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0" name="pt41660"/>
            <p:cNvSpPr/>
            <p:nvPr/>
          </p:nvSpPr>
          <p:spPr>
            <a:xfrm>
              <a:off x="8998621" y="1988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1" name="pt41661"/>
            <p:cNvSpPr/>
            <p:nvPr/>
          </p:nvSpPr>
          <p:spPr>
            <a:xfrm>
              <a:off x="8776438" y="1986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2" name="pt41662"/>
            <p:cNvSpPr/>
            <p:nvPr/>
          </p:nvSpPr>
          <p:spPr>
            <a:xfrm>
              <a:off x="8749319" y="1891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3" name="pt41663"/>
            <p:cNvSpPr/>
            <p:nvPr/>
          </p:nvSpPr>
          <p:spPr>
            <a:xfrm>
              <a:off x="9238466" y="1967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4" name="pt41664"/>
            <p:cNvSpPr/>
            <p:nvPr/>
          </p:nvSpPr>
          <p:spPr>
            <a:xfrm>
              <a:off x="8383485" y="2356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5" name="pt41665"/>
            <p:cNvSpPr/>
            <p:nvPr/>
          </p:nvSpPr>
          <p:spPr>
            <a:xfrm>
              <a:off x="9200002" y="1960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6" name="pt41666"/>
            <p:cNvSpPr/>
            <p:nvPr/>
          </p:nvSpPr>
          <p:spPr>
            <a:xfrm>
              <a:off x="8874891" y="2091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7" name="pt41667"/>
            <p:cNvSpPr/>
            <p:nvPr/>
          </p:nvSpPr>
          <p:spPr>
            <a:xfrm>
              <a:off x="8312152" y="2497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8" name="pt41668"/>
            <p:cNvSpPr/>
            <p:nvPr/>
          </p:nvSpPr>
          <p:spPr>
            <a:xfrm>
              <a:off x="8954408" y="1903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9" name="pt41669"/>
            <p:cNvSpPr/>
            <p:nvPr/>
          </p:nvSpPr>
          <p:spPr>
            <a:xfrm>
              <a:off x="8825472" y="2019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0" name="pt41670"/>
            <p:cNvSpPr/>
            <p:nvPr/>
          </p:nvSpPr>
          <p:spPr>
            <a:xfrm>
              <a:off x="9726386" y="2108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1" name="pt41671"/>
            <p:cNvSpPr/>
            <p:nvPr/>
          </p:nvSpPr>
          <p:spPr>
            <a:xfrm>
              <a:off x="9038234" y="1697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2" name="pt41672"/>
            <p:cNvSpPr/>
            <p:nvPr/>
          </p:nvSpPr>
          <p:spPr>
            <a:xfrm>
              <a:off x="9190113" y="1915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3" name="pt41673"/>
            <p:cNvSpPr/>
            <p:nvPr/>
          </p:nvSpPr>
          <p:spPr>
            <a:xfrm>
              <a:off x="9452582" y="1986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4" name="pt41674"/>
            <p:cNvSpPr/>
            <p:nvPr/>
          </p:nvSpPr>
          <p:spPr>
            <a:xfrm>
              <a:off x="8505430" y="2446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5" name="pt41675"/>
            <p:cNvSpPr/>
            <p:nvPr/>
          </p:nvSpPr>
          <p:spPr>
            <a:xfrm>
              <a:off x="8881929" y="2238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6" name="pt41676"/>
            <p:cNvSpPr/>
            <p:nvPr/>
          </p:nvSpPr>
          <p:spPr>
            <a:xfrm>
              <a:off x="8677986" y="2342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7" name="pt41677"/>
            <p:cNvSpPr/>
            <p:nvPr/>
          </p:nvSpPr>
          <p:spPr>
            <a:xfrm>
              <a:off x="8815695" y="2056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8" name="pt41678"/>
            <p:cNvSpPr/>
            <p:nvPr/>
          </p:nvSpPr>
          <p:spPr>
            <a:xfrm>
              <a:off x="8434097" y="2540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9" name="pt41679"/>
            <p:cNvSpPr/>
            <p:nvPr/>
          </p:nvSpPr>
          <p:spPr>
            <a:xfrm>
              <a:off x="8919104" y="2357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0" name="pt41680"/>
            <p:cNvSpPr/>
            <p:nvPr/>
          </p:nvSpPr>
          <p:spPr>
            <a:xfrm>
              <a:off x="9064541" y="1770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1" name="pt41681"/>
            <p:cNvSpPr/>
            <p:nvPr/>
          </p:nvSpPr>
          <p:spPr>
            <a:xfrm>
              <a:off x="9024978" y="2124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2" name="pt41682"/>
            <p:cNvSpPr/>
            <p:nvPr/>
          </p:nvSpPr>
          <p:spPr>
            <a:xfrm>
              <a:off x="8996835" y="2020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3" name="pt41683"/>
            <p:cNvSpPr/>
            <p:nvPr/>
          </p:nvSpPr>
          <p:spPr>
            <a:xfrm>
              <a:off x="9377920" y="2103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4" name="pt41684"/>
            <p:cNvSpPr/>
            <p:nvPr/>
          </p:nvSpPr>
          <p:spPr>
            <a:xfrm>
              <a:off x="9663884" y="2628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5" name="pt41685"/>
            <p:cNvSpPr/>
            <p:nvPr/>
          </p:nvSpPr>
          <p:spPr>
            <a:xfrm>
              <a:off x="8312152" y="2433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6" name="pt41686"/>
            <p:cNvSpPr/>
            <p:nvPr/>
          </p:nvSpPr>
          <p:spPr>
            <a:xfrm>
              <a:off x="8977900" y="2349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7" name="pt41687"/>
            <p:cNvSpPr/>
            <p:nvPr/>
          </p:nvSpPr>
          <p:spPr>
            <a:xfrm>
              <a:off x="8932540" y="2016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8" name="pt41688"/>
            <p:cNvSpPr/>
            <p:nvPr/>
          </p:nvSpPr>
          <p:spPr>
            <a:xfrm>
              <a:off x="8434097" y="2408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9" name="pt41689"/>
            <p:cNvSpPr/>
            <p:nvPr/>
          </p:nvSpPr>
          <p:spPr>
            <a:xfrm>
              <a:off x="8717243" y="2342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0" name="pt41690"/>
            <p:cNvSpPr/>
            <p:nvPr/>
          </p:nvSpPr>
          <p:spPr>
            <a:xfrm>
              <a:off x="8532549" y="2401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1" name="pt41691"/>
            <p:cNvSpPr/>
            <p:nvPr/>
          </p:nvSpPr>
          <p:spPr>
            <a:xfrm>
              <a:off x="8935109" y="2175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2" name="pt41692"/>
            <p:cNvSpPr/>
            <p:nvPr/>
          </p:nvSpPr>
          <p:spPr>
            <a:xfrm>
              <a:off x="9057053" y="1747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3" name="pt41693"/>
            <p:cNvSpPr/>
            <p:nvPr/>
          </p:nvSpPr>
          <p:spPr>
            <a:xfrm>
              <a:off x="8717243" y="2193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4" name="pt41694"/>
            <p:cNvSpPr/>
            <p:nvPr/>
          </p:nvSpPr>
          <p:spPr>
            <a:xfrm>
              <a:off x="8654494" y="2527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5" name="pt41695"/>
            <p:cNvSpPr/>
            <p:nvPr/>
          </p:nvSpPr>
          <p:spPr>
            <a:xfrm>
              <a:off x="9200002" y="1996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6" name="pt41696"/>
            <p:cNvSpPr/>
            <p:nvPr/>
          </p:nvSpPr>
          <p:spPr>
            <a:xfrm>
              <a:off x="9291111" y="1864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7" name="pt41697"/>
            <p:cNvSpPr/>
            <p:nvPr/>
          </p:nvSpPr>
          <p:spPr>
            <a:xfrm>
              <a:off x="9366003" y="2271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8" name="pt41698"/>
            <p:cNvSpPr/>
            <p:nvPr/>
          </p:nvSpPr>
          <p:spPr>
            <a:xfrm>
              <a:off x="9028011" y="1631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9" name="pt41699"/>
            <p:cNvSpPr/>
            <p:nvPr/>
          </p:nvSpPr>
          <p:spPr>
            <a:xfrm>
              <a:off x="9415399" y="2034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0" name="pt41700"/>
            <p:cNvSpPr/>
            <p:nvPr/>
          </p:nvSpPr>
          <p:spPr>
            <a:xfrm>
              <a:off x="8473354" y="239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1" name="pt41701"/>
            <p:cNvSpPr/>
            <p:nvPr/>
          </p:nvSpPr>
          <p:spPr>
            <a:xfrm>
              <a:off x="8576763" y="2260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2" name="pt41702"/>
            <p:cNvSpPr/>
            <p:nvPr/>
          </p:nvSpPr>
          <p:spPr>
            <a:xfrm>
              <a:off x="9087421" y="1752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3" name="pt41703"/>
            <p:cNvSpPr/>
            <p:nvPr/>
          </p:nvSpPr>
          <p:spPr>
            <a:xfrm>
              <a:off x="8979888" y="2226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4" name="pt41704"/>
            <p:cNvSpPr/>
            <p:nvPr/>
          </p:nvSpPr>
          <p:spPr>
            <a:xfrm>
              <a:off x="8612066" y="2342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5" name="pt41705"/>
            <p:cNvSpPr/>
            <p:nvPr/>
          </p:nvSpPr>
          <p:spPr>
            <a:xfrm>
              <a:off x="9144612" y="1979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6" name="pt41706"/>
            <p:cNvSpPr/>
            <p:nvPr/>
          </p:nvSpPr>
          <p:spPr>
            <a:xfrm>
              <a:off x="8788576" y="2224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7" name="pt41707"/>
            <p:cNvSpPr/>
            <p:nvPr/>
          </p:nvSpPr>
          <p:spPr>
            <a:xfrm>
              <a:off x="8576763" y="2237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8" name="pt41708"/>
            <p:cNvSpPr/>
            <p:nvPr/>
          </p:nvSpPr>
          <p:spPr>
            <a:xfrm>
              <a:off x="8383485" y="241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9" name="pt41709"/>
            <p:cNvSpPr/>
            <p:nvPr/>
          </p:nvSpPr>
          <p:spPr>
            <a:xfrm>
              <a:off x="9018749" y="1938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0" name="pt41710"/>
            <p:cNvSpPr/>
            <p:nvPr/>
          </p:nvSpPr>
          <p:spPr>
            <a:xfrm>
              <a:off x="8987622" y="2263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1" name="pt41711"/>
            <p:cNvSpPr/>
            <p:nvPr/>
          </p:nvSpPr>
          <p:spPr>
            <a:xfrm>
              <a:off x="8901496" y="1884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2" name="pt41712"/>
            <p:cNvSpPr/>
            <p:nvPr/>
          </p:nvSpPr>
          <p:spPr>
            <a:xfrm>
              <a:off x="8741831" y="2231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3" name="pt41713"/>
            <p:cNvSpPr/>
            <p:nvPr/>
          </p:nvSpPr>
          <p:spPr>
            <a:xfrm>
              <a:off x="8312152" y="2242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4" name="pt41714"/>
            <p:cNvSpPr/>
            <p:nvPr/>
          </p:nvSpPr>
          <p:spPr>
            <a:xfrm>
              <a:off x="8312152" y="2556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5" name="pt41715"/>
            <p:cNvSpPr/>
            <p:nvPr/>
          </p:nvSpPr>
          <p:spPr>
            <a:xfrm>
              <a:off x="8881929" y="2239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6" name="pt41716"/>
            <p:cNvSpPr/>
            <p:nvPr/>
          </p:nvSpPr>
          <p:spPr>
            <a:xfrm>
              <a:off x="9253280" y="2049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7" name="pt41717"/>
            <p:cNvSpPr/>
            <p:nvPr/>
          </p:nvSpPr>
          <p:spPr>
            <a:xfrm>
              <a:off x="8688651" y="2362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8" name="pt41718"/>
            <p:cNvSpPr/>
            <p:nvPr/>
          </p:nvSpPr>
          <p:spPr>
            <a:xfrm>
              <a:off x="8688651" y="2340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9" name="pt41719"/>
            <p:cNvSpPr/>
            <p:nvPr/>
          </p:nvSpPr>
          <p:spPr>
            <a:xfrm>
              <a:off x="8954408" y="1842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0" name="pt41720"/>
            <p:cNvSpPr/>
            <p:nvPr/>
          </p:nvSpPr>
          <p:spPr>
            <a:xfrm>
              <a:off x="9062080" y="1738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1" name="pt41721"/>
            <p:cNvSpPr/>
            <p:nvPr/>
          </p:nvSpPr>
          <p:spPr>
            <a:xfrm>
              <a:off x="9167813" y="2019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2" name="pt41722"/>
            <p:cNvSpPr/>
            <p:nvPr/>
          </p:nvSpPr>
          <p:spPr>
            <a:xfrm>
              <a:off x="9329422" y="2160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3" name="pt41723"/>
            <p:cNvSpPr/>
            <p:nvPr/>
          </p:nvSpPr>
          <p:spPr>
            <a:xfrm>
              <a:off x="8595298" y="2264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4" name="pt41724"/>
            <p:cNvSpPr/>
            <p:nvPr/>
          </p:nvSpPr>
          <p:spPr>
            <a:xfrm>
              <a:off x="9005590" y="1860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5" name="pt41725"/>
            <p:cNvSpPr/>
            <p:nvPr/>
          </p:nvSpPr>
          <p:spPr>
            <a:xfrm>
              <a:off x="9008973" y="1809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6" name="pt41726"/>
            <p:cNvSpPr/>
            <p:nvPr/>
          </p:nvSpPr>
          <p:spPr>
            <a:xfrm>
              <a:off x="9109567" y="1768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7" name="pt41727"/>
            <p:cNvSpPr/>
            <p:nvPr/>
          </p:nvSpPr>
          <p:spPr>
            <a:xfrm>
              <a:off x="8859909" y="2043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8" name="pt41728"/>
            <p:cNvSpPr/>
            <p:nvPr/>
          </p:nvSpPr>
          <p:spPr>
            <a:xfrm>
              <a:off x="8677986" y="2264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9" name="pt41729"/>
            <p:cNvSpPr/>
            <p:nvPr/>
          </p:nvSpPr>
          <p:spPr>
            <a:xfrm>
              <a:off x="8312152" y="245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0" name="pt41730"/>
            <p:cNvSpPr/>
            <p:nvPr/>
          </p:nvSpPr>
          <p:spPr>
            <a:xfrm>
              <a:off x="8788576" y="2428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1" name="pt41731"/>
            <p:cNvSpPr/>
            <p:nvPr/>
          </p:nvSpPr>
          <p:spPr>
            <a:xfrm>
              <a:off x="8820652" y="2128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2" name="pt41732"/>
            <p:cNvSpPr/>
            <p:nvPr/>
          </p:nvSpPr>
          <p:spPr>
            <a:xfrm>
              <a:off x="8947416" y="1928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3" name="pt41733"/>
            <p:cNvSpPr/>
            <p:nvPr/>
          </p:nvSpPr>
          <p:spPr>
            <a:xfrm>
              <a:off x="8312152" y="22146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4" name="pt41734"/>
            <p:cNvSpPr/>
            <p:nvPr/>
          </p:nvSpPr>
          <p:spPr>
            <a:xfrm>
              <a:off x="9347687" y="2093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5" name="pt41735"/>
            <p:cNvSpPr/>
            <p:nvPr/>
          </p:nvSpPr>
          <p:spPr>
            <a:xfrm>
              <a:off x="9005590" y="1781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6" name="pt41736"/>
            <p:cNvSpPr/>
            <p:nvPr/>
          </p:nvSpPr>
          <p:spPr>
            <a:xfrm>
              <a:off x="8576763" y="2410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7" name="pt41737"/>
            <p:cNvSpPr/>
            <p:nvPr/>
          </p:nvSpPr>
          <p:spPr>
            <a:xfrm>
              <a:off x="8916289" y="2066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8" name="pt41738"/>
            <p:cNvSpPr/>
            <p:nvPr/>
          </p:nvSpPr>
          <p:spPr>
            <a:xfrm>
              <a:off x="9121452" y="2030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9" name="pt41739"/>
            <p:cNvSpPr/>
            <p:nvPr/>
          </p:nvSpPr>
          <p:spPr>
            <a:xfrm>
              <a:off x="8763400" y="2087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0" name="pt41740"/>
            <p:cNvSpPr/>
            <p:nvPr/>
          </p:nvSpPr>
          <p:spPr>
            <a:xfrm>
              <a:off x="8505430" y="2279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1" name="pt41741"/>
            <p:cNvSpPr/>
            <p:nvPr/>
          </p:nvSpPr>
          <p:spPr>
            <a:xfrm>
              <a:off x="8776438" y="2048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2" name="pt41742"/>
            <p:cNvSpPr/>
            <p:nvPr/>
          </p:nvSpPr>
          <p:spPr>
            <a:xfrm>
              <a:off x="8505430" y="2340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3" name="pt41743"/>
            <p:cNvSpPr/>
            <p:nvPr/>
          </p:nvSpPr>
          <p:spPr>
            <a:xfrm>
              <a:off x="8863776" y="2184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4" name="pt41744"/>
            <p:cNvSpPr/>
            <p:nvPr/>
          </p:nvSpPr>
          <p:spPr>
            <a:xfrm>
              <a:off x="8749319" y="1840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5" name="pt41745"/>
            <p:cNvSpPr/>
            <p:nvPr/>
          </p:nvSpPr>
          <p:spPr>
            <a:xfrm>
              <a:off x="9214649" y="2338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6" name="pt41746"/>
            <p:cNvSpPr/>
            <p:nvPr/>
          </p:nvSpPr>
          <p:spPr>
            <a:xfrm>
              <a:off x="8734011" y="2252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7" name="pt41747"/>
            <p:cNvSpPr/>
            <p:nvPr/>
          </p:nvSpPr>
          <p:spPr>
            <a:xfrm>
              <a:off x="9143835" y="1929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8" name="pt41748"/>
            <p:cNvSpPr/>
            <p:nvPr/>
          </p:nvSpPr>
          <p:spPr>
            <a:xfrm>
              <a:off x="8874891" y="2267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9" name="pt41749"/>
            <p:cNvSpPr/>
            <p:nvPr/>
          </p:nvSpPr>
          <p:spPr>
            <a:xfrm>
              <a:off x="8595298" y="2325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0" name="pt41750"/>
            <p:cNvSpPr/>
            <p:nvPr/>
          </p:nvSpPr>
          <p:spPr>
            <a:xfrm>
              <a:off x="9700990" y="1783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1" name="pt41751"/>
            <p:cNvSpPr/>
            <p:nvPr/>
          </p:nvSpPr>
          <p:spPr>
            <a:xfrm>
              <a:off x="9003873" y="2087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2" name="pt41752"/>
            <p:cNvSpPr/>
            <p:nvPr/>
          </p:nvSpPr>
          <p:spPr>
            <a:xfrm>
              <a:off x="9202808" y="214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3" name="pt41753"/>
            <p:cNvSpPr/>
            <p:nvPr/>
          </p:nvSpPr>
          <p:spPr>
            <a:xfrm>
              <a:off x="9666217" y="1850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4" name="pt41754"/>
            <p:cNvSpPr/>
            <p:nvPr/>
          </p:nvSpPr>
          <p:spPr>
            <a:xfrm>
              <a:off x="8708219" y="2251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5" name="pt41755"/>
            <p:cNvSpPr/>
            <p:nvPr/>
          </p:nvSpPr>
          <p:spPr>
            <a:xfrm>
              <a:off x="9299019" y="2075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6" name="pt41756"/>
            <p:cNvSpPr/>
            <p:nvPr/>
          </p:nvSpPr>
          <p:spPr>
            <a:xfrm>
              <a:off x="8805344" y="2018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7" name="pt41757"/>
            <p:cNvSpPr/>
            <p:nvPr/>
          </p:nvSpPr>
          <p:spPr>
            <a:xfrm>
              <a:off x="9162993" y="2273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8" name="pt41758"/>
            <p:cNvSpPr/>
            <p:nvPr/>
          </p:nvSpPr>
          <p:spPr>
            <a:xfrm>
              <a:off x="9879673" y="2377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9" name="pt41759"/>
            <p:cNvSpPr/>
            <p:nvPr/>
          </p:nvSpPr>
          <p:spPr>
            <a:xfrm>
              <a:off x="8895213" y="2177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0" name="pt41760"/>
            <p:cNvSpPr/>
            <p:nvPr/>
          </p:nvSpPr>
          <p:spPr>
            <a:xfrm>
              <a:off x="8473354" y="2042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1" name="pt41761"/>
            <p:cNvSpPr/>
            <p:nvPr/>
          </p:nvSpPr>
          <p:spPr>
            <a:xfrm>
              <a:off x="8688651" y="2370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2" name="pt41762"/>
            <p:cNvSpPr/>
            <p:nvPr/>
          </p:nvSpPr>
          <p:spPr>
            <a:xfrm>
              <a:off x="8961132" y="2100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3" name="pt41763"/>
            <p:cNvSpPr/>
            <p:nvPr/>
          </p:nvSpPr>
          <p:spPr>
            <a:xfrm>
              <a:off x="8971798" y="2006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4" name="pt41764"/>
            <p:cNvSpPr/>
            <p:nvPr/>
          </p:nvSpPr>
          <p:spPr>
            <a:xfrm>
              <a:off x="8913428" y="2178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5" name="pt41765"/>
            <p:cNvSpPr/>
            <p:nvPr/>
          </p:nvSpPr>
          <p:spPr>
            <a:xfrm>
              <a:off x="8810596" y="2294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6" name="pt41766"/>
            <p:cNvSpPr/>
            <p:nvPr/>
          </p:nvSpPr>
          <p:spPr>
            <a:xfrm>
              <a:off x="9351314" y="2057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7" name="pt41767"/>
            <p:cNvSpPr/>
            <p:nvPr/>
          </p:nvSpPr>
          <p:spPr>
            <a:xfrm>
              <a:off x="9110510" y="1702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8" name="pt41768"/>
            <p:cNvSpPr/>
            <p:nvPr/>
          </p:nvSpPr>
          <p:spPr>
            <a:xfrm>
              <a:off x="8434097" y="2438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9" name="pt41769"/>
            <p:cNvSpPr/>
            <p:nvPr/>
          </p:nvSpPr>
          <p:spPr>
            <a:xfrm>
              <a:off x="9217232" y="2088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0" name="pt41770"/>
            <p:cNvSpPr/>
            <p:nvPr/>
          </p:nvSpPr>
          <p:spPr>
            <a:xfrm>
              <a:off x="9536594" y="1771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1" name="pt41771"/>
            <p:cNvSpPr/>
            <p:nvPr/>
          </p:nvSpPr>
          <p:spPr>
            <a:xfrm>
              <a:off x="9020327" y="1883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2" name="pt41772"/>
            <p:cNvSpPr/>
            <p:nvPr/>
          </p:nvSpPr>
          <p:spPr>
            <a:xfrm>
              <a:off x="9332911" y="2213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3" name="pt41773"/>
            <p:cNvSpPr/>
            <p:nvPr/>
          </p:nvSpPr>
          <p:spPr>
            <a:xfrm>
              <a:off x="8688651" y="2330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4" name="pt41774"/>
            <p:cNvSpPr/>
            <p:nvPr/>
          </p:nvSpPr>
          <p:spPr>
            <a:xfrm>
              <a:off x="9055774" y="1631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5" name="pt41775"/>
            <p:cNvSpPr/>
            <p:nvPr/>
          </p:nvSpPr>
          <p:spPr>
            <a:xfrm>
              <a:off x="9480986" y="2099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6" name="pt41776"/>
            <p:cNvSpPr/>
            <p:nvPr/>
          </p:nvSpPr>
          <p:spPr>
            <a:xfrm>
              <a:off x="8989504" y="2245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7" name="pt41777"/>
            <p:cNvSpPr/>
            <p:nvPr/>
          </p:nvSpPr>
          <p:spPr>
            <a:xfrm>
              <a:off x="9301578" y="2058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8" name="pt41778"/>
            <p:cNvSpPr/>
            <p:nvPr/>
          </p:nvSpPr>
          <p:spPr>
            <a:xfrm>
              <a:off x="9045188" y="2051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9" name="pt41779"/>
            <p:cNvSpPr/>
            <p:nvPr/>
          </p:nvSpPr>
          <p:spPr>
            <a:xfrm>
              <a:off x="8505430" y="2427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0" name="pt41780"/>
            <p:cNvSpPr/>
            <p:nvPr/>
          </p:nvSpPr>
          <p:spPr>
            <a:xfrm>
              <a:off x="8576763" y="2279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1" name="pt41781"/>
            <p:cNvSpPr/>
            <p:nvPr/>
          </p:nvSpPr>
          <p:spPr>
            <a:xfrm>
              <a:off x="8810596" y="2059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2" name="pt41782"/>
            <p:cNvSpPr/>
            <p:nvPr/>
          </p:nvSpPr>
          <p:spPr>
            <a:xfrm>
              <a:off x="8576763" y="2371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3" name="pt41783"/>
            <p:cNvSpPr/>
            <p:nvPr/>
          </p:nvSpPr>
          <p:spPr>
            <a:xfrm>
              <a:off x="9051878" y="1838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4" name="pt41784"/>
            <p:cNvSpPr/>
            <p:nvPr/>
          </p:nvSpPr>
          <p:spPr>
            <a:xfrm>
              <a:off x="8799930" y="2229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5" name="pt41785"/>
            <p:cNvSpPr/>
            <p:nvPr/>
          </p:nvSpPr>
          <p:spPr>
            <a:xfrm>
              <a:off x="9135057" y="2051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6" name="pt41786"/>
            <p:cNvSpPr/>
            <p:nvPr/>
          </p:nvSpPr>
          <p:spPr>
            <a:xfrm>
              <a:off x="9066967" y="2301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7" name="pt41787"/>
            <p:cNvSpPr/>
            <p:nvPr/>
          </p:nvSpPr>
          <p:spPr>
            <a:xfrm>
              <a:off x="9049233" y="1874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8" name="pt41788"/>
            <p:cNvSpPr/>
            <p:nvPr/>
          </p:nvSpPr>
          <p:spPr>
            <a:xfrm>
              <a:off x="9124084" y="211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9" name="pt41789"/>
            <p:cNvSpPr/>
            <p:nvPr/>
          </p:nvSpPr>
          <p:spPr>
            <a:xfrm>
              <a:off x="8847771" y="2160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0" name="pt41790"/>
            <p:cNvSpPr/>
            <p:nvPr/>
          </p:nvSpPr>
          <p:spPr>
            <a:xfrm>
              <a:off x="8867559" y="2074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1" name="pt41791"/>
            <p:cNvSpPr/>
            <p:nvPr/>
          </p:nvSpPr>
          <p:spPr>
            <a:xfrm>
              <a:off x="8782612" y="2240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2" name="pt41792"/>
            <p:cNvSpPr/>
            <p:nvPr/>
          </p:nvSpPr>
          <p:spPr>
            <a:xfrm>
              <a:off x="8576763" y="2379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3" name="pt41793"/>
            <p:cNvSpPr/>
            <p:nvPr/>
          </p:nvSpPr>
          <p:spPr>
            <a:xfrm>
              <a:off x="9310856" y="1820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4" name="pt41794"/>
            <p:cNvSpPr/>
            <p:nvPr/>
          </p:nvSpPr>
          <p:spPr>
            <a:xfrm>
              <a:off x="8788576" y="2239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5" name="pt41795"/>
            <p:cNvSpPr/>
            <p:nvPr/>
          </p:nvSpPr>
          <p:spPr>
            <a:xfrm>
              <a:off x="9349631" y="2170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6" name="pt41796"/>
            <p:cNvSpPr/>
            <p:nvPr/>
          </p:nvSpPr>
          <p:spPr>
            <a:xfrm>
              <a:off x="8741831" y="2206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7" name="pt41797"/>
            <p:cNvSpPr/>
            <p:nvPr/>
          </p:nvSpPr>
          <p:spPr>
            <a:xfrm>
              <a:off x="9371637" y="2119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8" name="pt41798"/>
            <p:cNvSpPr/>
            <p:nvPr/>
          </p:nvSpPr>
          <p:spPr>
            <a:xfrm>
              <a:off x="8881929" y="2210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9" name="pt41799"/>
            <p:cNvSpPr/>
            <p:nvPr/>
          </p:nvSpPr>
          <p:spPr>
            <a:xfrm>
              <a:off x="8505430" y="2305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0" name="pt41800"/>
            <p:cNvSpPr/>
            <p:nvPr/>
          </p:nvSpPr>
          <p:spPr>
            <a:xfrm>
              <a:off x="9139900" y="2082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1" name="pt41801"/>
            <p:cNvSpPr/>
            <p:nvPr/>
          </p:nvSpPr>
          <p:spPr>
            <a:xfrm>
              <a:off x="8505430" y="2441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2" name="pt41802"/>
            <p:cNvSpPr/>
            <p:nvPr/>
          </p:nvSpPr>
          <p:spPr>
            <a:xfrm>
              <a:off x="8810596" y="2265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3" name="pt41803"/>
            <p:cNvSpPr/>
            <p:nvPr/>
          </p:nvSpPr>
          <p:spPr>
            <a:xfrm>
              <a:off x="8383485" y="2199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4" name="pt41804"/>
            <p:cNvSpPr/>
            <p:nvPr/>
          </p:nvSpPr>
          <p:spPr>
            <a:xfrm>
              <a:off x="9448910" y="1837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5" name="pt41805"/>
            <p:cNvSpPr/>
            <p:nvPr/>
          </p:nvSpPr>
          <p:spPr>
            <a:xfrm>
              <a:off x="8556041" y="2410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6" name="pt41806"/>
            <p:cNvSpPr/>
            <p:nvPr/>
          </p:nvSpPr>
          <p:spPr>
            <a:xfrm>
              <a:off x="9190113" y="1934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7" name="pt41807"/>
            <p:cNvSpPr/>
            <p:nvPr/>
          </p:nvSpPr>
          <p:spPr>
            <a:xfrm>
              <a:off x="8505430" y="2428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8" name="pt41808"/>
            <p:cNvSpPr/>
            <p:nvPr/>
          </p:nvSpPr>
          <p:spPr>
            <a:xfrm>
              <a:off x="8717243" y="2258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9" name="pt41809"/>
            <p:cNvSpPr/>
            <p:nvPr/>
          </p:nvSpPr>
          <p:spPr>
            <a:xfrm>
              <a:off x="9318519" y="1867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0" name="pt41810"/>
            <p:cNvSpPr/>
            <p:nvPr/>
          </p:nvSpPr>
          <p:spPr>
            <a:xfrm>
              <a:off x="9116066" y="1692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1" name="pt41811"/>
            <p:cNvSpPr/>
            <p:nvPr/>
          </p:nvSpPr>
          <p:spPr>
            <a:xfrm>
              <a:off x="9116975" y="1757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2" name="pt41812"/>
            <p:cNvSpPr/>
            <p:nvPr/>
          </p:nvSpPr>
          <p:spPr>
            <a:xfrm>
              <a:off x="8434097" y="2422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3" name="pt41813"/>
            <p:cNvSpPr/>
            <p:nvPr/>
          </p:nvSpPr>
          <p:spPr>
            <a:xfrm>
              <a:off x="9003873" y="2005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4" name="pt41814"/>
            <p:cNvSpPr/>
            <p:nvPr/>
          </p:nvSpPr>
          <p:spPr>
            <a:xfrm>
              <a:off x="9452717" y="1772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5" name="pt41815"/>
            <p:cNvSpPr/>
            <p:nvPr/>
          </p:nvSpPr>
          <p:spPr>
            <a:xfrm>
              <a:off x="9087421" y="1746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6" name="pt41816"/>
            <p:cNvSpPr/>
            <p:nvPr/>
          </p:nvSpPr>
          <p:spPr>
            <a:xfrm>
              <a:off x="8741831" y="2255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7" name="pt41817"/>
            <p:cNvSpPr/>
            <p:nvPr/>
          </p:nvSpPr>
          <p:spPr>
            <a:xfrm>
              <a:off x="8473354" y="217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8" name="pt41818"/>
            <p:cNvSpPr/>
            <p:nvPr/>
          </p:nvSpPr>
          <p:spPr>
            <a:xfrm>
              <a:off x="8312152" y="2428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9" name="pt41819"/>
            <p:cNvSpPr/>
            <p:nvPr/>
          </p:nvSpPr>
          <p:spPr>
            <a:xfrm>
              <a:off x="9244278" y="1962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0" name="pt41820"/>
            <p:cNvSpPr/>
            <p:nvPr/>
          </p:nvSpPr>
          <p:spPr>
            <a:xfrm>
              <a:off x="8945023" y="1813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1" name="pt41821"/>
            <p:cNvSpPr/>
            <p:nvPr/>
          </p:nvSpPr>
          <p:spPr>
            <a:xfrm>
              <a:off x="9433552" y="1975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2" name="pt41822"/>
            <p:cNvSpPr/>
            <p:nvPr/>
          </p:nvSpPr>
          <p:spPr>
            <a:xfrm>
              <a:off x="9489373" y="2623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3" name="pt41823"/>
            <p:cNvSpPr/>
            <p:nvPr/>
          </p:nvSpPr>
          <p:spPr>
            <a:xfrm>
              <a:off x="9346461" y="2163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4" name="pt41824"/>
            <p:cNvSpPr/>
            <p:nvPr/>
          </p:nvSpPr>
          <p:spPr>
            <a:xfrm>
              <a:off x="8995031" y="2066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5" name="pt41825"/>
            <p:cNvSpPr/>
            <p:nvPr/>
          </p:nvSpPr>
          <p:spPr>
            <a:xfrm>
              <a:off x="9053186" y="1680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6" name="pt41826"/>
            <p:cNvSpPr/>
            <p:nvPr/>
          </p:nvSpPr>
          <p:spPr>
            <a:xfrm>
              <a:off x="9726386" y="2340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7" name="pt41827"/>
            <p:cNvSpPr/>
            <p:nvPr/>
          </p:nvSpPr>
          <p:spPr>
            <a:xfrm>
              <a:off x="8954408" y="1893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8" name="pt41828"/>
            <p:cNvSpPr/>
            <p:nvPr/>
          </p:nvSpPr>
          <p:spPr>
            <a:xfrm>
              <a:off x="8782612" y="2252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9" name="pt41829"/>
            <p:cNvSpPr/>
            <p:nvPr/>
          </p:nvSpPr>
          <p:spPr>
            <a:xfrm>
              <a:off x="9349631" y="2144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0" name="pt41830"/>
            <p:cNvSpPr/>
            <p:nvPr/>
          </p:nvSpPr>
          <p:spPr>
            <a:xfrm>
              <a:off x="9238466" y="1924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1" name="pt41831"/>
            <p:cNvSpPr/>
            <p:nvPr/>
          </p:nvSpPr>
          <p:spPr>
            <a:xfrm>
              <a:off x="9175781" y="2071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2" name="pt41832"/>
            <p:cNvSpPr/>
            <p:nvPr/>
          </p:nvSpPr>
          <p:spPr>
            <a:xfrm>
              <a:off x="9171842" y="2038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3" name="pt41833"/>
            <p:cNvSpPr/>
            <p:nvPr/>
          </p:nvSpPr>
          <p:spPr>
            <a:xfrm>
              <a:off x="9168491" y="216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4" name="pt41834"/>
            <p:cNvSpPr/>
            <p:nvPr/>
          </p:nvSpPr>
          <p:spPr>
            <a:xfrm>
              <a:off x="8595298" y="224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5" name="pt41835"/>
            <p:cNvSpPr/>
            <p:nvPr/>
          </p:nvSpPr>
          <p:spPr>
            <a:xfrm>
              <a:off x="8434097" y="2308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6" name="pt41836"/>
            <p:cNvSpPr/>
            <p:nvPr/>
          </p:nvSpPr>
          <p:spPr>
            <a:xfrm>
              <a:off x="8756500" y="2149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7" name="pt41837"/>
            <p:cNvSpPr/>
            <p:nvPr/>
          </p:nvSpPr>
          <p:spPr>
            <a:xfrm>
              <a:off x="8996835" y="1931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8" name="pt41838"/>
            <p:cNvSpPr/>
            <p:nvPr/>
          </p:nvSpPr>
          <p:spPr>
            <a:xfrm>
              <a:off x="9454989" y="203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9" name="pt41839"/>
            <p:cNvSpPr/>
            <p:nvPr/>
          </p:nvSpPr>
          <p:spPr>
            <a:xfrm>
              <a:off x="8901496" y="184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0" name="pt41840"/>
            <p:cNvSpPr/>
            <p:nvPr/>
          </p:nvSpPr>
          <p:spPr>
            <a:xfrm>
              <a:off x="9228169" y="183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1" name="pt41841"/>
            <p:cNvSpPr/>
            <p:nvPr/>
          </p:nvSpPr>
          <p:spPr>
            <a:xfrm>
              <a:off x="8312152" y="2260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2" name="pt41842"/>
            <p:cNvSpPr/>
            <p:nvPr/>
          </p:nvSpPr>
          <p:spPr>
            <a:xfrm>
              <a:off x="8871263" y="2045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3" name="pt41843"/>
            <p:cNvSpPr/>
            <p:nvPr/>
          </p:nvSpPr>
          <p:spPr>
            <a:xfrm>
              <a:off x="9381988" y="2065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4" name="pt41844"/>
            <p:cNvSpPr/>
            <p:nvPr/>
          </p:nvSpPr>
          <p:spPr>
            <a:xfrm>
              <a:off x="8595298" y="2261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5" name="pt41845"/>
            <p:cNvSpPr/>
            <p:nvPr/>
          </p:nvSpPr>
          <p:spPr>
            <a:xfrm>
              <a:off x="9498107" y="2337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6" name="pt41846"/>
            <p:cNvSpPr/>
            <p:nvPr/>
          </p:nvSpPr>
          <p:spPr>
            <a:xfrm>
              <a:off x="8532549" y="2428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7" name="pt41847"/>
            <p:cNvSpPr/>
            <p:nvPr/>
          </p:nvSpPr>
          <p:spPr>
            <a:xfrm>
              <a:off x="8921875" y="2043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8" name="pt41848"/>
            <p:cNvSpPr/>
            <p:nvPr/>
          </p:nvSpPr>
          <p:spPr>
            <a:xfrm>
              <a:off x="9244718" y="2114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9" name="pt41849"/>
            <p:cNvSpPr/>
            <p:nvPr/>
          </p:nvSpPr>
          <p:spPr>
            <a:xfrm>
              <a:off x="9050561" y="1872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0" name="pt41850"/>
            <p:cNvSpPr/>
            <p:nvPr/>
          </p:nvSpPr>
          <p:spPr>
            <a:xfrm>
              <a:off x="9530995" y="265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1" name="pt41851"/>
            <p:cNvSpPr/>
            <p:nvPr/>
          </p:nvSpPr>
          <p:spPr>
            <a:xfrm>
              <a:off x="9121452" y="2218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2" name="pt41852"/>
            <p:cNvSpPr/>
            <p:nvPr/>
          </p:nvSpPr>
          <p:spPr>
            <a:xfrm>
              <a:off x="9080864" y="1884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3" name="pt41853"/>
            <p:cNvSpPr/>
            <p:nvPr/>
          </p:nvSpPr>
          <p:spPr>
            <a:xfrm>
              <a:off x="8717243" y="2235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4" name="pt41854"/>
            <p:cNvSpPr/>
            <p:nvPr/>
          </p:nvSpPr>
          <p:spPr>
            <a:xfrm>
              <a:off x="8954408" y="1859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5" name="pt41855"/>
            <p:cNvSpPr/>
            <p:nvPr/>
          </p:nvSpPr>
          <p:spPr>
            <a:xfrm>
              <a:off x="9047895" y="1904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6" name="pt41856"/>
            <p:cNvSpPr/>
            <p:nvPr/>
          </p:nvSpPr>
          <p:spPr>
            <a:xfrm>
              <a:off x="9028011" y="1769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7" name="pt41857"/>
            <p:cNvSpPr/>
            <p:nvPr/>
          </p:nvSpPr>
          <p:spPr>
            <a:xfrm>
              <a:off x="8981853" y="216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8" name="pt41858"/>
            <p:cNvSpPr/>
            <p:nvPr/>
          </p:nvSpPr>
          <p:spPr>
            <a:xfrm>
              <a:off x="8815695" y="2097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9" name="pt41859"/>
            <p:cNvSpPr/>
            <p:nvPr/>
          </p:nvSpPr>
          <p:spPr>
            <a:xfrm>
              <a:off x="8919104" y="2122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0" name="pt41860"/>
            <p:cNvSpPr/>
            <p:nvPr/>
          </p:nvSpPr>
          <p:spPr>
            <a:xfrm>
              <a:off x="8688651" y="2399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1" name="pt41861"/>
            <p:cNvSpPr/>
            <p:nvPr/>
          </p:nvSpPr>
          <p:spPr>
            <a:xfrm>
              <a:off x="8556041" y="2471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2" name="pt41862"/>
            <p:cNvSpPr/>
            <p:nvPr/>
          </p:nvSpPr>
          <p:spPr>
            <a:xfrm>
              <a:off x="9440320" y="1806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3" name="pt41863"/>
            <p:cNvSpPr/>
            <p:nvPr/>
          </p:nvSpPr>
          <p:spPr>
            <a:xfrm>
              <a:off x="8708219" y="2136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4" name="pt41864"/>
            <p:cNvSpPr/>
            <p:nvPr/>
          </p:nvSpPr>
          <p:spPr>
            <a:xfrm>
              <a:off x="9688802" y="2197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5" name="pt41865"/>
            <p:cNvSpPr/>
            <p:nvPr/>
          </p:nvSpPr>
          <p:spPr>
            <a:xfrm>
              <a:off x="8312152" y="2669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6" name="pt41866"/>
            <p:cNvSpPr/>
            <p:nvPr/>
          </p:nvSpPr>
          <p:spPr>
            <a:xfrm>
              <a:off x="8576763" y="2500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7" name="pt41867"/>
            <p:cNvSpPr/>
            <p:nvPr/>
          </p:nvSpPr>
          <p:spPr>
            <a:xfrm>
              <a:off x="8734011" y="2134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8" name="pt41868"/>
            <p:cNvSpPr/>
            <p:nvPr/>
          </p:nvSpPr>
          <p:spPr>
            <a:xfrm>
              <a:off x="9201130" y="1909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9" name="pt41869"/>
            <p:cNvSpPr/>
            <p:nvPr/>
          </p:nvSpPr>
          <p:spPr>
            <a:xfrm>
              <a:off x="8851911" y="1925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0" name="pt41870"/>
            <p:cNvSpPr/>
            <p:nvPr/>
          </p:nvSpPr>
          <p:spPr>
            <a:xfrm>
              <a:off x="8312152" y="2349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1" name="pt41871"/>
            <p:cNvSpPr/>
            <p:nvPr/>
          </p:nvSpPr>
          <p:spPr>
            <a:xfrm>
              <a:off x="8505430" y="2565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2" name="pt41872"/>
            <p:cNvSpPr/>
            <p:nvPr/>
          </p:nvSpPr>
          <p:spPr>
            <a:xfrm>
              <a:off x="9168491" y="2076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3" name="pt41873"/>
            <p:cNvSpPr/>
            <p:nvPr/>
          </p:nvSpPr>
          <p:spPr>
            <a:xfrm>
              <a:off x="8878445" y="1935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4" name="pt41874"/>
            <p:cNvSpPr/>
            <p:nvPr/>
          </p:nvSpPr>
          <p:spPr>
            <a:xfrm>
              <a:off x="9454989" y="1850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5" name="pt41875"/>
            <p:cNvSpPr/>
            <p:nvPr/>
          </p:nvSpPr>
          <p:spPr>
            <a:xfrm>
              <a:off x="8996835" y="1943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6" name="pt41876"/>
            <p:cNvSpPr/>
            <p:nvPr/>
          </p:nvSpPr>
          <p:spPr>
            <a:xfrm>
              <a:off x="8825472" y="2144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7" name="pt41877"/>
            <p:cNvSpPr/>
            <p:nvPr/>
          </p:nvSpPr>
          <p:spPr>
            <a:xfrm>
              <a:off x="9384781" y="2144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8" name="pt41878"/>
            <p:cNvSpPr/>
            <p:nvPr/>
          </p:nvSpPr>
          <p:spPr>
            <a:xfrm>
              <a:off x="9265000" y="1834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9" name="pt41879"/>
            <p:cNvSpPr/>
            <p:nvPr/>
          </p:nvSpPr>
          <p:spPr>
            <a:xfrm>
              <a:off x="9039647" y="1893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0" name="pt41880"/>
            <p:cNvSpPr/>
            <p:nvPr/>
          </p:nvSpPr>
          <p:spPr>
            <a:xfrm>
              <a:off x="8878445" y="1832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1" name="pt41881"/>
            <p:cNvSpPr/>
            <p:nvPr/>
          </p:nvSpPr>
          <p:spPr>
            <a:xfrm>
              <a:off x="8851911" y="192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2" name="pt41882"/>
            <p:cNvSpPr/>
            <p:nvPr/>
          </p:nvSpPr>
          <p:spPr>
            <a:xfrm>
              <a:off x="8434097" y="2284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3" name="pt41883"/>
            <p:cNvSpPr/>
            <p:nvPr/>
          </p:nvSpPr>
          <p:spPr>
            <a:xfrm>
              <a:off x="8505430" y="2499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4" name="pt41884"/>
            <p:cNvSpPr/>
            <p:nvPr/>
          </p:nvSpPr>
          <p:spPr>
            <a:xfrm>
              <a:off x="8312152" y="2445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5" name="pt41885"/>
            <p:cNvSpPr/>
            <p:nvPr/>
          </p:nvSpPr>
          <p:spPr>
            <a:xfrm>
              <a:off x="9190113" y="1994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6" name="pt41886"/>
            <p:cNvSpPr/>
            <p:nvPr/>
          </p:nvSpPr>
          <p:spPr>
            <a:xfrm>
              <a:off x="8971798" y="2076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7" name="pt41887"/>
            <p:cNvSpPr/>
            <p:nvPr/>
          </p:nvSpPr>
          <p:spPr>
            <a:xfrm>
              <a:off x="8312152" y="2416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8" name="pt41888"/>
            <p:cNvSpPr/>
            <p:nvPr/>
          </p:nvSpPr>
          <p:spPr>
            <a:xfrm>
              <a:off x="8698707" y="2219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9" name="pt41889"/>
            <p:cNvSpPr/>
            <p:nvPr/>
          </p:nvSpPr>
          <p:spPr>
            <a:xfrm>
              <a:off x="9171842" y="2148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0" name="pt41890"/>
            <p:cNvSpPr/>
            <p:nvPr/>
          </p:nvSpPr>
          <p:spPr>
            <a:xfrm>
              <a:off x="8677986" y="2297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1" name="pt41891"/>
            <p:cNvSpPr/>
            <p:nvPr/>
          </p:nvSpPr>
          <p:spPr>
            <a:xfrm>
              <a:off x="8977900" y="2372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2" name="pt41892"/>
            <p:cNvSpPr/>
            <p:nvPr/>
          </p:nvSpPr>
          <p:spPr>
            <a:xfrm>
              <a:off x="9595084" y="2172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3" name="pt41893"/>
            <p:cNvSpPr/>
            <p:nvPr/>
          </p:nvSpPr>
          <p:spPr>
            <a:xfrm>
              <a:off x="9652594" y="2345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4" name="pt41894"/>
            <p:cNvSpPr/>
            <p:nvPr/>
          </p:nvSpPr>
          <p:spPr>
            <a:xfrm>
              <a:off x="8505430" y="2316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5" name="pt41895"/>
            <p:cNvSpPr/>
            <p:nvPr/>
          </p:nvSpPr>
          <p:spPr>
            <a:xfrm>
              <a:off x="8874891" y="1993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6" name="pt41896"/>
            <p:cNvSpPr/>
            <p:nvPr/>
          </p:nvSpPr>
          <p:spPr>
            <a:xfrm>
              <a:off x="8612066" y="2229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7" name="pt41897"/>
            <p:cNvSpPr/>
            <p:nvPr/>
          </p:nvSpPr>
          <p:spPr>
            <a:xfrm>
              <a:off x="9024978" y="1994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8" name="pt41898"/>
            <p:cNvSpPr/>
            <p:nvPr/>
          </p:nvSpPr>
          <p:spPr>
            <a:xfrm>
              <a:off x="9066967" y="2233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9" name="pt41899"/>
            <p:cNvSpPr/>
            <p:nvPr/>
          </p:nvSpPr>
          <p:spPr>
            <a:xfrm>
              <a:off x="8782612" y="222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0" name="pt41900"/>
            <p:cNvSpPr/>
            <p:nvPr/>
          </p:nvSpPr>
          <p:spPr>
            <a:xfrm>
              <a:off x="8654494" y="2471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1" name="pt41901"/>
            <p:cNvSpPr/>
            <p:nvPr/>
          </p:nvSpPr>
          <p:spPr>
            <a:xfrm>
              <a:off x="8708219" y="2352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2" name="pt41902"/>
            <p:cNvSpPr/>
            <p:nvPr/>
          </p:nvSpPr>
          <p:spPr>
            <a:xfrm>
              <a:off x="8907564" y="1642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3" name="pt41903"/>
            <p:cNvSpPr/>
            <p:nvPr/>
          </p:nvSpPr>
          <p:spPr>
            <a:xfrm>
              <a:off x="8987622" y="2244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4" name="pt41904"/>
            <p:cNvSpPr/>
            <p:nvPr/>
          </p:nvSpPr>
          <p:spPr>
            <a:xfrm>
              <a:off x="8383485" y="2410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5" name="pt41905"/>
            <p:cNvSpPr/>
            <p:nvPr/>
          </p:nvSpPr>
          <p:spPr>
            <a:xfrm>
              <a:off x="9062080" y="1776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6" name="pt41906"/>
            <p:cNvSpPr/>
            <p:nvPr/>
          </p:nvSpPr>
          <p:spPr>
            <a:xfrm>
              <a:off x="8878445" y="2054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7" name="pt41907"/>
            <p:cNvSpPr/>
            <p:nvPr/>
          </p:nvSpPr>
          <p:spPr>
            <a:xfrm>
              <a:off x="8805344" y="2026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8" name="pt41908"/>
            <p:cNvSpPr/>
            <p:nvPr/>
          </p:nvSpPr>
          <p:spPr>
            <a:xfrm>
              <a:off x="8741831" y="2251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9" name="pt41909"/>
            <p:cNvSpPr/>
            <p:nvPr/>
          </p:nvSpPr>
          <p:spPr>
            <a:xfrm>
              <a:off x="8947416" y="2027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0" name="pt41910"/>
            <p:cNvSpPr/>
            <p:nvPr/>
          </p:nvSpPr>
          <p:spPr>
            <a:xfrm>
              <a:off x="8981853" y="2316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1" name="pt41911"/>
            <p:cNvSpPr/>
            <p:nvPr/>
          </p:nvSpPr>
          <p:spPr>
            <a:xfrm>
              <a:off x="9076352" y="2158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2" name="pt41912"/>
            <p:cNvSpPr/>
            <p:nvPr/>
          </p:nvSpPr>
          <p:spPr>
            <a:xfrm>
              <a:off x="9498107" y="2613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3" name="pt41913"/>
            <p:cNvSpPr/>
            <p:nvPr/>
          </p:nvSpPr>
          <p:spPr>
            <a:xfrm>
              <a:off x="8473354" y="2349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4" name="pt41914"/>
            <p:cNvSpPr/>
            <p:nvPr/>
          </p:nvSpPr>
          <p:spPr>
            <a:xfrm>
              <a:off x="8874891" y="2139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5" name="pt41915"/>
            <p:cNvSpPr/>
            <p:nvPr/>
          </p:nvSpPr>
          <p:spPr>
            <a:xfrm>
              <a:off x="8851911" y="1931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6" name="pt41916"/>
            <p:cNvSpPr/>
            <p:nvPr/>
          </p:nvSpPr>
          <p:spPr>
            <a:xfrm>
              <a:off x="8434097" y="2393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7" name="pt41917"/>
            <p:cNvSpPr/>
            <p:nvPr/>
          </p:nvSpPr>
          <p:spPr>
            <a:xfrm>
              <a:off x="9069361" y="2218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8" name="pt41918"/>
            <p:cNvSpPr/>
            <p:nvPr/>
          </p:nvSpPr>
          <p:spPr>
            <a:xfrm>
              <a:off x="9124084" y="2071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9" name="pt41919"/>
            <p:cNvSpPr/>
            <p:nvPr/>
          </p:nvSpPr>
          <p:spPr>
            <a:xfrm>
              <a:off x="8874891" y="2124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0" name="pt41920"/>
            <p:cNvSpPr/>
            <p:nvPr/>
          </p:nvSpPr>
          <p:spPr>
            <a:xfrm>
              <a:off x="8383485" y="2469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1" name="pt41921"/>
            <p:cNvSpPr/>
            <p:nvPr/>
          </p:nvSpPr>
          <p:spPr>
            <a:xfrm>
              <a:off x="9201130" y="2040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2" name="pt41922"/>
            <p:cNvSpPr/>
            <p:nvPr/>
          </p:nvSpPr>
          <p:spPr>
            <a:xfrm>
              <a:off x="8434097" y="2345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3" name="pt41923"/>
            <p:cNvSpPr/>
            <p:nvPr/>
          </p:nvSpPr>
          <p:spPr>
            <a:xfrm>
              <a:off x="8473354" y="2252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4" name="pt41924"/>
            <p:cNvSpPr/>
            <p:nvPr/>
          </p:nvSpPr>
          <p:spPr>
            <a:xfrm>
              <a:off x="8851911" y="204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5" name="pt41925"/>
            <p:cNvSpPr/>
            <p:nvPr/>
          </p:nvSpPr>
          <p:spPr>
            <a:xfrm>
              <a:off x="8312152" y="2362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6" name="pt41926"/>
            <p:cNvSpPr/>
            <p:nvPr/>
          </p:nvSpPr>
          <p:spPr>
            <a:xfrm>
              <a:off x="8927288" y="2080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7" name="pt41927"/>
            <p:cNvSpPr/>
            <p:nvPr/>
          </p:nvSpPr>
          <p:spPr>
            <a:xfrm>
              <a:off x="8947416" y="2002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8" name="pt41928"/>
            <p:cNvSpPr/>
            <p:nvPr/>
          </p:nvSpPr>
          <p:spPr>
            <a:xfrm>
              <a:off x="9346461" y="2154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9" name="pt41929"/>
            <p:cNvSpPr/>
            <p:nvPr/>
          </p:nvSpPr>
          <p:spPr>
            <a:xfrm>
              <a:off x="9431288" y="1943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0" name="pt41930"/>
            <p:cNvSpPr/>
            <p:nvPr/>
          </p:nvSpPr>
          <p:spPr>
            <a:xfrm>
              <a:off x="9454989" y="1830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1" name="pt41931"/>
            <p:cNvSpPr/>
            <p:nvPr/>
          </p:nvSpPr>
          <p:spPr>
            <a:xfrm>
              <a:off x="8776438" y="201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2" name="pt41932"/>
            <p:cNvSpPr/>
            <p:nvPr/>
          </p:nvSpPr>
          <p:spPr>
            <a:xfrm>
              <a:off x="9068168" y="2157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3" name="pt41933"/>
            <p:cNvSpPr/>
            <p:nvPr/>
          </p:nvSpPr>
          <p:spPr>
            <a:xfrm>
              <a:off x="8473354" y="2277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4" name="pt41934"/>
            <p:cNvSpPr/>
            <p:nvPr/>
          </p:nvSpPr>
          <p:spPr>
            <a:xfrm>
              <a:off x="8434097" y="2375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5" name="pt41935"/>
            <p:cNvSpPr/>
            <p:nvPr/>
          </p:nvSpPr>
          <p:spPr>
            <a:xfrm>
              <a:off x="8871263" y="1932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6" name="pt41936"/>
            <p:cNvSpPr/>
            <p:nvPr/>
          </p:nvSpPr>
          <p:spPr>
            <a:xfrm>
              <a:off x="9121452" y="2260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7" name="pt41937"/>
            <p:cNvSpPr/>
            <p:nvPr/>
          </p:nvSpPr>
          <p:spPr>
            <a:xfrm>
              <a:off x="8677986" y="2250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8" name="pt41938"/>
            <p:cNvSpPr/>
            <p:nvPr/>
          </p:nvSpPr>
          <p:spPr>
            <a:xfrm>
              <a:off x="9167133" y="2021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9" name="pt41939"/>
            <p:cNvSpPr/>
            <p:nvPr/>
          </p:nvSpPr>
          <p:spPr>
            <a:xfrm>
              <a:off x="8434097" y="2382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0" name="pt41940"/>
            <p:cNvSpPr/>
            <p:nvPr/>
          </p:nvSpPr>
          <p:spPr>
            <a:xfrm>
              <a:off x="8725827" y="2247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1" name="pt41941"/>
            <p:cNvSpPr/>
            <p:nvPr/>
          </p:nvSpPr>
          <p:spPr>
            <a:xfrm>
              <a:off x="9574258" y="2454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2" name="pt41942"/>
            <p:cNvSpPr/>
            <p:nvPr/>
          </p:nvSpPr>
          <p:spPr>
            <a:xfrm>
              <a:off x="8839187" y="2072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3" name="pt41943"/>
            <p:cNvSpPr/>
            <p:nvPr/>
          </p:nvSpPr>
          <p:spPr>
            <a:xfrm>
              <a:off x="8612066" y="2314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4" name="pt41944"/>
            <p:cNvSpPr/>
            <p:nvPr/>
          </p:nvSpPr>
          <p:spPr>
            <a:xfrm>
              <a:off x="9393280" y="1957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5" name="pt41945"/>
            <p:cNvSpPr/>
            <p:nvPr/>
          </p:nvSpPr>
          <p:spPr>
            <a:xfrm>
              <a:off x="9512564" y="2327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6" name="pt41946"/>
            <p:cNvSpPr/>
            <p:nvPr/>
          </p:nvSpPr>
          <p:spPr>
            <a:xfrm>
              <a:off x="8576763" y="2398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7" name="pt41947"/>
            <p:cNvSpPr/>
            <p:nvPr/>
          </p:nvSpPr>
          <p:spPr>
            <a:xfrm>
              <a:off x="9065758" y="2038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8" name="pt41948"/>
            <p:cNvSpPr/>
            <p:nvPr/>
          </p:nvSpPr>
          <p:spPr>
            <a:xfrm>
              <a:off x="9051878" y="1741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9" name="pt41949"/>
            <p:cNvSpPr/>
            <p:nvPr/>
          </p:nvSpPr>
          <p:spPr>
            <a:xfrm>
              <a:off x="9452717" y="2032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0" name="pt41950"/>
            <p:cNvSpPr/>
            <p:nvPr/>
          </p:nvSpPr>
          <p:spPr>
            <a:xfrm>
              <a:off x="8576763" y="2342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1" name="pt41951"/>
            <p:cNvSpPr/>
            <p:nvPr/>
          </p:nvSpPr>
          <p:spPr>
            <a:xfrm>
              <a:off x="9461505" y="2008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2" name="pt41952"/>
            <p:cNvSpPr/>
            <p:nvPr/>
          </p:nvSpPr>
          <p:spPr>
            <a:xfrm>
              <a:off x="9595084" y="2276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3" name="pt41953"/>
            <p:cNvSpPr/>
            <p:nvPr/>
          </p:nvSpPr>
          <p:spPr>
            <a:xfrm>
              <a:off x="9008973" y="1809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4" name="pt41954"/>
            <p:cNvSpPr/>
            <p:nvPr/>
          </p:nvSpPr>
          <p:spPr>
            <a:xfrm>
              <a:off x="8434097" y="2311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5" name="pt41955"/>
            <p:cNvSpPr/>
            <p:nvPr/>
          </p:nvSpPr>
          <p:spPr>
            <a:xfrm>
              <a:off x="9564416" y="2399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6" name="pt41956"/>
            <p:cNvSpPr/>
            <p:nvPr/>
          </p:nvSpPr>
          <p:spPr>
            <a:xfrm>
              <a:off x="9489373" y="2344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7" name="pt41957"/>
            <p:cNvSpPr/>
            <p:nvPr/>
          </p:nvSpPr>
          <p:spPr>
            <a:xfrm>
              <a:off x="8996835" y="1944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8" name="pt41958"/>
            <p:cNvSpPr/>
            <p:nvPr/>
          </p:nvSpPr>
          <p:spPr>
            <a:xfrm>
              <a:off x="9265000" y="2066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9" name="pt41959"/>
            <p:cNvSpPr/>
            <p:nvPr/>
          </p:nvSpPr>
          <p:spPr>
            <a:xfrm>
              <a:off x="8810596" y="2016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0" name="pt41960"/>
            <p:cNvSpPr/>
            <p:nvPr/>
          </p:nvSpPr>
          <p:spPr>
            <a:xfrm>
              <a:off x="8688651" y="2414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1" name="pt41961"/>
            <p:cNvSpPr/>
            <p:nvPr/>
          </p:nvSpPr>
          <p:spPr>
            <a:xfrm>
              <a:off x="8763400" y="2190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2" name="pt41962"/>
            <p:cNvSpPr/>
            <p:nvPr/>
          </p:nvSpPr>
          <p:spPr>
            <a:xfrm>
              <a:off x="8878445" y="2002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3" name="pt41963"/>
            <p:cNvSpPr/>
            <p:nvPr/>
          </p:nvSpPr>
          <p:spPr>
            <a:xfrm>
              <a:off x="8434097" y="2639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4" name="pt41964"/>
            <p:cNvSpPr/>
            <p:nvPr/>
          </p:nvSpPr>
          <p:spPr>
            <a:xfrm>
              <a:off x="8576763" y="2316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5" name="pt41965"/>
            <p:cNvSpPr/>
            <p:nvPr/>
          </p:nvSpPr>
          <p:spPr>
            <a:xfrm>
              <a:off x="8794345" y="2080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6" name="pt41966"/>
            <p:cNvSpPr/>
            <p:nvPr/>
          </p:nvSpPr>
          <p:spPr>
            <a:xfrm>
              <a:off x="9205570" y="2021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7" name="pt41967"/>
            <p:cNvSpPr/>
            <p:nvPr/>
          </p:nvSpPr>
          <p:spPr>
            <a:xfrm>
              <a:off x="8977900" y="2322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8" name="pt41968"/>
            <p:cNvSpPr/>
            <p:nvPr/>
          </p:nvSpPr>
          <p:spPr>
            <a:xfrm>
              <a:off x="8434097" y="2484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9" name="pt41969"/>
            <p:cNvSpPr/>
            <p:nvPr/>
          </p:nvSpPr>
          <p:spPr>
            <a:xfrm>
              <a:off x="8770040" y="2034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0" name="pt41970"/>
            <p:cNvSpPr/>
            <p:nvPr/>
          </p:nvSpPr>
          <p:spPr>
            <a:xfrm>
              <a:off x="9047895" y="1732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1" name="pt41971"/>
            <p:cNvSpPr/>
            <p:nvPr/>
          </p:nvSpPr>
          <p:spPr>
            <a:xfrm>
              <a:off x="9511026" y="238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2" name="pt41972"/>
            <p:cNvSpPr/>
            <p:nvPr/>
          </p:nvSpPr>
          <p:spPr>
            <a:xfrm>
              <a:off x="9045188" y="1838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3" name="pt41973"/>
            <p:cNvSpPr/>
            <p:nvPr/>
          </p:nvSpPr>
          <p:spPr>
            <a:xfrm>
              <a:off x="8627374" y="2327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4" name="pt41974"/>
            <p:cNvSpPr/>
            <p:nvPr/>
          </p:nvSpPr>
          <p:spPr>
            <a:xfrm>
              <a:off x="8612066" y="2283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5" name="pt41975"/>
            <p:cNvSpPr/>
            <p:nvPr/>
          </p:nvSpPr>
          <p:spPr>
            <a:xfrm>
              <a:off x="9386161" y="209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6" name="pt41976"/>
            <p:cNvSpPr/>
            <p:nvPr/>
          </p:nvSpPr>
          <p:spPr>
            <a:xfrm>
              <a:off x="8688651" y="2477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7" name="pt41977"/>
            <p:cNvSpPr/>
            <p:nvPr/>
          </p:nvSpPr>
          <p:spPr>
            <a:xfrm>
              <a:off x="9211498" y="2130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8" name="pt41978"/>
            <p:cNvSpPr/>
            <p:nvPr/>
          </p:nvSpPr>
          <p:spPr>
            <a:xfrm>
              <a:off x="9241172" y="1914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9" name="pt41979"/>
            <p:cNvSpPr/>
            <p:nvPr/>
          </p:nvSpPr>
          <p:spPr>
            <a:xfrm>
              <a:off x="9167813" y="2050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0" name="pt41980"/>
            <p:cNvSpPr/>
            <p:nvPr/>
          </p:nvSpPr>
          <p:spPr>
            <a:xfrm>
              <a:off x="9240724" y="1933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1" name="pt41981"/>
            <p:cNvSpPr/>
            <p:nvPr/>
          </p:nvSpPr>
          <p:spPr>
            <a:xfrm>
              <a:off x="9344232" y="2234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2" name="pt41982"/>
            <p:cNvSpPr/>
            <p:nvPr/>
          </p:nvSpPr>
          <p:spPr>
            <a:xfrm>
              <a:off x="9035373" y="1630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3" name="pt41983"/>
            <p:cNvSpPr/>
            <p:nvPr/>
          </p:nvSpPr>
          <p:spPr>
            <a:xfrm>
              <a:off x="9512564" y="2450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4" name="pt41984"/>
            <p:cNvSpPr/>
            <p:nvPr/>
          </p:nvSpPr>
          <p:spPr>
            <a:xfrm>
              <a:off x="9110510" y="1898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5" name="pt41985"/>
            <p:cNvSpPr/>
            <p:nvPr/>
          </p:nvSpPr>
          <p:spPr>
            <a:xfrm>
              <a:off x="8612066" y="2293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6" name="pt41986"/>
            <p:cNvSpPr/>
            <p:nvPr/>
          </p:nvSpPr>
          <p:spPr>
            <a:xfrm>
              <a:off x="8312152" y="2361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7" name="pt41987"/>
            <p:cNvSpPr/>
            <p:nvPr/>
          </p:nvSpPr>
          <p:spPr>
            <a:xfrm>
              <a:off x="9106706" y="1993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8" name="pt41988"/>
            <p:cNvSpPr/>
            <p:nvPr/>
          </p:nvSpPr>
          <p:spPr>
            <a:xfrm>
              <a:off x="8956678" y="1786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9" name="pt41989"/>
            <p:cNvSpPr/>
            <p:nvPr/>
          </p:nvSpPr>
          <p:spPr>
            <a:xfrm>
              <a:off x="9498107" y="2370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0" name="pt41990"/>
            <p:cNvSpPr/>
            <p:nvPr/>
          </p:nvSpPr>
          <p:spPr>
            <a:xfrm>
              <a:off x="9881517" y="2440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1" name="pt41991"/>
            <p:cNvSpPr/>
            <p:nvPr/>
          </p:nvSpPr>
          <p:spPr>
            <a:xfrm>
              <a:off x="9103798" y="2115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2" name="pt41992"/>
            <p:cNvSpPr/>
            <p:nvPr/>
          </p:nvSpPr>
          <p:spPr>
            <a:xfrm>
              <a:off x="8741831" y="2317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3" name="pt41993"/>
            <p:cNvSpPr/>
            <p:nvPr/>
          </p:nvSpPr>
          <p:spPr>
            <a:xfrm>
              <a:off x="9663884" y="2176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4" name="pt41994"/>
            <p:cNvSpPr/>
            <p:nvPr/>
          </p:nvSpPr>
          <p:spPr>
            <a:xfrm>
              <a:off x="8473354" y="2381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5" name="pt41995"/>
            <p:cNvSpPr/>
            <p:nvPr/>
          </p:nvSpPr>
          <p:spPr>
            <a:xfrm>
              <a:off x="9066967" y="2204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6" name="pt41996"/>
            <p:cNvSpPr/>
            <p:nvPr/>
          </p:nvSpPr>
          <p:spPr>
            <a:xfrm>
              <a:off x="9200002" y="2013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7" name="pt41997"/>
            <p:cNvSpPr/>
            <p:nvPr/>
          </p:nvSpPr>
          <p:spPr>
            <a:xfrm>
              <a:off x="8993208" y="2049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8" name="pt41998"/>
            <p:cNvSpPr/>
            <p:nvPr/>
          </p:nvSpPr>
          <p:spPr>
            <a:xfrm>
              <a:off x="9106706" y="2170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9" name="pt41999"/>
            <p:cNvSpPr/>
            <p:nvPr/>
          </p:nvSpPr>
          <p:spPr>
            <a:xfrm>
              <a:off x="8717243" y="2341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0" name="pt42000"/>
            <p:cNvSpPr/>
            <p:nvPr/>
          </p:nvSpPr>
          <p:spPr>
            <a:xfrm>
              <a:off x="9057053" y="1821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1" name="pt42001"/>
            <p:cNvSpPr/>
            <p:nvPr/>
          </p:nvSpPr>
          <p:spPr>
            <a:xfrm>
              <a:off x="8312152" y="2528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2" name="pt42002"/>
            <p:cNvSpPr/>
            <p:nvPr/>
          </p:nvSpPr>
          <p:spPr>
            <a:xfrm>
              <a:off x="8595298" y="2230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3" name="pt42003"/>
            <p:cNvSpPr/>
            <p:nvPr/>
          </p:nvSpPr>
          <p:spPr>
            <a:xfrm>
              <a:off x="9066967" y="2301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4" name="pt42004"/>
            <p:cNvSpPr/>
            <p:nvPr/>
          </p:nvSpPr>
          <p:spPr>
            <a:xfrm>
              <a:off x="8741831" y="2150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5" name="pt42005"/>
            <p:cNvSpPr/>
            <p:nvPr/>
          </p:nvSpPr>
          <p:spPr>
            <a:xfrm>
              <a:off x="9117880" y="2091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6" name="pt42006"/>
            <p:cNvSpPr/>
            <p:nvPr/>
          </p:nvSpPr>
          <p:spPr>
            <a:xfrm>
              <a:off x="8749319" y="2180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7" name="pt42007"/>
            <p:cNvSpPr/>
            <p:nvPr/>
          </p:nvSpPr>
          <p:spPr>
            <a:xfrm>
              <a:off x="8847771" y="2089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8" name="pt42008"/>
            <p:cNvSpPr/>
            <p:nvPr/>
          </p:nvSpPr>
          <p:spPr>
            <a:xfrm>
              <a:off x="9094774" y="1892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9" name="pt42009"/>
            <p:cNvSpPr/>
            <p:nvPr/>
          </p:nvSpPr>
          <p:spPr>
            <a:xfrm>
              <a:off x="8312152" y="2207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0" name="pt42010"/>
            <p:cNvSpPr/>
            <p:nvPr/>
          </p:nvSpPr>
          <p:spPr>
            <a:xfrm>
              <a:off x="9162993" y="2078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1" name="pt42011"/>
            <p:cNvSpPr/>
            <p:nvPr/>
          </p:nvSpPr>
          <p:spPr>
            <a:xfrm>
              <a:off x="8612066" y="2282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2" name="pt42012"/>
            <p:cNvSpPr/>
            <p:nvPr/>
          </p:nvSpPr>
          <p:spPr>
            <a:xfrm>
              <a:off x="8763400" y="2218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3" name="pt42013"/>
            <p:cNvSpPr/>
            <p:nvPr/>
          </p:nvSpPr>
          <p:spPr>
            <a:xfrm>
              <a:off x="8878445" y="1855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4" name="pt42014"/>
            <p:cNvSpPr/>
            <p:nvPr/>
          </p:nvSpPr>
          <p:spPr>
            <a:xfrm>
              <a:off x="9354634" y="214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5" name="pt42015"/>
            <p:cNvSpPr/>
            <p:nvPr/>
          </p:nvSpPr>
          <p:spPr>
            <a:xfrm>
              <a:off x="8874891" y="2012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6" name="pt42016"/>
            <p:cNvSpPr/>
            <p:nvPr/>
          </p:nvSpPr>
          <p:spPr>
            <a:xfrm>
              <a:off x="8901496" y="1789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7" name="pt42017"/>
            <p:cNvSpPr/>
            <p:nvPr/>
          </p:nvSpPr>
          <p:spPr>
            <a:xfrm>
              <a:off x="9347687" y="2169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8" name="pt42018"/>
            <p:cNvSpPr/>
            <p:nvPr/>
          </p:nvSpPr>
          <p:spPr>
            <a:xfrm>
              <a:off x="9547911" y="1773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9" name="pt42019"/>
            <p:cNvSpPr/>
            <p:nvPr/>
          </p:nvSpPr>
          <p:spPr>
            <a:xfrm>
              <a:off x="8708219" y="2288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0" name="pt42020"/>
            <p:cNvSpPr/>
            <p:nvPr/>
          </p:nvSpPr>
          <p:spPr>
            <a:xfrm>
              <a:off x="8556041" y="2354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1" name="pt42021"/>
            <p:cNvSpPr/>
            <p:nvPr/>
          </p:nvSpPr>
          <p:spPr>
            <a:xfrm>
              <a:off x="8654494" y="2462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2" name="pt42022"/>
            <p:cNvSpPr/>
            <p:nvPr/>
          </p:nvSpPr>
          <p:spPr>
            <a:xfrm>
              <a:off x="8312152" y="2403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3" name="pt42023"/>
            <p:cNvSpPr/>
            <p:nvPr/>
          </p:nvSpPr>
          <p:spPr>
            <a:xfrm>
              <a:off x="8688651" y="2294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4" name="pt42024"/>
            <p:cNvSpPr/>
            <p:nvPr/>
          </p:nvSpPr>
          <p:spPr>
            <a:xfrm>
              <a:off x="8891985" y="2143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5" name="pt42025"/>
            <p:cNvSpPr/>
            <p:nvPr/>
          </p:nvSpPr>
          <p:spPr>
            <a:xfrm>
              <a:off x="9075206" y="2238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6" name="pt42026"/>
            <p:cNvSpPr/>
            <p:nvPr/>
          </p:nvSpPr>
          <p:spPr>
            <a:xfrm>
              <a:off x="8505430" y="2551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7" name="pt42027"/>
            <p:cNvSpPr/>
            <p:nvPr/>
          </p:nvSpPr>
          <p:spPr>
            <a:xfrm>
              <a:off x="9440320" y="1918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8" name="pt42028"/>
            <p:cNvSpPr/>
            <p:nvPr/>
          </p:nvSpPr>
          <p:spPr>
            <a:xfrm>
              <a:off x="9057053" y="1778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9" name="pt42029"/>
            <p:cNvSpPr/>
            <p:nvPr/>
          </p:nvSpPr>
          <p:spPr>
            <a:xfrm>
              <a:off x="9124084" y="2085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0" name="pt42030"/>
            <p:cNvSpPr/>
            <p:nvPr/>
          </p:nvSpPr>
          <p:spPr>
            <a:xfrm>
              <a:off x="9116066" y="1768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1" name="pt42031"/>
            <p:cNvSpPr/>
            <p:nvPr/>
          </p:nvSpPr>
          <p:spPr>
            <a:xfrm>
              <a:off x="9121452" y="1992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2" name="pt42032"/>
            <p:cNvSpPr/>
            <p:nvPr/>
          </p:nvSpPr>
          <p:spPr>
            <a:xfrm>
              <a:off x="8434097" y="2458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3" name="pt42033"/>
            <p:cNvSpPr/>
            <p:nvPr/>
          </p:nvSpPr>
          <p:spPr>
            <a:xfrm>
              <a:off x="8627374" y="2318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4" name="pt42034"/>
            <p:cNvSpPr/>
            <p:nvPr/>
          </p:nvSpPr>
          <p:spPr>
            <a:xfrm>
              <a:off x="8627374" y="212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5" name="pt42035"/>
            <p:cNvSpPr/>
            <p:nvPr/>
          </p:nvSpPr>
          <p:spPr>
            <a:xfrm>
              <a:off x="9366003" y="2080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6" name="pt42036"/>
            <p:cNvSpPr/>
            <p:nvPr/>
          </p:nvSpPr>
          <p:spPr>
            <a:xfrm>
              <a:off x="8855955" y="2091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7" name="pt42037"/>
            <p:cNvSpPr/>
            <p:nvPr/>
          </p:nvSpPr>
          <p:spPr>
            <a:xfrm>
              <a:off x="9749896" y="1762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8" name="pt42038"/>
            <p:cNvSpPr/>
            <p:nvPr/>
          </p:nvSpPr>
          <p:spPr>
            <a:xfrm>
              <a:off x="8383485" y="2272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9" name="pt42039"/>
            <p:cNvSpPr/>
            <p:nvPr/>
          </p:nvSpPr>
          <p:spPr>
            <a:xfrm>
              <a:off x="8312152" y="2478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0" name="pt42040"/>
            <p:cNvSpPr/>
            <p:nvPr/>
          </p:nvSpPr>
          <p:spPr>
            <a:xfrm>
              <a:off x="8927288" y="1918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1" name="pt42041"/>
            <p:cNvSpPr/>
            <p:nvPr/>
          </p:nvSpPr>
          <p:spPr>
            <a:xfrm>
              <a:off x="9303159" y="1854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2" name="pt42042"/>
            <p:cNvSpPr/>
            <p:nvPr/>
          </p:nvSpPr>
          <p:spPr>
            <a:xfrm>
              <a:off x="8993208" y="2171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3" name="pt42043"/>
            <p:cNvSpPr/>
            <p:nvPr/>
          </p:nvSpPr>
          <p:spPr>
            <a:xfrm>
              <a:off x="8312152" y="2456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4" name="pt42044"/>
            <p:cNvSpPr/>
            <p:nvPr/>
          </p:nvSpPr>
          <p:spPr>
            <a:xfrm>
              <a:off x="8627374" y="2345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5" name="pt42045"/>
            <p:cNvSpPr/>
            <p:nvPr/>
          </p:nvSpPr>
          <p:spPr>
            <a:xfrm>
              <a:off x="9167813" y="2068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6" name="pt42046"/>
            <p:cNvSpPr/>
            <p:nvPr/>
          </p:nvSpPr>
          <p:spPr>
            <a:xfrm>
              <a:off x="9279262" y="2122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7" name="pt42047"/>
            <p:cNvSpPr/>
            <p:nvPr/>
          </p:nvSpPr>
          <p:spPr>
            <a:xfrm>
              <a:off x="9652594" y="2308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8" name="pt42048"/>
            <p:cNvSpPr/>
            <p:nvPr/>
          </p:nvSpPr>
          <p:spPr>
            <a:xfrm>
              <a:off x="9095800" y="1999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9" name="pt42049"/>
            <p:cNvSpPr/>
            <p:nvPr/>
          </p:nvSpPr>
          <p:spPr>
            <a:xfrm>
              <a:off x="9003873" y="2002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0" name="pt42050"/>
            <p:cNvSpPr/>
            <p:nvPr/>
          </p:nvSpPr>
          <p:spPr>
            <a:xfrm>
              <a:off x="8312152" y="2459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1" name="pt42051"/>
            <p:cNvSpPr/>
            <p:nvPr/>
          </p:nvSpPr>
          <p:spPr>
            <a:xfrm>
              <a:off x="8505430" y="2391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2" name="pt42052"/>
            <p:cNvSpPr/>
            <p:nvPr/>
          </p:nvSpPr>
          <p:spPr>
            <a:xfrm>
              <a:off x="8312152" y="2448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3" name="pt42053"/>
            <p:cNvSpPr/>
            <p:nvPr/>
          </p:nvSpPr>
          <p:spPr>
            <a:xfrm>
              <a:off x="8794345" y="2157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4" name="pt42054"/>
            <p:cNvSpPr/>
            <p:nvPr/>
          </p:nvSpPr>
          <p:spPr>
            <a:xfrm>
              <a:off x="9143835" y="1990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5" name="pt42055"/>
            <p:cNvSpPr/>
            <p:nvPr/>
          </p:nvSpPr>
          <p:spPr>
            <a:xfrm>
              <a:off x="9146922" y="1992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6" name="pt42056"/>
            <p:cNvSpPr/>
            <p:nvPr/>
          </p:nvSpPr>
          <p:spPr>
            <a:xfrm>
              <a:off x="8717243" y="2205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7" name="pt42057"/>
            <p:cNvSpPr/>
            <p:nvPr/>
          </p:nvSpPr>
          <p:spPr>
            <a:xfrm>
              <a:off x="8830164" y="1993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8" name="pt42058"/>
            <p:cNvSpPr/>
            <p:nvPr/>
          </p:nvSpPr>
          <p:spPr>
            <a:xfrm>
              <a:off x="8859909" y="1945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9" name="pt42059"/>
            <p:cNvSpPr/>
            <p:nvPr/>
          </p:nvSpPr>
          <p:spPr>
            <a:xfrm>
              <a:off x="9090610" y="1771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0" name="pt42060"/>
            <p:cNvSpPr/>
            <p:nvPr/>
          </p:nvSpPr>
          <p:spPr>
            <a:xfrm>
              <a:off x="8312152" y="2354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1" name="pt42061"/>
            <p:cNvSpPr/>
            <p:nvPr/>
          </p:nvSpPr>
          <p:spPr>
            <a:xfrm>
              <a:off x="8904556" y="2152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2" name="pt42062"/>
            <p:cNvSpPr/>
            <p:nvPr/>
          </p:nvSpPr>
          <p:spPr>
            <a:xfrm>
              <a:off x="8434097" y="2272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3" name="pt42063"/>
            <p:cNvSpPr/>
            <p:nvPr/>
          </p:nvSpPr>
          <p:spPr>
            <a:xfrm>
              <a:off x="8434097" y="2422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4" name="pt42064"/>
            <p:cNvSpPr/>
            <p:nvPr/>
          </p:nvSpPr>
          <p:spPr>
            <a:xfrm>
              <a:off x="8839187" y="2161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5" name="pt42065"/>
            <p:cNvSpPr/>
            <p:nvPr/>
          </p:nvSpPr>
          <p:spPr>
            <a:xfrm>
              <a:off x="9489373" y="2635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6" name="pt42066"/>
            <p:cNvSpPr/>
            <p:nvPr/>
          </p:nvSpPr>
          <p:spPr>
            <a:xfrm>
              <a:off x="9003873" y="2051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7" name="pt42067"/>
            <p:cNvSpPr/>
            <p:nvPr/>
          </p:nvSpPr>
          <p:spPr>
            <a:xfrm>
              <a:off x="8859909" y="2157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8" name="pt42068"/>
            <p:cNvSpPr/>
            <p:nvPr/>
          </p:nvSpPr>
          <p:spPr>
            <a:xfrm>
              <a:off x="9324474" y="2097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9" name="pt42069"/>
            <p:cNvSpPr/>
            <p:nvPr/>
          </p:nvSpPr>
          <p:spPr>
            <a:xfrm>
              <a:off x="8312152" y="2429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0" name="pt42070"/>
            <p:cNvSpPr/>
            <p:nvPr/>
          </p:nvSpPr>
          <p:spPr>
            <a:xfrm>
              <a:off x="8383485" y="2368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1" name="pt42071"/>
            <p:cNvSpPr/>
            <p:nvPr/>
          </p:nvSpPr>
          <p:spPr>
            <a:xfrm>
              <a:off x="8505430" y="2412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2" name="pt42072"/>
            <p:cNvSpPr/>
            <p:nvPr/>
          </p:nvSpPr>
          <p:spPr>
            <a:xfrm>
              <a:off x="9178998" y="1857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3" name="pt42073"/>
            <p:cNvSpPr/>
            <p:nvPr/>
          </p:nvSpPr>
          <p:spPr>
            <a:xfrm>
              <a:off x="8776438" y="2069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4" name="pt42074"/>
            <p:cNvSpPr/>
            <p:nvPr/>
          </p:nvSpPr>
          <p:spPr>
            <a:xfrm>
              <a:off x="8881929" y="2179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5" name="pt42075"/>
            <p:cNvSpPr/>
            <p:nvPr/>
          </p:nvSpPr>
          <p:spPr>
            <a:xfrm>
              <a:off x="8895213" y="2323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6" name="pt42076"/>
            <p:cNvSpPr/>
            <p:nvPr/>
          </p:nvSpPr>
          <p:spPr>
            <a:xfrm>
              <a:off x="8782612" y="220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7" name="pt42077"/>
            <p:cNvSpPr/>
            <p:nvPr/>
          </p:nvSpPr>
          <p:spPr>
            <a:xfrm>
              <a:off x="9003873" y="2065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8" name="pt42078"/>
            <p:cNvSpPr/>
            <p:nvPr/>
          </p:nvSpPr>
          <p:spPr>
            <a:xfrm>
              <a:off x="9408964" y="2185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9" name="pt42079"/>
            <p:cNvSpPr/>
            <p:nvPr/>
          </p:nvSpPr>
          <p:spPr>
            <a:xfrm>
              <a:off x="8434097" y="2211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0" name="pt42080"/>
            <p:cNvSpPr/>
            <p:nvPr/>
          </p:nvSpPr>
          <p:spPr>
            <a:xfrm>
              <a:off x="8904556" y="2169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1" name="pt42081"/>
            <p:cNvSpPr/>
            <p:nvPr/>
          </p:nvSpPr>
          <p:spPr>
            <a:xfrm>
              <a:off x="8867559" y="1998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2" name="pt42082"/>
            <p:cNvSpPr/>
            <p:nvPr/>
          </p:nvSpPr>
          <p:spPr>
            <a:xfrm>
              <a:off x="9217232" y="2053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3" name="pt42083"/>
            <p:cNvSpPr/>
            <p:nvPr/>
          </p:nvSpPr>
          <p:spPr>
            <a:xfrm>
              <a:off x="9007289" y="1831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4" name="pt42084"/>
            <p:cNvSpPr/>
            <p:nvPr/>
          </p:nvSpPr>
          <p:spPr>
            <a:xfrm>
              <a:off x="9328879" y="2135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5" name="pt42085"/>
            <p:cNvSpPr/>
            <p:nvPr/>
          </p:nvSpPr>
          <p:spPr>
            <a:xfrm>
              <a:off x="8383485" y="2284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6" name="pt42086"/>
            <p:cNvSpPr/>
            <p:nvPr/>
          </p:nvSpPr>
          <p:spPr>
            <a:xfrm>
              <a:off x="8595298" y="2264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7" name="pt42087"/>
            <p:cNvSpPr/>
            <p:nvPr/>
          </p:nvSpPr>
          <p:spPr>
            <a:xfrm>
              <a:off x="8871263" y="1977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8" name="pt42088"/>
            <p:cNvSpPr/>
            <p:nvPr/>
          </p:nvSpPr>
          <p:spPr>
            <a:xfrm>
              <a:off x="8961132" y="2092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9" name="pt42089"/>
            <p:cNvSpPr/>
            <p:nvPr/>
          </p:nvSpPr>
          <p:spPr>
            <a:xfrm>
              <a:off x="9697445" y="1746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0" name="pt42090"/>
            <p:cNvSpPr/>
            <p:nvPr/>
          </p:nvSpPr>
          <p:spPr>
            <a:xfrm>
              <a:off x="8971798" y="2084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1" name="pt42091"/>
            <p:cNvSpPr/>
            <p:nvPr/>
          </p:nvSpPr>
          <p:spPr>
            <a:xfrm>
              <a:off x="8434097" y="2391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2" name="pt42092"/>
            <p:cNvSpPr/>
            <p:nvPr/>
          </p:nvSpPr>
          <p:spPr>
            <a:xfrm>
              <a:off x="8788576" y="2258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3" name="pt42093"/>
            <p:cNvSpPr/>
            <p:nvPr/>
          </p:nvSpPr>
          <p:spPr>
            <a:xfrm>
              <a:off x="8815695" y="2172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4" name="pt42094"/>
            <p:cNvSpPr/>
            <p:nvPr/>
          </p:nvSpPr>
          <p:spPr>
            <a:xfrm>
              <a:off x="9500379" y="230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5" name="pt42095"/>
            <p:cNvSpPr/>
            <p:nvPr/>
          </p:nvSpPr>
          <p:spPr>
            <a:xfrm>
              <a:off x="9509182" y="2303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6" name="pt42096"/>
            <p:cNvSpPr/>
            <p:nvPr/>
          </p:nvSpPr>
          <p:spPr>
            <a:xfrm>
              <a:off x="8888696" y="2192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7" name="pt42097"/>
            <p:cNvSpPr/>
            <p:nvPr/>
          </p:nvSpPr>
          <p:spPr>
            <a:xfrm>
              <a:off x="9376059" y="2193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8" name="pt42098"/>
            <p:cNvSpPr/>
            <p:nvPr/>
          </p:nvSpPr>
          <p:spPr>
            <a:xfrm>
              <a:off x="8776438" y="2188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9" name="pt42099"/>
            <p:cNvSpPr/>
            <p:nvPr/>
          </p:nvSpPr>
          <p:spPr>
            <a:xfrm>
              <a:off x="8717243" y="2243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0" name="pt42100"/>
            <p:cNvSpPr/>
            <p:nvPr/>
          </p:nvSpPr>
          <p:spPr>
            <a:xfrm>
              <a:off x="8576763" y="2407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1" name="pt42101"/>
            <p:cNvSpPr/>
            <p:nvPr/>
          </p:nvSpPr>
          <p:spPr>
            <a:xfrm>
              <a:off x="8981853" y="2269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2" name="pt42102"/>
            <p:cNvSpPr/>
            <p:nvPr/>
          </p:nvSpPr>
          <p:spPr>
            <a:xfrm>
              <a:off x="8677986" y="2408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3" name="pt42103"/>
            <p:cNvSpPr/>
            <p:nvPr/>
          </p:nvSpPr>
          <p:spPr>
            <a:xfrm>
              <a:off x="9349631" y="1997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4" name="pt42104"/>
            <p:cNvSpPr/>
            <p:nvPr/>
          </p:nvSpPr>
          <p:spPr>
            <a:xfrm>
              <a:off x="8698707" y="2381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5" name="pt42105"/>
            <p:cNvSpPr/>
            <p:nvPr/>
          </p:nvSpPr>
          <p:spPr>
            <a:xfrm>
              <a:off x="8627374" y="2327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6" name="pt42106"/>
            <p:cNvSpPr/>
            <p:nvPr/>
          </p:nvSpPr>
          <p:spPr>
            <a:xfrm>
              <a:off x="8805344" y="2085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7" name="pt42107"/>
            <p:cNvSpPr/>
            <p:nvPr/>
          </p:nvSpPr>
          <p:spPr>
            <a:xfrm>
              <a:off x="8996835" y="1959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8" name="pt42108"/>
            <p:cNvSpPr/>
            <p:nvPr/>
          </p:nvSpPr>
          <p:spPr>
            <a:xfrm>
              <a:off x="8434097" y="2472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9" name="pt42109"/>
            <p:cNvSpPr/>
            <p:nvPr/>
          </p:nvSpPr>
          <p:spPr>
            <a:xfrm>
              <a:off x="9055774" y="1752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0" name="pt42110"/>
            <p:cNvSpPr/>
            <p:nvPr/>
          </p:nvSpPr>
          <p:spPr>
            <a:xfrm>
              <a:off x="9057053" y="1753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1" name="pt42111"/>
            <p:cNvSpPr/>
            <p:nvPr/>
          </p:nvSpPr>
          <p:spPr>
            <a:xfrm>
              <a:off x="8907564" y="1940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2" name="pt42112"/>
            <p:cNvSpPr/>
            <p:nvPr/>
          </p:nvSpPr>
          <p:spPr>
            <a:xfrm>
              <a:off x="9635986" y="2312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3" name="pt42113"/>
            <p:cNvSpPr/>
            <p:nvPr/>
          </p:nvSpPr>
          <p:spPr>
            <a:xfrm>
              <a:off x="8627374" y="2178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4" name="pt42114"/>
            <p:cNvSpPr/>
            <p:nvPr/>
          </p:nvSpPr>
          <p:spPr>
            <a:xfrm>
              <a:off x="9121452" y="2207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5" name="pt42115"/>
            <p:cNvSpPr/>
            <p:nvPr/>
          </p:nvSpPr>
          <p:spPr>
            <a:xfrm>
              <a:off x="9381988" y="1852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6" name="pt42116"/>
            <p:cNvSpPr/>
            <p:nvPr/>
          </p:nvSpPr>
          <p:spPr>
            <a:xfrm>
              <a:off x="8830164" y="2179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7" name="pt42117"/>
            <p:cNvSpPr/>
            <p:nvPr/>
          </p:nvSpPr>
          <p:spPr>
            <a:xfrm>
              <a:off x="9198297" y="1880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8" name="pt42118"/>
            <p:cNvSpPr/>
            <p:nvPr/>
          </p:nvSpPr>
          <p:spPr>
            <a:xfrm>
              <a:off x="9275251" y="2018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9" name="pt42119"/>
            <p:cNvSpPr/>
            <p:nvPr/>
          </p:nvSpPr>
          <p:spPr>
            <a:xfrm>
              <a:off x="8532549" y="2458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0" name="pt42120"/>
            <p:cNvSpPr/>
            <p:nvPr/>
          </p:nvSpPr>
          <p:spPr>
            <a:xfrm>
              <a:off x="9094774" y="1948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1" name="pt42121"/>
            <p:cNvSpPr/>
            <p:nvPr/>
          </p:nvSpPr>
          <p:spPr>
            <a:xfrm>
              <a:off x="8505430" y="2351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2" name="pt42122"/>
            <p:cNvSpPr/>
            <p:nvPr/>
          </p:nvSpPr>
          <p:spPr>
            <a:xfrm>
              <a:off x="8901496" y="1826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3" name="pt42123"/>
            <p:cNvSpPr/>
            <p:nvPr/>
          </p:nvSpPr>
          <p:spPr>
            <a:xfrm>
              <a:off x="9724502" y="2206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4" name="pt42124"/>
            <p:cNvSpPr/>
            <p:nvPr/>
          </p:nvSpPr>
          <p:spPr>
            <a:xfrm>
              <a:off x="9178998" y="1957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5" name="pt42125"/>
            <p:cNvSpPr/>
            <p:nvPr/>
          </p:nvSpPr>
          <p:spPr>
            <a:xfrm>
              <a:off x="8971798" y="2101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6" name="pt42126"/>
            <p:cNvSpPr/>
            <p:nvPr/>
          </p:nvSpPr>
          <p:spPr>
            <a:xfrm>
              <a:off x="9094774" y="2080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7" name="pt42127"/>
            <p:cNvSpPr/>
            <p:nvPr/>
          </p:nvSpPr>
          <p:spPr>
            <a:xfrm>
              <a:off x="8763400" y="2249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8" name="pt42128"/>
            <p:cNvSpPr/>
            <p:nvPr/>
          </p:nvSpPr>
          <p:spPr>
            <a:xfrm>
              <a:off x="8947416" y="2003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9" name="pt42129"/>
            <p:cNvSpPr/>
            <p:nvPr/>
          </p:nvSpPr>
          <p:spPr>
            <a:xfrm>
              <a:off x="9554821" y="2202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0" name="pt42130"/>
            <p:cNvSpPr/>
            <p:nvPr/>
          </p:nvSpPr>
          <p:spPr>
            <a:xfrm>
              <a:off x="8666631" y="2267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1" name="pt42131"/>
            <p:cNvSpPr/>
            <p:nvPr/>
          </p:nvSpPr>
          <p:spPr>
            <a:xfrm>
              <a:off x="8576763" y="2240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2" name="pt42132"/>
            <p:cNvSpPr/>
            <p:nvPr/>
          </p:nvSpPr>
          <p:spPr>
            <a:xfrm>
              <a:off x="8708219" y="2392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3" name="pt42133"/>
            <p:cNvSpPr/>
            <p:nvPr/>
          </p:nvSpPr>
          <p:spPr>
            <a:xfrm>
              <a:off x="8312152" y="2318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4" name="pt42134"/>
            <p:cNvSpPr/>
            <p:nvPr/>
          </p:nvSpPr>
          <p:spPr>
            <a:xfrm>
              <a:off x="8556041" y="2362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5" name="pt42135"/>
            <p:cNvSpPr/>
            <p:nvPr/>
          </p:nvSpPr>
          <p:spPr>
            <a:xfrm>
              <a:off x="8993208" y="2121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6" name="pt42136"/>
            <p:cNvSpPr/>
            <p:nvPr/>
          </p:nvSpPr>
          <p:spPr>
            <a:xfrm>
              <a:off x="8505430" y="2368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7" name="pt42137"/>
            <p:cNvSpPr/>
            <p:nvPr/>
          </p:nvSpPr>
          <p:spPr>
            <a:xfrm>
              <a:off x="9494750" y="2379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8" name="pt42138"/>
            <p:cNvSpPr/>
            <p:nvPr/>
          </p:nvSpPr>
          <p:spPr>
            <a:xfrm>
              <a:off x="9312057" y="194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9" name="pt42139"/>
            <p:cNvSpPr/>
            <p:nvPr/>
          </p:nvSpPr>
          <p:spPr>
            <a:xfrm>
              <a:off x="9366003" y="2206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0" name="pt42140"/>
            <p:cNvSpPr/>
            <p:nvPr/>
          </p:nvSpPr>
          <p:spPr>
            <a:xfrm>
              <a:off x="9408964" y="2106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1" name="pt42141"/>
            <p:cNvSpPr/>
            <p:nvPr/>
          </p:nvSpPr>
          <p:spPr>
            <a:xfrm>
              <a:off x="9065758" y="1972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2" name="pt42142"/>
            <p:cNvSpPr/>
            <p:nvPr/>
          </p:nvSpPr>
          <p:spPr>
            <a:xfrm>
              <a:off x="8698707" y="23376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3" name="pt42143"/>
            <p:cNvSpPr/>
            <p:nvPr/>
          </p:nvSpPr>
          <p:spPr>
            <a:xfrm>
              <a:off x="8312152" y="2423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4" name="pt42144"/>
            <p:cNvSpPr/>
            <p:nvPr/>
          </p:nvSpPr>
          <p:spPr>
            <a:xfrm>
              <a:off x="8776438" y="2121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5" name="pt42145"/>
            <p:cNvSpPr/>
            <p:nvPr/>
          </p:nvSpPr>
          <p:spPr>
            <a:xfrm>
              <a:off x="9035373" y="1389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6" name="pt42146"/>
            <p:cNvSpPr/>
            <p:nvPr/>
          </p:nvSpPr>
          <p:spPr>
            <a:xfrm>
              <a:off x="9502520" y="2387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7" name="pt42147"/>
            <p:cNvSpPr/>
            <p:nvPr/>
          </p:nvSpPr>
          <p:spPr>
            <a:xfrm>
              <a:off x="8977900" y="228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8" name="pt42148"/>
            <p:cNvSpPr/>
            <p:nvPr/>
          </p:nvSpPr>
          <p:spPr>
            <a:xfrm>
              <a:off x="8935109" y="1988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9" name="pt42149"/>
            <p:cNvSpPr/>
            <p:nvPr/>
          </p:nvSpPr>
          <p:spPr>
            <a:xfrm>
              <a:off x="8556041" y="2663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0" name="pt42150"/>
            <p:cNvSpPr/>
            <p:nvPr/>
          </p:nvSpPr>
          <p:spPr>
            <a:xfrm>
              <a:off x="8776438" y="1998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1" name="pt42151"/>
            <p:cNvSpPr/>
            <p:nvPr/>
          </p:nvSpPr>
          <p:spPr>
            <a:xfrm>
              <a:off x="8576763" y="2454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2" name="pt42152"/>
            <p:cNvSpPr/>
            <p:nvPr/>
          </p:nvSpPr>
          <p:spPr>
            <a:xfrm>
              <a:off x="8312152" y="2504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3" name="pt42153"/>
            <p:cNvSpPr/>
            <p:nvPr/>
          </p:nvSpPr>
          <p:spPr>
            <a:xfrm>
              <a:off x="8612066" y="2246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4" name="pt42154"/>
            <p:cNvSpPr/>
            <p:nvPr/>
          </p:nvSpPr>
          <p:spPr>
            <a:xfrm>
              <a:off x="9282831" y="206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5" name="pt42155"/>
            <p:cNvSpPr/>
            <p:nvPr/>
          </p:nvSpPr>
          <p:spPr>
            <a:xfrm>
              <a:off x="9244278" y="1853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6" name="pt42156"/>
            <p:cNvSpPr/>
            <p:nvPr/>
          </p:nvSpPr>
          <p:spPr>
            <a:xfrm>
              <a:off x="8505430" y="2287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7" name="pt42157"/>
            <p:cNvSpPr/>
            <p:nvPr/>
          </p:nvSpPr>
          <p:spPr>
            <a:xfrm>
              <a:off x="9378331" y="2040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8" name="pt42158"/>
            <p:cNvSpPr/>
            <p:nvPr/>
          </p:nvSpPr>
          <p:spPr>
            <a:xfrm>
              <a:off x="8981853" y="2251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9" name="pt42159"/>
            <p:cNvSpPr/>
            <p:nvPr/>
          </p:nvSpPr>
          <p:spPr>
            <a:xfrm>
              <a:off x="8576763" y="2455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0" name="pt42160"/>
            <p:cNvSpPr/>
            <p:nvPr/>
          </p:nvSpPr>
          <p:spPr>
            <a:xfrm>
              <a:off x="8763400" y="2066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1" name="pt42161"/>
            <p:cNvSpPr/>
            <p:nvPr/>
          </p:nvSpPr>
          <p:spPr>
            <a:xfrm>
              <a:off x="9201130" y="2011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2" name="pt42162"/>
            <p:cNvSpPr/>
            <p:nvPr/>
          </p:nvSpPr>
          <p:spPr>
            <a:xfrm>
              <a:off x="8312152" y="2451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3" name="pt42163"/>
            <p:cNvSpPr/>
            <p:nvPr/>
          </p:nvSpPr>
          <p:spPr>
            <a:xfrm>
              <a:off x="9003873" y="2008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4" name="pt42164"/>
            <p:cNvSpPr/>
            <p:nvPr/>
          </p:nvSpPr>
          <p:spPr>
            <a:xfrm>
              <a:off x="8782612" y="2363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5" name="pt42165"/>
            <p:cNvSpPr/>
            <p:nvPr/>
          </p:nvSpPr>
          <p:spPr>
            <a:xfrm>
              <a:off x="9054485" y="1758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6" name="pt42166"/>
            <p:cNvSpPr/>
            <p:nvPr/>
          </p:nvSpPr>
          <p:spPr>
            <a:xfrm>
              <a:off x="8612066" y="227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7" name="pt42167"/>
            <p:cNvSpPr/>
            <p:nvPr/>
          </p:nvSpPr>
          <p:spPr>
            <a:xfrm>
              <a:off x="9254944" y="2225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8" name="pt42168"/>
            <p:cNvSpPr/>
            <p:nvPr/>
          </p:nvSpPr>
          <p:spPr>
            <a:xfrm>
              <a:off x="9207749" y="2114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9" name="pt42169"/>
            <p:cNvSpPr/>
            <p:nvPr/>
          </p:nvSpPr>
          <p:spPr>
            <a:xfrm>
              <a:off x="9285982" y="1735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0" name="pt42170"/>
            <p:cNvSpPr/>
            <p:nvPr/>
          </p:nvSpPr>
          <p:spPr>
            <a:xfrm>
              <a:off x="9062080" y="1710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1" name="pt42171"/>
            <p:cNvSpPr/>
            <p:nvPr/>
          </p:nvSpPr>
          <p:spPr>
            <a:xfrm>
              <a:off x="9647779" y="2208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2" name="pt42172"/>
            <p:cNvSpPr/>
            <p:nvPr/>
          </p:nvSpPr>
          <p:spPr>
            <a:xfrm>
              <a:off x="9095800" y="1872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3" name="pt42173"/>
            <p:cNvSpPr/>
            <p:nvPr/>
          </p:nvSpPr>
          <p:spPr>
            <a:xfrm>
              <a:off x="8576763" y="2393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4" name="pt42174"/>
            <p:cNvSpPr/>
            <p:nvPr/>
          </p:nvSpPr>
          <p:spPr>
            <a:xfrm>
              <a:off x="9386161" y="2119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5" name="pt42175"/>
            <p:cNvSpPr/>
            <p:nvPr/>
          </p:nvSpPr>
          <p:spPr>
            <a:xfrm>
              <a:off x="8532549" y="2545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6" name="pt42176"/>
            <p:cNvSpPr/>
            <p:nvPr/>
          </p:nvSpPr>
          <p:spPr>
            <a:xfrm>
              <a:off x="8881929" y="2263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7" name="pt42177"/>
            <p:cNvSpPr/>
            <p:nvPr/>
          </p:nvSpPr>
          <p:spPr>
            <a:xfrm>
              <a:off x="8898383" y="2062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8" name="pt42178"/>
            <p:cNvSpPr/>
            <p:nvPr/>
          </p:nvSpPr>
          <p:spPr>
            <a:xfrm>
              <a:off x="9160178" y="2082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9" name="pt42179"/>
            <p:cNvSpPr/>
            <p:nvPr/>
          </p:nvSpPr>
          <p:spPr>
            <a:xfrm>
              <a:off x="8627374" y="2496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0" name="pt42180"/>
            <p:cNvSpPr/>
            <p:nvPr/>
          </p:nvSpPr>
          <p:spPr>
            <a:xfrm>
              <a:off x="8810596" y="2166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1" name="pt42181"/>
            <p:cNvSpPr/>
            <p:nvPr/>
          </p:nvSpPr>
          <p:spPr>
            <a:xfrm>
              <a:off x="9241172" y="1979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2" name="pt42182"/>
            <p:cNvSpPr/>
            <p:nvPr/>
          </p:nvSpPr>
          <p:spPr>
            <a:xfrm>
              <a:off x="8770040" y="2050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3" name="pt42183"/>
            <p:cNvSpPr/>
            <p:nvPr/>
          </p:nvSpPr>
          <p:spPr>
            <a:xfrm>
              <a:off x="8901496" y="1900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4" name="pt42184"/>
            <p:cNvSpPr/>
            <p:nvPr/>
          </p:nvSpPr>
          <p:spPr>
            <a:xfrm>
              <a:off x="8788576" y="2347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5" name="pt42185"/>
            <p:cNvSpPr/>
            <p:nvPr/>
          </p:nvSpPr>
          <p:spPr>
            <a:xfrm>
              <a:off x="8688651" y="2468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6" name="pt42186"/>
            <p:cNvSpPr/>
            <p:nvPr/>
          </p:nvSpPr>
          <p:spPr>
            <a:xfrm>
              <a:off x="9427293" y="193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7" name="pt42187"/>
            <p:cNvSpPr/>
            <p:nvPr/>
          </p:nvSpPr>
          <p:spPr>
            <a:xfrm>
              <a:off x="9143835" y="1992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8" name="pt42188"/>
            <p:cNvSpPr/>
            <p:nvPr/>
          </p:nvSpPr>
          <p:spPr>
            <a:xfrm>
              <a:off x="8935109" y="208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9" name="pt42189"/>
            <p:cNvSpPr/>
            <p:nvPr/>
          </p:nvSpPr>
          <p:spPr>
            <a:xfrm>
              <a:off x="8677986" y="2415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0" name="pt42190"/>
            <p:cNvSpPr/>
            <p:nvPr/>
          </p:nvSpPr>
          <p:spPr>
            <a:xfrm>
              <a:off x="8654494" y="2472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1" name="pt42191"/>
            <p:cNvSpPr/>
            <p:nvPr/>
          </p:nvSpPr>
          <p:spPr>
            <a:xfrm>
              <a:off x="8595298" y="2118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2" name="pt42192"/>
            <p:cNvSpPr/>
            <p:nvPr/>
          </p:nvSpPr>
          <p:spPr>
            <a:xfrm>
              <a:off x="8749319" y="2250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3" name="pt42193"/>
            <p:cNvSpPr/>
            <p:nvPr/>
          </p:nvSpPr>
          <p:spPr>
            <a:xfrm>
              <a:off x="9260646" y="2127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4" name="pt42194"/>
            <p:cNvSpPr/>
            <p:nvPr/>
          </p:nvSpPr>
          <p:spPr>
            <a:xfrm>
              <a:off x="8505430" y="2479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5" name="pt42195"/>
            <p:cNvSpPr/>
            <p:nvPr/>
          </p:nvSpPr>
          <p:spPr>
            <a:xfrm>
              <a:off x="9349631" y="2195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6" name="pt42196"/>
            <p:cNvSpPr/>
            <p:nvPr/>
          </p:nvSpPr>
          <p:spPr>
            <a:xfrm>
              <a:off x="8799930" y="2220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7" name="pt42197"/>
            <p:cNvSpPr/>
            <p:nvPr/>
          </p:nvSpPr>
          <p:spPr>
            <a:xfrm>
              <a:off x="8782612" y="2321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8" name="pt42198"/>
            <p:cNvSpPr/>
            <p:nvPr/>
          </p:nvSpPr>
          <p:spPr>
            <a:xfrm>
              <a:off x="9340963" y="2226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9" name="pt42199"/>
            <p:cNvSpPr/>
            <p:nvPr/>
          </p:nvSpPr>
          <p:spPr>
            <a:xfrm>
              <a:off x="8993208" y="2171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0" name="pt42200"/>
            <p:cNvSpPr/>
            <p:nvPr/>
          </p:nvSpPr>
          <p:spPr>
            <a:xfrm>
              <a:off x="9554821" y="2117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1" name="pt42201"/>
            <p:cNvSpPr/>
            <p:nvPr/>
          </p:nvSpPr>
          <p:spPr>
            <a:xfrm>
              <a:off x="8627374" y="2141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2" name="pt42202"/>
            <p:cNvSpPr/>
            <p:nvPr/>
          </p:nvSpPr>
          <p:spPr>
            <a:xfrm>
              <a:off x="9045188" y="2092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3" name="pt42203"/>
            <p:cNvSpPr/>
            <p:nvPr/>
          </p:nvSpPr>
          <p:spPr>
            <a:xfrm>
              <a:off x="8839187" y="2087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4" name="pt42204"/>
            <p:cNvSpPr/>
            <p:nvPr/>
          </p:nvSpPr>
          <p:spPr>
            <a:xfrm>
              <a:off x="8805344" y="2077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5" name="pt42205"/>
            <p:cNvSpPr/>
            <p:nvPr/>
          </p:nvSpPr>
          <p:spPr>
            <a:xfrm>
              <a:off x="8958919" y="1918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6" name="pt42206"/>
            <p:cNvSpPr/>
            <p:nvPr/>
          </p:nvSpPr>
          <p:spPr>
            <a:xfrm>
              <a:off x="8312152" y="2412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7" name="pt42207"/>
            <p:cNvSpPr/>
            <p:nvPr/>
          </p:nvSpPr>
          <p:spPr>
            <a:xfrm>
              <a:off x="8839187" y="2231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8" name="pt42208"/>
            <p:cNvSpPr/>
            <p:nvPr/>
          </p:nvSpPr>
          <p:spPr>
            <a:xfrm>
              <a:off x="9547911" y="174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9" name="pt42209"/>
            <p:cNvSpPr/>
            <p:nvPr/>
          </p:nvSpPr>
          <p:spPr>
            <a:xfrm>
              <a:off x="9386161" y="2117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0" name="pt42210"/>
            <p:cNvSpPr/>
            <p:nvPr/>
          </p:nvSpPr>
          <p:spPr>
            <a:xfrm>
              <a:off x="8595298" y="2385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1" name="pt42211"/>
            <p:cNvSpPr/>
            <p:nvPr/>
          </p:nvSpPr>
          <p:spPr>
            <a:xfrm>
              <a:off x="8891985" y="2134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2" name="pt42212"/>
            <p:cNvSpPr/>
            <p:nvPr/>
          </p:nvSpPr>
          <p:spPr>
            <a:xfrm>
              <a:off x="8434097" y="244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3" name="pt42213"/>
            <p:cNvSpPr/>
            <p:nvPr/>
          </p:nvSpPr>
          <p:spPr>
            <a:xfrm>
              <a:off x="8627374" y="2262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4" name="pt42214"/>
            <p:cNvSpPr/>
            <p:nvPr/>
          </p:nvSpPr>
          <p:spPr>
            <a:xfrm>
              <a:off x="8916289" y="1933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5" name="pt42215"/>
            <p:cNvSpPr/>
            <p:nvPr/>
          </p:nvSpPr>
          <p:spPr>
            <a:xfrm>
              <a:off x="8473354" y="2348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6" name="pt42216"/>
            <p:cNvSpPr/>
            <p:nvPr/>
          </p:nvSpPr>
          <p:spPr>
            <a:xfrm>
              <a:off x="9396086" y="2080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7" name="pt42217"/>
            <p:cNvSpPr/>
            <p:nvPr/>
          </p:nvSpPr>
          <p:spPr>
            <a:xfrm>
              <a:off x="8576763" y="2311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8" name="pt42218"/>
            <p:cNvSpPr/>
            <p:nvPr/>
          </p:nvSpPr>
          <p:spPr>
            <a:xfrm>
              <a:off x="8383485" y="2340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9" name="pt42219"/>
            <p:cNvSpPr/>
            <p:nvPr/>
          </p:nvSpPr>
          <p:spPr>
            <a:xfrm>
              <a:off x="8839187" y="2136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0" name="pt42220"/>
            <p:cNvSpPr/>
            <p:nvPr/>
          </p:nvSpPr>
          <p:spPr>
            <a:xfrm>
              <a:off x="8666631" y="2287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1" name="pt42221"/>
            <p:cNvSpPr/>
            <p:nvPr/>
          </p:nvSpPr>
          <p:spPr>
            <a:xfrm>
              <a:off x="9045188" y="1946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2" name="pt42222"/>
            <p:cNvSpPr/>
            <p:nvPr/>
          </p:nvSpPr>
          <p:spPr>
            <a:xfrm>
              <a:off x="8904556" y="1988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3" name="pt42223"/>
            <p:cNvSpPr/>
            <p:nvPr/>
          </p:nvSpPr>
          <p:spPr>
            <a:xfrm>
              <a:off x="9109567" y="1926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4" name="pt42224"/>
            <p:cNvSpPr/>
            <p:nvPr/>
          </p:nvSpPr>
          <p:spPr>
            <a:xfrm>
              <a:off x="9078622" y="1683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5" name="pt42225"/>
            <p:cNvSpPr/>
            <p:nvPr/>
          </p:nvSpPr>
          <p:spPr>
            <a:xfrm>
              <a:off x="8888696" y="2209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6" name="pt42226"/>
            <p:cNvSpPr/>
            <p:nvPr/>
          </p:nvSpPr>
          <p:spPr>
            <a:xfrm>
              <a:off x="9652594" y="2379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7" name="pt42227"/>
            <p:cNvSpPr/>
            <p:nvPr/>
          </p:nvSpPr>
          <p:spPr>
            <a:xfrm>
              <a:off x="8855955" y="2314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8" name="pt42228"/>
            <p:cNvSpPr/>
            <p:nvPr/>
          </p:nvSpPr>
          <p:spPr>
            <a:xfrm>
              <a:off x="9427293" y="2025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9" name="pt42229"/>
            <p:cNvSpPr/>
            <p:nvPr/>
          </p:nvSpPr>
          <p:spPr>
            <a:xfrm>
              <a:off x="9217232" y="2097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0" name="pt42230"/>
            <p:cNvSpPr/>
            <p:nvPr/>
          </p:nvSpPr>
          <p:spPr>
            <a:xfrm>
              <a:off x="8383485" y="2505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1" name="pt42231"/>
            <p:cNvSpPr/>
            <p:nvPr/>
          </p:nvSpPr>
          <p:spPr>
            <a:xfrm>
              <a:off x="9351314" y="2164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2" name="pt42232"/>
            <p:cNvSpPr/>
            <p:nvPr/>
          </p:nvSpPr>
          <p:spPr>
            <a:xfrm>
              <a:off x="9178998" y="1784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3" name="pt42233"/>
            <p:cNvSpPr/>
            <p:nvPr/>
          </p:nvSpPr>
          <p:spPr>
            <a:xfrm>
              <a:off x="8473354" y="241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4" name="pt42234"/>
            <p:cNvSpPr/>
            <p:nvPr/>
          </p:nvSpPr>
          <p:spPr>
            <a:xfrm>
              <a:off x="8383485" y="2352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5" name="pt42235"/>
            <p:cNvSpPr/>
            <p:nvPr/>
          </p:nvSpPr>
          <p:spPr>
            <a:xfrm>
              <a:off x="9075206" y="227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6" name="pt42236"/>
            <p:cNvSpPr/>
            <p:nvPr/>
          </p:nvSpPr>
          <p:spPr>
            <a:xfrm>
              <a:off x="8979888" y="2334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7" name="pt42237"/>
            <p:cNvSpPr/>
            <p:nvPr/>
          </p:nvSpPr>
          <p:spPr>
            <a:xfrm>
              <a:off x="9146155" y="200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8" name="pt42238"/>
            <p:cNvSpPr/>
            <p:nvPr/>
          </p:nvSpPr>
          <p:spPr>
            <a:xfrm>
              <a:off x="8312152" y="2507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9" name="pt42239"/>
            <p:cNvSpPr/>
            <p:nvPr/>
          </p:nvSpPr>
          <p:spPr>
            <a:xfrm>
              <a:off x="8312152" y="2559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0" name="pt42240"/>
            <p:cNvSpPr/>
            <p:nvPr/>
          </p:nvSpPr>
          <p:spPr>
            <a:xfrm>
              <a:off x="8434097" y="2410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1" name="pt42241"/>
            <p:cNvSpPr/>
            <p:nvPr/>
          </p:nvSpPr>
          <p:spPr>
            <a:xfrm>
              <a:off x="8741831" y="2341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2" name="pt42242"/>
            <p:cNvSpPr/>
            <p:nvPr/>
          </p:nvSpPr>
          <p:spPr>
            <a:xfrm>
              <a:off x="8843532" y="2040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3" name="pt42243"/>
            <p:cNvSpPr/>
            <p:nvPr/>
          </p:nvSpPr>
          <p:spPr>
            <a:xfrm>
              <a:off x="9139900" y="2128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4" name="pt42244"/>
            <p:cNvSpPr/>
            <p:nvPr/>
          </p:nvSpPr>
          <p:spPr>
            <a:xfrm>
              <a:off x="9208828" y="2123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5" name="pt42245"/>
            <p:cNvSpPr/>
            <p:nvPr/>
          </p:nvSpPr>
          <p:spPr>
            <a:xfrm>
              <a:off x="9489373" y="2394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6" name="pt42246"/>
            <p:cNvSpPr/>
            <p:nvPr/>
          </p:nvSpPr>
          <p:spPr>
            <a:xfrm>
              <a:off x="8612066" y="2385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7" name="pt42247"/>
            <p:cNvSpPr/>
            <p:nvPr/>
          </p:nvSpPr>
          <p:spPr>
            <a:xfrm>
              <a:off x="9548926" y="1915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8" name="pt42248"/>
            <p:cNvSpPr/>
            <p:nvPr/>
          </p:nvSpPr>
          <p:spPr>
            <a:xfrm>
              <a:off x="8434097" y="2341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9" name="pt42249"/>
            <p:cNvSpPr/>
            <p:nvPr/>
          </p:nvSpPr>
          <p:spPr>
            <a:xfrm>
              <a:off x="8799930" y="1982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0" name="pt42250"/>
            <p:cNvSpPr/>
            <p:nvPr/>
          </p:nvSpPr>
          <p:spPr>
            <a:xfrm>
              <a:off x="9452582" y="1990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1" name="pt42251"/>
            <p:cNvSpPr/>
            <p:nvPr/>
          </p:nvSpPr>
          <p:spPr>
            <a:xfrm>
              <a:off x="8641456" y="2121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2" name="pt42252"/>
            <p:cNvSpPr/>
            <p:nvPr/>
          </p:nvSpPr>
          <p:spPr>
            <a:xfrm>
              <a:off x="8989504" y="2231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3" name="pt42253"/>
            <p:cNvSpPr/>
            <p:nvPr/>
          </p:nvSpPr>
          <p:spPr>
            <a:xfrm>
              <a:off x="9879673" y="2651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4" name="pt42254"/>
            <p:cNvSpPr/>
            <p:nvPr/>
          </p:nvSpPr>
          <p:spPr>
            <a:xfrm>
              <a:off x="8904556" y="1878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5" name="pt42255"/>
            <p:cNvSpPr/>
            <p:nvPr/>
          </p:nvSpPr>
          <p:spPr>
            <a:xfrm>
              <a:off x="8776438" y="2033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6" name="pt42256"/>
            <p:cNvSpPr/>
            <p:nvPr/>
          </p:nvSpPr>
          <p:spPr>
            <a:xfrm>
              <a:off x="8473354" y="2336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7" name="pt42257"/>
            <p:cNvSpPr/>
            <p:nvPr/>
          </p:nvSpPr>
          <p:spPr>
            <a:xfrm>
              <a:off x="8776438" y="2003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8" name="pt42258"/>
            <p:cNvSpPr/>
            <p:nvPr/>
          </p:nvSpPr>
          <p:spPr>
            <a:xfrm>
              <a:off x="9879673" y="2647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9" name="pt42259"/>
            <p:cNvSpPr/>
            <p:nvPr/>
          </p:nvSpPr>
          <p:spPr>
            <a:xfrm>
              <a:off x="8505430" y="2488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0" name="pt42260"/>
            <p:cNvSpPr/>
            <p:nvPr/>
          </p:nvSpPr>
          <p:spPr>
            <a:xfrm>
              <a:off x="8505430" y="2589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1" name="pt42261"/>
            <p:cNvSpPr/>
            <p:nvPr/>
          </p:nvSpPr>
          <p:spPr>
            <a:xfrm>
              <a:off x="8627374" y="2340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2" name="pt42262"/>
            <p:cNvSpPr/>
            <p:nvPr/>
          </p:nvSpPr>
          <p:spPr>
            <a:xfrm>
              <a:off x="8627374" y="2380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3" name="pt42263"/>
            <p:cNvSpPr/>
            <p:nvPr/>
          </p:nvSpPr>
          <p:spPr>
            <a:xfrm>
              <a:off x="8830164" y="2026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4" name="pt42264"/>
            <p:cNvSpPr/>
            <p:nvPr/>
          </p:nvSpPr>
          <p:spPr>
            <a:xfrm>
              <a:off x="8688651" y="2349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5" name="pt42265"/>
            <p:cNvSpPr/>
            <p:nvPr/>
          </p:nvSpPr>
          <p:spPr>
            <a:xfrm>
              <a:off x="8532549" y="2478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6" name="pt42266"/>
            <p:cNvSpPr/>
            <p:nvPr/>
          </p:nvSpPr>
          <p:spPr>
            <a:xfrm>
              <a:off x="8867559" y="1909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7" name="pt42267"/>
            <p:cNvSpPr/>
            <p:nvPr/>
          </p:nvSpPr>
          <p:spPr>
            <a:xfrm>
              <a:off x="9028011" y="1794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8" name="pt42268"/>
            <p:cNvSpPr/>
            <p:nvPr/>
          </p:nvSpPr>
          <p:spPr>
            <a:xfrm>
              <a:off x="8996835" y="2006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9" name="pt42269"/>
            <p:cNvSpPr/>
            <p:nvPr/>
          </p:nvSpPr>
          <p:spPr>
            <a:xfrm>
              <a:off x="8825472" y="2059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0" name="pt42270"/>
            <p:cNvSpPr/>
            <p:nvPr/>
          </p:nvSpPr>
          <p:spPr>
            <a:xfrm>
              <a:off x="9162993" y="1995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1" name="pt42271"/>
            <p:cNvSpPr/>
            <p:nvPr/>
          </p:nvSpPr>
          <p:spPr>
            <a:xfrm>
              <a:off x="8782612" y="2291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2" name="pt42272"/>
            <p:cNvSpPr/>
            <p:nvPr/>
          </p:nvSpPr>
          <p:spPr>
            <a:xfrm>
              <a:off x="9461505" y="2142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3" name="pt42273"/>
            <p:cNvSpPr/>
            <p:nvPr/>
          </p:nvSpPr>
          <p:spPr>
            <a:xfrm>
              <a:off x="9035373" y="1460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4" name="pt42274"/>
            <p:cNvSpPr/>
            <p:nvPr/>
          </p:nvSpPr>
          <p:spPr>
            <a:xfrm>
              <a:off x="8805344" y="2241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5" name="pt42275"/>
            <p:cNvSpPr/>
            <p:nvPr/>
          </p:nvSpPr>
          <p:spPr>
            <a:xfrm>
              <a:off x="8312152" y="2456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6" name="pt42276"/>
            <p:cNvSpPr/>
            <p:nvPr/>
          </p:nvSpPr>
          <p:spPr>
            <a:xfrm>
              <a:off x="8595298" y="2221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7" name="pt42277"/>
            <p:cNvSpPr/>
            <p:nvPr/>
          </p:nvSpPr>
          <p:spPr>
            <a:xfrm>
              <a:off x="8945023" y="1796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8" name="pt42278"/>
            <p:cNvSpPr/>
            <p:nvPr/>
          </p:nvSpPr>
          <p:spPr>
            <a:xfrm>
              <a:off x="8627374" y="2335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9" name="pt42279"/>
            <p:cNvSpPr/>
            <p:nvPr/>
          </p:nvSpPr>
          <p:spPr>
            <a:xfrm>
              <a:off x="9564416" y="2284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0" name="pt42280"/>
            <p:cNvSpPr/>
            <p:nvPr/>
          </p:nvSpPr>
          <p:spPr>
            <a:xfrm>
              <a:off x="9595084" y="2285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1" name="pt42281"/>
            <p:cNvSpPr/>
            <p:nvPr/>
          </p:nvSpPr>
          <p:spPr>
            <a:xfrm>
              <a:off x="9408964" y="2158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2" name="pt42282"/>
            <p:cNvSpPr/>
            <p:nvPr/>
          </p:nvSpPr>
          <p:spPr>
            <a:xfrm>
              <a:off x="8612066" y="2165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3" name="pt42283"/>
            <p:cNvSpPr/>
            <p:nvPr/>
          </p:nvSpPr>
          <p:spPr>
            <a:xfrm>
              <a:off x="8654494" y="2425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4" name="pt42284"/>
            <p:cNvSpPr/>
            <p:nvPr/>
          </p:nvSpPr>
          <p:spPr>
            <a:xfrm>
              <a:off x="8612066" y="2351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5" name="pt42285"/>
            <p:cNvSpPr/>
            <p:nvPr/>
          </p:nvSpPr>
          <p:spPr>
            <a:xfrm>
              <a:off x="8532549" y="2514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6" name="pt42286"/>
            <p:cNvSpPr/>
            <p:nvPr/>
          </p:nvSpPr>
          <p:spPr>
            <a:xfrm>
              <a:off x="9427293" y="1876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7" name="pt42287"/>
            <p:cNvSpPr/>
            <p:nvPr/>
          </p:nvSpPr>
          <p:spPr>
            <a:xfrm>
              <a:off x="9291111" y="1981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8" name="pt42288"/>
            <p:cNvSpPr/>
            <p:nvPr/>
          </p:nvSpPr>
          <p:spPr>
            <a:xfrm>
              <a:off x="8881929" y="2133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9" name="pt42289"/>
            <p:cNvSpPr/>
            <p:nvPr/>
          </p:nvSpPr>
          <p:spPr>
            <a:xfrm>
              <a:off x="8741831" y="2168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0" name="pt42290"/>
            <p:cNvSpPr/>
            <p:nvPr/>
          </p:nvSpPr>
          <p:spPr>
            <a:xfrm>
              <a:off x="8717243" y="2307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1" name="pt42291"/>
            <p:cNvSpPr/>
            <p:nvPr/>
          </p:nvSpPr>
          <p:spPr>
            <a:xfrm>
              <a:off x="8383485" y="2360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2" name="pt42292"/>
            <p:cNvSpPr/>
            <p:nvPr/>
          </p:nvSpPr>
          <p:spPr>
            <a:xfrm>
              <a:off x="8963317" y="2101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3" name="pt42293"/>
            <p:cNvSpPr/>
            <p:nvPr/>
          </p:nvSpPr>
          <p:spPr>
            <a:xfrm>
              <a:off x="8947416" y="1959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4" name="pt42294"/>
            <p:cNvSpPr/>
            <p:nvPr/>
          </p:nvSpPr>
          <p:spPr>
            <a:xfrm>
              <a:off x="8825472" y="2011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5" name="pt42295"/>
            <p:cNvSpPr/>
            <p:nvPr/>
          </p:nvSpPr>
          <p:spPr>
            <a:xfrm>
              <a:off x="9230563" y="1841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6" name="pt42296"/>
            <p:cNvSpPr/>
            <p:nvPr/>
          </p:nvSpPr>
          <p:spPr>
            <a:xfrm>
              <a:off x="8782612" y="2210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7" name="pt42297"/>
            <p:cNvSpPr/>
            <p:nvPr/>
          </p:nvSpPr>
          <p:spPr>
            <a:xfrm>
              <a:off x="9086345" y="1831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8" name="pt42298"/>
            <p:cNvSpPr/>
            <p:nvPr/>
          </p:nvSpPr>
          <p:spPr>
            <a:xfrm>
              <a:off x="9160178" y="2040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9" name="pt42299"/>
            <p:cNvSpPr/>
            <p:nvPr/>
          </p:nvSpPr>
          <p:spPr>
            <a:xfrm>
              <a:off x="9221288" y="1815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0" name="pt42300"/>
            <p:cNvSpPr/>
            <p:nvPr/>
          </p:nvSpPr>
          <p:spPr>
            <a:xfrm>
              <a:off x="8708219" y="2345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1" name="pt42301"/>
            <p:cNvSpPr/>
            <p:nvPr/>
          </p:nvSpPr>
          <p:spPr>
            <a:xfrm>
              <a:off x="9289758" y="1790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2" name="pt42302"/>
            <p:cNvSpPr/>
            <p:nvPr/>
          </p:nvSpPr>
          <p:spPr>
            <a:xfrm>
              <a:off x="9415399" y="2297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3" name="pt42303"/>
            <p:cNvSpPr/>
            <p:nvPr/>
          </p:nvSpPr>
          <p:spPr>
            <a:xfrm>
              <a:off x="9139900" y="2061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4" name="pt42304"/>
            <p:cNvSpPr/>
            <p:nvPr/>
          </p:nvSpPr>
          <p:spPr>
            <a:xfrm>
              <a:off x="9524498" y="2380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5" name="pt42305"/>
            <p:cNvSpPr/>
            <p:nvPr/>
          </p:nvSpPr>
          <p:spPr>
            <a:xfrm>
              <a:off x="8677986" y="2415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6" name="pt42306"/>
            <p:cNvSpPr/>
            <p:nvPr/>
          </p:nvSpPr>
          <p:spPr>
            <a:xfrm>
              <a:off x="8473354" y="2381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7" name="pt42307"/>
            <p:cNvSpPr/>
            <p:nvPr/>
          </p:nvSpPr>
          <p:spPr>
            <a:xfrm>
              <a:off x="9881517" y="2595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8" name="pt42308"/>
            <p:cNvSpPr/>
            <p:nvPr/>
          </p:nvSpPr>
          <p:spPr>
            <a:xfrm>
              <a:off x="9065758" y="2085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9" name="pt42309"/>
            <p:cNvSpPr/>
            <p:nvPr/>
          </p:nvSpPr>
          <p:spPr>
            <a:xfrm>
              <a:off x="8595298" y="2235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0" name="pt42310"/>
            <p:cNvSpPr/>
            <p:nvPr/>
          </p:nvSpPr>
          <p:spPr>
            <a:xfrm>
              <a:off x="8977900" y="2258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1" name="pt42311"/>
            <p:cNvSpPr/>
            <p:nvPr/>
          </p:nvSpPr>
          <p:spPr>
            <a:xfrm>
              <a:off x="8383485" y="2147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2" name="pt42312"/>
            <p:cNvSpPr/>
            <p:nvPr/>
          </p:nvSpPr>
          <p:spPr>
            <a:xfrm>
              <a:off x="8834733" y="2278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3" name="pt42313"/>
            <p:cNvSpPr/>
            <p:nvPr/>
          </p:nvSpPr>
          <p:spPr>
            <a:xfrm>
              <a:off x="9270010" y="1950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4" name="pt42314"/>
            <p:cNvSpPr/>
            <p:nvPr/>
          </p:nvSpPr>
          <p:spPr>
            <a:xfrm>
              <a:off x="9244278" y="1947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5" name="pt42315"/>
            <p:cNvSpPr/>
            <p:nvPr/>
          </p:nvSpPr>
          <p:spPr>
            <a:xfrm>
              <a:off x="9066967" y="2281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6" name="pt42316"/>
            <p:cNvSpPr/>
            <p:nvPr/>
          </p:nvSpPr>
          <p:spPr>
            <a:xfrm>
              <a:off x="8666631" y="2475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7" name="pt42317"/>
            <p:cNvSpPr/>
            <p:nvPr/>
          </p:nvSpPr>
          <p:spPr>
            <a:xfrm>
              <a:off x="8788576" y="2191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8" name="pt42318"/>
            <p:cNvSpPr/>
            <p:nvPr/>
          </p:nvSpPr>
          <p:spPr>
            <a:xfrm>
              <a:off x="8312152" y="2362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9" name="pt42319"/>
            <p:cNvSpPr/>
            <p:nvPr/>
          </p:nvSpPr>
          <p:spPr>
            <a:xfrm>
              <a:off x="9346461" y="2048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0" name="pt42320"/>
            <p:cNvSpPr/>
            <p:nvPr/>
          </p:nvSpPr>
          <p:spPr>
            <a:xfrm>
              <a:off x="8312152" y="2615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1" name="pt42321"/>
            <p:cNvSpPr/>
            <p:nvPr/>
          </p:nvSpPr>
          <p:spPr>
            <a:xfrm>
              <a:off x="9146922" y="1992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2" name="pt42322"/>
            <p:cNvSpPr/>
            <p:nvPr/>
          </p:nvSpPr>
          <p:spPr>
            <a:xfrm>
              <a:off x="9607397" y="2127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3" name="pt42323"/>
            <p:cNvSpPr/>
            <p:nvPr/>
          </p:nvSpPr>
          <p:spPr>
            <a:xfrm>
              <a:off x="8799930" y="2011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4" name="pt42324"/>
            <p:cNvSpPr/>
            <p:nvPr/>
          </p:nvSpPr>
          <p:spPr>
            <a:xfrm>
              <a:off x="9440320" y="1992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5" name="pt42325"/>
            <p:cNvSpPr/>
            <p:nvPr/>
          </p:nvSpPr>
          <p:spPr>
            <a:xfrm>
              <a:off x="8741831" y="2317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6" name="pt42326"/>
            <p:cNvSpPr/>
            <p:nvPr/>
          </p:nvSpPr>
          <p:spPr>
            <a:xfrm>
              <a:off x="8891985" y="2179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7" name="pt42327"/>
            <p:cNvSpPr/>
            <p:nvPr/>
          </p:nvSpPr>
          <p:spPr>
            <a:xfrm>
              <a:off x="8312152" y="2342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8" name="pt42328"/>
            <p:cNvSpPr/>
            <p:nvPr/>
          </p:nvSpPr>
          <p:spPr>
            <a:xfrm>
              <a:off x="9603616" y="2228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9" name="pt42329"/>
            <p:cNvSpPr/>
            <p:nvPr/>
          </p:nvSpPr>
          <p:spPr>
            <a:xfrm>
              <a:off x="8556041" y="2425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0" name="pt42330"/>
            <p:cNvSpPr/>
            <p:nvPr/>
          </p:nvSpPr>
          <p:spPr>
            <a:xfrm>
              <a:off x="9414733" y="2111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1" name="pt42331"/>
            <p:cNvSpPr/>
            <p:nvPr/>
          </p:nvSpPr>
          <p:spPr>
            <a:xfrm>
              <a:off x="8987622" y="2294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2" name="pt42332"/>
            <p:cNvSpPr/>
            <p:nvPr/>
          </p:nvSpPr>
          <p:spPr>
            <a:xfrm>
              <a:off x="9060837" y="1712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3" name="pt42333"/>
            <p:cNvSpPr/>
            <p:nvPr/>
          </p:nvSpPr>
          <p:spPr>
            <a:xfrm>
              <a:off x="8977900" y="2314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4" name="pt42334"/>
            <p:cNvSpPr/>
            <p:nvPr/>
          </p:nvSpPr>
          <p:spPr>
            <a:xfrm>
              <a:off x="9138300" y="2129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5" name="pt42335"/>
            <p:cNvSpPr/>
            <p:nvPr/>
          </p:nvSpPr>
          <p:spPr>
            <a:xfrm>
              <a:off x="8776438" y="2090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6" name="pt42336"/>
            <p:cNvSpPr/>
            <p:nvPr/>
          </p:nvSpPr>
          <p:spPr>
            <a:xfrm>
              <a:off x="8863776" y="1948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7" name="pt42337"/>
            <p:cNvSpPr/>
            <p:nvPr/>
          </p:nvSpPr>
          <p:spPr>
            <a:xfrm>
              <a:off x="8312152" y="2436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8" name="pt42338"/>
            <p:cNvSpPr/>
            <p:nvPr/>
          </p:nvSpPr>
          <p:spPr>
            <a:xfrm>
              <a:off x="8907564" y="2036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9" name="pt42339"/>
            <p:cNvSpPr/>
            <p:nvPr/>
          </p:nvSpPr>
          <p:spPr>
            <a:xfrm>
              <a:off x="8641456" y="2203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0" name="pt42340"/>
            <p:cNvSpPr/>
            <p:nvPr/>
          </p:nvSpPr>
          <p:spPr>
            <a:xfrm>
              <a:off x="9116066" y="1722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1" name="pt42341"/>
            <p:cNvSpPr/>
            <p:nvPr/>
          </p:nvSpPr>
          <p:spPr>
            <a:xfrm>
              <a:off x="9086345" y="1775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2" name="pt42342"/>
            <p:cNvSpPr/>
            <p:nvPr/>
          </p:nvSpPr>
          <p:spPr>
            <a:xfrm>
              <a:off x="9028011" y="1780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3" name="pt42343"/>
            <p:cNvSpPr/>
            <p:nvPr/>
          </p:nvSpPr>
          <p:spPr>
            <a:xfrm>
              <a:off x="9068168" y="2285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4" name="pt42344"/>
            <p:cNvSpPr/>
            <p:nvPr/>
          </p:nvSpPr>
          <p:spPr>
            <a:xfrm>
              <a:off x="9055774" y="1716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5" name="pt42345"/>
            <p:cNvSpPr/>
            <p:nvPr/>
          </p:nvSpPr>
          <p:spPr>
            <a:xfrm>
              <a:off x="8788576" y="2338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6" name="pt42346"/>
            <p:cNvSpPr/>
            <p:nvPr/>
          </p:nvSpPr>
          <p:spPr>
            <a:xfrm>
              <a:off x="8434097" y="2403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7" name="pt42347"/>
            <p:cNvSpPr/>
            <p:nvPr/>
          </p:nvSpPr>
          <p:spPr>
            <a:xfrm>
              <a:off x="8312152" y="2226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8" name="pt42348"/>
            <p:cNvSpPr/>
            <p:nvPr/>
          </p:nvSpPr>
          <p:spPr>
            <a:xfrm>
              <a:off x="9072891" y="2207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9" name="pt42349"/>
            <p:cNvSpPr/>
            <p:nvPr/>
          </p:nvSpPr>
          <p:spPr>
            <a:xfrm>
              <a:off x="8666631" y="2289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0" name="pt42350"/>
            <p:cNvSpPr/>
            <p:nvPr/>
          </p:nvSpPr>
          <p:spPr>
            <a:xfrm>
              <a:off x="9045188" y="1937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1" name="pt42351"/>
            <p:cNvSpPr/>
            <p:nvPr/>
          </p:nvSpPr>
          <p:spPr>
            <a:xfrm>
              <a:off x="9346461" y="213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2" name="pt42352"/>
            <p:cNvSpPr/>
            <p:nvPr/>
          </p:nvSpPr>
          <p:spPr>
            <a:xfrm>
              <a:off x="8627374" y="2571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3" name="pt42353"/>
            <p:cNvSpPr/>
            <p:nvPr/>
          </p:nvSpPr>
          <p:spPr>
            <a:xfrm>
              <a:off x="8935109" y="2141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4" name="pt42354"/>
            <p:cNvSpPr/>
            <p:nvPr/>
          </p:nvSpPr>
          <p:spPr>
            <a:xfrm>
              <a:off x="9065758" y="2091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5" name="pt42355"/>
            <p:cNvSpPr/>
            <p:nvPr/>
          </p:nvSpPr>
          <p:spPr>
            <a:xfrm>
              <a:off x="8312152" y="2235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6" name="pt42356"/>
            <p:cNvSpPr/>
            <p:nvPr/>
          </p:nvSpPr>
          <p:spPr>
            <a:xfrm>
              <a:off x="8556041" y="2667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7" name="pt42357"/>
            <p:cNvSpPr/>
            <p:nvPr/>
          </p:nvSpPr>
          <p:spPr>
            <a:xfrm>
              <a:off x="9035373" y="1403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8" name="pt42358"/>
            <p:cNvSpPr/>
            <p:nvPr/>
          </p:nvSpPr>
          <p:spPr>
            <a:xfrm>
              <a:off x="9144612" y="2074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9" name="pt42359"/>
            <p:cNvSpPr/>
            <p:nvPr/>
          </p:nvSpPr>
          <p:spPr>
            <a:xfrm>
              <a:off x="8945023" y="155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0" name="pt42360"/>
            <p:cNvSpPr/>
            <p:nvPr/>
          </p:nvSpPr>
          <p:spPr>
            <a:xfrm>
              <a:off x="8805344" y="2019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1" name="pt42361"/>
            <p:cNvSpPr/>
            <p:nvPr/>
          </p:nvSpPr>
          <p:spPr>
            <a:xfrm>
              <a:off x="8881929" y="2203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2" name="pt42362"/>
            <p:cNvSpPr/>
            <p:nvPr/>
          </p:nvSpPr>
          <p:spPr>
            <a:xfrm>
              <a:off x="9219272" y="1771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3" name="pt42363"/>
            <p:cNvSpPr/>
            <p:nvPr/>
          </p:nvSpPr>
          <p:spPr>
            <a:xfrm>
              <a:off x="8881929" y="2098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4" name="pt42364"/>
            <p:cNvSpPr/>
            <p:nvPr/>
          </p:nvSpPr>
          <p:spPr>
            <a:xfrm>
              <a:off x="8935109" y="2067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5" name="pt42365"/>
            <p:cNvSpPr/>
            <p:nvPr/>
          </p:nvSpPr>
          <p:spPr>
            <a:xfrm>
              <a:off x="9275251" y="2031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6" name="pt42366"/>
            <p:cNvSpPr/>
            <p:nvPr/>
          </p:nvSpPr>
          <p:spPr>
            <a:xfrm>
              <a:off x="9310856" y="2024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7" name="pt42367"/>
            <p:cNvSpPr/>
            <p:nvPr/>
          </p:nvSpPr>
          <p:spPr>
            <a:xfrm>
              <a:off x="9433552" y="1775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8" name="pt42368"/>
            <p:cNvSpPr/>
            <p:nvPr/>
          </p:nvSpPr>
          <p:spPr>
            <a:xfrm>
              <a:off x="8805344" y="2286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9" name="pt42369"/>
            <p:cNvSpPr/>
            <p:nvPr/>
          </p:nvSpPr>
          <p:spPr>
            <a:xfrm>
              <a:off x="8612066" y="2434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0" name="pt42370"/>
            <p:cNvSpPr/>
            <p:nvPr/>
          </p:nvSpPr>
          <p:spPr>
            <a:xfrm>
              <a:off x="8595298" y="2193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1" name="pt42371"/>
            <p:cNvSpPr/>
            <p:nvPr/>
          </p:nvSpPr>
          <p:spPr>
            <a:xfrm>
              <a:off x="8698707" y="240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2" name="pt42372"/>
            <p:cNvSpPr/>
            <p:nvPr/>
          </p:nvSpPr>
          <p:spPr>
            <a:xfrm>
              <a:off x="8770040" y="2103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3" name="pt42373"/>
            <p:cNvSpPr/>
            <p:nvPr/>
          </p:nvSpPr>
          <p:spPr>
            <a:xfrm>
              <a:off x="9654228" y="2514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4" name="pt42374"/>
            <p:cNvSpPr/>
            <p:nvPr/>
          </p:nvSpPr>
          <p:spPr>
            <a:xfrm>
              <a:off x="9076352" y="206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5" name="pt42375"/>
            <p:cNvSpPr/>
            <p:nvPr/>
          </p:nvSpPr>
          <p:spPr>
            <a:xfrm>
              <a:off x="9143835" y="1976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6" name="pt42376"/>
            <p:cNvSpPr/>
            <p:nvPr/>
          </p:nvSpPr>
          <p:spPr>
            <a:xfrm>
              <a:off x="8473354" y="2352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7" name="pt42377"/>
            <p:cNvSpPr/>
            <p:nvPr/>
          </p:nvSpPr>
          <p:spPr>
            <a:xfrm>
              <a:off x="9109567" y="1693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8" name="pt42378"/>
            <p:cNvSpPr/>
            <p:nvPr/>
          </p:nvSpPr>
          <p:spPr>
            <a:xfrm>
              <a:off x="8996835" y="1976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9" name="pt42379"/>
            <p:cNvSpPr/>
            <p:nvPr/>
          </p:nvSpPr>
          <p:spPr>
            <a:xfrm>
              <a:off x="9978328" y="2544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0" name="pt42380"/>
            <p:cNvSpPr/>
            <p:nvPr/>
          </p:nvSpPr>
          <p:spPr>
            <a:xfrm>
              <a:off x="9452717" y="1825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1" name="pt42381"/>
            <p:cNvSpPr/>
            <p:nvPr/>
          </p:nvSpPr>
          <p:spPr>
            <a:xfrm>
              <a:off x="9097834" y="2035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2" name="pt42382"/>
            <p:cNvSpPr/>
            <p:nvPr/>
          </p:nvSpPr>
          <p:spPr>
            <a:xfrm>
              <a:off x="9767198" y="2309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3" name="pt42383"/>
            <p:cNvSpPr/>
            <p:nvPr/>
          </p:nvSpPr>
          <p:spPr>
            <a:xfrm>
              <a:off x="9811851" y="2582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4" name="pt42384"/>
            <p:cNvSpPr/>
            <p:nvPr/>
          </p:nvSpPr>
          <p:spPr>
            <a:xfrm>
              <a:off x="8881929" y="223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5" name="pt42385"/>
            <p:cNvSpPr/>
            <p:nvPr/>
          </p:nvSpPr>
          <p:spPr>
            <a:xfrm>
              <a:off x="8505430" y="2340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6" name="pt42386"/>
            <p:cNvSpPr/>
            <p:nvPr/>
          </p:nvSpPr>
          <p:spPr>
            <a:xfrm>
              <a:off x="8913428" y="2190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7" name="pt42387"/>
            <p:cNvSpPr/>
            <p:nvPr/>
          </p:nvSpPr>
          <p:spPr>
            <a:xfrm>
              <a:off x="9028011" y="1572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8" name="pt42388"/>
            <p:cNvSpPr/>
            <p:nvPr/>
          </p:nvSpPr>
          <p:spPr>
            <a:xfrm>
              <a:off x="9206663" y="2085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9" name="pt42389"/>
            <p:cNvSpPr/>
            <p:nvPr/>
          </p:nvSpPr>
          <p:spPr>
            <a:xfrm>
              <a:off x="8788576" y="2307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0" name="pt42390"/>
            <p:cNvSpPr/>
            <p:nvPr/>
          </p:nvSpPr>
          <p:spPr>
            <a:xfrm>
              <a:off x="9834193" y="2631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1" name="pt42391"/>
            <p:cNvSpPr/>
            <p:nvPr/>
          </p:nvSpPr>
          <p:spPr>
            <a:xfrm>
              <a:off x="8612066" y="2341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2" name="pt42392"/>
            <p:cNvSpPr/>
            <p:nvPr/>
          </p:nvSpPr>
          <p:spPr>
            <a:xfrm>
              <a:off x="8473354" y="2240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3" name="pt42393"/>
            <p:cNvSpPr/>
            <p:nvPr/>
          </p:nvSpPr>
          <p:spPr>
            <a:xfrm>
              <a:off x="9135057" y="207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4" name="pt42394"/>
            <p:cNvSpPr/>
            <p:nvPr/>
          </p:nvSpPr>
          <p:spPr>
            <a:xfrm>
              <a:off x="8698707" y="2339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5" name="pt42395"/>
            <p:cNvSpPr/>
            <p:nvPr/>
          </p:nvSpPr>
          <p:spPr>
            <a:xfrm>
              <a:off x="9494750" y="2260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6" name="pt42396"/>
            <p:cNvSpPr/>
            <p:nvPr/>
          </p:nvSpPr>
          <p:spPr>
            <a:xfrm>
              <a:off x="8867559" y="1953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7" name="pt42397"/>
            <p:cNvSpPr/>
            <p:nvPr/>
          </p:nvSpPr>
          <p:spPr>
            <a:xfrm>
              <a:off x="9500379" y="2533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8" name="pt42398"/>
            <p:cNvSpPr/>
            <p:nvPr/>
          </p:nvSpPr>
          <p:spPr>
            <a:xfrm>
              <a:off x="8688651" y="2498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9" name="pt42399"/>
            <p:cNvSpPr/>
            <p:nvPr/>
          </p:nvSpPr>
          <p:spPr>
            <a:xfrm>
              <a:off x="8505430" y="2354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0" name="pt42400"/>
            <p:cNvSpPr/>
            <p:nvPr/>
          </p:nvSpPr>
          <p:spPr>
            <a:xfrm>
              <a:off x="8627374" y="2218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1" name="pt42401"/>
            <p:cNvSpPr/>
            <p:nvPr/>
          </p:nvSpPr>
          <p:spPr>
            <a:xfrm>
              <a:off x="8965476" y="2110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2" name="pt42402"/>
            <p:cNvSpPr/>
            <p:nvPr/>
          </p:nvSpPr>
          <p:spPr>
            <a:xfrm>
              <a:off x="8434097" y="2357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3" name="pt42403"/>
            <p:cNvSpPr/>
            <p:nvPr/>
          </p:nvSpPr>
          <p:spPr>
            <a:xfrm>
              <a:off x="9208828" y="2101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4" name="pt42404"/>
            <p:cNvSpPr/>
            <p:nvPr/>
          </p:nvSpPr>
          <p:spPr>
            <a:xfrm>
              <a:off x="8907564" y="1809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5" name="pt42405"/>
            <p:cNvSpPr/>
            <p:nvPr/>
          </p:nvSpPr>
          <p:spPr>
            <a:xfrm>
              <a:off x="8627374" y="2240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6" name="pt42406"/>
            <p:cNvSpPr/>
            <p:nvPr/>
          </p:nvSpPr>
          <p:spPr>
            <a:xfrm>
              <a:off x="8312152" y="2467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7" name="pt42407"/>
            <p:cNvSpPr/>
            <p:nvPr/>
          </p:nvSpPr>
          <p:spPr>
            <a:xfrm>
              <a:off x="9069361" y="2165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8" name="pt42408"/>
            <p:cNvSpPr/>
            <p:nvPr/>
          </p:nvSpPr>
          <p:spPr>
            <a:xfrm>
              <a:off x="8434097" y="2499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9" name="pt42409"/>
            <p:cNvSpPr/>
            <p:nvPr/>
          </p:nvSpPr>
          <p:spPr>
            <a:xfrm>
              <a:off x="9007289" y="1807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0" name="pt42410"/>
            <p:cNvSpPr/>
            <p:nvPr/>
          </p:nvSpPr>
          <p:spPr>
            <a:xfrm>
              <a:off x="8434097" y="2492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1" name="pt42411"/>
            <p:cNvSpPr/>
            <p:nvPr/>
          </p:nvSpPr>
          <p:spPr>
            <a:xfrm>
              <a:off x="8383485" y="2422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2" name="pt42412"/>
            <p:cNvSpPr/>
            <p:nvPr/>
          </p:nvSpPr>
          <p:spPr>
            <a:xfrm>
              <a:off x="9749896" y="1897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3" name="pt42413"/>
            <p:cNvSpPr/>
            <p:nvPr/>
          </p:nvSpPr>
          <p:spPr>
            <a:xfrm>
              <a:off x="9055774" y="1697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4" name="pt42414"/>
            <p:cNvSpPr/>
            <p:nvPr/>
          </p:nvSpPr>
          <p:spPr>
            <a:xfrm>
              <a:off x="9241172" y="1942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5" name="pt42415"/>
            <p:cNvSpPr/>
            <p:nvPr/>
          </p:nvSpPr>
          <p:spPr>
            <a:xfrm>
              <a:off x="8576763" y="2390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6" name="pt42416"/>
            <p:cNvSpPr/>
            <p:nvPr/>
          </p:nvSpPr>
          <p:spPr>
            <a:xfrm>
              <a:off x="8654494" y="2350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7" name="pt42417"/>
            <p:cNvSpPr/>
            <p:nvPr/>
          </p:nvSpPr>
          <p:spPr>
            <a:xfrm>
              <a:off x="8473354" y="2370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8" name="pt42418"/>
            <p:cNvSpPr/>
            <p:nvPr/>
          </p:nvSpPr>
          <p:spPr>
            <a:xfrm>
              <a:off x="9454989" y="1872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9" name="pt42419"/>
            <p:cNvSpPr/>
            <p:nvPr/>
          </p:nvSpPr>
          <p:spPr>
            <a:xfrm>
              <a:off x="9785747" y="2681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0" name="pt42420"/>
            <p:cNvSpPr/>
            <p:nvPr/>
          </p:nvSpPr>
          <p:spPr>
            <a:xfrm>
              <a:off x="9249051" y="2020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1" name="pt42421"/>
            <p:cNvSpPr/>
            <p:nvPr/>
          </p:nvSpPr>
          <p:spPr>
            <a:xfrm>
              <a:off x="8810596" y="2064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2" name="pt42422"/>
            <p:cNvSpPr/>
            <p:nvPr/>
          </p:nvSpPr>
          <p:spPr>
            <a:xfrm>
              <a:off x="8312152" y="2466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3" name="pt42423"/>
            <p:cNvSpPr/>
            <p:nvPr/>
          </p:nvSpPr>
          <p:spPr>
            <a:xfrm>
              <a:off x="8505430" y="2538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4" name="pt42424"/>
            <p:cNvSpPr/>
            <p:nvPr/>
          </p:nvSpPr>
          <p:spPr>
            <a:xfrm>
              <a:off x="9381988" y="2095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5" name="pt42425"/>
            <p:cNvSpPr/>
            <p:nvPr/>
          </p:nvSpPr>
          <p:spPr>
            <a:xfrm>
              <a:off x="9254530" y="2130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6" name="pt42426"/>
            <p:cNvSpPr/>
            <p:nvPr/>
          </p:nvSpPr>
          <p:spPr>
            <a:xfrm>
              <a:off x="9654228" y="2203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7" name="pt42427"/>
            <p:cNvSpPr/>
            <p:nvPr/>
          </p:nvSpPr>
          <p:spPr>
            <a:xfrm>
              <a:off x="9282477" y="2048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8" name="pt42428"/>
            <p:cNvSpPr/>
            <p:nvPr/>
          </p:nvSpPr>
          <p:spPr>
            <a:xfrm>
              <a:off x="8312152" y="2535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9" name="pt42429"/>
            <p:cNvSpPr/>
            <p:nvPr/>
          </p:nvSpPr>
          <p:spPr>
            <a:xfrm>
              <a:off x="8434097" y="2352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0" name="pt42430"/>
            <p:cNvSpPr/>
            <p:nvPr/>
          </p:nvSpPr>
          <p:spPr>
            <a:xfrm>
              <a:off x="8987622" y="2239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1" name="pt42431"/>
            <p:cNvSpPr/>
            <p:nvPr/>
          </p:nvSpPr>
          <p:spPr>
            <a:xfrm>
              <a:off x="8383485" y="2321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2" name="pt42432"/>
            <p:cNvSpPr/>
            <p:nvPr/>
          </p:nvSpPr>
          <p:spPr>
            <a:xfrm>
              <a:off x="9498107" y="2376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3" name="pt42433"/>
            <p:cNvSpPr/>
            <p:nvPr/>
          </p:nvSpPr>
          <p:spPr>
            <a:xfrm>
              <a:off x="8556041" y="2490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4" name="pt42434"/>
            <p:cNvSpPr/>
            <p:nvPr/>
          </p:nvSpPr>
          <p:spPr>
            <a:xfrm>
              <a:off x="8995031" y="2059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5" name="pt42435"/>
            <p:cNvSpPr/>
            <p:nvPr/>
          </p:nvSpPr>
          <p:spPr>
            <a:xfrm>
              <a:off x="8556041" y="2620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6" name="pt42436"/>
            <p:cNvSpPr/>
            <p:nvPr/>
          </p:nvSpPr>
          <p:spPr>
            <a:xfrm>
              <a:off x="9190113" y="1971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7" name="pt42437"/>
            <p:cNvSpPr/>
            <p:nvPr/>
          </p:nvSpPr>
          <p:spPr>
            <a:xfrm>
              <a:off x="8666631" y="2465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8" name="pt42438"/>
            <p:cNvSpPr/>
            <p:nvPr/>
          </p:nvSpPr>
          <p:spPr>
            <a:xfrm>
              <a:off x="8383485" y="2323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9" name="pt42439"/>
            <p:cNvSpPr/>
            <p:nvPr/>
          </p:nvSpPr>
          <p:spPr>
            <a:xfrm>
              <a:off x="9206663" y="2030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0" name="pt42440"/>
            <p:cNvSpPr/>
            <p:nvPr/>
          </p:nvSpPr>
          <p:spPr>
            <a:xfrm>
              <a:off x="8473354" y="2201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1" name="pt42441"/>
            <p:cNvSpPr/>
            <p:nvPr/>
          </p:nvSpPr>
          <p:spPr>
            <a:xfrm>
              <a:off x="8996835" y="196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2" name="pt42442"/>
            <p:cNvSpPr/>
            <p:nvPr/>
          </p:nvSpPr>
          <p:spPr>
            <a:xfrm>
              <a:off x="9249051" y="2194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3" name="pt42443"/>
            <p:cNvSpPr/>
            <p:nvPr/>
          </p:nvSpPr>
          <p:spPr>
            <a:xfrm>
              <a:off x="9834193" y="2701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4" name="pt42444"/>
            <p:cNvSpPr/>
            <p:nvPr/>
          </p:nvSpPr>
          <p:spPr>
            <a:xfrm>
              <a:off x="8666631" y="2324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5" name="pt42445"/>
            <p:cNvSpPr/>
            <p:nvPr/>
          </p:nvSpPr>
          <p:spPr>
            <a:xfrm>
              <a:off x="8763400" y="2085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6" name="pt42446"/>
            <p:cNvSpPr/>
            <p:nvPr/>
          </p:nvSpPr>
          <p:spPr>
            <a:xfrm>
              <a:off x="8677986" y="2351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7" name="pt42447"/>
            <p:cNvSpPr/>
            <p:nvPr/>
          </p:nvSpPr>
          <p:spPr>
            <a:xfrm>
              <a:off x="8434097" y="2378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8" name="pt42448"/>
            <p:cNvSpPr/>
            <p:nvPr/>
          </p:nvSpPr>
          <p:spPr>
            <a:xfrm>
              <a:off x="8312152" y="2355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9" name="pt42449"/>
            <p:cNvSpPr/>
            <p:nvPr/>
          </p:nvSpPr>
          <p:spPr>
            <a:xfrm>
              <a:off x="8595298" y="2314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0" name="pt42450"/>
            <p:cNvSpPr/>
            <p:nvPr/>
          </p:nvSpPr>
          <p:spPr>
            <a:xfrm>
              <a:off x="8810596" y="1984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1" name="pt42451"/>
            <p:cNvSpPr/>
            <p:nvPr/>
          </p:nvSpPr>
          <p:spPr>
            <a:xfrm>
              <a:off x="8383485" y="229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2" name="pt42452"/>
            <p:cNvSpPr/>
            <p:nvPr/>
          </p:nvSpPr>
          <p:spPr>
            <a:xfrm>
              <a:off x="9448910" y="1854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3" name="pt42453"/>
            <p:cNvSpPr/>
            <p:nvPr/>
          </p:nvSpPr>
          <p:spPr>
            <a:xfrm>
              <a:off x="8749319" y="1926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4" name="pt42454"/>
            <p:cNvSpPr/>
            <p:nvPr/>
          </p:nvSpPr>
          <p:spPr>
            <a:xfrm>
              <a:off x="8677986" y="2380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5" name="pt42455"/>
            <p:cNvSpPr/>
            <p:nvPr/>
          </p:nvSpPr>
          <p:spPr>
            <a:xfrm>
              <a:off x="9301578" y="214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6" name="pt42456"/>
            <p:cNvSpPr/>
            <p:nvPr/>
          </p:nvSpPr>
          <p:spPr>
            <a:xfrm>
              <a:off x="9005590" y="1939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7" name="pt42457"/>
            <p:cNvSpPr/>
            <p:nvPr/>
          </p:nvSpPr>
          <p:spPr>
            <a:xfrm>
              <a:off x="8898383" y="2195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8" name="pt42458"/>
            <p:cNvSpPr/>
            <p:nvPr/>
          </p:nvSpPr>
          <p:spPr>
            <a:xfrm>
              <a:off x="8434097" y="239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9" name="pt42459"/>
            <p:cNvSpPr/>
            <p:nvPr/>
          </p:nvSpPr>
          <p:spPr>
            <a:xfrm>
              <a:off x="8954408" y="1806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0" name="pt42460"/>
            <p:cNvSpPr/>
            <p:nvPr/>
          </p:nvSpPr>
          <p:spPr>
            <a:xfrm>
              <a:off x="8898383" y="2099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1" name="pt42461"/>
            <p:cNvSpPr/>
            <p:nvPr/>
          </p:nvSpPr>
          <p:spPr>
            <a:xfrm>
              <a:off x="8556041" y="2462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2" name="pt42462"/>
            <p:cNvSpPr/>
            <p:nvPr/>
          </p:nvSpPr>
          <p:spPr>
            <a:xfrm>
              <a:off x="8977900" y="2272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3" name="pt42463"/>
            <p:cNvSpPr/>
            <p:nvPr/>
          </p:nvSpPr>
          <p:spPr>
            <a:xfrm>
              <a:off x="9143835" y="2089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4" name="pt42464"/>
            <p:cNvSpPr/>
            <p:nvPr/>
          </p:nvSpPr>
          <p:spPr>
            <a:xfrm>
              <a:off x="9128386" y="2126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5" name="pt42465"/>
            <p:cNvSpPr/>
            <p:nvPr/>
          </p:nvSpPr>
          <p:spPr>
            <a:xfrm>
              <a:off x="8788576" y="2337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6" name="pt42466"/>
            <p:cNvSpPr/>
            <p:nvPr/>
          </p:nvSpPr>
          <p:spPr>
            <a:xfrm>
              <a:off x="9435194" y="2071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7" name="pt42467"/>
            <p:cNvSpPr/>
            <p:nvPr/>
          </p:nvSpPr>
          <p:spPr>
            <a:xfrm>
              <a:off x="8881929" y="2211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8" name="pt42468"/>
            <p:cNvSpPr/>
            <p:nvPr/>
          </p:nvSpPr>
          <p:spPr>
            <a:xfrm>
              <a:off x="9450688" y="2117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9" name="pt42469"/>
            <p:cNvSpPr/>
            <p:nvPr/>
          </p:nvSpPr>
          <p:spPr>
            <a:xfrm>
              <a:off x="9143835" y="2157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0" name="pt42470"/>
            <p:cNvSpPr/>
            <p:nvPr/>
          </p:nvSpPr>
          <p:spPr>
            <a:xfrm>
              <a:off x="9386161" y="2082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1" name="pt42471"/>
            <p:cNvSpPr/>
            <p:nvPr/>
          </p:nvSpPr>
          <p:spPr>
            <a:xfrm>
              <a:off x="8666631" y="2454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2" name="pt42472"/>
            <p:cNvSpPr/>
            <p:nvPr/>
          </p:nvSpPr>
          <p:spPr>
            <a:xfrm>
              <a:off x="9171842" y="2080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3" name="pt42473"/>
            <p:cNvSpPr/>
            <p:nvPr/>
          </p:nvSpPr>
          <p:spPr>
            <a:xfrm>
              <a:off x="8677986" y="2414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4" name="pt42474"/>
            <p:cNvSpPr/>
            <p:nvPr/>
          </p:nvSpPr>
          <p:spPr>
            <a:xfrm>
              <a:off x="8312152" y="2518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5" name="pt42475"/>
            <p:cNvSpPr/>
            <p:nvPr/>
          </p:nvSpPr>
          <p:spPr>
            <a:xfrm>
              <a:off x="9384781" y="2077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6" name="pt42476"/>
            <p:cNvSpPr/>
            <p:nvPr/>
          </p:nvSpPr>
          <p:spPr>
            <a:xfrm>
              <a:off x="8717243" y="2223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7" name="pt42477"/>
            <p:cNvSpPr/>
            <p:nvPr/>
          </p:nvSpPr>
          <p:spPr>
            <a:xfrm>
              <a:off x="8971798" y="217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8" name="pt42478"/>
            <p:cNvSpPr/>
            <p:nvPr/>
          </p:nvSpPr>
          <p:spPr>
            <a:xfrm>
              <a:off x="9253280" y="2228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9" name="pt42479"/>
            <p:cNvSpPr/>
            <p:nvPr/>
          </p:nvSpPr>
          <p:spPr>
            <a:xfrm>
              <a:off x="9270010" y="2021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0" name="pt42480"/>
            <p:cNvSpPr/>
            <p:nvPr/>
          </p:nvSpPr>
          <p:spPr>
            <a:xfrm>
              <a:off x="9109567" y="173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1" name="pt42481"/>
            <p:cNvSpPr/>
            <p:nvPr/>
          </p:nvSpPr>
          <p:spPr>
            <a:xfrm>
              <a:off x="9097834" y="2003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2" name="pt42482"/>
            <p:cNvSpPr/>
            <p:nvPr/>
          </p:nvSpPr>
          <p:spPr>
            <a:xfrm>
              <a:off x="8312152" y="2428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3" name="pt42483"/>
            <p:cNvSpPr/>
            <p:nvPr/>
          </p:nvSpPr>
          <p:spPr>
            <a:xfrm>
              <a:off x="8830164" y="2304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4" name="pt42484"/>
            <p:cNvSpPr/>
            <p:nvPr/>
          </p:nvSpPr>
          <p:spPr>
            <a:xfrm>
              <a:off x="9205570" y="2341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5" name="pt42485"/>
            <p:cNvSpPr/>
            <p:nvPr/>
          </p:nvSpPr>
          <p:spPr>
            <a:xfrm>
              <a:off x="8815695" y="2010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6" name="pt42486"/>
            <p:cNvSpPr/>
            <p:nvPr/>
          </p:nvSpPr>
          <p:spPr>
            <a:xfrm>
              <a:off x="8312152" y="2417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7" name="pt42487"/>
            <p:cNvSpPr/>
            <p:nvPr/>
          </p:nvSpPr>
          <p:spPr>
            <a:xfrm>
              <a:off x="9109567" y="1767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8" name="pt42488"/>
            <p:cNvSpPr/>
            <p:nvPr/>
          </p:nvSpPr>
          <p:spPr>
            <a:xfrm>
              <a:off x="8312152" y="2525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9" name="pt42489"/>
            <p:cNvSpPr/>
            <p:nvPr/>
          </p:nvSpPr>
          <p:spPr>
            <a:xfrm>
              <a:off x="8505430" y="2409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0" name="pt42490"/>
            <p:cNvSpPr/>
            <p:nvPr/>
          </p:nvSpPr>
          <p:spPr>
            <a:xfrm>
              <a:off x="8965476" y="2107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1" name="pt42491"/>
            <p:cNvSpPr/>
            <p:nvPr/>
          </p:nvSpPr>
          <p:spPr>
            <a:xfrm>
              <a:off x="8971798" y="2081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2" name="pt42492"/>
            <p:cNvSpPr/>
            <p:nvPr/>
          </p:nvSpPr>
          <p:spPr>
            <a:xfrm>
              <a:off x="8383485" y="2453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3" name="pt42493"/>
            <p:cNvSpPr/>
            <p:nvPr/>
          </p:nvSpPr>
          <p:spPr>
            <a:xfrm>
              <a:off x="8473354" y="2341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4" name="pt42494"/>
            <p:cNvSpPr/>
            <p:nvPr/>
          </p:nvSpPr>
          <p:spPr>
            <a:xfrm>
              <a:off x="9254530" y="2165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5" name="pt42495"/>
            <p:cNvSpPr/>
            <p:nvPr/>
          </p:nvSpPr>
          <p:spPr>
            <a:xfrm>
              <a:off x="8595298" y="2182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6" name="pt42496"/>
            <p:cNvSpPr/>
            <p:nvPr/>
          </p:nvSpPr>
          <p:spPr>
            <a:xfrm>
              <a:off x="8794345" y="2117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7" name="pt42497"/>
            <p:cNvSpPr/>
            <p:nvPr/>
          </p:nvSpPr>
          <p:spPr>
            <a:xfrm>
              <a:off x="9452717" y="1856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8" name="pt42498"/>
            <p:cNvSpPr/>
            <p:nvPr/>
          </p:nvSpPr>
          <p:spPr>
            <a:xfrm>
              <a:off x="8595298" y="2240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9" name="pt42499"/>
            <p:cNvSpPr/>
            <p:nvPr/>
          </p:nvSpPr>
          <p:spPr>
            <a:xfrm>
              <a:off x="8942596" y="1866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0" name="pt42500"/>
            <p:cNvSpPr/>
            <p:nvPr/>
          </p:nvSpPr>
          <p:spPr>
            <a:xfrm>
              <a:off x="9028011" y="1835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1" name="pt42501"/>
            <p:cNvSpPr/>
            <p:nvPr/>
          </p:nvSpPr>
          <p:spPr>
            <a:xfrm>
              <a:off x="9117880" y="2034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2" name="pt42502"/>
            <p:cNvSpPr/>
            <p:nvPr/>
          </p:nvSpPr>
          <p:spPr>
            <a:xfrm>
              <a:off x="8312152" y="2534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3" name="pt42503"/>
            <p:cNvSpPr/>
            <p:nvPr/>
          </p:nvSpPr>
          <p:spPr>
            <a:xfrm>
              <a:off x="8749319" y="2308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4" name="pt42504"/>
            <p:cNvSpPr/>
            <p:nvPr/>
          </p:nvSpPr>
          <p:spPr>
            <a:xfrm>
              <a:off x="8971798" y="2120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5" name="pt42505"/>
            <p:cNvSpPr/>
            <p:nvPr/>
          </p:nvSpPr>
          <p:spPr>
            <a:xfrm>
              <a:off x="8383485" y="2378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6" name="pt42506"/>
            <p:cNvSpPr/>
            <p:nvPr/>
          </p:nvSpPr>
          <p:spPr>
            <a:xfrm>
              <a:off x="9978328" y="259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7" name="pt42507"/>
            <p:cNvSpPr/>
            <p:nvPr/>
          </p:nvSpPr>
          <p:spPr>
            <a:xfrm>
              <a:off x="8641456" y="2169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8" name="pt42508"/>
            <p:cNvSpPr/>
            <p:nvPr/>
          </p:nvSpPr>
          <p:spPr>
            <a:xfrm>
              <a:off x="9282477" y="2210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9" name="pt42509"/>
            <p:cNvSpPr/>
            <p:nvPr/>
          </p:nvSpPr>
          <p:spPr>
            <a:xfrm>
              <a:off x="9110510" y="1907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0" name="pt42510"/>
            <p:cNvSpPr/>
            <p:nvPr/>
          </p:nvSpPr>
          <p:spPr>
            <a:xfrm>
              <a:off x="9103798" y="1971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1" name="pt42511"/>
            <p:cNvSpPr/>
            <p:nvPr/>
          </p:nvSpPr>
          <p:spPr>
            <a:xfrm>
              <a:off x="9312057" y="1935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2" name="pt42512"/>
            <p:cNvSpPr/>
            <p:nvPr/>
          </p:nvSpPr>
          <p:spPr>
            <a:xfrm>
              <a:off x="8913428" y="215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3" name="pt42513"/>
            <p:cNvSpPr/>
            <p:nvPr/>
          </p:nvSpPr>
          <p:spPr>
            <a:xfrm>
              <a:off x="8612066" y="2283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4" name="pt42514"/>
            <p:cNvSpPr/>
            <p:nvPr/>
          </p:nvSpPr>
          <p:spPr>
            <a:xfrm>
              <a:off x="8825472" y="2096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5" name="pt42515"/>
            <p:cNvSpPr/>
            <p:nvPr/>
          </p:nvSpPr>
          <p:spPr>
            <a:xfrm>
              <a:off x="8612066" y="2313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6" name="pt42516"/>
            <p:cNvSpPr/>
            <p:nvPr/>
          </p:nvSpPr>
          <p:spPr>
            <a:xfrm>
              <a:off x="8666631" y="2366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7" name="pt42517"/>
            <p:cNvSpPr/>
            <p:nvPr/>
          </p:nvSpPr>
          <p:spPr>
            <a:xfrm>
              <a:off x="8937640" y="1763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8" name="pt42518"/>
            <p:cNvSpPr/>
            <p:nvPr/>
          </p:nvSpPr>
          <p:spPr>
            <a:xfrm>
              <a:off x="9028011" y="1756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9" name="pt42519"/>
            <p:cNvSpPr/>
            <p:nvPr/>
          </p:nvSpPr>
          <p:spPr>
            <a:xfrm>
              <a:off x="9106706" y="1929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0" name="pt42520"/>
            <p:cNvSpPr/>
            <p:nvPr/>
          </p:nvSpPr>
          <p:spPr>
            <a:xfrm>
              <a:off x="8741831" y="2324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1" name="pt42521"/>
            <p:cNvSpPr/>
            <p:nvPr/>
          </p:nvSpPr>
          <p:spPr>
            <a:xfrm>
              <a:off x="8708219" y="2434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2" name="pt42522"/>
            <p:cNvSpPr/>
            <p:nvPr/>
          </p:nvSpPr>
          <p:spPr>
            <a:xfrm>
              <a:off x="8434097" y="2496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3" name="pt42523"/>
            <p:cNvSpPr/>
            <p:nvPr/>
          </p:nvSpPr>
          <p:spPr>
            <a:xfrm>
              <a:off x="8839187" y="2130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4" name="pt42524"/>
            <p:cNvSpPr/>
            <p:nvPr/>
          </p:nvSpPr>
          <p:spPr>
            <a:xfrm>
              <a:off x="8830164" y="2003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5" name="pt42525"/>
            <p:cNvSpPr/>
            <p:nvPr/>
          </p:nvSpPr>
          <p:spPr>
            <a:xfrm>
              <a:off x="8627374" y="2210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6" name="pt42526"/>
            <p:cNvSpPr/>
            <p:nvPr/>
          </p:nvSpPr>
          <p:spPr>
            <a:xfrm>
              <a:off x="9328879" y="2175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7" name="pt42527"/>
            <p:cNvSpPr/>
            <p:nvPr/>
          </p:nvSpPr>
          <p:spPr>
            <a:xfrm>
              <a:off x="8505430" y="2331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8" name="pt42528"/>
            <p:cNvSpPr/>
            <p:nvPr/>
          </p:nvSpPr>
          <p:spPr>
            <a:xfrm>
              <a:off x="9117880" y="2100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9" name="pt42529"/>
            <p:cNvSpPr/>
            <p:nvPr/>
          </p:nvSpPr>
          <p:spPr>
            <a:xfrm>
              <a:off x="8505430" y="2327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0" name="pt42530"/>
            <p:cNvSpPr/>
            <p:nvPr/>
          </p:nvSpPr>
          <p:spPr>
            <a:xfrm>
              <a:off x="8434097" y="2296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1" name="pt42531"/>
            <p:cNvSpPr/>
            <p:nvPr/>
          </p:nvSpPr>
          <p:spPr>
            <a:xfrm>
              <a:off x="8942596" y="1921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2" name="pt42532"/>
            <p:cNvSpPr/>
            <p:nvPr/>
          </p:nvSpPr>
          <p:spPr>
            <a:xfrm>
              <a:off x="8627374" y="2328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3" name="pt42533"/>
            <p:cNvSpPr/>
            <p:nvPr/>
          </p:nvSpPr>
          <p:spPr>
            <a:xfrm>
              <a:off x="9146155" y="1967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4" name="pt42534"/>
            <p:cNvSpPr/>
            <p:nvPr/>
          </p:nvSpPr>
          <p:spPr>
            <a:xfrm>
              <a:off x="8627374" y="2229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5" name="pt42535"/>
            <p:cNvSpPr/>
            <p:nvPr/>
          </p:nvSpPr>
          <p:spPr>
            <a:xfrm>
              <a:off x="8641456" y="2155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6" name="pt42536"/>
            <p:cNvSpPr/>
            <p:nvPr/>
          </p:nvSpPr>
          <p:spPr>
            <a:xfrm>
              <a:off x="8935109" y="2119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7" name="pt42537"/>
            <p:cNvSpPr/>
            <p:nvPr/>
          </p:nvSpPr>
          <p:spPr>
            <a:xfrm>
              <a:off x="8776438" y="2115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8" name="pt42538"/>
            <p:cNvSpPr/>
            <p:nvPr/>
          </p:nvSpPr>
          <p:spPr>
            <a:xfrm>
              <a:off x="9228169" y="1847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9" name="pt42539"/>
            <p:cNvSpPr/>
            <p:nvPr/>
          </p:nvSpPr>
          <p:spPr>
            <a:xfrm>
              <a:off x="9879673" y="2665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0" name="pt42540"/>
            <p:cNvSpPr/>
            <p:nvPr/>
          </p:nvSpPr>
          <p:spPr>
            <a:xfrm>
              <a:off x="8954408" y="1796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1" name="pt42541"/>
            <p:cNvSpPr/>
            <p:nvPr/>
          </p:nvSpPr>
          <p:spPr>
            <a:xfrm>
              <a:off x="8904556" y="2172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2" name="pt42542"/>
            <p:cNvSpPr/>
            <p:nvPr/>
          </p:nvSpPr>
          <p:spPr>
            <a:xfrm>
              <a:off x="8641456" y="2072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3" name="pt42543"/>
            <p:cNvSpPr/>
            <p:nvPr/>
          </p:nvSpPr>
          <p:spPr>
            <a:xfrm>
              <a:off x="8799930" y="2041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4" name="pt42544"/>
            <p:cNvSpPr/>
            <p:nvPr/>
          </p:nvSpPr>
          <p:spPr>
            <a:xfrm>
              <a:off x="9178998" y="1969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5" name="pt42545"/>
            <p:cNvSpPr/>
            <p:nvPr/>
          </p:nvSpPr>
          <p:spPr>
            <a:xfrm>
              <a:off x="8532549" y="2497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6" name="pt42546"/>
            <p:cNvSpPr/>
            <p:nvPr/>
          </p:nvSpPr>
          <p:spPr>
            <a:xfrm>
              <a:off x="9573785" y="2512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7" name="pt42547"/>
            <p:cNvSpPr/>
            <p:nvPr/>
          </p:nvSpPr>
          <p:spPr>
            <a:xfrm>
              <a:off x="8576763" y="2402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8" name="pt42548"/>
            <p:cNvSpPr/>
            <p:nvPr/>
          </p:nvSpPr>
          <p:spPr>
            <a:xfrm>
              <a:off x="8312152" y="1990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9" name="pt42549"/>
            <p:cNvSpPr/>
            <p:nvPr/>
          </p:nvSpPr>
          <p:spPr>
            <a:xfrm>
              <a:off x="9452582" y="1907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0" name="pt42550"/>
            <p:cNvSpPr/>
            <p:nvPr/>
          </p:nvSpPr>
          <p:spPr>
            <a:xfrm>
              <a:off x="9724502" y="2187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1" name="pt42551"/>
            <p:cNvSpPr/>
            <p:nvPr/>
          </p:nvSpPr>
          <p:spPr>
            <a:xfrm>
              <a:off x="8708219" y="2265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2" name="pt42552"/>
            <p:cNvSpPr/>
            <p:nvPr/>
          </p:nvSpPr>
          <p:spPr>
            <a:xfrm>
              <a:off x="8612066" y="2107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3" name="pt42553"/>
            <p:cNvSpPr/>
            <p:nvPr/>
          </p:nvSpPr>
          <p:spPr>
            <a:xfrm>
              <a:off x="8505430" y="2447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4" name="pt42554"/>
            <p:cNvSpPr/>
            <p:nvPr/>
          </p:nvSpPr>
          <p:spPr>
            <a:xfrm>
              <a:off x="8627374" y="2267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5" name="pt42555"/>
            <p:cNvSpPr/>
            <p:nvPr/>
          </p:nvSpPr>
          <p:spPr>
            <a:xfrm>
              <a:off x="8556041" y="2682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6" name="pt42556"/>
            <p:cNvSpPr/>
            <p:nvPr/>
          </p:nvSpPr>
          <p:spPr>
            <a:xfrm>
              <a:off x="8641456" y="2027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7" name="pt42557"/>
            <p:cNvSpPr/>
            <p:nvPr/>
          </p:nvSpPr>
          <p:spPr>
            <a:xfrm>
              <a:off x="8916289" y="2072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8" name="pt42558"/>
            <p:cNvSpPr/>
            <p:nvPr/>
          </p:nvSpPr>
          <p:spPr>
            <a:xfrm>
              <a:off x="8473354" y="2271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9" name="pt42559"/>
            <p:cNvSpPr/>
            <p:nvPr/>
          </p:nvSpPr>
          <p:spPr>
            <a:xfrm>
              <a:off x="8505430" y="2337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0" name="pt42560"/>
            <p:cNvSpPr/>
            <p:nvPr/>
          </p:nvSpPr>
          <p:spPr>
            <a:xfrm>
              <a:off x="8383485" y="2366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1" name="pt42561"/>
            <p:cNvSpPr/>
            <p:nvPr/>
          </p:nvSpPr>
          <p:spPr>
            <a:xfrm>
              <a:off x="9228169" y="1795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2" name="pt42562"/>
            <p:cNvSpPr/>
            <p:nvPr/>
          </p:nvSpPr>
          <p:spPr>
            <a:xfrm>
              <a:off x="9057053" y="1858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3" name="pt42563"/>
            <p:cNvSpPr/>
            <p:nvPr/>
          </p:nvSpPr>
          <p:spPr>
            <a:xfrm>
              <a:off x="9612243" y="2331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4" name="pt42564"/>
            <p:cNvSpPr/>
            <p:nvPr/>
          </p:nvSpPr>
          <p:spPr>
            <a:xfrm>
              <a:off x="8839187" y="2130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5" name="pt42565"/>
            <p:cNvSpPr/>
            <p:nvPr/>
          </p:nvSpPr>
          <p:spPr>
            <a:xfrm>
              <a:off x="8532549" y="2427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6" name="pt42566"/>
            <p:cNvSpPr/>
            <p:nvPr/>
          </p:nvSpPr>
          <p:spPr>
            <a:xfrm>
              <a:off x="8895213" y="2188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7" name="pt42567"/>
            <p:cNvSpPr/>
            <p:nvPr/>
          </p:nvSpPr>
          <p:spPr>
            <a:xfrm>
              <a:off x="8576763" y="2390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8" name="pt42568"/>
            <p:cNvSpPr/>
            <p:nvPr/>
          </p:nvSpPr>
          <p:spPr>
            <a:xfrm>
              <a:off x="8895213" y="2236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9" name="pt42569"/>
            <p:cNvSpPr/>
            <p:nvPr/>
          </p:nvSpPr>
          <p:spPr>
            <a:xfrm>
              <a:off x="8666631" y="2441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0" name="pt42570"/>
            <p:cNvSpPr/>
            <p:nvPr/>
          </p:nvSpPr>
          <p:spPr>
            <a:xfrm>
              <a:off x="8434097" y="2259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1" name="pt42571"/>
            <p:cNvSpPr/>
            <p:nvPr/>
          </p:nvSpPr>
          <p:spPr>
            <a:xfrm>
              <a:off x="8855955" y="2189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2" name="pt42572"/>
            <p:cNvSpPr/>
            <p:nvPr/>
          </p:nvSpPr>
          <p:spPr>
            <a:xfrm>
              <a:off x="8473354" y="2358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3" name="pt42573"/>
            <p:cNvSpPr/>
            <p:nvPr/>
          </p:nvSpPr>
          <p:spPr>
            <a:xfrm>
              <a:off x="8666631" y="2442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4" name="pt42574"/>
            <p:cNvSpPr/>
            <p:nvPr/>
          </p:nvSpPr>
          <p:spPr>
            <a:xfrm>
              <a:off x="8839187" y="2120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5" name="pt42575"/>
            <p:cNvSpPr/>
            <p:nvPr/>
          </p:nvSpPr>
          <p:spPr>
            <a:xfrm>
              <a:off x="9116066" y="1656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6" name="pt42576"/>
            <p:cNvSpPr/>
            <p:nvPr/>
          </p:nvSpPr>
          <p:spPr>
            <a:xfrm>
              <a:off x="8312152" y="2524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7" name="pt42577"/>
            <p:cNvSpPr/>
            <p:nvPr/>
          </p:nvSpPr>
          <p:spPr>
            <a:xfrm>
              <a:off x="8874891" y="2054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8" name="pt42578"/>
            <p:cNvSpPr/>
            <p:nvPr/>
          </p:nvSpPr>
          <p:spPr>
            <a:xfrm>
              <a:off x="8556041" y="2404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9" name="pt42579"/>
            <p:cNvSpPr/>
            <p:nvPr/>
          </p:nvSpPr>
          <p:spPr>
            <a:xfrm>
              <a:off x="8820652" y="2186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0" name="pt42580"/>
            <p:cNvSpPr/>
            <p:nvPr/>
          </p:nvSpPr>
          <p:spPr>
            <a:xfrm>
              <a:off x="8975889" y="2242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1" name="pt42581"/>
            <p:cNvSpPr/>
            <p:nvPr/>
          </p:nvSpPr>
          <p:spPr>
            <a:xfrm>
              <a:off x="8901496" y="1901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2" name="pt42582"/>
            <p:cNvSpPr/>
            <p:nvPr/>
          </p:nvSpPr>
          <p:spPr>
            <a:xfrm>
              <a:off x="8595298" y="2240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3" name="pt42583"/>
            <p:cNvSpPr/>
            <p:nvPr/>
          </p:nvSpPr>
          <p:spPr>
            <a:xfrm>
              <a:off x="8641456" y="1977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4" name="pt42584"/>
            <p:cNvSpPr/>
            <p:nvPr/>
          </p:nvSpPr>
          <p:spPr>
            <a:xfrm>
              <a:off x="8595298" y="2315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5" name="pt42585"/>
            <p:cNvSpPr/>
            <p:nvPr/>
          </p:nvSpPr>
          <p:spPr>
            <a:xfrm>
              <a:off x="8717243" y="2160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6" name="pt42586"/>
            <p:cNvSpPr/>
            <p:nvPr/>
          </p:nvSpPr>
          <p:spPr>
            <a:xfrm>
              <a:off x="9051878" y="1820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7" name="pt42587"/>
            <p:cNvSpPr/>
            <p:nvPr/>
          </p:nvSpPr>
          <p:spPr>
            <a:xfrm>
              <a:off x="8921875" y="2207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8" name="pt42588"/>
            <p:cNvSpPr/>
            <p:nvPr/>
          </p:nvSpPr>
          <p:spPr>
            <a:xfrm>
              <a:off x="9062080" y="1714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9" name="pt42589"/>
            <p:cNvSpPr/>
            <p:nvPr/>
          </p:nvSpPr>
          <p:spPr>
            <a:xfrm>
              <a:off x="9349631" y="2126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0" name="pt42590"/>
            <p:cNvSpPr/>
            <p:nvPr/>
          </p:nvSpPr>
          <p:spPr>
            <a:xfrm>
              <a:off x="8708219" y="2294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1" name="pt42591"/>
            <p:cNvSpPr/>
            <p:nvPr/>
          </p:nvSpPr>
          <p:spPr>
            <a:xfrm>
              <a:off x="9103798" y="1911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2" name="pt42592"/>
            <p:cNvSpPr/>
            <p:nvPr/>
          </p:nvSpPr>
          <p:spPr>
            <a:xfrm>
              <a:off x="9726386" y="2153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3" name="pt42593"/>
            <p:cNvSpPr/>
            <p:nvPr/>
          </p:nvSpPr>
          <p:spPr>
            <a:xfrm>
              <a:off x="8878445" y="1890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4" name="pt42594"/>
            <p:cNvSpPr/>
            <p:nvPr/>
          </p:nvSpPr>
          <p:spPr>
            <a:xfrm>
              <a:off x="8847771" y="2286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5" name="pt42595"/>
            <p:cNvSpPr/>
            <p:nvPr/>
          </p:nvSpPr>
          <p:spPr>
            <a:xfrm>
              <a:off x="8641456" y="2060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6" name="pt42596"/>
            <p:cNvSpPr/>
            <p:nvPr/>
          </p:nvSpPr>
          <p:spPr>
            <a:xfrm>
              <a:off x="8763400" y="2139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7" name="pt42597"/>
            <p:cNvSpPr/>
            <p:nvPr/>
          </p:nvSpPr>
          <p:spPr>
            <a:xfrm>
              <a:off x="9538421" y="1783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8" name="pt42598"/>
            <p:cNvSpPr/>
            <p:nvPr/>
          </p:nvSpPr>
          <p:spPr>
            <a:xfrm>
              <a:off x="8770040" y="217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9" name="pt42599"/>
            <p:cNvSpPr/>
            <p:nvPr/>
          </p:nvSpPr>
          <p:spPr>
            <a:xfrm>
              <a:off x="8434097" y="2383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0" name="pt42600"/>
            <p:cNvSpPr/>
            <p:nvPr/>
          </p:nvSpPr>
          <p:spPr>
            <a:xfrm>
              <a:off x="8612066" y="2199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1" name="pt42601"/>
            <p:cNvSpPr/>
            <p:nvPr/>
          </p:nvSpPr>
          <p:spPr>
            <a:xfrm>
              <a:off x="9578717" y="2504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2" name="pt42602"/>
            <p:cNvSpPr/>
            <p:nvPr/>
          </p:nvSpPr>
          <p:spPr>
            <a:xfrm>
              <a:off x="8312152" y="2458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3" name="pt42603"/>
            <p:cNvSpPr/>
            <p:nvPr/>
          </p:nvSpPr>
          <p:spPr>
            <a:xfrm>
              <a:off x="9143835" y="2020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4" name="pt42604"/>
            <p:cNvSpPr/>
            <p:nvPr/>
          </p:nvSpPr>
          <p:spPr>
            <a:xfrm>
              <a:off x="8741831" y="2077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5" name="pt42605"/>
            <p:cNvSpPr/>
            <p:nvPr/>
          </p:nvSpPr>
          <p:spPr>
            <a:xfrm>
              <a:off x="9087421" y="1945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6" name="pt42606"/>
            <p:cNvSpPr/>
            <p:nvPr/>
          </p:nvSpPr>
          <p:spPr>
            <a:xfrm>
              <a:off x="9420641" y="2128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7" name="pt42607"/>
            <p:cNvSpPr/>
            <p:nvPr/>
          </p:nvSpPr>
          <p:spPr>
            <a:xfrm>
              <a:off x="8810596" y="2068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8" name="pt42608"/>
            <p:cNvSpPr/>
            <p:nvPr/>
          </p:nvSpPr>
          <p:spPr>
            <a:xfrm>
              <a:off x="8996835" y="1940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9" name="pt42609"/>
            <p:cNvSpPr/>
            <p:nvPr/>
          </p:nvSpPr>
          <p:spPr>
            <a:xfrm>
              <a:off x="8654494" y="2460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0" name="pt42610"/>
            <p:cNvSpPr/>
            <p:nvPr/>
          </p:nvSpPr>
          <p:spPr>
            <a:xfrm>
              <a:off x="8794345" y="2190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1" name="pt42611"/>
            <p:cNvSpPr/>
            <p:nvPr/>
          </p:nvSpPr>
          <p:spPr>
            <a:xfrm>
              <a:off x="9135057" y="1973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2" name="pt42612"/>
            <p:cNvSpPr/>
            <p:nvPr/>
          </p:nvSpPr>
          <p:spPr>
            <a:xfrm>
              <a:off x="8505430" y="2292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3" name="pt42613"/>
            <p:cNvSpPr/>
            <p:nvPr/>
          </p:nvSpPr>
          <p:spPr>
            <a:xfrm>
              <a:off x="8843532" y="197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4" name="pt42614"/>
            <p:cNvSpPr/>
            <p:nvPr/>
          </p:nvSpPr>
          <p:spPr>
            <a:xfrm>
              <a:off x="8627374" y="2277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5" name="pt42615"/>
            <p:cNvSpPr/>
            <p:nvPr/>
          </p:nvSpPr>
          <p:spPr>
            <a:xfrm>
              <a:off x="8741831" y="2329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6" name="pt42616"/>
            <p:cNvSpPr/>
            <p:nvPr/>
          </p:nvSpPr>
          <p:spPr>
            <a:xfrm>
              <a:off x="9160178" y="2052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7" name="pt42617"/>
            <p:cNvSpPr/>
            <p:nvPr/>
          </p:nvSpPr>
          <p:spPr>
            <a:xfrm>
              <a:off x="8839187" y="2113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8" name="pt42618"/>
            <p:cNvSpPr/>
            <p:nvPr/>
          </p:nvSpPr>
          <p:spPr>
            <a:xfrm>
              <a:off x="8947416" y="2010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9" name="pt42619"/>
            <p:cNvSpPr/>
            <p:nvPr/>
          </p:nvSpPr>
          <p:spPr>
            <a:xfrm>
              <a:off x="9107665" y="1970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0" name="pt42620"/>
            <p:cNvSpPr/>
            <p:nvPr/>
          </p:nvSpPr>
          <p:spPr>
            <a:xfrm>
              <a:off x="8473354" y="2433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1" name="pt42621"/>
            <p:cNvSpPr/>
            <p:nvPr/>
          </p:nvSpPr>
          <p:spPr>
            <a:xfrm>
              <a:off x="8473354" y="2377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2" name="pt42622"/>
            <p:cNvSpPr/>
            <p:nvPr/>
          </p:nvSpPr>
          <p:spPr>
            <a:xfrm>
              <a:off x="9414733" y="2176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3" name="pt42623"/>
            <p:cNvSpPr/>
            <p:nvPr/>
          </p:nvSpPr>
          <p:spPr>
            <a:xfrm>
              <a:off x="9062080" y="1795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4" name="pt42624"/>
            <p:cNvSpPr/>
            <p:nvPr/>
          </p:nvSpPr>
          <p:spPr>
            <a:xfrm>
              <a:off x="9548926" y="158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5" name="pt42625"/>
            <p:cNvSpPr/>
            <p:nvPr/>
          </p:nvSpPr>
          <p:spPr>
            <a:xfrm>
              <a:off x="9047895" y="1949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6" name="pt42626"/>
            <p:cNvSpPr/>
            <p:nvPr/>
          </p:nvSpPr>
          <p:spPr>
            <a:xfrm>
              <a:off x="9109567" y="1806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7" name="pt42627"/>
            <p:cNvSpPr/>
            <p:nvPr/>
          </p:nvSpPr>
          <p:spPr>
            <a:xfrm>
              <a:off x="8698707" y="2375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8" name="pt42628"/>
            <p:cNvSpPr/>
            <p:nvPr/>
          </p:nvSpPr>
          <p:spPr>
            <a:xfrm>
              <a:off x="8576763" y="2425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9" name="pt42629"/>
            <p:cNvSpPr/>
            <p:nvPr/>
          </p:nvSpPr>
          <p:spPr>
            <a:xfrm>
              <a:off x="8942596" y="1723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0" name="pt42630"/>
            <p:cNvSpPr/>
            <p:nvPr/>
          </p:nvSpPr>
          <p:spPr>
            <a:xfrm>
              <a:off x="8312152" y="2455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1" name="pt42631"/>
            <p:cNvSpPr/>
            <p:nvPr/>
          </p:nvSpPr>
          <p:spPr>
            <a:xfrm>
              <a:off x="8901496" y="1891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2" name="pt42632"/>
            <p:cNvSpPr/>
            <p:nvPr/>
          </p:nvSpPr>
          <p:spPr>
            <a:xfrm>
              <a:off x="9007289" y="1789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3" name="pt42633"/>
            <p:cNvSpPr/>
            <p:nvPr/>
          </p:nvSpPr>
          <p:spPr>
            <a:xfrm>
              <a:off x="8654494" y="249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4" name="pt42634"/>
            <p:cNvSpPr/>
            <p:nvPr/>
          </p:nvSpPr>
          <p:spPr>
            <a:xfrm>
              <a:off x="8666631" y="2356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5" name="pt42635"/>
            <p:cNvSpPr/>
            <p:nvPr/>
          </p:nvSpPr>
          <p:spPr>
            <a:xfrm>
              <a:off x="8556041" y="2463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6" name="pt42636"/>
            <p:cNvSpPr/>
            <p:nvPr/>
          </p:nvSpPr>
          <p:spPr>
            <a:xfrm>
              <a:off x="8708219" y="2431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7" name="pt42637"/>
            <p:cNvSpPr/>
            <p:nvPr/>
          </p:nvSpPr>
          <p:spPr>
            <a:xfrm>
              <a:off x="8627374" y="2137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8" name="pt42638"/>
            <p:cNvSpPr/>
            <p:nvPr/>
          </p:nvSpPr>
          <p:spPr>
            <a:xfrm>
              <a:off x="8921875" y="2260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9" name="pt42639"/>
            <p:cNvSpPr/>
            <p:nvPr/>
          </p:nvSpPr>
          <p:spPr>
            <a:xfrm>
              <a:off x="9117880" y="2027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0" name="pt42640"/>
            <p:cNvSpPr/>
            <p:nvPr/>
          </p:nvSpPr>
          <p:spPr>
            <a:xfrm>
              <a:off x="8505430" y="2406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1" name="pt42641"/>
            <p:cNvSpPr/>
            <p:nvPr/>
          </p:nvSpPr>
          <p:spPr>
            <a:xfrm>
              <a:off x="9217744" y="2128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2" name="pt42642"/>
            <p:cNvSpPr/>
            <p:nvPr/>
          </p:nvSpPr>
          <p:spPr>
            <a:xfrm>
              <a:off x="8505430" y="2434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3" name="pt42643"/>
            <p:cNvSpPr/>
            <p:nvPr/>
          </p:nvSpPr>
          <p:spPr>
            <a:xfrm>
              <a:off x="8434097" y="2400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4" name="pt42644"/>
            <p:cNvSpPr/>
            <p:nvPr/>
          </p:nvSpPr>
          <p:spPr>
            <a:xfrm>
              <a:off x="9160178" y="203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5" name="pt42645"/>
            <p:cNvSpPr/>
            <p:nvPr/>
          </p:nvSpPr>
          <p:spPr>
            <a:xfrm>
              <a:off x="9524498" y="2437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6" name="pt42646"/>
            <p:cNvSpPr/>
            <p:nvPr/>
          </p:nvSpPr>
          <p:spPr>
            <a:xfrm>
              <a:off x="8956678" y="1798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7" name="pt42647"/>
            <p:cNvSpPr/>
            <p:nvPr/>
          </p:nvSpPr>
          <p:spPr>
            <a:xfrm>
              <a:off x="9289758" y="1738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8" name="pt42648"/>
            <p:cNvSpPr/>
            <p:nvPr/>
          </p:nvSpPr>
          <p:spPr>
            <a:xfrm>
              <a:off x="9168491" y="2159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9" name="pt42649"/>
            <p:cNvSpPr/>
            <p:nvPr/>
          </p:nvSpPr>
          <p:spPr>
            <a:xfrm>
              <a:off x="9117880" y="2142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0" name="pt42650"/>
            <p:cNvSpPr/>
            <p:nvPr/>
          </p:nvSpPr>
          <p:spPr>
            <a:xfrm>
              <a:off x="8641456" y="2107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1" name="pt42651"/>
            <p:cNvSpPr/>
            <p:nvPr/>
          </p:nvSpPr>
          <p:spPr>
            <a:xfrm>
              <a:off x="8627374" y="2232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2" name="pt42652"/>
            <p:cNvSpPr/>
            <p:nvPr/>
          </p:nvSpPr>
          <p:spPr>
            <a:xfrm>
              <a:off x="8995031" y="2002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3" name="pt42653"/>
            <p:cNvSpPr/>
            <p:nvPr/>
          </p:nvSpPr>
          <p:spPr>
            <a:xfrm>
              <a:off x="8998621" y="2013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4" name="pt42654"/>
            <p:cNvSpPr/>
            <p:nvPr/>
          </p:nvSpPr>
          <p:spPr>
            <a:xfrm>
              <a:off x="9623193" y="2307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5" name="pt42655"/>
            <p:cNvSpPr/>
            <p:nvPr/>
          </p:nvSpPr>
          <p:spPr>
            <a:xfrm>
              <a:off x="8595298" y="2415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6" name="pt42656"/>
            <p:cNvSpPr/>
            <p:nvPr/>
          </p:nvSpPr>
          <p:spPr>
            <a:xfrm>
              <a:off x="9393280" y="1979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7" name="pt42657"/>
            <p:cNvSpPr/>
            <p:nvPr/>
          </p:nvSpPr>
          <p:spPr>
            <a:xfrm>
              <a:off x="8961132" y="2126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8" name="pt42658"/>
            <p:cNvSpPr/>
            <p:nvPr/>
          </p:nvSpPr>
          <p:spPr>
            <a:xfrm>
              <a:off x="9167813" y="1990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9" name="pt42659"/>
            <p:cNvSpPr/>
            <p:nvPr/>
          </p:nvSpPr>
          <p:spPr>
            <a:xfrm>
              <a:off x="9282831" y="1923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0" name="pt42660"/>
            <p:cNvSpPr/>
            <p:nvPr/>
          </p:nvSpPr>
          <p:spPr>
            <a:xfrm>
              <a:off x="9524498" y="2387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1" name="pt42661"/>
            <p:cNvSpPr/>
            <p:nvPr/>
          </p:nvSpPr>
          <p:spPr>
            <a:xfrm>
              <a:off x="9431288" y="2098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2" name="pt42662"/>
            <p:cNvSpPr/>
            <p:nvPr/>
          </p:nvSpPr>
          <p:spPr>
            <a:xfrm>
              <a:off x="9607397" y="2286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3" name="pt42663"/>
            <p:cNvSpPr/>
            <p:nvPr/>
          </p:nvSpPr>
          <p:spPr>
            <a:xfrm>
              <a:off x="8855955" y="2087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4" name="pt42664"/>
            <p:cNvSpPr/>
            <p:nvPr/>
          </p:nvSpPr>
          <p:spPr>
            <a:xfrm>
              <a:off x="9028011" y="1770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5" name="pt42665"/>
            <p:cNvSpPr/>
            <p:nvPr/>
          </p:nvSpPr>
          <p:spPr>
            <a:xfrm>
              <a:off x="8532549" y="2408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6" name="pt42666"/>
            <p:cNvSpPr/>
            <p:nvPr/>
          </p:nvSpPr>
          <p:spPr>
            <a:xfrm>
              <a:off x="8654494" y="2484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7" name="pt42667"/>
            <p:cNvSpPr/>
            <p:nvPr/>
          </p:nvSpPr>
          <p:spPr>
            <a:xfrm>
              <a:off x="9070546" y="2235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8" name="pt42668"/>
            <p:cNvSpPr/>
            <p:nvPr/>
          </p:nvSpPr>
          <p:spPr>
            <a:xfrm>
              <a:off x="8434097" y="2409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9" name="pt42669"/>
            <p:cNvSpPr/>
            <p:nvPr/>
          </p:nvSpPr>
          <p:spPr>
            <a:xfrm>
              <a:off x="8505430" y="2344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0" name="pt42670"/>
            <p:cNvSpPr/>
            <p:nvPr/>
          </p:nvSpPr>
          <p:spPr>
            <a:xfrm>
              <a:off x="8708219" y="2297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1" name="pt42671"/>
            <p:cNvSpPr/>
            <p:nvPr/>
          </p:nvSpPr>
          <p:spPr>
            <a:xfrm>
              <a:off x="8666631" y="2441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2" name="pt42672"/>
            <p:cNvSpPr/>
            <p:nvPr/>
          </p:nvSpPr>
          <p:spPr>
            <a:xfrm>
              <a:off x="8505430" y="2443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3" name="pt42673"/>
            <p:cNvSpPr/>
            <p:nvPr/>
          </p:nvSpPr>
          <p:spPr>
            <a:xfrm>
              <a:off x="9530304" y="2417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4" name="pt42674"/>
            <p:cNvSpPr/>
            <p:nvPr/>
          </p:nvSpPr>
          <p:spPr>
            <a:xfrm>
              <a:off x="8641456" y="2028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5" name="pt42675"/>
            <p:cNvSpPr/>
            <p:nvPr/>
          </p:nvSpPr>
          <p:spPr>
            <a:xfrm>
              <a:off x="8741831" y="2316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6" name="pt42676"/>
            <p:cNvSpPr/>
            <p:nvPr/>
          </p:nvSpPr>
          <p:spPr>
            <a:xfrm>
              <a:off x="8891985" y="2161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7" name="pt42677"/>
            <p:cNvSpPr/>
            <p:nvPr/>
          </p:nvSpPr>
          <p:spPr>
            <a:xfrm>
              <a:off x="9094774" y="1948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8" name="pt42678"/>
            <p:cNvSpPr/>
            <p:nvPr/>
          </p:nvSpPr>
          <p:spPr>
            <a:xfrm>
              <a:off x="8505430" y="2448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9" name="pt42679"/>
            <p:cNvSpPr/>
            <p:nvPr/>
          </p:nvSpPr>
          <p:spPr>
            <a:xfrm>
              <a:off x="8859909" y="2135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0" name="pt42680"/>
            <p:cNvSpPr/>
            <p:nvPr/>
          </p:nvSpPr>
          <p:spPr>
            <a:xfrm>
              <a:off x="8708219" y="2353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1" name="pt42681"/>
            <p:cNvSpPr/>
            <p:nvPr/>
          </p:nvSpPr>
          <p:spPr>
            <a:xfrm>
              <a:off x="9209365" y="2092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2" name="pt42682"/>
            <p:cNvSpPr/>
            <p:nvPr/>
          </p:nvSpPr>
          <p:spPr>
            <a:xfrm>
              <a:off x="8383485" y="2548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3" name="pt42683"/>
            <p:cNvSpPr/>
            <p:nvPr/>
          </p:nvSpPr>
          <p:spPr>
            <a:xfrm>
              <a:off x="9393280" y="2148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4" name="pt42684"/>
            <p:cNvSpPr/>
            <p:nvPr/>
          </p:nvSpPr>
          <p:spPr>
            <a:xfrm>
              <a:off x="8383485" y="2444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5" name="pt42685"/>
            <p:cNvSpPr/>
            <p:nvPr/>
          </p:nvSpPr>
          <p:spPr>
            <a:xfrm>
              <a:off x="8977900" y="2252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6" name="pt42686"/>
            <p:cNvSpPr/>
            <p:nvPr/>
          </p:nvSpPr>
          <p:spPr>
            <a:xfrm>
              <a:off x="9767243" y="2557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7" name="pt42687"/>
            <p:cNvSpPr/>
            <p:nvPr/>
          </p:nvSpPr>
          <p:spPr>
            <a:xfrm>
              <a:off x="9310856" y="1768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8" name="pt42688"/>
            <p:cNvSpPr/>
            <p:nvPr/>
          </p:nvSpPr>
          <p:spPr>
            <a:xfrm>
              <a:off x="8532549" y="2514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9" name="pt42689"/>
            <p:cNvSpPr/>
            <p:nvPr/>
          </p:nvSpPr>
          <p:spPr>
            <a:xfrm>
              <a:off x="9623193" y="2480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0" name="pt42690"/>
            <p:cNvSpPr/>
            <p:nvPr/>
          </p:nvSpPr>
          <p:spPr>
            <a:xfrm>
              <a:off x="8688651" y="2434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1" name="pt42691"/>
            <p:cNvSpPr/>
            <p:nvPr/>
          </p:nvSpPr>
          <p:spPr>
            <a:xfrm>
              <a:off x="8383485" y="2338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2" name="pt42692"/>
            <p:cNvSpPr/>
            <p:nvPr/>
          </p:nvSpPr>
          <p:spPr>
            <a:xfrm>
              <a:off x="9049233" y="1923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3" name="pt42693"/>
            <p:cNvSpPr/>
            <p:nvPr/>
          </p:nvSpPr>
          <p:spPr>
            <a:xfrm>
              <a:off x="9109567" y="1918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4" name="pt42694"/>
            <p:cNvSpPr/>
            <p:nvPr/>
          </p:nvSpPr>
          <p:spPr>
            <a:xfrm>
              <a:off x="8434097" y="2336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5" name="pt42695"/>
            <p:cNvSpPr/>
            <p:nvPr/>
          </p:nvSpPr>
          <p:spPr>
            <a:xfrm>
              <a:off x="9106706" y="1964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6" name="pt42696"/>
            <p:cNvSpPr/>
            <p:nvPr/>
          </p:nvSpPr>
          <p:spPr>
            <a:xfrm>
              <a:off x="9244278" y="1891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7" name="pt42697"/>
            <p:cNvSpPr/>
            <p:nvPr/>
          </p:nvSpPr>
          <p:spPr>
            <a:xfrm>
              <a:off x="8576763" y="2451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8" name="pt42698"/>
            <p:cNvSpPr/>
            <p:nvPr/>
          </p:nvSpPr>
          <p:spPr>
            <a:xfrm>
              <a:off x="8963317" y="2060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9" name="pt42699"/>
            <p:cNvSpPr/>
            <p:nvPr/>
          </p:nvSpPr>
          <p:spPr>
            <a:xfrm>
              <a:off x="9155869" y="2095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0" name="pt42700"/>
            <p:cNvSpPr/>
            <p:nvPr/>
          </p:nvSpPr>
          <p:spPr>
            <a:xfrm>
              <a:off x="8666631" y="2359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1" name="pt42701"/>
            <p:cNvSpPr/>
            <p:nvPr/>
          </p:nvSpPr>
          <p:spPr>
            <a:xfrm>
              <a:off x="8717243" y="2230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2" name="pt42702"/>
            <p:cNvSpPr/>
            <p:nvPr/>
          </p:nvSpPr>
          <p:spPr>
            <a:xfrm>
              <a:off x="8825472" y="1973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3" name="pt42703"/>
            <p:cNvSpPr/>
            <p:nvPr/>
          </p:nvSpPr>
          <p:spPr>
            <a:xfrm>
              <a:off x="9143835" y="1962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4" name="pt42704"/>
            <p:cNvSpPr/>
            <p:nvPr/>
          </p:nvSpPr>
          <p:spPr>
            <a:xfrm>
              <a:off x="8847771" y="2066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5" name="pt42705"/>
            <p:cNvSpPr/>
            <p:nvPr/>
          </p:nvSpPr>
          <p:spPr>
            <a:xfrm>
              <a:off x="9047895" y="1886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6" name="pt42706"/>
            <p:cNvSpPr/>
            <p:nvPr/>
          </p:nvSpPr>
          <p:spPr>
            <a:xfrm>
              <a:off x="9195417" y="1977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7" name="pt42707"/>
            <p:cNvSpPr/>
            <p:nvPr/>
          </p:nvSpPr>
          <p:spPr>
            <a:xfrm>
              <a:off x="8383485" y="2583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8" name="pt42708"/>
            <p:cNvSpPr/>
            <p:nvPr/>
          </p:nvSpPr>
          <p:spPr>
            <a:xfrm>
              <a:off x="8971798" y="2125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9" name="pt42709"/>
            <p:cNvSpPr/>
            <p:nvPr/>
          </p:nvSpPr>
          <p:spPr>
            <a:xfrm>
              <a:off x="9051878" y="1735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0" name="pt42710"/>
            <p:cNvSpPr/>
            <p:nvPr/>
          </p:nvSpPr>
          <p:spPr>
            <a:xfrm>
              <a:off x="9135057" y="2089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1" name="pt42711"/>
            <p:cNvSpPr/>
            <p:nvPr/>
          </p:nvSpPr>
          <p:spPr>
            <a:xfrm>
              <a:off x="8763400" y="2101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2" name="pt42712"/>
            <p:cNvSpPr/>
            <p:nvPr/>
          </p:nvSpPr>
          <p:spPr>
            <a:xfrm>
              <a:off x="9515130" y="2430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3" name="pt42713"/>
            <p:cNvSpPr/>
            <p:nvPr/>
          </p:nvSpPr>
          <p:spPr>
            <a:xfrm>
              <a:off x="9378331" y="2053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4" name="pt42714"/>
            <p:cNvSpPr/>
            <p:nvPr/>
          </p:nvSpPr>
          <p:spPr>
            <a:xfrm>
              <a:off x="9688802" y="2266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5" name="pt42715"/>
            <p:cNvSpPr/>
            <p:nvPr/>
          </p:nvSpPr>
          <p:spPr>
            <a:xfrm>
              <a:off x="9285286" y="1754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6" name="pt42716"/>
            <p:cNvSpPr/>
            <p:nvPr/>
          </p:nvSpPr>
          <p:spPr>
            <a:xfrm>
              <a:off x="9020327" y="180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7" name="pt42717"/>
            <p:cNvSpPr/>
            <p:nvPr/>
          </p:nvSpPr>
          <p:spPr>
            <a:xfrm>
              <a:off x="9881517" y="2491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8" name="pt42718"/>
            <p:cNvSpPr/>
            <p:nvPr/>
          </p:nvSpPr>
          <p:spPr>
            <a:xfrm>
              <a:off x="8505430" y="2440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9" name="pt42719"/>
            <p:cNvSpPr/>
            <p:nvPr/>
          </p:nvSpPr>
          <p:spPr>
            <a:xfrm>
              <a:off x="9623193" y="2264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0" name="pt42720"/>
            <p:cNvSpPr/>
            <p:nvPr/>
          </p:nvSpPr>
          <p:spPr>
            <a:xfrm>
              <a:off x="8942596" y="1866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1" name="pt42721"/>
            <p:cNvSpPr/>
            <p:nvPr/>
          </p:nvSpPr>
          <p:spPr>
            <a:xfrm>
              <a:off x="8383485" y="2359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2" name="pt42722"/>
            <p:cNvSpPr/>
            <p:nvPr/>
          </p:nvSpPr>
          <p:spPr>
            <a:xfrm>
              <a:off x="8473354" y="2472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3" name="pt42723"/>
            <p:cNvSpPr/>
            <p:nvPr/>
          </p:nvSpPr>
          <p:spPr>
            <a:xfrm>
              <a:off x="9109567" y="1684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4" name="pt42724"/>
            <p:cNvSpPr/>
            <p:nvPr/>
          </p:nvSpPr>
          <p:spPr>
            <a:xfrm>
              <a:off x="9524498" y="2441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5" name="pt42725"/>
            <p:cNvSpPr/>
            <p:nvPr/>
          </p:nvSpPr>
          <p:spPr>
            <a:xfrm>
              <a:off x="8473354" y="2291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6" name="pt42726"/>
            <p:cNvSpPr/>
            <p:nvPr/>
          </p:nvSpPr>
          <p:spPr>
            <a:xfrm>
              <a:off x="8698707" y="2377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7" name="pt42727"/>
            <p:cNvSpPr/>
            <p:nvPr/>
          </p:nvSpPr>
          <p:spPr>
            <a:xfrm>
              <a:off x="9881517" y="245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8" name="pt42728"/>
            <p:cNvSpPr/>
            <p:nvPr/>
          </p:nvSpPr>
          <p:spPr>
            <a:xfrm>
              <a:off x="9087421" y="1786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9" name="pt42729"/>
            <p:cNvSpPr/>
            <p:nvPr/>
          </p:nvSpPr>
          <p:spPr>
            <a:xfrm>
              <a:off x="8725827" y="2206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0" name="pt42730"/>
            <p:cNvSpPr/>
            <p:nvPr/>
          </p:nvSpPr>
          <p:spPr>
            <a:xfrm>
              <a:off x="9241172" y="2068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1" name="pt42731"/>
            <p:cNvSpPr/>
            <p:nvPr/>
          </p:nvSpPr>
          <p:spPr>
            <a:xfrm>
              <a:off x="9228169" y="1835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2" name="pt42732"/>
            <p:cNvSpPr/>
            <p:nvPr/>
          </p:nvSpPr>
          <p:spPr>
            <a:xfrm>
              <a:off x="9612243" y="2472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3" name="pt42733"/>
            <p:cNvSpPr/>
            <p:nvPr/>
          </p:nvSpPr>
          <p:spPr>
            <a:xfrm>
              <a:off x="8830164" y="2132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4" name="pt42734"/>
            <p:cNvSpPr/>
            <p:nvPr/>
          </p:nvSpPr>
          <p:spPr>
            <a:xfrm>
              <a:off x="9050561" y="1942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5" name="pt42735"/>
            <p:cNvSpPr/>
            <p:nvPr/>
          </p:nvSpPr>
          <p:spPr>
            <a:xfrm>
              <a:off x="8763400" y="2152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6" name="pt42736"/>
            <p:cNvSpPr/>
            <p:nvPr/>
          </p:nvSpPr>
          <p:spPr>
            <a:xfrm>
              <a:off x="8907564" y="2024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7" name="pt42737"/>
            <p:cNvSpPr/>
            <p:nvPr/>
          </p:nvSpPr>
          <p:spPr>
            <a:xfrm>
              <a:off x="8505430" y="2381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8" name="pt42738"/>
            <p:cNvSpPr/>
            <p:nvPr/>
          </p:nvSpPr>
          <p:spPr>
            <a:xfrm>
              <a:off x="8505430" y="2380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9" name="pt42739"/>
            <p:cNvSpPr/>
            <p:nvPr/>
          </p:nvSpPr>
          <p:spPr>
            <a:xfrm>
              <a:off x="9524498" y="2495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0" name="pt42740"/>
            <p:cNvSpPr/>
            <p:nvPr/>
          </p:nvSpPr>
          <p:spPr>
            <a:xfrm>
              <a:off x="8654494" y="2417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1" name="pt42741"/>
            <p:cNvSpPr/>
            <p:nvPr/>
          </p:nvSpPr>
          <p:spPr>
            <a:xfrm>
              <a:off x="9075206" y="2241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2" name="pt42742"/>
            <p:cNvSpPr/>
            <p:nvPr/>
          </p:nvSpPr>
          <p:spPr>
            <a:xfrm>
              <a:off x="8825472" y="2138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3" name="pt42743"/>
            <p:cNvSpPr/>
            <p:nvPr/>
          </p:nvSpPr>
          <p:spPr>
            <a:xfrm>
              <a:off x="8473354" y="2321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4" name="pt42744"/>
            <p:cNvSpPr/>
            <p:nvPr/>
          </p:nvSpPr>
          <p:spPr>
            <a:xfrm>
              <a:off x="8949778" y="1963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5" name="pt42745"/>
            <p:cNvSpPr/>
            <p:nvPr/>
          </p:nvSpPr>
          <p:spPr>
            <a:xfrm>
              <a:off x="9049233" y="1806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6" name="pt42746"/>
            <p:cNvSpPr/>
            <p:nvPr/>
          </p:nvSpPr>
          <p:spPr>
            <a:xfrm>
              <a:off x="9201130" y="1951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7" name="pt42747"/>
            <p:cNvSpPr/>
            <p:nvPr/>
          </p:nvSpPr>
          <p:spPr>
            <a:xfrm>
              <a:off x="8576763" y="238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8" name="pt42748"/>
            <p:cNvSpPr/>
            <p:nvPr/>
          </p:nvSpPr>
          <p:spPr>
            <a:xfrm>
              <a:off x="8979888" y="2277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9" name="pt42749"/>
            <p:cNvSpPr/>
            <p:nvPr/>
          </p:nvSpPr>
          <p:spPr>
            <a:xfrm>
              <a:off x="9396086" y="2050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0" name="pt42750"/>
            <p:cNvSpPr/>
            <p:nvPr/>
          </p:nvSpPr>
          <p:spPr>
            <a:xfrm>
              <a:off x="9195417" y="1881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1" name="pt42751"/>
            <p:cNvSpPr/>
            <p:nvPr/>
          </p:nvSpPr>
          <p:spPr>
            <a:xfrm>
              <a:off x="8977900" y="225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2" name="pt42752"/>
            <p:cNvSpPr/>
            <p:nvPr/>
          </p:nvSpPr>
          <p:spPr>
            <a:xfrm>
              <a:off x="8810596" y="2089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3" name="pt42753"/>
            <p:cNvSpPr/>
            <p:nvPr/>
          </p:nvSpPr>
          <p:spPr>
            <a:xfrm>
              <a:off x="8641456" y="2080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4" name="pt42754"/>
            <p:cNvSpPr/>
            <p:nvPr/>
          </p:nvSpPr>
          <p:spPr>
            <a:xfrm>
              <a:off x="9371637" y="2089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5" name="pt42755"/>
            <p:cNvSpPr/>
            <p:nvPr/>
          </p:nvSpPr>
          <p:spPr>
            <a:xfrm>
              <a:off x="8505430" y="2355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6" name="pt42756"/>
            <p:cNvSpPr/>
            <p:nvPr/>
          </p:nvSpPr>
          <p:spPr>
            <a:xfrm>
              <a:off x="9161591" y="2097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7" name="pt42757"/>
            <p:cNvSpPr/>
            <p:nvPr/>
          </p:nvSpPr>
          <p:spPr>
            <a:xfrm>
              <a:off x="9069361" y="2180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8" name="pt42758"/>
            <p:cNvSpPr/>
            <p:nvPr/>
          </p:nvSpPr>
          <p:spPr>
            <a:xfrm>
              <a:off x="8763400" y="2282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9" name="pt42759"/>
            <p:cNvSpPr/>
            <p:nvPr/>
          </p:nvSpPr>
          <p:spPr>
            <a:xfrm>
              <a:off x="8641456" y="2199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0" name="pt42760"/>
            <p:cNvSpPr/>
            <p:nvPr/>
          </p:nvSpPr>
          <p:spPr>
            <a:xfrm>
              <a:off x="8595298" y="2161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1" name="pt42761"/>
            <p:cNvSpPr/>
            <p:nvPr/>
          </p:nvSpPr>
          <p:spPr>
            <a:xfrm>
              <a:off x="9143835" y="2156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2" name="pt42762"/>
            <p:cNvSpPr/>
            <p:nvPr/>
          </p:nvSpPr>
          <p:spPr>
            <a:xfrm>
              <a:off x="9547911" y="1800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3" name="pt42763"/>
            <p:cNvSpPr/>
            <p:nvPr/>
          </p:nvSpPr>
          <p:spPr>
            <a:xfrm>
              <a:off x="8947416" y="1940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4" name="pt42764"/>
            <p:cNvSpPr/>
            <p:nvPr/>
          </p:nvSpPr>
          <p:spPr>
            <a:xfrm>
              <a:off x="8996835" y="1991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5" name="pt42765"/>
            <p:cNvSpPr/>
            <p:nvPr/>
          </p:nvSpPr>
          <p:spPr>
            <a:xfrm>
              <a:off x="8505430" y="248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6" name="pt42766"/>
            <p:cNvSpPr/>
            <p:nvPr/>
          </p:nvSpPr>
          <p:spPr>
            <a:xfrm>
              <a:off x="8867559" y="1986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7" name="pt42767"/>
            <p:cNvSpPr/>
            <p:nvPr/>
          </p:nvSpPr>
          <p:spPr>
            <a:xfrm>
              <a:off x="9139900" y="2044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8" name="pt42768"/>
            <p:cNvSpPr/>
            <p:nvPr/>
          </p:nvSpPr>
          <p:spPr>
            <a:xfrm>
              <a:off x="8935109" y="2089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9" name="pt42769"/>
            <p:cNvSpPr/>
            <p:nvPr/>
          </p:nvSpPr>
          <p:spPr>
            <a:xfrm>
              <a:off x="8698707" y="2565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0" name="pt42770"/>
            <p:cNvSpPr/>
            <p:nvPr/>
          </p:nvSpPr>
          <p:spPr>
            <a:xfrm>
              <a:off x="8666631" y="2279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1" name="pt42771"/>
            <p:cNvSpPr/>
            <p:nvPr/>
          </p:nvSpPr>
          <p:spPr>
            <a:xfrm>
              <a:off x="8556041" y="2466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2" name="pt42772"/>
            <p:cNvSpPr/>
            <p:nvPr/>
          </p:nvSpPr>
          <p:spPr>
            <a:xfrm>
              <a:off x="9635986" y="2275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3" name="pt42773"/>
            <p:cNvSpPr/>
            <p:nvPr/>
          </p:nvSpPr>
          <p:spPr>
            <a:xfrm>
              <a:off x="9548926" y="1885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4" name="pt42774"/>
            <p:cNvSpPr/>
            <p:nvPr/>
          </p:nvSpPr>
          <p:spPr>
            <a:xfrm>
              <a:off x="9275251" y="2103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5" name="pt42775"/>
            <p:cNvSpPr/>
            <p:nvPr/>
          </p:nvSpPr>
          <p:spPr>
            <a:xfrm>
              <a:off x="9595084" y="213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6" name="pt42776"/>
            <p:cNvSpPr/>
            <p:nvPr/>
          </p:nvSpPr>
          <p:spPr>
            <a:xfrm>
              <a:off x="8666631" y="2473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7" name="pt42777"/>
            <p:cNvSpPr/>
            <p:nvPr/>
          </p:nvSpPr>
          <p:spPr>
            <a:xfrm>
              <a:off x="9420641" y="2070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8" name="pt42778"/>
            <p:cNvSpPr/>
            <p:nvPr/>
          </p:nvSpPr>
          <p:spPr>
            <a:xfrm>
              <a:off x="8312152" y="2372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9" name="pt42779"/>
            <p:cNvSpPr/>
            <p:nvPr/>
          </p:nvSpPr>
          <p:spPr>
            <a:xfrm>
              <a:off x="8312152" y="2368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0" name="pt42780"/>
            <p:cNvSpPr/>
            <p:nvPr/>
          </p:nvSpPr>
          <p:spPr>
            <a:xfrm>
              <a:off x="8505430" y="2334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1" name="pt42781"/>
            <p:cNvSpPr/>
            <p:nvPr/>
          </p:nvSpPr>
          <p:spPr>
            <a:xfrm>
              <a:off x="8677986" y="231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2" name="pt42782"/>
            <p:cNvSpPr/>
            <p:nvPr/>
          </p:nvSpPr>
          <p:spPr>
            <a:xfrm>
              <a:off x="8576763" y="2385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3" name="pt42783"/>
            <p:cNvSpPr/>
            <p:nvPr/>
          </p:nvSpPr>
          <p:spPr>
            <a:xfrm>
              <a:off x="9107665" y="1950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4" name="pt42784"/>
            <p:cNvSpPr/>
            <p:nvPr/>
          </p:nvSpPr>
          <p:spPr>
            <a:xfrm>
              <a:off x="9049233" y="1947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5" name="pt42785"/>
            <p:cNvSpPr/>
            <p:nvPr/>
          </p:nvSpPr>
          <p:spPr>
            <a:xfrm>
              <a:off x="9452717" y="1937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6" name="pt42786"/>
            <p:cNvSpPr/>
            <p:nvPr/>
          </p:nvSpPr>
          <p:spPr>
            <a:xfrm>
              <a:off x="8878445" y="1993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7" name="pt42787"/>
            <p:cNvSpPr/>
            <p:nvPr/>
          </p:nvSpPr>
          <p:spPr>
            <a:xfrm>
              <a:off x="8954408" y="1920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8" name="pt42788"/>
            <p:cNvSpPr/>
            <p:nvPr/>
          </p:nvSpPr>
          <p:spPr>
            <a:xfrm>
              <a:off x="9381988" y="2193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9" name="pt42789"/>
            <p:cNvSpPr/>
            <p:nvPr/>
          </p:nvSpPr>
          <p:spPr>
            <a:xfrm>
              <a:off x="8434097" y="2323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0" name="pt42790"/>
            <p:cNvSpPr/>
            <p:nvPr/>
          </p:nvSpPr>
          <p:spPr>
            <a:xfrm>
              <a:off x="8717243" y="2434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1" name="pt42791"/>
            <p:cNvSpPr/>
            <p:nvPr/>
          </p:nvSpPr>
          <p:spPr>
            <a:xfrm>
              <a:off x="9035373" y="1606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2" name="pt42792"/>
            <p:cNvSpPr/>
            <p:nvPr/>
          </p:nvSpPr>
          <p:spPr>
            <a:xfrm>
              <a:off x="9195417" y="2087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3" name="pt42793"/>
            <p:cNvSpPr/>
            <p:nvPr/>
          </p:nvSpPr>
          <p:spPr>
            <a:xfrm>
              <a:off x="8945023" y="1735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4" name="pt42794"/>
            <p:cNvSpPr/>
            <p:nvPr/>
          </p:nvSpPr>
          <p:spPr>
            <a:xfrm>
              <a:off x="9028011" y="1757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5" name="pt42795"/>
            <p:cNvSpPr/>
            <p:nvPr/>
          </p:nvSpPr>
          <p:spPr>
            <a:xfrm>
              <a:off x="8434097" y="2526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6" name="pt42796"/>
            <p:cNvSpPr/>
            <p:nvPr/>
          </p:nvSpPr>
          <p:spPr>
            <a:xfrm>
              <a:off x="8595298" y="2315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7" name="pt42797"/>
            <p:cNvSpPr/>
            <p:nvPr/>
          </p:nvSpPr>
          <p:spPr>
            <a:xfrm>
              <a:off x="8776438" y="2010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8" name="pt42798"/>
            <p:cNvSpPr/>
            <p:nvPr/>
          </p:nvSpPr>
          <p:spPr>
            <a:xfrm>
              <a:off x="9431288" y="1924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9" name="pt42799"/>
            <p:cNvSpPr/>
            <p:nvPr/>
          </p:nvSpPr>
          <p:spPr>
            <a:xfrm>
              <a:off x="8904556" y="2127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0" name="pt42800"/>
            <p:cNvSpPr/>
            <p:nvPr/>
          </p:nvSpPr>
          <p:spPr>
            <a:xfrm>
              <a:off x="8881929" y="2162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1" name="pt42801"/>
            <p:cNvSpPr/>
            <p:nvPr/>
          </p:nvSpPr>
          <p:spPr>
            <a:xfrm>
              <a:off x="9028011" y="1770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2" name="pt42802"/>
            <p:cNvSpPr/>
            <p:nvPr/>
          </p:nvSpPr>
          <p:spPr>
            <a:xfrm>
              <a:off x="9190113" y="1890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3" name="pt42803"/>
            <p:cNvSpPr/>
            <p:nvPr/>
          </p:nvSpPr>
          <p:spPr>
            <a:xfrm>
              <a:off x="9275251" y="2049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4" name="pt42804"/>
            <p:cNvSpPr/>
            <p:nvPr/>
          </p:nvSpPr>
          <p:spPr>
            <a:xfrm>
              <a:off x="9382590" y="2119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5" name="pt42805"/>
            <p:cNvSpPr/>
            <p:nvPr/>
          </p:nvSpPr>
          <p:spPr>
            <a:xfrm>
              <a:off x="8975889" y="2201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6" name="pt42806"/>
            <p:cNvSpPr/>
            <p:nvPr/>
          </p:nvSpPr>
          <p:spPr>
            <a:xfrm>
              <a:off x="8996835" y="2023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7" name="pt42807"/>
            <p:cNvSpPr/>
            <p:nvPr/>
          </p:nvSpPr>
          <p:spPr>
            <a:xfrm>
              <a:off x="9047895" y="1925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8" name="pt42808"/>
            <p:cNvSpPr/>
            <p:nvPr/>
          </p:nvSpPr>
          <p:spPr>
            <a:xfrm>
              <a:off x="9396086" y="2153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9" name="pt42809"/>
            <p:cNvSpPr/>
            <p:nvPr/>
          </p:nvSpPr>
          <p:spPr>
            <a:xfrm>
              <a:off x="8641456" y="2124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0" name="pt42810"/>
            <p:cNvSpPr/>
            <p:nvPr/>
          </p:nvSpPr>
          <p:spPr>
            <a:xfrm>
              <a:off x="8666631" y="2300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1" name="pt42811"/>
            <p:cNvSpPr/>
            <p:nvPr/>
          </p:nvSpPr>
          <p:spPr>
            <a:xfrm>
              <a:off x="8595298" y="2203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2" name="pt42812"/>
            <p:cNvSpPr/>
            <p:nvPr/>
          </p:nvSpPr>
          <p:spPr>
            <a:xfrm>
              <a:off x="8810596" y="1968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3" name="pt42813"/>
            <p:cNvSpPr/>
            <p:nvPr/>
          </p:nvSpPr>
          <p:spPr>
            <a:xfrm>
              <a:off x="8505430" y="2344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4" name="pt42814"/>
            <p:cNvSpPr/>
            <p:nvPr/>
          </p:nvSpPr>
          <p:spPr>
            <a:xfrm>
              <a:off x="8935109" y="1990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5" name="pt42815"/>
            <p:cNvSpPr/>
            <p:nvPr/>
          </p:nvSpPr>
          <p:spPr>
            <a:xfrm>
              <a:off x="8847771" y="2107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6" name="pt42816"/>
            <p:cNvSpPr/>
            <p:nvPr/>
          </p:nvSpPr>
          <p:spPr>
            <a:xfrm>
              <a:off x="9301896" y="1969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7" name="pt42817"/>
            <p:cNvSpPr/>
            <p:nvPr/>
          </p:nvSpPr>
          <p:spPr>
            <a:xfrm>
              <a:off x="9106706" y="2164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8" name="pt42818"/>
            <p:cNvSpPr/>
            <p:nvPr/>
          </p:nvSpPr>
          <p:spPr>
            <a:xfrm>
              <a:off x="8770040" y="2033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9" name="pt42819"/>
            <p:cNvSpPr/>
            <p:nvPr/>
          </p:nvSpPr>
          <p:spPr>
            <a:xfrm>
              <a:off x="8434097" y="2357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0" name="pt42820"/>
            <p:cNvSpPr/>
            <p:nvPr/>
          </p:nvSpPr>
          <p:spPr>
            <a:xfrm>
              <a:off x="9612243" y="2343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1" name="pt42821"/>
            <p:cNvSpPr/>
            <p:nvPr/>
          </p:nvSpPr>
          <p:spPr>
            <a:xfrm>
              <a:off x="9057053" y="1694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2" name="pt42822"/>
            <p:cNvSpPr/>
            <p:nvPr/>
          </p:nvSpPr>
          <p:spPr>
            <a:xfrm>
              <a:off x="8505430" y="2337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3" name="pt42823"/>
            <p:cNvSpPr/>
            <p:nvPr/>
          </p:nvSpPr>
          <p:spPr>
            <a:xfrm>
              <a:off x="9106706" y="2168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4" name="pt42824"/>
            <p:cNvSpPr/>
            <p:nvPr/>
          </p:nvSpPr>
          <p:spPr>
            <a:xfrm>
              <a:off x="9282477" y="213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5" name="pt42825"/>
            <p:cNvSpPr/>
            <p:nvPr/>
          </p:nvSpPr>
          <p:spPr>
            <a:xfrm>
              <a:off x="9160178" y="2017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6" name="pt42826"/>
            <p:cNvSpPr/>
            <p:nvPr/>
          </p:nvSpPr>
          <p:spPr>
            <a:xfrm>
              <a:off x="9007289" y="1866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7" name="pt42827"/>
            <p:cNvSpPr/>
            <p:nvPr/>
          </p:nvSpPr>
          <p:spPr>
            <a:xfrm>
              <a:off x="9110510" y="1724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8" name="pt42828"/>
            <p:cNvSpPr/>
            <p:nvPr/>
          </p:nvSpPr>
          <p:spPr>
            <a:xfrm>
              <a:off x="8932540" y="2063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9" name="pt42829"/>
            <p:cNvSpPr/>
            <p:nvPr/>
          </p:nvSpPr>
          <p:spPr>
            <a:xfrm>
              <a:off x="9117880" y="1973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0" name="pt42830"/>
            <p:cNvSpPr/>
            <p:nvPr/>
          </p:nvSpPr>
          <p:spPr>
            <a:xfrm>
              <a:off x="8312152" y="2263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1" name="pt42831"/>
            <p:cNvSpPr/>
            <p:nvPr/>
          </p:nvSpPr>
          <p:spPr>
            <a:xfrm>
              <a:off x="8473354" y="2329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2" name="pt42832"/>
            <p:cNvSpPr/>
            <p:nvPr/>
          </p:nvSpPr>
          <p:spPr>
            <a:xfrm>
              <a:off x="8907564" y="1914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3" name="pt42833"/>
            <p:cNvSpPr/>
            <p:nvPr/>
          </p:nvSpPr>
          <p:spPr>
            <a:xfrm>
              <a:off x="9603616" y="2331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4" name="pt42834"/>
            <p:cNvSpPr/>
            <p:nvPr/>
          </p:nvSpPr>
          <p:spPr>
            <a:xfrm>
              <a:off x="9130917" y="209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5" name="pt42835"/>
            <p:cNvSpPr/>
            <p:nvPr/>
          </p:nvSpPr>
          <p:spPr>
            <a:xfrm>
              <a:off x="9072891" y="220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6" name="pt42836"/>
            <p:cNvSpPr/>
            <p:nvPr/>
          </p:nvSpPr>
          <p:spPr>
            <a:xfrm>
              <a:off x="9128386" y="2059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7" name="pt42837"/>
            <p:cNvSpPr/>
            <p:nvPr/>
          </p:nvSpPr>
          <p:spPr>
            <a:xfrm>
              <a:off x="9143835" y="2060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8" name="pt42838"/>
            <p:cNvSpPr/>
            <p:nvPr/>
          </p:nvSpPr>
          <p:spPr>
            <a:xfrm>
              <a:off x="8805344" y="2073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9" name="pt42839"/>
            <p:cNvSpPr/>
            <p:nvPr/>
          </p:nvSpPr>
          <p:spPr>
            <a:xfrm>
              <a:off x="9201130" y="1945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0" name="pt42840"/>
            <p:cNvSpPr/>
            <p:nvPr/>
          </p:nvSpPr>
          <p:spPr>
            <a:xfrm>
              <a:off x="9143835" y="2099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1" name="pt42841"/>
            <p:cNvSpPr/>
            <p:nvPr/>
          </p:nvSpPr>
          <p:spPr>
            <a:xfrm>
              <a:off x="9623193" y="2157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2" name="pt42842"/>
            <p:cNvSpPr/>
            <p:nvPr/>
          </p:nvSpPr>
          <p:spPr>
            <a:xfrm>
              <a:off x="9055774" y="1708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3" name="pt42843"/>
            <p:cNvSpPr/>
            <p:nvPr/>
          </p:nvSpPr>
          <p:spPr>
            <a:xfrm>
              <a:off x="8434097" y="2502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4" name="pt42844"/>
            <p:cNvSpPr/>
            <p:nvPr/>
          </p:nvSpPr>
          <p:spPr>
            <a:xfrm>
              <a:off x="8770040" y="2271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5" name="pt42845"/>
            <p:cNvSpPr/>
            <p:nvPr/>
          </p:nvSpPr>
          <p:spPr>
            <a:xfrm>
              <a:off x="8843532" y="1897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6" name="pt42846"/>
            <p:cNvSpPr/>
            <p:nvPr/>
          </p:nvSpPr>
          <p:spPr>
            <a:xfrm>
              <a:off x="8843532" y="2049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7" name="pt42847"/>
            <p:cNvSpPr/>
            <p:nvPr/>
          </p:nvSpPr>
          <p:spPr>
            <a:xfrm>
              <a:off x="8595298" y="2192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8" name="pt42848"/>
            <p:cNvSpPr/>
            <p:nvPr/>
          </p:nvSpPr>
          <p:spPr>
            <a:xfrm>
              <a:off x="8717243" y="2116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9" name="pt42849"/>
            <p:cNvSpPr/>
            <p:nvPr/>
          </p:nvSpPr>
          <p:spPr>
            <a:xfrm>
              <a:off x="8666631" y="2333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0" name="pt42850"/>
            <p:cNvSpPr/>
            <p:nvPr/>
          </p:nvSpPr>
          <p:spPr>
            <a:xfrm>
              <a:off x="8839187" y="2314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1" name="pt42851"/>
            <p:cNvSpPr/>
            <p:nvPr/>
          </p:nvSpPr>
          <p:spPr>
            <a:xfrm>
              <a:off x="9039647" y="1978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2" name="pt42852"/>
            <p:cNvSpPr/>
            <p:nvPr/>
          </p:nvSpPr>
          <p:spPr>
            <a:xfrm>
              <a:off x="9195417" y="2206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3" name="pt42853"/>
            <p:cNvSpPr/>
            <p:nvPr/>
          </p:nvSpPr>
          <p:spPr>
            <a:xfrm>
              <a:off x="8383485" y="2464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4" name="pt42854"/>
            <p:cNvSpPr/>
            <p:nvPr/>
          </p:nvSpPr>
          <p:spPr>
            <a:xfrm>
              <a:off x="9005590" y="1807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5" name="pt42855"/>
            <p:cNvSpPr/>
            <p:nvPr/>
          </p:nvSpPr>
          <p:spPr>
            <a:xfrm>
              <a:off x="9214649" y="203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6" name="pt42856"/>
            <p:cNvSpPr/>
            <p:nvPr/>
          </p:nvSpPr>
          <p:spPr>
            <a:xfrm>
              <a:off x="9005590" y="1881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7" name="pt42857"/>
            <p:cNvSpPr/>
            <p:nvPr/>
          </p:nvSpPr>
          <p:spPr>
            <a:xfrm>
              <a:off x="9254944" y="2117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8" name="pt42858"/>
            <p:cNvSpPr/>
            <p:nvPr/>
          </p:nvSpPr>
          <p:spPr>
            <a:xfrm>
              <a:off x="9414733" y="2239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9" name="pt42859"/>
            <p:cNvSpPr/>
            <p:nvPr/>
          </p:nvSpPr>
          <p:spPr>
            <a:xfrm>
              <a:off x="8942596" y="1925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0" name="pt42860"/>
            <p:cNvSpPr/>
            <p:nvPr/>
          </p:nvSpPr>
          <p:spPr>
            <a:xfrm>
              <a:off x="8810596" y="2339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1" name="pt42861"/>
            <p:cNvSpPr/>
            <p:nvPr/>
          </p:nvSpPr>
          <p:spPr>
            <a:xfrm>
              <a:off x="9128386" y="2086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2" name="pt42862"/>
            <p:cNvSpPr/>
            <p:nvPr/>
          </p:nvSpPr>
          <p:spPr>
            <a:xfrm>
              <a:off x="9092704" y="1983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3" name="pt42863"/>
            <p:cNvSpPr/>
            <p:nvPr/>
          </p:nvSpPr>
          <p:spPr>
            <a:xfrm>
              <a:off x="9464046" y="2007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4" name="pt42864"/>
            <p:cNvSpPr/>
            <p:nvPr/>
          </p:nvSpPr>
          <p:spPr>
            <a:xfrm>
              <a:off x="8874891" y="2129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5" name="pt42865"/>
            <p:cNvSpPr/>
            <p:nvPr/>
          </p:nvSpPr>
          <p:spPr>
            <a:xfrm>
              <a:off x="8996835" y="2002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6" name="pt42866"/>
            <p:cNvSpPr/>
            <p:nvPr/>
          </p:nvSpPr>
          <p:spPr>
            <a:xfrm>
              <a:off x="9086345" y="1887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7" name="pt42867"/>
            <p:cNvSpPr/>
            <p:nvPr/>
          </p:nvSpPr>
          <p:spPr>
            <a:xfrm>
              <a:off x="9064541" y="1795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8" name="pt42868"/>
            <p:cNvSpPr/>
            <p:nvPr/>
          </p:nvSpPr>
          <p:spPr>
            <a:xfrm>
              <a:off x="8677986" y="2284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9" name="pt42869"/>
            <p:cNvSpPr/>
            <p:nvPr/>
          </p:nvSpPr>
          <p:spPr>
            <a:xfrm>
              <a:off x="8688651" y="2372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0" name="pt42870"/>
            <p:cNvSpPr/>
            <p:nvPr/>
          </p:nvSpPr>
          <p:spPr>
            <a:xfrm>
              <a:off x="8805344" y="1861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1" name="pt42871"/>
            <p:cNvSpPr/>
            <p:nvPr/>
          </p:nvSpPr>
          <p:spPr>
            <a:xfrm>
              <a:off x="9444456" y="1823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2" name="pt42872"/>
            <p:cNvSpPr/>
            <p:nvPr/>
          </p:nvSpPr>
          <p:spPr>
            <a:xfrm>
              <a:off x="8556041" y="2507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3" name="pt42873"/>
            <p:cNvSpPr/>
            <p:nvPr/>
          </p:nvSpPr>
          <p:spPr>
            <a:xfrm>
              <a:off x="8825472" y="2064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4" name="pt42874"/>
            <p:cNvSpPr/>
            <p:nvPr/>
          </p:nvSpPr>
          <p:spPr>
            <a:xfrm>
              <a:off x="9834193" y="2520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5" name="pt42875"/>
            <p:cNvSpPr/>
            <p:nvPr/>
          </p:nvSpPr>
          <p:spPr>
            <a:xfrm>
              <a:off x="8434097" y="2427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6" name="pt42876"/>
            <p:cNvSpPr/>
            <p:nvPr/>
          </p:nvSpPr>
          <p:spPr>
            <a:xfrm>
              <a:off x="9003873" y="1966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7" name="pt42877"/>
            <p:cNvSpPr/>
            <p:nvPr/>
          </p:nvSpPr>
          <p:spPr>
            <a:xfrm>
              <a:off x="9021891" y="1667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8" name="pt42878"/>
            <p:cNvSpPr/>
            <p:nvPr/>
          </p:nvSpPr>
          <p:spPr>
            <a:xfrm>
              <a:off x="8312152" y="1939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9" name="pt42879"/>
            <p:cNvSpPr/>
            <p:nvPr/>
          </p:nvSpPr>
          <p:spPr>
            <a:xfrm>
              <a:off x="9381988" y="2065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0" name="pt42880"/>
            <p:cNvSpPr/>
            <p:nvPr/>
          </p:nvSpPr>
          <p:spPr>
            <a:xfrm>
              <a:off x="8921875" y="2042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1" name="pt42881"/>
            <p:cNvSpPr/>
            <p:nvPr/>
          </p:nvSpPr>
          <p:spPr>
            <a:xfrm>
              <a:off x="8383485" y="2475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2" name="pt42882"/>
            <p:cNvSpPr/>
            <p:nvPr/>
          </p:nvSpPr>
          <p:spPr>
            <a:xfrm>
              <a:off x="9028011" y="1541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3" name="pt42883"/>
            <p:cNvSpPr/>
            <p:nvPr/>
          </p:nvSpPr>
          <p:spPr>
            <a:xfrm>
              <a:off x="9767243" y="2653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4" name="pt42884"/>
            <p:cNvSpPr/>
            <p:nvPr/>
          </p:nvSpPr>
          <p:spPr>
            <a:xfrm>
              <a:off x="9005590" y="1874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5" name="pt42885"/>
            <p:cNvSpPr/>
            <p:nvPr/>
          </p:nvSpPr>
          <p:spPr>
            <a:xfrm>
              <a:off x="8312152" y="2435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6" name="pt42886"/>
            <p:cNvSpPr/>
            <p:nvPr/>
          </p:nvSpPr>
          <p:spPr>
            <a:xfrm>
              <a:off x="9143835" y="2035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7" name="pt42887"/>
            <p:cNvSpPr/>
            <p:nvPr/>
          </p:nvSpPr>
          <p:spPr>
            <a:xfrm>
              <a:off x="9253280" y="2130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8" name="pt42888"/>
            <p:cNvSpPr/>
            <p:nvPr/>
          </p:nvSpPr>
          <p:spPr>
            <a:xfrm>
              <a:off x="9376059" y="2117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9" name="pt42889"/>
            <p:cNvSpPr/>
            <p:nvPr/>
          </p:nvSpPr>
          <p:spPr>
            <a:xfrm>
              <a:off x="8855955" y="2204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0" name="pt42890"/>
            <p:cNvSpPr/>
            <p:nvPr/>
          </p:nvSpPr>
          <p:spPr>
            <a:xfrm>
              <a:off x="8971798" y="2165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1" name="pt42891"/>
            <p:cNvSpPr/>
            <p:nvPr/>
          </p:nvSpPr>
          <p:spPr>
            <a:xfrm>
              <a:off x="8473354" y="2387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2" name="pt42892"/>
            <p:cNvSpPr/>
            <p:nvPr/>
          </p:nvSpPr>
          <p:spPr>
            <a:xfrm>
              <a:off x="8505430" y="2387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3" name="pt42893"/>
            <p:cNvSpPr/>
            <p:nvPr/>
          </p:nvSpPr>
          <p:spPr>
            <a:xfrm>
              <a:off x="8989504" y="2259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4" name="pt42894"/>
            <p:cNvSpPr/>
            <p:nvPr/>
          </p:nvSpPr>
          <p:spPr>
            <a:xfrm>
              <a:off x="8576763" y="2319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5" name="pt42895"/>
            <p:cNvSpPr/>
            <p:nvPr/>
          </p:nvSpPr>
          <p:spPr>
            <a:xfrm>
              <a:off x="9444456" y="1855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6" name="pt42896"/>
            <p:cNvSpPr/>
            <p:nvPr/>
          </p:nvSpPr>
          <p:spPr>
            <a:xfrm>
              <a:off x="8434097" y="2395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7" name="pt42897"/>
            <p:cNvSpPr/>
            <p:nvPr/>
          </p:nvSpPr>
          <p:spPr>
            <a:xfrm>
              <a:off x="8677986" y="2300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8" name="pt42898"/>
            <p:cNvSpPr/>
            <p:nvPr/>
          </p:nvSpPr>
          <p:spPr>
            <a:xfrm>
              <a:off x="8677986" y="2266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9" name="pt42899"/>
            <p:cNvSpPr/>
            <p:nvPr/>
          </p:nvSpPr>
          <p:spPr>
            <a:xfrm>
              <a:off x="8312152" y="2560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0" name="pt42900"/>
            <p:cNvSpPr/>
            <p:nvPr/>
          </p:nvSpPr>
          <p:spPr>
            <a:xfrm>
              <a:off x="9229609" y="1794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1" name="pt42901"/>
            <p:cNvSpPr/>
            <p:nvPr/>
          </p:nvSpPr>
          <p:spPr>
            <a:xfrm>
              <a:off x="9065758" y="2061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2" name="pt42902"/>
            <p:cNvSpPr/>
            <p:nvPr/>
          </p:nvSpPr>
          <p:spPr>
            <a:xfrm>
              <a:off x="8881929" y="2264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3" name="pt42903"/>
            <p:cNvSpPr/>
            <p:nvPr/>
          </p:nvSpPr>
          <p:spPr>
            <a:xfrm>
              <a:off x="8863776" y="2095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4" name="pt42904"/>
            <p:cNvSpPr/>
            <p:nvPr/>
          </p:nvSpPr>
          <p:spPr>
            <a:xfrm>
              <a:off x="9285286" y="1721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5" name="pt42905"/>
            <p:cNvSpPr/>
            <p:nvPr/>
          </p:nvSpPr>
          <p:spPr>
            <a:xfrm>
              <a:off x="9435343" y="1871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6" name="pt42906"/>
            <p:cNvSpPr/>
            <p:nvPr/>
          </p:nvSpPr>
          <p:spPr>
            <a:xfrm>
              <a:off x="9209365" y="2059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7" name="pt42907"/>
            <p:cNvSpPr/>
            <p:nvPr/>
          </p:nvSpPr>
          <p:spPr>
            <a:xfrm>
              <a:off x="9097834" y="1957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8" name="pt42908"/>
            <p:cNvSpPr/>
            <p:nvPr/>
          </p:nvSpPr>
          <p:spPr>
            <a:xfrm>
              <a:off x="9238466" y="2047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9" name="pt42909"/>
            <p:cNvSpPr/>
            <p:nvPr/>
          </p:nvSpPr>
          <p:spPr>
            <a:xfrm>
              <a:off x="8688651" y="2488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0" name="pt42910"/>
            <p:cNvSpPr/>
            <p:nvPr/>
          </p:nvSpPr>
          <p:spPr>
            <a:xfrm>
              <a:off x="8532549" y="236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1" name="pt42911"/>
            <p:cNvSpPr/>
            <p:nvPr/>
          </p:nvSpPr>
          <p:spPr>
            <a:xfrm>
              <a:off x="8698707" y="2314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2" name="pt42912"/>
            <p:cNvSpPr/>
            <p:nvPr/>
          </p:nvSpPr>
          <p:spPr>
            <a:xfrm>
              <a:off x="8698707" y="2485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3" name="pt42913"/>
            <p:cNvSpPr/>
            <p:nvPr/>
          </p:nvSpPr>
          <p:spPr>
            <a:xfrm>
              <a:off x="9724502" y="2348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4" name="pt42914"/>
            <p:cNvSpPr/>
            <p:nvPr/>
          </p:nvSpPr>
          <p:spPr>
            <a:xfrm>
              <a:off x="8847771" y="2032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5" name="pt42915"/>
            <p:cNvSpPr/>
            <p:nvPr/>
          </p:nvSpPr>
          <p:spPr>
            <a:xfrm>
              <a:off x="8556041" y="2418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6" name="pt42916"/>
            <p:cNvSpPr/>
            <p:nvPr/>
          </p:nvSpPr>
          <p:spPr>
            <a:xfrm>
              <a:off x="8794345" y="2111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7" name="pt42917"/>
            <p:cNvSpPr/>
            <p:nvPr/>
          </p:nvSpPr>
          <p:spPr>
            <a:xfrm>
              <a:off x="8383485" y="2200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8" name="pt42918"/>
            <p:cNvSpPr/>
            <p:nvPr/>
          </p:nvSpPr>
          <p:spPr>
            <a:xfrm>
              <a:off x="9047895" y="1896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9" name="pt42919"/>
            <p:cNvSpPr/>
            <p:nvPr/>
          </p:nvSpPr>
          <p:spPr>
            <a:xfrm>
              <a:off x="8627374" y="2275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0" name="pt42920"/>
            <p:cNvSpPr/>
            <p:nvPr/>
          </p:nvSpPr>
          <p:spPr>
            <a:xfrm>
              <a:off x="8505430" y="2417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1" name="pt42921"/>
            <p:cNvSpPr/>
            <p:nvPr/>
          </p:nvSpPr>
          <p:spPr>
            <a:xfrm>
              <a:off x="8859909" y="2166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2" name="pt42922"/>
            <p:cNvSpPr/>
            <p:nvPr/>
          </p:nvSpPr>
          <p:spPr>
            <a:xfrm>
              <a:off x="8932540" y="2033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3" name="pt42923"/>
            <p:cNvSpPr/>
            <p:nvPr/>
          </p:nvSpPr>
          <p:spPr>
            <a:xfrm>
              <a:off x="8839187" y="2125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4" name="pt42924"/>
            <p:cNvSpPr/>
            <p:nvPr/>
          </p:nvSpPr>
          <p:spPr>
            <a:xfrm>
              <a:off x="9076352" y="2220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5" name="pt42925"/>
            <p:cNvSpPr/>
            <p:nvPr/>
          </p:nvSpPr>
          <p:spPr>
            <a:xfrm>
              <a:off x="8595298" y="2381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6" name="pt42926"/>
            <p:cNvSpPr/>
            <p:nvPr/>
          </p:nvSpPr>
          <p:spPr>
            <a:xfrm>
              <a:off x="8505430" y="2428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7" name="pt42927"/>
            <p:cNvSpPr/>
            <p:nvPr/>
          </p:nvSpPr>
          <p:spPr>
            <a:xfrm>
              <a:off x="9396086" y="2174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8" name="pt42928"/>
            <p:cNvSpPr/>
            <p:nvPr/>
          </p:nvSpPr>
          <p:spPr>
            <a:xfrm>
              <a:off x="8505430" y="2477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9" name="pt42929"/>
            <p:cNvSpPr/>
            <p:nvPr/>
          </p:nvSpPr>
          <p:spPr>
            <a:xfrm>
              <a:off x="8434097" y="2451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0" name="pt42930"/>
            <p:cNvSpPr/>
            <p:nvPr/>
          </p:nvSpPr>
          <p:spPr>
            <a:xfrm>
              <a:off x="8576763" y="2371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1" name="pt42931"/>
            <p:cNvSpPr/>
            <p:nvPr/>
          </p:nvSpPr>
          <p:spPr>
            <a:xfrm>
              <a:off x="9124084" y="207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2" name="pt42932"/>
            <p:cNvSpPr/>
            <p:nvPr/>
          </p:nvSpPr>
          <p:spPr>
            <a:xfrm>
              <a:off x="9062080" y="1737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3" name="pt42933"/>
            <p:cNvSpPr/>
            <p:nvPr/>
          </p:nvSpPr>
          <p:spPr>
            <a:xfrm>
              <a:off x="8383485" y="2210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4" name="pt42934"/>
            <p:cNvSpPr/>
            <p:nvPr/>
          </p:nvSpPr>
          <p:spPr>
            <a:xfrm>
              <a:off x="8383485" y="2225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5" name="pt42935"/>
            <p:cNvSpPr/>
            <p:nvPr/>
          </p:nvSpPr>
          <p:spPr>
            <a:xfrm>
              <a:off x="8312152" y="2354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6" name="pt42936"/>
            <p:cNvSpPr/>
            <p:nvPr/>
          </p:nvSpPr>
          <p:spPr>
            <a:xfrm>
              <a:off x="8919104" y="2104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7" name="pt42937"/>
            <p:cNvSpPr/>
            <p:nvPr/>
          </p:nvSpPr>
          <p:spPr>
            <a:xfrm>
              <a:off x="8473354" y="2235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8" name="pt42938"/>
            <p:cNvSpPr/>
            <p:nvPr/>
          </p:nvSpPr>
          <p:spPr>
            <a:xfrm>
              <a:off x="9143835" y="1987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9" name="pt42939"/>
            <p:cNvSpPr/>
            <p:nvPr/>
          </p:nvSpPr>
          <p:spPr>
            <a:xfrm>
              <a:off x="8654494" y="2451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0" name="pt42940"/>
            <p:cNvSpPr/>
            <p:nvPr/>
          </p:nvSpPr>
          <p:spPr>
            <a:xfrm>
              <a:off x="9201130" y="2046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1" name="pt42941"/>
            <p:cNvSpPr/>
            <p:nvPr/>
          </p:nvSpPr>
          <p:spPr>
            <a:xfrm>
              <a:off x="8770040" y="2135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2" name="pt42942"/>
            <p:cNvSpPr/>
            <p:nvPr/>
          </p:nvSpPr>
          <p:spPr>
            <a:xfrm>
              <a:off x="9020327" y="1662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3" name="pt42943"/>
            <p:cNvSpPr/>
            <p:nvPr/>
          </p:nvSpPr>
          <p:spPr>
            <a:xfrm>
              <a:off x="9663884" y="2268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4" name="pt42944"/>
            <p:cNvSpPr/>
            <p:nvPr/>
          </p:nvSpPr>
          <p:spPr>
            <a:xfrm>
              <a:off x="8810596" y="2148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5" name="pt42945"/>
            <p:cNvSpPr/>
            <p:nvPr/>
          </p:nvSpPr>
          <p:spPr>
            <a:xfrm>
              <a:off x="8505430" y="2475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6" name="pt42946"/>
            <p:cNvSpPr/>
            <p:nvPr/>
          </p:nvSpPr>
          <p:spPr>
            <a:xfrm>
              <a:off x="8971798" y="2134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7" name="pt42947"/>
            <p:cNvSpPr/>
            <p:nvPr/>
          </p:nvSpPr>
          <p:spPr>
            <a:xfrm>
              <a:off x="8932540" y="1997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8" name="pt42948"/>
            <p:cNvSpPr/>
            <p:nvPr/>
          </p:nvSpPr>
          <p:spPr>
            <a:xfrm>
              <a:off x="9244278" y="1909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9" name="pt42949"/>
            <p:cNvSpPr/>
            <p:nvPr/>
          </p:nvSpPr>
          <p:spPr>
            <a:xfrm>
              <a:off x="8576763" y="2402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0" name="pt42950"/>
            <p:cNvSpPr/>
            <p:nvPr/>
          </p:nvSpPr>
          <p:spPr>
            <a:xfrm>
              <a:off x="9135874" y="1946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1" name="pt42951"/>
            <p:cNvSpPr/>
            <p:nvPr/>
          </p:nvSpPr>
          <p:spPr>
            <a:xfrm>
              <a:off x="8505430" y="2488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2" name="pt42952"/>
            <p:cNvSpPr/>
            <p:nvPr/>
          </p:nvSpPr>
          <p:spPr>
            <a:xfrm>
              <a:off x="9647779" y="2077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3" name="pt42953"/>
            <p:cNvSpPr/>
            <p:nvPr/>
          </p:nvSpPr>
          <p:spPr>
            <a:xfrm>
              <a:off x="8717243" y="2269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4" name="pt42954"/>
            <p:cNvSpPr/>
            <p:nvPr/>
          </p:nvSpPr>
          <p:spPr>
            <a:xfrm>
              <a:off x="8965476" y="2082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5" name="pt42955"/>
            <p:cNvSpPr/>
            <p:nvPr/>
          </p:nvSpPr>
          <p:spPr>
            <a:xfrm>
              <a:off x="9070546" y="2191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6" name="pt42956"/>
            <p:cNvSpPr/>
            <p:nvPr/>
          </p:nvSpPr>
          <p:spPr>
            <a:xfrm>
              <a:off x="9879673" y="2349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7" name="pt42957"/>
            <p:cNvSpPr/>
            <p:nvPr/>
          </p:nvSpPr>
          <p:spPr>
            <a:xfrm>
              <a:off x="9211498" y="2131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8" name="pt42958"/>
            <p:cNvSpPr/>
            <p:nvPr/>
          </p:nvSpPr>
          <p:spPr>
            <a:xfrm>
              <a:off x="8434097" y="2396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9" name="pt42959"/>
            <p:cNvSpPr/>
            <p:nvPr/>
          </p:nvSpPr>
          <p:spPr>
            <a:xfrm>
              <a:off x="8505430" y="2400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0" name="pt42960"/>
            <p:cNvSpPr/>
            <p:nvPr/>
          </p:nvSpPr>
          <p:spPr>
            <a:xfrm>
              <a:off x="9045188" y="1817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1" name="pt42961"/>
            <p:cNvSpPr/>
            <p:nvPr/>
          </p:nvSpPr>
          <p:spPr>
            <a:xfrm>
              <a:off x="9201130" y="2025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2" name="pt42962"/>
            <p:cNvSpPr/>
            <p:nvPr/>
          </p:nvSpPr>
          <p:spPr>
            <a:xfrm>
              <a:off x="9345474" y="2182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3" name="pt42963"/>
            <p:cNvSpPr/>
            <p:nvPr/>
          </p:nvSpPr>
          <p:spPr>
            <a:xfrm>
              <a:off x="8996835" y="1877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4" name="pt42964"/>
            <p:cNvSpPr/>
            <p:nvPr/>
          </p:nvSpPr>
          <p:spPr>
            <a:xfrm>
              <a:off x="9065758" y="2045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5" name="pt42965"/>
            <p:cNvSpPr/>
            <p:nvPr/>
          </p:nvSpPr>
          <p:spPr>
            <a:xfrm>
              <a:off x="9116066" y="1616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6" name="pt42966"/>
            <p:cNvSpPr/>
            <p:nvPr/>
          </p:nvSpPr>
          <p:spPr>
            <a:xfrm>
              <a:off x="8763400" y="2154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7" name="pt42967"/>
            <p:cNvSpPr/>
            <p:nvPr/>
          </p:nvSpPr>
          <p:spPr>
            <a:xfrm>
              <a:off x="9155869" y="2120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8" name="pt42968"/>
            <p:cNvSpPr/>
            <p:nvPr/>
          </p:nvSpPr>
          <p:spPr>
            <a:xfrm>
              <a:off x="8677986" y="2309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9" name="pt42969"/>
            <p:cNvSpPr/>
            <p:nvPr/>
          </p:nvSpPr>
          <p:spPr>
            <a:xfrm>
              <a:off x="9607397" y="2196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0" name="pt42970"/>
            <p:cNvSpPr/>
            <p:nvPr/>
          </p:nvSpPr>
          <p:spPr>
            <a:xfrm>
              <a:off x="9260646" y="2097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1" name="pt42971"/>
            <p:cNvSpPr/>
            <p:nvPr/>
          </p:nvSpPr>
          <p:spPr>
            <a:xfrm>
              <a:off x="9116975" y="1714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2" name="pt42972"/>
            <p:cNvSpPr/>
            <p:nvPr/>
          </p:nvSpPr>
          <p:spPr>
            <a:xfrm>
              <a:off x="9078622" y="1737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3" name="pt42973"/>
            <p:cNvSpPr/>
            <p:nvPr/>
          </p:nvSpPr>
          <p:spPr>
            <a:xfrm>
              <a:off x="9003873" y="1940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4" name="pt42974"/>
            <p:cNvSpPr/>
            <p:nvPr/>
          </p:nvSpPr>
          <p:spPr>
            <a:xfrm>
              <a:off x="9055774" y="180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5" name="pt42975"/>
            <p:cNvSpPr/>
            <p:nvPr/>
          </p:nvSpPr>
          <p:spPr>
            <a:xfrm>
              <a:off x="9138300" y="2009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6" name="pt42976"/>
            <p:cNvSpPr/>
            <p:nvPr/>
          </p:nvSpPr>
          <p:spPr>
            <a:xfrm>
              <a:off x="8881929" y="2026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7" name="pt42977"/>
            <p:cNvSpPr/>
            <p:nvPr/>
          </p:nvSpPr>
          <p:spPr>
            <a:xfrm>
              <a:off x="8595298" y="2298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8" name="pt42978"/>
            <p:cNvSpPr/>
            <p:nvPr/>
          </p:nvSpPr>
          <p:spPr>
            <a:xfrm>
              <a:off x="8383485" y="2341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9" name="pt42979"/>
            <p:cNvSpPr/>
            <p:nvPr/>
          </p:nvSpPr>
          <p:spPr>
            <a:xfrm>
              <a:off x="9345474" y="2111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0" name="pt42980"/>
            <p:cNvSpPr/>
            <p:nvPr/>
          </p:nvSpPr>
          <p:spPr>
            <a:xfrm>
              <a:off x="9340963" y="2178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1" name="pt42981"/>
            <p:cNvSpPr/>
            <p:nvPr/>
          </p:nvSpPr>
          <p:spPr>
            <a:xfrm>
              <a:off x="9053186" y="176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2" name="pt42982"/>
            <p:cNvSpPr/>
            <p:nvPr/>
          </p:nvSpPr>
          <p:spPr>
            <a:xfrm>
              <a:off x="9427293" y="1903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3" name="pt42983"/>
            <p:cNvSpPr/>
            <p:nvPr/>
          </p:nvSpPr>
          <p:spPr>
            <a:xfrm>
              <a:off x="9051878" y="1858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4" name="pt42984"/>
            <p:cNvSpPr/>
            <p:nvPr/>
          </p:nvSpPr>
          <p:spPr>
            <a:xfrm>
              <a:off x="9393280" y="2075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5" name="pt42985"/>
            <p:cNvSpPr/>
            <p:nvPr/>
          </p:nvSpPr>
          <p:spPr>
            <a:xfrm>
              <a:off x="9076352" y="2114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6" name="pt42986"/>
            <p:cNvSpPr/>
            <p:nvPr/>
          </p:nvSpPr>
          <p:spPr>
            <a:xfrm>
              <a:off x="9109567" y="1943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7" name="pt42987"/>
            <p:cNvSpPr/>
            <p:nvPr/>
          </p:nvSpPr>
          <p:spPr>
            <a:xfrm>
              <a:off x="8473354" y="2328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8" name="pt42988"/>
            <p:cNvSpPr/>
            <p:nvPr/>
          </p:nvSpPr>
          <p:spPr>
            <a:xfrm>
              <a:off x="8741831" y="2385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9" name="pt42989"/>
            <p:cNvSpPr/>
            <p:nvPr/>
          </p:nvSpPr>
          <p:spPr>
            <a:xfrm>
              <a:off x="8871263" y="2045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0" name="pt42990"/>
            <p:cNvSpPr/>
            <p:nvPr/>
          </p:nvSpPr>
          <p:spPr>
            <a:xfrm>
              <a:off x="8717243" y="2280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1" name="pt42991"/>
            <p:cNvSpPr/>
            <p:nvPr/>
          </p:nvSpPr>
          <p:spPr>
            <a:xfrm>
              <a:off x="8956678" y="1896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2" name="pt42992"/>
            <p:cNvSpPr/>
            <p:nvPr/>
          </p:nvSpPr>
          <p:spPr>
            <a:xfrm>
              <a:off x="9450688" y="2117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3" name="pt42993"/>
            <p:cNvSpPr/>
            <p:nvPr/>
          </p:nvSpPr>
          <p:spPr>
            <a:xfrm>
              <a:off x="8995031" y="2070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4" name="pt42994"/>
            <p:cNvSpPr/>
            <p:nvPr/>
          </p:nvSpPr>
          <p:spPr>
            <a:xfrm>
              <a:off x="8782612" y="2203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5" name="pt42995"/>
            <p:cNvSpPr/>
            <p:nvPr/>
          </p:nvSpPr>
          <p:spPr>
            <a:xfrm>
              <a:off x="8851911" y="1926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6" name="pt42996"/>
            <p:cNvSpPr/>
            <p:nvPr/>
          </p:nvSpPr>
          <p:spPr>
            <a:xfrm>
              <a:off x="9047895" y="1892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7" name="pt42997"/>
            <p:cNvSpPr/>
            <p:nvPr/>
          </p:nvSpPr>
          <p:spPr>
            <a:xfrm>
              <a:off x="8505430" y="236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8" name="pt42998"/>
            <p:cNvSpPr/>
            <p:nvPr/>
          </p:nvSpPr>
          <p:spPr>
            <a:xfrm>
              <a:off x="8505430" y="2339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9" name="pt42999"/>
            <p:cNvSpPr/>
            <p:nvPr/>
          </p:nvSpPr>
          <p:spPr>
            <a:xfrm>
              <a:off x="9195417" y="1994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0" name="pt43000"/>
            <p:cNvSpPr/>
            <p:nvPr/>
          </p:nvSpPr>
          <p:spPr>
            <a:xfrm>
              <a:off x="8505430" y="2346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1" name="pt43001"/>
            <p:cNvSpPr/>
            <p:nvPr/>
          </p:nvSpPr>
          <p:spPr>
            <a:xfrm>
              <a:off x="9654228" y="2131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2" name="pt43002"/>
            <p:cNvSpPr/>
            <p:nvPr/>
          </p:nvSpPr>
          <p:spPr>
            <a:xfrm>
              <a:off x="8871263" y="1961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3" name="pt43003"/>
            <p:cNvSpPr/>
            <p:nvPr/>
          </p:nvSpPr>
          <p:spPr>
            <a:xfrm>
              <a:off x="8612066" y="2288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4" name="pt43004"/>
            <p:cNvSpPr/>
            <p:nvPr/>
          </p:nvSpPr>
          <p:spPr>
            <a:xfrm>
              <a:off x="9107665" y="1870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5" name="pt43005"/>
            <p:cNvSpPr/>
            <p:nvPr/>
          </p:nvSpPr>
          <p:spPr>
            <a:xfrm>
              <a:off x="9312057" y="1925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6" name="pt43006"/>
            <p:cNvSpPr/>
            <p:nvPr/>
          </p:nvSpPr>
          <p:spPr>
            <a:xfrm>
              <a:off x="8627374" y="2073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7" name="pt43007"/>
            <p:cNvSpPr/>
            <p:nvPr/>
          </p:nvSpPr>
          <p:spPr>
            <a:xfrm>
              <a:off x="8505430" y="2468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8" name="pt43008"/>
            <p:cNvSpPr/>
            <p:nvPr/>
          </p:nvSpPr>
          <p:spPr>
            <a:xfrm>
              <a:off x="8904556" y="1768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9" name="pt43009"/>
            <p:cNvSpPr/>
            <p:nvPr/>
          </p:nvSpPr>
          <p:spPr>
            <a:xfrm>
              <a:off x="9094774" y="2075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0" name="pt43010"/>
            <p:cNvSpPr/>
            <p:nvPr/>
          </p:nvSpPr>
          <p:spPr>
            <a:xfrm>
              <a:off x="8434097" y="241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1" name="pt43011"/>
            <p:cNvSpPr/>
            <p:nvPr/>
          </p:nvSpPr>
          <p:spPr>
            <a:xfrm>
              <a:off x="9489373" y="2468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2" name="pt43012"/>
            <p:cNvSpPr/>
            <p:nvPr/>
          </p:nvSpPr>
          <p:spPr>
            <a:xfrm>
              <a:off x="8473354" y="2169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3" name="pt43013"/>
            <p:cNvSpPr/>
            <p:nvPr/>
          </p:nvSpPr>
          <p:spPr>
            <a:xfrm>
              <a:off x="9106706" y="2202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4" name="pt43014"/>
            <p:cNvSpPr/>
            <p:nvPr/>
          </p:nvSpPr>
          <p:spPr>
            <a:xfrm>
              <a:off x="9214649" y="2198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5" name="pt43015"/>
            <p:cNvSpPr/>
            <p:nvPr/>
          </p:nvSpPr>
          <p:spPr>
            <a:xfrm>
              <a:off x="9175781" y="2029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6" name="pt43016"/>
            <p:cNvSpPr/>
            <p:nvPr/>
          </p:nvSpPr>
          <p:spPr>
            <a:xfrm>
              <a:off x="9195417" y="1949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7" name="pt43017"/>
            <p:cNvSpPr/>
            <p:nvPr/>
          </p:nvSpPr>
          <p:spPr>
            <a:xfrm>
              <a:off x="9666217" y="1833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8" name="pt43018"/>
            <p:cNvSpPr/>
            <p:nvPr/>
          </p:nvSpPr>
          <p:spPr>
            <a:xfrm>
              <a:off x="9724502" y="1983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9" name="pt43019"/>
            <p:cNvSpPr/>
            <p:nvPr/>
          </p:nvSpPr>
          <p:spPr>
            <a:xfrm>
              <a:off x="9230563" y="182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0" name="pt43020"/>
            <p:cNvSpPr/>
            <p:nvPr/>
          </p:nvSpPr>
          <p:spPr>
            <a:xfrm>
              <a:off x="8961132" y="2062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1" name="pt43021"/>
            <p:cNvSpPr/>
            <p:nvPr/>
          </p:nvSpPr>
          <p:spPr>
            <a:xfrm>
              <a:off x="9065758" y="2003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2" name="pt43022"/>
            <p:cNvSpPr/>
            <p:nvPr/>
          </p:nvSpPr>
          <p:spPr>
            <a:xfrm>
              <a:off x="8756500" y="170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3" name="pt43023"/>
            <p:cNvSpPr/>
            <p:nvPr/>
          </p:nvSpPr>
          <p:spPr>
            <a:xfrm>
              <a:off x="8312152" y="2417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4" name="pt43024"/>
            <p:cNvSpPr/>
            <p:nvPr/>
          </p:nvSpPr>
          <p:spPr>
            <a:xfrm>
              <a:off x="8782612" y="2245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5" name="pt43025"/>
            <p:cNvSpPr/>
            <p:nvPr/>
          </p:nvSpPr>
          <p:spPr>
            <a:xfrm>
              <a:off x="8942596" y="1985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6" name="pt43026"/>
            <p:cNvSpPr/>
            <p:nvPr/>
          </p:nvSpPr>
          <p:spPr>
            <a:xfrm>
              <a:off x="8916289" y="2145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7" name="pt43027"/>
            <p:cNvSpPr/>
            <p:nvPr/>
          </p:nvSpPr>
          <p:spPr>
            <a:xfrm>
              <a:off x="9349631" y="2083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8" name="pt43028"/>
            <p:cNvSpPr/>
            <p:nvPr/>
          </p:nvSpPr>
          <p:spPr>
            <a:xfrm>
              <a:off x="8434097" y="2530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9" name="pt43029"/>
            <p:cNvSpPr/>
            <p:nvPr/>
          </p:nvSpPr>
          <p:spPr>
            <a:xfrm>
              <a:off x="9577860" y="271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0" name="pt43030"/>
            <p:cNvSpPr/>
            <p:nvPr/>
          </p:nvSpPr>
          <p:spPr>
            <a:xfrm>
              <a:off x="8935109" y="1951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1" name="pt43031"/>
            <p:cNvSpPr/>
            <p:nvPr/>
          </p:nvSpPr>
          <p:spPr>
            <a:xfrm>
              <a:off x="9160178" y="2122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2" name="pt43032"/>
            <p:cNvSpPr/>
            <p:nvPr/>
          </p:nvSpPr>
          <p:spPr>
            <a:xfrm>
              <a:off x="8782612" y="2301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3" name="pt43033"/>
            <p:cNvSpPr/>
            <p:nvPr/>
          </p:nvSpPr>
          <p:spPr>
            <a:xfrm>
              <a:off x="8556041" y="2603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4" name="pt43034"/>
            <p:cNvSpPr/>
            <p:nvPr/>
          </p:nvSpPr>
          <p:spPr>
            <a:xfrm>
              <a:off x="8965476" y="2116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5" name="pt43035"/>
            <p:cNvSpPr/>
            <p:nvPr/>
          </p:nvSpPr>
          <p:spPr>
            <a:xfrm>
              <a:off x="8654494" y="2516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6" name="pt43036"/>
            <p:cNvSpPr/>
            <p:nvPr/>
          </p:nvSpPr>
          <p:spPr>
            <a:xfrm>
              <a:off x="8595298" y="2149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7" name="pt43037"/>
            <p:cNvSpPr/>
            <p:nvPr/>
          </p:nvSpPr>
          <p:spPr>
            <a:xfrm>
              <a:off x="8904556" y="2004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8" name="pt43038"/>
            <p:cNvSpPr/>
            <p:nvPr/>
          </p:nvSpPr>
          <p:spPr>
            <a:xfrm>
              <a:off x="8654494" y="2427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9" name="pt43039"/>
            <p:cNvSpPr/>
            <p:nvPr/>
          </p:nvSpPr>
          <p:spPr>
            <a:xfrm>
              <a:off x="9554821" y="2403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0" name="pt43040"/>
            <p:cNvSpPr/>
            <p:nvPr/>
          </p:nvSpPr>
          <p:spPr>
            <a:xfrm>
              <a:off x="8312152" y="2604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1" name="pt43041"/>
            <p:cNvSpPr/>
            <p:nvPr/>
          </p:nvSpPr>
          <p:spPr>
            <a:xfrm>
              <a:off x="8859909" y="2124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2" name="pt43042"/>
            <p:cNvSpPr/>
            <p:nvPr/>
          </p:nvSpPr>
          <p:spPr>
            <a:xfrm>
              <a:off x="8794345" y="2150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3" name="pt43043"/>
            <p:cNvSpPr/>
            <p:nvPr/>
          </p:nvSpPr>
          <p:spPr>
            <a:xfrm>
              <a:off x="8855955" y="2180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4" name="pt43044"/>
            <p:cNvSpPr/>
            <p:nvPr/>
          </p:nvSpPr>
          <p:spPr>
            <a:xfrm>
              <a:off x="9092704" y="1882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5" name="pt43045"/>
            <p:cNvSpPr/>
            <p:nvPr/>
          </p:nvSpPr>
          <p:spPr>
            <a:xfrm>
              <a:off x="9069361" y="2190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6" name="pt43046"/>
            <p:cNvSpPr/>
            <p:nvPr/>
          </p:nvSpPr>
          <p:spPr>
            <a:xfrm>
              <a:off x="9167813" y="2070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7" name="pt43047"/>
            <p:cNvSpPr/>
            <p:nvPr/>
          </p:nvSpPr>
          <p:spPr>
            <a:xfrm>
              <a:off x="8312152" y="2433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8" name="pt43048"/>
            <p:cNvSpPr/>
            <p:nvPr/>
          </p:nvSpPr>
          <p:spPr>
            <a:xfrm>
              <a:off x="9053186" y="169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9" name="pt43049"/>
            <p:cNvSpPr/>
            <p:nvPr/>
          </p:nvSpPr>
          <p:spPr>
            <a:xfrm>
              <a:off x="9275251" y="2032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0" name="pt43050"/>
            <p:cNvSpPr/>
            <p:nvPr/>
          </p:nvSpPr>
          <p:spPr>
            <a:xfrm>
              <a:off x="8956678" y="1891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1" name="pt43051"/>
            <p:cNvSpPr/>
            <p:nvPr/>
          </p:nvSpPr>
          <p:spPr>
            <a:xfrm>
              <a:off x="8505430" y="2329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2" name="pt43052"/>
            <p:cNvSpPr/>
            <p:nvPr/>
          </p:nvSpPr>
          <p:spPr>
            <a:xfrm>
              <a:off x="8383485" y="2505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3" name="pt43053"/>
            <p:cNvSpPr/>
            <p:nvPr/>
          </p:nvSpPr>
          <p:spPr>
            <a:xfrm>
              <a:off x="8965476" y="2038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4" name="pt43054"/>
            <p:cNvSpPr/>
            <p:nvPr/>
          </p:nvSpPr>
          <p:spPr>
            <a:xfrm>
              <a:off x="8708219" y="2221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5" name="pt43055"/>
            <p:cNvSpPr/>
            <p:nvPr/>
          </p:nvSpPr>
          <p:spPr>
            <a:xfrm>
              <a:off x="9574258" y="2376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6" name="pt43056"/>
            <p:cNvSpPr/>
            <p:nvPr/>
          </p:nvSpPr>
          <p:spPr>
            <a:xfrm>
              <a:off x="8763400" y="2122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7" name="pt43057"/>
            <p:cNvSpPr/>
            <p:nvPr/>
          </p:nvSpPr>
          <p:spPr>
            <a:xfrm>
              <a:off x="9354634" y="2108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8" name="pt43058"/>
            <p:cNvSpPr/>
            <p:nvPr/>
          </p:nvSpPr>
          <p:spPr>
            <a:xfrm>
              <a:off x="9376059" y="210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9" name="pt43059"/>
            <p:cNvSpPr/>
            <p:nvPr/>
          </p:nvSpPr>
          <p:spPr>
            <a:xfrm>
              <a:off x="8971798" y="202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0" name="pt43060"/>
            <p:cNvSpPr/>
            <p:nvPr/>
          </p:nvSpPr>
          <p:spPr>
            <a:xfrm>
              <a:off x="8863776" y="1954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1" name="pt43061"/>
            <p:cNvSpPr/>
            <p:nvPr/>
          </p:nvSpPr>
          <p:spPr>
            <a:xfrm>
              <a:off x="8763400" y="2125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2" name="pt43062"/>
            <p:cNvSpPr/>
            <p:nvPr/>
          </p:nvSpPr>
          <p:spPr>
            <a:xfrm>
              <a:off x="9094774" y="1917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3" name="pt43063"/>
            <p:cNvSpPr/>
            <p:nvPr/>
          </p:nvSpPr>
          <p:spPr>
            <a:xfrm>
              <a:off x="8770040" y="2095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4" name="pt43064"/>
            <p:cNvSpPr/>
            <p:nvPr/>
          </p:nvSpPr>
          <p:spPr>
            <a:xfrm>
              <a:off x="9767243" y="2420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5" name="pt43065"/>
            <p:cNvSpPr/>
            <p:nvPr/>
          </p:nvSpPr>
          <p:spPr>
            <a:xfrm>
              <a:off x="8505430" y="2373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6" name="pt43066"/>
            <p:cNvSpPr/>
            <p:nvPr/>
          </p:nvSpPr>
          <p:spPr>
            <a:xfrm>
              <a:off x="8505430" y="2387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7" name="pt43067"/>
            <p:cNvSpPr/>
            <p:nvPr/>
          </p:nvSpPr>
          <p:spPr>
            <a:xfrm>
              <a:off x="8825472" y="1982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8" name="pt43068"/>
            <p:cNvSpPr/>
            <p:nvPr/>
          </p:nvSpPr>
          <p:spPr>
            <a:xfrm>
              <a:off x="9087421" y="1759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9" name="pt43069"/>
            <p:cNvSpPr/>
            <p:nvPr/>
          </p:nvSpPr>
          <p:spPr>
            <a:xfrm>
              <a:off x="9548926" y="1837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0" name="pt43070"/>
            <p:cNvSpPr/>
            <p:nvPr/>
          </p:nvSpPr>
          <p:spPr>
            <a:xfrm>
              <a:off x="8612066" y="2215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1" name="pt43071"/>
            <p:cNvSpPr/>
            <p:nvPr/>
          </p:nvSpPr>
          <p:spPr>
            <a:xfrm>
              <a:off x="9209365" y="2067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2" name="pt43072"/>
            <p:cNvSpPr/>
            <p:nvPr/>
          </p:nvSpPr>
          <p:spPr>
            <a:xfrm>
              <a:off x="9201130" y="201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3" name="pt43073"/>
            <p:cNvSpPr/>
            <p:nvPr/>
          </p:nvSpPr>
          <p:spPr>
            <a:xfrm>
              <a:off x="8312152" y="2430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4" name="pt43074"/>
            <p:cNvSpPr/>
            <p:nvPr/>
          </p:nvSpPr>
          <p:spPr>
            <a:xfrm>
              <a:off x="8947416" y="1938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5" name="pt43075"/>
            <p:cNvSpPr/>
            <p:nvPr/>
          </p:nvSpPr>
          <p:spPr>
            <a:xfrm>
              <a:off x="8913428" y="2150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6" name="pt43076"/>
            <p:cNvSpPr/>
            <p:nvPr/>
          </p:nvSpPr>
          <p:spPr>
            <a:xfrm>
              <a:off x="8312152" y="2401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7" name="pt43077"/>
            <p:cNvSpPr/>
            <p:nvPr/>
          </p:nvSpPr>
          <p:spPr>
            <a:xfrm>
              <a:off x="8749319" y="2134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8" name="pt43078"/>
            <p:cNvSpPr/>
            <p:nvPr/>
          </p:nvSpPr>
          <p:spPr>
            <a:xfrm>
              <a:off x="8473354" y="2226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9" name="pt43079"/>
            <p:cNvSpPr/>
            <p:nvPr/>
          </p:nvSpPr>
          <p:spPr>
            <a:xfrm>
              <a:off x="9515130" y="2535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0" name="pt43080"/>
            <p:cNvSpPr/>
            <p:nvPr/>
          </p:nvSpPr>
          <p:spPr>
            <a:xfrm>
              <a:off x="9514089" y="2600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1" name="pt43081"/>
            <p:cNvSpPr/>
            <p:nvPr/>
          </p:nvSpPr>
          <p:spPr>
            <a:xfrm>
              <a:off x="9143835" y="2101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2" name="pt43082"/>
            <p:cNvSpPr/>
            <p:nvPr/>
          </p:nvSpPr>
          <p:spPr>
            <a:xfrm>
              <a:off x="8734011" y="2262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3" name="pt43083"/>
            <p:cNvSpPr/>
            <p:nvPr/>
          </p:nvSpPr>
          <p:spPr>
            <a:xfrm>
              <a:off x="9094774" y="1854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4" name="pt43084"/>
            <p:cNvSpPr/>
            <p:nvPr/>
          </p:nvSpPr>
          <p:spPr>
            <a:xfrm>
              <a:off x="8741831" y="2047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5" name="pt43085"/>
            <p:cNvSpPr/>
            <p:nvPr/>
          </p:nvSpPr>
          <p:spPr>
            <a:xfrm>
              <a:off x="9116066" y="1703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6" name="pt43086"/>
            <p:cNvSpPr/>
            <p:nvPr/>
          </p:nvSpPr>
          <p:spPr>
            <a:xfrm>
              <a:off x="9546496" y="1693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7" name="pt43087"/>
            <p:cNvSpPr/>
            <p:nvPr/>
          </p:nvSpPr>
          <p:spPr>
            <a:xfrm>
              <a:off x="8794345" y="2008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8" name="pt43088"/>
            <p:cNvSpPr/>
            <p:nvPr/>
          </p:nvSpPr>
          <p:spPr>
            <a:xfrm>
              <a:off x="8725827" y="2191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9" name="pt43089"/>
            <p:cNvSpPr/>
            <p:nvPr/>
          </p:nvSpPr>
          <p:spPr>
            <a:xfrm>
              <a:off x="9328879" y="2169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0" name="pt43090"/>
            <p:cNvSpPr/>
            <p:nvPr/>
          </p:nvSpPr>
          <p:spPr>
            <a:xfrm>
              <a:off x="9346461" y="2232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1" name="pt43091"/>
            <p:cNvSpPr/>
            <p:nvPr/>
          </p:nvSpPr>
          <p:spPr>
            <a:xfrm>
              <a:off x="8956678" y="1866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2" name="pt43092"/>
            <p:cNvSpPr/>
            <p:nvPr/>
          </p:nvSpPr>
          <p:spPr>
            <a:xfrm>
              <a:off x="9045188" y="194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3" name="pt43093"/>
            <p:cNvSpPr/>
            <p:nvPr/>
          </p:nvSpPr>
          <p:spPr>
            <a:xfrm>
              <a:off x="9028011" y="1680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4" name="pt43094"/>
            <p:cNvSpPr/>
            <p:nvPr/>
          </p:nvSpPr>
          <p:spPr>
            <a:xfrm>
              <a:off x="9097834" y="1937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5" name="pt43095"/>
            <p:cNvSpPr/>
            <p:nvPr/>
          </p:nvSpPr>
          <p:spPr>
            <a:xfrm>
              <a:off x="8979888" y="2319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6" name="pt43096"/>
            <p:cNvSpPr/>
            <p:nvPr/>
          </p:nvSpPr>
          <p:spPr>
            <a:xfrm>
              <a:off x="9530995" y="2487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7" name="pt43097"/>
            <p:cNvSpPr/>
            <p:nvPr/>
          </p:nvSpPr>
          <p:spPr>
            <a:xfrm>
              <a:off x="8839187" y="218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8" name="pt43098"/>
            <p:cNvSpPr/>
            <p:nvPr/>
          </p:nvSpPr>
          <p:spPr>
            <a:xfrm>
              <a:off x="9240724" y="2007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9" name="pt43099"/>
            <p:cNvSpPr/>
            <p:nvPr/>
          </p:nvSpPr>
          <p:spPr>
            <a:xfrm>
              <a:off x="8312152" y="241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0" name="pt43100"/>
            <p:cNvSpPr/>
            <p:nvPr/>
          </p:nvSpPr>
          <p:spPr>
            <a:xfrm>
              <a:off x="9324474" y="2172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1" name="pt43101"/>
            <p:cNvSpPr/>
            <p:nvPr/>
          </p:nvSpPr>
          <p:spPr>
            <a:xfrm>
              <a:off x="9206663" y="2159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2" name="pt43102"/>
            <p:cNvSpPr/>
            <p:nvPr/>
          </p:nvSpPr>
          <p:spPr>
            <a:xfrm>
              <a:off x="9254944" y="2168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3" name="pt43103"/>
            <p:cNvSpPr/>
            <p:nvPr/>
          </p:nvSpPr>
          <p:spPr>
            <a:xfrm>
              <a:off x="8756500" y="191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4" name="pt43104"/>
            <p:cNvSpPr/>
            <p:nvPr/>
          </p:nvSpPr>
          <p:spPr>
            <a:xfrm>
              <a:off x="9143835" y="2169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5" name="pt43105"/>
            <p:cNvSpPr/>
            <p:nvPr/>
          </p:nvSpPr>
          <p:spPr>
            <a:xfrm>
              <a:off x="8556041" y="2384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6" name="pt43106"/>
            <p:cNvSpPr/>
            <p:nvPr/>
          </p:nvSpPr>
          <p:spPr>
            <a:xfrm>
              <a:off x="9208828" y="2105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7" name="pt43107"/>
            <p:cNvSpPr/>
            <p:nvPr/>
          </p:nvSpPr>
          <p:spPr>
            <a:xfrm>
              <a:off x="8805344" y="2241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8" name="pt43108"/>
            <p:cNvSpPr/>
            <p:nvPr/>
          </p:nvSpPr>
          <p:spPr>
            <a:xfrm>
              <a:off x="8971798" y="2107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9" name="pt43109"/>
            <p:cNvSpPr/>
            <p:nvPr/>
          </p:nvSpPr>
          <p:spPr>
            <a:xfrm>
              <a:off x="8627374" y="2418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0" name="pt43110"/>
            <p:cNvSpPr/>
            <p:nvPr/>
          </p:nvSpPr>
          <p:spPr>
            <a:xfrm>
              <a:off x="9087421" y="172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1" name="pt43111"/>
            <p:cNvSpPr/>
            <p:nvPr/>
          </p:nvSpPr>
          <p:spPr>
            <a:xfrm>
              <a:off x="8576763" y="2355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2" name="pt43112"/>
            <p:cNvSpPr/>
            <p:nvPr/>
          </p:nvSpPr>
          <p:spPr>
            <a:xfrm>
              <a:off x="9090610" y="1775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3" name="pt43113"/>
            <p:cNvSpPr/>
            <p:nvPr/>
          </p:nvSpPr>
          <p:spPr>
            <a:xfrm>
              <a:off x="8556041" y="2430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4" name="pt43114"/>
            <p:cNvSpPr/>
            <p:nvPr/>
          </p:nvSpPr>
          <p:spPr>
            <a:xfrm>
              <a:off x="9047895" y="1815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5" name="pt43115"/>
            <p:cNvSpPr/>
            <p:nvPr/>
          </p:nvSpPr>
          <p:spPr>
            <a:xfrm>
              <a:off x="8898383" y="2012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6" name="pt43116"/>
            <p:cNvSpPr/>
            <p:nvPr/>
          </p:nvSpPr>
          <p:spPr>
            <a:xfrm>
              <a:off x="8815695" y="2025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7" name="pt43117"/>
            <p:cNvSpPr/>
            <p:nvPr/>
          </p:nvSpPr>
          <p:spPr>
            <a:xfrm>
              <a:off x="8977900" y="2298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8" name="pt43118"/>
            <p:cNvSpPr/>
            <p:nvPr/>
          </p:nvSpPr>
          <p:spPr>
            <a:xfrm>
              <a:off x="9726386" y="2299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9" name="pt43119"/>
            <p:cNvSpPr/>
            <p:nvPr/>
          </p:nvSpPr>
          <p:spPr>
            <a:xfrm>
              <a:off x="8904556" y="2028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0" name="pt43120"/>
            <p:cNvSpPr/>
            <p:nvPr/>
          </p:nvSpPr>
          <p:spPr>
            <a:xfrm>
              <a:off x="8505430" y="2383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1" name="pt43121"/>
            <p:cNvSpPr/>
            <p:nvPr/>
          </p:nvSpPr>
          <p:spPr>
            <a:xfrm>
              <a:off x="9265000" y="201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2" name="pt43122"/>
            <p:cNvSpPr/>
            <p:nvPr/>
          </p:nvSpPr>
          <p:spPr>
            <a:xfrm>
              <a:off x="8810596" y="2200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3" name="pt43123"/>
            <p:cNvSpPr/>
            <p:nvPr/>
          </p:nvSpPr>
          <p:spPr>
            <a:xfrm>
              <a:off x="9018749" y="193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4" name="pt43124"/>
            <p:cNvSpPr/>
            <p:nvPr/>
          </p:nvSpPr>
          <p:spPr>
            <a:xfrm>
              <a:off x="8830164" y="2180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5" name="pt43125"/>
            <p:cNvSpPr/>
            <p:nvPr/>
          </p:nvSpPr>
          <p:spPr>
            <a:xfrm>
              <a:off x="9060837" y="1808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6" name="pt43126"/>
            <p:cNvSpPr/>
            <p:nvPr/>
          </p:nvSpPr>
          <p:spPr>
            <a:xfrm>
              <a:off x="8532549" y="2414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7" name="pt43127"/>
            <p:cNvSpPr/>
            <p:nvPr/>
          </p:nvSpPr>
          <p:spPr>
            <a:xfrm>
              <a:off x="9384781" y="2007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8" name="pt43128"/>
            <p:cNvSpPr/>
            <p:nvPr/>
          </p:nvSpPr>
          <p:spPr>
            <a:xfrm>
              <a:off x="9024978" y="1857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9" name="pt43129"/>
            <p:cNvSpPr/>
            <p:nvPr/>
          </p:nvSpPr>
          <p:spPr>
            <a:xfrm>
              <a:off x="8830164" y="2271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0" name="pt43130"/>
            <p:cNvSpPr/>
            <p:nvPr/>
          </p:nvSpPr>
          <p:spPr>
            <a:xfrm>
              <a:off x="9318519" y="1926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1" name="pt43131"/>
            <p:cNvSpPr/>
            <p:nvPr/>
          </p:nvSpPr>
          <p:spPr>
            <a:xfrm>
              <a:off x="9834193" y="2643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2" name="pt43132"/>
            <p:cNvSpPr/>
            <p:nvPr/>
          </p:nvSpPr>
          <p:spPr>
            <a:xfrm>
              <a:off x="9547911" y="1765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3" name="pt43133"/>
            <p:cNvSpPr/>
            <p:nvPr/>
          </p:nvSpPr>
          <p:spPr>
            <a:xfrm>
              <a:off x="9265000" y="1750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4" name="pt43134"/>
            <p:cNvSpPr/>
            <p:nvPr/>
          </p:nvSpPr>
          <p:spPr>
            <a:xfrm>
              <a:off x="9143835" y="1999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5" name="pt43135"/>
            <p:cNvSpPr/>
            <p:nvPr/>
          </p:nvSpPr>
          <p:spPr>
            <a:xfrm>
              <a:off x="8996835" y="193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6" name="pt43136"/>
            <p:cNvSpPr/>
            <p:nvPr/>
          </p:nvSpPr>
          <p:spPr>
            <a:xfrm>
              <a:off x="8312152" y="2193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7" name="pt43137"/>
            <p:cNvSpPr/>
            <p:nvPr/>
          </p:nvSpPr>
          <p:spPr>
            <a:xfrm>
              <a:off x="8788576" y="2229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8" name="pt43138"/>
            <p:cNvSpPr/>
            <p:nvPr/>
          </p:nvSpPr>
          <p:spPr>
            <a:xfrm>
              <a:off x="8947416" y="1896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9" name="pt43139"/>
            <p:cNvSpPr/>
            <p:nvPr/>
          </p:nvSpPr>
          <p:spPr>
            <a:xfrm>
              <a:off x="8698707" y="2505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0" name="pt43140"/>
            <p:cNvSpPr/>
            <p:nvPr/>
          </p:nvSpPr>
          <p:spPr>
            <a:xfrm>
              <a:off x="9039647" y="1890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1" name="pt43141"/>
            <p:cNvSpPr/>
            <p:nvPr/>
          </p:nvSpPr>
          <p:spPr>
            <a:xfrm>
              <a:off x="8935109" y="1988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2" name="pt43142"/>
            <p:cNvSpPr/>
            <p:nvPr/>
          </p:nvSpPr>
          <p:spPr>
            <a:xfrm>
              <a:off x="8916289" y="2114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3" name="pt43143"/>
            <p:cNvSpPr/>
            <p:nvPr/>
          </p:nvSpPr>
          <p:spPr>
            <a:xfrm>
              <a:off x="8688651" y="2358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4" name="pt43144"/>
            <p:cNvSpPr/>
            <p:nvPr/>
          </p:nvSpPr>
          <p:spPr>
            <a:xfrm>
              <a:off x="8312152" y="2598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5" name="pt43145"/>
            <p:cNvSpPr/>
            <p:nvPr/>
          </p:nvSpPr>
          <p:spPr>
            <a:xfrm>
              <a:off x="9045188" y="1856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6" name="pt43146"/>
            <p:cNvSpPr/>
            <p:nvPr/>
          </p:nvSpPr>
          <p:spPr>
            <a:xfrm>
              <a:off x="8776438" y="2312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7" name="pt43147"/>
            <p:cNvSpPr/>
            <p:nvPr/>
          </p:nvSpPr>
          <p:spPr>
            <a:xfrm>
              <a:off x="9050561" y="191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8" name="pt43148"/>
            <p:cNvSpPr/>
            <p:nvPr/>
          </p:nvSpPr>
          <p:spPr>
            <a:xfrm>
              <a:off x="9603616" y="2470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9" name="pt43149"/>
            <p:cNvSpPr/>
            <p:nvPr/>
          </p:nvSpPr>
          <p:spPr>
            <a:xfrm>
              <a:off x="9450688" y="1987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0" name="pt43150"/>
            <p:cNvSpPr/>
            <p:nvPr/>
          </p:nvSpPr>
          <p:spPr>
            <a:xfrm>
              <a:off x="9207749" y="2113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1" name="pt43151"/>
            <p:cNvSpPr/>
            <p:nvPr/>
          </p:nvSpPr>
          <p:spPr>
            <a:xfrm>
              <a:off x="9396086" y="2100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2" name="pt43152"/>
            <p:cNvSpPr/>
            <p:nvPr/>
          </p:nvSpPr>
          <p:spPr>
            <a:xfrm>
              <a:off x="9217232" y="2077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3" name="pt43153"/>
            <p:cNvSpPr/>
            <p:nvPr/>
          </p:nvSpPr>
          <p:spPr>
            <a:xfrm>
              <a:off x="8717243" y="227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4" name="pt43154"/>
            <p:cNvSpPr/>
            <p:nvPr/>
          </p:nvSpPr>
          <p:spPr>
            <a:xfrm>
              <a:off x="8473354" y="2388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5" name="pt43155"/>
            <p:cNvSpPr/>
            <p:nvPr/>
          </p:nvSpPr>
          <p:spPr>
            <a:xfrm>
              <a:off x="8556041" y="2537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6" name="pt43156"/>
            <p:cNvSpPr/>
            <p:nvPr/>
          </p:nvSpPr>
          <p:spPr>
            <a:xfrm>
              <a:off x="9070546" y="2181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7" name="pt43157"/>
            <p:cNvSpPr/>
            <p:nvPr/>
          </p:nvSpPr>
          <p:spPr>
            <a:xfrm>
              <a:off x="8505430" y="2441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8" name="pt43158"/>
            <p:cNvSpPr/>
            <p:nvPr/>
          </p:nvSpPr>
          <p:spPr>
            <a:xfrm>
              <a:off x="8595298" y="2347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9" name="pt43159"/>
            <p:cNvSpPr/>
            <p:nvPr/>
          </p:nvSpPr>
          <p:spPr>
            <a:xfrm>
              <a:off x="9435194" y="1950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0" name="pt43160"/>
            <p:cNvSpPr/>
            <p:nvPr/>
          </p:nvSpPr>
          <p:spPr>
            <a:xfrm>
              <a:off x="9221288" y="1847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1" name="pt43161"/>
            <p:cNvSpPr/>
            <p:nvPr/>
          </p:nvSpPr>
          <p:spPr>
            <a:xfrm>
              <a:off x="9489373" y="2480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2" name="pt43162"/>
            <p:cNvSpPr/>
            <p:nvPr/>
          </p:nvSpPr>
          <p:spPr>
            <a:xfrm>
              <a:off x="8698707" y="2401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3" name="pt43163"/>
            <p:cNvSpPr/>
            <p:nvPr/>
          </p:nvSpPr>
          <p:spPr>
            <a:xfrm>
              <a:off x="8556041" y="2551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4" name="pt43164"/>
            <p:cNvSpPr/>
            <p:nvPr/>
          </p:nvSpPr>
          <p:spPr>
            <a:xfrm>
              <a:off x="8898383" y="194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5" name="pt43165"/>
            <p:cNvSpPr/>
            <p:nvPr/>
          </p:nvSpPr>
          <p:spPr>
            <a:xfrm>
              <a:off x="8859909" y="2143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6" name="pt43166"/>
            <p:cNvSpPr/>
            <p:nvPr/>
          </p:nvSpPr>
          <p:spPr>
            <a:xfrm>
              <a:off x="9119675" y="2150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7" name="pt43167"/>
            <p:cNvSpPr/>
            <p:nvPr/>
          </p:nvSpPr>
          <p:spPr>
            <a:xfrm>
              <a:off x="8756500" y="1754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8" name="pt43168"/>
            <p:cNvSpPr/>
            <p:nvPr/>
          </p:nvSpPr>
          <p:spPr>
            <a:xfrm>
              <a:off x="8956678" y="1806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9" name="pt43169"/>
            <p:cNvSpPr/>
            <p:nvPr/>
          </p:nvSpPr>
          <p:spPr>
            <a:xfrm>
              <a:off x="8851911" y="2166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0" name="pt43170"/>
            <p:cNvSpPr/>
            <p:nvPr/>
          </p:nvSpPr>
          <p:spPr>
            <a:xfrm>
              <a:off x="9094774" y="1964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1" name="pt43171"/>
            <p:cNvSpPr/>
            <p:nvPr/>
          </p:nvSpPr>
          <p:spPr>
            <a:xfrm>
              <a:off x="8987622" y="2330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2" name="pt43172"/>
            <p:cNvSpPr/>
            <p:nvPr/>
          </p:nvSpPr>
          <p:spPr>
            <a:xfrm>
              <a:off x="8576763" y="2451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3" name="pt43173"/>
            <p:cNvSpPr/>
            <p:nvPr/>
          </p:nvSpPr>
          <p:spPr>
            <a:xfrm>
              <a:off x="8888696" y="2202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4" name="pt43174"/>
            <p:cNvSpPr/>
            <p:nvPr/>
          </p:nvSpPr>
          <p:spPr>
            <a:xfrm>
              <a:off x="8312152" y="2445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5" name="pt43175"/>
            <p:cNvSpPr/>
            <p:nvPr/>
          </p:nvSpPr>
          <p:spPr>
            <a:xfrm>
              <a:off x="8505430" y="2460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6" name="pt43176"/>
            <p:cNvSpPr/>
            <p:nvPr/>
          </p:nvSpPr>
          <p:spPr>
            <a:xfrm>
              <a:off x="8595298" y="2287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7" name="pt43177"/>
            <p:cNvSpPr/>
            <p:nvPr/>
          </p:nvSpPr>
          <p:spPr>
            <a:xfrm>
              <a:off x="8641456" y="1988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8" name="pt43178"/>
            <p:cNvSpPr/>
            <p:nvPr/>
          </p:nvSpPr>
          <p:spPr>
            <a:xfrm>
              <a:off x="8996835" y="1919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9" name="pt43179"/>
            <p:cNvSpPr/>
            <p:nvPr/>
          </p:nvSpPr>
          <p:spPr>
            <a:xfrm>
              <a:off x="8641456" y="2182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0" name="pt43180"/>
            <p:cNvSpPr/>
            <p:nvPr/>
          </p:nvSpPr>
          <p:spPr>
            <a:xfrm>
              <a:off x="9573785" y="2239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1" name="pt43181"/>
            <p:cNvSpPr/>
            <p:nvPr/>
          </p:nvSpPr>
          <p:spPr>
            <a:xfrm>
              <a:off x="8919104" y="2150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2" name="pt43182"/>
            <p:cNvSpPr/>
            <p:nvPr/>
          </p:nvSpPr>
          <p:spPr>
            <a:xfrm>
              <a:off x="8977900" y="2318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3" name="pt43183"/>
            <p:cNvSpPr/>
            <p:nvPr/>
          </p:nvSpPr>
          <p:spPr>
            <a:xfrm>
              <a:off x="9146155" y="1977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4" name="pt43184"/>
            <p:cNvSpPr/>
            <p:nvPr/>
          </p:nvSpPr>
          <p:spPr>
            <a:xfrm>
              <a:off x="8901496" y="1664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5" name="pt43185"/>
            <p:cNvSpPr/>
            <p:nvPr/>
          </p:nvSpPr>
          <p:spPr>
            <a:xfrm>
              <a:off x="9095800" y="1865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6" name="pt43186"/>
            <p:cNvSpPr/>
            <p:nvPr/>
          </p:nvSpPr>
          <p:spPr>
            <a:xfrm>
              <a:off x="8996835" y="1974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7" name="pt43187"/>
            <p:cNvSpPr/>
            <p:nvPr/>
          </p:nvSpPr>
          <p:spPr>
            <a:xfrm>
              <a:off x="8556041" y="2542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8" name="pt43188"/>
            <p:cNvSpPr/>
            <p:nvPr/>
          </p:nvSpPr>
          <p:spPr>
            <a:xfrm>
              <a:off x="9573244" y="2272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9" name="pt43189"/>
            <p:cNvSpPr/>
            <p:nvPr/>
          </p:nvSpPr>
          <p:spPr>
            <a:xfrm>
              <a:off x="8859909" y="1901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0" name="pt43190"/>
            <p:cNvSpPr/>
            <p:nvPr/>
          </p:nvSpPr>
          <p:spPr>
            <a:xfrm>
              <a:off x="8855955" y="2152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1" name="pt43191"/>
            <p:cNvSpPr/>
            <p:nvPr/>
          </p:nvSpPr>
          <p:spPr>
            <a:xfrm>
              <a:off x="8677986" y="2420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2" name="pt43192"/>
            <p:cNvSpPr/>
            <p:nvPr/>
          </p:nvSpPr>
          <p:spPr>
            <a:xfrm>
              <a:off x="9344232" y="2115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3" name="pt43193"/>
            <p:cNvSpPr/>
            <p:nvPr/>
          </p:nvSpPr>
          <p:spPr>
            <a:xfrm>
              <a:off x="8958919" y="1866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4" name="pt43194"/>
            <p:cNvSpPr/>
            <p:nvPr/>
          </p:nvSpPr>
          <p:spPr>
            <a:xfrm>
              <a:off x="9217744" y="2043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5" name="pt43195"/>
            <p:cNvSpPr/>
            <p:nvPr/>
          </p:nvSpPr>
          <p:spPr>
            <a:xfrm>
              <a:off x="9879673" y="2527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6" name="pt43196"/>
            <p:cNvSpPr/>
            <p:nvPr/>
          </p:nvSpPr>
          <p:spPr>
            <a:xfrm>
              <a:off x="8904556" y="1970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7" name="pt43197"/>
            <p:cNvSpPr/>
            <p:nvPr/>
          </p:nvSpPr>
          <p:spPr>
            <a:xfrm>
              <a:off x="8830164" y="224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8" name="pt43198"/>
            <p:cNvSpPr/>
            <p:nvPr/>
          </p:nvSpPr>
          <p:spPr>
            <a:xfrm>
              <a:off x="9188912" y="1798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9" name="pt43199"/>
            <p:cNvSpPr/>
            <p:nvPr/>
          </p:nvSpPr>
          <p:spPr>
            <a:xfrm>
              <a:off x="8312152" y="2628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0" name="pt43200"/>
            <p:cNvSpPr/>
            <p:nvPr/>
          </p:nvSpPr>
          <p:spPr>
            <a:xfrm>
              <a:off x="8654494" y="2393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1" name="pt43201"/>
            <p:cNvSpPr/>
            <p:nvPr/>
          </p:nvSpPr>
          <p:spPr>
            <a:xfrm>
              <a:off x="8383485" y="2455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2" name="pt43202"/>
            <p:cNvSpPr/>
            <p:nvPr/>
          </p:nvSpPr>
          <p:spPr>
            <a:xfrm>
              <a:off x="8688651" y="2395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3" name="pt43203"/>
            <p:cNvSpPr/>
            <p:nvPr/>
          </p:nvSpPr>
          <p:spPr>
            <a:xfrm>
              <a:off x="8987622" y="2303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4" name="pt43204"/>
            <p:cNvSpPr/>
            <p:nvPr/>
          </p:nvSpPr>
          <p:spPr>
            <a:xfrm>
              <a:off x="8734011" y="2158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5" name="pt43205"/>
            <p:cNvSpPr/>
            <p:nvPr/>
          </p:nvSpPr>
          <p:spPr>
            <a:xfrm>
              <a:off x="8595298" y="2156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6" name="pt43206"/>
            <p:cNvSpPr/>
            <p:nvPr/>
          </p:nvSpPr>
          <p:spPr>
            <a:xfrm>
              <a:off x="8473354" y="2112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7" name="pt43207"/>
            <p:cNvSpPr/>
            <p:nvPr/>
          </p:nvSpPr>
          <p:spPr>
            <a:xfrm>
              <a:off x="9427293" y="201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8" name="pt43208"/>
            <p:cNvSpPr/>
            <p:nvPr/>
          </p:nvSpPr>
          <p:spPr>
            <a:xfrm>
              <a:off x="8979888" y="2265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9" name="pt43209"/>
            <p:cNvSpPr/>
            <p:nvPr/>
          </p:nvSpPr>
          <p:spPr>
            <a:xfrm>
              <a:off x="9607397" y="218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0" name="pt43210"/>
            <p:cNvSpPr/>
            <p:nvPr/>
          </p:nvSpPr>
          <p:spPr>
            <a:xfrm>
              <a:off x="8688651" y="2405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1" name="pt43211"/>
            <p:cNvSpPr/>
            <p:nvPr/>
          </p:nvSpPr>
          <p:spPr>
            <a:xfrm>
              <a:off x="8641456" y="2149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2" name="pt43212"/>
            <p:cNvSpPr/>
            <p:nvPr/>
          </p:nvSpPr>
          <p:spPr>
            <a:xfrm>
              <a:off x="8871263" y="1826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3" name="pt43213"/>
            <p:cNvSpPr/>
            <p:nvPr/>
          </p:nvSpPr>
          <p:spPr>
            <a:xfrm>
              <a:off x="8312152" y="2365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4" name="pt43214"/>
            <p:cNvSpPr/>
            <p:nvPr/>
          </p:nvSpPr>
          <p:spPr>
            <a:xfrm>
              <a:off x="8595298" y="2183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5" name="pt43215"/>
            <p:cNvSpPr/>
            <p:nvPr/>
          </p:nvSpPr>
          <p:spPr>
            <a:xfrm>
              <a:off x="8717243" y="2242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6" name="pt43216"/>
            <p:cNvSpPr/>
            <p:nvPr/>
          </p:nvSpPr>
          <p:spPr>
            <a:xfrm>
              <a:off x="8595298" y="2305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7" name="pt43217"/>
            <p:cNvSpPr/>
            <p:nvPr/>
          </p:nvSpPr>
          <p:spPr>
            <a:xfrm>
              <a:off x="8898383" y="1919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8" name="pt43218"/>
            <p:cNvSpPr/>
            <p:nvPr/>
          </p:nvSpPr>
          <p:spPr>
            <a:xfrm>
              <a:off x="8576763" y="2213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9" name="pt43219"/>
            <p:cNvSpPr/>
            <p:nvPr/>
          </p:nvSpPr>
          <p:spPr>
            <a:xfrm>
              <a:off x="8717243" y="2128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0" name="pt43220"/>
            <p:cNvSpPr/>
            <p:nvPr/>
          </p:nvSpPr>
          <p:spPr>
            <a:xfrm>
              <a:off x="8556041" y="2414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1" name="pt43221"/>
            <p:cNvSpPr/>
            <p:nvPr/>
          </p:nvSpPr>
          <p:spPr>
            <a:xfrm>
              <a:off x="8717243" y="2253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2" name="pt43222"/>
            <p:cNvSpPr/>
            <p:nvPr/>
          </p:nvSpPr>
          <p:spPr>
            <a:xfrm>
              <a:off x="8312152" y="2069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3" name="pt43223"/>
            <p:cNvSpPr/>
            <p:nvPr/>
          </p:nvSpPr>
          <p:spPr>
            <a:xfrm>
              <a:off x="9138300" y="2009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4" name="pt43224"/>
            <p:cNvSpPr/>
            <p:nvPr/>
          </p:nvSpPr>
          <p:spPr>
            <a:xfrm>
              <a:off x="9028011" y="1630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5" name="pt43225"/>
            <p:cNvSpPr/>
            <p:nvPr/>
          </p:nvSpPr>
          <p:spPr>
            <a:xfrm>
              <a:off x="8975889" y="2195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6" name="pt43226"/>
            <p:cNvSpPr/>
            <p:nvPr/>
          </p:nvSpPr>
          <p:spPr>
            <a:xfrm>
              <a:off x="8383485" y="2212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7" name="pt43227"/>
            <p:cNvSpPr/>
            <p:nvPr/>
          </p:nvSpPr>
          <p:spPr>
            <a:xfrm>
              <a:off x="9301578" y="1776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8" name="pt43228"/>
            <p:cNvSpPr/>
            <p:nvPr/>
          </p:nvSpPr>
          <p:spPr>
            <a:xfrm>
              <a:off x="9881517" y="2566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9" name="pt43229"/>
            <p:cNvSpPr/>
            <p:nvPr/>
          </p:nvSpPr>
          <p:spPr>
            <a:xfrm>
              <a:off x="9612243" y="227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0" name="pt43230"/>
            <p:cNvSpPr/>
            <p:nvPr/>
          </p:nvSpPr>
          <p:spPr>
            <a:xfrm>
              <a:off x="9045188" y="2060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1" name="pt43231"/>
            <p:cNvSpPr/>
            <p:nvPr/>
          </p:nvSpPr>
          <p:spPr>
            <a:xfrm>
              <a:off x="9072891" y="2167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2" name="pt43232"/>
            <p:cNvSpPr/>
            <p:nvPr/>
          </p:nvSpPr>
          <p:spPr>
            <a:xfrm>
              <a:off x="8666631" y="2354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3" name="pt43233"/>
            <p:cNvSpPr/>
            <p:nvPr/>
          </p:nvSpPr>
          <p:spPr>
            <a:xfrm>
              <a:off x="8859909" y="1910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4" name="pt43234"/>
            <p:cNvSpPr/>
            <p:nvPr/>
          </p:nvSpPr>
          <p:spPr>
            <a:xfrm>
              <a:off x="8839187" y="2086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5" name="pt43235"/>
            <p:cNvSpPr/>
            <p:nvPr/>
          </p:nvSpPr>
          <p:spPr>
            <a:xfrm>
              <a:off x="9275251" y="1953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6" name="pt43236"/>
            <p:cNvSpPr/>
            <p:nvPr/>
          </p:nvSpPr>
          <p:spPr>
            <a:xfrm>
              <a:off x="8794345" y="223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7" name="pt43237"/>
            <p:cNvSpPr/>
            <p:nvPr/>
          </p:nvSpPr>
          <p:spPr>
            <a:xfrm>
              <a:off x="8977900" y="2272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8" name="pt43238"/>
            <p:cNvSpPr/>
            <p:nvPr/>
          </p:nvSpPr>
          <p:spPr>
            <a:xfrm>
              <a:off x="8874891" y="2180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9" name="pt43239"/>
            <p:cNvSpPr/>
            <p:nvPr/>
          </p:nvSpPr>
          <p:spPr>
            <a:xfrm>
              <a:off x="8825472" y="1963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0" name="pt43240"/>
            <p:cNvSpPr/>
            <p:nvPr/>
          </p:nvSpPr>
          <p:spPr>
            <a:xfrm>
              <a:off x="8763400" y="209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1" name="pt43241"/>
            <p:cNvSpPr/>
            <p:nvPr/>
          </p:nvSpPr>
          <p:spPr>
            <a:xfrm>
              <a:off x="9188912" y="1778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2" name="pt43242"/>
            <p:cNvSpPr/>
            <p:nvPr/>
          </p:nvSpPr>
          <p:spPr>
            <a:xfrm>
              <a:off x="8805344" y="2089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3" name="pt43243"/>
            <p:cNvSpPr/>
            <p:nvPr/>
          </p:nvSpPr>
          <p:spPr>
            <a:xfrm>
              <a:off x="9289758" y="1628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4" name="pt43244"/>
            <p:cNvSpPr/>
            <p:nvPr/>
          </p:nvSpPr>
          <p:spPr>
            <a:xfrm>
              <a:off x="9767243" y="2338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5" name="pt43245"/>
            <p:cNvSpPr/>
            <p:nvPr/>
          </p:nvSpPr>
          <p:spPr>
            <a:xfrm>
              <a:off x="9536594" y="1707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6" name="pt43246"/>
            <p:cNvSpPr/>
            <p:nvPr/>
          </p:nvSpPr>
          <p:spPr>
            <a:xfrm>
              <a:off x="8556041" y="2431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7" name="pt43247"/>
            <p:cNvSpPr/>
            <p:nvPr/>
          </p:nvSpPr>
          <p:spPr>
            <a:xfrm>
              <a:off x="9139900" y="2035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8" name="pt43248"/>
            <p:cNvSpPr/>
            <p:nvPr/>
          </p:nvSpPr>
          <p:spPr>
            <a:xfrm>
              <a:off x="8717243" y="2233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9" name="pt43249"/>
            <p:cNvSpPr/>
            <p:nvPr/>
          </p:nvSpPr>
          <p:spPr>
            <a:xfrm>
              <a:off x="8859909" y="2082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0" name="pt43250"/>
            <p:cNvSpPr/>
            <p:nvPr/>
          </p:nvSpPr>
          <p:spPr>
            <a:xfrm>
              <a:off x="8641456" y="2158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1" name="pt43251"/>
            <p:cNvSpPr/>
            <p:nvPr/>
          </p:nvSpPr>
          <p:spPr>
            <a:xfrm>
              <a:off x="8881929" y="2263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2" name="pt43252"/>
            <p:cNvSpPr/>
            <p:nvPr/>
          </p:nvSpPr>
          <p:spPr>
            <a:xfrm>
              <a:off x="8867559" y="1897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3" name="pt43253"/>
            <p:cNvSpPr/>
            <p:nvPr/>
          </p:nvSpPr>
          <p:spPr>
            <a:xfrm>
              <a:off x="8312152" y="2233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4" name="pt43254"/>
            <p:cNvSpPr/>
            <p:nvPr/>
          </p:nvSpPr>
          <p:spPr>
            <a:xfrm>
              <a:off x="8770040" y="2147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5" name="pt43255"/>
            <p:cNvSpPr/>
            <p:nvPr/>
          </p:nvSpPr>
          <p:spPr>
            <a:xfrm>
              <a:off x="9509182" y="2419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6" name="pt43256"/>
            <p:cNvSpPr/>
            <p:nvPr/>
          </p:nvSpPr>
          <p:spPr>
            <a:xfrm>
              <a:off x="8688651" y="2361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7" name="pt43257"/>
            <p:cNvSpPr/>
            <p:nvPr/>
          </p:nvSpPr>
          <p:spPr>
            <a:xfrm>
              <a:off x="9162993" y="2134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8" name="pt43258"/>
            <p:cNvSpPr/>
            <p:nvPr/>
          </p:nvSpPr>
          <p:spPr>
            <a:xfrm>
              <a:off x="8641456" y="2126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9" name="pt43259"/>
            <p:cNvSpPr/>
            <p:nvPr/>
          </p:nvSpPr>
          <p:spPr>
            <a:xfrm>
              <a:off x="9202808" y="2111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0" name="pt43260"/>
            <p:cNvSpPr/>
            <p:nvPr/>
          </p:nvSpPr>
          <p:spPr>
            <a:xfrm>
              <a:off x="8907564" y="1567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1" name="pt43261"/>
            <p:cNvSpPr/>
            <p:nvPr/>
          </p:nvSpPr>
          <p:spPr>
            <a:xfrm>
              <a:off x="9311758" y="1921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2" name="pt43262"/>
            <p:cNvSpPr/>
            <p:nvPr/>
          </p:nvSpPr>
          <p:spPr>
            <a:xfrm>
              <a:off x="9146922" y="2035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3" name="pt43263"/>
            <p:cNvSpPr/>
            <p:nvPr/>
          </p:nvSpPr>
          <p:spPr>
            <a:xfrm>
              <a:off x="9515130" y="2473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4" name="pt43264"/>
            <p:cNvSpPr/>
            <p:nvPr/>
          </p:nvSpPr>
          <p:spPr>
            <a:xfrm>
              <a:off x="9057053" y="1775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5" name="pt43265"/>
            <p:cNvSpPr/>
            <p:nvPr/>
          </p:nvSpPr>
          <p:spPr>
            <a:xfrm>
              <a:off x="9450688" y="1804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6" name="pt43266"/>
            <p:cNvSpPr/>
            <p:nvPr/>
          </p:nvSpPr>
          <p:spPr>
            <a:xfrm>
              <a:off x="8612066" y="2213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7" name="pt43267"/>
            <p:cNvSpPr/>
            <p:nvPr/>
          </p:nvSpPr>
          <p:spPr>
            <a:xfrm>
              <a:off x="9069361" y="2166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8" name="pt43268"/>
            <p:cNvSpPr/>
            <p:nvPr/>
          </p:nvSpPr>
          <p:spPr>
            <a:xfrm>
              <a:off x="9167133" y="2016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9" name="pt43269"/>
            <p:cNvSpPr/>
            <p:nvPr/>
          </p:nvSpPr>
          <p:spPr>
            <a:xfrm>
              <a:off x="8383485" y="2489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0" name="pt43270"/>
            <p:cNvSpPr/>
            <p:nvPr/>
          </p:nvSpPr>
          <p:spPr>
            <a:xfrm>
              <a:off x="8945023" y="1829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1" name="pt43271"/>
            <p:cNvSpPr/>
            <p:nvPr/>
          </p:nvSpPr>
          <p:spPr>
            <a:xfrm>
              <a:off x="9376059" y="2133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2" name="pt43272"/>
            <p:cNvSpPr/>
            <p:nvPr/>
          </p:nvSpPr>
          <p:spPr>
            <a:xfrm>
              <a:off x="8770040" y="1986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3" name="pt43273"/>
            <p:cNvSpPr/>
            <p:nvPr/>
          </p:nvSpPr>
          <p:spPr>
            <a:xfrm>
              <a:off x="8312152" y="2537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4" name="pt43274"/>
            <p:cNvSpPr/>
            <p:nvPr/>
          </p:nvSpPr>
          <p:spPr>
            <a:xfrm>
              <a:off x="9299019" y="1947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5" name="pt43275"/>
            <p:cNvSpPr/>
            <p:nvPr/>
          </p:nvSpPr>
          <p:spPr>
            <a:xfrm>
              <a:off x="9573244" y="2304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6" name="pt43276"/>
            <p:cNvSpPr/>
            <p:nvPr/>
          </p:nvSpPr>
          <p:spPr>
            <a:xfrm>
              <a:off x="8473354" y="2271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7" name="pt43277"/>
            <p:cNvSpPr/>
            <p:nvPr/>
          </p:nvSpPr>
          <p:spPr>
            <a:xfrm>
              <a:off x="8677986" y="2371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8" name="pt43278"/>
            <p:cNvSpPr/>
            <p:nvPr/>
          </p:nvSpPr>
          <p:spPr>
            <a:xfrm>
              <a:off x="9834193" y="2492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9" name="pt43279"/>
            <p:cNvSpPr/>
            <p:nvPr/>
          </p:nvSpPr>
          <p:spPr>
            <a:xfrm>
              <a:off x="8595298" y="2187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0" name="pt43280"/>
            <p:cNvSpPr/>
            <p:nvPr/>
          </p:nvSpPr>
          <p:spPr>
            <a:xfrm>
              <a:off x="9075206" y="2274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1" name="pt43281"/>
            <p:cNvSpPr/>
            <p:nvPr/>
          </p:nvSpPr>
          <p:spPr>
            <a:xfrm>
              <a:off x="9666217" y="1906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2" name="pt43282"/>
            <p:cNvSpPr/>
            <p:nvPr/>
          </p:nvSpPr>
          <p:spPr>
            <a:xfrm>
              <a:off x="9206663" y="2034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3" name="pt43283"/>
            <p:cNvSpPr/>
            <p:nvPr/>
          </p:nvSpPr>
          <p:spPr>
            <a:xfrm>
              <a:off x="8312152" y="2464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4" name="pt43284"/>
            <p:cNvSpPr/>
            <p:nvPr/>
          </p:nvSpPr>
          <p:spPr>
            <a:xfrm>
              <a:off x="8843532" y="2167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5" name="pt43285"/>
            <p:cNvSpPr/>
            <p:nvPr/>
          </p:nvSpPr>
          <p:spPr>
            <a:xfrm>
              <a:off x="9654228" y="2308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6" name="pt43286"/>
            <p:cNvSpPr/>
            <p:nvPr/>
          </p:nvSpPr>
          <p:spPr>
            <a:xfrm>
              <a:off x="8932540" y="2109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7" name="pt43287"/>
            <p:cNvSpPr/>
            <p:nvPr/>
          </p:nvSpPr>
          <p:spPr>
            <a:xfrm>
              <a:off x="8312152" y="2408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8" name="pt43288"/>
            <p:cNvSpPr/>
            <p:nvPr/>
          </p:nvSpPr>
          <p:spPr>
            <a:xfrm>
              <a:off x="8595298" y="227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9" name="pt43289"/>
            <p:cNvSpPr/>
            <p:nvPr/>
          </p:nvSpPr>
          <p:spPr>
            <a:xfrm>
              <a:off x="9095800" y="1904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0" name="pt43290"/>
            <p:cNvSpPr/>
            <p:nvPr/>
          </p:nvSpPr>
          <p:spPr>
            <a:xfrm>
              <a:off x="9117880" y="2110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1" name="pt43291"/>
            <p:cNvSpPr/>
            <p:nvPr/>
          </p:nvSpPr>
          <p:spPr>
            <a:xfrm>
              <a:off x="9070546" y="2354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2" name="pt43292"/>
            <p:cNvSpPr/>
            <p:nvPr/>
          </p:nvSpPr>
          <p:spPr>
            <a:xfrm>
              <a:off x="9382590" y="2002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3" name="pt43293"/>
            <p:cNvSpPr/>
            <p:nvPr/>
          </p:nvSpPr>
          <p:spPr>
            <a:xfrm>
              <a:off x="8717243" y="2096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4" name="pt43294"/>
            <p:cNvSpPr/>
            <p:nvPr/>
          </p:nvSpPr>
          <p:spPr>
            <a:xfrm>
              <a:off x="9663884" y="2639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5" name="pt43295"/>
            <p:cNvSpPr/>
            <p:nvPr/>
          </p:nvSpPr>
          <p:spPr>
            <a:xfrm>
              <a:off x="9205570" y="2037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6" name="pt43296"/>
            <p:cNvSpPr/>
            <p:nvPr/>
          </p:nvSpPr>
          <p:spPr>
            <a:xfrm>
              <a:off x="9340963" y="2194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7" name="pt43297"/>
            <p:cNvSpPr/>
            <p:nvPr/>
          </p:nvSpPr>
          <p:spPr>
            <a:xfrm>
              <a:off x="9377920" y="2213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8" name="pt43298"/>
            <p:cNvSpPr/>
            <p:nvPr/>
          </p:nvSpPr>
          <p:spPr>
            <a:xfrm>
              <a:off x="9253280" y="1979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9" name="pt43299"/>
            <p:cNvSpPr/>
            <p:nvPr/>
          </p:nvSpPr>
          <p:spPr>
            <a:xfrm>
              <a:off x="8654494" y="2502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0" name="pt43300"/>
            <p:cNvSpPr/>
            <p:nvPr/>
          </p:nvSpPr>
          <p:spPr>
            <a:xfrm>
              <a:off x="8937640" y="1734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1" name="pt43301"/>
            <p:cNvSpPr/>
            <p:nvPr/>
          </p:nvSpPr>
          <p:spPr>
            <a:xfrm>
              <a:off x="8473354" y="2129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2" name="pt43302"/>
            <p:cNvSpPr/>
            <p:nvPr/>
          </p:nvSpPr>
          <p:spPr>
            <a:xfrm>
              <a:off x="9003873" y="2013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3" name="pt43303"/>
            <p:cNvSpPr/>
            <p:nvPr/>
          </p:nvSpPr>
          <p:spPr>
            <a:xfrm>
              <a:off x="8556041" y="2356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4" name="pt43304"/>
            <p:cNvSpPr/>
            <p:nvPr/>
          </p:nvSpPr>
          <p:spPr>
            <a:xfrm>
              <a:off x="8965476" y="2074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5" name="pt43305"/>
            <p:cNvSpPr/>
            <p:nvPr/>
          </p:nvSpPr>
          <p:spPr>
            <a:xfrm>
              <a:off x="9241172" y="1891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6" name="pt43306"/>
            <p:cNvSpPr/>
            <p:nvPr/>
          </p:nvSpPr>
          <p:spPr>
            <a:xfrm>
              <a:off x="9103798" y="2007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7" name="pt43307"/>
            <p:cNvSpPr/>
            <p:nvPr/>
          </p:nvSpPr>
          <p:spPr>
            <a:xfrm>
              <a:off x="9292119" y="1876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8" name="pt43308"/>
            <p:cNvSpPr/>
            <p:nvPr/>
          </p:nvSpPr>
          <p:spPr>
            <a:xfrm>
              <a:off x="9546496" y="2156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9" name="pt43309"/>
            <p:cNvSpPr/>
            <p:nvPr/>
          </p:nvSpPr>
          <p:spPr>
            <a:xfrm>
              <a:off x="9635986" y="2391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0" name="pt43310"/>
            <p:cNvSpPr/>
            <p:nvPr/>
          </p:nvSpPr>
          <p:spPr>
            <a:xfrm>
              <a:off x="8556041" y="243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1" name="pt43311"/>
            <p:cNvSpPr/>
            <p:nvPr/>
          </p:nvSpPr>
          <p:spPr>
            <a:xfrm>
              <a:off x="9265000" y="2090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2" name="pt43312"/>
            <p:cNvSpPr/>
            <p:nvPr/>
          </p:nvSpPr>
          <p:spPr>
            <a:xfrm>
              <a:off x="9384781" y="2037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3" name="pt43313"/>
            <p:cNvSpPr/>
            <p:nvPr/>
          </p:nvSpPr>
          <p:spPr>
            <a:xfrm>
              <a:off x="8654494" y="2424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4" name="pt43314"/>
            <p:cNvSpPr/>
            <p:nvPr/>
          </p:nvSpPr>
          <p:spPr>
            <a:xfrm>
              <a:off x="9229609" y="1774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5" name="pt43315"/>
            <p:cNvSpPr/>
            <p:nvPr/>
          </p:nvSpPr>
          <p:spPr>
            <a:xfrm>
              <a:off x="8904556" y="2022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6" name="pt43316"/>
            <p:cNvSpPr/>
            <p:nvPr/>
          </p:nvSpPr>
          <p:spPr>
            <a:xfrm>
              <a:off x="8874891" y="2055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7" name="pt43317"/>
            <p:cNvSpPr/>
            <p:nvPr/>
          </p:nvSpPr>
          <p:spPr>
            <a:xfrm>
              <a:off x="8979888" y="2301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8" name="pt43318"/>
            <p:cNvSpPr/>
            <p:nvPr/>
          </p:nvSpPr>
          <p:spPr>
            <a:xfrm>
              <a:off x="9124084" y="1999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9" name="pt43319"/>
            <p:cNvSpPr/>
            <p:nvPr/>
          </p:nvSpPr>
          <p:spPr>
            <a:xfrm>
              <a:off x="8312152" y="2367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0" name="pt43320"/>
            <p:cNvSpPr/>
            <p:nvPr/>
          </p:nvSpPr>
          <p:spPr>
            <a:xfrm>
              <a:off x="8383485" y="2522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1" name="pt43321"/>
            <p:cNvSpPr/>
            <p:nvPr/>
          </p:nvSpPr>
          <p:spPr>
            <a:xfrm>
              <a:off x="8947416" y="2100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2" name="pt43322"/>
            <p:cNvSpPr/>
            <p:nvPr/>
          </p:nvSpPr>
          <p:spPr>
            <a:xfrm>
              <a:off x="8820652" y="2155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3" name="pt43323"/>
            <p:cNvSpPr/>
            <p:nvPr/>
          </p:nvSpPr>
          <p:spPr>
            <a:xfrm>
              <a:off x="9547911" y="1979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4" name="pt43324"/>
            <p:cNvSpPr/>
            <p:nvPr/>
          </p:nvSpPr>
          <p:spPr>
            <a:xfrm>
              <a:off x="8612066" y="2076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5" name="pt43325"/>
            <p:cNvSpPr/>
            <p:nvPr/>
          </p:nvSpPr>
          <p:spPr>
            <a:xfrm>
              <a:off x="9415399" y="2241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6" name="pt43326"/>
            <p:cNvSpPr/>
            <p:nvPr/>
          </p:nvSpPr>
          <p:spPr>
            <a:xfrm>
              <a:off x="9094774" y="2026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7" name="pt43327"/>
            <p:cNvSpPr/>
            <p:nvPr/>
          </p:nvSpPr>
          <p:spPr>
            <a:xfrm>
              <a:off x="8820652" y="2206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8" name="pt43328"/>
            <p:cNvSpPr/>
            <p:nvPr/>
          </p:nvSpPr>
          <p:spPr>
            <a:xfrm>
              <a:off x="9130917" y="2080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9" name="pt43329"/>
            <p:cNvSpPr/>
            <p:nvPr/>
          </p:nvSpPr>
          <p:spPr>
            <a:xfrm>
              <a:off x="8595298" y="2149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0" name="pt43330"/>
            <p:cNvSpPr/>
            <p:nvPr/>
          </p:nvSpPr>
          <p:spPr>
            <a:xfrm>
              <a:off x="8770040" y="2023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1" name="pt43331"/>
            <p:cNvSpPr/>
            <p:nvPr/>
          </p:nvSpPr>
          <p:spPr>
            <a:xfrm>
              <a:off x="9879673" y="2507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2" name="pt43332"/>
            <p:cNvSpPr/>
            <p:nvPr/>
          </p:nvSpPr>
          <p:spPr>
            <a:xfrm>
              <a:off x="9087421" y="2092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3" name="pt43333"/>
            <p:cNvSpPr/>
            <p:nvPr/>
          </p:nvSpPr>
          <p:spPr>
            <a:xfrm>
              <a:off x="9028011" y="1797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4" name="pt43334"/>
            <p:cNvSpPr/>
            <p:nvPr/>
          </p:nvSpPr>
          <p:spPr>
            <a:xfrm>
              <a:off x="9240724" y="2046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5" name="pt43335"/>
            <p:cNvSpPr/>
            <p:nvPr/>
          </p:nvSpPr>
          <p:spPr>
            <a:xfrm>
              <a:off x="9574258" y="2585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6" name="pt43336"/>
            <p:cNvSpPr/>
            <p:nvPr/>
          </p:nvSpPr>
          <p:spPr>
            <a:xfrm>
              <a:off x="8749319" y="2228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7" name="pt43337"/>
            <p:cNvSpPr/>
            <p:nvPr/>
          </p:nvSpPr>
          <p:spPr>
            <a:xfrm>
              <a:off x="9285982" y="2027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8" name="pt43338"/>
            <p:cNvSpPr/>
            <p:nvPr/>
          </p:nvSpPr>
          <p:spPr>
            <a:xfrm>
              <a:off x="9498107" y="2402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9" name="pt43339"/>
            <p:cNvSpPr/>
            <p:nvPr/>
          </p:nvSpPr>
          <p:spPr>
            <a:xfrm>
              <a:off x="8996835" y="1973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0" name="pt43340"/>
            <p:cNvSpPr/>
            <p:nvPr/>
          </p:nvSpPr>
          <p:spPr>
            <a:xfrm>
              <a:off x="8627374" y="2256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1" name="pt43341"/>
            <p:cNvSpPr/>
            <p:nvPr/>
          </p:nvSpPr>
          <p:spPr>
            <a:xfrm>
              <a:off x="9554821" y="2336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2" name="pt43342"/>
            <p:cNvSpPr/>
            <p:nvPr/>
          </p:nvSpPr>
          <p:spPr>
            <a:xfrm>
              <a:off x="8859909" y="1978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3" name="pt43343"/>
            <p:cNvSpPr/>
            <p:nvPr/>
          </p:nvSpPr>
          <p:spPr>
            <a:xfrm>
              <a:off x="8935109" y="2148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4" name="pt43344"/>
            <p:cNvSpPr/>
            <p:nvPr/>
          </p:nvSpPr>
          <p:spPr>
            <a:xfrm>
              <a:off x="8556041" y="2532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5" name="pt43345"/>
            <p:cNvSpPr/>
            <p:nvPr/>
          </p:nvSpPr>
          <p:spPr>
            <a:xfrm>
              <a:off x="9124084" y="2020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6" name="pt43346"/>
            <p:cNvSpPr/>
            <p:nvPr/>
          </p:nvSpPr>
          <p:spPr>
            <a:xfrm>
              <a:off x="9311758" y="1956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7" name="pt43347"/>
            <p:cNvSpPr/>
            <p:nvPr/>
          </p:nvSpPr>
          <p:spPr>
            <a:xfrm>
              <a:off x="8641456" y="2079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8" name="pt43348"/>
            <p:cNvSpPr/>
            <p:nvPr/>
          </p:nvSpPr>
          <p:spPr>
            <a:xfrm>
              <a:off x="8947416" y="1992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9" name="pt43349"/>
            <p:cNvSpPr/>
            <p:nvPr/>
          </p:nvSpPr>
          <p:spPr>
            <a:xfrm>
              <a:off x="8867559" y="1964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0" name="pt43350"/>
            <p:cNvSpPr/>
            <p:nvPr/>
          </p:nvSpPr>
          <p:spPr>
            <a:xfrm>
              <a:off x="8677986" y="2279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1" name="pt43351"/>
            <p:cNvSpPr/>
            <p:nvPr/>
          </p:nvSpPr>
          <p:spPr>
            <a:xfrm>
              <a:off x="8677986" y="2177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2" name="pt43352"/>
            <p:cNvSpPr/>
            <p:nvPr/>
          </p:nvSpPr>
          <p:spPr>
            <a:xfrm>
              <a:off x="9414733" y="1952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3" name="pt43353"/>
            <p:cNvSpPr/>
            <p:nvPr/>
          </p:nvSpPr>
          <p:spPr>
            <a:xfrm>
              <a:off x="9301896" y="1959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4" name="pt43354"/>
            <p:cNvSpPr/>
            <p:nvPr/>
          </p:nvSpPr>
          <p:spPr>
            <a:xfrm>
              <a:off x="8971798" y="2118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5" name="pt43355"/>
            <p:cNvSpPr/>
            <p:nvPr/>
          </p:nvSpPr>
          <p:spPr>
            <a:xfrm>
              <a:off x="8383485" y="2427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6" name="pt43356"/>
            <p:cNvSpPr/>
            <p:nvPr/>
          </p:nvSpPr>
          <p:spPr>
            <a:xfrm>
              <a:off x="9055774" y="1813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7" name="pt43357"/>
            <p:cNvSpPr/>
            <p:nvPr/>
          </p:nvSpPr>
          <p:spPr>
            <a:xfrm>
              <a:off x="8556041" y="2458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8" name="pt43358"/>
            <p:cNvSpPr/>
            <p:nvPr/>
          </p:nvSpPr>
          <p:spPr>
            <a:xfrm>
              <a:off x="8383485" y="2407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9" name="pt43359"/>
            <p:cNvSpPr/>
            <p:nvPr/>
          </p:nvSpPr>
          <p:spPr>
            <a:xfrm>
              <a:off x="8473354" y="2370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0" name="pt43360"/>
            <p:cNvSpPr/>
            <p:nvPr/>
          </p:nvSpPr>
          <p:spPr>
            <a:xfrm>
              <a:off x="9080864" y="2001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1" name="pt43361"/>
            <p:cNvSpPr/>
            <p:nvPr/>
          </p:nvSpPr>
          <p:spPr>
            <a:xfrm>
              <a:off x="8576763" y="2354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2" name="pt43362"/>
            <p:cNvSpPr/>
            <p:nvPr/>
          </p:nvSpPr>
          <p:spPr>
            <a:xfrm>
              <a:off x="9289758" y="1780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3" name="pt43363"/>
            <p:cNvSpPr/>
            <p:nvPr/>
          </p:nvSpPr>
          <p:spPr>
            <a:xfrm>
              <a:off x="8717243" y="2258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4" name="pt43364"/>
            <p:cNvSpPr/>
            <p:nvPr/>
          </p:nvSpPr>
          <p:spPr>
            <a:xfrm>
              <a:off x="8473354" y="2272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5" name="pt43365"/>
            <p:cNvSpPr/>
            <p:nvPr/>
          </p:nvSpPr>
          <p:spPr>
            <a:xfrm>
              <a:off x="9464046" y="202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6" name="pt43366"/>
            <p:cNvSpPr/>
            <p:nvPr/>
          </p:nvSpPr>
          <p:spPr>
            <a:xfrm>
              <a:off x="9171842" y="2007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7" name="pt43367"/>
            <p:cNvSpPr/>
            <p:nvPr/>
          </p:nvSpPr>
          <p:spPr>
            <a:xfrm>
              <a:off x="9299019" y="2007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8" name="pt43368"/>
            <p:cNvSpPr/>
            <p:nvPr/>
          </p:nvSpPr>
          <p:spPr>
            <a:xfrm>
              <a:off x="8867559" y="1905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9" name="pt43369"/>
            <p:cNvSpPr/>
            <p:nvPr/>
          </p:nvSpPr>
          <p:spPr>
            <a:xfrm>
              <a:off x="8383485" y="2297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0" name="pt43370"/>
            <p:cNvSpPr/>
            <p:nvPr/>
          </p:nvSpPr>
          <p:spPr>
            <a:xfrm>
              <a:off x="8505430" y="2545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1" name="pt43371"/>
            <p:cNvSpPr/>
            <p:nvPr/>
          </p:nvSpPr>
          <p:spPr>
            <a:xfrm>
              <a:off x="8434097" y="2484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2" name="pt43372"/>
            <p:cNvSpPr/>
            <p:nvPr/>
          </p:nvSpPr>
          <p:spPr>
            <a:xfrm>
              <a:off x="8913428" y="2176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3" name="pt43373"/>
            <p:cNvSpPr/>
            <p:nvPr/>
          </p:nvSpPr>
          <p:spPr>
            <a:xfrm>
              <a:off x="8677986" y="2382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4" name="pt43374"/>
            <p:cNvSpPr/>
            <p:nvPr/>
          </p:nvSpPr>
          <p:spPr>
            <a:xfrm>
              <a:off x="8505430" y="2430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5" name="pt43375"/>
            <p:cNvSpPr/>
            <p:nvPr/>
          </p:nvSpPr>
          <p:spPr>
            <a:xfrm>
              <a:off x="8434097" y="2548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6" name="pt43376"/>
            <p:cNvSpPr/>
            <p:nvPr/>
          </p:nvSpPr>
          <p:spPr>
            <a:xfrm>
              <a:off x="9094774" y="1875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7" name="pt43377"/>
            <p:cNvSpPr/>
            <p:nvPr/>
          </p:nvSpPr>
          <p:spPr>
            <a:xfrm>
              <a:off x="9178998" y="1708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8" name="pt43378"/>
            <p:cNvSpPr/>
            <p:nvPr/>
          </p:nvSpPr>
          <p:spPr>
            <a:xfrm>
              <a:off x="8641456" y="2007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9" name="pt43379"/>
            <p:cNvSpPr/>
            <p:nvPr/>
          </p:nvSpPr>
          <p:spPr>
            <a:xfrm>
              <a:off x="8312152" y="2445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0" name="pt43380"/>
            <p:cNvSpPr/>
            <p:nvPr/>
          </p:nvSpPr>
          <p:spPr>
            <a:xfrm>
              <a:off x="8641456" y="2187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1" name="pt43381"/>
            <p:cNvSpPr/>
            <p:nvPr/>
          </p:nvSpPr>
          <p:spPr>
            <a:xfrm>
              <a:off x="8641456" y="214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2" name="pt43382"/>
            <p:cNvSpPr/>
            <p:nvPr/>
          </p:nvSpPr>
          <p:spPr>
            <a:xfrm>
              <a:off x="9176429" y="1894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3" name="pt43383"/>
            <p:cNvSpPr/>
            <p:nvPr/>
          </p:nvSpPr>
          <p:spPr>
            <a:xfrm>
              <a:off x="9121452" y="2020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4" name="pt43384"/>
            <p:cNvSpPr/>
            <p:nvPr/>
          </p:nvSpPr>
          <p:spPr>
            <a:xfrm>
              <a:off x="8383485" y="2404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5" name="pt43385"/>
            <p:cNvSpPr/>
            <p:nvPr/>
          </p:nvSpPr>
          <p:spPr>
            <a:xfrm>
              <a:off x="9254530" y="2141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6" name="pt43386"/>
            <p:cNvSpPr/>
            <p:nvPr/>
          </p:nvSpPr>
          <p:spPr>
            <a:xfrm>
              <a:off x="9143835" y="1947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7" name="pt43387"/>
            <p:cNvSpPr/>
            <p:nvPr/>
          </p:nvSpPr>
          <p:spPr>
            <a:xfrm>
              <a:off x="8312152" y="2368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8" name="pt43388"/>
            <p:cNvSpPr/>
            <p:nvPr/>
          </p:nvSpPr>
          <p:spPr>
            <a:xfrm>
              <a:off x="9538421" y="1873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9" name="pt43389"/>
            <p:cNvSpPr/>
            <p:nvPr/>
          </p:nvSpPr>
          <p:spPr>
            <a:xfrm>
              <a:off x="8434097" y="2547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0" name="pt43390"/>
            <p:cNvSpPr/>
            <p:nvPr/>
          </p:nvSpPr>
          <p:spPr>
            <a:xfrm>
              <a:off x="8881929" y="2226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1" name="pt43391"/>
            <p:cNvSpPr/>
            <p:nvPr/>
          </p:nvSpPr>
          <p:spPr>
            <a:xfrm>
              <a:off x="8556041" y="2645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2" name="pt43392"/>
            <p:cNvSpPr/>
            <p:nvPr/>
          </p:nvSpPr>
          <p:spPr>
            <a:xfrm>
              <a:off x="8434097" y="2386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3" name="pt43393"/>
            <p:cNvSpPr/>
            <p:nvPr/>
          </p:nvSpPr>
          <p:spPr>
            <a:xfrm>
              <a:off x="9386161" y="2112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4" name="pt43394"/>
            <p:cNvSpPr/>
            <p:nvPr/>
          </p:nvSpPr>
          <p:spPr>
            <a:xfrm>
              <a:off x="8312152" y="247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5" name="pt43395"/>
            <p:cNvSpPr/>
            <p:nvPr/>
          </p:nvSpPr>
          <p:spPr>
            <a:xfrm>
              <a:off x="8595298" y="2205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6" name="pt43396"/>
            <p:cNvSpPr/>
            <p:nvPr/>
          </p:nvSpPr>
          <p:spPr>
            <a:xfrm>
              <a:off x="9311758" y="1992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7" name="pt43397"/>
            <p:cNvSpPr/>
            <p:nvPr/>
          </p:nvSpPr>
          <p:spPr>
            <a:xfrm>
              <a:off x="9433552" y="1740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8" name="pt43398"/>
            <p:cNvSpPr/>
            <p:nvPr/>
          </p:nvSpPr>
          <p:spPr>
            <a:xfrm>
              <a:off x="8763400" y="215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9" name="pt43399"/>
            <p:cNvSpPr/>
            <p:nvPr/>
          </p:nvSpPr>
          <p:spPr>
            <a:xfrm>
              <a:off x="8473354" y="2320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0" name="pt43400"/>
            <p:cNvSpPr/>
            <p:nvPr/>
          </p:nvSpPr>
          <p:spPr>
            <a:xfrm>
              <a:off x="9382590" y="2099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1" name="pt43401"/>
            <p:cNvSpPr/>
            <p:nvPr/>
          </p:nvSpPr>
          <p:spPr>
            <a:xfrm>
              <a:off x="8312152" y="2480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2" name="pt43402"/>
            <p:cNvSpPr/>
            <p:nvPr/>
          </p:nvSpPr>
          <p:spPr>
            <a:xfrm>
              <a:off x="8971798" y="2067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3" name="pt43403"/>
            <p:cNvSpPr/>
            <p:nvPr/>
          </p:nvSpPr>
          <p:spPr>
            <a:xfrm>
              <a:off x="9124084" y="2250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4" name="pt43404"/>
            <p:cNvSpPr/>
            <p:nvPr/>
          </p:nvSpPr>
          <p:spPr>
            <a:xfrm>
              <a:off x="8749319" y="1811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5" name="pt43405"/>
            <p:cNvSpPr/>
            <p:nvPr/>
          </p:nvSpPr>
          <p:spPr>
            <a:xfrm>
              <a:off x="8859909" y="1929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6" name="pt43406"/>
            <p:cNvSpPr/>
            <p:nvPr/>
          </p:nvSpPr>
          <p:spPr>
            <a:xfrm>
              <a:off x="9228169" y="1856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7" name="pt43407"/>
            <p:cNvSpPr/>
            <p:nvPr/>
          </p:nvSpPr>
          <p:spPr>
            <a:xfrm>
              <a:off x="9121452" y="2136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8" name="pt43408"/>
            <p:cNvSpPr/>
            <p:nvPr/>
          </p:nvSpPr>
          <p:spPr>
            <a:xfrm>
              <a:off x="8677986" y="2333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9" name="pt43409"/>
            <p:cNvSpPr/>
            <p:nvPr/>
          </p:nvSpPr>
          <p:spPr>
            <a:xfrm>
              <a:off x="8977900" y="225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0" name="pt43410"/>
            <p:cNvSpPr/>
            <p:nvPr/>
          </p:nvSpPr>
          <p:spPr>
            <a:xfrm>
              <a:off x="9879673" y="2563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1" name="pt43411"/>
            <p:cNvSpPr/>
            <p:nvPr/>
          </p:nvSpPr>
          <p:spPr>
            <a:xfrm>
              <a:off x="8770040" y="2200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2" name="pt43412"/>
            <p:cNvSpPr/>
            <p:nvPr/>
          </p:nvSpPr>
          <p:spPr>
            <a:xfrm>
              <a:off x="9461505" y="2028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3" name="pt43413"/>
            <p:cNvSpPr/>
            <p:nvPr/>
          </p:nvSpPr>
          <p:spPr>
            <a:xfrm>
              <a:off x="8904556" y="1959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4" name="pt43414"/>
            <p:cNvSpPr/>
            <p:nvPr/>
          </p:nvSpPr>
          <p:spPr>
            <a:xfrm>
              <a:off x="8843532" y="2005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5" name="pt43415"/>
            <p:cNvSpPr/>
            <p:nvPr/>
          </p:nvSpPr>
          <p:spPr>
            <a:xfrm>
              <a:off x="8473354" y="2414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6" name="pt43416"/>
            <p:cNvSpPr/>
            <p:nvPr/>
          </p:nvSpPr>
          <p:spPr>
            <a:xfrm>
              <a:off x="9217744" y="2115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7" name="pt43417"/>
            <p:cNvSpPr/>
            <p:nvPr/>
          </p:nvSpPr>
          <p:spPr>
            <a:xfrm>
              <a:off x="8805344" y="216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8" name="pt43418"/>
            <p:cNvSpPr/>
            <p:nvPr/>
          </p:nvSpPr>
          <p:spPr>
            <a:xfrm>
              <a:off x="8383485" y="2325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9" name="pt43419"/>
            <p:cNvSpPr/>
            <p:nvPr/>
          </p:nvSpPr>
          <p:spPr>
            <a:xfrm>
              <a:off x="9564416" y="2263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0" name="pt43420"/>
            <p:cNvSpPr/>
            <p:nvPr/>
          </p:nvSpPr>
          <p:spPr>
            <a:xfrm>
              <a:off x="9546496" y="2143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1" name="pt43421"/>
            <p:cNvSpPr/>
            <p:nvPr/>
          </p:nvSpPr>
          <p:spPr>
            <a:xfrm>
              <a:off x="8698707" y="243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2" name="pt43422"/>
            <p:cNvSpPr/>
            <p:nvPr/>
          </p:nvSpPr>
          <p:spPr>
            <a:xfrm>
              <a:off x="8734011" y="2200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3" name="pt43423"/>
            <p:cNvSpPr/>
            <p:nvPr/>
          </p:nvSpPr>
          <p:spPr>
            <a:xfrm>
              <a:off x="8312152" y="246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4" name="pt43424"/>
            <p:cNvSpPr/>
            <p:nvPr/>
          </p:nvSpPr>
          <p:spPr>
            <a:xfrm>
              <a:off x="8895213" y="2220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5" name="pt43425"/>
            <p:cNvSpPr/>
            <p:nvPr/>
          </p:nvSpPr>
          <p:spPr>
            <a:xfrm>
              <a:off x="9128386" y="1963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6" name="pt43426"/>
            <p:cNvSpPr/>
            <p:nvPr/>
          </p:nvSpPr>
          <p:spPr>
            <a:xfrm>
              <a:off x="8961132" y="2128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7" name="pt43427"/>
            <p:cNvSpPr/>
            <p:nvPr/>
          </p:nvSpPr>
          <p:spPr>
            <a:xfrm>
              <a:off x="8641456" y="2056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8" name="pt43428"/>
            <p:cNvSpPr/>
            <p:nvPr/>
          </p:nvSpPr>
          <p:spPr>
            <a:xfrm>
              <a:off x="8666631" y="2254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9" name="pt43429"/>
            <p:cNvSpPr/>
            <p:nvPr/>
          </p:nvSpPr>
          <p:spPr>
            <a:xfrm>
              <a:off x="8898383" y="2114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0" name="pt43430"/>
            <p:cNvSpPr/>
            <p:nvPr/>
          </p:nvSpPr>
          <p:spPr>
            <a:xfrm>
              <a:off x="8434097" y="2155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1" name="pt43431"/>
            <p:cNvSpPr/>
            <p:nvPr/>
          </p:nvSpPr>
          <p:spPr>
            <a:xfrm>
              <a:off x="8434097" y="2344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2" name="pt43432"/>
            <p:cNvSpPr/>
            <p:nvPr/>
          </p:nvSpPr>
          <p:spPr>
            <a:xfrm>
              <a:off x="8825472" y="2130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3" name="pt43433"/>
            <p:cNvSpPr/>
            <p:nvPr/>
          </p:nvSpPr>
          <p:spPr>
            <a:xfrm>
              <a:off x="8576763" y="2478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4" name="pt43434"/>
            <p:cNvSpPr/>
            <p:nvPr/>
          </p:nvSpPr>
          <p:spPr>
            <a:xfrm>
              <a:off x="8717243" y="2243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5" name="pt43435"/>
            <p:cNvSpPr/>
            <p:nvPr/>
          </p:nvSpPr>
          <p:spPr>
            <a:xfrm>
              <a:off x="8576763" y="2239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6" name="pt43436"/>
            <p:cNvSpPr/>
            <p:nvPr/>
          </p:nvSpPr>
          <p:spPr>
            <a:xfrm>
              <a:off x="8576763" y="2430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7" name="pt43437"/>
            <p:cNvSpPr/>
            <p:nvPr/>
          </p:nvSpPr>
          <p:spPr>
            <a:xfrm>
              <a:off x="8756500" y="1993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8" name="pt43438"/>
            <p:cNvSpPr/>
            <p:nvPr/>
          </p:nvSpPr>
          <p:spPr>
            <a:xfrm>
              <a:off x="8505430" y="2311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9" name="pt43439"/>
            <p:cNvSpPr/>
            <p:nvPr/>
          </p:nvSpPr>
          <p:spPr>
            <a:xfrm>
              <a:off x="9396086" y="2045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0" name="pt43440"/>
            <p:cNvSpPr/>
            <p:nvPr/>
          </p:nvSpPr>
          <p:spPr>
            <a:xfrm>
              <a:off x="9062080" y="1743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1" name="pt43441"/>
            <p:cNvSpPr/>
            <p:nvPr/>
          </p:nvSpPr>
          <p:spPr>
            <a:xfrm>
              <a:off x="9647779" y="2149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2" name="pt43442"/>
            <p:cNvSpPr/>
            <p:nvPr/>
          </p:nvSpPr>
          <p:spPr>
            <a:xfrm>
              <a:off x="9020327" y="1853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3" name="pt43443"/>
            <p:cNvSpPr/>
            <p:nvPr/>
          </p:nvSpPr>
          <p:spPr>
            <a:xfrm>
              <a:off x="9055774" y="169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4" name="pt43444"/>
            <p:cNvSpPr/>
            <p:nvPr/>
          </p:nvSpPr>
          <p:spPr>
            <a:xfrm>
              <a:off x="8434097" y="2518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5" name="pt43445"/>
            <p:cNvSpPr/>
            <p:nvPr/>
          </p:nvSpPr>
          <p:spPr>
            <a:xfrm>
              <a:off x="8595298" y="2296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6" name="pt43446"/>
            <p:cNvSpPr/>
            <p:nvPr/>
          </p:nvSpPr>
          <p:spPr>
            <a:xfrm>
              <a:off x="9065758" y="2031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7" name="pt43447"/>
            <p:cNvSpPr/>
            <p:nvPr/>
          </p:nvSpPr>
          <p:spPr>
            <a:xfrm>
              <a:off x="8708219" y="2031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8" name="pt43448"/>
            <p:cNvSpPr/>
            <p:nvPr/>
          </p:nvSpPr>
          <p:spPr>
            <a:xfrm>
              <a:off x="9070546" y="2329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9" name="pt43449"/>
            <p:cNvSpPr/>
            <p:nvPr/>
          </p:nvSpPr>
          <p:spPr>
            <a:xfrm>
              <a:off x="8576763" y="2458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0" name="pt43450"/>
            <p:cNvSpPr/>
            <p:nvPr/>
          </p:nvSpPr>
          <p:spPr>
            <a:xfrm>
              <a:off x="8921875" y="2069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1" name="pt43451"/>
            <p:cNvSpPr/>
            <p:nvPr/>
          </p:nvSpPr>
          <p:spPr>
            <a:xfrm>
              <a:off x="8954408" y="1846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2" name="pt43452"/>
            <p:cNvSpPr/>
            <p:nvPr/>
          </p:nvSpPr>
          <p:spPr>
            <a:xfrm>
              <a:off x="8788576" y="2363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3" name="pt43453"/>
            <p:cNvSpPr/>
            <p:nvPr/>
          </p:nvSpPr>
          <p:spPr>
            <a:xfrm>
              <a:off x="9086345" y="1781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4" name="pt43454"/>
            <p:cNvSpPr/>
            <p:nvPr/>
          </p:nvSpPr>
          <p:spPr>
            <a:xfrm>
              <a:off x="8782612" y="2221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5" name="pt43455"/>
            <p:cNvSpPr/>
            <p:nvPr/>
          </p:nvSpPr>
          <p:spPr>
            <a:xfrm>
              <a:off x="8312152" y="2356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6" name="pt43456"/>
            <p:cNvSpPr/>
            <p:nvPr/>
          </p:nvSpPr>
          <p:spPr>
            <a:xfrm>
              <a:off x="9217232" y="205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7" name="pt43457"/>
            <p:cNvSpPr/>
            <p:nvPr/>
          </p:nvSpPr>
          <p:spPr>
            <a:xfrm>
              <a:off x="9080864" y="2038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8" name="pt43458"/>
            <p:cNvSpPr/>
            <p:nvPr/>
          </p:nvSpPr>
          <p:spPr>
            <a:xfrm>
              <a:off x="8867559" y="1817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9" name="pt43459"/>
            <p:cNvSpPr/>
            <p:nvPr/>
          </p:nvSpPr>
          <p:spPr>
            <a:xfrm>
              <a:off x="9515130" y="2492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0" name="pt43460"/>
            <p:cNvSpPr/>
            <p:nvPr/>
          </p:nvSpPr>
          <p:spPr>
            <a:xfrm>
              <a:off x="9053186" y="1754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1" name="pt43461"/>
            <p:cNvSpPr/>
            <p:nvPr/>
          </p:nvSpPr>
          <p:spPr>
            <a:xfrm>
              <a:off x="9188912" y="1889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2" name="pt43462"/>
            <p:cNvSpPr/>
            <p:nvPr/>
          </p:nvSpPr>
          <p:spPr>
            <a:xfrm>
              <a:off x="8473354" y="217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3" name="pt43463"/>
            <p:cNvSpPr/>
            <p:nvPr/>
          </p:nvSpPr>
          <p:spPr>
            <a:xfrm>
              <a:off x="9303159" y="1778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4" name="pt43464"/>
            <p:cNvSpPr/>
            <p:nvPr/>
          </p:nvSpPr>
          <p:spPr>
            <a:xfrm>
              <a:off x="9028011" y="1642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5" name="pt43465"/>
            <p:cNvSpPr/>
            <p:nvPr/>
          </p:nvSpPr>
          <p:spPr>
            <a:xfrm>
              <a:off x="8576763" y="243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6" name="pt43466"/>
            <p:cNvSpPr/>
            <p:nvPr/>
          </p:nvSpPr>
          <p:spPr>
            <a:xfrm>
              <a:off x="8312152" y="2204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7" name="pt43467"/>
            <p:cNvSpPr/>
            <p:nvPr/>
          </p:nvSpPr>
          <p:spPr>
            <a:xfrm>
              <a:off x="8532549" y="2393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8" name="pt43468"/>
            <p:cNvSpPr/>
            <p:nvPr/>
          </p:nvSpPr>
          <p:spPr>
            <a:xfrm>
              <a:off x="8945023" y="1808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9" name="pt43469"/>
            <p:cNvSpPr/>
            <p:nvPr/>
          </p:nvSpPr>
          <p:spPr>
            <a:xfrm>
              <a:off x="8987622" y="2289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0" name="pt43470"/>
            <p:cNvSpPr/>
            <p:nvPr/>
          </p:nvSpPr>
          <p:spPr>
            <a:xfrm>
              <a:off x="9498107" y="2335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1" name="pt43471"/>
            <p:cNvSpPr/>
            <p:nvPr/>
          </p:nvSpPr>
          <p:spPr>
            <a:xfrm>
              <a:off x="8881929" y="2191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2" name="pt43472"/>
            <p:cNvSpPr/>
            <p:nvPr/>
          </p:nvSpPr>
          <p:spPr>
            <a:xfrm>
              <a:off x="8612066" y="2291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3" name="pt43473"/>
            <p:cNvSpPr/>
            <p:nvPr/>
          </p:nvSpPr>
          <p:spPr>
            <a:xfrm>
              <a:off x="8907564" y="1442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4" name="pt43474"/>
            <p:cNvSpPr/>
            <p:nvPr/>
          </p:nvSpPr>
          <p:spPr>
            <a:xfrm>
              <a:off x="8595298" y="2204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5" name="pt43475"/>
            <p:cNvSpPr/>
            <p:nvPr/>
          </p:nvSpPr>
          <p:spPr>
            <a:xfrm>
              <a:off x="8576763" y="2419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6" name="pt43476"/>
            <p:cNvSpPr/>
            <p:nvPr/>
          </p:nvSpPr>
          <p:spPr>
            <a:xfrm>
              <a:off x="9310856" y="2037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7" name="pt43477"/>
            <p:cNvSpPr/>
            <p:nvPr/>
          </p:nvSpPr>
          <p:spPr>
            <a:xfrm>
              <a:off x="9064541" y="1781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8" name="pt43478"/>
            <p:cNvSpPr/>
            <p:nvPr/>
          </p:nvSpPr>
          <p:spPr>
            <a:xfrm>
              <a:off x="9229609" y="1821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9" name="pt43479"/>
            <p:cNvSpPr/>
            <p:nvPr/>
          </p:nvSpPr>
          <p:spPr>
            <a:xfrm>
              <a:off x="9489373" y="2540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0" name="pt43480"/>
            <p:cNvSpPr/>
            <p:nvPr/>
          </p:nvSpPr>
          <p:spPr>
            <a:xfrm>
              <a:off x="8312152" y="2690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1" name="pt43481"/>
            <p:cNvSpPr/>
            <p:nvPr/>
          </p:nvSpPr>
          <p:spPr>
            <a:xfrm>
              <a:off x="8810596" y="2171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2" name="pt43482"/>
            <p:cNvSpPr/>
            <p:nvPr/>
          </p:nvSpPr>
          <p:spPr>
            <a:xfrm>
              <a:off x="9124084" y="2235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3" name="pt43483"/>
            <p:cNvSpPr/>
            <p:nvPr/>
          </p:nvSpPr>
          <p:spPr>
            <a:xfrm>
              <a:off x="8312152" y="2500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4" name="pt43484"/>
            <p:cNvSpPr/>
            <p:nvPr/>
          </p:nvSpPr>
          <p:spPr>
            <a:xfrm>
              <a:off x="9068168" y="2210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5" name="pt43485"/>
            <p:cNvSpPr/>
            <p:nvPr/>
          </p:nvSpPr>
          <p:spPr>
            <a:xfrm>
              <a:off x="9310253" y="2011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6" name="pt43486"/>
            <p:cNvSpPr/>
            <p:nvPr/>
          </p:nvSpPr>
          <p:spPr>
            <a:xfrm>
              <a:off x="8904556" y="1955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7" name="pt43487"/>
            <p:cNvSpPr/>
            <p:nvPr/>
          </p:nvSpPr>
          <p:spPr>
            <a:xfrm>
              <a:off x="8612066" y="2197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8" name="pt43488"/>
            <p:cNvSpPr/>
            <p:nvPr/>
          </p:nvSpPr>
          <p:spPr>
            <a:xfrm>
              <a:off x="9066967" y="2327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9" name="pt43489"/>
            <p:cNvSpPr/>
            <p:nvPr/>
          </p:nvSpPr>
          <p:spPr>
            <a:xfrm>
              <a:off x="8981853" y="223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0" name="pt43490"/>
            <p:cNvSpPr/>
            <p:nvPr/>
          </p:nvSpPr>
          <p:spPr>
            <a:xfrm>
              <a:off x="8825472" y="2028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1" name="pt43491"/>
            <p:cNvSpPr/>
            <p:nvPr/>
          </p:nvSpPr>
          <p:spPr>
            <a:xfrm>
              <a:off x="8688651" y="2344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2" name="pt43492"/>
            <p:cNvSpPr/>
            <p:nvPr/>
          </p:nvSpPr>
          <p:spPr>
            <a:xfrm>
              <a:off x="8434097" y="2433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3" name="pt43493"/>
            <p:cNvSpPr/>
            <p:nvPr/>
          </p:nvSpPr>
          <p:spPr>
            <a:xfrm>
              <a:off x="9480986" y="2076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4" name="pt43494"/>
            <p:cNvSpPr/>
            <p:nvPr/>
          </p:nvSpPr>
          <p:spPr>
            <a:xfrm>
              <a:off x="8532549" y="2380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5" name="pt43495"/>
            <p:cNvSpPr/>
            <p:nvPr/>
          </p:nvSpPr>
          <p:spPr>
            <a:xfrm>
              <a:off x="9749896" y="1768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6" name="pt43496"/>
            <p:cNvSpPr/>
            <p:nvPr/>
          </p:nvSpPr>
          <p:spPr>
            <a:xfrm>
              <a:off x="8434097" y="2508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7" name="pt43497"/>
            <p:cNvSpPr/>
            <p:nvPr/>
          </p:nvSpPr>
          <p:spPr>
            <a:xfrm>
              <a:off x="8576763" y="2353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8" name="pt43498"/>
            <p:cNvSpPr/>
            <p:nvPr/>
          </p:nvSpPr>
          <p:spPr>
            <a:xfrm>
              <a:off x="8947416" y="1904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9" name="pt43499"/>
            <p:cNvSpPr/>
            <p:nvPr/>
          </p:nvSpPr>
          <p:spPr>
            <a:xfrm>
              <a:off x="8916289" y="2201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0" name="pt43500"/>
            <p:cNvSpPr/>
            <p:nvPr/>
          </p:nvSpPr>
          <p:spPr>
            <a:xfrm>
              <a:off x="9053186" y="1655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1" name="pt43501"/>
            <p:cNvSpPr/>
            <p:nvPr/>
          </p:nvSpPr>
          <p:spPr>
            <a:xfrm>
              <a:off x="9055774" y="1660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2" name="pt43502"/>
            <p:cNvSpPr/>
            <p:nvPr/>
          </p:nvSpPr>
          <p:spPr>
            <a:xfrm>
              <a:off x="8867559" y="1879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3" name="pt43503"/>
            <p:cNvSpPr/>
            <p:nvPr/>
          </p:nvSpPr>
          <p:spPr>
            <a:xfrm>
              <a:off x="8641456" y="2245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4" name="pt43504"/>
            <p:cNvSpPr/>
            <p:nvPr/>
          </p:nvSpPr>
          <p:spPr>
            <a:xfrm>
              <a:off x="8782612" y="2265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5" name="pt43505"/>
            <p:cNvSpPr/>
            <p:nvPr/>
          </p:nvSpPr>
          <p:spPr>
            <a:xfrm>
              <a:off x="8505430" y="2396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6" name="pt43506"/>
            <p:cNvSpPr/>
            <p:nvPr/>
          </p:nvSpPr>
          <p:spPr>
            <a:xfrm>
              <a:off x="8815695" y="2033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7" name="pt43507"/>
            <p:cNvSpPr/>
            <p:nvPr/>
          </p:nvSpPr>
          <p:spPr>
            <a:xfrm>
              <a:off x="8383485" y="2268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8" name="pt43508"/>
            <p:cNvSpPr/>
            <p:nvPr/>
          </p:nvSpPr>
          <p:spPr>
            <a:xfrm>
              <a:off x="9612243" y="2444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9" name="pt43509"/>
            <p:cNvSpPr/>
            <p:nvPr/>
          </p:nvSpPr>
          <p:spPr>
            <a:xfrm>
              <a:off x="8839187" y="2035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0" name="pt43510"/>
            <p:cNvSpPr/>
            <p:nvPr/>
          </p:nvSpPr>
          <p:spPr>
            <a:xfrm>
              <a:off x="8989504" y="2301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1" name="pt43511"/>
            <p:cNvSpPr/>
            <p:nvPr/>
          </p:nvSpPr>
          <p:spPr>
            <a:xfrm>
              <a:off x="8851911" y="1908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2" name="pt43512"/>
            <p:cNvSpPr/>
            <p:nvPr/>
          </p:nvSpPr>
          <p:spPr>
            <a:xfrm>
              <a:off x="8895213" y="2225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3" name="pt43513"/>
            <p:cNvSpPr/>
            <p:nvPr/>
          </p:nvSpPr>
          <p:spPr>
            <a:xfrm>
              <a:off x="8947416" y="2020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4" name="pt43514"/>
            <p:cNvSpPr/>
            <p:nvPr/>
          </p:nvSpPr>
          <p:spPr>
            <a:xfrm>
              <a:off x="8434097" y="2385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5" name="pt43515"/>
            <p:cNvSpPr/>
            <p:nvPr/>
          </p:nvSpPr>
          <p:spPr>
            <a:xfrm>
              <a:off x="8383485" y="2389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6" name="pt43516"/>
            <p:cNvSpPr/>
            <p:nvPr/>
          </p:nvSpPr>
          <p:spPr>
            <a:xfrm>
              <a:off x="9095800" y="1894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7" name="pt43517"/>
            <p:cNvSpPr/>
            <p:nvPr/>
          </p:nvSpPr>
          <p:spPr>
            <a:xfrm>
              <a:off x="9087421" y="1959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8" name="pt43518"/>
            <p:cNvSpPr/>
            <p:nvPr/>
          </p:nvSpPr>
          <p:spPr>
            <a:xfrm>
              <a:off x="9494750" y="2344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9" name="pt43519"/>
            <p:cNvSpPr/>
            <p:nvPr/>
          </p:nvSpPr>
          <p:spPr>
            <a:xfrm>
              <a:off x="9536594" y="1849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0" name="pt43520"/>
            <p:cNvSpPr/>
            <p:nvPr/>
          </p:nvSpPr>
          <p:spPr>
            <a:xfrm>
              <a:off x="8975889" y="2179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1" name="pt43521"/>
            <p:cNvSpPr/>
            <p:nvPr/>
          </p:nvSpPr>
          <p:spPr>
            <a:xfrm>
              <a:off x="8708219" y="2244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2" name="pt43522"/>
            <p:cNvSpPr/>
            <p:nvPr/>
          </p:nvSpPr>
          <p:spPr>
            <a:xfrm>
              <a:off x="8756500" y="2034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3" name="pt43523"/>
            <p:cNvSpPr/>
            <p:nvPr/>
          </p:nvSpPr>
          <p:spPr>
            <a:xfrm>
              <a:off x="8576763" y="2534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4" name="pt43524"/>
            <p:cNvSpPr/>
            <p:nvPr/>
          </p:nvSpPr>
          <p:spPr>
            <a:xfrm>
              <a:off x="8975889" y="2239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5" name="pt43525"/>
            <p:cNvSpPr/>
            <p:nvPr/>
          </p:nvSpPr>
          <p:spPr>
            <a:xfrm>
              <a:off x="9051878" y="176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6" name="pt43526"/>
            <p:cNvSpPr/>
            <p:nvPr/>
          </p:nvSpPr>
          <p:spPr>
            <a:xfrm>
              <a:off x="8312152" y="2406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7" name="pt43527"/>
            <p:cNvSpPr/>
            <p:nvPr/>
          </p:nvSpPr>
          <p:spPr>
            <a:xfrm>
              <a:off x="9051878" y="1776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8" name="pt43528"/>
            <p:cNvSpPr/>
            <p:nvPr/>
          </p:nvSpPr>
          <p:spPr>
            <a:xfrm>
              <a:off x="8505430" y="2445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9" name="pt43529"/>
            <p:cNvSpPr/>
            <p:nvPr/>
          </p:nvSpPr>
          <p:spPr>
            <a:xfrm>
              <a:off x="8843532" y="1994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0" name="pt43530"/>
            <p:cNvSpPr/>
            <p:nvPr/>
          </p:nvSpPr>
          <p:spPr>
            <a:xfrm>
              <a:off x="9087421" y="1927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1" name="pt43531"/>
            <p:cNvSpPr/>
            <p:nvPr/>
          </p:nvSpPr>
          <p:spPr>
            <a:xfrm>
              <a:off x="8312152" y="2527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2" name="pt43532"/>
            <p:cNvSpPr/>
            <p:nvPr/>
          </p:nvSpPr>
          <p:spPr>
            <a:xfrm>
              <a:off x="8532549" y="2430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3" name="pt43533"/>
            <p:cNvSpPr/>
            <p:nvPr/>
          </p:nvSpPr>
          <p:spPr>
            <a:xfrm>
              <a:off x="8993208" y="2112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4" name="pt43534"/>
            <p:cNvSpPr/>
            <p:nvPr/>
          </p:nvSpPr>
          <p:spPr>
            <a:xfrm>
              <a:off x="8556041" y="2551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5" name="pt43535"/>
            <p:cNvSpPr/>
            <p:nvPr/>
          </p:nvSpPr>
          <p:spPr>
            <a:xfrm>
              <a:off x="9254944" y="2162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6" name="pt43536"/>
            <p:cNvSpPr/>
            <p:nvPr/>
          </p:nvSpPr>
          <p:spPr>
            <a:xfrm>
              <a:off x="8505430" y="2349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7" name="pt43537"/>
            <p:cNvSpPr/>
            <p:nvPr/>
          </p:nvSpPr>
          <p:spPr>
            <a:xfrm>
              <a:off x="8954408" y="1858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8" name="pt43538"/>
            <p:cNvSpPr/>
            <p:nvPr/>
          </p:nvSpPr>
          <p:spPr>
            <a:xfrm>
              <a:off x="8505430" y="2390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9" name="pt43539"/>
            <p:cNvSpPr/>
            <p:nvPr/>
          </p:nvSpPr>
          <p:spPr>
            <a:xfrm>
              <a:off x="8627374" y="2380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0" name="pt43540"/>
            <p:cNvSpPr/>
            <p:nvPr/>
          </p:nvSpPr>
          <p:spPr>
            <a:xfrm>
              <a:off x="8505430" y="2400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1" name="pt43541"/>
            <p:cNvSpPr/>
            <p:nvPr/>
          </p:nvSpPr>
          <p:spPr>
            <a:xfrm>
              <a:off x="9289758" y="1753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2" name="pt43542"/>
            <p:cNvSpPr/>
            <p:nvPr/>
          </p:nvSpPr>
          <p:spPr>
            <a:xfrm>
              <a:off x="9208828" y="2099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3" name="pt43543"/>
            <p:cNvSpPr/>
            <p:nvPr/>
          </p:nvSpPr>
          <p:spPr>
            <a:xfrm>
              <a:off x="8945023" y="177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4" name="pt43544"/>
            <p:cNvSpPr/>
            <p:nvPr/>
          </p:nvSpPr>
          <p:spPr>
            <a:xfrm>
              <a:off x="8921875" y="2305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5" name="pt43545"/>
            <p:cNvSpPr/>
            <p:nvPr/>
          </p:nvSpPr>
          <p:spPr>
            <a:xfrm>
              <a:off x="9086345" y="1716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6" name="pt43546"/>
            <p:cNvSpPr/>
            <p:nvPr/>
          </p:nvSpPr>
          <p:spPr>
            <a:xfrm>
              <a:off x="8383485" y="2233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7" name="pt43547"/>
            <p:cNvSpPr/>
            <p:nvPr/>
          </p:nvSpPr>
          <p:spPr>
            <a:xfrm>
              <a:off x="8874891" y="1944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8" name="pt43548"/>
            <p:cNvSpPr/>
            <p:nvPr/>
          </p:nvSpPr>
          <p:spPr>
            <a:xfrm>
              <a:off x="8312152" y="2318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9" name="pt43549"/>
            <p:cNvSpPr/>
            <p:nvPr/>
          </p:nvSpPr>
          <p:spPr>
            <a:xfrm>
              <a:off x="9219272" y="1887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0" name="pt43550"/>
            <p:cNvSpPr/>
            <p:nvPr/>
          </p:nvSpPr>
          <p:spPr>
            <a:xfrm>
              <a:off x="9201130" y="2063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1" name="pt43551"/>
            <p:cNvSpPr/>
            <p:nvPr/>
          </p:nvSpPr>
          <p:spPr>
            <a:xfrm>
              <a:off x="9057053" y="185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2" name="pt43552"/>
            <p:cNvSpPr/>
            <p:nvPr/>
          </p:nvSpPr>
          <p:spPr>
            <a:xfrm>
              <a:off x="8788576" y="2332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3" name="pt43553"/>
            <p:cNvSpPr/>
            <p:nvPr/>
          </p:nvSpPr>
          <p:spPr>
            <a:xfrm>
              <a:off x="8725827" y="2086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4" name="pt43554"/>
            <p:cNvSpPr/>
            <p:nvPr/>
          </p:nvSpPr>
          <p:spPr>
            <a:xfrm>
              <a:off x="8312152" y="2285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5" name="pt43555"/>
            <p:cNvSpPr/>
            <p:nvPr/>
          </p:nvSpPr>
          <p:spPr>
            <a:xfrm>
              <a:off x="8556041" y="2368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6" name="pt43556"/>
            <p:cNvSpPr/>
            <p:nvPr/>
          </p:nvSpPr>
          <p:spPr>
            <a:xfrm>
              <a:off x="8677986" y="2202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7" name="pt43557"/>
            <p:cNvSpPr/>
            <p:nvPr/>
          </p:nvSpPr>
          <p:spPr>
            <a:xfrm>
              <a:off x="8312152" y="2519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8" name="pt43558"/>
            <p:cNvSpPr/>
            <p:nvPr/>
          </p:nvSpPr>
          <p:spPr>
            <a:xfrm>
              <a:off x="9190113" y="1922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9" name="pt43559"/>
            <p:cNvSpPr/>
            <p:nvPr/>
          </p:nvSpPr>
          <p:spPr>
            <a:xfrm>
              <a:off x="8763400" y="2124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0" name="pt43560"/>
            <p:cNvSpPr/>
            <p:nvPr/>
          </p:nvSpPr>
          <p:spPr>
            <a:xfrm>
              <a:off x="9384781" y="2060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1" name="pt43561"/>
            <p:cNvSpPr/>
            <p:nvPr/>
          </p:nvSpPr>
          <p:spPr>
            <a:xfrm>
              <a:off x="8688651" y="2561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2" name="pt43562"/>
            <p:cNvSpPr/>
            <p:nvPr/>
          </p:nvSpPr>
          <p:spPr>
            <a:xfrm>
              <a:off x="9420641" y="204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3" name="pt43563"/>
            <p:cNvSpPr/>
            <p:nvPr/>
          </p:nvSpPr>
          <p:spPr>
            <a:xfrm>
              <a:off x="8782612" y="2255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4" name="pt43564"/>
            <p:cNvSpPr/>
            <p:nvPr/>
          </p:nvSpPr>
          <p:spPr>
            <a:xfrm>
              <a:off x="9237554" y="2100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5" name="pt43565"/>
            <p:cNvSpPr/>
            <p:nvPr/>
          </p:nvSpPr>
          <p:spPr>
            <a:xfrm>
              <a:off x="9010641" y="2006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6" name="pt43566"/>
            <p:cNvSpPr/>
            <p:nvPr/>
          </p:nvSpPr>
          <p:spPr>
            <a:xfrm>
              <a:off x="8698707" y="2359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7" name="pt43567"/>
            <p:cNvSpPr/>
            <p:nvPr/>
          </p:nvSpPr>
          <p:spPr>
            <a:xfrm>
              <a:off x="8855955" y="2095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8" name="pt43568"/>
            <p:cNvSpPr/>
            <p:nvPr/>
          </p:nvSpPr>
          <p:spPr>
            <a:xfrm>
              <a:off x="9879673" y="2554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9" name="pt43569"/>
            <p:cNvSpPr/>
            <p:nvPr/>
          </p:nvSpPr>
          <p:spPr>
            <a:xfrm>
              <a:off x="9408619" y="2010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0" name="pt43570"/>
            <p:cNvSpPr/>
            <p:nvPr/>
          </p:nvSpPr>
          <p:spPr>
            <a:xfrm>
              <a:off x="8799930" y="2080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1" name="pt43571"/>
            <p:cNvSpPr/>
            <p:nvPr/>
          </p:nvSpPr>
          <p:spPr>
            <a:xfrm>
              <a:off x="8947416" y="1975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2" name="pt43572"/>
            <p:cNvSpPr/>
            <p:nvPr/>
          </p:nvSpPr>
          <p:spPr>
            <a:xfrm>
              <a:off x="9097834" y="1970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3" name="pt43573"/>
            <p:cNvSpPr/>
            <p:nvPr/>
          </p:nvSpPr>
          <p:spPr>
            <a:xfrm>
              <a:off x="8907564" y="1942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4" name="pt43574"/>
            <p:cNvSpPr/>
            <p:nvPr/>
          </p:nvSpPr>
          <p:spPr>
            <a:xfrm>
              <a:off x="8312152" y="2416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5" name="pt43575"/>
            <p:cNvSpPr/>
            <p:nvPr/>
          </p:nvSpPr>
          <p:spPr>
            <a:xfrm>
              <a:off x="8677986" y="2398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6" name="pt43576"/>
            <p:cNvSpPr/>
            <p:nvPr/>
          </p:nvSpPr>
          <p:spPr>
            <a:xfrm>
              <a:off x="8956678" y="1894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7" name="pt43577"/>
            <p:cNvSpPr/>
            <p:nvPr/>
          </p:nvSpPr>
          <p:spPr>
            <a:xfrm>
              <a:off x="8932540" y="2059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8" name="pt43578"/>
            <p:cNvSpPr/>
            <p:nvPr/>
          </p:nvSpPr>
          <p:spPr>
            <a:xfrm>
              <a:off x="9211498" y="2220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9" name="pt43579"/>
            <p:cNvSpPr/>
            <p:nvPr/>
          </p:nvSpPr>
          <p:spPr>
            <a:xfrm>
              <a:off x="9070546" y="2233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0" name="pt43580"/>
            <p:cNvSpPr/>
            <p:nvPr/>
          </p:nvSpPr>
          <p:spPr>
            <a:xfrm>
              <a:off x="9515130" y="2464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1" name="pt43581"/>
            <p:cNvSpPr/>
            <p:nvPr/>
          </p:nvSpPr>
          <p:spPr>
            <a:xfrm>
              <a:off x="8942596" y="1919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2" name="pt43582"/>
            <p:cNvSpPr/>
            <p:nvPr/>
          </p:nvSpPr>
          <p:spPr>
            <a:xfrm>
              <a:off x="9350114" y="2062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3" name="pt43583"/>
            <p:cNvSpPr/>
            <p:nvPr/>
          </p:nvSpPr>
          <p:spPr>
            <a:xfrm>
              <a:off x="8717243" y="2271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4" name="pt43584"/>
            <p:cNvSpPr/>
            <p:nvPr/>
          </p:nvSpPr>
          <p:spPr>
            <a:xfrm>
              <a:off x="8825472" y="2211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5" name="pt43585"/>
            <p:cNvSpPr/>
            <p:nvPr/>
          </p:nvSpPr>
          <p:spPr>
            <a:xfrm>
              <a:off x="9116975" y="1839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6" name="pt43586"/>
            <p:cNvSpPr/>
            <p:nvPr/>
          </p:nvSpPr>
          <p:spPr>
            <a:xfrm>
              <a:off x="8473354" y="2317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7" name="pt43587"/>
            <p:cNvSpPr/>
            <p:nvPr/>
          </p:nvSpPr>
          <p:spPr>
            <a:xfrm>
              <a:off x="8505430" y="2415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8" name="pt43588"/>
            <p:cNvSpPr/>
            <p:nvPr/>
          </p:nvSpPr>
          <p:spPr>
            <a:xfrm>
              <a:off x="9254530" y="2067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9" name="pt43589"/>
            <p:cNvSpPr/>
            <p:nvPr/>
          </p:nvSpPr>
          <p:spPr>
            <a:xfrm>
              <a:off x="8505430" y="2455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0" name="pt43590"/>
            <p:cNvSpPr/>
            <p:nvPr/>
          </p:nvSpPr>
          <p:spPr>
            <a:xfrm>
              <a:off x="8641456" y="2091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1" name="pt43591"/>
            <p:cNvSpPr/>
            <p:nvPr/>
          </p:nvSpPr>
          <p:spPr>
            <a:xfrm>
              <a:off x="8595298" y="2138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2" name="pt43592"/>
            <p:cNvSpPr/>
            <p:nvPr/>
          </p:nvSpPr>
          <p:spPr>
            <a:xfrm>
              <a:off x="9285286" y="1764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3" name="pt43593"/>
            <p:cNvSpPr/>
            <p:nvPr/>
          </p:nvSpPr>
          <p:spPr>
            <a:xfrm>
              <a:off x="8867559" y="1970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4" name="pt43594"/>
            <p:cNvSpPr/>
            <p:nvPr/>
          </p:nvSpPr>
          <p:spPr>
            <a:xfrm>
              <a:off x="8627374" y="2355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5" name="pt43595"/>
            <p:cNvSpPr/>
            <p:nvPr/>
          </p:nvSpPr>
          <p:spPr>
            <a:xfrm>
              <a:off x="8805344" y="2215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6" name="pt43596"/>
            <p:cNvSpPr/>
            <p:nvPr/>
          </p:nvSpPr>
          <p:spPr>
            <a:xfrm>
              <a:off x="8825472" y="2056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7" name="pt43597"/>
            <p:cNvSpPr/>
            <p:nvPr/>
          </p:nvSpPr>
          <p:spPr>
            <a:xfrm>
              <a:off x="8312152" y="2435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8" name="pt43598"/>
            <p:cNvSpPr/>
            <p:nvPr/>
          </p:nvSpPr>
          <p:spPr>
            <a:xfrm>
              <a:off x="9377920" y="2152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9" name="pt43599"/>
            <p:cNvSpPr/>
            <p:nvPr/>
          </p:nvSpPr>
          <p:spPr>
            <a:xfrm>
              <a:off x="8776438" y="2082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0" name="pt43600"/>
            <p:cNvSpPr/>
            <p:nvPr/>
          </p:nvSpPr>
          <p:spPr>
            <a:xfrm>
              <a:off x="8505430" y="2481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1" name="pt43601"/>
            <p:cNvSpPr/>
            <p:nvPr/>
          </p:nvSpPr>
          <p:spPr>
            <a:xfrm>
              <a:off x="8788576" y="2262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2" name="pt43602"/>
            <p:cNvSpPr/>
            <p:nvPr/>
          </p:nvSpPr>
          <p:spPr>
            <a:xfrm>
              <a:off x="9324474" y="1935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3" name="pt43603"/>
            <p:cNvSpPr/>
            <p:nvPr/>
          </p:nvSpPr>
          <p:spPr>
            <a:xfrm>
              <a:off x="8979888" y="2244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4" name="pt43604"/>
            <p:cNvSpPr/>
            <p:nvPr/>
          </p:nvSpPr>
          <p:spPr>
            <a:xfrm>
              <a:off x="8627374" y="2146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5" name="pt43605"/>
            <p:cNvSpPr/>
            <p:nvPr/>
          </p:nvSpPr>
          <p:spPr>
            <a:xfrm>
              <a:off x="8987622" y="2298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6" name="pt43606"/>
            <p:cNvSpPr/>
            <p:nvPr/>
          </p:nvSpPr>
          <p:spPr>
            <a:xfrm>
              <a:off x="9480986" y="2250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7" name="pt43607"/>
            <p:cNvSpPr/>
            <p:nvPr/>
          </p:nvSpPr>
          <p:spPr>
            <a:xfrm>
              <a:off x="9881517" y="2689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8" name="pt43608"/>
            <p:cNvSpPr/>
            <p:nvPr/>
          </p:nvSpPr>
          <p:spPr>
            <a:xfrm>
              <a:off x="9349631" y="2086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9" name="pt43609"/>
            <p:cNvSpPr/>
            <p:nvPr/>
          </p:nvSpPr>
          <p:spPr>
            <a:xfrm>
              <a:off x="8863776" y="2096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0" name="pt43610"/>
            <p:cNvSpPr/>
            <p:nvPr/>
          </p:nvSpPr>
          <p:spPr>
            <a:xfrm>
              <a:off x="9564416" y="2251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1" name="pt43611"/>
            <p:cNvSpPr/>
            <p:nvPr/>
          </p:nvSpPr>
          <p:spPr>
            <a:xfrm>
              <a:off x="8312152" y="2459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2" name="pt43612"/>
            <p:cNvSpPr/>
            <p:nvPr/>
          </p:nvSpPr>
          <p:spPr>
            <a:xfrm>
              <a:off x="8532549" y="2393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3" name="pt43613"/>
            <p:cNvSpPr/>
            <p:nvPr/>
          </p:nvSpPr>
          <p:spPr>
            <a:xfrm>
              <a:off x="8532549" y="2571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4" name="pt43614"/>
            <p:cNvSpPr/>
            <p:nvPr/>
          </p:nvSpPr>
          <p:spPr>
            <a:xfrm>
              <a:off x="8698707" y="2412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5" name="pt43615"/>
            <p:cNvSpPr/>
            <p:nvPr/>
          </p:nvSpPr>
          <p:spPr>
            <a:xfrm>
              <a:off x="8756500" y="1847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6" name="pt43616"/>
            <p:cNvSpPr/>
            <p:nvPr/>
          </p:nvSpPr>
          <p:spPr>
            <a:xfrm>
              <a:off x="8839187" y="2354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7" name="pt43617"/>
            <p:cNvSpPr/>
            <p:nvPr/>
          </p:nvSpPr>
          <p:spPr>
            <a:xfrm>
              <a:off x="8688651" y="2483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8" name="pt43618"/>
            <p:cNvSpPr/>
            <p:nvPr/>
          </p:nvSpPr>
          <p:spPr>
            <a:xfrm>
              <a:off x="9146922" y="2043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9" name="pt43619"/>
            <p:cNvSpPr/>
            <p:nvPr/>
          </p:nvSpPr>
          <p:spPr>
            <a:xfrm>
              <a:off x="9070546" y="2302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0" name="pt43620"/>
            <p:cNvSpPr/>
            <p:nvPr/>
          </p:nvSpPr>
          <p:spPr>
            <a:xfrm>
              <a:off x="8947416" y="2066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1" name="pt43621"/>
            <p:cNvSpPr/>
            <p:nvPr/>
          </p:nvSpPr>
          <p:spPr>
            <a:xfrm>
              <a:off x="8717243" y="2097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2" name="pt43622"/>
            <p:cNvSpPr/>
            <p:nvPr/>
          </p:nvSpPr>
          <p:spPr>
            <a:xfrm>
              <a:off x="9282831" y="2085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3" name="pt43623"/>
            <p:cNvSpPr/>
            <p:nvPr/>
          </p:nvSpPr>
          <p:spPr>
            <a:xfrm>
              <a:off x="9435343" y="2005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4" name="pt43624"/>
            <p:cNvSpPr/>
            <p:nvPr/>
          </p:nvSpPr>
          <p:spPr>
            <a:xfrm>
              <a:off x="9119675" y="2085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5" name="pt43625"/>
            <p:cNvSpPr/>
            <p:nvPr/>
          </p:nvSpPr>
          <p:spPr>
            <a:xfrm>
              <a:off x="9536594" y="1914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6" name="pt43626"/>
            <p:cNvSpPr/>
            <p:nvPr/>
          </p:nvSpPr>
          <p:spPr>
            <a:xfrm>
              <a:off x="9106706" y="1915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7" name="pt43627"/>
            <p:cNvSpPr/>
            <p:nvPr/>
          </p:nvSpPr>
          <p:spPr>
            <a:xfrm>
              <a:off x="8576763" y="2446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8" name="pt43628"/>
            <p:cNvSpPr/>
            <p:nvPr/>
          </p:nvSpPr>
          <p:spPr>
            <a:xfrm>
              <a:off x="8825472" y="212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9" name="pt43629"/>
            <p:cNvSpPr/>
            <p:nvPr/>
          </p:nvSpPr>
          <p:spPr>
            <a:xfrm>
              <a:off x="8312152" y="2561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0" name="pt43630"/>
            <p:cNvSpPr/>
            <p:nvPr/>
          </p:nvSpPr>
          <p:spPr>
            <a:xfrm>
              <a:off x="8815695" y="2153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1" name="pt43631"/>
            <p:cNvSpPr/>
            <p:nvPr/>
          </p:nvSpPr>
          <p:spPr>
            <a:xfrm>
              <a:off x="9244718" y="2110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2" name="pt43632"/>
            <p:cNvSpPr/>
            <p:nvPr/>
          </p:nvSpPr>
          <p:spPr>
            <a:xfrm>
              <a:off x="9382590" y="2168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3" name="pt43633"/>
            <p:cNvSpPr/>
            <p:nvPr/>
          </p:nvSpPr>
          <p:spPr>
            <a:xfrm>
              <a:off x="8830164" y="1952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4" name="pt43634"/>
            <p:cNvSpPr/>
            <p:nvPr/>
          </p:nvSpPr>
          <p:spPr>
            <a:xfrm>
              <a:off x="8595298" y="2073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5" name="pt43635"/>
            <p:cNvSpPr/>
            <p:nvPr/>
          </p:nvSpPr>
          <p:spPr>
            <a:xfrm>
              <a:off x="8805344" y="2065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6" name="pt43636"/>
            <p:cNvSpPr/>
            <p:nvPr/>
          </p:nvSpPr>
          <p:spPr>
            <a:xfrm>
              <a:off x="8788576" y="2338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7" name="pt43637"/>
            <p:cNvSpPr/>
            <p:nvPr/>
          </p:nvSpPr>
          <p:spPr>
            <a:xfrm>
              <a:off x="9524498" y="2386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8" name="pt43638"/>
            <p:cNvSpPr/>
            <p:nvPr/>
          </p:nvSpPr>
          <p:spPr>
            <a:xfrm>
              <a:off x="8847771" y="2149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9" name="pt43639"/>
            <p:cNvSpPr/>
            <p:nvPr/>
          </p:nvSpPr>
          <p:spPr>
            <a:xfrm>
              <a:off x="9652594" y="2288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0" name="pt43640"/>
            <p:cNvSpPr/>
            <p:nvPr/>
          </p:nvSpPr>
          <p:spPr>
            <a:xfrm>
              <a:off x="8855955" y="2211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1" name="pt43641"/>
            <p:cNvSpPr/>
            <p:nvPr/>
          </p:nvSpPr>
          <p:spPr>
            <a:xfrm>
              <a:off x="9087421" y="1703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2" name="pt43642"/>
            <p:cNvSpPr/>
            <p:nvPr/>
          </p:nvSpPr>
          <p:spPr>
            <a:xfrm>
              <a:off x="8473354" y="2353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3" name="pt43643"/>
            <p:cNvSpPr/>
            <p:nvPr/>
          </p:nvSpPr>
          <p:spPr>
            <a:xfrm>
              <a:off x="8627374" y="2307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4" name="pt43644"/>
            <p:cNvSpPr/>
            <p:nvPr/>
          </p:nvSpPr>
          <p:spPr>
            <a:xfrm>
              <a:off x="8855955" y="1975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5" name="pt43645"/>
            <p:cNvSpPr/>
            <p:nvPr/>
          </p:nvSpPr>
          <p:spPr>
            <a:xfrm>
              <a:off x="9075206" y="2171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6" name="pt43646"/>
            <p:cNvSpPr/>
            <p:nvPr/>
          </p:nvSpPr>
          <p:spPr>
            <a:xfrm>
              <a:off x="9086345" y="1752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7" name="pt43647"/>
            <p:cNvSpPr/>
            <p:nvPr/>
          </p:nvSpPr>
          <p:spPr>
            <a:xfrm>
              <a:off x="9574258" y="2241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8" name="pt43648"/>
            <p:cNvSpPr/>
            <p:nvPr/>
          </p:nvSpPr>
          <p:spPr>
            <a:xfrm>
              <a:off x="8830164" y="2184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9" name="pt43649"/>
            <p:cNvSpPr/>
            <p:nvPr/>
          </p:nvSpPr>
          <p:spPr>
            <a:xfrm>
              <a:off x="8839187" y="2109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0" name="pt43650"/>
            <p:cNvSpPr/>
            <p:nvPr/>
          </p:nvSpPr>
          <p:spPr>
            <a:xfrm>
              <a:off x="8734011" y="2109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1" name="pt43651"/>
            <p:cNvSpPr/>
            <p:nvPr/>
          </p:nvSpPr>
          <p:spPr>
            <a:xfrm>
              <a:off x="8878445" y="2074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2" name="pt43652"/>
            <p:cNvSpPr/>
            <p:nvPr/>
          </p:nvSpPr>
          <p:spPr>
            <a:xfrm>
              <a:off x="8717243" y="2376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3" name="pt43653"/>
            <p:cNvSpPr/>
            <p:nvPr/>
          </p:nvSpPr>
          <p:spPr>
            <a:xfrm>
              <a:off x="8776438" y="192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4" name="pt43654"/>
            <p:cNvSpPr/>
            <p:nvPr/>
          </p:nvSpPr>
          <p:spPr>
            <a:xfrm>
              <a:off x="9155869" y="2030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5" name="pt43655"/>
            <p:cNvSpPr/>
            <p:nvPr/>
          </p:nvSpPr>
          <p:spPr>
            <a:xfrm>
              <a:off x="8770040" y="2092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6" name="pt43656"/>
            <p:cNvSpPr/>
            <p:nvPr/>
          </p:nvSpPr>
          <p:spPr>
            <a:xfrm>
              <a:off x="8977900" y="2348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7" name="pt43657"/>
            <p:cNvSpPr/>
            <p:nvPr/>
          </p:nvSpPr>
          <p:spPr>
            <a:xfrm>
              <a:off x="8907564" y="185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8" name="pt43658"/>
            <p:cNvSpPr/>
            <p:nvPr/>
          </p:nvSpPr>
          <p:spPr>
            <a:xfrm>
              <a:off x="9051878" y="1750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9" name="pt43659"/>
            <p:cNvSpPr/>
            <p:nvPr/>
          </p:nvSpPr>
          <p:spPr>
            <a:xfrm>
              <a:off x="8825472" y="2060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0" name="pt43660"/>
            <p:cNvSpPr/>
            <p:nvPr/>
          </p:nvSpPr>
          <p:spPr>
            <a:xfrm>
              <a:off x="9237554" y="2182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1" name="pt43661"/>
            <p:cNvSpPr/>
            <p:nvPr/>
          </p:nvSpPr>
          <p:spPr>
            <a:xfrm>
              <a:off x="8977900" y="2221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2" name="pt43662"/>
            <p:cNvSpPr/>
            <p:nvPr/>
          </p:nvSpPr>
          <p:spPr>
            <a:xfrm>
              <a:off x="9310856" y="2038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3" name="pt43663"/>
            <p:cNvSpPr/>
            <p:nvPr/>
          </p:nvSpPr>
          <p:spPr>
            <a:xfrm>
              <a:off x="8505430" y="2344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4" name="pt43664"/>
            <p:cNvSpPr/>
            <p:nvPr/>
          </p:nvSpPr>
          <p:spPr>
            <a:xfrm>
              <a:off x="8913428" y="2120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5" name="pt43665"/>
            <p:cNvSpPr/>
            <p:nvPr/>
          </p:nvSpPr>
          <p:spPr>
            <a:xfrm>
              <a:off x="8830164" y="1987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6" name="pt43666"/>
            <p:cNvSpPr/>
            <p:nvPr/>
          </p:nvSpPr>
          <p:spPr>
            <a:xfrm>
              <a:off x="8830164" y="2206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7" name="pt43667"/>
            <p:cNvSpPr/>
            <p:nvPr/>
          </p:nvSpPr>
          <p:spPr>
            <a:xfrm>
              <a:off x="8641456" y="2034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8" name="pt43668"/>
            <p:cNvSpPr/>
            <p:nvPr/>
          </p:nvSpPr>
          <p:spPr>
            <a:xfrm>
              <a:off x="8830164" y="228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9" name="pt43669"/>
            <p:cNvSpPr/>
            <p:nvPr/>
          </p:nvSpPr>
          <p:spPr>
            <a:xfrm>
              <a:off x="8641456" y="2094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0" name="pt43670"/>
            <p:cNvSpPr/>
            <p:nvPr/>
          </p:nvSpPr>
          <p:spPr>
            <a:xfrm>
              <a:off x="9221288" y="1828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1" name="pt43671"/>
            <p:cNvSpPr/>
            <p:nvPr/>
          </p:nvSpPr>
          <p:spPr>
            <a:xfrm>
              <a:off x="8770040" y="2026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2" name="pt43672"/>
            <p:cNvSpPr/>
            <p:nvPr/>
          </p:nvSpPr>
          <p:spPr>
            <a:xfrm>
              <a:off x="8473354" y="229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3" name="pt43673"/>
            <p:cNvSpPr/>
            <p:nvPr/>
          </p:nvSpPr>
          <p:spPr>
            <a:xfrm>
              <a:off x="8749319" y="2279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4" name="pt43674"/>
            <p:cNvSpPr/>
            <p:nvPr/>
          </p:nvSpPr>
          <p:spPr>
            <a:xfrm>
              <a:off x="8763400" y="2018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5" name="pt43675"/>
            <p:cNvSpPr/>
            <p:nvPr/>
          </p:nvSpPr>
          <p:spPr>
            <a:xfrm>
              <a:off x="8881929" y="2189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6" name="pt43676"/>
            <p:cNvSpPr/>
            <p:nvPr/>
          </p:nvSpPr>
          <p:spPr>
            <a:xfrm>
              <a:off x="9124084" y="2037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7" name="pt43677"/>
            <p:cNvSpPr/>
            <p:nvPr/>
          </p:nvSpPr>
          <p:spPr>
            <a:xfrm>
              <a:off x="9265000" y="2093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8" name="pt43678"/>
            <p:cNvSpPr/>
            <p:nvPr/>
          </p:nvSpPr>
          <p:spPr>
            <a:xfrm>
              <a:off x="9024978" y="1969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9" name="pt43679"/>
            <p:cNvSpPr/>
            <p:nvPr/>
          </p:nvSpPr>
          <p:spPr>
            <a:xfrm>
              <a:off x="8981853" y="2310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0" name="pt43680"/>
            <p:cNvSpPr/>
            <p:nvPr/>
          </p:nvSpPr>
          <p:spPr>
            <a:xfrm>
              <a:off x="8505430" y="2376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1" name="pt43681"/>
            <p:cNvSpPr/>
            <p:nvPr/>
          </p:nvSpPr>
          <p:spPr>
            <a:xfrm>
              <a:off x="8788576" y="2409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2" name="pt43682"/>
            <p:cNvSpPr/>
            <p:nvPr/>
          </p:nvSpPr>
          <p:spPr>
            <a:xfrm>
              <a:off x="9546496" y="2028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3" name="pt43683"/>
            <p:cNvSpPr/>
            <p:nvPr/>
          </p:nvSpPr>
          <p:spPr>
            <a:xfrm>
              <a:off x="8717243" y="2263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4" name="pt43684"/>
            <p:cNvSpPr/>
            <p:nvPr/>
          </p:nvSpPr>
          <p:spPr>
            <a:xfrm>
              <a:off x="8734011" y="2196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5" name="pt43685"/>
            <p:cNvSpPr/>
            <p:nvPr/>
          </p:nvSpPr>
          <p:spPr>
            <a:xfrm>
              <a:off x="8666631" y="2344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6" name="pt43686"/>
            <p:cNvSpPr/>
            <p:nvPr/>
          </p:nvSpPr>
          <p:spPr>
            <a:xfrm>
              <a:off x="8666631" y="2196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7" name="pt43687"/>
            <p:cNvSpPr/>
            <p:nvPr/>
          </p:nvSpPr>
          <p:spPr>
            <a:xfrm>
              <a:off x="9217232" y="2102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8" name="pt43688"/>
            <p:cNvSpPr/>
            <p:nvPr/>
          </p:nvSpPr>
          <p:spPr>
            <a:xfrm>
              <a:off x="9095800" y="1876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9" name="pt43689"/>
            <p:cNvSpPr/>
            <p:nvPr/>
          </p:nvSpPr>
          <p:spPr>
            <a:xfrm>
              <a:off x="9697445" y="1786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0" name="pt43690"/>
            <p:cNvSpPr/>
            <p:nvPr/>
          </p:nvSpPr>
          <p:spPr>
            <a:xfrm>
              <a:off x="8805344" y="2323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1" name="pt43691"/>
            <p:cNvSpPr/>
            <p:nvPr/>
          </p:nvSpPr>
          <p:spPr>
            <a:xfrm>
              <a:off x="9091660" y="1925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2" name="pt43692"/>
            <p:cNvSpPr/>
            <p:nvPr/>
          </p:nvSpPr>
          <p:spPr>
            <a:xfrm>
              <a:off x="8717243" y="2474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3" name="pt43693"/>
            <p:cNvSpPr/>
            <p:nvPr/>
          </p:nvSpPr>
          <p:spPr>
            <a:xfrm>
              <a:off x="9021891" y="1926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4" name="pt43694"/>
            <p:cNvSpPr/>
            <p:nvPr/>
          </p:nvSpPr>
          <p:spPr>
            <a:xfrm>
              <a:off x="8867559" y="1876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5" name="pt43695"/>
            <p:cNvSpPr/>
            <p:nvPr/>
          </p:nvSpPr>
          <p:spPr>
            <a:xfrm>
              <a:off x="9205570" y="2048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6" name="pt43696"/>
            <p:cNvSpPr/>
            <p:nvPr/>
          </p:nvSpPr>
          <p:spPr>
            <a:xfrm>
              <a:off x="8843532" y="1990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7" name="pt43697"/>
            <p:cNvSpPr/>
            <p:nvPr/>
          </p:nvSpPr>
          <p:spPr>
            <a:xfrm>
              <a:off x="8942596" y="1998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8" name="pt43698"/>
            <p:cNvSpPr/>
            <p:nvPr/>
          </p:nvSpPr>
          <p:spPr>
            <a:xfrm>
              <a:off x="8312152" y="2438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9" name="pt43699"/>
            <p:cNvSpPr/>
            <p:nvPr/>
          </p:nvSpPr>
          <p:spPr>
            <a:xfrm>
              <a:off x="8776438" y="206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0" name="pt43700"/>
            <p:cNvSpPr/>
            <p:nvPr/>
          </p:nvSpPr>
          <p:spPr>
            <a:xfrm>
              <a:off x="9329422" y="2215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1" name="pt43701"/>
            <p:cNvSpPr/>
            <p:nvPr/>
          </p:nvSpPr>
          <p:spPr>
            <a:xfrm>
              <a:off x="8995031" y="2109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2" name="pt43702"/>
            <p:cNvSpPr/>
            <p:nvPr/>
          </p:nvSpPr>
          <p:spPr>
            <a:xfrm>
              <a:off x="8556041" y="2408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3" name="pt43703"/>
            <p:cNvSpPr/>
            <p:nvPr/>
          </p:nvSpPr>
          <p:spPr>
            <a:xfrm>
              <a:off x="8698707" y="2453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4" name="pt43704"/>
            <p:cNvSpPr/>
            <p:nvPr/>
          </p:nvSpPr>
          <p:spPr>
            <a:xfrm>
              <a:off x="9144612" y="2024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5" name="pt43705"/>
            <p:cNvSpPr/>
            <p:nvPr/>
          </p:nvSpPr>
          <p:spPr>
            <a:xfrm>
              <a:off x="8383485" y="2195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6" name="pt43706"/>
            <p:cNvSpPr/>
            <p:nvPr/>
          </p:nvSpPr>
          <p:spPr>
            <a:xfrm>
              <a:off x="8717243" y="2295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7" name="pt43707"/>
            <p:cNvSpPr/>
            <p:nvPr/>
          </p:nvSpPr>
          <p:spPr>
            <a:xfrm>
              <a:off x="8312152" y="2332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8" name="pt43708"/>
            <p:cNvSpPr/>
            <p:nvPr/>
          </p:nvSpPr>
          <p:spPr>
            <a:xfrm>
              <a:off x="9130078" y="2107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9" name="pt43709"/>
            <p:cNvSpPr/>
            <p:nvPr/>
          </p:nvSpPr>
          <p:spPr>
            <a:xfrm>
              <a:off x="9175781" y="2025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0" name="pt43710"/>
            <p:cNvSpPr/>
            <p:nvPr/>
          </p:nvSpPr>
          <p:spPr>
            <a:xfrm>
              <a:off x="8839187" y="2168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1" name="pt43711"/>
            <p:cNvSpPr/>
            <p:nvPr/>
          </p:nvSpPr>
          <p:spPr>
            <a:xfrm>
              <a:off x="8383485" y="2503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2" name="pt43712"/>
            <p:cNvSpPr/>
            <p:nvPr/>
          </p:nvSpPr>
          <p:spPr>
            <a:xfrm>
              <a:off x="9282477" y="2159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3" name="pt43713"/>
            <p:cNvSpPr/>
            <p:nvPr/>
          </p:nvSpPr>
          <p:spPr>
            <a:xfrm>
              <a:off x="8641456" y="206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4" name="pt43714"/>
            <p:cNvSpPr/>
            <p:nvPr/>
          </p:nvSpPr>
          <p:spPr>
            <a:xfrm>
              <a:off x="8556041" y="2500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5" name="pt43715"/>
            <p:cNvSpPr/>
            <p:nvPr/>
          </p:nvSpPr>
          <p:spPr>
            <a:xfrm>
              <a:off x="9070546" y="2280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6" name="pt43716"/>
            <p:cNvSpPr/>
            <p:nvPr/>
          </p:nvSpPr>
          <p:spPr>
            <a:xfrm>
              <a:off x="8973855" y="2061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7" name="pt43717"/>
            <p:cNvSpPr/>
            <p:nvPr/>
          </p:nvSpPr>
          <p:spPr>
            <a:xfrm>
              <a:off x="9024978" y="1898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8" name="pt43718"/>
            <p:cNvSpPr/>
            <p:nvPr/>
          </p:nvSpPr>
          <p:spPr>
            <a:xfrm>
              <a:off x="8383485" y="2189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9" name="pt43719"/>
            <p:cNvSpPr/>
            <p:nvPr/>
          </p:nvSpPr>
          <p:spPr>
            <a:xfrm>
              <a:off x="8677986" y="2497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0" name="pt43720"/>
            <p:cNvSpPr/>
            <p:nvPr/>
          </p:nvSpPr>
          <p:spPr>
            <a:xfrm>
              <a:off x="9090610" y="1813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1" name="pt43721"/>
            <p:cNvSpPr/>
            <p:nvPr/>
          </p:nvSpPr>
          <p:spPr>
            <a:xfrm>
              <a:off x="8312152" y="2475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2" name="pt43722"/>
            <p:cNvSpPr/>
            <p:nvPr/>
          </p:nvSpPr>
          <p:spPr>
            <a:xfrm>
              <a:off x="9349631" y="2142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3" name="pt43723"/>
            <p:cNvSpPr/>
            <p:nvPr/>
          </p:nvSpPr>
          <p:spPr>
            <a:xfrm>
              <a:off x="8312152" y="2323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4" name="pt43724"/>
            <p:cNvSpPr/>
            <p:nvPr/>
          </p:nvSpPr>
          <p:spPr>
            <a:xfrm>
              <a:off x="9116975" y="1883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5" name="pt43725"/>
            <p:cNvSpPr/>
            <p:nvPr/>
          </p:nvSpPr>
          <p:spPr>
            <a:xfrm>
              <a:off x="8312152" y="2533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6" name="pt43726"/>
            <p:cNvSpPr/>
            <p:nvPr/>
          </p:nvSpPr>
          <p:spPr>
            <a:xfrm>
              <a:off x="8312152" y="2416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7" name="pt43727"/>
            <p:cNvSpPr/>
            <p:nvPr/>
          </p:nvSpPr>
          <p:spPr>
            <a:xfrm>
              <a:off x="8312152" y="2374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8" name="pt43728"/>
            <p:cNvSpPr/>
            <p:nvPr/>
          </p:nvSpPr>
          <p:spPr>
            <a:xfrm>
              <a:off x="8895213" y="220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9" name="pt43729"/>
            <p:cNvSpPr/>
            <p:nvPr/>
          </p:nvSpPr>
          <p:spPr>
            <a:xfrm>
              <a:off x="9103798" y="1919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0" name="pt43730"/>
            <p:cNvSpPr/>
            <p:nvPr/>
          </p:nvSpPr>
          <p:spPr>
            <a:xfrm>
              <a:off x="8473354" y="2433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1" name="pt43731"/>
            <p:cNvSpPr/>
            <p:nvPr/>
          </p:nvSpPr>
          <p:spPr>
            <a:xfrm>
              <a:off x="8473354" y="2473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2" name="pt43732"/>
            <p:cNvSpPr/>
            <p:nvPr/>
          </p:nvSpPr>
          <p:spPr>
            <a:xfrm>
              <a:off x="8901496" y="190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3" name="pt43733"/>
            <p:cNvSpPr/>
            <p:nvPr/>
          </p:nvSpPr>
          <p:spPr>
            <a:xfrm>
              <a:off x="9070546" y="2229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4" name="pt43734"/>
            <p:cNvSpPr/>
            <p:nvPr/>
          </p:nvSpPr>
          <p:spPr>
            <a:xfrm>
              <a:off x="8666631" y="2338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5" name="pt43735"/>
            <p:cNvSpPr/>
            <p:nvPr/>
          </p:nvSpPr>
          <p:spPr>
            <a:xfrm>
              <a:off x="8473354" y="2324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6" name="pt43736"/>
            <p:cNvSpPr/>
            <p:nvPr/>
          </p:nvSpPr>
          <p:spPr>
            <a:xfrm>
              <a:off x="8688651" y="2387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7" name="pt43737"/>
            <p:cNvSpPr/>
            <p:nvPr/>
          </p:nvSpPr>
          <p:spPr>
            <a:xfrm>
              <a:off x="8977900" y="2377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8" name="pt43738"/>
            <p:cNvSpPr/>
            <p:nvPr/>
          </p:nvSpPr>
          <p:spPr>
            <a:xfrm>
              <a:off x="8763400" y="228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9" name="pt43739"/>
            <p:cNvSpPr/>
            <p:nvPr/>
          </p:nvSpPr>
          <p:spPr>
            <a:xfrm>
              <a:off x="9564416" y="2205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0" name="pt43740"/>
            <p:cNvSpPr/>
            <p:nvPr/>
          </p:nvSpPr>
          <p:spPr>
            <a:xfrm>
              <a:off x="8654494" y="2133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1" name="pt43741"/>
            <p:cNvSpPr/>
            <p:nvPr/>
          </p:nvSpPr>
          <p:spPr>
            <a:xfrm>
              <a:off x="8834733" y="2289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2" name="pt43742"/>
            <p:cNvSpPr/>
            <p:nvPr/>
          </p:nvSpPr>
          <p:spPr>
            <a:xfrm>
              <a:off x="8981853" y="2238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3" name="pt43743"/>
            <p:cNvSpPr/>
            <p:nvPr/>
          </p:nvSpPr>
          <p:spPr>
            <a:xfrm>
              <a:off x="9175781" y="2096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4" name="pt43744"/>
            <p:cNvSpPr/>
            <p:nvPr/>
          </p:nvSpPr>
          <p:spPr>
            <a:xfrm>
              <a:off x="8904556" y="2043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5" name="pt43745"/>
            <p:cNvSpPr/>
            <p:nvPr/>
          </p:nvSpPr>
          <p:spPr>
            <a:xfrm>
              <a:off x="9480986" y="2055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6" name="pt43746"/>
            <p:cNvSpPr/>
            <p:nvPr/>
          </p:nvSpPr>
          <p:spPr>
            <a:xfrm>
              <a:off x="9049233" y="1757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7" name="pt43747"/>
            <p:cNvSpPr/>
            <p:nvPr/>
          </p:nvSpPr>
          <p:spPr>
            <a:xfrm>
              <a:off x="8595298" y="2219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8" name="pt43748"/>
            <p:cNvSpPr/>
            <p:nvPr/>
          </p:nvSpPr>
          <p:spPr>
            <a:xfrm>
              <a:off x="9028011" y="1738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9" name="pt43749"/>
            <p:cNvSpPr/>
            <p:nvPr/>
          </p:nvSpPr>
          <p:spPr>
            <a:xfrm>
              <a:off x="9244278" y="1933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0" name="pt43750"/>
            <p:cNvSpPr/>
            <p:nvPr/>
          </p:nvSpPr>
          <p:spPr>
            <a:xfrm>
              <a:off x="8830164" y="2178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1" name="pt43751"/>
            <p:cNvSpPr/>
            <p:nvPr/>
          </p:nvSpPr>
          <p:spPr>
            <a:xfrm>
              <a:off x="9554821" y="2288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2" name="pt43752"/>
            <p:cNvSpPr/>
            <p:nvPr/>
          </p:nvSpPr>
          <p:spPr>
            <a:xfrm>
              <a:off x="9351314" y="2202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3" name="pt43753"/>
            <p:cNvSpPr/>
            <p:nvPr/>
          </p:nvSpPr>
          <p:spPr>
            <a:xfrm>
              <a:off x="8947416" y="1975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4" name="pt43754"/>
            <p:cNvSpPr/>
            <p:nvPr/>
          </p:nvSpPr>
          <p:spPr>
            <a:xfrm>
              <a:off x="8576763" y="2454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5" name="pt43755"/>
            <p:cNvSpPr/>
            <p:nvPr/>
          </p:nvSpPr>
          <p:spPr>
            <a:xfrm>
              <a:off x="9612243" y="2222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6" name="pt43756"/>
            <p:cNvSpPr/>
            <p:nvPr/>
          </p:nvSpPr>
          <p:spPr>
            <a:xfrm>
              <a:off x="9502520" y="2344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7" name="pt43757"/>
            <p:cNvSpPr/>
            <p:nvPr/>
          </p:nvSpPr>
          <p:spPr>
            <a:xfrm>
              <a:off x="8312152" y="258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8" name="pt43758"/>
            <p:cNvSpPr/>
            <p:nvPr/>
          </p:nvSpPr>
          <p:spPr>
            <a:xfrm>
              <a:off x="9121452" y="2102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9" name="pt43759"/>
            <p:cNvSpPr/>
            <p:nvPr/>
          </p:nvSpPr>
          <p:spPr>
            <a:xfrm>
              <a:off x="9201130" y="201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0" name="pt43760"/>
            <p:cNvSpPr/>
            <p:nvPr/>
          </p:nvSpPr>
          <p:spPr>
            <a:xfrm>
              <a:off x="8863776" y="1934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1" name="pt43761"/>
            <p:cNvSpPr/>
            <p:nvPr/>
          </p:nvSpPr>
          <p:spPr>
            <a:xfrm>
              <a:off x="8937640" y="1758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2" name="pt43762"/>
            <p:cNvSpPr/>
            <p:nvPr/>
          </p:nvSpPr>
          <p:spPr>
            <a:xfrm>
              <a:off x="9075206" y="2282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3" name="pt43763"/>
            <p:cNvSpPr/>
            <p:nvPr/>
          </p:nvSpPr>
          <p:spPr>
            <a:xfrm>
              <a:off x="8595298" y="2119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4" name="pt43764"/>
            <p:cNvSpPr/>
            <p:nvPr/>
          </p:nvSpPr>
          <p:spPr>
            <a:xfrm>
              <a:off x="8919104" y="2092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5" name="pt43765"/>
            <p:cNvSpPr/>
            <p:nvPr/>
          </p:nvSpPr>
          <p:spPr>
            <a:xfrm>
              <a:off x="8383485" y="2276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6" name="pt43766"/>
            <p:cNvSpPr/>
            <p:nvPr/>
          </p:nvSpPr>
          <p:spPr>
            <a:xfrm>
              <a:off x="9414733" y="2137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7" name="pt43767"/>
            <p:cNvSpPr/>
            <p:nvPr/>
          </p:nvSpPr>
          <p:spPr>
            <a:xfrm>
              <a:off x="9654228" y="2520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8" name="pt43768"/>
            <p:cNvSpPr/>
            <p:nvPr/>
          </p:nvSpPr>
          <p:spPr>
            <a:xfrm>
              <a:off x="8888696" y="2163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9" name="pt43769"/>
            <p:cNvSpPr/>
            <p:nvPr/>
          </p:nvSpPr>
          <p:spPr>
            <a:xfrm>
              <a:off x="8556041" y="2452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0" name="pt43770"/>
            <p:cNvSpPr/>
            <p:nvPr/>
          </p:nvSpPr>
          <p:spPr>
            <a:xfrm>
              <a:off x="8734011" y="236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1" name="pt43771"/>
            <p:cNvSpPr/>
            <p:nvPr/>
          </p:nvSpPr>
          <p:spPr>
            <a:xfrm>
              <a:off x="8505430" y="2316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2" name="pt43772"/>
            <p:cNvSpPr/>
            <p:nvPr/>
          </p:nvSpPr>
          <p:spPr>
            <a:xfrm>
              <a:off x="9378331" y="2083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3" name="pt43773"/>
            <p:cNvSpPr/>
            <p:nvPr/>
          </p:nvSpPr>
          <p:spPr>
            <a:xfrm>
              <a:off x="8776438" y="1943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4" name="pt43774"/>
            <p:cNvSpPr/>
            <p:nvPr/>
          </p:nvSpPr>
          <p:spPr>
            <a:xfrm>
              <a:off x="8595298" y="2268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5" name="pt43775"/>
            <p:cNvSpPr/>
            <p:nvPr/>
          </p:nvSpPr>
          <p:spPr>
            <a:xfrm>
              <a:off x="9381988" y="2127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6" name="pt43776"/>
            <p:cNvSpPr/>
            <p:nvPr/>
          </p:nvSpPr>
          <p:spPr>
            <a:xfrm>
              <a:off x="9209365" y="2117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7" name="pt43777"/>
            <p:cNvSpPr/>
            <p:nvPr/>
          </p:nvSpPr>
          <p:spPr>
            <a:xfrm>
              <a:off x="8595298" y="2211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8" name="pt43778"/>
            <p:cNvSpPr/>
            <p:nvPr/>
          </p:nvSpPr>
          <p:spPr>
            <a:xfrm>
              <a:off x="8688651" y="2373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9" name="pt43779"/>
            <p:cNvSpPr/>
            <p:nvPr/>
          </p:nvSpPr>
          <p:spPr>
            <a:xfrm>
              <a:off x="8612066" y="2309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0" name="pt43780"/>
            <p:cNvSpPr/>
            <p:nvPr/>
          </p:nvSpPr>
          <p:spPr>
            <a:xfrm>
              <a:off x="8641456" y="2159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1" name="pt43781"/>
            <p:cNvSpPr/>
            <p:nvPr/>
          </p:nvSpPr>
          <p:spPr>
            <a:xfrm>
              <a:off x="8576763" y="2434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2" name="pt43782"/>
            <p:cNvSpPr/>
            <p:nvPr/>
          </p:nvSpPr>
          <p:spPr>
            <a:xfrm>
              <a:off x="9229609" y="1944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3" name="pt43783"/>
            <p:cNvSpPr/>
            <p:nvPr/>
          </p:nvSpPr>
          <p:spPr>
            <a:xfrm>
              <a:off x="8434097" y="2447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4" name="pt43784"/>
            <p:cNvSpPr/>
            <p:nvPr/>
          </p:nvSpPr>
          <p:spPr>
            <a:xfrm>
              <a:off x="8612066" y="2370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5" name="pt43785"/>
            <p:cNvSpPr/>
            <p:nvPr/>
          </p:nvSpPr>
          <p:spPr>
            <a:xfrm>
              <a:off x="8688651" y="2401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6" name="pt43786"/>
            <p:cNvSpPr/>
            <p:nvPr/>
          </p:nvSpPr>
          <p:spPr>
            <a:xfrm>
              <a:off x="9024978" y="1915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7" name="pt43787"/>
            <p:cNvSpPr/>
            <p:nvPr/>
          </p:nvSpPr>
          <p:spPr>
            <a:xfrm>
              <a:off x="9086345" y="1774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8" name="pt43788"/>
            <p:cNvSpPr/>
            <p:nvPr/>
          </p:nvSpPr>
          <p:spPr>
            <a:xfrm>
              <a:off x="8741831" y="2302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9" name="pt43789"/>
            <p:cNvSpPr/>
            <p:nvPr/>
          </p:nvSpPr>
          <p:spPr>
            <a:xfrm>
              <a:off x="8556041" y="2361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0" name="pt43790"/>
            <p:cNvSpPr/>
            <p:nvPr/>
          </p:nvSpPr>
          <p:spPr>
            <a:xfrm>
              <a:off x="9241172" y="1925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1" name="pt43791"/>
            <p:cNvSpPr/>
            <p:nvPr/>
          </p:nvSpPr>
          <p:spPr>
            <a:xfrm>
              <a:off x="8312152" y="2460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2" name="pt43792"/>
            <p:cNvSpPr/>
            <p:nvPr/>
          </p:nvSpPr>
          <p:spPr>
            <a:xfrm>
              <a:off x="8576763" y="2534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3" name="pt43793"/>
            <p:cNvSpPr/>
            <p:nvPr/>
          </p:nvSpPr>
          <p:spPr>
            <a:xfrm>
              <a:off x="9329422" y="206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4" name="pt43794"/>
            <p:cNvSpPr/>
            <p:nvPr/>
          </p:nvSpPr>
          <p:spPr>
            <a:xfrm>
              <a:off x="9749896" y="2230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5" name="pt43795"/>
            <p:cNvSpPr/>
            <p:nvPr/>
          </p:nvSpPr>
          <p:spPr>
            <a:xfrm>
              <a:off x="8473354" y="2464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6" name="pt43796"/>
            <p:cNvSpPr/>
            <p:nvPr/>
          </p:nvSpPr>
          <p:spPr>
            <a:xfrm>
              <a:off x="9021891" y="1832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7" name="pt43797"/>
            <p:cNvSpPr/>
            <p:nvPr/>
          </p:nvSpPr>
          <p:spPr>
            <a:xfrm>
              <a:off x="9055774" y="1806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8" name="pt43798"/>
            <p:cNvSpPr/>
            <p:nvPr/>
          </p:nvSpPr>
          <p:spPr>
            <a:xfrm>
              <a:off x="9250331" y="2241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9" name="pt43799"/>
            <p:cNvSpPr/>
            <p:nvPr/>
          </p:nvSpPr>
          <p:spPr>
            <a:xfrm>
              <a:off x="9219272" y="1832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0" name="pt43800"/>
            <p:cNvSpPr/>
            <p:nvPr/>
          </p:nvSpPr>
          <p:spPr>
            <a:xfrm>
              <a:off x="9382590" y="2106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1" name="pt43801"/>
            <p:cNvSpPr/>
            <p:nvPr/>
          </p:nvSpPr>
          <p:spPr>
            <a:xfrm>
              <a:off x="8788576" y="2235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2" name="pt43802"/>
            <p:cNvSpPr/>
            <p:nvPr/>
          </p:nvSpPr>
          <p:spPr>
            <a:xfrm>
              <a:off x="8770040" y="2232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3" name="pt43803"/>
            <p:cNvSpPr/>
            <p:nvPr/>
          </p:nvSpPr>
          <p:spPr>
            <a:xfrm>
              <a:off x="9146922" y="1985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4" name="pt43804"/>
            <p:cNvSpPr/>
            <p:nvPr/>
          </p:nvSpPr>
          <p:spPr>
            <a:xfrm>
              <a:off x="8901496" y="1572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5" name="pt43805"/>
            <p:cNvSpPr/>
            <p:nvPr/>
          </p:nvSpPr>
          <p:spPr>
            <a:xfrm>
              <a:off x="8961132" y="2084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6" name="pt43806"/>
            <p:cNvSpPr/>
            <p:nvPr/>
          </p:nvSpPr>
          <p:spPr>
            <a:xfrm>
              <a:off x="8921875" y="2142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7" name="pt43807"/>
            <p:cNvSpPr/>
            <p:nvPr/>
          </p:nvSpPr>
          <p:spPr>
            <a:xfrm>
              <a:off x="8989504" y="2291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8" name="pt43808"/>
            <p:cNvSpPr/>
            <p:nvPr/>
          </p:nvSpPr>
          <p:spPr>
            <a:xfrm>
              <a:off x="8312152" y="2435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9" name="pt43809"/>
            <p:cNvSpPr/>
            <p:nvPr/>
          </p:nvSpPr>
          <p:spPr>
            <a:xfrm>
              <a:off x="9045188" y="1877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0" name="pt43810"/>
            <p:cNvSpPr/>
            <p:nvPr/>
          </p:nvSpPr>
          <p:spPr>
            <a:xfrm>
              <a:off x="9347687" y="2093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1" name="pt43811"/>
            <p:cNvSpPr/>
            <p:nvPr/>
          </p:nvSpPr>
          <p:spPr>
            <a:xfrm>
              <a:off x="8859909" y="193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2" name="pt43812"/>
            <p:cNvSpPr/>
            <p:nvPr/>
          </p:nvSpPr>
          <p:spPr>
            <a:xfrm>
              <a:off x="9010641" y="1999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3" name="pt43813"/>
            <p:cNvSpPr/>
            <p:nvPr/>
          </p:nvSpPr>
          <p:spPr>
            <a:xfrm>
              <a:off x="8863776" y="1946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4" name="pt43814"/>
            <p:cNvSpPr/>
            <p:nvPr/>
          </p:nvSpPr>
          <p:spPr>
            <a:xfrm>
              <a:off x="8898383" y="2103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5" name="pt43815"/>
            <p:cNvSpPr/>
            <p:nvPr/>
          </p:nvSpPr>
          <p:spPr>
            <a:xfrm>
              <a:off x="9050561" y="2007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6" name="pt43816"/>
            <p:cNvSpPr/>
            <p:nvPr/>
          </p:nvSpPr>
          <p:spPr>
            <a:xfrm>
              <a:off x="9376059" y="2167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7" name="pt43817"/>
            <p:cNvSpPr/>
            <p:nvPr/>
          </p:nvSpPr>
          <p:spPr>
            <a:xfrm>
              <a:off x="8937640" y="1857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8" name="pt43818"/>
            <p:cNvSpPr/>
            <p:nvPr/>
          </p:nvSpPr>
          <p:spPr>
            <a:xfrm>
              <a:off x="9080864" y="1919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9" name="pt43819"/>
            <p:cNvSpPr/>
            <p:nvPr/>
          </p:nvSpPr>
          <p:spPr>
            <a:xfrm>
              <a:off x="9514089" y="2437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0" name="pt43820"/>
            <p:cNvSpPr/>
            <p:nvPr/>
          </p:nvSpPr>
          <p:spPr>
            <a:xfrm>
              <a:off x="9408619" y="2250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1" name="pt43821"/>
            <p:cNvSpPr/>
            <p:nvPr/>
          </p:nvSpPr>
          <p:spPr>
            <a:xfrm>
              <a:off x="9024978" y="2028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2" name="pt43822"/>
            <p:cNvSpPr/>
            <p:nvPr/>
          </p:nvSpPr>
          <p:spPr>
            <a:xfrm>
              <a:off x="8975889" y="2201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3" name="pt43823"/>
            <p:cNvSpPr/>
            <p:nvPr/>
          </p:nvSpPr>
          <p:spPr>
            <a:xfrm>
              <a:off x="8434097" y="2506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4" name="pt43824"/>
            <p:cNvSpPr/>
            <p:nvPr/>
          </p:nvSpPr>
          <p:spPr>
            <a:xfrm>
              <a:off x="8977900" y="2341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5" name="pt43825"/>
            <p:cNvSpPr/>
            <p:nvPr/>
          </p:nvSpPr>
          <p:spPr>
            <a:xfrm>
              <a:off x="9205570" y="2241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6" name="pt43826"/>
            <p:cNvSpPr/>
            <p:nvPr/>
          </p:nvSpPr>
          <p:spPr>
            <a:xfrm>
              <a:off x="8843532" y="2042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7" name="pt43827"/>
            <p:cNvSpPr/>
            <p:nvPr/>
          </p:nvSpPr>
          <p:spPr>
            <a:xfrm>
              <a:off x="8756500" y="2127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8" name="pt43828"/>
            <p:cNvSpPr/>
            <p:nvPr/>
          </p:nvSpPr>
          <p:spPr>
            <a:xfrm>
              <a:off x="9551860" y="1799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9" name="pt43829"/>
            <p:cNvSpPr/>
            <p:nvPr/>
          </p:nvSpPr>
          <p:spPr>
            <a:xfrm>
              <a:off x="9128386" y="2024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0" name="pt43830"/>
            <p:cNvSpPr/>
            <p:nvPr/>
          </p:nvSpPr>
          <p:spPr>
            <a:xfrm>
              <a:off x="8383485" y="2419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1" name="pt43831"/>
            <p:cNvSpPr/>
            <p:nvPr/>
          </p:nvSpPr>
          <p:spPr>
            <a:xfrm>
              <a:off x="8770040" y="2100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2" name="pt43832"/>
            <p:cNvSpPr/>
            <p:nvPr/>
          </p:nvSpPr>
          <p:spPr>
            <a:xfrm>
              <a:off x="9498107" y="2340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3" name="pt43833"/>
            <p:cNvSpPr/>
            <p:nvPr/>
          </p:nvSpPr>
          <p:spPr>
            <a:xfrm>
              <a:off x="8473354" y="2335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4" name="pt43834"/>
            <p:cNvSpPr/>
            <p:nvPr/>
          </p:nvSpPr>
          <p:spPr>
            <a:xfrm>
              <a:off x="8839187" y="2150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5" name="pt43835"/>
            <p:cNvSpPr/>
            <p:nvPr/>
          </p:nvSpPr>
          <p:spPr>
            <a:xfrm>
              <a:off x="9167133" y="2152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6" name="pt43836"/>
            <p:cNvSpPr/>
            <p:nvPr/>
          </p:nvSpPr>
          <p:spPr>
            <a:xfrm>
              <a:off x="9055774" y="1887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7" name="pt43837"/>
            <p:cNvSpPr/>
            <p:nvPr/>
          </p:nvSpPr>
          <p:spPr>
            <a:xfrm>
              <a:off x="8756500" y="2064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8" name="pt43838"/>
            <p:cNvSpPr/>
            <p:nvPr/>
          </p:nvSpPr>
          <p:spPr>
            <a:xfrm>
              <a:off x="9366003" y="2118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9" name="pt43839"/>
            <p:cNvSpPr/>
            <p:nvPr/>
          </p:nvSpPr>
          <p:spPr>
            <a:xfrm>
              <a:off x="8987622" y="225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0" name="pt43840"/>
            <p:cNvSpPr/>
            <p:nvPr/>
          </p:nvSpPr>
          <p:spPr>
            <a:xfrm>
              <a:off x="8654494" y="2435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1" name="pt43841"/>
            <p:cNvSpPr/>
            <p:nvPr/>
          </p:nvSpPr>
          <p:spPr>
            <a:xfrm>
              <a:off x="9161591" y="2071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2" name="pt43842"/>
            <p:cNvSpPr/>
            <p:nvPr/>
          </p:nvSpPr>
          <p:spPr>
            <a:xfrm>
              <a:off x="8904556" y="2007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3" name="pt43843"/>
            <p:cNvSpPr/>
            <p:nvPr/>
          </p:nvSpPr>
          <p:spPr>
            <a:xfrm>
              <a:off x="9515130" y="2532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4" name="pt43844"/>
            <p:cNvSpPr/>
            <p:nvPr/>
          </p:nvSpPr>
          <p:spPr>
            <a:xfrm>
              <a:off x="8847771" y="207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5" name="pt43845"/>
            <p:cNvSpPr/>
            <p:nvPr/>
          </p:nvSpPr>
          <p:spPr>
            <a:xfrm>
              <a:off x="9536594" y="1733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6" name="pt43846"/>
            <p:cNvSpPr/>
            <p:nvPr/>
          </p:nvSpPr>
          <p:spPr>
            <a:xfrm>
              <a:off x="8312152" y="2373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7" name="pt43847"/>
            <p:cNvSpPr/>
            <p:nvPr/>
          </p:nvSpPr>
          <p:spPr>
            <a:xfrm>
              <a:off x="8756500" y="2108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8" name="pt43848"/>
            <p:cNvSpPr/>
            <p:nvPr/>
          </p:nvSpPr>
          <p:spPr>
            <a:xfrm>
              <a:off x="9055774" y="1672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9" name="pt43849"/>
            <p:cNvSpPr/>
            <p:nvPr/>
          </p:nvSpPr>
          <p:spPr>
            <a:xfrm>
              <a:off x="8434097" y="2355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0" name="pt43850"/>
            <p:cNvSpPr/>
            <p:nvPr/>
          </p:nvSpPr>
          <p:spPr>
            <a:xfrm>
              <a:off x="9178998" y="1922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1" name="pt43851"/>
            <p:cNvSpPr/>
            <p:nvPr/>
          </p:nvSpPr>
          <p:spPr>
            <a:xfrm>
              <a:off x="8641456" y="2123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2" name="pt43852"/>
            <p:cNvSpPr/>
            <p:nvPr/>
          </p:nvSpPr>
          <p:spPr>
            <a:xfrm>
              <a:off x="9051878" y="1842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3" name="pt43853"/>
            <p:cNvSpPr/>
            <p:nvPr/>
          </p:nvSpPr>
          <p:spPr>
            <a:xfrm>
              <a:off x="8383485" y="2279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4" name="pt43854"/>
            <p:cNvSpPr/>
            <p:nvPr/>
          </p:nvSpPr>
          <p:spPr>
            <a:xfrm>
              <a:off x="9515130" y="2517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5" name="pt43855"/>
            <p:cNvSpPr/>
            <p:nvPr/>
          </p:nvSpPr>
          <p:spPr>
            <a:xfrm>
              <a:off x="8927288" y="2190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6" name="pt43856"/>
            <p:cNvSpPr/>
            <p:nvPr/>
          </p:nvSpPr>
          <p:spPr>
            <a:xfrm>
              <a:off x="8763400" y="2148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7" name="pt43857"/>
            <p:cNvSpPr/>
            <p:nvPr/>
          </p:nvSpPr>
          <p:spPr>
            <a:xfrm>
              <a:off x="8627374" y="2113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8" name="pt43858"/>
            <p:cNvSpPr/>
            <p:nvPr/>
          </p:nvSpPr>
          <p:spPr>
            <a:xfrm>
              <a:off x="9229609" y="1839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9" name="pt43859"/>
            <p:cNvSpPr/>
            <p:nvPr/>
          </p:nvSpPr>
          <p:spPr>
            <a:xfrm>
              <a:off x="8532549" y="2358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0" name="pt43860"/>
            <p:cNvSpPr/>
            <p:nvPr/>
          </p:nvSpPr>
          <p:spPr>
            <a:xfrm>
              <a:off x="8595298" y="2123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1" name="pt43861"/>
            <p:cNvSpPr/>
            <p:nvPr/>
          </p:nvSpPr>
          <p:spPr>
            <a:xfrm>
              <a:off x="8961132" y="2138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2" name="pt43862"/>
            <p:cNvSpPr/>
            <p:nvPr/>
          </p:nvSpPr>
          <p:spPr>
            <a:xfrm>
              <a:off x="8763400" y="2183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3" name="pt43863"/>
            <p:cNvSpPr/>
            <p:nvPr/>
          </p:nvSpPr>
          <p:spPr>
            <a:xfrm>
              <a:off x="8312152" y="2528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4" name="pt43864"/>
            <p:cNvSpPr/>
            <p:nvPr/>
          </p:nvSpPr>
          <p:spPr>
            <a:xfrm>
              <a:off x="9055774" y="1685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5" name="pt43865"/>
            <p:cNvSpPr/>
            <p:nvPr/>
          </p:nvSpPr>
          <p:spPr>
            <a:xfrm>
              <a:off x="9051878" y="1838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6" name="pt43866"/>
            <p:cNvSpPr/>
            <p:nvPr/>
          </p:nvSpPr>
          <p:spPr>
            <a:xfrm>
              <a:off x="8725827" y="2087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7" name="pt43867"/>
            <p:cNvSpPr/>
            <p:nvPr/>
          </p:nvSpPr>
          <p:spPr>
            <a:xfrm>
              <a:off x="8473354" y="2477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8" name="pt43868"/>
            <p:cNvSpPr/>
            <p:nvPr/>
          </p:nvSpPr>
          <p:spPr>
            <a:xfrm>
              <a:off x="9214649" y="2193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9" name="pt43869"/>
            <p:cNvSpPr/>
            <p:nvPr/>
          </p:nvSpPr>
          <p:spPr>
            <a:xfrm>
              <a:off x="9070546" y="2225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0" name="pt43870"/>
            <p:cNvSpPr/>
            <p:nvPr/>
          </p:nvSpPr>
          <p:spPr>
            <a:xfrm>
              <a:off x="8383485" y="2546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1" name="pt43871"/>
            <p:cNvSpPr/>
            <p:nvPr/>
          </p:nvSpPr>
          <p:spPr>
            <a:xfrm>
              <a:off x="8698707" y="2404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2" name="pt43872"/>
            <p:cNvSpPr/>
            <p:nvPr/>
          </p:nvSpPr>
          <p:spPr>
            <a:xfrm>
              <a:off x="8473354" y="2366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3" name="pt43873"/>
            <p:cNvSpPr/>
            <p:nvPr/>
          </p:nvSpPr>
          <p:spPr>
            <a:xfrm>
              <a:off x="9095800" y="1870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4" name="pt43874"/>
            <p:cNvSpPr/>
            <p:nvPr/>
          </p:nvSpPr>
          <p:spPr>
            <a:xfrm>
              <a:off x="8776438" y="2045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5" name="pt43875"/>
            <p:cNvSpPr/>
            <p:nvPr/>
          </p:nvSpPr>
          <p:spPr>
            <a:xfrm>
              <a:off x="8627374" y="2401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6" name="pt43876"/>
            <p:cNvSpPr/>
            <p:nvPr/>
          </p:nvSpPr>
          <p:spPr>
            <a:xfrm>
              <a:off x="9313250" y="1803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7" name="pt43877"/>
            <p:cNvSpPr/>
            <p:nvPr/>
          </p:nvSpPr>
          <p:spPr>
            <a:xfrm>
              <a:off x="9663884" y="2425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8" name="pt43878"/>
            <p:cNvSpPr/>
            <p:nvPr/>
          </p:nvSpPr>
          <p:spPr>
            <a:xfrm>
              <a:off x="8913428" y="2130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9" name="pt43879"/>
            <p:cNvSpPr/>
            <p:nvPr/>
          </p:nvSpPr>
          <p:spPr>
            <a:xfrm>
              <a:off x="8916289" y="2172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0" name="pt43880"/>
            <p:cNvSpPr/>
            <p:nvPr/>
          </p:nvSpPr>
          <p:spPr>
            <a:xfrm>
              <a:off x="8312152" y="2276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1" name="pt43881"/>
            <p:cNvSpPr/>
            <p:nvPr/>
          </p:nvSpPr>
          <p:spPr>
            <a:xfrm>
              <a:off x="8556041" y="241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2" name="pt43882"/>
            <p:cNvSpPr/>
            <p:nvPr/>
          </p:nvSpPr>
          <p:spPr>
            <a:xfrm>
              <a:off x="8576763" y="2399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3" name="pt43883"/>
            <p:cNvSpPr/>
            <p:nvPr/>
          </p:nvSpPr>
          <p:spPr>
            <a:xfrm>
              <a:off x="8874891" y="2085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4" name="pt43884"/>
            <p:cNvSpPr/>
            <p:nvPr/>
          </p:nvSpPr>
          <p:spPr>
            <a:xfrm>
              <a:off x="8907564" y="1694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5" name="pt43885"/>
            <p:cNvSpPr/>
            <p:nvPr/>
          </p:nvSpPr>
          <p:spPr>
            <a:xfrm>
              <a:off x="8947416" y="1923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6" name="pt43886"/>
            <p:cNvSpPr/>
            <p:nvPr/>
          </p:nvSpPr>
          <p:spPr>
            <a:xfrm>
              <a:off x="8434097" y="2571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7" name="pt43887"/>
            <p:cNvSpPr/>
            <p:nvPr/>
          </p:nvSpPr>
          <p:spPr>
            <a:xfrm>
              <a:off x="9386161" y="2045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8" name="pt43888"/>
            <p:cNvSpPr/>
            <p:nvPr/>
          </p:nvSpPr>
          <p:spPr>
            <a:xfrm>
              <a:off x="8312152" y="2248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9" name="pt43889"/>
            <p:cNvSpPr/>
            <p:nvPr/>
          </p:nvSpPr>
          <p:spPr>
            <a:xfrm>
              <a:off x="9124084" y="1997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0" name="pt43890"/>
            <p:cNvSpPr/>
            <p:nvPr/>
          </p:nvSpPr>
          <p:spPr>
            <a:xfrm>
              <a:off x="8847771" y="2146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1" name="pt43891"/>
            <p:cNvSpPr/>
            <p:nvPr/>
          </p:nvSpPr>
          <p:spPr>
            <a:xfrm>
              <a:off x="8312152" y="2429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2" name="pt43892"/>
            <p:cNvSpPr/>
            <p:nvPr/>
          </p:nvSpPr>
          <p:spPr>
            <a:xfrm>
              <a:off x="9124084" y="1995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3" name="pt43893"/>
            <p:cNvSpPr/>
            <p:nvPr/>
          </p:nvSpPr>
          <p:spPr>
            <a:xfrm>
              <a:off x="8770040" y="2124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4" name="pt43894"/>
            <p:cNvSpPr/>
            <p:nvPr/>
          </p:nvSpPr>
          <p:spPr>
            <a:xfrm>
              <a:off x="8901496" y="1576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5" name="pt43895"/>
            <p:cNvSpPr/>
            <p:nvPr/>
          </p:nvSpPr>
          <p:spPr>
            <a:xfrm>
              <a:off x="8641456" y="210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6" name="pt43896"/>
            <p:cNvSpPr/>
            <p:nvPr/>
          </p:nvSpPr>
          <p:spPr>
            <a:xfrm>
              <a:off x="9117880" y="2043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7" name="pt43897"/>
            <p:cNvSpPr/>
            <p:nvPr/>
          </p:nvSpPr>
          <p:spPr>
            <a:xfrm>
              <a:off x="8383485" y="2499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8" name="pt43898"/>
            <p:cNvSpPr/>
            <p:nvPr/>
          </p:nvSpPr>
          <p:spPr>
            <a:xfrm>
              <a:off x="8782612" y="2291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9" name="pt43899"/>
            <p:cNvSpPr/>
            <p:nvPr/>
          </p:nvSpPr>
          <p:spPr>
            <a:xfrm>
              <a:off x="8942596" y="1793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0" name="pt43900"/>
            <p:cNvSpPr/>
            <p:nvPr/>
          </p:nvSpPr>
          <p:spPr>
            <a:xfrm>
              <a:off x="8556041" y="2560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1" name="pt43901"/>
            <p:cNvSpPr/>
            <p:nvPr/>
          </p:nvSpPr>
          <p:spPr>
            <a:xfrm>
              <a:off x="8971798" y="2066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2" name="pt43902"/>
            <p:cNvSpPr/>
            <p:nvPr/>
          </p:nvSpPr>
          <p:spPr>
            <a:xfrm>
              <a:off x="9106706" y="1961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3" name="pt43903"/>
            <p:cNvSpPr/>
            <p:nvPr/>
          </p:nvSpPr>
          <p:spPr>
            <a:xfrm>
              <a:off x="8505430" y="2312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4" name="pt43904"/>
            <p:cNvSpPr/>
            <p:nvPr/>
          </p:nvSpPr>
          <p:spPr>
            <a:xfrm>
              <a:off x="8935109" y="2151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5" name="pt43905"/>
            <p:cNvSpPr/>
            <p:nvPr/>
          </p:nvSpPr>
          <p:spPr>
            <a:xfrm>
              <a:off x="8312152" y="2254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6" name="pt43906"/>
            <p:cNvSpPr/>
            <p:nvPr/>
          </p:nvSpPr>
          <p:spPr>
            <a:xfrm>
              <a:off x="8312152" y="239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7" name="pt43907"/>
            <p:cNvSpPr/>
            <p:nvPr/>
          </p:nvSpPr>
          <p:spPr>
            <a:xfrm>
              <a:off x="8851911" y="1962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8" name="pt43908"/>
            <p:cNvSpPr/>
            <p:nvPr/>
          </p:nvSpPr>
          <p:spPr>
            <a:xfrm>
              <a:off x="9021891" y="1779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9" name="pt43909"/>
            <p:cNvSpPr/>
            <p:nvPr/>
          </p:nvSpPr>
          <p:spPr>
            <a:xfrm>
              <a:off x="9654228" y="2480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0" name="pt43910"/>
            <p:cNvSpPr/>
            <p:nvPr/>
          </p:nvSpPr>
          <p:spPr>
            <a:xfrm>
              <a:off x="9612243" y="2322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1" name="pt43911"/>
            <p:cNvSpPr/>
            <p:nvPr/>
          </p:nvSpPr>
          <p:spPr>
            <a:xfrm>
              <a:off x="9530995" y="2492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2" name="pt43912"/>
            <p:cNvSpPr/>
            <p:nvPr/>
          </p:nvSpPr>
          <p:spPr>
            <a:xfrm>
              <a:off x="8698707" y="2480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3" name="pt43913"/>
            <p:cNvSpPr/>
            <p:nvPr/>
          </p:nvSpPr>
          <p:spPr>
            <a:xfrm>
              <a:off x="8734011" y="1975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4" name="pt43914"/>
            <p:cNvSpPr/>
            <p:nvPr/>
          </p:nvSpPr>
          <p:spPr>
            <a:xfrm>
              <a:off x="8312152" y="2344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5" name="pt43915"/>
            <p:cNvSpPr/>
            <p:nvPr/>
          </p:nvSpPr>
          <p:spPr>
            <a:xfrm>
              <a:off x="9502520" y="2413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6" name="pt43916"/>
            <p:cNvSpPr/>
            <p:nvPr/>
          </p:nvSpPr>
          <p:spPr>
            <a:xfrm>
              <a:off x="9494750" y="2315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7" name="pt43917"/>
            <p:cNvSpPr/>
            <p:nvPr/>
          </p:nvSpPr>
          <p:spPr>
            <a:xfrm>
              <a:off x="8799930" y="2184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8" name="pt43918"/>
            <p:cNvSpPr/>
            <p:nvPr/>
          </p:nvSpPr>
          <p:spPr>
            <a:xfrm>
              <a:off x="8312152" y="2454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9" name="pt43919"/>
            <p:cNvSpPr/>
            <p:nvPr/>
          </p:nvSpPr>
          <p:spPr>
            <a:xfrm>
              <a:off x="8717243" y="2101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0" name="pt43920"/>
            <p:cNvSpPr/>
            <p:nvPr/>
          </p:nvSpPr>
          <p:spPr>
            <a:xfrm>
              <a:off x="8312152" y="2463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1" name="pt43921"/>
            <p:cNvSpPr/>
            <p:nvPr/>
          </p:nvSpPr>
          <p:spPr>
            <a:xfrm>
              <a:off x="8977900" y="2343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2" name="pt43922"/>
            <p:cNvSpPr/>
            <p:nvPr/>
          </p:nvSpPr>
          <p:spPr>
            <a:xfrm>
              <a:off x="8995031" y="2009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3" name="pt43923"/>
            <p:cNvSpPr/>
            <p:nvPr/>
          </p:nvSpPr>
          <p:spPr>
            <a:xfrm>
              <a:off x="8859909" y="1922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4" name="pt43924"/>
            <p:cNvSpPr/>
            <p:nvPr/>
          </p:nvSpPr>
          <p:spPr>
            <a:xfrm>
              <a:off x="9143835" y="2034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5" name="pt43925"/>
            <p:cNvSpPr/>
            <p:nvPr/>
          </p:nvSpPr>
          <p:spPr>
            <a:xfrm>
              <a:off x="8312152" y="2243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6" name="pt43926"/>
            <p:cNvSpPr/>
            <p:nvPr/>
          </p:nvSpPr>
          <p:spPr>
            <a:xfrm>
              <a:off x="8666631" y="2212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7" name="pt43927"/>
            <p:cNvSpPr/>
            <p:nvPr/>
          </p:nvSpPr>
          <p:spPr>
            <a:xfrm>
              <a:off x="9021891" y="190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8" name="pt43928"/>
            <p:cNvSpPr/>
            <p:nvPr/>
          </p:nvSpPr>
          <p:spPr>
            <a:xfrm>
              <a:off x="8556041" y="2445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9" name="pt43929"/>
            <p:cNvSpPr/>
            <p:nvPr/>
          </p:nvSpPr>
          <p:spPr>
            <a:xfrm>
              <a:off x="9117880" y="1982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0" name="pt43930"/>
            <p:cNvSpPr/>
            <p:nvPr/>
          </p:nvSpPr>
          <p:spPr>
            <a:xfrm>
              <a:off x="8996835" y="1893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1" name="pt43931"/>
            <p:cNvSpPr/>
            <p:nvPr/>
          </p:nvSpPr>
          <p:spPr>
            <a:xfrm>
              <a:off x="8881929" y="2192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2" name="pt43932"/>
            <p:cNvSpPr/>
            <p:nvPr/>
          </p:nvSpPr>
          <p:spPr>
            <a:xfrm>
              <a:off x="8312152" y="2295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3" name="pt43933"/>
            <p:cNvSpPr/>
            <p:nvPr/>
          </p:nvSpPr>
          <p:spPr>
            <a:xfrm>
              <a:off x="8666631" y="2452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4" name="pt43934"/>
            <p:cNvSpPr/>
            <p:nvPr/>
          </p:nvSpPr>
          <p:spPr>
            <a:xfrm>
              <a:off x="8312152" y="2542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5" name="pt43935"/>
            <p:cNvSpPr/>
            <p:nvPr/>
          </p:nvSpPr>
          <p:spPr>
            <a:xfrm>
              <a:off x="8810596" y="2317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6" name="pt43936"/>
            <p:cNvSpPr/>
            <p:nvPr/>
          </p:nvSpPr>
          <p:spPr>
            <a:xfrm>
              <a:off x="9201130" y="1964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7" name="pt43937"/>
            <p:cNvSpPr/>
            <p:nvPr/>
          </p:nvSpPr>
          <p:spPr>
            <a:xfrm>
              <a:off x="8881929" y="2234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8" name="pt43938"/>
            <p:cNvSpPr/>
            <p:nvPr/>
          </p:nvSpPr>
          <p:spPr>
            <a:xfrm>
              <a:off x="9124084" y="2126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9" name="pt43939"/>
            <p:cNvSpPr/>
            <p:nvPr/>
          </p:nvSpPr>
          <p:spPr>
            <a:xfrm>
              <a:off x="9384781" y="2108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0" name="pt43940"/>
            <p:cNvSpPr/>
            <p:nvPr/>
          </p:nvSpPr>
          <p:spPr>
            <a:xfrm>
              <a:off x="8505430" y="2488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1" name="pt43941"/>
            <p:cNvSpPr/>
            <p:nvPr/>
          </p:nvSpPr>
          <p:spPr>
            <a:xfrm>
              <a:off x="8556041" y="2441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2" name="pt43942"/>
            <p:cNvSpPr/>
            <p:nvPr/>
          </p:nvSpPr>
          <p:spPr>
            <a:xfrm>
              <a:off x="8383485" y="2332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3" name="pt43943"/>
            <p:cNvSpPr/>
            <p:nvPr/>
          </p:nvSpPr>
          <p:spPr>
            <a:xfrm>
              <a:off x="9005590" y="1956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4" name="pt43944"/>
            <p:cNvSpPr/>
            <p:nvPr/>
          </p:nvSpPr>
          <p:spPr>
            <a:xfrm>
              <a:off x="8717243" y="2300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5" name="pt43945"/>
            <p:cNvSpPr/>
            <p:nvPr/>
          </p:nvSpPr>
          <p:spPr>
            <a:xfrm>
              <a:off x="9464046" y="2057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6" name="pt43946"/>
            <p:cNvSpPr/>
            <p:nvPr/>
          </p:nvSpPr>
          <p:spPr>
            <a:xfrm>
              <a:off x="9206663" y="2137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7" name="pt43947"/>
            <p:cNvSpPr/>
            <p:nvPr/>
          </p:nvSpPr>
          <p:spPr>
            <a:xfrm>
              <a:off x="9573785" y="2273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8" name="pt43948"/>
            <p:cNvSpPr/>
            <p:nvPr/>
          </p:nvSpPr>
          <p:spPr>
            <a:xfrm>
              <a:off x="8383485" y="2511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9" name="pt43949"/>
            <p:cNvSpPr/>
            <p:nvPr/>
          </p:nvSpPr>
          <p:spPr>
            <a:xfrm>
              <a:off x="9785747" y="2569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0" name="pt43950"/>
            <p:cNvSpPr/>
            <p:nvPr/>
          </p:nvSpPr>
          <p:spPr>
            <a:xfrm>
              <a:off x="8901496" y="1896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1" name="pt43951"/>
            <p:cNvSpPr/>
            <p:nvPr/>
          </p:nvSpPr>
          <p:spPr>
            <a:xfrm>
              <a:off x="8434097" y="2308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2" name="pt43952"/>
            <p:cNvSpPr/>
            <p:nvPr/>
          </p:nvSpPr>
          <p:spPr>
            <a:xfrm>
              <a:off x="8949778" y="1983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3" name="pt43953"/>
            <p:cNvSpPr/>
            <p:nvPr/>
          </p:nvSpPr>
          <p:spPr>
            <a:xfrm>
              <a:off x="8473354" y="2449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4" name="pt43954"/>
            <p:cNvSpPr/>
            <p:nvPr/>
          </p:nvSpPr>
          <p:spPr>
            <a:xfrm>
              <a:off x="8961132" y="2132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5" name="pt43955"/>
            <p:cNvSpPr/>
            <p:nvPr/>
          </p:nvSpPr>
          <p:spPr>
            <a:xfrm>
              <a:off x="8871263" y="1879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6" name="pt43956"/>
            <p:cNvSpPr/>
            <p:nvPr/>
          </p:nvSpPr>
          <p:spPr>
            <a:xfrm>
              <a:off x="9377920" y="2137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7" name="pt43957"/>
            <p:cNvSpPr/>
            <p:nvPr/>
          </p:nvSpPr>
          <p:spPr>
            <a:xfrm>
              <a:off x="9292119" y="1875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8" name="pt43958"/>
            <p:cNvSpPr/>
            <p:nvPr/>
          </p:nvSpPr>
          <p:spPr>
            <a:xfrm>
              <a:off x="8312152" y="2522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9" name="pt43959"/>
            <p:cNvSpPr/>
            <p:nvPr/>
          </p:nvSpPr>
          <p:spPr>
            <a:xfrm>
              <a:off x="9386161" y="1997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0" name="pt43960"/>
            <p:cNvSpPr/>
            <p:nvPr/>
          </p:nvSpPr>
          <p:spPr>
            <a:xfrm>
              <a:off x="9666217" y="2168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1" name="pt43961"/>
            <p:cNvSpPr/>
            <p:nvPr/>
          </p:nvSpPr>
          <p:spPr>
            <a:xfrm>
              <a:off x="9573785" y="2433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2" name="pt43962"/>
            <p:cNvSpPr/>
            <p:nvPr/>
          </p:nvSpPr>
          <p:spPr>
            <a:xfrm>
              <a:off x="9384781" y="2009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3" name="pt43963"/>
            <p:cNvSpPr/>
            <p:nvPr/>
          </p:nvSpPr>
          <p:spPr>
            <a:xfrm>
              <a:off x="8505430" y="2457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4" name="pt43964"/>
            <p:cNvSpPr/>
            <p:nvPr/>
          </p:nvSpPr>
          <p:spPr>
            <a:xfrm>
              <a:off x="8312152" y="2454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5" name="pt43965"/>
            <p:cNvSpPr/>
            <p:nvPr/>
          </p:nvSpPr>
          <p:spPr>
            <a:xfrm>
              <a:off x="8749319" y="2353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6" name="pt43966"/>
            <p:cNvSpPr/>
            <p:nvPr/>
          </p:nvSpPr>
          <p:spPr>
            <a:xfrm>
              <a:off x="8947416" y="1960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7" name="pt43967"/>
            <p:cNvSpPr/>
            <p:nvPr/>
          </p:nvSpPr>
          <p:spPr>
            <a:xfrm>
              <a:off x="8312152" y="272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8" name="pt43968"/>
            <p:cNvSpPr/>
            <p:nvPr/>
          </p:nvSpPr>
          <p:spPr>
            <a:xfrm>
              <a:off x="9188912" y="1967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9" name="pt43969"/>
            <p:cNvSpPr/>
            <p:nvPr/>
          </p:nvSpPr>
          <p:spPr>
            <a:xfrm>
              <a:off x="8505430" y="2472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0" name="pt43970"/>
            <p:cNvSpPr/>
            <p:nvPr/>
          </p:nvSpPr>
          <p:spPr>
            <a:xfrm>
              <a:off x="8878445" y="2053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1" name="pt43971"/>
            <p:cNvSpPr/>
            <p:nvPr/>
          </p:nvSpPr>
          <p:spPr>
            <a:xfrm>
              <a:off x="9432499" y="1990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2" name="pt43972"/>
            <p:cNvSpPr/>
            <p:nvPr/>
          </p:nvSpPr>
          <p:spPr>
            <a:xfrm>
              <a:off x="9062080" y="1783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3" name="pt43973"/>
            <p:cNvSpPr/>
            <p:nvPr/>
          </p:nvSpPr>
          <p:spPr>
            <a:xfrm>
              <a:off x="8825472" y="2207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4" name="pt43974"/>
            <p:cNvSpPr/>
            <p:nvPr/>
          </p:nvSpPr>
          <p:spPr>
            <a:xfrm>
              <a:off x="8956678" y="1829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5" name="pt43975"/>
            <p:cNvSpPr/>
            <p:nvPr/>
          </p:nvSpPr>
          <p:spPr>
            <a:xfrm>
              <a:off x="9201130" y="1928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6" name="pt43976"/>
            <p:cNvSpPr/>
            <p:nvPr/>
          </p:nvSpPr>
          <p:spPr>
            <a:xfrm>
              <a:off x="8916289" y="2062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7" name="pt43977"/>
            <p:cNvSpPr/>
            <p:nvPr/>
          </p:nvSpPr>
          <p:spPr>
            <a:xfrm>
              <a:off x="9138300" y="2168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8" name="pt43978"/>
            <p:cNvSpPr/>
            <p:nvPr/>
          </p:nvSpPr>
          <p:spPr>
            <a:xfrm>
              <a:off x="9028011" y="1441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9" name="pt43979"/>
            <p:cNvSpPr/>
            <p:nvPr/>
          </p:nvSpPr>
          <p:spPr>
            <a:xfrm>
              <a:off x="8595298" y="2278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0" name="pt43980"/>
            <p:cNvSpPr/>
            <p:nvPr/>
          </p:nvSpPr>
          <p:spPr>
            <a:xfrm>
              <a:off x="9070546" y="2305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1" name="pt43981"/>
            <p:cNvSpPr/>
            <p:nvPr/>
          </p:nvSpPr>
          <p:spPr>
            <a:xfrm>
              <a:off x="8749319" y="2168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2" name="pt43982"/>
            <p:cNvSpPr/>
            <p:nvPr/>
          </p:nvSpPr>
          <p:spPr>
            <a:xfrm>
              <a:off x="8937640" y="1826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3" name="pt43983"/>
            <p:cNvSpPr/>
            <p:nvPr/>
          </p:nvSpPr>
          <p:spPr>
            <a:xfrm>
              <a:off x="8312152" y="2369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4" name="pt43984"/>
            <p:cNvSpPr/>
            <p:nvPr/>
          </p:nvSpPr>
          <p:spPr>
            <a:xfrm>
              <a:off x="9070546" y="2269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5" name="pt43985"/>
            <p:cNvSpPr/>
            <p:nvPr/>
          </p:nvSpPr>
          <p:spPr>
            <a:xfrm>
              <a:off x="9066967" y="2302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6" name="pt43986"/>
            <p:cNvSpPr/>
            <p:nvPr/>
          </p:nvSpPr>
          <p:spPr>
            <a:xfrm>
              <a:off x="8867559" y="2016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7" name="pt43987"/>
            <p:cNvSpPr/>
            <p:nvPr/>
          </p:nvSpPr>
          <p:spPr>
            <a:xfrm>
              <a:off x="8859909" y="1816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8" name="pt43988"/>
            <p:cNvSpPr/>
            <p:nvPr/>
          </p:nvSpPr>
          <p:spPr>
            <a:xfrm>
              <a:off x="9554821" y="2290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9" name="pt43989"/>
            <p:cNvSpPr/>
            <p:nvPr/>
          </p:nvSpPr>
          <p:spPr>
            <a:xfrm>
              <a:off x="8505430" y="2348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0" name="pt43990"/>
            <p:cNvSpPr/>
            <p:nvPr/>
          </p:nvSpPr>
          <p:spPr>
            <a:xfrm>
              <a:off x="8666631" y="2419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1" name="pt43991"/>
            <p:cNvSpPr/>
            <p:nvPr/>
          </p:nvSpPr>
          <p:spPr>
            <a:xfrm>
              <a:off x="8904556" y="1923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2" name="pt43992"/>
            <p:cNvSpPr/>
            <p:nvPr/>
          </p:nvSpPr>
          <p:spPr>
            <a:xfrm>
              <a:off x="9498107" y="2570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3" name="pt43993"/>
            <p:cNvSpPr/>
            <p:nvPr/>
          </p:nvSpPr>
          <p:spPr>
            <a:xfrm>
              <a:off x="8749319" y="2211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4" name="pt43994"/>
            <p:cNvSpPr/>
            <p:nvPr/>
          </p:nvSpPr>
          <p:spPr>
            <a:xfrm>
              <a:off x="8847771" y="2047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5" name="pt43995"/>
            <p:cNvSpPr/>
            <p:nvPr/>
          </p:nvSpPr>
          <p:spPr>
            <a:xfrm>
              <a:off x="9834193" y="2525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6" name="pt43996"/>
            <p:cNvSpPr/>
            <p:nvPr/>
          </p:nvSpPr>
          <p:spPr>
            <a:xfrm>
              <a:off x="9228169" y="1825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7" name="pt43997"/>
            <p:cNvSpPr/>
            <p:nvPr/>
          </p:nvSpPr>
          <p:spPr>
            <a:xfrm>
              <a:off x="8921875" y="2016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8" name="pt43998"/>
            <p:cNvSpPr/>
            <p:nvPr/>
          </p:nvSpPr>
          <p:spPr>
            <a:xfrm>
              <a:off x="8874891" y="2278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9" name="pt43999"/>
            <p:cNvSpPr/>
            <p:nvPr/>
          </p:nvSpPr>
          <p:spPr>
            <a:xfrm>
              <a:off x="9175781" y="2014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0" name="pt44000"/>
            <p:cNvSpPr/>
            <p:nvPr/>
          </p:nvSpPr>
          <p:spPr>
            <a:xfrm>
              <a:off x="8595298" y="2255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1" name="pt44001"/>
            <p:cNvSpPr/>
            <p:nvPr/>
          </p:nvSpPr>
          <p:spPr>
            <a:xfrm>
              <a:off x="9003873" y="1986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2" name="pt44002"/>
            <p:cNvSpPr/>
            <p:nvPr/>
          </p:nvSpPr>
          <p:spPr>
            <a:xfrm>
              <a:off x="8881929" y="2186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3" name="pt44003"/>
            <p:cNvSpPr/>
            <p:nvPr/>
          </p:nvSpPr>
          <p:spPr>
            <a:xfrm>
              <a:off x="9603616" y="2354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4" name="pt44004"/>
            <p:cNvSpPr/>
            <p:nvPr/>
          </p:nvSpPr>
          <p:spPr>
            <a:xfrm>
              <a:off x="8312152" y="2456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5" name="pt44005"/>
            <p:cNvSpPr/>
            <p:nvPr/>
          </p:nvSpPr>
          <p:spPr>
            <a:xfrm>
              <a:off x="8847771" y="2082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6" name="pt44006"/>
            <p:cNvSpPr/>
            <p:nvPr/>
          </p:nvSpPr>
          <p:spPr>
            <a:xfrm>
              <a:off x="9124084" y="2067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7" name="pt44007"/>
            <p:cNvSpPr/>
            <p:nvPr/>
          </p:nvSpPr>
          <p:spPr>
            <a:xfrm>
              <a:off x="8556041" y="2361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8" name="pt44008"/>
            <p:cNvSpPr/>
            <p:nvPr/>
          </p:nvSpPr>
          <p:spPr>
            <a:xfrm>
              <a:off x="8576763" y="2437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9" name="pt44009"/>
            <p:cNvSpPr/>
            <p:nvPr/>
          </p:nvSpPr>
          <p:spPr>
            <a:xfrm>
              <a:off x="9241172" y="1974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0" name="pt44010"/>
            <p:cNvSpPr/>
            <p:nvPr/>
          </p:nvSpPr>
          <p:spPr>
            <a:xfrm>
              <a:off x="9221288" y="183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1" name="pt44011"/>
            <p:cNvSpPr/>
            <p:nvPr/>
          </p:nvSpPr>
          <p:spPr>
            <a:xfrm>
              <a:off x="9086345" y="1773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2" name="pt44012"/>
            <p:cNvSpPr/>
            <p:nvPr/>
          </p:nvSpPr>
          <p:spPr>
            <a:xfrm>
              <a:off x="8749319" y="2288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3" name="pt44013"/>
            <p:cNvSpPr/>
            <p:nvPr/>
          </p:nvSpPr>
          <p:spPr>
            <a:xfrm>
              <a:off x="9726386" y="2005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4" name="pt44014"/>
            <p:cNvSpPr/>
            <p:nvPr/>
          </p:nvSpPr>
          <p:spPr>
            <a:xfrm>
              <a:off x="9726386" y="2183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5" name="pt44015"/>
            <p:cNvSpPr/>
            <p:nvPr/>
          </p:nvSpPr>
          <p:spPr>
            <a:xfrm>
              <a:off x="8595298" y="2310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6" name="pt44016"/>
            <p:cNvSpPr/>
            <p:nvPr/>
          </p:nvSpPr>
          <p:spPr>
            <a:xfrm>
              <a:off x="8677986" y="2080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7" name="pt44017"/>
            <p:cNvSpPr/>
            <p:nvPr/>
          </p:nvSpPr>
          <p:spPr>
            <a:xfrm>
              <a:off x="9117880" y="2118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8" name="pt44018"/>
            <p:cNvSpPr/>
            <p:nvPr/>
          </p:nvSpPr>
          <p:spPr>
            <a:xfrm>
              <a:off x="8825472" y="2141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9" name="pt44019"/>
            <p:cNvSpPr/>
            <p:nvPr/>
          </p:nvSpPr>
          <p:spPr>
            <a:xfrm>
              <a:off x="8312152" y="2307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0" name="pt44020"/>
            <p:cNvSpPr/>
            <p:nvPr/>
          </p:nvSpPr>
          <p:spPr>
            <a:xfrm>
              <a:off x="9021891" y="1703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1" name="pt44021"/>
            <p:cNvSpPr/>
            <p:nvPr/>
          </p:nvSpPr>
          <p:spPr>
            <a:xfrm>
              <a:off x="8698707" y="2334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2" name="pt44022"/>
            <p:cNvSpPr/>
            <p:nvPr/>
          </p:nvSpPr>
          <p:spPr>
            <a:xfrm>
              <a:off x="8654494" y="2418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3" name="pt44023"/>
            <p:cNvSpPr/>
            <p:nvPr/>
          </p:nvSpPr>
          <p:spPr>
            <a:xfrm>
              <a:off x="8677986" y="2306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4" name="pt44024"/>
            <p:cNvSpPr/>
            <p:nvPr/>
          </p:nvSpPr>
          <p:spPr>
            <a:xfrm>
              <a:off x="8505430" y="2479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5" name="pt44025"/>
            <p:cNvSpPr/>
            <p:nvPr/>
          </p:nvSpPr>
          <p:spPr>
            <a:xfrm>
              <a:off x="9427293" y="2081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6" name="pt44026"/>
            <p:cNvSpPr/>
            <p:nvPr/>
          </p:nvSpPr>
          <p:spPr>
            <a:xfrm>
              <a:off x="8383485" y="2403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7" name="pt44027"/>
            <p:cNvSpPr/>
            <p:nvPr/>
          </p:nvSpPr>
          <p:spPr>
            <a:xfrm>
              <a:off x="8973855" y="2103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8" name="pt44028"/>
            <p:cNvSpPr/>
            <p:nvPr/>
          </p:nvSpPr>
          <p:spPr>
            <a:xfrm>
              <a:off x="8843532" y="2160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9" name="pt44029"/>
            <p:cNvSpPr/>
            <p:nvPr/>
          </p:nvSpPr>
          <p:spPr>
            <a:xfrm>
              <a:off x="8834733" y="227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0" name="pt44030"/>
            <p:cNvSpPr/>
            <p:nvPr/>
          </p:nvSpPr>
          <p:spPr>
            <a:xfrm>
              <a:off x="9354634" y="202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1" name="pt44031"/>
            <p:cNvSpPr/>
            <p:nvPr/>
          </p:nvSpPr>
          <p:spPr>
            <a:xfrm>
              <a:off x="8532549" y="2528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2" name="pt44032"/>
            <p:cNvSpPr/>
            <p:nvPr/>
          </p:nvSpPr>
          <p:spPr>
            <a:xfrm>
              <a:off x="9230563" y="1868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3" name="pt44033"/>
            <p:cNvSpPr/>
            <p:nvPr/>
          </p:nvSpPr>
          <p:spPr>
            <a:xfrm>
              <a:off x="9340963" y="2122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4" name="pt44034"/>
            <p:cNvSpPr/>
            <p:nvPr/>
          </p:nvSpPr>
          <p:spPr>
            <a:xfrm>
              <a:off x="8698707" y="2371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5" name="pt44035"/>
            <p:cNvSpPr/>
            <p:nvPr/>
          </p:nvSpPr>
          <p:spPr>
            <a:xfrm>
              <a:off x="9440320" y="1904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6" name="pt44036"/>
            <p:cNvSpPr/>
            <p:nvPr/>
          </p:nvSpPr>
          <p:spPr>
            <a:xfrm>
              <a:off x="8901496" y="1520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7" name="pt44037"/>
            <p:cNvSpPr/>
            <p:nvPr/>
          </p:nvSpPr>
          <p:spPr>
            <a:xfrm>
              <a:off x="8947416" y="1845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8" name="pt44038"/>
            <p:cNvSpPr/>
            <p:nvPr/>
          </p:nvSpPr>
          <p:spPr>
            <a:xfrm>
              <a:off x="9551860" y="1777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9" name="pt44039"/>
            <p:cNvSpPr/>
            <p:nvPr/>
          </p:nvSpPr>
          <p:spPr>
            <a:xfrm>
              <a:off x="8688651" y="2365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0" name="pt44040"/>
            <p:cNvSpPr/>
            <p:nvPr/>
          </p:nvSpPr>
          <p:spPr>
            <a:xfrm>
              <a:off x="8741831" y="2403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1" name="pt44041"/>
            <p:cNvSpPr/>
            <p:nvPr/>
          </p:nvSpPr>
          <p:spPr>
            <a:xfrm>
              <a:off x="8688651" y="2313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2" name="pt44042"/>
            <p:cNvSpPr/>
            <p:nvPr/>
          </p:nvSpPr>
          <p:spPr>
            <a:xfrm>
              <a:off x="9408964" y="2152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3" name="pt44043"/>
            <p:cNvSpPr/>
            <p:nvPr/>
          </p:nvSpPr>
          <p:spPr>
            <a:xfrm>
              <a:off x="9066967" y="222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4" name="pt44044"/>
            <p:cNvSpPr/>
            <p:nvPr/>
          </p:nvSpPr>
          <p:spPr>
            <a:xfrm>
              <a:off x="8717243" y="2267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5" name="pt44045"/>
            <p:cNvSpPr/>
            <p:nvPr/>
          </p:nvSpPr>
          <p:spPr>
            <a:xfrm>
              <a:off x="9346461" y="2148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6" name="pt44046"/>
            <p:cNvSpPr/>
            <p:nvPr/>
          </p:nvSpPr>
          <p:spPr>
            <a:xfrm>
              <a:off x="8505430" y="2480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7" name="pt44047"/>
            <p:cNvSpPr/>
            <p:nvPr/>
          </p:nvSpPr>
          <p:spPr>
            <a:xfrm>
              <a:off x="9138300" y="2011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8" name="pt44048"/>
            <p:cNvSpPr/>
            <p:nvPr/>
          </p:nvSpPr>
          <p:spPr>
            <a:xfrm>
              <a:off x="9130917" y="2083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9" name="pt44049"/>
            <p:cNvSpPr/>
            <p:nvPr/>
          </p:nvSpPr>
          <p:spPr>
            <a:xfrm>
              <a:off x="8725827" y="2133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0" name="pt44050"/>
            <p:cNvSpPr/>
            <p:nvPr/>
          </p:nvSpPr>
          <p:spPr>
            <a:xfrm>
              <a:off x="8654494" y="2517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1" name="pt44051"/>
            <p:cNvSpPr/>
            <p:nvPr/>
          </p:nvSpPr>
          <p:spPr>
            <a:xfrm>
              <a:off x="8834733" y="2245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2" name="pt44052"/>
            <p:cNvSpPr/>
            <p:nvPr/>
          </p:nvSpPr>
          <p:spPr>
            <a:xfrm>
              <a:off x="8576763" y="2460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3" name="pt44053"/>
            <p:cNvSpPr/>
            <p:nvPr/>
          </p:nvSpPr>
          <p:spPr>
            <a:xfrm>
              <a:off x="8312152" y="254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4" name="pt44054"/>
            <p:cNvSpPr/>
            <p:nvPr/>
          </p:nvSpPr>
          <p:spPr>
            <a:xfrm>
              <a:off x="9028011" y="1737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5" name="pt44055"/>
            <p:cNvSpPr/>
            <p:nvPr/>
          </p:nvSpPr>
          <p:spPr>
            <a:xfrm>
              <a:off x="8698707" y="2376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6" name="pt44056"/>
            <p:cNvSpPr/>
            <p:nvPr/>
          </p:nvSpPr>
          <p:spPr>
            <a:xfrm>
              <a:off x="8895213" y="2203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7" name="pt44057"/>
            <p:cNvSpPr/>
            <p:nvPr/>
          </p:nvSpPr>
          <p:spPr>
            <a:xfrm>
              <a:off x="8654494" y="2430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8" name="pt44058"/>
            <p:cNvSpPr/>
            <p:nvPr/>
          </p:nvSpPr>
          <p:spPr>
            <a:xfrm>
              <a:off x="8942596" y="1868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9" name="pt44059"/>
            <p:cNvSpPr/>
            <p:nvPr/>
          </p:nvSpPr>
          <p:spPr>
            <a:xfrm>
              <a:off x="8987622" y="2241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0" name="pt44060"/>
            <p:cNvSpPr/>
            <p:nvPr/>
          </p:nvSpPr>
          <p:spPr>
            <a:xfrm>
              <a:off x="8945023" y="1766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1" name="pt44061"/>
            <p:cNvSpPr/>
            <p:nvPr/>
          </p:nvSpPr>
          <p:spPr>
            <a:xfrm>
              <a:off x="9091660" y="1912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2" name="pt44062"/>
            <p:cNvSpPr/>
            <p:nvPr/>
          </p:nvSpPr>
          <p:spPr>
            <a:xfrm>
              <a:off x="9378331" y="2094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3" name="pt44063"/>
            <p:cNvSpPr/>
            <p:nvPr/>
          </p:nvSpPr>
          <p:spPr>
            <a:xfrm>
              <a:off x="9106706" y="1930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4" name="pt44064"/>
            <p:cNvSpPr/>
            <p:nvPr/>
          </p:nvSpPr>
          <p:spPr>
            <a:xfrm>
              <a:off x="8666631" y="2237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5" name="pt44065"/>
            <p:cNvSpPr/>
            <p:nvPr/>
          </p:nvSpPr>
          <p:spPr>
            <a:xfrm>
              <a:off x="9382590" y="2080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6" name="pt44066"/>
            <p:cNvSpPr/>
            <p:nvPr/>
          </p:nvSpPr>
          <p:spPr>
            <a:xfrm>
              <a:off x="9749896" y="2295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7" name="pt44067"/>
            <p:cNvSpPr/>
            <p:nvPr/>
          </p:nvSpPr>
          <p:spPr>
            <a:xfrm>
              <a:off x="9427293" y="1908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8" name="pt44068"/>
            <p:cNvSpPr/>
            <p:nvPr/>
          </p:nvSpPr>
          <p:spPr>
            <a:xfrm>
              <a:off x="8782612" y="2204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9" name="pt44069"/>
            <p:cNvSpPr/>
            <p:nvPr/>
          </p:nvSpPr>
          <p:spPr>
            <a:xfrm>
              <a:off x="8677986" y="2076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0" name="pt44070"/>
            <p:cNvSpPr/>
            <p:nvPr/>
          </p:nvSpPr>
          <p:spPr>
            <a:xfrm>
              <a:off x="8505430" y="2454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1" name="pt44071"/>
            <p:cNvSpPr/>
            <p:nvPr/>
          </p:nvSpPr>
          <p:spPr>
            <a:xfrm>
              <a:off x="8576763" y="2458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2" name="pt44072"/>
            <p:cNvSpPr/>
            <p:nvPr/>
          </p:nvSpPr>
          <p:spPr>
            <a:xfrm>
              <a:off x="9021891" y="172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3" name="pt44073"/>
            <p:cNvSpPr/>
            <p:nvPr/>
          </p:nvSpPr>
          <p:spPr>
            <a:xfrm>
              <a:off x="9065758" y="2008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4" name="pt44074"/>
            <p:cNvSpPr/>
            <p:nvPr/>
          </p:nvSpPr>
          <p:spPr>
            <a:xfrm>
              <a:off x="8770040" y="1992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5" name="pt44075"/>
            <p:cNvSpPr/>
            <p:nvPr/>
          </p:nvSpPr>
          <p:spPr>
            <a:xfrm>
              <a:off x="9062080" y="1739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6" name="pt44076"/>
            <p:cNvSpPr/>
            <p:nvPr/>
          </p:nvSpPr>
          <p:spPr>
            <a:xfrm>
              <a:off x="9538421" y="1854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7" name="pt44077"/>
            <p:cNvSpPr/>
            <p:nvPr/>
          </p:nvSpPr>
          <p:spPr>
            <a:xfrm>
              <a:off x="8782612" y="2280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8" name="pt44078"/>
            <p:cNvSpPr/>
            <p:nvPr/>
          </p:nvSpPr>
          <p:spPr>
            <a:xfrm>
              <a:off x="9546496" y="1963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9" name="pt44079"/>
            <p:cNvSpPr/>
            <p:nvPr/>
          </p:nvSpPr>
          <p:spPr>
            <a:xfrm>
              <a:off x="9366003" y="1948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0" name="pt44080"/>
            <p:cNvSpPr/>
            <p:nvPr/>
          </p:nvSpPr>
          <p:spPr>
            <a:xfrm>
              <a:off x="9198297" y="1874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1" name="pt44081"/>
            <p:cNvSpPr/>
            <p:nvPr/>
          </p:nvSpPr>
          <p:spPr>
            <a:xfrm>
              <a:off x="9578717" y="2336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2" name="pt44082"/>
            <p:cNvSpPr/>
            <p:nvPr/>
          </p:nvSpPr>
          <p:spPr>
            <a:xfrm>
              <a:off x="9047895" y="1846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3" name="pt44083"/>
            <p:cNvSpPr/>
            <p:nvPr/>
          </p:nvSpPr>
          <p:spPr>
            <a:xfrm>
              <a:off x="9346461" y="2135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4" name="pt44084"/>
            <p:cNvSpPr/>
            <p:nvPr/>
          </p:nvSpPr>
          <p:spPr>
            <a:xfrm>
              <a:off x="8839187" y="2117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5" name="pt44085"/>
            <p:cNvSpPr/>
            <p:nvPr/>
          </p:nvSpPr>
          <p:spPr>
            <a:xfrm>
              <a:off x="9433552" y="1762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6" name="pt44086"/>
            <p:cNvSpPr/>
            <p:nvPr/>
          </p:nvSpPr>
          <p:spPr>
            <a:xfrm>
              <a:off x="9349631" y="2128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7" name="pt44087"/>
            <p:cNvSpPr/>
            <p:nvPr/>
          </p:nvSpPr>
          <p:spPr>
            <a:xfrm>
              <a:off x="9512564" y="2336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8" name="pt44088"/>
            <p:cNvSpPr/>
            <p:nvPr/>
          </p:nvSpPr>
          <p:spPr>
            <a:xfrm>
              <a:off x="9514089" y="2448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9" name="pt44089"/>
            <p:cNvSpPr/>
            <p:nvPr/>
          </p:nvSpPr>
          <p:spPr>
            <a:xfrm>
              <a:off x="9090610" y="1792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0" name="pt44090"/>
            <p:cNvSpPr/>
            <p:nvPr/>
          </p:nvSpPr>
          <p:spPr>
            <a:xfrm>
              <a:off x="9301896" y="1992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1" name="pt44091"/>
            <p:cNvSpPr/>
            <p:nvPr/>
          </p:nvSpPr>
          <p:spPr>
            <a:xfrm>
              <a:off x="8741831" y="2209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2" name="pt44092"/>
            <p:cNvSpPr/>
            <p:nvPr/>
          </p:nvSpPr>
          <p:spPr>
            <a:xfrm>
              <a:off x="9328879" y="1972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3" name="pt44093"/>
            <p:cNvSpPr/>
            <p:nvPr/>
          </p:nvSpPr>
          <p:spPr>
            <a:xfrm>
              <a:off x="8756500" y="2338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4" name="pt44094"/>
            <p:cNvSpPr/>
            <p:nvPr/>
          </p:nvSpPr>
          <p:spPr>
            <a:xfrm>
              <a:off x="9767243" y="2274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5" name="pt44095"/>
            <p:cNvSpPr/>
            <p:nvPr/>
          </p:nvSpPr>
          <p:spPr>
            <a:xfrm>
              <a:off x="9003873" y="1920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6" name="pt44096"/>
            <p:cNvSpPr/>
            <p:nvPr/>
          </p:nvSpPr>
          <p:spPr>
            <a:xfrm>
              <a:off x="8810596" y="2070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7" name="pt44097"/>
            <p:cNvSpPr/>
            <p:nvPr/>
          </p:nvSpPr>
          <p:spPr>
            <a:xfrm>
              <a:off x="9135874" y="1981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8" name="pt44098"/>
            <p:cNvSpPr/>
            <p:nvPr/>
          </p:nvSpPr>
          <p:spPr>
            <a:xfrm>
              <a:off x="9414733" y="221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9" name="pt44099"/>
            <p:cNvSpPr/>
            <p:nvPr/>
          </p:nvSpPr>
          <p:spPr>
            <a:xfrm>
              <a:off x="8971798" y="2097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0" name="pt44100"/>
            <p:cNvSpPr/>
            <p:nvPr/>
          </p:nvSpPr>
          <p:spPr>
            <a:xfrm>
              <a:off x="8505430" y="2365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1" name="pt44101"/>
            <p:cNvSpPr/>
            <p:nvPr/>
          </p:nvSpPr>
          <p:spPr>
            <a:xfrm>
              <a:off x="9297726" y="1985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2" name="pt44102"/>
            <p:cNvSpPr/>
            <p:nvPr/>
          </p:nvSpPr>
          <p:spPr>
            <a:xfrm>
              <a:off x="9574258" y="2282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3" name="pt44103"/>
            <p:cNvSpPr/>
            <p:nvPr/>
          </p:nvSpPr>
          <p:spPr>
            <a:xfrm>
              <a:off x="9072891" y="2208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4" name="pt44104"/>
            <p:cNvSpPr/>
            <p:nvPr/>
          </p:nvSpPr>
          <p:spPr>
            <a:xfrm>
              <a:off x="8641456" y="2045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5" name="pt44105"/>
            <p:cNvSpPr/>
            <p:nvPr/>
          </p:nvSpPr>
          <p:spPr>
            <a:xfrm>
              <a:off x="8505430" y="2533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6" name="pt44106"/>
            <p:cNvSpPr/>
            <p:nvPr/>
          </p:nvSpPr>
          <p:spPr>
            <a:xfrm>
              <a:off x="8666631" y="2373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7" name="pt44107"/>
            <p:cNvSpPr/>
            <p:nvPr/>
          </p:nvSpPr>
          <p:spPr>
            <a:xfrm>
              <a:off x="8576763" y="2228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8" name="pt44108"/>
            <p:cNvSpPr/>
            <p:nvPr/>
          </p:nvSpPr>
          <p:spPr>
            <a:xfrm>
              <a:off x="8473354" y="232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9" name="pt44109"/>
            <p:cNvSpPr/>
            <p:nvPr/>
          </p:nvSpPr>
          <p:spPr>
            <a:xfrm>
              <a:off x="8383485" y="2230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0" name="pt44110"/>
            <p:cNvSpPr/>
            <p:nvPr/>
          </p:nvSpPr>
          <p:spPr>
            <a:xfrm>
              <a:off x="8843532" y="2133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1" name="pt44111"/>
            <p:cNvSpPr/>
            <p:nvPr/>
          </p:nvSpPr>
          <p:spPr>
            <a:xfrm>
              <a:off x="8874891" y="2173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2" name="pt44112"/>
            <p:cNvSpPr/>
            <p:nvPr/>
          </p:nvSpPr>
          <p:spPr>
            <a:xfrm>
              <a:off x="9530995" y="2595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3" name="pt44113"/>
            <p:cNvSpPr/>
            <p:nvPr/>
          </p:nvSpPr>
          <p:spPr>
            <a:xfrm>
              <a:off x="8963317" y="2032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4" name="pt44114"/>
            <p:cNvSpPr/>
            <p:nvPr/>
          </p:nvSpPr>
          <p:spPr>
            <a:xfrm>
              <a:off x="8312152" y="2429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5" name="pt44115"/>
            <p:cNvSpPr/>
            <p:nvPr/>
          </p:nvSpPr>
          <p:spPr>
            <a:xfrm>
              <a:off x="8312152" y="2513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6" name="pt44116"/>
            <p:cNvSpPr/>
            <p:nvPr/>
          </p:nvSpPr>
          <p:spPr>
            <a:xfrm>
              <a:off x="8556041" y="2382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7" name="pt44117"/>
            <p:cNvSpPr/>
            <p:nvPr/>
          </p:nvSpPr>
          <p:spPr>
            <a:xfrm>
              <a:off x="9207749" y="2057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8" name="pt44118"/>
            <p:cNvSpPr/>
            <p:nvPr/>
          </p:nvSpPr>
          <p:spPr>
            <a:xfrm>
              <a:off x="8312152" y="2388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9" name="pt44119"/>
            <p:cNvSpPr/>
            <p:nvPr/>
          </p:nvSpPr>
          <p:spPr>
            <a:xfrm>
              <a:off x="9047895" y="1950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0" name="pt44120"/>
            <p:cNvSpPr/>
            <p:nvPr/>
          </p:nvSpPr>
          <p:spPr>
            <a:xfrm>
              <a:off x="8810596" y="2307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1" name="pt44121"/>
            <p:cNvSpPr/>
            <p:nvPr/>
          </p:nvSpPr>
          <p:spPr>
            <a:xfrm>
              <a:off x="9509182" y="239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2" name="pt44122"/>
            <p:cNvSpPr/>
            <p:nvPr/>
          </p:nvSpPr>
          <p:spPr>
            <a:xfrm>
              <a:off x="8810596" y="2257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3" name="pt44123"/>
            <p:cNvSpPr/>
            <p:nvPr/>
          </p:nvSpPr>
          <p:spPr>
            <a:xfrm>
              <a:off x="9292119" y="1843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4" name="pt44124"/>
            <p:cNvSpPr/>
            <p:nvPr/>
          </p:nvSpPr>
          <p:spPr>
            <a:xfrm>
              <a:off x="8312152" y="2628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5" name="pt44125"/>
            <p:cNvSpPr/>
            <p:nvPr/>
          </p:nvSpPr>
          <p:spPr>
            <a:xfrm>
              <a:off x="9282831" y="2032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6" name="pt44126"/>
            <p:cNvSpPr/>
            <p:nvPr/>
          </p:nvSpPr>
          <p:spPr>
            <a:xfrm>
              <a:off x="8698707" y="2417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7" name="pt44127"/>
            <p:cNvSpPr/>
            <p:nvPr/>
          </p:nvSpPr>
          <p:spPr>
            <a:xfrm>
              <a:off x="9382590" y="2062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8" name="pt44128"/>
            <p:cNvSpPr/>
            <p:nvPr/>
          </p:nvSpPr>
          <p:spPr>
            <a:xfrm>
              <a:off x="8595298" y="2358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9" name="pt44129"/>
            <p:cNvSpPr/>
            <p:nvPr/>
          </p:nvSpPr>
          <p:spPr>
            <a:xfrm>
              <a:off x="8666631" y="242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0" name="pt44130"/>
            <p:cNvSpPr/>
            <p:nvPr/>
          </p:nvSpPr>
          <p:spPr>
            <a:xfrm>
              <a:off x="8855955" y="2067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1" name="pt44131"/>
            <p:cNvSpPr/>
            <p:nvPr/>
          </p:nvSpPr>
          <p:spPr>
            <a:xfrm>
              <a:off x="9171842" y="1995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2" name="pt44132"/>
            <p:cNvSpPr/>
            <p:nvPr/>
          </p:nvSpPr>
          <p:spPr>
            <a:xfrm>
              <a:off x="9653069" y="2353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3" name="pt44133"/>
            <p:cNvSpPr/>
            <p:nvPr/>
          </p:nvSpPr>
          <p:spPr>
            <a:xfrm>
              <a:off x="9647779" y="2136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4" name="pt44134"/>
            <p:cNvSpPr/>
            <p:nvPr/>
          </p:nvSpPr>
          <p:spPr>
            <a:xfrm>
              <a:off x="9767198" y="2448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5" name="pt44135"/>
            <p:cNvSpPr/>
            <p:nvPr/>
          </p:nvSpPr>
          <p:spPr>
            <a:xfrm>
              <a:off x="8473354" y="2461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6" name="pt44136"/>
            <p:cNvSpPr/>
            <p:nvPr/>
          </p:nvSpPr>
          <p:spPr>
            <a:xfrm>
              <a:off x="8505430" y="2368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7" name="pt44137"/>
            <p:cNvSpPr/>
            <p:nvPr/>
          </p:nvSpPr>
          <p:spPr>
            <a:xfrm>
              <a:off x="8815695" y="1945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8" name="pt44138"/>
            <p:cNvSpPr/>
            <p:nvPr/>
          </p:nvSpPr>
          <p:spPr>
            <a:xfrm>
              <a:off x="8473354" y="2280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9" name="pt44139"/>
            <p:cNvSpPr/>
            <p:nvPr/>
          </p:nvSpPr>
          <p:spPr>
            <a:xfrm>
              <a:off x="9116066" y="1862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0" name="pt44140"/>
            <p:cNvSpPr/>
            <p:nvPr/>
          </p:nvSpPr>
          <p:spPr>
            <a:xfrm>
              <a:off x="9106706" y="2154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1" name="pt44141"/>
            <p:cNvSpPr/>
            <p:nvPr/>
          </p:nvSpPr>
          <p:spPr>
            <a:xfrm>
              <a:off x="9547911" y="1895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2" name="pt44142"/>
            <p:cNvSpPr/>
            <p:nvPr/>
          </p:nvSpPr>
          <p:spPr>
            <a:xfrm>
              <a:off x="8794345" y="2213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3" name="pt44143"/>
            <p:cNvSpPr/>
            <p:nvPr/>
          </p:nvSpPr>
          <p:spPr>
            <a:xfrm>
              <a:off x="8881929" y="2212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4" name="pt44144"/>
            <p:cNvSpPr/>
            <p:nvPr/>
          </p:nvSpPr>
          <p:spPr>
            <a:xfrm>
              <a:off x="9010641" y="2015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5" name="pt44145"/>
            <p:cNvSpPr/>
            <p:nvPr/>
          </p:nvSpPr>
          <p:spPr>
            <a:xfrm>
              <a:off x="9647779" y="2239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6" name="pt44146"/>
            <p:cNvSpPr/>
            <p:nvPr/>
          </p:nvSpPr>
          <p:spPr>
            <a:xfrm>
              <a:off x="8595298" y="229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7" name="pt44147"/>
            <p:cNvSpPr/>
            <p:nvPr/>
          </p:nvSpPr>
          <p:spPr>
            <a:xfrm>
              <a:off x="8815695" y="2044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8" name="pt44148"/>
            <p:cNvSpPr/>
            <p:nvPr/>
          </p:nvSpPr>
          <p:spPr>
            <a:xfrm>
              <a:off x="8532549" y="2395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9" name="pt44149"/>
            <p:cNvSpPr/>
            <p:nvPr/>
          </p:nvSpPr>
          <p:spPr>
            <a:xfrm>
              <a:off x="9595084" y="2219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0" name="pt44150"/>
            <p:cNvSpPr/>
            <p:nvPr/>
          </p:nvSpPr>
          <p:spPr>
            <a:xfrm>
              <a:off x="9055774" y="1791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1" name="pt44151"/>
            <p:cNvSpPr/>
            <p:nvPr/>
          </p:nvSpPr>
          <p:spPr>
            <a:xfrm>
              <a:off x="9128386" y="1986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2" name="pt44152"/>
            <p:cNvSpPr/>
            <p:nvPr/>
          </p:nvSpPr>
          <p:spPr>
            <a:xfrm>
              <a:off x="8532549" y="2435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3" name="pt44153"/>
            <p:cNvSpPr/>
            <p:nvPr/>
          </p:nvSpPr>
          <p:spPr>
            <a:xfrm>
              <a:off x="9190113" y="2045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4" name="pt44154"/>
            <p:cNvSpPr/>
            <p:nvPr/>
          </p:nvSpPr>
          <p:spPr>
            <a:xfrm>
              <a:off x="8921875" y="2118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5" name="pt44155"/>
            <p:cNvSpPr/>
            <p:nvPr/>
          </p:nvSpPr>
          <p:spPr>
            <a:xfrm>
              <a:off x="9244718" y="207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6" name="pt44156"/>
            <p:cNvSpPr/>
            <p:nvPr/>
          </p:nvSpPr>
          <p:spPr>
            <a:xfrm>
              <a:off x="8717243" y="2362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7" name="pt44157"/>
            <p:cNvSpPr/>
            <p:nvPr/>
          </p:nvSpPr>
          <p:spPr>
            <a:xfrm>
              <a:off x="9218255" y="2100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8" name="pt44158"/>
            <p:cNvSpPr/>
            <p:nvPr/>
          </p:nvSpPr>
          <p:spPr>
            <a:xfrm>
              <a:off x="8556041" y="2445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9" name="pt44159"/>
            <p:cNvSpPr/>
            <p:nvPr/>
          </p:nvSpPr>
          <p:spPr>
            <a:xfrm>
              <a:off x="9214649" y="234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0" name="pt44160"/>
            <p:cNvSpPr/>
            <p:nvPr/>
          </p:nvSpPr>
          <p:spPr>
            <a:xfrm>
              <a:off x="9195417" y="206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1" name="pt44161"/>
            <p:cNvSpPr/>
            <p:nvPr/>
          </p:nvSpPr>
          <p:spPr>
            <a:xfrm>
              <a:off x="9106706" y="1947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2" name="pt44162"/>
            <p:cNvSpPr/>
            <p:nvPr/>
          </p:nvSpPr>
          <p:spPr>
            <a:xfrm>
              <a:off x="9653069" y="2378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3" name="pt44163"/>
            <p:cNvSpPr/>
            <p:nvPr/>
          </p:nvSpPr>
          <p:spPr>
            <a:xfrm>
              <a:off x="8383485" y="2036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4" name="pt44164"/>
            <p:cNvSpPr/>
            <p:nvPr/>
          </p:nvSpPr>
          <p:spPr>
            <a:xfrm>
              <a:off x="8995031" y="2018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5" name="pt44165"/>
            <p:cNvSpPr/>
            <p:nvPr/>
          </p:nvSpPr>
          <p:spPr>
            <a:xfrm>
              <a:off x="9498107" y="2419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6" name="pt44166"/>
            <p:cNvSpPr/>
            <p:nvPr/>
          </p:nvSpPr>
          <p:spPr>
            <a:xfrm>
              <a:off x="9726386" y="2022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7" name="pt44167"/>
            <p:cNvSpPr/>
            <p:nvPr/>
          </p:nvSpPr>
          <p:spPr>
            <a:xfrm>
              <a:off x="9310253" y="1921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8" name="pt44168"/>
            <p:cNvSpPr/>
            <p:nvPr/>
          </p:nvSpPr>
          <p:spPr>
            <a:xfrm>
              <a:off x="9146155" y="2070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9" name="pt44169"/>
            <p:cNvSpPr/>
            <p:nvPr/>
          </p:nvSpPr>
          <p:spPr>
            <a:xfrm>
              <a:off x="8312152" y="2181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0" name="pt44170"/>
            <p:cNvSpPr/>
            <p:nvPr/>
          </p:nvSpPr>
          <p:spPr>
            <a:xfrm>
              <a:off x="8770040" y="2110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1" name="pt44171"/>
            <p:cNvSpPr/>
            <p:nvPr/>
          </p:nvSpPr>
          <p:spPr>
            <a:xfrm>
              <a:off x="8749319" y="1950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2" name="pt44172"/>
            <p:cNvSpPr/>
            <p:nvPr/>
          </p:nvSpPr>
          <p:spPr>
            <a:xfrm>
              <a:off x="9420641" y="2220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3" name="pt44173"/>
            <p:cNvSpPr/>
            <p:nvPr/>
          </p:nvSpPr>
          <p:spPr>
            <a:xfrm>
              <a:off x="9121452" y="2044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4" name="pt44174"/>
            <p:cNvSpPr/>
            <p:nvPr/>
          </p:nvSpPr>
          <p:spPr>
            <a:xfrm>
              <a:off x="8788576" y="2185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5" name="pt44175"/>
            <p:cNvSpPr/>
            <p:nvPr/>
          </p:nvSpPr>
          <p:spPr>
            <a:xfrm>
              <a:off x="8916289" y="2162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6" name="pt44176"/>
            <p:cNvSpPr/>
            <p:nvPr/>
          </p:nvSpPr>
          <p:spPr>
            <a:xfrm>
              <a:off x="9124084" y="2077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7" name="pt44177"/>
            <p:cNvSpPr/>
            <p:nvPr/>
          </p:nvSpPr>
          <p:spPr>
            <a:xfrm>
              <a:off x="9065758" y="2027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8" name="pt44178"/>
            <p:cNvSpPr/>
            <p:nvPr/>
          </p:nvSpPr>
          <p:spPr>
            <a:xfrm>
              <a:off x="8825472" y="2028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9" name="pt44179"/>
            <p:cNvSpPr/>
            <p:nvPr/>
          </p:nvSpPr>
          <p:spPr>
            <a:xfrm>
              <a:off x="8434097" y="257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0" name="pt44180"/>
            <p:cNvSpPr/>
            <p:nvPr/>
          </p:nvSpPr>
          <p:spPr>
            <a:xfrm>
              <a:off x="8996835" y="2045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1" name="pt44181"/>
            <p:cNvSpPr/>
            <p:nvPr/>
          </p:nvSpPr>
          <p:spPr>
            <a:xfrm>
              <a:off x="9879673" y="246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2" name="pt44182"/>
            <p:cNvSpPr/>
            <p:nvPr/>
          </p:nvSpPr>
          <p:spPr>
            <a:xfrm>
              <a:off x="8312152" y="2469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3" name="pt44183"/>
            <p:cNvSpPr/>
            <p:nvPr/>
          </p:nvSpPr>
          <p:spPr>
            <a:xfrm>
              <a:off x="9130917" y="2045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4" name="pt44184"/>
            <p:cNvSpPr/>
            <p:nvPr/>
          </p:nvSpPr>
          <p:spPr>
            <a:xfrm>
              <a:off x="9454989" y="1803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5" name="pt44185"/>
            <p:cNvSpPr/>
            <p:nvPr/>
          </p:nvSpPr>
          <p:spPr>
            <a:xfrm>
              <a:off x="8847771" y="2292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6" name="pt44186"/>
            <p:cNvSpPr/>
            <p:nvPr/>
          </p:nvSpPr>
          <p:spPr>
            <a:xfrm>
              <a:off x="9654228" y="2390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7" name="pt44187"/>
            <p:cNvSpPr/>
            <p:nvPr/>
          </p:nvSpPr>
          <p:spPr>
            <a:xfrm>
              <a:off x="9202808" y="1978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8" name="pt44188"/>
            <p:cNvSpPr/>
            <p:nvPr/>
          </p:nvSpPr>
          <p:spPr>
            <a:xfrm>
              <a:off x="8434097" y="2276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9" name="pt44189"/>
            <p:cNvSpPr/>
            <p:nvPr/>
          </p:nvSpPr>
          <p:spPr>
            <a:xfrm>
              <a:off x="9130078" y="2058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0" name="pt44190"/>
            <p:cNvSpPr/>
            <p:nvPr/>
          </p:nvSpPr>
          <p:spPr>
            <a:xfrm>
              <a:off x="8904556" y="2018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1" name="pt44191"/>
            <p:cNvSpPr/>
            <p:nvPr/>
          </p:nvSpPr>
          <p:spPr>
            <a:xfrm>
              <a:off x="8770040" y="2232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2" name="pt44192"/>
            <p:cNvSpPr/>
            <p:nvPr/>
          </p:nvSpPr>
          <p:spPr>
            <a:xfrm>
              <a:off x="9146155" y="2037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3" name="pt44193"/>
            <p:cNvSpPr/>
            <p:nvPr/>
          </p:nvSpPr>
          <p:spPr>
            <a:xfrm>
              <a:off x="8473354" y="2303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4" name="pt44194"/>
            <p:cNvSpPr/>
            <p:nvPr/>
          </p:nvSpPr>
          <p:spPr>
            <a:xfrm>
              <a:off x="8847771" y="2057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5" name="pt44195"/>
            <p:cNvSpPr/>
            <p:nvPr/>
          </p:nvSpPr>
          <p:spPr>
            <a:xfrm>
              <a:off x="8434097" y="2262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6" name="pt44196"/>
            <p:cNvSpPr/>
            <p:nvPr/>
          </p:nvSpPr>
          <p:spPr>
            <a:xfrm>
              <a:off x="9072891" y="218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7" name="pt44197"/>
            <p:cNvSpPr/>
            <p:nvPr/>
          </p:nvSpPr>
          <p:spPr>
            <a:xfrm>
              <a:off x="8556041" y="2525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8" name="pt44198"/>
            <p:cNvSpPr/>
            <p:nvPr/>
          </p:nvSpPr>
          <p:spPr>
            <a:xfrm>
              <a:off x="8576763" y="2375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9" name="pt44199"/>
            <p:cNvSpPr/>
            <p:nvPr/>
          </p:nvSpPr>
          <p:spPr>
            <a:xfrm>
              <a:off x="8627374" y="2246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0" name="pt44200"/>
            <p:cNvSpPr/>
            <p:nvPr/>
          </p:nvSpPr>
          <p:spPr>
            <a:xfrm>
              <a:off x="8688651" y="2433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1" name="pt44201"/>
            <p:cNvSpPr/>
            <p:nvPr/>
          </p:nvSpPr>
          <p:spPr>
            <a:xfrm>
              <a:off x="9530304" y="2443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2" name="pt44202"/>
            <p:cNvSpPr/>
            <p:nvPr/>
          </p:nvSpPr>
          <p:spPr>
            <a:xfrm>
              <a:off x="9350114" y="2171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3" name="pt44203"/>
            <p:cNvSpPr/>
            <p:nvPr/>
          </p:nvSpPr>
          <p:spPr>
            <a:xfrm>
              <a:off x="8312152" y="2446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4" name="pt44204"/>
            <p:cNvSpPr/>
            <p:nvPr/>
          </p:nvSpPr>
          <p:spPr>
            <a:xfrm>
              <a:off x="9195417" y="2035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5" name="pt44205"/>
            <p:cNvSpPr/>
            <p:nvPr/>
          </p:nvSpPr>
          <p:spPr>
            <a:xfrm>
              <a:off x="8855955" y="1975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6" name="pt44206"/>
            <p:cNvSpPr/>
            <p:nvPr/>
          </p:nvSpPr>
          <p:spPr>
            <a:xfrm>
              <a:off x="9454989" y="2134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7" name="pt44207"/>
            <p:cNvSpPr/>
            <p:nvPr/>
          </p:nvSpPr>
          <p:spPr>
            <a:xfrm>
              <a:off x="8473354" y="2170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8" name="pt44208"/>
            <p:cNvSpPr/>
            <p:nvPr/>
          </p:nvSpPr>
          <p:spPr>
            <a:xfrm>
              <a:off x="9076352" y="2215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9" name="pt44209"/>
            <p:cNvSpPr/>
            <p:nvPr/>
          </p:nvSpPr>
          <p:spPr>
            <a:xfrm>
              <a:off x="8576763" y="2401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0" name="pt44210"/>
            <p:cNvSpPr/>
            <p:nvPr/>
          </p:nvSpPr>
          <p:spPr>
            <a:xfrm>
              <a:off x="9350114" y="2283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1" name="pt44211"/>
            <p:cNvSpPr/>
            <p:nvPr/>
          </p:nvSpPr>
          <p:spPr>
            <a:xfrm>
              <a:off x="8708219" y="2448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2" name="pt44212"/>
            <p:cNvSpPr/>
            <p:nvPr/>
          </p:nvSpPr>
          <p:spPr>
            <a:xfrm>
              <a:off x="9244718" y="2107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3" name="pt44213"/>
            <p:cNvSpPr/>
            <p:nvPr/>
          </p:nvSpPr>
          <p:spPr>
            <a:xfrm>
              <a:off x="9254944" y="2224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4" name="pt44214"/>
            <p:cNvSpPr/>
            <p:nvPr/>
          </p:nvSpPr>
          <p:spPr>
            <a:xfrm>
              <a:off x="8820652" y="2137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5" name="pt44215"/>
            <p:cNvSpPr/>
            <p:nvPr/>
          </p:nvSpPr>
          <p:spPr>
            <a:xfrm>
              <a:off x="8891985" y="2193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6" name="pt44216"/>
            <p:cNvSpPr/>
            <p:nvPr/>
          </p:nvSpPr>
          <p:spPr>
            <a:xfrm>
              <a:off x="9143835" y="2217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7" name="pt44217"/>
            <p:cNvSpPr/>
            <p:nvPr/>
          </p:nvSpPr>
          <p:spPr>
            <a:xfrm>
              <a:off x="8825472" y="2069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8" name="pt44218"/>
            <p:cNvSpPr/>
            <p:nvPr/>
          </p:nvSpPr>
          <p:spPr>
            <a:xfrm>
              <a:off x="9070546" y="2083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9" name="pt44219"/>
            <p:cNvSpPr/>
            <p:nvPr/>
          </p:nvSpPr>
          <p:spPr>
            <a:xfrm>
              <a:off x="8434097" y="2411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0" name="pt44220"/>
            <p:cNvSpPr/>
            <p:nvPr/>
          </p:nvSpPr>
          <p:spPr>
            <a:xfrm>
              <a:off x="9310856" y="2194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1" name="pt44221"/>
            <p:cNvSpPr/>
            <p:nvPr/>
          </p:nvSpPr>
          <p:spPr>
            <a:xfrm>
              <a:off x="8782612" y="2260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2" name="pt44222"/>
            <p:cNvSpPr/>
            <p:nvPr/>
          </p:nvSpPr>
          <p:spPr>
            <a:xfrm>
              <a:off x="8595298" y="2356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3" name="pt44223"/>
            <p:cNvSpPr/>
            <p:nvPr/>
          </p:nvSpPr>
          <p:spPr>
            <a:xfrm>
              <a:off x="9349631" y="2096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4" name="pt44224"/>
            <p:cNvSpPr/>
            <p:nvPr/>
          </p:nvSpPr>
          <p:spPr>
            <a:xfrm>
              <a:off x="8717243" y="2260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5" name="pt44225"/>
            <p:cNvSpPr/>
            <p:nvPr/>
          </p:nvSpPr>
          <p:spPr>
            <a:xfrm>
              <a:off x="9344232" y="2127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6" name="pt44226"/>
            <p:cNvSpPr/>
            <p:nvPr/>
          </p:nvSpPr>
          <p:spPr>
            <a:xfrm>
              <a:off x="9538421" y="1806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7" name="pt44227"/>
            <p:cNvSpPr/>
            <p:nvPr/>
          </p:nvSpPr>
          <p:spPr>
            <a:xfrm>
              <a:off x="8312152" y="2333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8" name="pt44228"/>
            <p:cNvSpPr/>
            <p:nvPr/>
          </p:nvSpPr>
          <p:spPr>
            <a:xfrm>
              <a:off x="9275251" y="1961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9" name="pt44229"/>
            <p:cNvSpPr/>
            <p:nvPr/>
          </p:nvSpPr>
          <p:spPr>
            <a:xfrm>
              <a:off x="8825472" y="1995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0" name="pt44230"/>
            <p:cNvSpPr/>
            <p:nvPr/>
          </p:nvSpPr>
          <p:spPr>
            <a:xfrm>
              <a:off x="8794345" y="222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1" name="pt44231"/>
            <p:cNvSpPr/>
            <p:nvPr/>
          </p:nvSpPr>
          <p:spPr>
            <a:xfrm>
              <a:off x="8725827" y="2011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2" name="pt44232"/>
            <p:cNvSpPr/>
            <p:nvPr/>
          </p:nvSpPr>
          <p:spPr>
            <a:xfrm>
              <a:off x="8532549" y="2481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3" name="pt44233"/>
            <p:cNvSpPr/>
            <p:nvPr/>
          </p:nvSpPr>
          <p:spPr>
            <a:xfrm>
              <a:off x="9161591" y="2031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4" name="pt44234"/>
            <p:cNvSpPr/>
            <p:nvPr/>
          </p:nvSpPr>
          <p:spPr>
            <a:xfrm>
              <a:off x="8717243" y="2258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5" name="pt44235"/>
            <p:cNvSpPr/>
            <p:nvPr/>
          </p:nvSpPr>
          <p:spPr>
            <a:xfrm>
              <a:off x="8825472" y="2002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6" name="pt44236"/>
            <p:cNvSpPr/>
            <p:nvPr/>
          </p:nvSpPr>
          <p:spPr>
            <a:xfrm>
              <a:off x="9654228" y="2465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7" name="pt44237"/>
            <p:cNvSpPr/>
            <p:nvPr/>
          </p:nvSpPr>
          <p:spPr>
            <a:xfrm>
              <a:off x="8763400" y="2214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8" name="pt44238"/>
            <p:cNvSpPr/>
            <p:nvPr/>
          </p:nvSpPr>
          <p:spPr>
            <a:xfrm>
              <a:off x="8505430" y="2520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9" name="pt44239"/>
            <p:cNvSpPr/>
            <p:nvPr/>
          </p:nvSpPr>
          <p:spPr>
            <a:xfrm>
              <a:off x="9106706" y="1971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0" name="pt44240"/>
            <p:cNvSpPr/>
            <p:nvPr/>
          </p:nvSpPr>
          <p:spPr>
            <a:xfrm>
              <a:off x="8741831" y="2342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1" name="pt44241"/>
            <p:cNvSpPr/>
            <p:nvPr/>
          </p:nvSpPr>
          <p:spPr>
            <a:xfrm>
              <a:off x="9310253" y="1957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2" name="pt44242"/>
            <p:cNvSpPr/>
            <p:nvPr/>
          </p:nvSpPr>
          <p:spPr>
            <a:xfrm>
              <a:off x="9062080" y="1818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3" name="pt44243"/>
            <p:cNvSpPr/>
            <p:nvPr/>
          </p:nvSpPr>
          <p:spPr>
            <a:xfrm>
              <a:off x="8627374" y="2293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4" name="pt44244"/>
            <p:cNvSpPr/>
            <p:nvPr/>
          </p:nvSpPr>
          <p:spPr>
            <a:xfrm>
              <a:off x="8312152" y="2326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5" name="pt44245"/>
            <p:cNvSpPr/>
            <p:nvPr/>
          </p:nvSpPr>
          <p:spPr>
            <a:xfrm>
              <a:off x="9420641" y="2147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6" name="pt44246"/>
            <p:cNvSpPr/>
            <p:nvPr/>
          </p:nvSpPr>
          <p:spPr>
            <a:xfrm>
              <a:off x="8434097" y="2312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7" name="pt44247"/>
            <p:cNvSpPr/>
            <p:nvPr/>
          </p:nvSpPr>
          <p:spPr>
            <a:xfrm>
              <a:off x="8794345" y="2139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8" name="pt44248"/>
            <p:cNvSpPr/>
            <p:nvPr/>
          </p:nvSpPr>
          <p:spPr>
            <a:xfrm>
              <a:off x="9448910" y="1895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9" name="pt44249"/>
            <p:cNvSpPr/>
            <p:nvPr/>
          </p:nvSpPr>
          <p:spPr>
            <a:xfrm>
              <a:off x="9060837" y="1735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0" name="pt44250"/>
            <p:cNvSpPr/>
            <p:nvPr/>
          </p:nvSpPr>
          <p:spPr>
            <a:xfrm>
              <a:off x="8776438" y="2089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1" name="pt44251"/>
            <p:cNvSpPr/>
            <p:nvPr/>
          </p:nvSpPr>
          <p:spPr>
            <a:xfrm>
              <a:off x="9551860" y="1710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2" name="pt44252"/>
            <p:cNvSpPr/>
            <p:nvPr/>
          </p:nvSpPr>
          <p:spPr>
            <a:xfrm>
              <a:off x="9577860" y="2318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3" name="pt44253"/>
            <p:cNvSpPr/>
            <p:nvPr/>
          </p:nvSpPr>
          <p:spPr>
            <a:xfrm>
              <a:off x="8641456" y="1911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4" name="pt44254"/>
            <p:cNvSpPr/>
            <p:nvPr/>
          </p:nvSpPr>
          <p:spPr>
            <a:xfrm>
              <a:off x="8595298" y="2156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5" name="pt44255"/>
            <p:cNvSpPr/>
            <p:nvPr/>
          </p:nvSpPr>
          <p:spPr>
            <a:xfrm>
              <a:off x="8927288" y="2103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6" name="pt44256"/>
            <p:cNvSpPr/>
            <p:nvPr/>
          </p:nvSpPr>
          <p:spPr>
            <a:xfrm>
              <a:off x="9199436" y="1943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7" name="pt44257"/>
            <p:cNvSpPr/>
            <p:nvPr/>
          </p:nvSpPr>
          <p:spPr>
            <a:xfrm>
              <a:off x="9138300" y="2078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8" name="pt44258"/>
            <p:cNvSpPr/>
            <p:nvPr/>
          </p:nvSpPr>
          <p:spPr>
            <a:xfrm>
              <a:off x="8627374" y="2214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9" name="pt44259"/>
            <p:cNvSpPr/>
            <p:nvPr/>
          </p:nvSpPr>
          <p:spPr>
            <a:xfrm>
              <a:off x="8741831" y="2295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0" name="pt44260"/>
            <p:cNvSpPr/>
            <p:nvPr/>
          </p:nvSpPr>
          <p:spPr>
            <a:xfrm>
              <a:off x="9577860" y="2260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1" name="pt44261"/>
            <p:cNvSpPr/>
            <p:nvPr/>
          </p:nvSpPr>
          <p:spPr>
            <a:xfrm>
              <a:off x="8312152" y="2067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2" name="pt44262"/>
            <p:cNvSpPr/>
            <p:nvPr/>
          </p:nvSpPr>
          <p:spPr>
            <a:xfrm>
              <a:off x="8612066" y="2288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3" name="pt44263"/>
            <p:cNvSpPr/>
            <p:nvPr/>
          </p:nvSpPr>
          <p:spPr>
            <a:xfrm>
              <a:off x="8576763" y="232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4" name="pt44264"/>
            <p:cNvSpPr/>
            <p:nvPr/>
          </p:nvSpPr>
          <p:spPr>
            <a:xfrm>
              <a:off x="8505430" y="2552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5" name="pt44265"/>
            <p:cNvSpPr/>
            <p:nvPr/>
          </p:nvSpPr>
          <p:spPr>
            <a:xfrm>
              <a:off x="9062080" y="1821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6" name="pt44266"/>
            <p:cNvSpPr/>
            <p:nvPr/>
          </p:nvSpPr>
          <p:spPr>
            <a:xfrm>
              <a:off x="8996835" y="1953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7" name="pt44267"/>
            <p:cNvSpPr/>
            <p:nvPr/>
          </p:nvSpPr>
          <p:spPr>
            <a:xfrm>
              <a:off x="8688651" y="2375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8" name="pt44268"/>
            <p:cNvSpPr/>
            <p:nvPr/>
          </p:nvSpPr>
          <p:spPr>
            <a:xfrm>
              <a:off x="9297726" y="1932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9" name="pt44269"/>
            <p:cNvSpPr/>
            <p:nvPr/>
          </p:nvSpPr>
          <p:spPr>
            <a:xfrm>
              <a:off x="8863776" y="2005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0" name="pt44270"/>
            <p:cNvSpPr/>
            <p:nvPr/>
          </p:nvSpPr>
          <p:spPr>
            <a:xfrm>
              <a:off x="8881929" y="2255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1" name="pt44271"/>
            <p:cNvSpPr/>
            <p:nvPr/>
          </p:nvSpPr>
          <p:spPr>
            <a:xfrm>
              <a:off x="9161591" y="2146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2" name="pt44272"/>
            <p:cNvSpPr/>
            <p:nvPr/>
          </p:nvSpPr>
          <p:spPr>
            <a:xfrm>
              <a:off x="8947416" y="2003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3" name="pt44273"/>
            <p:cNvSpPr/>
            <p:nvPr/>
          </p:nvSpPr>
          <p:spPr>
            <a:xfrm>
              <a:off x="9214649" y="2056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4" name="pt44274"/>
            <p:cNvSpPr/>
            <p:nvPr/>
          </p:nvSpPr>
          <p:spPr>
            <a:xfrm>
              <a:off x="8810596" y="2015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5" name="pt44275"/>
            <p:cNvSpPr/>
            <p:nvPr/>
          </p:nvSpPr>
          <p:spPr>
            <a:xfrm>
              <a:off x="8996835" y="2090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6" name="pt44276"/>
            <p:cNvSpPr/>
            <p:nvPr/>
          </p:nvSpPr>
          <p:spPr>
            <a:xfrm>
              <a:off x="9053186" y="1744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7" name="pt44277"/>
            <p:cNvSpPr/>
            <p:nvPr/>
          </p:nvSpPr>
          <p:spPr>
            <a:xfrm>
              <a:off x="8666631" y="2372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8" name="pt44278"/>
            <p:cNvSpPr/>
            <p:nvPr/>
          </p:nvSpPr>
          <p:spPr>
            <a:xfrm>
              <a:off x="9091660" y="1834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9" name="pt44279"/>
            <p:cNvSpPr/>
            <p:nvPr/>
          </p:nvSpPr>
          <p:spPr>
            <a:xfrm>
              <a:off x="8881929" y="2210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0" name="pt44280"/>
            <p:cNvSpPr/>
            <p:nvPr/>
          </p:nvSpPr>
          <p:spPr>
            <a:xfrm>
              <a:off x="8434097" y="2541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1" name="pt44281"/>
            <p:cNvSpPr/>
            <p:nvPr/>
          </p:nvSpPr>
          <p:spPr>
            <a:xfrm>
              <a:off x="9190113" y="2057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2" name="pt44282"/>
            <p:cNvSpPr/>
            <p:nvPr/>
          </p:nvSpPr>
          <p:spPr>
            <a:xfrm>
              <a:off x="9218255" y="1794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3" name="pt44283"/>
            <p:cNvSpPr/>
            <p:nvPr/>
          </p:nvSpPr>
          <p:spPr>
            <a:xfrm>
              <a:off x="9603616" y="2341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4" name="pt44284"/>
            <p:cNvSpPr/>
            <p:nvPr/>
          </p:nvSpPr>
          <p:spPr>
            <a:xfrm>
              <a:off x="9452717" y="1783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5" name="pt44285"/>
            <p:cNvSpPr/>
            <p:nvPr/>
          </p:nvSpPr>
          <p:spPr>
            <a:xfrm>
              <a:off x="8576763" y="2324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6" name="pt44286"/>
            <p:cNvSpPr/>
            <p:nvPr/>
          </p:nvSpPr>
          <p:spPr>
            <a:xfrm>
              <a:off x="8871263" y="1844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7" name="pt44287"/>
            <p:cNvSpPr/>
            <p:nvPr/>
          </p:nvSpPr>
          <p:spPr>
            <a:xfrm>
              <a:off x="8749319" y="2158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8" name="pt44288"/>
            <p:cNvSpPr/>
            <p:nvPr/>
          </p:nvSpPr>
          <p:spPr>
            <a:xfrm>
              <a:off x="9024978" y="1984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9" name="pt44289"/>
            <p:cNvSpPr/>
            <p:nvPr/>
          </p:nvSpPr>
          <p:spPr>
            <a:xfrm>
              <a:off x="9279262" y="2042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0" name="pt44290"/>
            <p:cNvSpPr/>
            <p:nvPr/>
          </p:nvSpPr>
          <p:spPr>
            <a:xfrm>
              <a:off x="9635986" y="2329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1" name="pt44291"/>
            <p:cNvSpPr/>
            <p:nvPr/>
          </p:nvSpPr>
          <p:spPr>
            <a:xfrm>
              <a:off x="9094774" y="1846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2" name="pt44292"/>
            <p:cNvSpPr/>
            <p:nvPr/>
          </p:nvSpPr>
          <p:spPr>
            <a:xfrm>
              <a:off x="8595298" y="2361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3" name="pt44293"/>
            <p:cNvSpPr/>
            <p:nvPr/>
          </p:nvSpPr>
          <p:spPr>
            <a:xfrm>
              <a:off x="8473354" y="2215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4" name="pt44294"/>
            <p:cNvSpPr/>
            <p:nvPr/>
          </p:nvSpPr>
          <p:spPr>
            <a:xfrm>
              <a:off x="8770040" y="2092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5" name="pt44295"/>
            <p:cNvSpPr/>
            <p:nvPr/>
          </p:nvSpPr>
          <p:spPr>
            <a:xfrm>
              <a:off x="8312152" y="2394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6" name="pt44296"/>
            <p:cNvSpPr/>
            <p:nvPr/>
          </p:nvSpPr>
          <p:spPr>
            <a:xfrm>
              <a:off x="9502520" y="2388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7" name="pt44297"/>
            <p:cNvSpPr/>
            <p:nvPr/>
          </p:nvSpPr>
          <p:spPr>
            <a:xfrm>
              <a:off x="8947416" y="1932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8" name="pt44298"/>
            <p:cNvSpPr/>
            <p:nvPr/>
          </p:nvSpPr>
          <p:spPr>
            <a:xfrm>
              <a:off x="9244718" y="2134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9" name="pt44299"/>
            <p:cNvSpPr/>
            <p:nvPr/>
          </p:nvSpPr>
          <p:spPr>
            <a:xfrm>
              <a:off x="9066967" y="2191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0" name="pt44300"/>
            <p:cNvSpPr/>
            <p:nvPr/>
          </p:nvSpPr>
          <p:spPr>
            <a:xfrm>
              <a:off x="9767243" y="2322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1" name="pt44301"/>
            <p:cNvSpPr/>
            <p:nvPr/>
          </p:nvSpPr>
          <p:spPr>
            <a:xfrm>
              <a:off x="8312152" y="2453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2" name="pt44302"/>
            <p:cNvSpPr/>
            <p:nvPr/>
          </p:nvSpPr>
          <p:spPr>
            <a:xfrm>
              <a:off x="8956678" y="1799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3" name="pt44303"/>
            <p:cNvSpPr/>
            <p:nvPr/>
          </p:nvSpPr>
          <p:spPr>
            <a:xfrm>
              <a:off x="9028011" y="1558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4" name="pt44304"/>
            <p:cNvSpPr/>
            <p:nvPr/>
          </p:nvSpPr>
          <p:spPr>
            <a:xfrm>
              <a:off x="9607397" y="2147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5" name="pt44305"/>
            <p:cNvSpPr/>
            <p:nvPr/>
          </p:nvSpPr>
          <p:spPr>
            <a:xfrm>
              <a:off x="8947416" y="2014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6" name="pt44306"/>
            <p:cNvSpPr/>
            <p:nvPr/>
          </p:nvSpPr>
          <p:spPr>
            <a:xfrm>
              <a:off x="8863776" y="1858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7" name="pt44307"/>
            <p:cNvSpPr/>
            <p:nvPr/>
          </p:nvSpPr>
          <p:spPr>
            <a:xfrm>
              <a:off x="8916289" y="209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8" name="pt44308"/>
            <p:cNvSpPr/>
            <p:nvPr/>
          </p:nvSpPr>
          <p:spPr>
            <a:xfrm>
              <a:off x="9349631" y="2258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9" name="pt44309"/>
            <p:cNvSpPr/>
            <p:nvPr/>
          </p:nvSpPr>
          <p:spPr>
            <a:xfrm>
              <a:off x="8627374" y="2351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0" name="pt44310"/>
            <p:cNvSpPr/>
            <p:nvPr/>
          </p:nvSpPr>
          <p:spPr>
            <a:xfrm>
              <a:off x="9382590" y="1994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1" name="pt44311"/>
            <p:cNvSpPr/>
            <p:nvPr/>
          </p:nvSpPr>
          <p:spPr>
            <a:xfrm>
              <a:off x="9714526" y="1796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2" name="pt44312"/>
            <p:cNvSpPr/>
            <p:nvPr/>
          </p:nvSpPr>
          <p:spPr>
            <a:xfrm>
              <a:off x="9143835" y="2060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3" name="pt44313"/>
            <p:cNvSpPr/>
            <p:nvPr/>
          </p:nvSpPr>
          <p:spPr>
            <a:xfrm>
              <a:off x="8556041" y="2617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4" name="pt44314"/>
            <p:cNvSpPr/>
            <p:nvPr/>
          </p:nvSpPr>
          <p:spPr>
            <a:xfrm>
              <a:off x="9568642" y="2273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5" name="pt44315"/>
            <p:cNvSpPr/>
            <p:nvPr/>
          </p:nvSpPr>
          <p:spPr>
            <a:xfrm>
              <a:off x="8898383" y="1984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6" name="pt44316"/>
            <p:cNvSpPr/>
            <p:nvPr/>
          </p:nvSpPr>
          <p:spPr>
            <a:xfrm>
              <a:off x="8612066" y="2140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7" name="pt44317"/>
            <p:cNvSpPr/>
            <p:nvPr/>
          </p:nvSpPr>
          <p:spPr>
            <a:xfrm>
              <a:off x="9318519" y="1878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8" name="pt44318"/>
            <p:cNvSpPr/>
            <p:nvPr/>
          </p:nvSpPr>
          <p:spPr>
            <a:xfrm>
              <a:off x="8595298" y="2105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9" name="pt44319"/>
            <p:cNvSpPr/>
            <p:nvPr/>
          </p:nvSpPr>
          <p:spPr>
            <a:xfrm>
              <a:off x="9538421" y="1761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0" name="pt44320"/>
            <p:cNvSpPr/>
            <p:nvPr/>
          </p:nvSpPr>
          <p:spPr>
            <a:xfrm>
              <a:off x="9376059" y="2143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1" name="pt44321"/>
            <p:cNvSpPr/>
            <p:nvPr/>
          </p:nvSpPr>
          <p:spPr>
            <a:xfrm>
              <a:off x="8473354" y="2372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2" name="pt44322"/>
            <p:cNvSpPr/>
            <p:nvPr/>
          </p:nvSpPr>
          <p:spPr>
            <a:xfrm>
              <a:off x="8473354" y="2128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3" name="pt44323"/>
            <p:cNvSpPr/>
            <p:nvPr/>
          </p:nvSpPr>
          <p:spPr>
            <a:xfrm>
              <a:off x="9107665" y="1978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4" name="pt44324"/>
            <p:cNvSpPr/>
            <p:nvPr/>
          </p:nvSpPr>
          <p:spPr>
            <a:xfrm>
              <a:off x="8612066" y="2175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5" name="pt44325"/>
            <p:cNvSpPr/>
            <p:nvPr/>
          </p:nvSpPr>
          <p:spPr>
            <a:xfrm>
              <a:off x="8907564" y="1685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6" name="pt44326"/>
            <p:cNvSpPr/>
            <p:nvPr/>
          </p:nvSpPr>
          <p:spPr>
            <a:xfrm>
              <a:off x="8965476" y="2041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7" name="pt44327"/>
            <p:cNvSpPr/>
            <p:nvPr/>
          </p:nvSpPr>
          <p:spPr>
            <a:xfrm>
              <a:off x="9078622" y="1850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8" name="pt44328"/>
            <p:cNvSpPr/>
            <p:nvPr/>
          </p:nvSpPr>
          <p:spPr>
            <a:xfrm>
              <a:off x="9094774" y="1950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9" name="pt44329"/>
            <p:cNvSpPr/>
            <p:nvPr/>
          </p:nvSpPr>
          <p:spPr>
            <a:xfrm>
              <a:off x="9110510" y="1728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0" name="pt44330"/>
            <p:cNvSpPr/>
            <p:nvPr/>
          </p:nvSpPr>
          <p:spPr>
            <a:xfrm>
              <a:off x="8556041" y="2614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1" name="pt44331"/>
            <p:cNvSpPr/>
            <p:nvPr/>
          </p:nvSpPr>
          <p:spPr>
            <a:xfrm>
              <a:off x="9199436" y="1983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2" name="pt44332"/>
            <p:cNvSpPr/>
            <p:nvPr/>
          </p:nvSpPr>
          <p:spPr>
            <a:xfrm>
              <a:off x="8505430" y="2404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3" name="pt44333"/>
            <p:cNvSpPr/>
            <p:nvPr/>
          </p:nvSpPr>
          <p:spPr>
            <a:xfrm>
              <a:off x="8993208" y="2167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4" name="pt44334"/>
            <p:cNvSpPr/>
            <p:nvPr/>
          </p:nvSpPr>
          <p:spPr>
            <a:xfrm>
              <a:off x="8688651" y="2363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5" name="pt44335"/>
            <p:cNvSpPr/>
            <p:nvPr/>
          </p:nvSpPr>
          <p:spPr>
            <a:xfrm>
              <a:off x="9143835" y="2038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6" name="pt44336"/>
            <p:cNvSpPr/>
            <p:nvPr/>
          </p:nvSpPr>
          <p:spPr>
            <a:xfrm>
              <a:off x="8749319" y="2090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7" name="pt44337"/>
            <p:cNvSpPr/>
            <p:nvPr/>
          </p:nvSpPr>
          <p:spPr>
            <a:xfrm>
              <a:off x="8956678" y="1937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8" name="pt44338"/>
            <p:cNvSpPr/>
            <p:nvPr/>
          </p:nvSpPr>
          <p:spPr>
            <a:xfrm>
              <a:off x="9066967" y="222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9" name="pt44339"/>
            <p:cNvSpPr/>
            <p:nvPr/>
          </p:nvSpPr>
          <p:spPr>
            <a:xfrm>
              <a:off x="8612066" y="2275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0" name="pt44340"/>
            <p:cNvSpPr/>
            <p:nvPr/>
          </p:nvSpPr>
          <p:spPr>
            <a:xfrm>
              <a:off x="8641456" y="2094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1" name="pt44341"/>
            <p:cNvSpPr/>
            <p:nvPr/>
          </p:nvSpPr>
          <p:spPr>
            <a:xfrm>
              <a:off x="9053186" y="1822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2" name="pt44342"/>
            <p:cNvSpPr/>
            <p:nvPr/>
          </p:nvSpPr>
          <p:spPr>
            <a:xfrm>
              <a:off x="8434097" y="2404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3" name="pt44343"/>
            <p:cNvSpPr/>
            <p:nvPr/>
          </p:nvSpPr>
          <p:spPr>
            <a:xfrm>
              <a:off x="8677986" y="2393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4" name="pt44344"/>
            <p:cNvSpPr/>
            <p:nvPr/>
          </p:nvSpPr>
          <p:spPr>
            <a:xfrm>
              <a:off x="9578717" y="2194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5" name="pt44345"/>
            <p:cNvSpPr/>
            <p:nvPr/>
          </p:nvSpPr>
          <p:spPr>
            <a:xfrm>
              <a:off x="9229609" y="1859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6" name="pt44346"/>
            <p:cNvSpPr/>
            <p:nvPr/>
          </p:nvSpPr>
          <p:spPr>
            <a:xfrm>
              <a:off x="9221288" y="1830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7" name="pt44347"/>
            <p:cNvSpPr/>
            <p:nvPr/>
          </p:nvSpPr>
          <p:spPr>
            <a:xfrm>
              <a:off x="9612243" y="2419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8" name="pt44348"/>
            <p:cNvSpPr/>
            <p:nvPr/>
          </p:nvSpPr>
          <p:spPr>
            <a:xfrm>
              <a:off x="9249051" y="2008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9" name="pt44349"/>
            <p:cNvSpPr/>
            <p:nvPr/>
          </p:nvSpPr>
          <p:spPr>
            <a:xfrm>
              <a:off x="8654494" y="2406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0" name="pt44350"/>
            <p:cNvSpPr/>
            <p:nvPr/>
          </p:nvSpPr>
          <p:spPr>
            <a:xfrm>
              <a:off x="8977900" y="2267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1" name="pt44351"/>
            <p:cNvSpPr/>
            <p:nvPr/>
          </p:nvSpPr>
          <p:spPr>
            <a:xfrm>
              <a:off x="8794345" y="2168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2" name="pt44352"/>
            <p:cNvSpPr/>
            <p:nvPr/>
          </p:nvSpPr>
          <p:spPr>
            <a:xfrm>
              <a:off x="9396086" y="1974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3" name="pt44353"/>
            <p:cNvSpPr/>
            <p:nvPr/>
          </p:nvSpPr>
          <p:spPr>
            <a:xfrm>
              <a:off x="8741831" y="2304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4" name="pt44354"/>
            <p:cNvSpPr/>
            <p:nvPr/>
          </p:nvSpPr>
          <p:spPr>
            <a:xfrm>
              <a:off x="8913428" y="2306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5" name="pt44355"/>
            <p:cNvSpPr/>
            <p:nvPr/>
          </p:nvSpPr>
          <p:spPr>
            <a:xfrm>
              <a:off x="8641456" y="2077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6" name="pt44356"/>
            <p:cNvSpPr/>
            <p:nvPr/>
          </p:nvSpPr>
          <p:spPr>
            <a:xfrm>
              <a:off x="8863776" y="1940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7" name="pt44357"/>
            <p:cNvSpPr/>
            <p:nvPr/>
          </p:nvSpPr>
          <p:spPr>
            <a:xfrm>
              <a:off x="8473354" y="2213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8" name="pt44358"/>
            <p:cNvSpPr/>
            <p:nvPr/>
          </p:nvSpPr>
          <p:spPr>
            <a:xfrm>
              <a:off x="8627374" y="2323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9" name="pt44359"/>
            <p:cNvSpPr/>
            <p:nvPr/>
          </p:nvSpPr>
          <p:spPr>
            <a:xfrm>
              <a:off x="8383485" y="2379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0" name="pt44360"/>
            <p:cNvSpPr/>
            <p:nvPr/>
          </p:nvSpPr>
          <p:spPr>
            <a:xfrm>
              <a:off x="8312152" y="2391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1" name="pt44361"/>
            <p:cNvSpPr/>
            <p:nvPr/>
          </p:nvSpPr>
          <p:spPr>
            <a:xfrm>
              <a:off x="8383485" y="2533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2" name="pt44362"/>
            <p:cNvSpPr/>
            <p:nvPr/>
          </p:nvSpPr>
          <p:spPr>
            <a:xfrm>
              <a:off x="9384781" y="2085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3" name="pt44363"/>
            <p:cNvSpPr/>
            <p:nvPr/>
          </p:nvSpPr>
          <p:spPr>
            <a:xfrm>
              <a:off x="8505430" y="2370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4" name="pt44364"/>
            <p:cNvSpPr/>
            <p:nvPr/>
          </p:nvSpPr>
          <p:spPr>
            <a:xfrm>
              <a:off x="8878445" y="1901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5" name="pt44365"/>
            <p:cNvSpPr/>
            <p:nvPr/>
          </p:nvSpPr>
          <p:spPr>
            <a:xfrm>
              <a:off x="9055774" y="1717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6" name="pt44366"/>
            <p:cNvSpPr/>
            <p:nvPr/>
          </p:nvSpPr>
          <p:spPr>
            <a:xfrm>
              <a:off x="9007289" y="1792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7" name="pt44367"/>
            <p:cNvSpPr/>
            <p:nvPr/>
          </p:nvSpPr>
          <p:spPr>
            <a:xfrm>
              <a:off x="8907564" y="1910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8" name="pt44368"/>
            <p:cNvSpPr/>
            <p:nvPr/>
          </p:nvSpPr>
          <p:spPr>
            <a:xfrm>
              <a:off x="8698707" y="2465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9" name="pt44369"/>
            <p:cNvSpPr/>
            <p:nvPr/>
          </p:nvSpPr>
          <p:spPr>
            <a:xfrm>
              <a:off x="9144612" y="2029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0" name="pt44370"/>
            <p:cNvSpPr/>
            <p:nvPr/>
          </p:nvSpPr>
          <p:spPr>
            <a:xfrm>
              <a:off x="9049233" y="1876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1" name="pt44371"/>
            <p:cNvSpPr/>
            <p:nvPr/>
          </p:nvSpPr>
          <p:spPr>
            <a:xfrm>
              <a:off x="9237554" y="1885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2" name="pt44372"/>
            <p:cNvSpPr/>
            <p:nvPr/>
          </p:nvSpPr>
          <p:spPr>
            <a:xfrm>
              <a:off x="8907564" y="1982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3" name="pt44373"/>
            <p:cNvSpPr/>
            <p:nvPr/>
          </p:nvSpPr>
          <p:spPr>
            <a:xfrm>
              <a:off x="8871263" y="1993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4" name="pt44374"/>
            <p:cNvSpPr/>
            <p:nvPr/>
          </p:nvSpPr>
          <p:spPr>
            <a:xfrm>
              <a:off x="9116066" y="1718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5" name="pt44375"/>
            <p:cNvSpPr/>
            <p:nvPr/>
          </p:nvSpPr>
          <p:spPr>
            <a:xfrm>
              <a:off x="8556041" y="2680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6" name="pt44376"/>
            <p:cNvSpPr/>
            <p:nvPr/>
          </p:nvSpPr>
          <p:spPr>
            <a:xfrm>
              <a:off x="8830164" y="2041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7" name="pt44377"/>
            <p:cNvSpPr/>
            <p:nvPr/>
          </p:nvSpPr>
          <p:spPr>
            <a:xfrm>
              <a:off x="8935109" y="2117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8" name="pt44378"/>
            <p:cNvSpPr/>
            <p:nvPr/>
          </p:nvSpPr>
          <p:spPr>
            <a:xfrm>
              <a:off x="8434097" y="2378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9" name="pt44379"/>
            <p:cNvSpPr/>
            <p:nvPr/>
          </p:nvSpPr>
          <p:spPr>
            <a:xfrm>
              <a:off x="8839187" y="2164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0" name="pt44380"/>
            <p:cNvSpPr/>
            <p:nvPr/>
          </p:nvSpPr>
          <p:spPr>
            <a:xfrm>
              <a:off x="8859909" y="1890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1" name="pt44381"/>
            <p:cNvSpPr/>
            <p:nvPr/>
          </p:nvSpPr>
          <p:spPr>
            <a:xfrm>
              <a:off x="9312057" y="1931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2" name="pt44382"/>
            <p:cNvSpPr/>
            <p:nvPr/>
          </p:nvSpPr>
          <p:spPr>
            <a:xfrm>
              <a:off x="8741831" y="2230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3" name="pt44383"/>
            <p:cNvSpPr/>
            <p:nvPr/>
          </p:nvSpPr>
          <p:spPr>
            <a:xfrm>
              <a:off x="9420641" y="2193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4" name="pt44384"/>
            <p:cNvSpPr/>
            <p:nvPr/>
          </p:nvSpPr>
          <p:spPr>
            <a:xfrm>
              <a:off x="8839187" y="2124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5" name="pt44385"/>
            <p:cNvSpPr/>
            <p:nvPr/>
          </p:nvSpPr>
          <p:spPr>
            <a:xfrm>
              <a:off x="9344232" y="2058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6" name="pt44386"/>
            <p:cNvSpPr/>
            <p:nvPr/>
          </p:nvSpPr>
          <p:spPr>
            <a:xfrm>
              <a:off x="9094774" y="2107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7" name="pt44387"/>
            <p:cNvSpPr/>
            <p:nvPr/>
          </p:nvSpPr>
          <p:spPr>
            <a:xfrm>
              <a:off x="8666631" y="2451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8" name="pt44388"/>
            <p:cNvSpPr/>
            <p:nvPr/>
          </p:nvSpPr>
          <p:spPr>
            <a:xfrm>
              <a:off x="8383485" y="2483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9" name="pt44389"/>
            <p:cNvSpPr/>
            <p:nvPr/>
          </p:nvSpPr>
          <p:spPr>
            <a:xfrm>
              <a:off x="9480986" y="2162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0" name="pt44390"/>
            <p:cNvSpPr/>
            <p:nvPr/>
          </p:nvSpPr>
          <p:spPr>
            <a:xfrm>
              <a:off x="8981853" y="226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1" name="pt44391"/>
            <p:cNvSpPr/>
            <p:nvPr/>
          </p:nvSpPr>
          <p:spPr>
            <a:xfrm>
              <a:off x="9124084" y="2018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2" name="pt44392"/>
            <p:cNvSpPr/>
            <p:nvPr/>
          </p:nvSpPr>
          <p:spPr>
            <a:xfrm>
              <a:off x="9253280" y="2043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3" name="pt44393"/>
            <p:cNvSpPr/>
            <p:nvPr/>
          </p:nvSpPr>
          <p:spPr>
            <a:xfrm>
              <a:off x="8312152" y="2553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4" name="pt44394"/>
            <p:cNvSpPr/>
            <p:nvPr/>
          </p:nvSpPr>
          <p:spPr>
            <a:xfrm>
              <a:off x="9062080" y="1841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5" name="pt44395"/>
            <p:cNvSpPr/>
            <p:nvPr/>
          </p:nvSpPr>
          <p:spPr>
            <a:xfrm>
              <a:off x="8916289" y="2161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6" name="pt44396"/>
            <p:cNvSpPr/>
            <p:nvPr/>
          </p:nvSpPr>
          <p:spPr>
            <a:xfrm>
              <a:off x="8945023" y="1816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7" name="pt44397"/>
            <p:cNvSpPr/>
            <p:nvPr/>
          </p:nvSpPr>
          <p:spPr>
            <a:xfrm>
              <a:off x="9117880" y="2022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8" name="pt44398"/>
            <p:cNvSpPr/>
            <p:nvPr/>
          </p:nvSpPr>
          <p:spPr>
            <a:xfrm>
              <a:off x="8971798" y="2067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9" name="pt44399"/>
            <p:cNvSpPr/>
            <p:nvPr/>
          </p:nvSpPr>
          <p:spPr>
            <a:xfrm>
              <a:off x="8855955" y="2283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0" name="pt44400"/>
            <p:cNvSpPr/>
            <p:nvPr/>
          </p:nvSpPr>
          <p:spPr>
            <a:xfrm>
              <a:off x="9350114" y="2105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1" name="pt44401"/>
            <p:cNvSpPr/>
            <p:nvPr/>
          </p:nvSpPr>
          <p:spPr>
            <a:xfrm>
              <a:off x="9384781" y="2030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2" name="pt44402"/>
            <p:cNvSpPr/>
            <p:nvPr/>
          </p:nvSpPr>
          <p:spPr>
            <a:xfrm>
              <a:off x="8698707" y="2256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3" name="pt44403"/>
            <p:cNvSpPr/>
            <p:nvPr/>
          </p:nvSpPr>
          <p:spPr>
            <a:xfrm>
              <a:off x="9195417" y="1859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4" name="pt44404"/>
            <p:cNvSpPr/>
            <p:nvPr/>
          </p:nvSpPr>
          <p:spPr>
            <a:xfrm>
              <a:off x="9053186" y="1724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5" name="pt44405"/>
            <p:cNvSpPr/>
            <p:nvPr/>
          </p:nvSpPr>
          <p:spPr>
            <a:xfrm>
              <a:off x="9094774" y="1897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6" name="pt44406"/>
            <p:cNvSpPr/>
            <p:nvPr/>
          </p:nvSpPr>
          <p:spPr>
            <a:xfrm>
              <a:off x="8961132" y="2115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7" name="pt44407"/>
            <p:cNvSpPr/>
            <p:nvPr/>
          </p:nvSpPr>
          <p:spPr>
            <a:xfrm>
              <a:off x="8576763" y="2471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8" name="pt44408"/>
            <p:cNvSpPr/>
            <p:nvPr/>
          </p:nvSpPr>
          <p:spPr>
            <a:xfrm>
              <a:off x="8505430" y="2412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9" name="pt44409"/>
            <p:cNvSpPr/>
            <p:nvPr/>
          </p:nvSpPr>
          <p:spPr>
            <a:xfrm>
              <a:off x="8312152" y="2475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0" name="pt44410"/>
            <p:cNvSpPr/>
            <p:nvPr/>
          </p:nvSpPr>
          <p:spPr>
            <a:xfrm>
              <a:off x="8627374" y="2232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1" name="pt44411"/>
            <p:cNvSpPr/>
            <p:nvPr/>
          </p:nvSpPr>
          <p:spPr>
            <a:xfrm>
              <a:off x="9195417" y="1892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2" name="pt44412"/>
            <p:cNvSpPr/>
            <p:nvPr/>
          </p:nvSpPr>
          <p:spPr>
            <a:xfrm>
              <a:off x="9515130" y="2416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3" name="pt44413"/>
            <p:cNvSpPr/>
            <p:nvPr/>
          </p:nvSpPr>
          <p:spPr>
            <a:xfrm>
              <a:off x="8839187" y="2284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4" name="pt44414"/>
            <p:cNvSpPr/>
            <p:nvPr/>
          </p:nvSpPr>
          <p:spPr>
            <a:xfrm>
              <a:off x="9450688" y="1824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5" name="pt44415"/>
            <p:cNvSpPr/>
            <p:nvPr/>
          </p:nvSpPr>
          <p:spPr>
            <a:xfrm>
              <a:off x="8434097" y="2280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6" name="pt44416"/>
            <p:cNvSpPr/>
            <p:nvPr/>
          </p:nvSpPr>
          <p:spPr>
            <a:xfrm>
              <a:off x="8654494" y="2536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7" name="pt44417"/>
            <p:cNvSpPr/>
            <p:nvPr/>
          </p:nvSpPr>
          <p:spPr>
            <a:xfrm>
              <a:off x="8688651" y="2303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8" name="pt44418"/>
            <p:cNvSpPr/>
            <p:nvPr/>
          </p:nvSpPr>
          <p:spPr>
            <a:xfrm>
              <a:off x="8932540" y="2104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9" name="pt44419"/>
            <p:cNvSpPr/>
            <p:nvPr/>
          </p:nvSpPr>
          <p:spPr>
            <a:xfrm>
              <a:off x="8867559" y="1974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0" name="pt44420"/>
            <p:cNvSpPr/>
            <p:nvPr/>
          </p:nvSpPr>
          <p:spPr>
            <a:xfrm>
              <a:off x="8434097" y="2376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1" name="pt44421"/>
            <p:cNvSpPr/>
            <p:nvPr/>
          </p:nvSpPr>
          <p:spPr>
            <a:xfrm>
              <a:off x="8935109" y="2114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2" name="pt44422"/>
            <p:cNvSpPr/>
            <p:nvPr/>
          </p:nvSpPr>
          <p:spPr>
            <a:xfrm>
              <a:off x="8556041" y="2500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3" name="pt44423"/>
            <p:cNvSpPr/>
            <p:nvPr/>
          </p:nvSpPr>
          <p:spPr>
            <a:xfrm>
              <a:off x="8987622" y="2294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4" name="pt44424"/>
            <p:cNvSpPr/>
            <p:nvPr/>
          </p:nvSpPr>
          <p:spPr>
            <a:xfrm>
              <a:off x="8595298" y="2237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5" name="pt44425"/>
            <p:cNvSpPr/>
            <p:nvPr/>
          </p:nvSpPr>
          <p:spPr>
            <a:xfrm>
              <a:off x="9414733" y="2073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6" name="pt44426"/>
            <p:cNvSpPr/>
            <p:nvPr/>
          </p:nvSpPr>
          <p:spPr>
            <a:xfrm>
              <a:off x="8977900" y="2284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7" name="pt44427"/>
            <p:cNvSpPr/>
            <p:nvPr/>
          </p:nvSpPr>
          <p:spPr>
            <a:xfrm>
              <a:off x="9452582" y="2085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8" name="pt44428"/>
            <p:cNvSpPr/>
            <p:nvPr/>
          </p:nvSpPr>
          <p:spPr>
            <a:xfrm>
              <a:off x="9414733" y="223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9" name="pt44429"/>
            <p:cNvSpPr/>
            <p:nvPr/>
          </p:nvSpPr>
          <p:spPr>
            <a:xfrm>
              <a:off x="8810596" y="2263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0" name="pt44430"/>
            <p:cNvSpPr/>
            <p:nvPr/>
          </p:nvSpPr>
          <p:spPr>
            <a:xfrm>
              <a:off x="9083077" y="1664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1" name="pt44431"/>
            <p:cNvSpPr/>
            <p:nvPr/>
          </p:nvSpPr>
          <p:spPr>
            <a:xfrm>
              <a:off x="9124084" y="2071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2" name="pt44432"/>
            <p:cNvSpPr/>
            <p:nvPr/>
          </p:nvSpPr>
          <p:spPr>
            <a:xfrm>
              <a:off x="8975889" y="2219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3" name="pt44433"/>
            <p:cNvSpPr/>
            <p:nvPr/>
          </p:nvSpPr>
          <p:spPr>
            <a:xfrm>
              <a:off x="9207749" y="2110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4" name="pt44434"/>
            <p:cNvSpPr/>
            <p:nvPr/>
          </p:nvSpPr>
          <p:spPr>
            <a:xfrm>
              <a:off x="9452717" y="1897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5" name="pt44435"/>
            <p:cNvSpPr/>
            <p:nvPr/>
          </p:nvSpPr>
          <p:spPr>
            <a:xfrm>
              <a:off x="9329422" y="2219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6" name="pt44436"/>
            <p:cNvSpPr/>
            <p:nvPr/>
          </p:nvSpPr>
          <p:spPr>
            <a:xfrm>
              <a:off x="8473354" y="2442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7" name="pt44437"/>
            <p:cNvSpPr/>
            <p:nvPr/>
          </p:nvSpPr>
          <p:spPr>
            <a:xfrm>
              <a:off x="9065758" y="2037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8" name="pt44438"/>
            <p:cNvSpPr/>
            <p:nvPr/>
          </p:nvSpPr>
          <p:spPr>
            <a:xfrm>
              <a:off x="9573785" y="2287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9" name="pt44439"/>
            <p:cNvSpPr/>
            <p:nvPr/>
          </p:nvSpPr>
          <p:spPr>
            <a:xfrm>
              <a:off x="9116066" y="1613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0" name="pt44440"/>
            <p:cNvSpPr/>
            <p:nvPr/>
          </p:nvSpPr>
          <p:spPr>
            <a:xfrm>
              <a:off x="9480986" y="2128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1" name="pt44441"/>
            <p:cNvSpPr/>
            <p:nvPr/>
          </p:nvSpPr>
          <p:spPr>
            <a:xfrm>
              <a:off x="9254944" y="2123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2" name="pt44442"/>
            <p:cNvSpPr/>
            <p:nvPr/>
          </p:nvSpPr>
          <p:spPr>
            <a:xfrm>
              <a:off x="8505430" y="2397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3" name="pt44443"/>
            <p:cNvSpPr/>
            <p:nvPr/>
          </p:nvSpPr>
          <p:spPr>
            <a:xfrm>
              <a:off x="8627374" y="2199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4" name="pt44444"/>
            <p:cNvSpPr/>
            <p:nvPr/>
          </p:nvSpPr>
          <p:spPr>
            <a:xfrm>
              <a:off x="8788576" y="2331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5" name="pt44445"/>
            <p:cNvSpPr/>
            <p:nvPr/>
          </p:nvSpPr>
          <p:spPr>
            <a:xfrm>
              <a:off x="8919104" y="2166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6" name="pt44446"/>
            <p:cNvSpPr/>
            <p:nvPr/>
          </p:nvSpPr>
          <p:spPr>
            <a:xfrm>
              <a:off x="9075206" y="2351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7" name="pt44447"/>
            <p:cNvSpPr/>
            <p:nvPr/>
          </p:nvSpPr>
          <p:spPr>
            <a:xfrm>
              <a:off x="9461505" y="2145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8" name="pt44448"/>
            <p:cNvSpPr/>
            <p:nvPr/>
          </p:nvSpPr>
          <p:spPr>
            <a:xfrm>
              <a:off x="8734011" y="2197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9" name="pt44449"/>
            <p:cNvSpPr/>
            <p:nvPr/>
          </p:nvSpPr>
          <p:spPr>
            <a:xfrm>
              <a:off x="8708219" y="2320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0" name="pt44450"/>
            <p:cNvSpPr/>
            <p:nvPr/>
          </p:nvSpPr>
          <p:spPr>
            <a:xfrm>
              <a:off x="8954408" y="1840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1" name="pt44451"/>
            <p:cNvSpPr/>
            <p:nvPr/>
          </p:nvSpPr>
          <p:spPr>
            <a:xfrm>
              <a:off x="8505430" y="2488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2" name="pt44452"/>
            <p:cNvSpPr/>
            <p:nvPr/>
          </p:nvSpPr>
          <p:spPr>
            <a:xfrm>
              <a:off x="8641456" y="2188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3" name="pt44453"/>
            <p:cNvSpPr/>
            <p:nvPr/>
          </p:nvSpPr>
          <p:spPr>
            <a:xfrm>
              <a:off x="9062080" y="1683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4" name="pt44454"/>
            <p:cNvSpPr/>
            <p:nvPr/>
          </p:nvSpPr>
          <p:spPr>
            <a:xfrm>
              <a:off x="8595298" y="2192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5" name="pt44455"/>
            <p:cNvSpPr/>
            <p:nvPr/>
          </p:nvSpPr>
          <p:spPr>
            <a:xfrm>
              <a:off x="9070546" y="2157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6" name="pt44456"/>
            <p:cNvSpPr/>
            <p:nvPr/>
          </p:nvSpPr>
          <p:spPr>
            <a:xfrm>
              <a:off x="8904556" y="2223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7" name="pt44457"/>
            <p:cNvSpPr/>
            <p:nvPr/>
          </p:nvSpPr>
          <p:spPr>
            <a:xfrm>
              <a:off x="8987622" y="2214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8" name="pt44458"/>
            <p:cNvSpPr/>
            <p:nvPr/>
          </p:nvSpPr>
          <p:spPr>
            <a:xfrm>
              <a:off x="8556041" y="2420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9" name="pt44459"/>
            <p:cNvSpPr/>
            <p:nvPr/>
          </p:nvSpPr>
          <p:spPr>
            <a:xfrm>
              <a:off x="8698707" y="2474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0" name="pt44460"/>
            <p:cNvSpPr/>
            <p:nvPr/>
          </p:nvSpPr>
          <p:spPr>
            <a:xfrm>
              <a:off x="8904556" y="1752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1" name="pt44461"/>
            <p:cNvSpPr/>
            <p:nvPr/>
          </p:nvSpPr>
          <p:spPr>
            <a:xfrm>
              <a:off x="8916289" y="2102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2" name="pt44462"/>
            <p:cNvSpPr/>
            <p:nvPr/>
          </p:nvSpPr>
          <p:spPr>
            <a:xfrm>
              <a:off x="9595084" y="2197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3" name="pt44463"/>
            <p:cNvSpPr/>
            <p:nvPr/>
          </p:nvSpPr>
          <p:spPr>
            <a:xfrm>
              <a:off x="9076352" y="2123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4" name="pt44464"/>
            <p:cNvSpPr/>
            <p:nvPr/>
          </p:nvSpPr>
          <p:spPr>
            <a:xfrm>
              <a:off x="8741831" y="2397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5" name="pt44465"/>
            <p:cNvSpPr/>
            <p:nvPr/>
          </p:nvSpPr>
          <p:spPr>
            <a:xfrm>
              <a:off x="8473354" y="2339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6" name="pt44466"/>
            <p:cNvSpPr/>
            <p:nvPr/>
          </p:nvSpPr>
          <p:spPr>
            <a:xfrm>
              <a:off x="9244278" y="1946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7" name="pt44467"/>
            <p:cNvSpPr/>
            <p:nvPr/>
          </p:nvSpPr>
          <p:spPr>
            <a:xfrm>
              <a:off x="8898383" y="2088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8" name="pt44468"/>
            <p:cNvSpPr/>
            <p:nvPr/>
          </p:nvSpPr>
          <p:spPr>
            <a:xfrm>
              <a:off x="8913428" y="2064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9" name="pt44469"/>
            <p:cNvSpPr/>
            <p:nvPr/>
          </p:nvSpPr>
          <p:spPr>
            <a:xfrm>
              <a:off x="9289758" y="1784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0" name="pt44470"/>
            <p:cNvSpPr/>
            <p:nvPr/>
          </p:nvSpPr>
          <p:spPr>
            <a:xfrm>
              <a:off x="9301578" y="1989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1" name="pt44471"/>
            <p:cNvSpPr/>
            <p:nvPr/>
          </p:nvSpPr>
          <p:spPr>
            <a:xfrm>
              <a:off x="9028011" y="1509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2" name="pt44472"/>
            <p:cNvSpPr/>
            <p:nvPr/>
          </p:nvSpPr>
          <p:spPr>
            <a:xfrm>
              <a:off x="8863776" y="1955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3" name="pt44473"/>
            <p:cNvSpPr/>
            <p:nvPr/>
          </p:nvSpPr>
          <p:spPr>
            <a:xfrm>
              <a:off x="8312152" y="2475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4" name="pt44474"/>
            <p:cNvSpPr/>
            <p:nvPr/>
          </p:nvSpPr>
          <p:spPr>
            <a:xfrm>
              <a:off x="8935109" y="2045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5" name="pt44475"/>
            <p:cNvSpPr/>
            <p:nvPr/>
          </p:nvSpPr>
          <p:spPr>
            <a:xfrm>
              <a:off x="9094774" y="1793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6" name="pt44476"/>
            <p:cNvSpPr/>
            <p:nvPr/>
          </p:nvSpPr>
          <p:spPr>
            <a:xfrm>
              <a:off x="8981853" y="2245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7" name="pt44477"/>
            <p:cNvSpPr/>
            <p:nvPr/>
          </p:nvSpPr>
          <p:spPr>
            <a:xfrm>
              <a:off x="8947416" y="1958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8" name="pt44478"/>
            <p:cNvSpPr/>
            <p:nvPr/>
          </p:nvSpPr>
          <p:spPr>
            <a:xfrm>
              <a:off x="9408619" y="223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9" name="pt44479"/>
            <p:cNvSpPr/>
            <p:nvPr/>
          </p:nvSpPr>
          <p:spPr>
            <a:xfrm>
              <a:off x="9811851" y="2429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0" name="pt44480"/>
            <p:cNvSpPr/>
            <p:nvPr/>
          </p:nvSpPr>
          <p:spPr>
            <a:xfrm>
              <a:off x="8677986" y="238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1" name="pt44481"/>
            <p:cNvSpPr/>
            <p:nvPr/>
          </p:nvSpPr>
          <p:spPr>
            <a:xfrm>
              <a:off x="9568642" y="2287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2" name="pt44482"/>
            <p:cNvSpPr/>
            <p:nvPr/>
          </p:nvSpPr>
          <p:spPr>
            <a:xfrm>
              <a:off x="8612066" y="2406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3" name="pt44483"/>
            <p:cNvSpPr/>
            <p:nvPr/>
          </p:nvSpPr>
          <p:spPr>
            <a:xfrm>
              <a:off x="8855955" y="2073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4" name="pt44484"/>
            <p:cNvSpPr/>
            <p:nvPr/>
          </p:nvSpPr>
          <p:spPr>
            <a:xfrm>
              <a:off x="9144612" y="2020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5" name="pt44485"/>
            <p:cNvSpPr/>
            <p:nvPr/>
          </p:nvSpPr>
          <p:spPr>
            <a:xfrm>
              <a:off x="9512564" y="2523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6" name="pt44486"/>
            <p:cNvSpPr/>
            <p:nvPr/>
          </p:nvSpPr>
          <p:spPr>
            <a:xfrm>
              <a:off x="8947416" y="1957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7" name="pt44487"/>
            <p:cNvSpPr/>
            <p:nvPr/>
          </p:nvSpPr>
          <p:spPr>
            <a:xfrm>
              <a:off x="8312152" y="2421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8" name="pt44488"/>
            <p:cNvSpPr/>
            <p:nvPr/>
          </p:nvSpPr>
          <p:spPr>
            <a:xfrm>
              <a:off x="9347687" y="2213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9" name="pt44489"/>
            <p:cNvSpPr/>
            <p:nvPr/>
          </p:nvSpPr>
          <p:spPr>
            <a:xfrm>
              <a:off x="8717243" y="2297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0" name="pt44490"/>
            <p:cNvSpPr/>
            <p:nvPr/>
          </p:nvSpPr>
          <p:spPr>
            <a:xfrm>
              <a:off x="8383485" y="2169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1" name="pt44491"/>
            <p:cNvSpPr/>
            <p:nvPr/>
          </p:nvSpPr>
          <p:spPr>
            <a:xfrm>
              <a:off x="8810596" y="2081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2" name="pt44492"/>
            <p:cNvSpPr/>
            <p:nvPr/>
          </p:nvSpPr>
          <p:spPr>
            <a:xfrm>
              <a:off x="9010641" y="1983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3" name="pt44493"/>
            <p:cNvSpPr/>
            <p:nvPr/>
          </p:nvSpPr>
          <p:spPr>
            <a:xfrm>
              <a:off x="8595298" y="2283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4" name="pt44494"/>
            <p:cNvSpPr/>
            <p:nvPr/>
          </p:nvSpPr>
          <p:spPr>
            <a:xfrm>
              <a:off x="9346461" y="2189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5" name="pt44495"/>
            <p:cNvSpPr/>
            <p:nvPr/>
          </p:nvSpPr>
          <p:spPr>
            <a:xfrm>
              <a:off x="8859909" y="2000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6" name="pt44496"/>
            <p:cNvSpPr/>
            <p:nvPr/>
          </p:nvSpPr>
          <p:spPr>
            <a:xfrm>
              <a:off x="9007289" y="1856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7" name="pt44497"/>
            <p:cNvSpPr/>
            <p:nvPr/>
          </p:nvSpPr>
          <p:spPr>
            <a:xfrm>
              <a:off x="8532549" y="253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8" name="pt44498"/>
            <p:cNvSpPr/>
            <p:nvPr/>
          </p:nvSpPr>
          <p:spPr>
            <a:xfrm>
              <a:off x="8810596" y="2003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9" name="pt44499"/>
            <p:cNvSpPr/>
            <p:nvPr/>
          </p:nvSpPr>
          <p:spPr>
            <a:xfrm>
              <a:off x="9205570" y="2060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0" name="pt44500"/>
            <p:cNvSpPr/>
            <p:nvPr/>
          </p:nvSpPr>
          <p:spPr>
            <a:xfrm>
              <a:off x="9666217" y="2086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1" name="pt44501"/>
            <p:cNvSpPr/>
            <p:nvPr/>
          </p:nvSpPr>
          <p:spPr>
            <a:xfrm>
              <a:off x="8505430" y="2436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2" name="pt44502"/>
            <p:cNvSpPr/>
            <p:nvPr/>
          </p:nvSpPr>
          <p:spPr>
            <a:xfrm>
              <a:off x="8677986" y="2327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3" name="pt44503"/>
            <p:cNvSpPr/>
            <p:nvPr/>
          </p:nvSpPr>
          <p:spPr>
            <a:xfrm>
              <a:off x="9130078" y="2077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4" name="pt44504"/>
            <p:cNvSpPr/>
            <p:nvPr/>
          </p:nvSpPr>
          <p:spPr>
            <a:xfrm>
              <a:off x="8666631" y="2580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5" name="pt44505"/>
            <p:cNvSpPr/>
            <p:nvPr/>
          </p:nvSpPr>
          <p:spPr>
            <a:xfrm>
              <a:off x="8963317" y="2071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6" name="pt44506"/>
            <p:cNvSpPr/>
            <p:nvPr/>
          </p:nvSpPr>
          <p:spPr>
            <a:xfrm>
              <a:off x="8788576" y="2337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7" name="pt44507"/>
            <p:cNvSpPr/>
            <p:nvPr/>
          </p:nvSpPr>
          <p:spPr>
            <a:xfrm>
              <a:off x="8799930" y="2064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8" name="pt44508"/>
            <p:cNvSpPr/>
            <p:nvPr/>
          </p:nvSpPr>
          <p:spPr>
            <a:xfrm>
              <a:off x="8473354" y="2344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9" name="pt44509"/>
            <p:cNvSpPr/>
            <p:nvPr/>
          </p:nvSpPr>
          <p:spPr>
            <a:xfrm>
              <a:off x="8641456" y="2111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0" name="pt44510"/>
            <p:cNvSpPr/>
            <p:nvPr/>
          </p:nvSpPr>
          <p:spPr>
            <a:xfrm>
              <a:off x="9303159" y="191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1" name="pt44511"/>
            <p:cNvSpPr/>
            <p:nvPr/>
          </p:nvSpPr>
          <p:spPr>
            <a:xfrm>
              <a:off x="8961132" y="2071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2" name="pt44512"/>
            <p:cNvSpPr/>
            <p:nvPr/>
          </p:nvSpPr>
          <p:spPr>
            <a:xfrm>
              <a:off x="8708219" y="2380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3" name="pt44513"/>
            <p:cNvSpPr/>
            <p:nvPr/>
          </p:nvSpPr>
          <p:spPr>
            <a:xfrm>
              <a:off x="8996835" y="198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4" name="pt44514"/>
            <p:cNvSpPr/>
            <p:nvPr/>
          </p:nvSpPr>
          <p:spPr>
            <a:xfrm>
              <a:off x="8473354" y="2247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5" name="pt44515"/>
            <p:cNvSpPr/>
            <p:nvPr/>
          </p:nvSpPr>
          <p:spPr>
            <a:xfrm>
              <a:off x="8312152" y="2609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6" name="pt44516"/>
            <p:cNvSpPr/>
            <p:nvPr/>
          </p:nvSpPr>
          <p:spPr>
            <a:xfrm>
              <a:off x="9195417" y="1955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7" name="pt44517"/>
            <p:cNvSpPr/>
            <p:nvPr/>
          </p:nvSpPr>
          <p:spPr>
            <a:xfrm>
              <a:off x="8627374" y="2398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8" name="pt44518"/>
            <p:cNvSpPr/>
            <p:nvPr/>
          </p:nvSpPr>
          <p:spPr>
            <a:xfrm>
              <a:off x="9382590" y="2071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9" name="pt44519"/>
            <p:cNvSpPr/>
            <p:nvPr/>
          </p:nvSpPr>
          <p:spPr>
            <a:xfrm>
              <a:off x="9195417" y="1960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0" name="pt44520"/>
            <p:cNvSpPr/>
            <p:nvPr/>
          </p:nvSpPr>
          <p:spPr>
            <a:xfrm>
              <a:off x="8698707" y="2360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1" name="pt44521"/>
            <p:cNvSpPr/>
            <p:nvPr/>
          </p:nvSpPr>
          <p:spPr>
            <a:xfrm>
              <a:off x="8749319" y="1984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2" name="pt44522"/>
            <p:cNvSpPr/>
            <p:nvPr/>
          </p:nvSpPr>
          <p:spPr>
            <a:xfrm>
              <a:off x="9454989" y="2062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3" name="pt44523"/>
            <p:cNvSpPr/>
            <p:nvPr/>
          </p:nvSpPr>
          <p:spPr>
            <a:xfrm>
              <a:off x="9090610" y="1799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4" name="pt44524"/>
            <p:cNvSpPr/>
            <p:nvPr/>
          </p:nvSpPr>
          <p:spPr>
            <a:xfrm>
              <a:off x="8898383" y="2089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5" name="pt44525"/>
            <p:cNvSpPr/>
            <p:nvPr/>
          </p:nvSpPr>
          <p:spPr>
            <a:xfrm>
              <a:off x="9347687" y="2052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6" name="pt44526"/>
            <p:cNvSpPr/>
            <p:nvPr/>
          </p:nvSpPr>
          <p:spPr>
            <a:xfrm>
              <a:off x="8666631" y="2349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7" name="pt44527"/>
            <p:cNvSpPr/>
            <p:nvPr/>
          </p:nvSpPr>
          <p:spPr>
            <a:xfrm>
              <a:off x="9299019" y="1822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8" name="pt44528"/>
            <p:cNvSpPr/>
            <p:nvPr/>
          </p:nvSpPr>
          <p:spPr>
            <a:xfrm>
              <a:off x="9724502" y="2121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9" name="pt44529"/>
            <p:cNvSpPr/>
            <p:nvPr/>
          </p:nvSpPr>
          <p:spPr>
            <a:xfrm>
              <a:off x="9049233" y="1857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0" name="pt44530"/>
            <p:cNvSpPr/>
            <p:nvPr/>
          </p:nvSpPr>
          <p:spPr>
            <a:xfrm>
              <a:off x="9386161" y="2160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1" name="pt44531"/>
            <p:cNvSpPr/>
            <p:nvPr/>
          </p:nvSpPr>
          <p:spPr>
            <a:xfrm>
              <a:off x="9205570" y="2002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2" name="pt44532"/>
            <p:cNvSpPr/>
            <p:nvPr/>
          </p:nvSpPr>
          <p:spPr>
            <a:xfrm>
              <a:off x="8763400" y="2299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3" name="pt44533"/>
            <p:cNvSpPr/>
            <p:nvPr/>
          </p:nvSpPr>
          <p:spPr>
            <a:xfrm>
              <a:off x="8916289" y="1960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4" name="pt44534"/>
            <p:cNvSpPr/>
            <p:nvPr/>
          </p:nvSpPr>
          <p:spPr>
            <a:xfrm>
              <a:off x="9328879" y="2158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5" name="pt44535"/>
            <p:cNvSpPr/>
            <p:nvPr/>
          </p:nvSpPr>
          <p:spPr>
            <a:xfrm>
              <a:off x="8434097" y="2427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6" name="pt44536"/>
            <p:cNvSpPr/>
            <p:nvPr/>
          </p:nvSpPr>
          <p:spPr>
            <a:xfrm>
              <a:off x="8749319" y="2216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7" name="pt44537"/>
            <p:cNvSpPr/>
            <p:nvPr/>
          </p:nvSpPr>
          <p:spPr>
            <a:xfrm>
              <a:off x="8961132" y="2221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8" name="pt44538"/>
            <p:cNvSpPr/>
            <p:nvPr/>
          </p:nvSpPr>
          <p:spPr>
            <a:xfrm>
              <a:off x="8904556" y="1993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9" name="pt44539"/>
            <p:cNvSpPr/>
            <p:nvPr/>
          </p:nvSpPr>
          <p:spPr>
            <a:xfrm>
              <a:off x="9297726" y="2028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0" name="pt44540"/>
            <p:cNvSpPr/>
            <p:nvPr/>
          </p:nvSpPr>
          <p:spPr>
            <a:xfrm>
              <a:off x="8556041" y="245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1" name="pt44541"/>
            <p:cNvSpPr/>
            <p:nvPr/>
          </p:nvSpPr>
          <p:spPr>
            <a:xfrm>
              <a:off x="9207749" y="2071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2" name="pt44542"/>
            <p:cNvSpPr/>
            <p:nvPr/>
          </p:nvSpPr>
          <p:spPr>
            <a:xfrm>
              <a:off x="8741831" y="2225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3" name="pt44543"/>
            <p:cNvSpPr/>
            <p:nvPr/>
          </p:nvSpPr>
          <p:spPr>
            <a:xfrm>
              <a:off x="9427293" y="1934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4" name="pt44544"/>
            <p:cNvSpPr/>
            <p:nvPr/>
          </p:nvSpPr>
          <p:spPr>
            <a:xfrm>
              <a:off x="9568642" y="2222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5" name="pt44545"/>
            <p:cNvSpPr/>
            <p:nvPr/>
          </p:nvSpPr>
          <p:spPr>
            <a:xfrm>
              <a:off x="9195417" y="1906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6" name="pt44546"/>
            <p:cNvSpPr/>
            <p:nvPr/>
          </p:nvSpPr>
          <p:spPr>
            <a:xfrm>
              <a:off x="9381988" y="2118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7" name="pt44547"/>
            <p:cNvSpPr/>
            <p:nvPr/>
          </p:nvSpPr>
          <p:spPr>
            <a:xfrm>
              <a:off x="8312152" y="2158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8" name="pt44548"/>
            <p:cNvSpPr/>
            <p:nvPr/>
          </p:nvSpPr>
          <p:spPr>
            <a:xfrm>
              <a:off x="9090610" y="1768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9" name="pt44549"/>
            <p:cNvSpPr/>
            <p:nvPr/>
          </p:nvSpPr>
          <p:spPr>
            <a:xfrm>
              <a:off x="9051878" y="1717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0" name="pt44550"/>
            <p:cNvSpPr/>
            <p:nvPr/>
          </p:nvSpPr>
          <p:spPr>
            <a:xfrm>
              <a:off x="8921875" y="1965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1" name="pt44551"/>
            <p:cNvSpPr/>
            <p:nvPr/>
          </p:nvSpPr>
          <p:spPr>
            <a:xfrm>
              <a:off x="9433552" y="1767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2" name="pt44552"/>
            <p:cNvSpPr/>
            <p:nvPr/>
          </p:nvSpPr>
          <p:spPr>
            <a:xfrm>
              <a:off x="9066967" y="2194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3" name="pt44553"/>
            <p:cNvSpPr/>
            <p:nvPr/>
          </p:nvSpPr>
          <p:spPr>
            <a:xfrm>
              <a:off x="8805344" y="2238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4" name="pt44554"/>
            <p:cNvSpPr/>
            <p:nvPr/>
          </p:nvSpPr>
          <p:spPr>
            <a:xfrm>
              <a:off x="9654228" y="2373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5" name="pt44555"/>
            <p:cNvSpPr/>
            <p:nvPr/>
          </p:nvSpPr>
          <p:spPr>
            <a:xfrm>
              <a:off x="8556041" y="2461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6" name="pt44556"/>
            <p:cNvSpPr/>
            <p:nvPr/>
          </p:nvSpPr>
          <p:spPr>
            <a:xfrm>
              <a:off x="9480986" y="2075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7" name="pt44557"/>
            <p:cNvSpPr/>
            <p:nvPr/>
          </p:nvSpPr>
          <p:spPr>
            <a:xfrm>
              <a:off x="8698707" y="2222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8" name="pt44558"/>
            <p:cNvSpPr/>
            <p:nvPr/>
          </p:nvSpPr>
          <p:spPr>
            <a:xfrm>
              <a:off x="9408964" y="2187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9" name="pt44559"/>
            <p:cNvSpPr/>
            <p:nvPr/>
          </p:nvSpPr>
          <p:spPr>
            <a:xfrm>
              <a:off x="8904556" y="2064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0" name="pt44560"/>
            <p:cNvSpPr/>
            <p:nvPr/>
          </p:nvSpPr>
          <p:spPr>
            <a:xfrm>
              <a:off x="8901496" y="1574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1" name="pt44561"/>
            <p:cNvSpPr/>
            <p:nvPr/>
          </p:nvSpPr>
          <p:spPr>
            <a:xfrm>
              <a:off x="9297726" y="1960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2" name="pt44562"/>
            <p:cNvSpPr/>
            <p:nvPr/>
          </p:nvSpPr>
          <p:spPr>
            <a:xfrm>
              <a:off x="9217744" y="2120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3" name="pt44563"/>
            <p:cNvSpPr/>
            <p:nvPr/>
          </p:nvSpPr>
          <p:spPr>
            <a:xfrm>
              <a:off x="9107665" y="1974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4" name="pt44564"/>
            <p:cNvSpPr/>
            <p:nvPr/>
          </p:nvSpPr>
          <p:spPr>
            <a:xfrm>
              <a:off x="8996835" y="2015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5" name="pt44565"/>
            <p:cNvSpPr/>
            <p:nvPr/>
          </p:nvSpPr>
          <p:spPr>
            <a:xfrm>
              <a:off x="9260646" y="2210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6" name="pt44566"/>
            <p:cNvSpPr/>
            <p:nvPr/>
          </p:nvSpPr>
          <p:spPr>
            <a:xfrm>
              <a:off x="9978328" y="2499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7" name="pt44567"/>
            <p:cNvSpPr/>
            <p:nvPr/>
          </p:nvSpPr>
          <p:spPr>
            <a:xfrm>
              <a:off x="9301896" y="1802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8" name="pt44568"/>
            <p:cNvSpPr/>
            <p:nvPr/>
          </p:nvSpPr>
          <p:spPr>
            <a:xfrm>
              <a:off x="8867559" y="1800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9" name="pt44569"/>
            <p:cNvSpPr/>
            <p:nvPr/>
          </p:nvSpPr>
          <p:spPr>
            <a:xfrm>
              <a:off x="9199436" y="2006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0" name="pt44570"/>
            <p:cNvSpPr/>
            <p:nvPr/>
          </p:nvSpPr>
          <p:spPr>
            <a:xfrm>
              <a:off x="8825472" y="1998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1" name="pt44571"/>
            <p:cNvSpPr/>
            <p:nvPr/>
          </p:nvSpPr>
          <p:spPr>
            <a:xfrm>
              <a:off x="9217744" y="2089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2" name="pt44572"/>
            <p:cNvSpPr/>
            <p:nvPr/>
          </p:nvSpPr>
          <p:spPr>
            <a:xfrm>
              <a:off x="9512564" y="2268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3" name="pt44573"/>
            <p:cNvSpPr/>
            <p:nvPr/>
          </p:nvSpPr>
          <p:spPr>
            <a:xfrm>
              <a:off x="8996835" y="1920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4" name="pt44574"/>
            <p:cNvSpPr/>
            <p:nvPr/>
          </p:nvSpPr>
          <p:spPr>
            <a:xfrm>
              <a:off x="9303159" y="1824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5" name="pt44575"/>
            <p:cNvSpPr/>
            <p:nvPr/>
          </p:nvSpPr>
          <p:spPr>
            <a:xfrm>
              <a:off x="9653069" y="2376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6" name="pt44576"/>
            <p:cNvSpPr/>
            <p:nvPr/>
          </p:nvSpPr>
          <p:spPr>
            <a:xfrm>
              <a:off x="9378331" y="2065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7" name="pt44577"/>
            <p:cNvSpPr/>
            <p:nvPr/>
          </p:nvSpPr>
          <p:spPr>
            <a:xfrm>
              <a:off x="8505430" y="2487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8" name="pt44578"/>
            <p:cNvSpPr/>
            <p:nvPr/>
          </p:nvSpPr>
          <p:spPr>
            <a:xfrm>
              <a:off x="9090610" y="1785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9" name="pt44579"/>
            <p:cNvSpPr/>
            <p:nvPr/>
          </p:nvSpPr>
          <p:spPr>
            <a:xfrm>
              <a:off x="8981853" y="228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0" name="pt44580"/>
            <p:cNvSpPr/>
            <p:nvPr/>
          </p:nvSpPr>
          <p:spPr>
            <a:xfrm>
              <a:off x="8749319" y="205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1" name="pt44581"/>
            <p:cNvSpPr/>
            <p:nvPr/>
          </p:nvSpPr>
          <p:spPr>
            <a:xfrm>
              <a:off x="9663884" y="2222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2" name="pt44582"/>
            <p:cNvSpPr/>
            <p:nvPr/>
          </p:nvSpPr>
          <p:spPr>
            <a:xfrm>
              <a:off x="8859909" y="2110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3" name="pt44583"/>
            <p:cNvSpPr/>
            <p:nvPr/>
          </p:nvSpPr>
          <p:spPr>
            <a:xfrm>
              <a:off x="8947416" y="2065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4" name="pt44584"/>
            <p:cNvSpPr/>
            <p:nvPr/>
          </p:nvSpPr>
          <p:spPr>
            <a:xfrm>
              <a:off x="8312152" y="2453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5" name="pt44585"/>
            <p:cNvSpPr/>
            <p:nvPr/>
          </p:nvSpPr>
          <p:spPr>
            <a:xfrm>
              <a:off x="8956678" y="1813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6" name="pt44586"/>
            <p:cNvSpPr/>
            <p:nvPr/>
          </p:nvSpPr>
          <p:spPr>
            <a:xfrm>
              <a:off x="8863776" y="185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7" name="pt44587"/>
            <p:cNvSpPr/>
            <p:nvPr/>
          </p:nvSpPr>
          <p:spPr>
            <a:xfrm>
              <a:off x="9301578" y="2023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8" name="pt44588"/>
            <p:cNvSpPr/>
            <p:nvPr/>
          </p:nvSpPr>
          <p:spPr>
            <a:xfrm>
              <a:off x="8556041" y="2410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9" name="pt44589"/>
            <p:cNvSpPr/>
            <p:nvPr/>
          </p:nvSpPr>
          <p:spPr>
            <a:xfrm>
              <a:off x="8898383" y="2022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0" name="pt44590"/>
            <p:cNvSpPr/>
            <p:nvPr/>
          </p:nvSpPr>
          <p:spPr>
            <a:xfrm>
              <a:off x="9299019" y="1827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1" name="pt44591"/>
            <p:cNvSpPr/>
            <p:nvPr/>
          </p:nvSpPr>
          <p:spPr>
            <a:xfrm>
              <a:off x="8505430" y="2498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2" name="pt44592"/>
            <p:cNvSpPr/>
            <p:nvPr/>
          </p:nvSpPr>
          <p:spPr>
            <a:xfrm>
              <a:off x="9811851" y="2481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3" name="pt44593"/>
            <p:cNvSpPr/>
            <p:nvPr/>
          </p:nvSpPr>
          <p:spPr>
            <a:xfrm>
              <a:off x="8901496" y="1874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4" name="pt44594"/>
            <p:cNvSpPr/>
            <p:nvPr/>
          </p:nvSpPr>
          <p:spPr>
            <a:xfrm>
              <a:off x="9275251" y="2094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5" name="pt44595"/>
            <p:cNvSpPr/>
            <p:nvPr/>
          </p:nvSpPr>
          <p:spPr>
            <a:xfrm>
              <a:off x="8878445" y="189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6" name="pt44596"/>
            <p:cNvSpPr/>
            <p:nvPr/>
          </p:nvSpPr>
          <p:spPr>
            <a:xfrm>
              <a:off x="8698707" y="2351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7" name="pt44597"/>
            <p:cNvSpPr/>
            <p:nvPr/>
          </p:nvSpPr>
          <p:spPr>
            <a:xfrm>
              <a:off x="8312152" y="2657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8" name="pt44598"/>
            <p:cNvSpPr/>
            <p:nvPr/>
          </p:nvSpPr>
          <p:spPr>
            <a:xfrm>
              <a:off x="8979888" y="2271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9" name="pt44599"/>
            <p:cNvSpPr/>
            <p:nvPr/>
          </p:nvSpPr>
          <p:spPr>
            <a:xfrm>
              <a:off x="9051878" y="1870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0" name="pt44600"/>
            <p:cNvSpPr/>
            <p:nvPr/>
          </p:nvSpPr>
          <p:spPr>
            <a:xfrm>
              <a:off x="9512564" y="2401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1" name="pt44601"/>
            <p:cNvSpPr/>
            <p:nvPr/>
          </p:nvSpPr>
          <p:spPr>
            <a:xfrm>
              <a:off x="8763400" y="2300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2" name="pt44602"/>
            <p:cNvSpPr/>
            <p:nvPr/>
          </p:nvSpPr>
          <p:spPr>
            <a:xfrm>
              <a:off x="8612066" y="1978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3" name="pt44603"/>
            <p:cNvSpPr/>
            <p:nvPr/>
          </p:nvSpPr>
          <p:spPr>
            <a:xfrm>
              <a:off x="8996835" y="1976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4" name="pt44604"/>
            <p:cNvSpPr/>
            <p:nvPr/>
          </p:nvSpPr>
          <p:spPr>
            <a:xfrm>
              <a:off x="9091660" y="181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5" name="pt44605"/>
            <p:cNvSpPr/>
            <p:nvPr/>
          </p:nvSpPr>
          <p:spPr>
            <a:xfrm>
              <a:off x="8666631" y="2476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6" name="pt44606"/>
            <p:cNvSpPr/>
            <p:nvPr/>
          </p:nvSpPr>
          <p:spPr>
            <a:xfrm>
              <a:off x="8595298" y="2236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7" name="pt44607"/>
            <p:cNvSpPr/>
            <p:nvPr/>
          </p:nvSpPr>
          <p:spPr>
            <a:xfrm>
              <a:off x="9202808" y="2054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8" name="pt44608"/>
            <p:cNvSpPr/>
            <p:nvPr/>
          </p:nvSpPr>
          <p:spPr>
            <a:xfrm>
              <a:off x="8717243" y="2254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9" name="pt44609"/>
            <p:cNvSpPr/>
            <p:nvPr/>
          </p:nvSpPr>
          <p:spPr>
            <a:xfrm>
              <a:off x="9285982" y="1782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0" name="pt44610"/>
            <p:cNvSpPr/>
            <p:nvPr/>
          </p:nvSpPr>
          <p:spPr>
            <a:xfrm>
              <a:off x="8383485" y="261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1" name="pt44611"/>
            <p:cNvSpPr/>
            <p:nvPr/>
          </p:nvSpPr>
          <p:spPr>
            <a:xfrm>
              <a:off x="8505430" y="2439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2" name="pt44612"/>
            <p:cNvSpPr/>
            <p:nvPr/>
          </p:nvSpPr>
          <p:spPr>
            <a:xfrm>
              <a:off x="8855955" y="2255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3" name="pt44613"/>
            <p:cNvSpPr/>
            <p:nvPr/>
          </p:nvSpPr>
          <p:spPr>
            <a:xfrm>
              <a:off x="8383485" y="2384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4" name="pt44614"/>
            <p:cNvSpPr/>
            <p:nvPr/>
          </p:nvSpPr>
          <p:spPr>
            <a:xfrm>
              <a:off x="9450688" y="1979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5" name="pt44615"/>
            <p:cNvSpPr/>
            <p:nvPr/>
          </p:nvSpPr>
          <p:spPr>
            <a:xfrm>
              <a:off x="8975889" y="2209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6" name="pt44616"/>
            <p:cNvSpPr/>
            <p:nvPr/>
          </p:nvSpPr>
          <p:spPr>
            <a:xfrm>
              <a:off x="9062080" y="1709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7" name="pt44617"/>
            <p:cNvSpPr/>
            <p:nvPr/>
          </p:nvSpPr>
          <p:spPr>
            <a:xfrm>
              <a:off x="8383485" y="2133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8" name="pt44618"/>
            <p:cNvSpPr/>
            <p:nvPr/>
          </p:nvSpPr>
          <p:spPr>
            <a:xfrm>
              <a:off x="8932540" y="2029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9" name="pt44619"/>
            <p:cNvSpPr/>
            <p:nvPr/>
          </p:nvSpPr>
          <p:spPr>
            <a:xfrm>
              <a:off x="8595298" y="2090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0" name="pt44620"/>
            <p:cNvSpPr/>
            <p:nvPr/>
          </p:nvSpPr>
          <p:spPr>
            <a:xfrm>
              <a:off x="8763400" y="2165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1" name="pt44621"/>
            <p:cNvSpPr/>
            <p:nvPr/>
          </p:nvSpPr>
          <p:spPr>
            <a:xfrm>
              <a:off x="9038234" y="155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2" name="pt44622"/>
            <p:cNvSpPr/>
            <p:nvPr/>
          </p:nvSpPr>
          <p:spPr>
            <a:xfrm>
              <a:off x="9538421" y="1674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3" name="pt44623"/>
            <p:cNvSpPr/>
            <p:nvPr/>
          </p:nvSpPr>
          <p:spPr>
            <a:xfrm>
              <a:off x="9767243" y="2268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4" name="pt44624"/>
            <p:cNvSpPr/>
            <p:nvPr/>
          </p:nvSpPr>
          <p:spPr>
            <a:xfrm>
              <a:off x="8688651" y="2403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5" name="pt44625"/>
            <p:cNvSpPr/>
            <p:nvPr/>
          </p:nvSpPr>
          <p:spPr>
            <a:xfrm>
              <a:off x="8312152" y="2428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6" name="pt44626"/>
            <p:cNvSpPr/>
            <p:nvPr/>
          </p:nvSpPr>
          <p:spPr>
            <a:xfrm>
              <a:off x="9879673" y="2706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7" name="pt44627"/>
            <p:cNvSpPr/>
            <p:nvPr/>
          </p:nvSpPr>
          <p:spPr>
            <a:xfrm>
              <a:off x="9325863" y="223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8" name="pt44628"/>
            <p:cNvSpPr/>
            <p:nvPr/>
          </p:nvSpPr>
          <p:spPr>
            <a:xfrm>
              <a:off x="8965476" y="2012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9" name="pt44629"/>
            <p:cNvSpPr/>
            <p:nvPr/>
          </p:nvSpPr>
          <p:spPr>
            <a:xfrm>
              <a:off x="8576763" y="2390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0" name="pt44630"/>
            <p:cNvSpPr/>
            <p:nvPr/>
          </p:nvSpPr>
          <p:spPr>
            <a:xfrm>
              <a:off x="9345474" y="206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1" name="pt44631"/>
            <p:cNvSpPr/>
            <p:nvPr/>
          </p:nvSpPr>
          <p:spPr>
            <a:xfrm>
              <a:off x="9512564" y="2402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2" name="pt44632"/>
            <p:cNvSpPr/>
            <p:nvPr/>
          </p:nvSpPr>
          <p:spPr>
            <a:xfrm>
              <a:off x="9055774" y="1836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3" name="pt44633"/>
            <p:cNvSpPr/>
            <p:nvPr/>
          </p:nvSpPr>
          <p:spPr>
            <a:xfrm>
              <a:off x="9408964" y="2152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4" name="pt44634"/>
            <p:cNvSpPr/>
            <p:nvPr/>
          </p:nvSpPr>
          <p:spPr>
            <a:xfrm>
              <a:off x="8763400" y="2078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5" name="pt44635"/>
            <p:cNvSpPr/>
            <p:nvPr/>
          </p:nvSpPr>
          <p:spPr>
            <a:xfrm>
              <a:off x="8595298" y="2363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6" name="pt44636"/>
            <p:cNvSpPr/>
            <p:nvPr/>
          </p:nvSpPr>
          <p:spPr>
            <a:xfrm>
              <a:off x="8788576" y="2265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7" name="pt44637"/>
            <p:cNvSpPr/>
            <p:nvPr/>
          </p:nvSpPr>
          <p:spPr>
            <a:xfrm>
              <a:off x="8312152" y="243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8" name="pt44638"/>
            <p:cNvSpPr/>
            <p:nvPr/>
          </p:nvSpPr>
          <p:spPr>
            <a:xfrm>
              <a:off x="9045188" y="1888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9" name="pt44639"/>
            <p:cNvSpPr/>
            <p:nvPr/>
          </p:nvSpPr>
          <p:spPr>
            <a:xfrm>
              <a:off x="9095800" y="1932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0" name="pt44640"/>
            <p:cNvSpPr/>
            <p:nvPr/>
          </p:nvSpPr>
          <p:spPr>
            <a:xfrm>
              <a:off x="9206663" y="2142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1" name="pt44641"/>
            <p:cNvSpPr/>
            <p:nvPr/>
          </p:nvSpPr>
          <p:spPr>
            <a:xfrm>
              <a:off x="8383485" y="2234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2" name="pt44642"/>
            <p:cNvSpPr/>
            <p:nvPr/>
          </p:nvSpPr>
          <p:spPr>
            <a:xfrm>
              <a:off x="9433552" y="2202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3" name="pt44643"/>
            <p:cNvSpPr/>
            <p:nvPr/>
          </p:nvSpPr>
          <p:spPr>
            <a:xfrm>
              <a:off x="9167813" y="2262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4" name="pt44644"/>
            <p:cNvSpPr/>
            <p:nvPr/>
          </p:nvSpPr>
          <p:spPr>
            <a:xfrm>
              <a:off x="8434097" y="2442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5" name="pt44645"/>
            <p:cNvSpPr/>
            <p:nvPr/>
          </p:nvSpPr>
          <p:spPr>
            <a:xfrm>
              <a:off x="9349631" y="2173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6" name="pt44646"/>
            <p:cNvSpPr/>
            <p:nvPr/>
          </p:nvSpPr>
          <p:spPr>
            <a:xfrm>
              <a:off x="8954408" y="1984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7" name="pt44647"/>
            <p:cNvSpPr/>
            <p:nvPr/>
          </p:nvSpPr>
          <p:spPr>
            <a:xfrm>
              <a:off x="9530995" y="2544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8" name="pt44648"/>
            <p:cNvSpPr/>
            <p:nvPr/>
          </p:nvSpPr>
          <p:spPr>
            <a:xfrm>
              <a:off x="8916289" y="2045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9" name="pt44649"/>
            <p:cNvSpPr/>
            <p:nvPr/>
          </p:nvSpPr>
          <p:spPr>
            <a:xfrm>
              <a:off x="9265000" y="2093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0" name="pt44650"/>
            <p:cNvSpPr/>
            <p:nvPr/>
          </p:nvSpPr>
          <p:spPr>
            <a:xfrm>
              <a:off x="8776438" y="2163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1" name="pt44651"/>
            <p:cNvSpPr/>
            <p:nvPr/>
          </p:nvSpPr>
          <p:spPr>
            <a:xfrm>
              <a:off x="8505430" y="2420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2" name="pt44652"/>
            <p:cNvSpPr/>
            <p:nvPr/>
          </p:nvSpPr>
          <p:spPr>
            <a:xfrm>
              <a:off x="8505430" y="2606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3" name="pt44653"/>
            <p:cNvSpPr/>
            <p:nvPr/>
          </p:nvSpPr>
          <p:spPr>
            <a:xfrm>
              <a:off x="8932540" y="2111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4" name="pt44654"/>
            <p:cNvSpPr/>
            <p:nvPr/>
          </p:nvSpPr>
          <p:spPr>
            <a:xfrm>
              <a:off x="9024978" y="1942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5" name="pt44655"/>
            <p:cNvSpPr/>
            <p:nvPr/>
          </p:nvSpPr>
          <p:spPr>
            <a:xfrm>
              <a:off x="9329422" y="2193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6" name="pt44656"/>
            <p:cNvSpPr/>
            <p:nvPr/>
          </p:nvSpPr>
          <p:spPr>
            <a:xfrm>
              <a:off x="9092704" y="2046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7" name="pt44657"/>
            <p:cNvSpPr/>
            <p:nvPr/>
          </p:nvSpPr>
          <p:spPr>
            <a:xfrm>
              <a:off x="8963317" y="212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8" name="pt44658"/>
            <p:cNvSpPr/>
            <p:nvPr/>
          </p:nvSpPr>
          <p:spPr>
            <a:xfrm>
              <a:off x="8717243" y="2227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9" name="pt44659"/>
            <p:cNvSpPr/>
            <p:nvPr/>
          </p:nvSpPr>
          <p:spPr>
            <a:xfrm>
              <a:off x="9265000" y="2091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0" name="pt44660"/>
            <p:cNvSpPr/>
            <p:nvPr/>
          </p:nvSpPr>
          <p:spPr>
            <a:xfrm>
              <a:off x="8888696" y="2326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1" name="pt44661"/>
            <p:cNvSpPr/>
            <p:nvPr/>
          </p:nvSpPr>
          <p:spPr>
            <a:xfrm>
              <a:off x="8473354" y="2250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2" name="pt44662"/>
            <p:cNvSpPr/>
            <p:nvPr/>
          </p:nvSpPr>
          <p:spPr>
            <a:xfrm>
              <a:off x="8961132" y="2202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3" name="pt44663"/>
            <p:cNvSpPr/>
            <p:nvPr/>
          </p:nvSpPr>
          <p:spPr>
            <a:xfrm>
              <a:off x="8576763" y="2512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4" name="pt44664"/>
            <p:cNvSpPr/>
            <p:nvPr/>
          </p:nvSpPr>
          <p:spPr>
            <a:xfrm>
              <a:off x="8612066" y="2386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5" name="pt44665"/>
            <p:cNvSpPr/>
            <p:nvPr/>
          </p:nvSpPr>
          <p:spPr>
            <a:xfrm>
              <a:off x="8666631" y="2503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6" name="pt44666"/>
            <p:cNvSpPr/>
            <p:nvPr/>
          </p:nvSpPr>
          <p:spPr>
            <a:xfrm>
              <a:off x="8473354" y="2249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7" name="pt44667"/>
            <p:cNvSpPr/>
            <p:nvPr/>
          </p:nvSpPr>
          <p:spPr>
            <a:xfrm>
              <a:off x="8965476" y="2050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8" name="pt44668"/>
            <p:cNvSpPr/>
            <p:nvPr/>
          </p:nvSpPr>
          <p:spPr>
            <a:xfrm>
              <a:off x="8312152" y="2579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9" name="pt44669"/>
            <p:cNvSpPr/>
            <p:nvPr/>
          </p:nvSpPr>
          <p:spPr>
            <a:xfrm>
              <a:off x="8556041" y="2464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0" name="pt44670"/>
            <p:cNvSpPr/>
            <p:nvPr/>
          </p:nvSpPr>
          <p:spPr>
            <a:xfrm>
              <a:off x="9065758" y="2089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1" name="pt44671"/>
            <p:cNvSpPr/>
            <p:nvPr/>
          </p:nvSpPr>
          <p:spPr>
            <a:xfrm>
              <a:off x="9349631" y="2082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2" name="pt44672"/>
            <p:cNvSpPr/>
            <p:nvPr/>
          </p:nvSpPr>
          <p:spPr>
            <a:xfrm>
              <a:off x="9097834" y="1971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3" name="pt44673"/>
            <p:cNvSpPr/>
            <p:nvPr/>
          </p:nvSpPr>
          <p:spPr>
            <a:xfrm>
              <a:off x="9075206" y="2362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4" name="pt44674"/>
            <p:cNvSpPr/>
            <p:nvPr/>
          </p:nvSpPr>
          <p:spPr>
            <a:xfrm>
              <a:off x="8749319" y="2296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5" name="pt44675"/>
            <p:cNvSpPr/>
            <p:nvPr/>
          </p:nvSpPr>
          <p:spPr>
            <a:xfrm>
              <a:off x="8434097" y="2385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6" name="pt44676"/>
            <p:cNvSpPr/>
            <p:nvPr/>
          </p:nvSpPr>
          <p:spPr>
            <a:xfrm>
              <a:off x="9135057" y="2041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7" name="pt44677"/>
            <p:cNvSpPr/>
            <p:nvPr/>
          </p:nvSpPr>
          <p:spPr>
            <a:xfrm>
              <a:off x="8888696" y="2251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8" name="pt44678"/>
            <p:cNvSpPr/>
            <p:nvPr/>
          </p:nvSpPr>
          <p:spPr>
            <a:xfrm>
              <a:off x="9577860" y="2461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9" name="pt44679"/>
            <p:cNvSpPr/>
            <p:nvPr/>
          </p:nvSpPr>
          <p:spPr>
            <a:xfrm>
              <a:off x="8505430" y="2360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0" name="pt44680"/>
            <p:cNvSpPr/>
            <p:nvPr/>
          </p:nvSpPr>
          <p:spPr>
            <a:xfrm>
              <a:off x="9198297" y="1973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1" name="pt44681"/>
            <p:cNvSpPr/>
            <p:nvPr/>
          </p:nvSpPr>
          <p:spPr>
            <a:xfrm>
              <a:off x="8717243" y="2451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2" name="pt44682"/>
            <p:cNvSpPr/>
            <p:nvPr/>
          </p:nvSpPr>
          <p:spPr>
            <a:xfrm>
              <a:off x="8945023" y="1825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3" name="pt44683"/>
            <p:cNvSpPr/>
            <p:nvPr/>
          </p:nvSpPr>
          <p:spPr>
            <a:xfrm>
              <a:off x="9097834" y="2040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4" name="pt44684"/>
            <p:cNvSpPr/>
            <p:nvPr/>
          </p:nvSpPr>
          <p:spPr>
            <a:xfrm>
              <a:off x="8556041" y="2595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5" name="pt44685"/>
            <p:cNvSpPr/>
            <p:nvPr/>
          </p:nvSpPr>
          <p:spPr>
            <a:xfrm>
              <a:off x="9785747" y="2473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6" name="pt44686"/>
            <p:cNvSpPr/>
            <p:nvPr/>
          </p:nvSpPr>
          <p:spPr>
            <a:xfrm>
              <a:off x="9070546" y="2160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7" name="pt44687"/>
            <p:cNvSpPr/>
            <p:nvPr/>
          </p:nvSpPr>
          <p:spPr>
            <a:xfrm>
              <a:off x="8776438" y="2069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8" name="pt44688"/>
            <p:cNvSpPr/>
            <p:nvPr/>
          </p:nvSpPr>
          <p:spPr>
            <a:xfrm>
              <a:off x="9564416" y="219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9" name="pt44689"/>
            <p:cNvSpPr/>
            <p:nvPr/>
          </p:nvSpPr>
          <p:spPr>
            <a:xfrm>
              <a:off x="8895213" y="2256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0" name="pt44690"/>
            <p:cNvSpPr/>
            <p:nvPr/>
          </p:nvSpPr>
          <p:spPr>
            <a:xfrm>
              <a:off x="8799930" y="219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1" name="pt44691"/>
            <p:cNvSpPr/>
            <p:nvPr/>
          </p:nvSpPr>
          <p:spPr>
            <a:xfrm>
              <a:off x="8749319" y="2149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2" name="pt44692"/>
            <p:cNvSpPr/>
            <p:nvPr/>
          </p:nvSpPr>
          <p:spPr>
            <a:xfrm>
              <a:off x="8776438" y="2113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3" name="pt44693"/>
            <p:cNvSpPr/>
            <p:nvPr/>
          </p:nvSpPr>
          <p:spPr>
            <a:xfrm>
              <a:off x="9270010" y="1930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4" name="pt44694"/>
            <p:cNvSpPr/>
            <p:nvPr/>
          </p:nvSpPr>
          <p:spPr>
            <a:xfrm>
              <a:off x="8805344" y="2150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5" name="pt44695"/>
            <p:cNvSpPr/>
            <p:nvPr/>
          </p:nvSpPr>
          <p:spPr>
            <a:xfrm>
              <a:off x="8383485" y="2132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6" name="pt44696"/>
            <p:cNvSpPr/>
            <p:nvPr/>
          </p:nvSpPr>
          <p:spPr>
            <a:xfrm>
              <a:off x="8612066" y="2105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7" name="pt44697"/>
            <p:cNvSpPr/>
            <p:nvPr/>
          </p:nvSpPr>
          <p:spPr>
            <a:xfrm>
              <a:off x="8641456" y="2155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8" name="pt44698"/>
            <p:cNvSpPr/>
            <p:nvPr/>
          </p:nvSpPr>
          <p:spPr>
            <a:xfrm>
              <a:off x="8782612" y="2385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9" name="pt44699"/>
            <p:cNvSpPr/>
            <p:nvPr/>
          </p:nvSpPr>
          <p:spPr>
            <a:xfrm>
              <a:off x="8312152" y="2538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0" name="pt44700"/>
            <p:cNvSpPr/>
            <p:nvPr/>
          </p:nvSpPr>
          <p:spPr>
            <a:xfrm>
              <a:off x="9207749" y="2187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1" name="pt44701"/>
            <p:cNvSpPr/>
            <p:nvPr/>
          </p:nvSpPr>
          <p:spPr>
            <a:xfrm>
              <a:off x="9168491" y="2139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2" name="pt44702"/>
            <p:cNvSpPr/>
            <p:nvPr/>
          </p:nvSpPr>
          <p:spPr>
            <a:xfrm>
              <a:off x="8383485" y="222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3" name="pt44703"/>
            <p:cNvSpPr/>
            <p:nvPr/>
          </p:nvSpPr>
          <p:spPr>
            <a:xfrm>
              <a:off x="8698707" y="2406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4" name="pt44704"/>
            <p:cNvSpPr/>
            <p:nvPr/>
          </p:nvSpPr>
          <p:spPr>
            <a:xfrm>
              <a:off x="9087421" y="1965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5" name="pt44705"/>
            <p:cNvSpPr/>
            <p:nvPr/>
          </p:nvSpPr>
          <p:spPr>
            <a:xfrm>
              <a:off x="8595298" y="2280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6" name="pt44706"/>
            <p:cNvSpPr/>
            <p:nvPr/>
          </p:nvSpPr>
          <p:spPr>
            <a:xfrm>
              <a:off x="8847771" y="216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7" name="pt44707"/>
            <p:cNvSpPr/>
            <p:nvPr/>
          </p:nvSpPr>
          <p:spPr>
            <a:xfrm>
              <a:off x="9881517" y="2628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8" name="pt44708"/>
            <p:cNvSpPr/>
            <p:nvPr/>
          </p:nvSpPr>
          <p:spPr>
            <a:xfrm>
              <a:off x="8627374" y="2385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9" name="pt44709"/>
            <p:cNvSpPr/>
            <p:nvPr/>
          </p:nvSpPr>
          <p:spPr>
            <a:xfrm>
              <a:off x="9408619" y="2215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0" name="pt44710"/>
            <p:cNvSpPr/>
            <p:nvPr/>
          </p:nvSpPr>
          <p:spPr>
            <a:xfrm>
              <a:off x="8688651" y="2367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1" name="pt44711"/>
            <p:cNvSpPr/>
            <p:nvPr/>
          </p:nvSpPr>
          <p:spPr>
            <a:xfrm>
              <a:off x="8595298" y="2295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2" name="pt44712"/>
            <p:cNvSpPr/>
            <p:nvPr/>
          </p:nvSpPr>
          <p:spPr>
            <a:xfrm>
              <a:off x="9190113" y="1952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3" name="pt44713"/>
            <p:cNvSpPr/>
            <p:nvPr/>
          </p:nvSpPr>
          <p:spPr>
            <a:xfrm>
              <a:off x="8863776" y="1957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4" name="pt44714"/>
            <p:cNvSpPr/>
            <p:nvPr/>
          </p:nvSpPr>
          <p:spPr>
            <a:xfrm>
              <a:off x="8556041" y="2405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5" name="pt44715"/>
            <p:cNvSpPr/>
            <p:nvPr/>
          </p:nvSpPr>
          <p:spPr>
            <a:xfrm>
              <a:off x="9095800" y="2015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6" name="pt44716"/>
            <p:cNvSpPr/>
            <p:nvPr/>
          </p:nvSpPr>
          <p:spPr>
            <a:xfrm>
              <a:off x="8505430" y="2488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7" name="pt44717"/>
            <p:cNvSpPr/>
            <p:nvPr/>
          </p:nvSpPr>
          <p:spPr>
            <a:xfrm>
              <a:off x="9714526" y="1684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8" name="pt44718"/>
            <p:cNvSpPr/>
            <p:nvPr/>
          </p:nvSpPr>
          <p:spPr>
            <a:xfrm>
              <a:off x="9663884" y="2403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9" name="pt44719"/>
            <p:cNvSpPr/>
            <p:nvPr/>
          </p:nvSpPr>
          <p:spPr>
            <a:xfrm>
              <a:off x="8874891" y="1976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0" name="pt44720"/>
            <p:cNvSpPr/>
            <p:nvPr/>
          </p:nvSpPr>
          <p:spPr>
            <a:xfrm>
              <a:off x="8776438" y="2133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1" name="pt44721"/>
            <p:cNvSpPr/>
            <p:nvPr/>
          </p:nvSpPr>
          <p:spPr>
            <a:xfrm>
              <a:off x="8756500" y="2109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2" name="pt44722"/>
            <p:cNvSpPr/>
            <p:nvPr/>
          </p:nvSpPr>
          <p:spPr>
            <a:xfrm>
              <a:off x="9003873" y="2035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3" name="pt44723"/>
            <p:cNvSpPr/>
            <p:nvPr/>
          </p:nvSpPr>
          <p:spPr>
            <a:xfrm>
              <a:off x="8595298" y="2236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4" name="pt44724"/>
            <p:cNvSpPr/>
            <p:nvPr/>
          </p:nvSpPr>
          <p:spPr>
            <a:xfrm>
              <a:off x="8677986" y="244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5" name="pt44725"/>
            <p:cNvSpPr/>
            <p:nvPr/>
          </p:nvSpPr>
          <p:spPr>
            <a:xfrm>
              <a:off x="8434097" y="2552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6" name="pt44726"/>
            <p:cNvSpPr/>
            <p:nvPr/>
          </p:nvSpPr>
          <p:spPr>
            <a:xfrm>
              <a:off x="8556041" y="2431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7" name="pt44727"/>
            <p:cNvSpPr/>
            <p:nvPr/>
          </p:nvSpPr>
          <p:spPr>
            <a:xfrm>
              <a:off x="8708219" y="2246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8" name="pt44728"/>
            <p:cNvSpPr/>
            <p:nvPr/>
          </p:nvSpPr>
          <p:spPr>
            <a:xfrm>
              <a:off x="9075206" y="2269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9" name="pt44729"/>
            <p:cNvSpPr/>
            <p:nvPr/>
          </p:nvSpPr>
          <p:spPr>
            <a:xfrm>
              <a:off x="9452717" y="1985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0" name="pt44730"/>
            <p:cNvSpPr/>
            <p:nvPr/>
          </p:nvSpPr>
          <p:spPr>
            <a:xfrm>
              <a:off x="8556041" y="2467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1" name="pt44731"/>
            <p:cNvSpPr/>
            <p:nvPr/>
          </p:nvSpPr>
          <p:spPr>
            <a:xfrm>
              <a:off x="9124084" y="2058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2" name="pt44732"/>
            <p:cNvSpPr/>
            <p:nvPr/>
          </p:nvSpPr>
          <p:spPr>
            <a:xfrm>
              <a:off x="9083077" y="1714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3" name="pt44733"/>
            <p:cNvSpPr/>
            <p:nvPr/>
          </p:nvSpPr>
          <p:spPr>
            <a:xfrm>
              <a:off x="8898383" y="2110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4" name="pt44734"/>
            <p:cNvSpPr/>
            <p:nvPr/>
          </p:nvSpPr>
          <p:spPr>
            <a:xfrm>
              <a:off x="9075206" y="2174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5" name="pt44735"/>
            <p:cNvSpPr/>
            <p:nvPr/>
          </p:nvSpPr>
          <p:spPr>
            <a:xfrm>
              <a:off x="8996835" y="1954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6" name="pt44736"/>
            <p:cNvSpPr/>
            <p:nvPr/>
          </p:nvSpPr>
          <p:spPr>
            <a:xfrm>
              <a:off x="8794345" y="2116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7" name="pt44737"/>
            <p:cNvSpPr/>
            <p:nvPr/>
          </p:nvSpPr>
          <p:spPr>
            <a:xfrm>
              <a:off x="9051878" y="1792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8" name="pt44738"/>
            <p:cNvSpPr/>
            <p:nvPr/>
          </p:nvSpPr>
          <p:spPr>
            <a:xfrm>
              <a:off x="8532549" y="2453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9" name="pt44739"/>
            <p:cNvSpPr/>
            <p:nvPr/>
          </p:nvSpPr>
          <p:spPr>
            <a:xfrm>
              <a:off x="9214649" y="2020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0" name="pt44740"/>
            <p:cNvSpPr/>
            <p:nvPr/>
          </p:nvSpPr>
          <p:spPr>
            <a:xfrm>
              <a:off x="8505430" y="2166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1" name="pt44741"/>
            <p:cNvSpPr/>
            <p:nvPr/>
          </p:nvSpPr>
          <p:spPr>
            <a:xfrm>
              <a:off x="8749319" y="2089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2" name="pt44742"/>
            <p:cNvSpPr/>
            <p:nvPr/>
          </p:nvSpPr>
          <p:spPr>
            <a:xfrm>
              <a:off x="9310856" y="2016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3" name="pt44743"/>
            <p:cNvSpPr/>
            <p:nvPr/>
          </p:nvSpPr>
          <p:spPr>
            <a:xfrm>
              <a:off x="8741831" y="2383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4" name="pt44744"/>
            <p:cNvSpPr/>
            <p:nvPr/>
          </p:nvSpPr>
          <p:spPr>
            <a:xfrm>
              <a:off x="8641456" y="1938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5" name="pt44745"/>
            <p:cNvSpPr/>
            <p:nvPr/>
          </p:nvSpPr>
          <p:spPr>
            <a:xfrm>
              <a:off x="8871263" y="1925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6" name="pt44746"/>
            <p:cNvSpPr/>
            <p:nvPr/>
          </p:nvSpPr>
          <p:spPr>
            <a:xfrm>
              <a:off x="8612066" y="2469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7" name="pt44747"/>
            <p:cNvSpPr/>
            <p:nvPr/>
          </p:nvSpPr>
          <p:spPr>
            <a:xfrm>
              <a:off x="8937640" y="1772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8" name="pt44748"/>
            <p:cNvSpPr/>
            <p:nvPr/>
          </p:nvSpPr>
          <p:spPr>
            <a:xfrm>
              <a:off x="9024978" y="2004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9" name="pt44749"/>
            <p:cNvSpPr/>
            <p:nvPr/>
          </p:nvSpPr>
          <p:spPr>
            <a:xfrm>
              <a:off x="9229609" y="1815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0" name="pt44750"/>
            <p:cNvSpPr/>
            <p:nvPr/>
          </p:nvSpPr>
          <p:spPr>
            <a:xfrm>
              <a:off x="9241172" y="1924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1" name="pt44751"/>
            <p:cNvSpPr/>
            <p:nvPr/>
          </p:nvSpPr>
          <p:spPr>
            <a:xfrm>
              <a:off x="9229609" y="183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2" name="pt44752"/>
            <p:cNvSpPr/>
            <p:nvPr/>
          </p:nvSpPr>
          <p:spPr>
            <a:xfrm>
              <a:off x="9282831" y="1989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3" name="pt44753"/>
            <p:cNvSpPr/>
            <p:nvPr/>
          </p:nvSpPr>
          <p:spPr>
            <a:xfrm>
              <a:off x="8725827" y="2267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4" name="pt44754"/>
            <p:cNvSpPr/>
            <p:nvPr/>
          </p:nvSpPr>
          <p:spPr>
            <a:xfrm>
              <a:off x="9211498" y="206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5" name="pt44755"/>
            <p:cNvSpPr/>
            <p:nvPr/>
          </p:nvSpPr>
          <p:spPr>
            <a:xfrm>
              <a:off x="8312152" y="2517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6" name="pt44756"/>
            <p:cNvSpPr/>
            <p:nvPr/>
          </p:nvSpPr>
          <p:spPr>
            <a:xfrm>
              <a:off x="9299019" y="1830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7" name="pt44757"/>
            <p:cNvSpPr/>
            <p:nvPr/>
          </p:nvSpPr>
          <p:spPr>
            <a:xfrm>
              <a:off x="8947416" y="1947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8" name="pt44758"/>
            <p:cNvSpPr/>
            <p:nvPr/>
          </p:nvSpPr>
          <p:spPr>
            <a:xfrm>
              <a:off x="9162993" y="2052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9" name="pt44759"/>
            <p:cNvSpPr/>
            <p:nvPr/>
          </p:nvSpPr>
          <p:spPr>
            <a:xfrm>
              <a:off x="8556041" y="2367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0" name="pt44760"/>
            <p:cNvSpPr/>
            <p:nvPr/>
          </p:nvSpPr>
          <p:spPr>
            <a:xfrm>
              <a:off x="8874891" y="2050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1" name="pt44761"/>
            <p:cNvSpPr/>
            <p:nvPr/>
          </p:nvSpPr>
          <p:spPr>
            <a:xfrm>
              <a:off x="9371637" y="2109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2" name="pt44762"/>
            <p:cNvSpPr/>
            <p:nvPr/>
          </p:nvSpPr>
          <p:spPr>
            <a:xfrm>
              <a:off x="8794345" y="2005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3" name="pt44763"/>
            <p:cNvSpPr/>
            <p:nvPr/>
          </p:nvSpPr>
          <p:spPr>
            <a:xfrm>
              <a:off x="8677986" y="2268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4" name="pt44764"/>
            <p:cNvSpPr/>
            <p:nvPr/>
          </p:nvSpPr>
          <p:spPr>
            <a:xfrm>
              <a:off x="8863776" y="2064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5" name="pt44765"/>
            <p:cNvSpPr/>
            <p:nvPr/>
          </p:nvSpPr>
          <p:spPr>
            <a:xfrm>
              <a:off x="8595298" y="2151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6" name="pt44766"/>
            <p:cNvSpPr/>
            <p:nvPr/>
          </p:nvSpPr>
          <p:spPr>
            <a:xfrm>
              <a:off x="9432499" y="1926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7" name="pt44767"/>
            <p:cNvSpPr/>
            <p:nvPr/>
          </p:nvSpPr>
          <p:spPr>
            <a:xfrm>
              <a:off x="9229609" y="1834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8" name="pt44768"/>
            <p:cNvSpPr/>
            <p:nvPr/>
          </p:nvSpPr>
          <p:spPr>
            <a:xfrm>
              <a:off x="9749896" y="214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9" name="pt44769"/>
            <p:cNvSpPr/>
            <p:nvPr/>
          </p:nvSpPr>
          <p:spPr>
            <a:xfrm>
              <a:off x="8749319" y="2260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0" name="pt44770"/>
            <p:cNvSpPr/>
            <p:nvPr/>
          </p:nvSpPr>
          <p:spPr>
            <a:xfrm>
              <a:off x="9117880" y="1991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1" name="pt44771"/>
            <p:cNvSpPr/>
            <p:nvPr/>
          </p:nvSpPr>
          <p:spPr>
            <a:xfrm>
              <a:off x="8741831" y="2345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2" name="pt44772"/>
            <p:cNvSpPr/>
            <p:nvPr/>
          </p:nvSpPr>
          <p:spPr>
            <a:xfrm>
              <a:off x="9448910" y="1911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3" name="pt44773"/>
            <p:cNvSpPr/>
            <p:nvPr/>
          </p:nvSpPr>
          <p:spPr>
            <a:xfrm>
              <a:off x="9228169" y="1810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4" name="pt44774"/>
            <p:cNvSpPr/>
            <p:nvPr/>
          </p:nvSpPr>
          <p:spPr>
            <a:xfrm>
              <a:off x="8641456" y="2115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5" name="pt44775"/>
            <p:cNvSpPr/>
            <p:nvPr/>
          </p:nvSpPr>
          <p:spPr>
            <a:xfrm>
              <a:off x="9524498" y="2413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6" name="pt44776"/>
            <p:cNvSpPr/>
            <p:nvPr/>
          </p:nvSpPr>
          <p:spPr>
            <a:xfrm>
              <a:off x="9238466" y="1856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7" name="pt44777"/>
            <p:cNvSpPr/>
            <p:nvPr/>
          </p:nvSpPr>
          <p:spPr>
            <a:xfrm>
              <a:off x="8312152" y="2468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8" name="pt44778"/>
            <p:cNvSpPr/>
            <p:nvPr/>
          </p:nvSpPr>
          <p:spPr>
            <a:xfrm>
              <a:off x="9208828" y="2068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9" name="pt44779"/>
            <p:cNvSpPr/>
            <p:nvPr/>
          </p:nvSpPr>
          <p:spPr>
            <a:xfrm>
              <a:off x="9161591" y="2223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0" name="pt44780"/>
            <p:cNvSpPr/>
            <p:nvPr/>
          </p:nvSpPr>
          <p:spPr>
            <a:xfrm>
              <a:off x="9135057" y="219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1" name="pt44781"/>
            <p:cNvSpPr/>
            <p:nvPr/>
          </p:nvSpPr>
          <p:spPr>
            <a:xfrm>
              <a:off x="8810596" y="2197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2" name="pt44782"/>
            <p:cNvSpPr/>
            <p:nvPr/>
          </p:nvSpPr>
          <p:spPr>
            <a:xfrm>
              <a:off x="8881929" y="2201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3" name="pt44783"/>
            <p:cNvSpPr/>
            <p:nvPr/>
          </p:nvSpPr>
          <p:spPr>
            <a:xfrm>
              <a:off x="8312152" y="2590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4" name="pt44784"/>
            <p:cNvSpPr/>
            <p:nvPr/>
          </p:nvSpPr>
          <p:spPr>
            <a:xfrm>
              <a:off x="9083077" y="1741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5" name="pt44785"/>
            <p:cNvSpPr/>
            <p:nvPr/>
          </p:nvSpPr>
          <p:spPr>
            <a:xfrm>
              <a:off x="8627374" y="2304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6" name="pt44786"/>
            <p:cNvSpPr/>
            <p:nvPr/>
          </p:nvSpPr>
          <p:spPr>
            <a:xfrm>
              <a:off x="8473354" y="2426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7" name="pt44787"/>
            <p:cNvSpPr/>
            <p:nvPr/>
          </p:nvSpPr>
          <p:spPr>
            <a:xfrm>
              <a:off x="9070546" y="2308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8" name="pt44788"/>
            <p:cNvSpPr/>
            <p:nvPr/>
          </p:nvSpPr>
          <p:spPr>
            <a:xfrm>
              <a:off x="8312152" y="2480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9" name="pt44789"/>
            <p:cNvSpPr/>
            <p:nvPr/>
          </p:nvSpPr>
          <p:spPr>
            <a:xfrm>
              <a:off x="9083077" y="1657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0" name="pt44790"/>
            <p:cNvSpPr/>
            <p:nvPr/>
          </p:nvSpPr>
          <p:spPr>
            <a:xfrm>
              <a:off x="8505430" y="2476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1" name="pt44791"/>
            <p:cNvSpPr/>
            <p:nvPr/>
          </p:nvSpPr>
          <p:spPr>
            <a:xfrm>
              <a:off x="9433552" y="1838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2" name="pt44792"/>
            <p:cNvSpPr/>
            <p:nvPr/>
          </p:nvSpPr>
          <p:spPr>
            <a:xfrm>
              <a:off x="8878445" y="2067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3" name="pt44793"/>
            <p:cNvSpPr/>
            <p:nvPr/>
          </p:nvSpPr>
          <p:spPr>
            <a:xfrm>
              <a:off x="8859909" y="2053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4" name="pt44794"/>
            <p:cNvSpPr/>
            <p:nvPr/>
          </p:nvSpPr>
          <p:spPr>
            <a:xfrm>
              <a:off x="8473354" y="2377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5" name="pt44795"/>
            <p:cNvSpPr/>
            <p:nvPr/>
          </p:nvSpPr>
          <p:spPr>
            <a:xfrm>
              <a:off x="9244718" y="2120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6" name="pt44796"/>
            <p:cNvSpPr/>
            <p:nvPr/>
          </p:nvSpPr>
          <p:spPr>
            <a:xfrm>
              <a:off x="9647779" y="2114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7" name="pt44797"/>
            <p:cNvSpPr/>
            <p:nvPr/>
          </p:nvSpPr>
          <p:spPr>
            <a:xfrm>
              <a:off x="8688651" y="2358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8" name="pt44798"/>
            <p:cNvSpPr/>
            <p:nvPr/>
          </p:nvSpPr>
          <p:spPr>
            <a:xfrm>
              <a:off x="9652594" y="239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9" name="pt44799"/>
            <p:cNvSpPr/>
            <p:nvPr/>
          </p:nvSpPr>
          <p:spPr>
            <a:xfrm>
              <a:off x="9020327" y="1726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0" name="pt44800"/>
            <p:cNvSpPr/>
            <p:nvPr/>
          </p:nvSpPr>
          <p:spPr>
            <a:xfrm>
              <a:off x="8312152" y="2586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1" name="pt44801"/>
            <p:cNvSpPr/>
            <p:nvPr/>
          </p:nvSpPr>
          <p:spPr>
            <a:xfrm>
              <a:off x="8641456" y="2022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2" name="pt44802"/>
            <p:cNvSpPr/>
            <p:nvPr/>
          </p:nvSpPr>
          <p:spPr>
            <a:xfrm>
              <a:off x="9879673" y="2631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3" name="pt44803"/>
            <p:cNvSpPr/>
            <p:nvPr/>
          </p:nvSpPr>
          <p:spPr>
            <a:xfrm>
              <a:off x="8383485" y="2435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4" name="pt44804"/>
            <p:cNvSpPr/>
            <p:nvPr/>
          </p:nvSpPr>
          <p:spPr>
            <a:xfrm>
              <a:off x="8810596" y="2261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5" name="pt44805"/>
            <p:cNvSpPr/>
            <p:nvPr/>
          </p:nvSpPr>
          <p:spPr>
            <a:xfrm>
              <a:off x="8776438" y="1952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6" name="pt44806"/>
            <p:cNvSpPr/>
            <p:nvPr/>
          </p:nvSpPr>
          <p:spPr>
            <a:xfrm>
              <a:off x="8851911" y="1923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7" name="pt44807"/>
            <p:cNvSpPr/>
            <p:nvPr/>
          </p:nvSpPr>
          <p:spPr>
            <a:xfrm>
              <a:off x="9536594" y="1792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8" name="pt44808"/>
            <p:cNvSpPr/>
            <p:nvPr/>
          </p:nvSpPr>
          <p:spPr>
            <a:xfrm>
              <a:off x="9310253" y="197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9" name="pt44809"/>
            <p:cNvSpPr/>
            <p:nvPr/>
          </p:nvSpPr>
          <p:spPr>
            <a:xfrm>
              <a:off x="9414733" y="2248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0" name="pt44810"/>
            <p:cNvSpPr/>
            <p:nvPr/>
          </p:nvSpPr>
          <p:spPr>
            <a:xfrm>
              <a:off x="8505430" y="2567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1" name="pt44811"/>
            <p:cNvSpPr/>
            <p:nvPr/>
          </p:nvSpPr>
          <p:spPr>
            <a:xfrm>
              <a:off x="8312152" y="2348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2" name="pt44812"/>
            <p:cNvSpPr/>
            <p:nvPr/>
          </p:nvSpPr>
          <p:spPr>
            <a:xfrm>
              <a:off x="9117880" y="2269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3" name="pt44813"/>
            <p:cNvSpPr/>
            <p:nvPr/>
          </p:nvSpPr>
          <p:spPr>
            <a:xfrm>
              <a:off x="9124084" y="2024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4" name="pt44814"/>
            <p:cNvSpPr/>
            <p:nvPr/>
          </p:nvSpPr>
          <p:spPr>
            <a:xfrm>
              <a:off x="9324474" y="2127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5" name="pt44815"/>
            <p:cNvSpPr/>
            <p:nvPr/>
          </p:nvSpPr>
          <p:spPr>
            <a:xfrm>
              <a:off x="8782612" y="2205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6" name="pt44816"/>
            <p:cNvSpPr/>
            <p:nvPr/>
          </p:nvSpPr>
          <p:spPr>
            <a:xfrm>
              <a:off x="9217232" y="2040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7" name="pt44817"/>
            <p:cNvSpPr/>
            <p:nvPr/>
          </p:nvSpPr>
          <p:spPr>
            <a:xfrm>
              <a:off x="8505430" y="2589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8" name="pt44818"/>
            <p:cNvSpPr/>
            <p:nvPr/>
          </p:nvSpPr>
          <p:spPr>
            <a:xfrm>
              <a:off x="9217744" y="2064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9" name="pt44819"/>
            <p:cNvSpPr/>
            <p:nvPr/>
          </p:nvSpPr>
          <p:spPr>
            <a:xfrm>
              <a:off x="8987622" y="2236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0" name="pt44820"/>
            <p:cNvSpPr/>
            <p:nvPr/>
          </p:nvSpPr>
          <p:spPr>
            <a:xfrm>
              <a:off x="8871263" y="1969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1" name="pt44821"/>
            <p:cNvSpPr/>
            <p:nvPr/>
          </p:nvSpPr>
          <p:spPr>
            <a:xfrm>
              <a:off x="8383485" y="2310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2" name="pt44822"/>
            <p:cNvSpPr/>
            <p:nvPr/>
          </p:nvSpPr>
          <p:spPr>
            <a:xfrm>
              <a:off x="8556041" y="2363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3" name="pt44823"/>
            <p:cNvSpPr/>
            <p:nvPr/>
          </p:nvSpPr>
          <p:spPr>
            <a:xfrm>
              <a:off x="9275251" y="1972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4" name="pt44824"/>
            <p:cNvSpPr/>
            <p:nvPr/>
          </p:nvSpPr>
          <p:spPr>
            <a:xfrm>
              <a:off x="8312152" y="2516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5" name="pt44825"/>
            <p:cNvSpPr/>
            <p:nvPr/>
          </p:nvSpPr>
          <p:spPr>
            <a:xfrm>
              <a:off x="8505430" y="2428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6" name="pt44826"/>
            <p:cNvSpPr/>
            <p:nvPr/>
          </p:nvSpPr>
          <p:spPr>
            <a:xfrm>
              <a:off x="9200002" y="2033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7" name="pt44827"/>
            <p:cNvSpPr/>
            <p:nvPr/>
          </p:nvSpPr>
          <p:spPr>
            <a:xfrm>
              <a:off x="9065758" y="2161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8" name="pt44828"/>
            <p:cNvSpPr/>
            <p:nvPr/>
          </p:nvSpPr>
          <p:spPr>
            <a:xfrm>
              <a:off x="8312152" y="2460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9" name="pt44829"/>
            <p:cNvSpPr/>
            <p:nvPr/>
          </p:nvSpPr>
          <p:spPr>
            <a:xfrm>
              <a:off x="8576763" y="235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0" name="pt44830"/>
            <p:cNvSpPr/>
            <p:nvPr/>
          </p:nvSpPr>
          <p:spPr>
            <a:xfrm>
              <a:off x="9279262" y="1990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1" name="pt44831"/>
            <p:cNvSpPr/>
            <p:nvPr/>
          </p:nvSpPr>
          <p:spPr>
            <a:xfrm>
              <a:off x="8505430" y="2388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2" name="pt44832"/>
            <p:cNvSpPr/>
            <p:nvPr/>
          </p:nvSpPr>
          <p:spPr>
            <a:xfrm>
              <a:off x="8434097" y="2386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3" name="pt44833"/>
            <p:cNvSpPr/>
            <p:nvPr/>
          </p:nvSpPr>
          <p:spPr>
            <a:xfrm>
              <a:off x="9198297" y="1937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4" name="pt44834"/>
            <p:cNvSpPr/>
            <p:nvPr/>
          </p:nvSpPr>
          <p:spPr>
            <a:xfrm>
              <a:off x="8935109" y="2064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5" name="pt44835"/>
            <p:cNvSpPr/>
            <p:nvPr/>
          </p:nvSpPr>
          <p:spPr>
            <a:xfrm>
              <a:off x="8717243" y="2277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6" name="pt44836"/>
            <p:cNvSpPr/>
            <p:nvPr/>
          </p:nvSpPr>
          <p:spPr>
            <a:xfrm>
              <a:off x="9195417" y="1967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7" name="pt44837"/>
            <p:cNvSpPr/>
            <p:nvPr/>
          </p:nvSpPr>
          <p:spPr>
            <a:xfrm>
              <a:off x="8434097" y="2492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8" name="pt44838"/>
            <p:cNvSpPr/>
            <p:nvPr/>
          </p:nvSpPr>
          <p:spPr>
            <a:xfrm>
              <a:off x="9292119" y="1899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9" name="pt44839"/>
            <p:cNvSpPr/>
            <p:nvPr/>
          </p:nvSpPr>
          <p:spPr>
            <a:xfrm>
              <a:off x="8717243" y="2302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0" name="pt44840"/>
            <p:cNvSpPr/>
            <p:nvPr/>
          </p:nvSpPr>
          <p:spPr>
            <a:xfrm>
              <a:off x="9024978" y="1972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1" name="pt44841"/>
            <p:cNvSpPr/>
            <p:nvPr/>
          </p:nvSpPr>
          <p:spPr>
            <a:xfrm>
              <a:off x="8641456" y="2256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2" name="pt44842"/>
            <p:cNvSpPr/>
            <p:nvPr/>
          </p:nvSpPr>
          <p:spPr>
            <a:xfrm>
              <a:off x="8830164" y="213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3" name="pt44843"/>
            <p:cNvSpPr/>
            <p:nvPr/>
          </p:nvSpPr>
          <p:spPr>
            <a:xfrm>
              <a:off x="9344232" y="2194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4" name="pt44844"/>
            <p:cNvSpPr/>
            <p:nvPr/>
          </p:nvSpPr>
          <p:spPr>
            <a:xfrm>
              <a:off x="8907564" y="1841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5" name="pt44845"/>
            <p:cNvSpPr/>
            <p:nvPr/>
          </p:nvSpPr>
          <p:spPr>
            <a:xfrm>
              <a:off x="9094774" y="1856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6" name="pt44846"/>
            <p:cNvSpPr/>
            <p:nvPr/>
          </p:nvSpPr>
          <p:spPr>
            <a:xfrm>
              <a:off x="8312152" y="2414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7" name="pt44847"/>
            <p:cNvSpPr/>
            <p:nvPr/>
          </p:nvSpPr>
          <p:spPr>
            <a:xfrm>
              <a:off x="8473354" y="2224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8" name="pt44848"/>
            <p:cNvSpPr/>
            <p:nvPr/>
          </p:nvSpPr>
          <p:spPr>
            <a:xfrm>
              <a:off x="8794345" y="2129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9" name="pt44849"/>
            <p:cNvSpPr/>
            <p:nvPr/>
          </p:nvSpPr>
          <p:spPr>
            <a:xfrm>
              <a:off x="9279262" y="2122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0" name="pt44850"/>
            <p:cNvSpPr/>
            <p:nvPr/>
          </p:nvSpPr>
          <p:spPr>
            <a:xfrm>
              <a:off x="9285982" y="1864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1" name="pt44851"/>
            <p:cNvSpPr/>
            <p:nvPr/>
          </p:nvSpPr>
          <p:spPr>
            <a:xfrm>
              <a:off x="8532549" y="2304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2" name="pt44852"/>
            <p:cNvSpPr/>
            <p:nvPr/>
          </p:nvSpPr>
          <p:spPr>
            <a:xfrm>
              <a:off x="8698707" y="2334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3" name="pt44853"/>
            <p:cNvSpPr/>
            <p:nvPr/>
          </p:nvSpPr>
          <p:spPr>
            <a:xfrm>
              <a:off x="9119675" y="2139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4" name="pt44854"/>
            <p:cNvSpPr/>
            <p:nvPr/>
          </p:nvSpPr>
          <p:spPr>
            <a:xfrm>
              <a:off x="9049233" y="1904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5" name="pt44855"/>
            <p:cNvSpPr/>
            <p:nvPr/>
          </p:nvSpPr>
          <p:spPr>
            <a:xfrm>
              <a:off x="8612066" y="2283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6" name="pt44856"/>
            <p:cNvSpPr/>
            <p:nvPr/>
          </p:nvSpPr>
          <p:spPr>
            <a:xfrm>
              <a:off x="8977900" y="2274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7" name="pt44857"/>
            <p:cNvSpPr/>
            <p:nvPr/>
          </p:nvSpPr>
          <p:spPr>
            <a:xfrm>
              <a:off x="9653069" y="249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8" name="pt44858"/>
            <p:cNvSpPr/>
            <p:nvPr/>
          </p:nvSpPr>
          <p:spPr>
            <a:xfrm>
              <a:off x="9176429" y="1791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9" name="pt44859"/>
            <p:cNvSpPr/>
            <p:nvPr/>
          </p:nvSpPr>
          <p:spPr>
            <a:xfrm>
              <a:off x="9201130" y="2021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0" name="pt44860"/>
            <p:cNvSpPr/>
            <p:nvPr/>
          </p:nvSpPr>
          <p:spPr>
            <a:xfrm>
              <a:off x="9270010" y="1901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1" name="pt44861"/>
            <p:cNvSpPr/>
            <p:nvPr/>
          </p:nvSpPr>
          <p:spPr>
            <a:xfrm>
              <a:off x="9045188" y="1932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2" name="pt44862"/>
            <p:cNvSpPr/>
            <p:nvPr/>
          </p:nvSpPr>
          <p:spPr>
            <a:xfrm>
              <a:off x="8847771" y="2163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3" name="pt44863"/>
            <p:cNvSpPr/>
            <p:nvPr/>
          </p:nvSpPr>
          <p:spPr>
            <a:xfrm>
              <a:off x="8770040" y="2240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4" name="pt44864"/>
            <p:cNvSpPr/>
            <p:nvPr/>
          </p:nvSpPr>
          <p:spPr>
            <a:xfrm>
              <a:off x="9070546" y="2309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5" name="pt44865"/>
            <p:cNvSpPr/>
            <p:nvPr/>
          </p:nvSpPr>
          <p:spPr>
            <a:xfrm>
              <a:off x="9167813" y="206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6" name="pt44866"/>
            <p:cNvSpPr/>
            <p:nvPr/>
          </p:nvSpPr>
          <p:spPr>
            <a:xfrm>
              <a:off x="8717243" y="2294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7" name="pt44867"/>
            <p:cNvSpPr/>
            <p:nvPr/>
          </p:nvSpPr>
          <p:spPr>
            <a:xfrm>
              <a:off x="8881929" y="2227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8" name="pt44868"/>
            <p:cNvSpPr/>
            <p:nvPr/>
          </p:nvSpPr>
          <p:spPr>
            <a:xfrm>
              <a:off x="8942596" y="1965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9" name="pt44869"/>
            <p:cNvSpPr/>
            <p:nvPr/>
          </p:nvSpPr>
          <p:spPr>
            <a:xfrm>
              <a:off x="8312152" y="2512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0" name="pt44870"/>
            <p:cNvSpPr/>
            <p:nvPr/>
          </p:nvSpPr>
          <p:spPr>
            <a:xfrm>
              <a:off x="8688651" y="2339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1" name="pt44871"/>
            <p:cNvSpPr/>
            <p:nvPr/>
          </p:nvSpPr>
          <p:spPr>
            <a:xfrm>
              <a:off x="8473354" y="2198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2" name="pt44872"/>
            <p:cNvSpPr/>
            <p:nvPr/>
          </p:nvSpPr>
          <p:spPr>
            <a:xfrm>
              <a:off x="9107665" y="189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3" name="pt44873"/>
            <p:cNvSpPr/>
            <p:nvPr/>
          </p:nvSpPr>
          <p:spPr>
            <a:xfrm>
              <a:off x="8782612" y="2187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4" name="pt44874"/>
            <p:cNvSpPr/>
            <p:nvPr/>
          </p:nvSpPr>
          <p:spPr>
            <a:xfrm>
              <a:off x="9536594" y="1564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5" name="pt44875"/>
            <p:cNvSpPr/>
            <p:nvPr/>
          </p:nvSpPr>
          <p:spPr>
            <a:xfrm>
              <a:off x="8932540" y="1996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6" name="pt44876"/>
            <p:cNvSpPr/>
            <p:nvPr/>
          </p:nvSpPr>
          <p:spPr>
            <a:xfrm>
              <a:off x="9324474" y="2174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7" name="pt44877"/>
            <p:cNvSpPr/>
            <p:nvPr/>
          </p:nvSpPr>
          <p:spPr>
            <a:xfrm>
              <a:off x="8532549" y="2454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8" name="pt44878"/>
            <p:cNvSpPr/>
            <p:nvPr/>
          </p:nvSpPr>
          <p:spPr>
            <a:xfrm>
              <a:off x="9094774" y="1833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9" name="pt44879"/>
            <p:cNvSpPr/>
            <p:nvPr/>
          </p:nvSpPr>
          <p:spPr>
            <a:xfrm>
              <a:off x="9647779" y="2040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0" name="pt44880"/>
            <p:cNvSpPr/>
            <p:nvPr/>
          </p:nvSpPr>
          <p:spPr>
            <a:xfrm>
              <a:off x="8987622" y="2268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1" name="pt44881"/>
            <p:cNvSpPr/>
            <p:nvPr/>
          </p:nvSpPr>
          <p:spPr>
            <a:xfrm>
              <a:off x="9414733" y="2116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2" name="pt44882"/>
            <p:cNvSpPr/>
            <p:nvPr/>
          </p:nvSpPr>
          <p:spPr>
            <a:xfrm>
              <a:off x="8863776" y="2001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3" name="pt44883"/>
            <p:cNvSpPr/>
            <p:nvPr/>
          </p:nvSpPr>
          <p:spPr>
            <a:xfrm>
              <a:off x="9195417" y="2086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4" name="pt44884"/>
            <p:cNvSpPr/>
            <p:nvPr/>
          </p:nvSpPr>
          <p:spPr>
            <a:xfrm>
              <a:off x="8847771" y="2244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5" name="pt44885"/>
            <p:cNvSpPr/>
            <p:nvPr/>
          </p:nvSpPr>
          <p:spPr>
            <a:xfrm>
              <a:off x="9176429" y="1878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6" name="pt44886"/>
            <p:cNvSpPr/>
            <p:nvPr/>
          </p:nvSpPr>
          <p:spPr>
            <a:xfrm>
              <a:off x="9279262" y="2099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7" name="pt44887"/>
            <p:cNvSpPr/>
            <p:nvPr/>
          </p:nvSpPr>
          <p:spPr>
            <a:xfrm>
              <a:off x="8434097" y="2383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8" name="pt44888"/>
            <p:cNvSpPr/>
            <p:nvPr/>
          </p:nvSpPr>
          <p:spPr>
            <a:xfrm>
              <a:off x="8901496" y="1895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9" name="pt44889"/>
            <p:cNvSpPr/>
            <p:nvPr/>
          </p:nvSpPr>
          <p:spPr>
            <a:xfrm>
              <a:off x="9116975" y="1738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0" name="pt44890"/>
            <p:cNvSpPr/>
            <p:nvPr/>
          </p:nvSpPr>
          <p:spPr>
            <a:xfrm>
              <a:off x="9551860" y="1664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1" name="pt44891"/>
            <p:cNvSpPr/>
            <p:nvPr/>
          </p:nvSpPr>
          <p:spPr>
            <a:xfrm>
              <a:off x="9444456" y="1774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2" name="pt44892"/>
            <p:cNvSpPr/>
            <p:nvPr/>
          </p:nvSpPr>
          <p:spPr>
            <a:xfrm>
              <a:off x="9094774" y="190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3" name="pt44893"/>
            <p:cNvSpPr/>
            <p:nvPr/>
          </p:nvSpPr>
          <p:spPr>
            <a:xfrm>
              <a:off x="9062080" y="1732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4" name="pt44894"/>
            <p:cNvSpPr/>
            <p:nvPr/>
          </p:nvSpPr>
          <p:spPr>
            <a:xfrm>
              <a:off x="9190113" y="2042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5" name="pt44895"/>
            <p:cNvSpPr/>
            <p:nvPr/>
          </p:nvSpPr>
          <p:spPr>
            <a:xfrm>
              <a:off x="8973855" y="2066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6" name="pt44896"/>
            <p:cNvSpPr/>
            <p:nvPr/>
          </p:nvSpPr>
          <p:spPr>
            <a:xfrm>
              <a:off x="8688651" y="2404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7" name="pt44897"/>
            <p:cNvSpPr/>
            <p:nvPr/>
          </p:nvSpPr>
          <p:spPr>
            <a:xfrm>
              <a:off x="8977900" y="2229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8" name="pt44898"/>
            <p:cNvSpPr/>
            <p:nvPr/>
          </p:nvSpPr>
          <p:spPr>
            <a:xfrm>
              <a:off x="9749896" y="2108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9" name="pt44899"/>
            <p:cNvSpPr/>
            <p:nvPr/>
          </p:nvSpPr>
          <p:spPr>
            <a:xfrm>
              <a:off x="9254530" y="2114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0" name="pt44900"/>
            <p:cNvSpPr/>
            <p:nvPr/>
          </p:nvSpPr>
          <p:spPr>
            <a:xfrm>
              <a:off x="8927288" y="2103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1" name="pt44901"/>
            <p:cNvSpPr/>
            <p:nvPr/>
          </p:nvSpPr>
          <p:spPr>
            <a:xfrm>
              <a:off x="9130917" y="2096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2" name="pt44902"/>
            <p:cNvSpPr/>
            <p:nvPr/>
          </p:nvSpPr>
          <p:spPr>
            <a:xfrm>
              <a:off x="8937640" y="1835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3" name="pt44903"/>
            <p:cNvSpPr/>
            <p:nvPr/>
          </p:nvSpPr>
          <p:spPr>
            <a:xfrm>
              <a:off x="9432499" y="2124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4" name="pt44904"/>
            <p:cNvSpPr/>
            <p:nvPr/>
          </p:nvSpPr>
          <p:spPr>
            <a:xfrm>
              <a:off x="8815695" y="2055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5" name="pt44905"/>
            <p:cNvSpPr/>
            <p:nvPr/>
          </p:nvSpPr>
          <p:spPr>
            <a:xfrm>
              <a:off x="8741831" y="2245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6" name="pt44906"/>
            <p:cNvSpPr/>
            <p:nvPr/>
          </p:nvSpPr>
          <p:spPr>
            <a:xfrm>
              <a:off x="8627374" y="2233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7" name="pt44907"/>
            <p:cNvSpPr/>
            <p:nvPr/>
          </p:nvSpPr>
          <p:spPr>
            <a:xfrm>
              <a:off x="8677986" y="241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8" name="pt44908"/>
            <p:cNvSpPr/>
            <p:nvPr/>
          </p:nvSpPr>
          <p:spPr>
            <a:xfrm>
              <a:off x="8888696" y="2187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9" name="pt44909"/>
            <p:cNvSpPr/>
            <p:nvPr/>
          </p:nvSpPr>
          <p:spPr>
            <a:xfrm>
              <a:off x="8666631" y="2363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0" name="pt44910"/>
            <p:cNvSpPr/>
            <p:nvPr/>
          </p:nvSpPr>
          <p:spPr>
            <a:xfrm>
              <a:off x="9205570" y="2093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1" name="pt44911"/>
            <p:cNvSpPr/>
            <p:nvPr/>
          </p:nvSpPr>
          <p:spPr>
            <a:xfrm>
              <a:off x="9047895" y="1965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2" name="pt44912"/>
            <p:cNvSpPr/>
            <p:nvPr/>
          </p:nvSpPr>
          <p:spPr>
            <a:xfrm>
              <a:off x="8641456" y="214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3" name="pt44913"/>
            <p:cNvSpPr/>
            <p:nvPr/>
          </p:nvSpPr>
          <p:spPr>
            <a:xfrm>
              <a:off x="8947416" y="1957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4" name="pt44914"/>
            <p:cNvSpPr/>
            <p:nvPr/>
          </p:nvSpPr>
          <p:spPr>
            <a:xfrm>
              <a:off x="8556041" y="2500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5" name="pt44915"/>
            <p:cNvSpPr/>
            <p:nvPr/>
          </p:nvSpPr>
          <p:spPr>
            <a:xfrm>
              <a:off x="9116975" y="1719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6" name="pt44916"/>
            <p:cNvSpPr/>
            <p:nvPr/>
          </p:nvSpPr>
          <p:spPr>
            <a:xfrm>
              <a:off x="8627374" y="2209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7" name="pt44917"/>
            <p:cNvSpPr/>
            <p:nvPr/>
          </p:nvSpPr>
          <p:spPr>
            <a:xfrm>
              <a:off x="8434097" y="2312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8" name="pt44918"/>
            <p:cNvSpPr/>
            <p:nvPr/>
          </p:nvSpPr>
          <p:spPr>
            <a:xfrm>
              <a:off x="9324474" y="2174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9" name="pt44919"/>
            <p:cNvSpPr/>
            <p:nvPr/>
          </p:nvSpPr>
          <p:spPr>
            <a:xfrm>
              <a:off x="9175781" y="2041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0" name="pt44920"/>
            <p:cNvSpPr/>
            <p:nvPr/>
          </p:nvSpPr>
          <p:spPr>
            <a:xfrm>
              <a:off x="8756500" y="2008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1" name="pt44921"/>
            <p:cNvSpPr/>
            <p:nvPr/>
          </p:nvSpPr>
          <p:spPr>
            <a:xfrm>
              <a:off x="8627374" y="2110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2" name="pt44922"/>
            <p:cNvSpPr/>
            <p:nvPr/>
          </p:nvSpPr>
          <p:spPr>
            <a:xfrm>
              <a:off x="9714526" y="1750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3" name="pt44923"/>
            <p:cNvSpPr/>
            <p:nvPr/>
          </p:nvSpPr>
          <p:spPr>
            <a:xfrm>
              <a:off x="8595298" y="2228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4" name="pt44924"/>
            <p:cNvSpPr/>
            <p:nvPr/>
          </p:nvSpPr>
          <p:spPr>
            <a:xfrm>
              <a:off x="8741831" y="2301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5" name="pt44925"/>
            <p:cNvSpPr/>
            <p:nvPr/>
          </p:nvSpPr>
          <p:spPr>
            <a:xfrm>
              <a:off x="8839187" y="2135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6" name="pt44926"/>
            <p:cNvSpPr/>
            <p:nvPr/>
          </p:nvSpPr>
          <p:spPr>
            <a:xfrm>
              <a:off x="9143835" y="197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7" name="pt44927"/>
            <p:cNvSpPr/>
            <p:nvPr/>
          </p:nvSpPr>
          <p:spPr>
            <a:xfrm>
              <a:off x="9347687" y="2093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8" name="pt44928"/>
            <p:cNvSpPr/>
            <p:nvPr/>
          </p:nvSpPr>
          <p:spPr>
            <a:xfrm>
              <a:off x="8995031" y="2117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9" name="pt44929"/>
            <p:cNvSpPr/>
            <p:nvPr/>
          </p:nvSpPr>
          <p:spPr>
            <a:xfrm>
              <a:off x="8312152" y="2304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0" name="pt44930"/>
            <p:cNvSpPr/>
            <p:nvPr/>
          </p:nvSpPr>
          <p:spPr>
            <a:xfrm>
              <a:off x="8881929" y="2222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1" name="pt44931"/>
            <p:cNvSpPr/>
            <p:nvPr/>
          </p:nvSpPr>
          <p:spPr>
            <a:xfrm>
              <a:off x="8654494" y="2435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2" name="pt44932"/>
            <p:cNvSpPr/>
            <p:nvPr/>
          </p:nvSpPr>
          <p:spPr>
            <a:xfrm>
              <a:off x="9767198" y="2443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3" name="pt44933"/>
            <p:cNvSpPr/>
            <p:nvPr/>
          </p:nvSpPr>
          <p:spPr>
            <a:xfrm>
              <a:off x="9785747" y="2438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4" name="pt44934"/>
            <p:cNvSpPr/>
            <p:nvPr/>
          </p:nvSpPr>
          <p:spPr>
            <a:xfrm>
              <a:off x="8312152" y="2413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5" name="pt44935"/>
            <p:cNvSpPr/>
            <p:nvPr/>
          </p:nvSpPr>
          <p:spPr>
            <a:xfrm>
              <a:off x="8627374" y="2266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6" name="pt44936"/>
            <p:cNvSpPr/>
            <p:nvPr/>
          </p:nvSpPr>
          <p:spPr>
            <a:xfrm>
              <a:off x="8878445" y="2047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7" name="pt44937"/>
            <p:cNvSpPr/>
            <p:nvPr/>
          </p:nvSpPr>
          <p:spPr>
            <a:xfrm>
              <a:off x="9480986" y="2120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8" name="pt44938"/>
            <p:cNvSpPr/>
            <p:nvPr/>
          </p:nvSpPr>
          <p:spPr>
            <a:xfrm>
              <a:off x="8505430" y="2469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9" name="pt44939"/>
            <p:cNvSpPr/>
            <p:nvPr/>
          </p:nvSpPr>
          <p:spPr>
            <a:xfrm>
              <a:off x="9329422" y="2145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0" name="pt44940"/>
            <p:cNvSpPr/>
            <p:nvPr/>
          </p:nvSpPr>
          <p:spPr>
            <a:xfrm>
              <a:off x="9244718" y="2117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1" name="pt44941"/>
            <p:cNvSpPr/>
            <p:nvPr/>
          </p:nvSpPr>
          <p:spPr>
            <a:xfrm>
              <a:off x="9749896" y="2197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2" name="pt44942"/>
            <p:cNvSpPr/>
            <p:nvPr/>
          </p:nvSpPr>
          <p:spPr>
            <a:xfrm>
              <a:off x="8810596" y="2365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3" name="pt44943"/>
            <p:cNvSpPr/>
            <p:nvPr/>
          </p:nvSpPr>
          <p:spPr>
            <a:xfrm>
              <a:off x="9292119" y="1990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4" name="pt44944"/>
            <p:cNvSpPr/>
            <p:nvPr/>
          </p:nvSpPr>
          <p:spPr>
            <a:xfrm>
              <a:off x="8688651" y="2267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5" name="pt44945"/>
            <p:cNvSpPr/>
            <p:nvPr/>
          </p:nvSpPr>
          <p:spPr>
            <a:xfrm>
              <a:off x="8556041" y="2574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6" name="pt44946"/>
            <p:cNvSpPr/>
            <p:nvPr/>
          </p:nvSpPr>
          <p:spPr>
            <a:xfrm>
              <a:off x="9130917" y="2097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7" name="pt44947"/>
            <p:cNvSpPr/>
            <p:nvPr/>
          </p:nvSpPr>
          <p:spPr>
            <a:xfrm>
              <a:off x="9292119" y="1915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8" name="pt44948"/>
            <p:cNvSpPr/>
            <p:nvPr/>
          </p:nvSpPr>
          <p:spPr>
            <a:xfrm>
              <a:off x="9237554" y="1951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9" name="pt44949"/>
            <p:cNvSpPr/>
            <p:nvPr/>
          </p:nvSpPr>
          <p:spPr>
            <a:xfrm>
              <a:off x="9282477" y="2150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0" name="pt44950"/>
            <p:cNvSpPr/>
            <p:nvPr/>
          </p:nvSpPr>
          <p:spPr>
            <a:xfrm>
              <a:off x="8947416" y="1988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1" name="pt44951"/>
            <p:cNvSpPr/>
            <p:nvPr/>
          </p:nvSpPr>
          <p:spPr>
            <a:xfrm>
              <a:off x="9003873" y="2048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2" name="pt44952"/>
            <p:cNvSpPr/>
            <p:nvPr/>
          </p:nvSpPr>
          <p:spPr>
            <a:xfrm>
              <a:off x="8312152" y="2441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3" name="pt44953"/>
            <p:cNvSpPr/>
            <p:nvPr/>
          </p:nvSpPr>
          <p:spPr>
            <a:xfrm>
              <a:off x="8904556" y="2144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4" name="pt44954"/>
            <p:cNvSpPr/>
            <p:nvPr/>
          </p:nvSpPr>
          <p:spPr>
            <a:xfrm>
              <a:off x="8532549" y="2435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5" name="pt44955"/>
            <p:cNvSpPr/>
            <p:nvPr/>
          </p:nvSpPr>
          <p:spPr>
            <a:xfrm>
              <a:off x="8654494" y="2412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6" name="pt44956"/>
            <p:cNvSpPr/>
            <p:nvPr/>
          </p:nvSpPr>
          <p:spPr>
            <a:xfrm>
              <a:off x="8867559" y="1866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7" name="pt44957"/>
            <p:cNvSpPr/>
            <p:nvPr/>
          </p:nvSpPr>
          <p:spPr>
            <a:xfrm>
              <a:off x="9097834" y="1968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8" name="pt44958"/>
            <p:cNvSpPr/>
            <p:nvPr/>
          </p:nvSpPr>
          <p:spPr>
            <a:xfrm>
              <a:off x="9313250" y="1884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9" name="pt44959"/>
            <p:cNvSpPr/>
            <p:nvPr/>
          </p:nvSpPr>
          <p:spPr>
            <a:xfrm>
              <a:off x="8434097" y="2479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0" name="pt44960"/>
            <p:cNvSpPr/>
            <p:nvPr/>
          </p:nvSpPr>
          <p:spPr>
            <a:xfrm>
              <a:off x="8987622" y="2248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1" name="pt44961"/>
            <p:cNvSpPr/>
            <p:nvPr/>
          </p:nvSpPr>
          <p:spPr>
            <a:xfrm>
              <a:off x="9229609" y="1935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2" name="pt44962"/>
            <p:cNvSpPr/>
            <p:nvPr/>
          </p:nvSpPr>
          <p:spPr>
            <a:xfrm>
              <a:off x="9055774" y="1820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3" name="pt44963"/>
            <p:cNvSpPr/>
            <p:nvPr/>
          </p:nvSpPr>
          <p:spPr>
            <a:xfrm>
              <a:off x="8666631" y="2317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4" name="pt44964"/>
            <p:cNvSpPr/>
            <p:nvPr/>
          </p:nvSpPr>
          <p:spPr>
            <a:xfrm>
              <a:off x="8956678" y="1941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5" name="pt44965"/>
            <p:cNvSpPr/>
            <p:nvPr/>
          </p:nvSpPr>
          <p:spPr>
            <a:xfrm>
              <a:off x="9195417" y="1976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6" name="pt44966"/>
            <p:cNvSpPr/>
            <p:nvPr/>
          </p:nvSpPr>
          <p:spPr>
            <a:xfrm>
              <a:off x="9328879" y="2007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7" name="pt44967"/>
            <p:cNvSpPr/>
            <p:nvPr/>
          </p:nvSpPr>
          <p:spPr>
            <a:xfrm>
              <a:off x="8576763" y="2259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8" name="pt44968"/>
            <p:cNvSpPr/>
            <p:nvPr/>
          </p:nvSpPr>
          <p:spPr>
            <a:xfrm>
              <a:off x="8961132" y="2109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9" name="pt44969"/>
            <p:cNvSpPr/>
            <p:nvPr/>
          </p:nvSpPr>
          <p:spPr>
            <a:xfrm>
              <a:off x="8612066" y="2457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0" name="pt44970"/>
            <p:cNvSpPr/>
            <p:nvPr/>
          </p:nvSpPr>
          <p:spPr>
            <a:xfrm>
              <a:off x="8505430" y="2425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1" name="pt44971"/>
            <p:cNvSpPr/>
            <p:nvPr/>
          </p:nvSpPr>
          <p:spPr>
            <a:xfrm>
              <a:off x="9350114" y="227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2" name="pt44972"/>
            <p:cNvSpPr/>
            <p:nvPr/>
          </p:nvSpPr>
          <p:spPr>
            <a:xfrm>
              <a:off x="9297726" y="1972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3" name="pt44973"/>
            <p:cNvSpPr/>
            <p:nvPr/>
          </p:nvSpPr>
          <p:spPr>
            <a:xfrm>
              <a:off x="9070546" y="2325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4" name="pt44974"/>
            <p:cNvSpPr/>
            <p:nvPr/>
          </p:nvSpPr>
          <p:spPr>
            <a:xfrm>
              <a:off x="8907564" y="2047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5" name="pt44975"/>
            <p:cNvSpPr/>
            <p:nvPr/>
          </p:nvSpPr>
          <p:spPr>
            <a:xfrm>
              <a:off x="8666631" y="2394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6" name="pt44976"/>
            <p:cNvSpPr/>
            <p:nvPr/>
          </p:nvSpPr>
          <p:spPr>
            <a:xfrm>
              <a:off x="9168491" y="2124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7" name="pt44977"/>
            <p:cNvSpPr/>
            <p:nvPr/>
          </p:nvSpPr>
          <p:spPr>
            <a:xfrm>
              <a:off x="8641456" y="2226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8" name="pt44978"/>
            <p:cNvSpPr/>
            <p:nvPr/>
          </p:nvSpPr>
          <p:spPr>
            <a:xfrm>
              <a:off x="8927288" y="2062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9" name="pt44979"/>
            <p:cNvSpPr/>
            <p:nvPr/>
          </p:nvSpPr>
          <p:spPr>
            <a:xfrm>
              <a:off x="9124084" y="2177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0" name="pt44980"/>
            <p:cNvSpPr/>
            <p:nvPr/>
          </p:nvSpPr>
          <p:spPr>
            <a:xfrm>
              <a:off x="8505430" y="2428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1" name="pt44981"/>
            <p:cNvSpPr/>
            <p:nvPr/>
          </p:nvSpPr>
          <p:spPr>
            <a:xfrm>
              <a:off x="8312152" y="2322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2" name="pt44982"/>
            <p:cNvSpPr/>
            <p:nvPr/>
          </p:nvSpPr>
          <p:spPr>
            <a:xfrm>
              <a:off x="8505430" y="2444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3" name="pt44983"/>
            <p:cNvSpPr/>
            <p:nvPr/>
          </p:nvSpPr>
          <p:spPr>
            <a:xfrm>
              <a:off x="9103798" y="1948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4" name="pt44984"/>
            <p:cNvSpPr/>
            <p:nvPr/>
          </p:nvSpPr>
          <p:spPr>
            <a:xfrm>
              <a:off x="9301896" y="1809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5" name="pt44985"/>
            <p:cNvSpPr/>
            <p:nvPr/>
          </p:nvSpPr>
          <p:spPr>
            <a:xfrm>
              <a:off x="8717243" y="242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6" name="pt44986"/>
            <p:cNvSpPr/>
            <p:nvPr/>
          </p:nvSpPr>
          <p:spPr>
            <a:xfrm>
              <a:off x="8954408" y="1855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7" name="pt44987"/>
            <p:cNvSpPr/>
            <p:nvPr/>
          </p:nvSpPr>
          <p:spPr>
            <a:xfrm>
              <a:off x="8987622" y="2280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8" name="pt44988"/>
            <p:cNvSpPr/>
            <p:nvPr/>
          </p:nvSpPr>
          <p:spPr>
            <a:xfrm>
              <a:off x="8595298" y="2259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9" name="pt44989"/>
            <p:cNvSpPr/>
            <p:nvPr/>
          </p:nvSpPr>
          <p:spPr>
            <a:xfrm>
              <a:off x="9051878" y="1790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0" name="pt44990"/>
            <p:cNvSpPr/>
            <p:nvPr/>
          </p:nvSpPr>
          <p:spPr>
            <a:xfrm>
              <a:off x="8434097" y="2346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1" name="pt44991"/>
            <p:cNvSpPr/>
            <p:nvPr/>
          </p:nvSpPr>
          <p:spPr>
            <a:xfrm>
              <a:off x="8805344" y="2047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2" name="pt44992"/>
            <p:cNvSpPr/>
            <p:nvPr/>
          </p:nvSpPr>
          <p:spPr>
            <a:xfrm>
              <a:off x="8901496" y="1886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3" name="pt44993"/>
            <p:cNvSpPr/>
            <p:nvPr/>
          </p:nvSpPr>
          <p:spPr>
            <a:xfrm>
              <a:off x="9547911" y="1841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4" name="pt44994"/>
            <p:cNvSpPr/>
            <p:nvPr/>
          </p:nvSpPr>
          <p:spPr>
            <a:xfrm>
              <a:off x="9094774" y="2105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5" name="pt44995"/>
            <p:cNvSpPr/>
            <p:nvPr/>
          </p:nvSpPr>
          <p:spPr>
            <a:xfrm>
              <a:off x="9135057" y="1960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6" name="pt44996"/>
            <p:cNvSpPr/>
            <p:nvPr/>
          </p:nvSpPr>
          <p:spPr>
            <a:xfrm>
              <a:off x="8977900" y="2284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7" name="pt44997"/>
            <p:cNvSpPr/>
            <p:nvPr/>
          </p:nvSpPr>
          <p:spPr>
            <a:xfrm>
              <a:off x="8576763" y="239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8" name="pt44998"/>
            <p:cNvSpPr/>
            <p:nvPr/>
          </p:nvSpPr>
          <p:spPr>
            <a:xfrm>
              <a:off x="9050561" y="1984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9" name="pt44999"/>
            <p:cNvSpPr/>
            <p:nvPr/>
          </p:nvSpPr>
          <p:spPr>
            <a:xfrm>
              <a:off x="8383485" y="2263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0" name="pt45000"/>
            <p:cNvSpPr/>
            <p:nvPr/>
          </p:nvSpPr>
          <p:spPr>
            <a:xfrm>
              <a:off x="8654494" y="2453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1" name="pt45001"/>
            <p:cNvSpPr/>
            <p:nvPr/>
          </p:nvSpPr>
          <p:spPr>
            <a:xfrm>
              <a:off x="8851911" y="2277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2" name="pt45002"/>
            <p:cNvSpPr/>
            <p:nvPr/>
          </p:nvSpPr>
          <p:spPr>
            <a:xfrm>
              <a:off x="9175781" y="2123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3" name="pt45003"/>
            <p:cNvSpPr/>
            <p:nvPr/>
          </p:nvSpPr>
          <p:spPr>
            <a:xfrm>
              <a:off x="8698707" y="2317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4" name="pt45004"/>
            <p:cNvSpPr/>
            <p:nvPr/>
          </p:nvSpPr>
          <p:spPr>
            <a:xfrm>
              <a:off x="8677986" y="2350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5" name="pt45005"/>
            <p:cNvSpPr/>
            <p:nvPr/>
          </p:nvSpPr>
          <p:spPr>
            <a:xfrm>
              <a:off x="9190113" y="1940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6" name="pt45006"/>
            <p:cNvSpPr/>
            <p:nvPr/>
          </p:nvSpPr>
          <p:spPr>
            <a:xfrm>
              <a:off x="9161591" y="221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7" name="pt45007"/>
            <p:cNvSpPr/>
            <p:nvPr/>
          </p:nvSpPr>
          <p:spPr>
            <a:xfrm>
              <a:off x="8383485" y="2185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8" name="pt45008"/>
            <p:cNvSpPr/>
            <p:nvPr/>
          </p:nvSpPr>
          <p:spPr>
            <a:xfrm>
              <a:off x="8641456" y="2159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9" name="pt45009"/>
            <p:cNvSpPr/>
            <p:nvPr/>
          </p:nvSpPr>
          <p:spPr>
            <a:xfrm>
              <a:off x="8654494" y="2477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0" name="pt45010"/>
            <p:cNvSpPr/>
            <p:nvPr/>
          </p:nvSpPr>
          <p:spPr>
            <a:xfrm>
              <a:off x="9393280" y="2061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1" name="pt45011"/>
            <p:cNvSpPr/>
            <p:nvPr/>
          </p:nvSpPr>
          <p:spPr>
            <a:xfrm>
              <a:off x="9167133" y="2058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2" name="pt45012"/>
            <p:cNvSpPr/>
            <p:nvPr/>
          </p:nvSpPr>
          <p:spPr>
            <a:xfrm>
              <a:off x="8949778" y="2010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3" name="pt45013"/>
            <p:cNvSpPr/>
            <p:nvPr/>
          </p:nvSpPr>
          <p:spPr>
            <a:xfrm>
              <a:off x="9045188" y="1931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4" name="pt45014"/>
            <p:cNvSpPr/>
            <p:nvPr/>
          </p:nvSpPr>
          <p:spPr>
            <a:xfrm>
              <a:off x="8473354" y="2111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5" name="pt45015"/>
            <p:cNvSpPr/>
            <p:nvPr/>
          </p:nvSpPr>
          <p:spPr>
            <a:xfrm>
              <a:off x="9480986" y="2153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6" name="pt45016"/>
            <p:cNvSpPr/>
            <p:nvPr/>
          </p:nvSpPr>
          <p:spPr>
            <a:xfrm>
              <a:off x="9612243" y="2325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7" name="pt45017"/>
            <p:cNvSpPr/>
            <p:nvPr/>
          </p:nvSpPr>
          <p:spPr>
            <a:xfrm>
              <a:off x="9143835" y="2176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8" name="pt45018"/>
            <p:cNvSpPr/>
            <p:nvPr/>
          </p:nvSpPr>
          <p:spPr>
            <a:xfrm>
              <a:off x="8641456" y="1998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9" name="pt45019"/>
            <p:cNvSpPr/>
            <p:nvPr/>
          </p:nvSpPr>
          <p:spPr>
            <a:xfrm>
              <a:off x="9161591" y="2046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0" name="pt45020"/>
            <p:cNvSpPr/>
            <p:nvPr/>
          </p:nvSpPr>
          <p:spPr>
            <a:xfrm>
              <a:off x="8810596" y="2045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1" name="pt45021"/>
            <p:cNvSpPr/>
            <p:nvPr/>
          </p:nvSpPr>
          <p:spPr>
            <a:xfrm>
              <a:off x="8881929" y="2191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2" name="pt45022"/>
            <p:cNvSpPr/>
            <p:nvPr/>
          </p:nvSpPr>
          <p:spPr>
            <a:xfrm>
              <a:off x="8532549" y="2585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3" name="pt45023"/>
            <p:cNvSpPr/>
            <p:nvPr/>
          </p:nvSpPr>
          <p:spPr>
            <a:xfrm>
              <a:off x="8312152" y="2414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4" name="pt45024"/>
            <p:cNvSpPr/>
            <p:nvPr/>
          </p:nvSpPr>
          <p:spPr>
            <a:xfrm>
              <a:off x="8505430" y="2393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5" name="pt45025"/>
            <p:cNvSpPr/>
            <p:nvPr/>
          </p:nvSpPr>
          <p:spPr>
            <a:xfrm>
              <a:off x="8881929" y="2189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6" name="pt45026"/>
            <p:cNvSpPr/>
            <p:nvPr/>
          </p:nvSpPr>
          <p:spPr>
            <a:xfrm>
              <a:off x="8871263" y="1896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7" name="pt45027"/>
            <p:cNvSpPr/>
            <p:nvPr/>
          </p:nvSpPr>
          <p:spPr>
            <a:xfrm>
              <a:off x="9253280" y="2100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8" name="pt45028"/>
            <p:cNvSpPr/>
            <p:nvPr/>
          </p:nvSpPr>
          <p:spPr>
            <a:xfrm>
              <a:off x="9055774" y="1832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9" name="pt45029"/>
            <p:cNvSpPr/>
            <p:nvPr/>
          </p:nvSpPr>
          <p:spPr>
            <a:xfrm>
              <a:off x="9214649" y="2195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0" name="pt45030"/>
            <p:cNvSpPr/>
            <p:nvPr/>
          </p:nvSpPr>
          <p:spPr>
            <a:xfrm>
              <a:off x="9106706" y="1923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1" name="pt45031"/>
            <p:cNvSpPr/>
            <p:nvPr/>
          </p:nvSpPr>
          <p:spPr>
            <a:xfrm>
              <a:off x="9051878" y="1766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2" name="pt45032"/>
            <p:cNvSpPr/>
            <p:nvPr/>
          </p:nvSpPr>
          <p:spPr>
            <a:xfrm>
              <a:off x="9092704" y="2007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3" name="pt45033"/>
            <p:cNvSpPr/>
            <p:nvPr/>
          </p:nvSpPr>
          <p:spPr>
            <a:xfrm>
              <a:off x="8473354" y="2363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4" name="pt45034"/>
            <p:cNvSpPr/>
            <p:nvPr/>
          </p:nvSpPr>
          <p:spPr>
            <a:xfrm>
              <a:off x="8473354" y="2192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5" name="pt45035"/>
            <p:cNvSpPr/>
            <p:nvPr/>
          </p:nvSpPr>
          <p:spPr>
            <a:xfrm>
              <a:off x="8954408" y="190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6" name="pt45036"/>
            <p:cNvSpPr/>
            <p:nvPr/>
          </p:nvSpPr>
          <p:spPr>
            <a:xfrm>
              <a:off x="8434097" y="2478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7" name="pt45037"/>
            <p:cNvSpPr/>
            <p:nvPr/>
          </p:nvSpPr>
          <p:spPr>
            <a:xfrm>
              <a:off x="9767243" y="2296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8" name="pt45038"/>
            <p:cNvSpPr/>
            <p:nvPr/>
          </p:nvSpPr>
          <p:spPr>
            <a:xfrm>
              <a:off x="8763400" y="2115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9" name="pt45039"/>
            <p:cNvSpPr/>
            <p:nvPr/>
          </p:nvSpPr>
          <p:spPr>
            <a:xfrm>
              <a:off x="9062080" y="1771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0" name="pt45040"/>
            <p:cNvSpPr/>
            <p:nvPr/>
          </p:nvSpPr>
          <p:spPr>
            <a:xfrm>
              <a:off x="8576763" y="2465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1" name="pt45041"/>
            <p:cNvSpPr/>
            <p:nvPr/>
          </p:nvSpPr>
          <p:spPr>
            <a:xfrm>
              <a:off x="9301896" y="1940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2" name="pt45042"/>
            <p:cNvSpPr/>
            <p:nvPr/>
          </p:nvSpPr>
          <p:spPr>
            <a:xfrm>
              <a:off x="8919104" y="214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3" name="pt45043"/>
            <p:cNvSpPr/>
            <p:nvPr/>
          </p:nvSpPr>
          <p:spPr>
            <a:xfrm>
              <a:off x="9047895" y="1846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4" name="pt45044"/>
            <p:cNvSpPr/>
            <p:nvPr/>
          </p:nvSpPr>
          <p:spPr>
            <a:xfrm>
              <a:off x="8788576" y="2307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5" name="pt45045"/>
            <p:cNvSpPr/>
            <p:nvPr/>
          </p:nvSpPr>
          <p:spPr>
            <a:xfrm>
              <a:off x="9161591" y="2158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6" name="pt45046"/>
            <p:cNvSpPr/>
            <p:nvPr/>
          </p:nvSpPr>
          <p:spPr>
            <a:xfrm>
              <a:off x="8556041" y="2405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7" name="pt45047"/>
            <p:cNvSpPr/>
            <p:nvPr/>
          </p:nvSpPr>
          <p:spPr>
            <a:xfrm>
              <a:off x="8756500" y="2035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8" name="pt45048"/>
            <p:cNvSpPr/>
            <p:nvPr/>
          </p:nvSpPr>
          <p:spPr>
            <a:xfrm>
              <a:off x="8741831" y="2334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9" name="pt45049"/>
            <p:cNvSpPr/>
            <p:nvPr/>
          </p:nvSpPr>
          <p:spPr>
            <a:xfrm>
              <a:off x="9512564" y="2556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0" name="pt45050"/>
            <p:cNvSpPr/>
            <p:nvPr/>
          </p:nvSpPr>
          <p:spPr>
            <a:xfrm>
              <a:off x="8995031" y="2117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1" name="pt45051"/>
            <p:cNvSpPr/>
            <p:nvPr/>
          </p:nvSpPr>
          <p:spPr>
            <a:xfrm>
              <a:off x="8942596" y="1943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2" name="pt45052"/>
            <p:cNvSpPr/>
            <p:nvPr/>
          </p:nvSpPr>
          <p:spPr>
            <a:xfrm>
              <a:off x="8770040" y="2150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3" name="pt45053"/>
            <p:cNvSpPr/>
            <p:nvPr/>
          </p:nvSpPr>
          <p:spPr>
            <a:xfrm>
              <a:off x="8654494" y="2501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4" name="pt45054"/>
            <p:cNvSpPr/>
            <p:nvPr/>
          </p:nvSpPr>
          <p:spPr>
            <a:xfrm>
              <a:off x="8505430" y="2495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5" name="pt45055"/>
            <p:cNvSpPr/>
            <p:nvPr/>
          </p:nvSpPr>
          <p:spPr>
            <a:xfrm>
              <a:off x="8901496" y="1906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6" name="pt45056"/>
            <p:cNvSpPr/>
            <p:nvPr/>
          </p:nvSpPr>
          <p:spPr>
            <a:xfrm>
              <a:off x="9279262" y="2076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7" name="pt45057"/>
            <p:cNvSpPr/>
            <p:nvPr/>
          </p:nvSpPr>
          <p:spPr>
            <a:xfrm>
              <a:off x="8815695" y="2022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8" name="pt45058"/>
            <p:cNvSpPr/>
            <p:nvPr/>
          </p:nvSpPr>
          <p:spPr>
            <a:xfrm>
              <a:off x="9312057" y="2094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9" name="pt45059"/>
            <p:cNvSpPr/>
            <p:nvPr/>
          </p:nvSpPr>
          <p:spPr>
            <a:xfrm>
              <a:off x="8947416" y="1949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0" name="pt45060"/>
            <p:cNvSpPr/>
            <p:nvPr/>
          </p:nvSpPr>
          <p:spPr>
            <a:xfrm>
              <a:off x="8576763" y="2376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1" name="pt45061"/>
            <p:cNvSpPr/>
            <p:nvPr/>
          </p:nvSpPr>
          <p:spPr>
            <a:xfrm>
              <a:off x="9121452" y="2028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2" name="pt45062"/>
            <p:cNvSpPr/>
            <p:nvPr/>
          </p:nvSpPr>
          <p:spPr>
            <a:xfrm>
              <a:off x="9811851" y="2396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3" name="pt45063"/>
            <p:cNvSpPr/>
            <p:nvPr/>
          </p:nvSpPr>
          <p:spPr>
            <a:xfrm>
              <a:off x="8749319" y="2136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4" name="pt45064"/>
            <p:cNvSpPr/>
            <p:nvPr/>
          </p:nvSpPr>
          <p:spPr>
            <a:xfrm>
              <a:off x="8956678" y="1956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5" name="pt45065"/>
            <p:cNvSpPr/>
            <p:nvPr/>
          </p:nvSpPr>
          <p:spPr>
            <a:xfrm>
              <a:off x="9005590" y="1794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6" name="pt45066"/>
            <p:cNvSpPr/>
            <p:nvPr/>
          </p:nvSpPr>
          <p:spPr>
            <a:xfrm>
              <a:off x="8641456" y="2047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7" name="pt45067"/>
            <p:cNvSpPr/>
            <p:nvPr/>
          </p:nvSpPr>
          <p:spPr>
            <a:xfrm>
              <a:off x="8627374" y="2126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8" name="pt45068"/>
            <p:cNvSpPr/>
            <p:nvPr/>
          </p:nvSpPr>
          <p:spPr>
            <a:xfrm>
              <a:off x="8556041" y="2546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9" name="pt45069"/>
            <p:cNvSpPr/>
            <p:nvPr/>
          </p:nvSpPr>
          <p:spPr>
            <a:xfrm>
              <a:off x="8556041" y="2651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0" name="pt45070"/>
            <p:cNvSpPr/>
            <p:nvPr/>
          </p:nvSpPr>
          <p:spPr>
            <a:xfrm>
              <a:off x="8312152" y="2378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1" name="pt45071"/>
            <p:cNvSpPr/>
            <p:nvPr/>
          </p:nvSpPr>
          <p:spPr>
            <a:xfrm>
              <a:off x="9238466" y="1936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2" name="pt45072"/>
            <p:cNvSpPr/>
            <p:nvPr/>
          </p:nvSpPr>
          <p:spPr>
            <a:xfrm>
              <a:off x="9573244" y="2120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3" name="pt45073"/>
            <p:cNvSpPr/>
            <p:nvPr/>
          </p:nvSpPr>
          <p:spPr>
            <a:xfrm>
              <a:off x="8612066" y="2483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4" name="pt45074"/>
            <p:cNvSpPr/>
            <p:nvPr/>
          </p:nvSpPr>
          <p:spPr>
            <a:xfrm>
              <a:off x="8717243" y="2213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5" name="pt45075"/>
            <p:cNvSpPr/>
            <p:nvPr/>
          </p:nvSpPr>
          <p:spPr>
            <a:xfrm>
              <a:off x="9078622" y="1792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6" name="pt45076"/>
            <p:cNvSpPr/>
            <p:nvPr/>
          </p:nvSpPr>
          <p:spPr>
            <a:xfrm>
              <a:off x="8627374" y="2277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7" name="pt45077"/>
            <p:cNvSpPr/>
            <p:nvPr/>
          </p:nvSpPr>
          <p:spPr>
            <a:xfrm>
              <a:off x="9055774" y="1693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8" name="pt45078"/>
            <p:cNvSpPr/>
            <p:nvPr/>
          </p:nvSpPr>
          <p:spPr>
            <a:xfrm>
              <a:off x="8945023" y="1825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9" name="pt45079"/>
            <p:cNvSpPr/>
            <p:nvPr/>
          </p:nvSpPr>
          <p:spPr>
            <a:xfrm>
              <a:off x="9435194" y="1961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0" name="pt45080"/>
            <p:cNvSpPr/>
            <p:nvPr/>
          </p:nvSpPr>
          <p:spPr>
            <a:xfrm>
              <a:off x="8971798" y="2071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1" name="pt45081"/>
            <p:cNvSpPr/>
            <p:nvPr/>
          </p:nvSpPr>
          <p:spPr>
            <a:xfrm>
              <a:off x="8612066" y="2311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2" name="pt45082"/>
            <p:cNvSpPr/>
            <p:nvPr/>
          </p:nvSpPr>
          <p:spPr>
            <a:xfrm>
              <a:off x="8434097" y="2375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3" name="pt45083"/>
            <p:cNvSpPr/>
            <p:nvPr/>
          </p:nvSpPr>
          <p:spPr>
            <a:xfrm>
              <a:off x="8708219" y="2432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4" name="pt45084"/>
            <p:cNvSpPr/>
            <p:nvPr/>
          </p:nvSpPr>
          <p:spPr>
            <a:xfrm>
              <a:off x="8921875" y="1986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5" name="pt45085"/>
            <p:cNvSpPr/>
            <p:nvPr/>
          </p:nvSpPr>
          <p:spPr>
            <a:xfrm>
              <a:off x="8595298" y="2335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6" name="pt45086"/>
            <p:cNvSpPr/>
            <p:nvPr/>
          </p:nvSpPr>
          <p:spPr>
            <a:xfrm>
              <a:off x="8916289" y="2143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7" name="pt45087"/>
            <p:cNvSpPr/>
            <p:nvPr/>
          </p:nvSpPr>
          <p:spPr>
            <a:xfrm>
              <a:off x="8556041" y="2342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8" name="pt45088"/>
            <p:cNvSpPr/>
            <p:nvPr/>
          </p:nvSpPr>
          <p:spPr>
            <a:xfrm>
              <a:off x="9143835" y="2120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9" name="pt45089"/>
            <p:cNvSpPr/>
            <p:nvPr/>
          </p:nvSpPr>
          <p:spPr>
            <a:xfrm>
              <a:off x="9160178" y="2105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0" name="pt45090"/>
            <p:cNvSpPr/>
            <p:nvPr/>
          </p:nvSpPr>
          <p:spPr>
            <a:xfrm>
              <a:off x="8756500" y="2090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1" name="pt45091"/>
            <p:cNvSpPr/>
            <p:nvPr/>
          </p:nvSpPr>
          <p:spPr>
            <a:xfrm>
              <a:off x="8871263" y="2073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2" name="pt45092"/>
            <p:cNvSpPr/>
            <p:nvPr/>
          </p:nvSpPr>
          <p:spPr>
            <a:xfrm>
              <a:off x="9573244" y="2384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3" name="pt45093"/>
            <p:cNvSpPr/>
            <p:nvPr/>
          </p:nvSpPr>
          <p:spPr>
            <a:xfrm>
              <a:off x="8312152" y="2423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4" name="pt45094"/>
            <p:cNvSpPr/>
            <p:nvPr/>
          </p:nvSpPr>
          <p:spPr>
            <a:xfrm>
              <a:off x="9106706" y="1862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5" name="pt45095"/>
            <p:cNvSpPr/>
            <p:nvPr/>
          </p:nvSpPr>
          <p:spPr>
            <a:xfrm>
              <a:off x="9253280" y="2215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6" name="pt45096"/>
            <p:cNvSpPr/>
            <p:nvPr/>
          </p:nvSpPr>
          <p:spPr>
            <a:xfrm>
              <a:off x="9070546" y="2325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7" name="pt45097"/>
            <p:cNvSpPr/>
            <p:nvPr/>
          </p:nvSpPr>
          <p:spPr>
            <a:xfrm>
              <a:off x="8749319" y="2093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8" name="pt45098"/>
            <p:cNvSpPr/>
            <p:nvPr/>
          </p:nvSpPr>
          <p:spPr>
            <a:xfrm>
              <a:off x="9064541" y="1754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9" name="pt45099"/>
            <p:cNvSpPr/>
            <p:nvPr/>
          </p:nvSpPr>
          <p:spPr>
            <a:xfrm>
              <a:off x="8612066" y="2297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0" name="pt45100"/>
            <p:cNvSpPr/>
            <p:nvPr/>
          </p:nvSpPr>
          <p:spPr>
            <a:xfrm>
              <a:off x="8312152" y="2501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1" name="pt45101"/>
            <p:cNvSpPr/>
            <p:nvPr/>
          </p:nvSpPr>
          <p:spPr>
            <a:xfrm>
              <a:off x="9480986" y="2143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2" name="pt45102"/>
            <p:cNvSpPr/>
            <p:nvPr/>
          </p:nvSpPr>
          <p:spPr>
            <a:xfrm>
              <a:off x="8688651" y="2317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3" name="pt45103"/>
            <p:cNvSpPr/>
            <p:nvPr/>
          </p:nvSpPr>
          <p:spPr>
            <a:xfrm>
              <a:off x="9303159" y="1800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4" name="pt45104"/>
            <p:cNvSpPr/>
            <p:nvPr/>
          </p:nvSpPr>
          <p:spPr>
            <a:xfrm>
              <a:off x="9312057" y="1865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5" name="pt45105"/>
            <p:cNvSpPr/>
            <p:nvPr/>
          </p:nvSpPr>
          <p:spPr>
            <a:xfrm>
              <a:off x="9978328" y="2512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6" name="pt45106"/>
            <p:cNvSpPr/>
            <p:nvPr/>
          </p:nvSpPr>
          <p:spPr>
            <a:xfrm>
              <a:off x="9332911" y="2163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7" name="pt45107"/>
            <p:cNvSpPr/>
            <p:nvPr/>
          </p:nvSpPr>
          <p:spPr>
            <a:xfrm>
              <a:off x="8901496" y="1771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8" name="pt45108"/>
            <p:cNvSpPr/>
            <p:nvPr/>
          </p:nvSpPr>
          <p:spPr>
            <a:xfrm>
              <a:off x="9028011" y="1575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9" name="pt45109"/>
            <p:cNvSpPr/>
            <p:nvPr/>
          </p:nvSpPr>
          <p:spPr>
            <a:xfrm>
              <a:off x="9062080" y="178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0" name="pt45110"/>
            <p:cNvSpPr/>
            <p:nvPr/>
          </p:nvSpPr>
          <p:spPr>
            <a:xfrm>
              <a:off x="8434097" y="2551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1" name="pt45111"/>
            <p:cNvSpPr/>
            <p:nvPr/>
          </p:nvSpPr>
          <p:spPr>
            <a:xfrm>
              <a:off x="8434097" y="2425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2" name="pt45112"/>
            <p:cNvSpPr/>
            <p:nvPr/>
          </p:nvSpPr>
          <p:spPr>
            <a:xfrm>
              <a:off x="9279262" y="2117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3" name="pt45113"/>
            <p:cNvSpPr/>
            <p:nvPr/>
          </p:nvSpPr>
          <p:spPr>
            <a:xfrm>
              <a:off x="9530995" y="2421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4" name="pt45114"/>
            <p:cNvSpPr/>
            <p:nvPr/>
          </p:nvSpPr>
          <p:spPr>
            <a:xfrm>
              <a:off x="8654494" y="2506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5" name="pt45115"/>
            <p:cNvSpPr/>
            <p:nvPr/>
          </p:nvSpPr>
          <p:spPr>
            <a:xfrm>
              <a:off x="9208828" y="2091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6" name="pt45116"/>
            <p:cNvSpPr/>
            <p:nvPr/>
          </p:nvSpPr>
          <p:spPr>
            <a:xfrm>
              <a:off x="8473354" y="2140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7" name="pt45117"/>
            <p:cNvSpPr/>
            <p:nvPr/>
          </p:nvSpPr>
          <p:spPr>
            <a:xfrm>
              <a:off x="8383485" y="2408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8" name="pt45118"/>
            <p:cNvSpPr/>
            <p:nvPr/>
          </p:nvSpPr>
          <p:spPr>
            <a:xfrm>
              <a:off x="9055774" y="1842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9" name="pt45119"/>
            <p:cNvSpPr/>
            <p:nvPr/>
          </p:nvSpPr>
          <p:spPr>
            <a:xfrm>
              <a:off x="8595298" y="2235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0" name="pt45120"/>
            <p:cNvSpPr/>
            <p:nvPr/>
          </p:nvSpPr>
          <p:spPr>
            <a:xfrm>
              <a:off x="8971798" y="2093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1" name="pt45121"/>
            <p:cNvSpPr/>
            <p:nvPr/>
          </p:nvSpPr>
          <p:spPr>
            <a:xfrm>
              <a:off x="8312152" y="2131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2" name="pt45122"/>
            <p:cNvSpPr/>
            <p:nvPr/>
          </p:nvSpPr>
          <p:spPr>
            <a:xfrm>
              <a:off x="9095800" y="1924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3" name="pt45123"/>
            <p:cNvSpPr/>
            <p:nvPr/>
          </p:nvSpPr>
          <p:spPr>
            <a:xfrm>
              <a:off x="8741831" y="2362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4" name="pt45124"/>
            <p:cNvSpPr/>
            <p:nvPr/>
          </p:nvSpPr>
          <p:spPr>
            <a:xfrm>
              <a:off x="8612066" y="2275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5" name="pt45125"/>
            <p:cNvSpPr/>
            <p:nvPr/>
          </p:nvSpPr>
          <p:spPr>
            <a:xfrm>
              <a:off x="9097834" y="1937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6" name="pt45126"/>
            <p:cNvSpPr/>
            <p:nvPr/>
          </p:nvSpPr>
          <p:spPr>
            <a:xfrm>
              <a:off x="8556041" y="2355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7" name="pt45127"/>
            <p:cNvSpPr/>
            <p:nvPr/>
          </p:nvSpPr>
          <p:spPr>
            <a:xfrm>
              <a:off x="8830164" y="2129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8" name="pt45128"/>
            <p:cNvSpPr/>
            <p:nvPr/>
          </p:nvSpPr>
          <p:spPr>
            <a:xfrm>
              <a:off x="9568642" y="2246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9" name="pt45129"/>
            <p:cNvSpPr/>
            <p:nvPr/>
          </p:nvSpPr>
          <p:spPr>
            <a:xfrm>
              <a:off x="9097834" y="1861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0" name="pt45130"/>
            <p:cNvSpPr/>
            <p:nvPr/>
          </p:nvSpPr>
          <p:spPr>
            <a:xfrm>
              <a:off x="8788576" y="2304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1" name="pt45131"/>
            <p:cNvSpPr/>
            <p:nvPr/>
          </p:nvSpPr>
          <p:spPr>
            <a:xfrm>
              <a:off x="9230563" y="1799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2" name="pt45132"/>
            <p:cNvSpPr/>
            <p:nvPr/>
          </p:nvSpPr>
          <p:spPr>
            <a:xfrm>
              <a:off x="8312152" y="2392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3" name="pt45133"/>
            <p:cNvSpPr/>
            <p:nvPr/>
          </p:nvSpPr>
          <p:spPr>
            <a:xfrm>
              <a:off x="8987622" y="2015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4" name="pt45134"/>
            <p:cNvSpPr/>
            <p:nvPr/>
          </p:nvSpPr>
          <p:spPr>
            <a:xfrm>
              <a:off x="9785747" y="2450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5" name="pt45135"/>
            <p:cNvSpPr/>
            <p:nvPr/>
          </p:nvSpPr>
          <p:spPr>
            <a:xfrm>
              <a:off x="8595298" y="2313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6" name="pt45136"/>
            <p:cNvSpPr/>
            <p:nvPr/>
          </p:nvSpPr>
          <p:spPr>
            <a:xfrm>
              <a:off x="8763400" y="2180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7" name="pt45137"/>
            <p:cNvSpPr/>
            <p:nvPr/>
          </p:nvSpPr>
          <p:spPr>
            <a:xfrm>
              <a:off x="9509182" y="2401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8" name="pt45138"/>
            <p:cNvSpPr/>
            <p:nvPr/>
          </p:nvSpPr>
          <p:spPr>
            <a:xfrm>
              <a:off x="9117880" y="2195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9" name="pt45139"/>
            <p:cNvSpPr/>
            <p:nvPr/>
          </p:nvSpPr>
          <p:spPr>
            <a:xfrm>
              <a:off x="9106706" y="1996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0" name="pt45140"/>
            <p:cNvSpPr/>
            <p:nvPr/>
          </p:nvSpPr>
          <p:spPr>
            <a:xfrm>
              <a:off x="8595298" y="2223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1" name="pt45141"/>
            <p:cNvSpPr/>
            <p:nvPr/>
          </p:nvSpPr>
          <p:spPr>
            <a:xfrm>
              <a:off x="8788576" y="2179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2" name="pt45142"/>
            <p:cNvSpPr/>
            <p:nvPr/>
          </p:nvSpPr>
          <p:spPr>
            <a:xfrm>
              <a:off x="9452717" y="1859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3" name="pt45143"/>
            <p:cNvSpPr/>
            <p:nvPr/>
          </p:nvSpPr>
          <p:spPr>
            <a:xfrm>
              <a:off x="8505430" y="2563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4" name="pt45144"/>
            <p:cNvSpPr/>
            <p:nvPr/>
          </p:nvSpPr>
          <p:spPr>
            <a:xfrm>
              <a:off x="8996835" y="1998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5" name="pt45145"/>
            <p:cNvSpPr/>
            <p:nvPr/>
          </p:nvSpPr>
          <p:spPr>
            <a:xfrm>
              <a:off x="8473354" y="2387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6" name="pt45146"/>
            <p:cNvSpPr/>
            <p:nvPr/>
          </p:nvSpPr>
          <p:spPr>
            <a:xfrm>
              <a:off x="8898383" y="206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7" name="pt45147"/>
            <p:cNvSpPr/>
            <p:nvPr/>
          </p:nvSpPr>
          <p:spPr>
            <a:xfrm>
              <a:off x="9035373" y="1520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8" name="pt45148"/>
            <p:cNvSpPr/>
            <p:nvPr/>
          </p:nvSpPr>
          <p:spPr>
            <a:xfrm>
              <a:off x="8756500" y="2176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9" name="pt45149"/>
            <p:cNvSpPr/>
            <p:nvPr/>
          </p:nvSpPr>
          <p:spPr>
            <a:xfrm>
              <a:off x="8505430" y="2404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0" name="pt45150"/>
            <p:cNvSpPr/>
            <p:nvPr/>
          </p:nvSpPr>
          <p:spPr>
            <a:xfrm>
              <a:off x="8907564" y="1654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1" name="pt45151"/>
            <p:cNvSpPr/>
            <p:nvPr/>
          </p:nvSpPr>
          <p:spPr>
            <a:xfrm>
              <a:off x="9530995" y="2515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2" name="pt45152"/>
            <p:cNvSpPr/>
            <p:nvPr/>
          </p:nvSpPr>
          <p:spPr>
            <a:xfrm>
              <a:off x="8776438" y="1972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3" name="pt45153"/>
            <p:cNvSpPr/>
            <p:nvPr/>
          </p:nvSpPr>
          <p:spPr>
            <a:xfrm>
              <a:off x="8505430" y="2298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4" name="pt45154"/>
            <p:cNvSpPr/>
            <p:nvPr/>
          </p:nvSpPr>
          <p:spPr>
            <a:xfrm>
              <a:off x="8859909" y="2203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5" name="pt45155"/>
            <p:cNvSpPr/>
            <p:nvPr/>
          </p:nvSpPr>
          <p:spPr>
            <a:xfrm>
              <a:off x="9144612" y="2211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6" name="pt45156"/>
            <p:cNvSpPr/>
            <p:nvPr/>
          </p:nvSpPr>
          <p:spPr>
            <a:xfrm>
              <a:off x="8677986" y="2318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7" name="pt45157"/>
            <p:cNvSpPr/>
            <p:nvPr/>
          </p:nvSpPr>
          <p:spPr>
            <a:xfrm>
              <a:off x="8867559" y="1808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8" name="pt45158"/>
            <p:cNvSpPr/>
            <p:nvPr/>
          </p:nvSpPr>
          <p:spPr>
            <a:xfrm>
              <a:off x="8698707" y="2495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9" name="pt45159"/>
            <p:cNvSpPr/>
            <p:nvPr/>
          </p:nvSpPr>
          <p:spPr>
            <a:xfrm>
              <a:off x="9135874" y="200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0" name="pt45160"/>
            <p:cNvSpPr/>
            <p:nvPr/>
          </p:nvSpPr>
          <p:spPr>
            <a:xfrm>
              <a:off x="9444456" y="1859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1" name="pt45161"/>
            <p:cNvSpPr/>
            <p:nvPr/>
          </p:nvSpPr>
          <p:spPr>
            <a:xfrm>
              <a:off x="9094774" y="1871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2" name="pt45162"/>
            <p:cNvSpPr/>
            <p:nvPr/>
          </p:nvSpPr>
          <p:spPr>
            <a:xfrm>
              <a:off x="8434097" y="2368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3" name="pt45163"/>
            <p:cNvSpPr/>
            <p:nvPr/>
          </p:nvSpPr>
          <p:spPr>
            <a:xfrm>
              <a:off x="8383485" y="2249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4" name="pt45164"/>
            <p:cNvSpPr/>
            <p:nvPr/>
          </p:nvSpPr>
          <p:spPr>
            <a:xfrm>
              <a:off x="9065758" y="2042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5" name="pt45165"/>
            <p:cNvSpPr/>
            <p:nvPr/>
          </p:nvSpPr>
          <p:spPr>
            <a:xfrm>
              <a:off x="9623193" y="2171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6" name="pt45166"/>
            <p:cNvSpPr/>
            <p:nvPr/>
          </p:nvSpPr>
          <p:spPr>
            <a:xfrm>
              <a:off x="8961132" y="2035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7" name="pt45167"/>
            <p:cNvSpPr/>
            <p:nvPr/>
          </p:nvSpPr>
          <p:spPr>
            <a:xfrm>
              <a:off x="8576763" y="2463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8" name="pt45168"/>
            <p:cNvSpPr/>
            <p:nvPr/>
          </p:nvSpPr>
          <p:spPr>
            <a:xfrm>
              <a:off x="9003873" y="1915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9" name="pt45169"/>
            <p:cNvSpPr/>
            <p:nvPr/>
          </p:nvSpPr>
          <p:spPr>
            <a:xfrm>
              <a:off x="8677986" y="2292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0" name="pt45170"/>
            <p:cNvSpPr/>
            <p:nvPr/>
          </p:nvSpPr>
          <p:spPr>
            <a:xfrm>
              <a:off x="8383485" y="2368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1" name="pt45171"/>
            <p:cNvSpPr/>
            <p:nvPr/>
          </p:nvSpPr>
          <p:spPr>
            <a:xfrm>
              <a:off x="8904556" y="204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2" name="pt45172"/>
            <p:cNvSpPr/>
            <p:nvPr/>
          </p:nvSpPr>
          <p:spPr>
            <a:xfrm>
              <a:off x="9018749" y="199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3" name="pt45173"/>
            <p:cNvSpPr/>
            <p:nvPr/>
          </p:nvSpPr>
          <p:spPr>
            <a:xfrm>
              <a:off x="8881929" y="2187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4" name="pt45174"/>
            <p:cNvSpPr/>
            <p:nvPr/>
          </p:nvSpPr>
          <p:spPr>
            <a:xfrm>
              <a:off x="9060837" y="1725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5" name="pt45175"/>
            <p:cNvSpPr/>
            <p:nvPr/>
          </p:nvSpPr>
          <p:spPr>
            <a:xfrm>
              <a:off x="9047895" y="1901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6" name="pt45176"/>
            <p:cNvSpPr/>
            <p:nvPr/>
          </p:nvSpPr>
          <p:spPr>
            <a:xfrm>
              <a:off x="8843532" y="2023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7" name="pt45177"/>
            <p:cNvSpPr/>
            <p:nvPr/>
          </p:nvSpPr>
          <p:spPr>
            <a:xfrm>
              <a:off x="8782612" y="2250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8" name="pt45178"/>
            <p:cNvSpPr/>
            <p:nvPr/>
          </p:nvSpPr>
          <p:spPr>
            <a:xfrm>
              <a:off x="9577860" y="2726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9" name="pt45179"/>
            <p:cNvSpPr/>
            <p:nvPr/>
          </p:nvSpPr>
          <p:spPr>
            <a:xfrm>
              <a:off x="9178998" y="1704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0" name="pt45180"/>
            <p:cNvSpPr/>
            <p:nvPr/>
          </p:nvSpPr>
          <p:spPr>
            <a:xfrm>
              <a:off x="8794345" y="2133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1" name="pt45181"/>
            <p:cNvSpPr/>
            <p:nvPr/>
          </p:nvSpPr>
          <p:spPr>
            <a:xfrm>
              <a:off x="9028011" y="1735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2" name="pt45182"/>
            <p:cNvSpPr/>
            <p:nvPr/>
          </p:nvSpPr>
          <p:spPr>
            <a:xfrm>
              <a:off x="8383485" y="2451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3" name="pt45183"/>
            <p:cNvSpPr/>
            <p:nvPr/>
          </p:nvSpPr>
          <p:spPr>
            <a:xfrm>
              <a:off x="9301578" y="1916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4" name="pt45184"/>
            <p:cNvSpPr/>
            <p:nvPr/>
          </p:nvSpPr>
          <p:spPr>
            <a:xfrm>
              <a:off x="8863776" y="1928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5" name="pt45185"/>
            <p:cNvSpPr/>
            <p:nvPr/>
          </p:nvSpPr>
          <p:spPr>
            <a:xfrm>
              <a:off x="9208828" y="2122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6" name="pt45186"/>
            <p:cNvSpPr/>
            <p:nvPr/>
          </p:nvSpPr>
          <p:spPr>
            <a:xfrm>
              <a:off x="8975889" y="2160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7" name="pt45187"/>
            <p:cNvSpPr/>
            <p:nvPr/>
          </p:nvSpPr>
          <p:spPr>
            <a:xfrm>
              <a:off x="8383485" y="2153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8" name="pt45188"/>
            <p:cNvSpPr/>
            <p:nvPr/>
          </p:nvSpPr>
          <p:spPr>
            <a:xfrm>
              <a:off x="8312152" y="2608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9" name="pt45189"/>
            <p:cNvSpPr/>
            <p:nvPr/>
          </p:nvSpPr>
          <p:spPr>
            <a:xfrm>
              <a:off x="9214649" y="2074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0" name="pt45190"/>
            <p:cNvSpPr/>
            <p:nvPr/>
          </p:nvSpPr>
          <p:spPr>
            <a:xfrm>
              <a:off x="8556041" y="2353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1" name="pt45191"/>
            <p:cNvSpPr/>
            <p:nvPr/>
          </p:nvSpPr>
          <p:spPr>
            <a:xfrm>
              <a:off x="9349631" y="2202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2" name="pt45192"/>
            <p:cNvSpPr/>
            <p:nvPr/>
          </p:nvSpPr>
          <p:spPr>
            <a:xfrm>
              <a:off x="8677986" y="233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3" name="pt45193"/>
            <p:cNvSpPr/>
            <p:nvPr/>
          </p:nvSpPr>
          <p:spPr>
            <a:xfrm>
              <a:off x="8677986" y="2302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4" name="pt45194"/>
            <p:cNvSpPr/>
            <p:nvPr/>
          </p:nvSpPr>
          <p:spPr>
            <a:xfrm>
              <a:off x="8956678" y="1781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5" name="pt45195"/>
            <p:cNvSpPr/>
            <p:nvPr/>
          </p:nvSpPr>
          <p:spPr>
            <a:xfrm>
              <a:off x="8312152" y="2208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6" name="pt45196"/>
            <p:cNvSpPr/>
            <p:nvPr/>
          </p:nvSpPr>
          <p:spPr>
            <a:xfrm>
              <a:off x="8810596" y="2183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7" name="pt45197"/>
            <p:cNvSpPr/>
            <p:nvPr/>
          </p:nvSpPr>
          <p:spPr>
            <a:xfrm>
              <a:off x="8741831" y="2412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8" name="pt45198"/>
            <p:cNvSpPr/>
            <p:nvPr/>
          </p:nvSpPr>
          <p:spPr>
            <a:xfrm>
              <a:off x="8383485" y="2264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9" name="pt45199"/>
            <p:cNvSpPr/>
            <p:nvPr/>
          </p:nvSpPr>
          <p:spPr>
            <a:xfrm>
              <a:off x="8825472" y="2068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0" name="pt45200"/>
            <p:cNvSpPr/>
            <p:nvPr/>
          </p:nvSpPr>
          <p:spPr>
            <a:xfrm>
              <a:off x="9564416" y="233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1" name="pt45201"/>
            <p:cNvSpPr/>
            <p:nvPr/>
          </p:nvSpPr>
          <p:spPr>
            <a:xfrm>
              <a:off x="8776438" y="2107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2" name="pt45202"/>
            <p:cNvSpPr/>
            <p:nvPr/>
          </p:nvSpPr>
          <p:spPr>
            <a:xfrm>
              <a:off x="8312152" y="2551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3" name="pt45203"/>
            <p:cNvSpPr/>
            <p:nvPr/>
          </p:nvSpPr>
          <p:spPr>
            <a:xfrm>
              <a:off x="9200002" y="2061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4" name="pt45204"/>
            <p:cNvSpPr/>
            <p:nvPr/>
          </p:nvSpPr>
          <p:spPr>
            <a:xfrm>
              <a:off x="8434097" y="2482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5" name="pt45205"/>
            <p:cNvSpPr/>
            <p:nvPr/>
          </p:nvSpPr>
          <p:spPr>
            <a:xfrm>
              <a:off x="8904556" y="2011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6" name="pt45206"/>
            <p:cNvSpPr/>
            <p:nvPr/>
          </p:nvSpPr>
          <p:spPr>
            <a:xfrm>
              <a:off x="8312152" y="2540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7" name="pt45207"/>
            <p:cNvSpPr/>
            <p:nvPr/>
          </p:nvSpPr>
          <p:spPr>
            <a:xfrm>
              <a:off x="9055774" y="1754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8" name="pt45208"/>
            <p:cNvSpPr/>
            <p:nvPr/>
          </p:nvSpPr>
          <p:spPr>
            <a:xfrm>
              <a:off x="8794345" y="2198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9" name="pt45209"/>
            <p:cNvSpPr/>
            <p:nvPr/>
          </p:nvSpPr>
          <p:spPr>
            <a:xfrm>
              <a:off x="9726386" y="2171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0" name="pt45210"/>
            <p:cNvSpPr/>
            <p:nvPr/>
          </p:nvSpPr>
          <p:spPr>
            <a:xfrm>
              <a:off x="8859909" y="2176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1" name="pt45211"/>
            <p:cNvSpPr/>
            <p:nvPr/>
          </p:nvSpPr>
          <p:spPr>
            <a:xfrm>
              <a:off x="8688651" y="2377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2" name="pt45212"/>
            <p:cNvSpPr/>
            <p:nvPr/>
          </p:nvSpPr>
          <p:spPr>
            <a:xfrm>
              <a:off x="9135057" y="2058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3" name="pt45213"/>
            <p:cNvSpPr/>
            <p:nvPr/>
          </p:nvSpPr>
          <p:spPr>
            <a:xfrm>
              <a:off x="9726386" y="2291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4" name="pt45214"/>
            <p:cNvSpPr/>
            <p:nvPr/>
          </p:nvSpPr>
          <p:spPr>
            <a:xfrm>
              <a:off x="9265000" y="1895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5" name="pt45215"/>
            <p:cNvSpPr/>
            <p:nvPr/>
          </p:nvSpPr>
          <p:spPr>
            <a:xfrm>
              <a:off x="8312152" y="2399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6" name="pt45216"/>
            <p:cNvSpPr/>
            <p:nvPr/>
          </p:nvSpPr>
          <p:spPr>
            <a:xfrm>
              <a:off x="8878445" y="1942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7" name="pt45217"/>
            <p:cNvSpPr/>
            <p:nvPr/>
          </p:nvSpPr>
          <p:spPr>
            <a:xfrm>
              <a:off x="8505430" y="2610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8" name="pt45218"/>
            <p:cNvSpPr/>
            <p:nvPr/>
          </p:nvSpPr>
          <p:spPr>
            <a:xfrm>
              <a:off x="9461505" y="2041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9" name="pt45219"/>
            <p:cNvSpPr/>
            <p:nvPr/>
          </p:nvSpPr>
          <p:spPr>
            <a:xfrm>
              <a:off x="8434097" y="2434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0" name="pt45220"/>
            <p:cNvSpPr/>
            <p:nvPr/>
          </p:nvSpPr>
          <p:spPr>
            <a:xfrm>
              <a:off x="8312152" y="2549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1" name="pt45221"/>
            <p:cNvSpPr/>
            <p:nvPr/>
          </p:nvSpPr>
          <p:spPr>
            <a:xfrm>
              <a:off x="8473354" y="2233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2" name="pt45222"/>
            <p:cNvSpPr/>
            <p:nvPr/>
          </p:nvSpPr>
          <p:spPr>
            <a:xfrm>
              <a:off x="8666631" y="2403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3" name="pt45223"/>
            <p:cNvSpPr/>
            <p:nvPr/>
          </p:nvSpPr>
          <p:spPr>
            <a:xfrm>
              <a:off x="9188912" y="1788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4" name="pt45224"/>
            <p:cNvSpPr/>
            <p:nvPr/>
          </p:nvSpPr>
          <p:spPr>
            <a:xfrm>
              <a:off x="9116066" y="1765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5" name="pt45225"/>
            <p:cNvSpPr/>
            <p:nvPr/>
          </p:nvSpPr>
          <p:spPr>
            <a:xfrm>
              <a:off x="9697445" y="1810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6" name="pt45226"/>
            <p:cNvSpPr/>
            <p:nvPr/>
          </p:nvSpPr>
          <p:spPr>
            <a:xfrm>
              <a:off x="8794345" y="2219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7" name="pt45227"/>
            <p:cNvSpPr/>
            <p:nvPr/>
          </p:nvSpPr>
          <p:spPr>
            <a:xfrm>
              <a:off x="9049233" y="1843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8" name="pt45228"/>
            <p:cNvSpPr/>
            <p:nvPr/>
          </p:nvSpPr>
          <p:spPr>
            <a:xfrm>
              <a:off x="9577860" y="2494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9" name="pt45229"/>
            <p:cNvSpPr/>
            <p:nvPr/>
          </p:nvSpPr>
          <p:spPr>
            <a:xfrm>
              <a:off x="8383485" y="2413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0" name="pt45230"/>
            <p:cNvSpPr/>
            <p:nvPr/>
          </p:nvSpPr>
          <p:spPr>
            <a:xfrm>
              <a:off x="9039647" y="1980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1" name="pt45231"/>
            <p:cNvSpPr/>
            <p:nvPr/>
          </p:nvSpPr>
          <p:spPr>
            <a:xfrm>
              <a:off x="8312152" y="2423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2" name="pt45232"/>
            <p:cNvSpPr/>
            <p:nvPr/>
          </p:nvSpPr>
          <p:spPr>
            <a:xfrm>
              <a:off x="9454989" y="1976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3" name="pt45233"/>
            <p:cNvSpPr/>
            <p:nvPr/>
          </p:nvSpPr>
          <p:spPr>
            <a:xfrm>
              <a:off x="9055774" y="1751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4" name="pt45234"/>
            <p:cNvSpPr/>
            <p:nvPr/>
          </p:nvSpPr>
          <p:spPr>
            <a:xfrm>
              <a:off x="9097834" y="1976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5" name="pt45235"/>
            <p:cNvSpPr/>
            <p:nvPr/>
          </p:nvSpPr>
          <p:spPr>
            <a:xfrm>
              <a:off x="8810596" y="2264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6" name="pt45236"/>
            <p:cNvSpPr/>
            <p:nvPr/>
          </p:nvSpPr>
          <p:spPr>
            <a:xfrm>
              <a:off x="9324474" y="2099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7" name="pt45237"/>
            <p:cNvSpPr/>
            <p:nvPr/>
          </p:nvSpPr>
          <p:spPr>
            <a:xfrm>
              <a:off x="8981853" y="217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8" name="pt45238"/>
            <p:cNvSpPr/>
            <p:nvPr/>
          </p:nvSpPr>
          <p:spPr>
            <a:xfrm>
              <a:off x="9530304" y="254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9" name="pt45239"/>
            <p:cNvSpPr/>
            <p:nvPr/>
          </p:nvSpPr>
          <p:spPr>
            <a:xfrm>
              <a:off x="9384781" y="2038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0" name="pt45240"/>
            <p:cNvSpPr/>
            <p:nvPr/>
          </p:nvSpPr>
          <p:spPr>
            <a:xfrm>
              <a:off x="9045188" y="1926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1" name="pt45241"/>
            <p:cNvSpPr/>
            <p:nvPr/>
          </p:nvSpPr>
          <p:spPr>
            <a:xfrm>
              <a:off x="9007289" y="192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2" name="pt45242"/>
            <p:cNvSpPr/>
            <p:nvPr/>
          </p:nvSpPr>
          <p:spPr>
            <a:xfrm>
              <a:off x="9171842" y="2003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3" name="pt45243"/>
            <p:cNvSpPr/>
            <p:nvPr/>
          </p:nvSpPr>
          <p:spPr>
            <a:xfrm>
              <a:off x="9524498" y="2462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4" name="pt45244"/>
            <p:cNvSpPr/>
            <p:nvPr/>
          </p:nvSpPr>
          <p:spPr>
            <a:xfrm>
              <a:off x="8881929" y="2209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5" name="pt45245"/>
            <p:cNvSpPr/>
            <p:nvPr/>
          </p:nvSpPr>
          <p:spPr>
            <a:xfrm>
              <a:off x="8851911" y="2056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6" name="pt45246"/>
            <p:cNvSpPr/>
            <p:nvPr/>
          </p:nvSpPr>
          <p:spPr>
            <a:xfrm>
              <a:off x="8763400" y="2151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7" name="pt45247"/>
            <p:cNvSpPr/>
            <p:nvPr/>
          </p:nvSpPr>
          <p:spPr>
            <a:xfrm>
              <a:off x="8576763" y="2345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8" name="pt45248"/>
            <p:cNvSpPr/>
            <p:nvPr/>
          </p:nvSpPr>
          <p:spPr>
            <a:xfrm>
              <a:off x="8916289" y="2143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9" name="pt45249"/>
            <p:cNvSpPr/>
            <p:nvPr/>
          </p:nvSpPr>
          <p:spPr>
            <a:xfrm>
              <a:off x="8913428" y="2041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0" name="pt45250"/>
            <p:cNvSpPr/>
            <p:nvPr/>
          </p:nvSpPr>
          <p:spPr>
            <a:xfrm>
              <a:off x="8505430" y="248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1" name="pt45251"/>
            <p:cNvSpPr/>
            <p:nvPr/>
          </p:nvSpPr>
          <p:spPr>
            <a:xfrm>
              <a:off x="9299019" y="1980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2" name="pt45252"/>
            <p:cNvSpPr/>
            <p:nvPr/>
          </p:nvSpPr>
          <p:spPr>
            <a:xfrm>
              <a:off x="8312152" y="265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3" name="pt45253"/>
            <p:cNvSpPr/>
            <p:nvPr/>
          </p:nvSpPr>
          <p:spPr>
            <a:xfrm>
              <a:off x="9548926" y="1979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4" name="pt45254"/>
            <p:cNvSpPr/>
            <p:nvPr/>
          </p:nvSpPr>
          <p:spPr>
            <a:xfrm>
              <a:off x="9168491" y="2167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5" name="pt45255"/>
            <p:cNvSpPr/>
            <p:nvPr/>
          </p:nvSpPr>
          <p:spPr>
            <a:xfrm>
              <a:off x="9171842" y="1960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6" name="pt45256"/>
            <p:cNvSpPr/>
            <p:nvPr/>
          </p:nvSpPr>
          <p:spPr>
            <a:xfrm>
              <a:off x="9130917" y="2089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7" name="pt45257"/>
            <p:cNvSpPr/>
            <p:nvPr/>
          </p:nvSpPr>
          <p:spPr>
            <a:xfrm>
              <a:off x="9292119" y="2012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8" name="pt45258"/>
            <p:cNvSpPr/>
            <p:nvPr/>
          </p:nvSpPr>
          <p:spPr>
            <a:xfrm>
              <a:off x="9199436" y="1971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9" name="pt45259"/>
            <p:cNvSpPr/>
            <p:nvPr/>
          </p:nvSpPr>
          <p:spPr>
            <a:xfrm>
              <a:off x="9265000" y="2031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0" name="pt45260"/>
            <p:cNvSpPr/>
            <p:nvPr/>
          </p:nvSpPr>
          <p:spPr>
            <a:xfrm>
              <a:off x="9260646" y="220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1" name="pt45261"/>
            <p:cNvSpPr/>
            <p:nvPr/>
          </p:nvSpPr>
          <p:spPr>
            <a:xfrm>
              <a:off x="9530995" y="2432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2" name="pt45262"/>
            <p:cNvSpPr/>
            <p:nvPr/>
          </p:nvSpPr>
          <p:spPr>
            <a:xfrm>
              <a:off x="8901496" y="1586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3" name="pt45263"/>
            <p:cNvSpPr/>
            <p:nvPr/>
          </p:nvSpPr>
          <p:spPr>
            <a:xfrm>
              <a:off x="8799930" y="2150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4" name="pt45264"/>
            <p:cNvSpPr/>
            <p:nvPr/>
          </p:nvSpPr>
          <p:spPr>
            <a:xfrm>
              <a:off x="8975889" y="2192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5" name="pt45265"/>
            <p:cNvSpPr/>
            <p:nvPr/>
          </p:nvSpPr>
          <p:spPr>
            <a:xfrm>
              <a:off x="8612066" y="2365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6" name="pt45266"/>
            <p:cNvSpPr/>
            <p:nvPr/>
          </p:nvSpPr>
          <p:spPr>
            <a:xfrm>
              <a:off x="9524498" y="2419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7" name="pt45267"/>
            <p:cNvSpPr/>
            <p:nvPr/>
          </p:nvSpPr>
          <p:spPr>
            <a:xfrm>
              <a:off x="8641456" y="2046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8" name="pt45268"/>
            <p:cNvSpPr/>
            <p:nvPr/>
          </p:nvSpPr>
          <p:spPr>
            <a:xfrm>
              <a:off x="8505430" y="2562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9" name="pt45269"/>
            <p:cNvSpPr/>
            <p:nvPr/>
          </p:nvSpPr>
          <p:spPr>
            <a:xfrm>
              <a:off x="8867559" y="2037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0" name="pt45270"/>
            <p:cNvSpPr/>
            <p:nvPr/>
          </p:nvSpPr>
          <p:spPr>
            <a:xfrm>
              <a:off x="8595298" y="241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1" name="pt45271"/>
            <p:cNvSpPr/>
            <p:nvPr/>
          </p:nvSpPr>
          <p:spPr>
            <a:xfrm>
              <a:off x="8312152" y="2483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2" name="pt45272"/>
            <p:cNvSpPr/>
            <p:nvPr/>
          </p:nvSpPr>
          <p:spPr>
            <a:xfrm>
              <a:off x="8383485" y="2317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3" name="pt45273"/>
            <p:cNvSpPr/>
            <p:nvPr/>
          </p:nvSpPr>
          <p:spPr>
            <a:xfrm>
              <a:off x="9452717" y="1794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4" name="pt45274"/>
            <p:cNvSpPr/>
            <p:nvPr/>
          </p:nvSpPr>
          <p:spPr>
            <a:xfrm>
              <a:off x="8505430" y="2495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5" name="pt45275"/>
            <p:cNvSpPr/>
            <p:nvPr/>
          </p:nvSpPr>
          <p:spPr>
            <a:xfrm>
              <a:off x="9028011" y="1794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6" name="pt45276"/>
            <p:cNvSpPr/>
            <p:nvPr/>
          </p:nvSpPr>
          <p:spPr>
            <a:xfrm>
              <a:off x="8825472" y="2241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7" name="pt45277"/>
            <p:cNvSpPr/>
            <p:nvPr/>
          </p:nvSpPr>
          <p:spPr>
            <a:xfrm>
              <a:off x="9366003" y="2121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8" name="pt45278"/>
            <p:cNvSpPr/>
            <p:nvPr/>
          </p:nvSpPr>
          <p:spPr>
            <a:xfrm>
              <a:off x="8776438" y="2003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9" name="pt45279"/>
            <p:cNvSpPr/>
            <p:nvPr/>
          </p:nvSpPr>
          <p:spPr>
            <a:xfrm>
              <a:off x="9201130" y="2001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0" name="pt45280"/>
            <p:cNvSpPr/>
            <p:nvPr/>
          </p:nvSpPr>
          <p:spPr>
            <a:xfrm>
              <a:off x="8937640" y="1760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1" name="pt45281"/>
            <p:cNvSpPr/>
            <p:nvPr/>
          </p:nvSpPr>
          <p:spPr>
            <a:xfrm>
              <a:off x="8888696" y="2255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2" name="pt45282"/>
            <p:cNvSpPr/>
            <p:nvPr/>
          </p:nvSpPr>
          <p:spPr>
            <a:xfrm>
              <a:off x="8434097" y="2285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3" name="pt45283"/>
            <p:cNvSpPr/>
            <p:nvPr/>
          </p:nvSpPr>
          <p:spPr>
            <a:xfrm>
              <a:off x="8434097" y="2197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4" name="pt45284"/>
            <p:cNvSpPr/>
            <p:nvPr/>
          </p:nvSpPr>
          <p:spPr>
            <a:xfrm>
              <a:off x="9237554" y="1967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5" name="pt45285"/>
            <p:cNvSpPr/>
            <p:nvPr/>
          </p:nvSpPr>
          <p:spPr>
            <a:xfrm>
              <a:off x="8945023" y="1743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6" name="pt45286"/>
            <p:cNvSpPr/>
            <p:nvPr/>
          </p:nvSpPr>
          <p:spPr>
            <a:xfrm>
              <a:off x="9612243" y="2209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7" name="pt45287"/>
            <p:cNvSpPr/>
            <p:nvPr/>
          </p:nvSpPr>
          <p:spPr>
            <a:xfrm>
              <a:off x="9078622" y="1924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8" name="pt45288"/>
            <p:cNvSpPr/>
            <p:nvPr/>
          </p:nvSpPr>
          <p:spPr>
            <a:xfrm>
              <a:off x="9325863" y="2193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9" name="pt45289"/>
            <p:cNvSpPr/>
            <p:nvPr/>
          </p:nvSpPr>
          <p:spPr>
            <a:xfrm>
              <a:off x="8383485" y="2442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0" name="pt45290"/>
            <p:cNvSpPr/>
            <p:nvPr/>
          </p:nvSpPr>
          <p:spPr>
            <a:xfrm>
              <a:off x="8741831" y="2308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1" name="pt45291"/>
            <p:cNvSpPr/>
            <p:nvPr/>
          </p:nvSpPr>
          <p:spPr>
            <a:xfrm>
              <a:off x="8677986" y="2517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2" name="pt45292"/>
            <p:cNvSpPr/>
            <p:nvPr/>
          </p:nvSpPr>
          <p:spPr>
            <a:xfrm>
              <a:off x="9384781" y="2138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3" name="pt45293"/>
            <p:cNvSpPr/>
            <p:nvPr/>
          </p:nvSpPr>
          <p:spPr>
            <a:xfrm>
              <a:off x="8532549" y="2521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4" name="pt45294"/>
            <p:cNvSpPr/>
            <p:nvPr/>
          </p:nvSpPr>
          <p:spPr>
            <a:xfrm>
              <a:off x="8556041" y="2654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5" name="pt45295"/>
            <p:cNvSpPr/>
            <p:nvPr/>
          </p:nvSpPr>
          <p:spPr>
            <a:xfrm>
              <a:off x="8505430" y="2372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6" name="pt45296"/>
            <p:cNvSpPr/>
            <p:nvPr/>
          </p:nvSpPr>
          <p:spPr>
            <a:xfrm>
              <a:off x="8961132" y="2046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7" name="pt45297"/>
            <p:cNvSpPr/>
            <p:nvPr/>
          </p:nvSpPr>
          <p:spPr>
            <a:xfrm>
              <a:off x="8576763" y="2421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8" name="pt45298"/>
            <p:cNvSpPr/>
            <p:nvPr/>
          </p:nvSpPr>
          <p:spPr>
            <a:xfrm>
              <a:off x="9603616" y="2349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9" name="pt45299"/>
            <p:cNvSpPr/>
            <p:nvPr/>
          </p:nvSpPr>
          <p:spPr>
            <a:xfrm>
              <a:off x="8993208" y="2167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0" name="pt45300"/>
            <p:cNvSpPr/>
            <p:nvPr/>
          </p:nvSpPr>
          <p:spPr>
            <a:xfrm>
              <a:off x="8901496" y="186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1" name="pt45301"/>
            <p:cNvSpPr/>
            <p:nvPr/>
          </p:nvSpPr>
          <p:spPr>
            <a:xfrm>
              <a:off x="9502520" y="2413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2" name="pt45302"/>
            <p:cNvSpPr/>
            <p:nvPr/>
          </p:nvSpPr>
          <p:spPr>
            <a:xfrm>
              <a:off x="8717243" y="2055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3" name="pt45303"/>
            <p:cNvSpPr/>
            <p:nvPr/>
          </p:nvSpPr>
          <p:spPr>
            <a:xfrm>
              <a:off x="8956678" y="1873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4" name="pt45304"/>
            <p:cNvSpPr/>
            <p:nvPr/>
          </p:nvSpPr>
          <p:spPr>
            <a:xfrm>
              <a:off x="8749319" y="2188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5" name="pt45305"/>
            <p:cNvSpPr/>
            <p:nvPr/>
          </p:nvSpPr>
          <p:spPr>
            <a:xfrm>
              <a:off x="8919104" y="208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6" name="pt45306"/>
            <p:cNvSpPr/>
            <p:nvPr/>
          </p:nvSpPr>
          <p:spPr>
            <a:xfrm>
              <a:off x="9564416" y="2219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7" name="pt45307"/>
            <p:cNvSpPr/>
            <p:nvPr/>
          </p:nvSpPr>
          <p:spPr>
            <a:xfrm>
              <a:off x="8505430" y="2401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8" name="pt45308"/>
            <p:cNvSpPr/>
            <p:nvPr/>
          </p:nvSpPr>
          <p:spPr>
            <a:xfrm>
              <a:off x="8756500" y="2099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9" name="pt45309"/>
            <p:cNvSpPr/>
            <p:nvPr/>
          </p:nvSpPr>
          <p:spPr>
            <a:xfrm>
              <a:off x="8688651" y="2344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0" name="pt45310"/>
            <p:cNvSpPr/>
            <p:nvPr/>
          </p:nvSpPr>
          <p:spPr>
            <a:xfrm>
              <a:off x="8847771" y="2254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1" name="pt45311"/>
            <p:cNvSpPr/>
            <p:nvPr/>
          </p:nvSpPr>
          <p:spPr>
            <a:xfrm>
              <a:off x="8505430" y="2370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2" name="pt45312"/>
            <p:cNvSpPr/>
            <p:nvPr/>
          </p:nvSpPr>
          <p:spPr>
            <a:xfrm>
              <a:off x="9279262" y="198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3" name="pt45313"/>
            <p:cNvSpPr/>
            <p:nvPr/>
          </p:nvSpPr>
          <p:spPr>
            <a:xfrm>
              <a:off x="8763400" y="2147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4" name="pt45314"/>
            <p:cNvSpPr/>
            <p:nvPr/>
          </p:nvSpPr>
          <p:spPr>
            <a:xfrm>
              <a:off x="9349631" y="2234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5" name="pt45315"/>
            <p:cNvSpPr/>
            <p:nvPr/>
          </p:nvSpPr>
          <p:spPr>
            <a:xfrm>
              <a:off x="8312152" y="2346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6" name="pt45316"/>
            <p:cNvSpPr/>
            <p:nvPr/>
          </p:nvSpPr>
          <p:spPr>
            <a:xfrm>
              <a:off x="9237554" y="1906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7" name="pt45317"/>
            <p:cNvSpPr/>
            <p:nvPr/>
          </p:nvSpPr>
          <p:spPr>
            <a:xfrm>
              <a:off x="9195417" y="2115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8" name="pt45318"/>
            <p:cNvSpPr/>
            <p:nvPr/>
          </p:nvSpPr>
          <p:spPr>
            <a:xfrm>
              <a:off x="8961132" y="2132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9" name="pt45319"/>
            <p:cNvSpPr/>
            <p:nvPr/>
          </p:nvSpPr>
          <p:spPr>
            <a:xfrm>
              <a:off x="8776438" y="2092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0" name="pt45320"/>
            <p:cNvSpPr/>
            <p:nvPr/>
          </p:nvSpPr>
          <p:spPr>
            <a:xfrm>
              <a:off x="8612066" y="213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1" name="pt45321"/>
            <p:cNvSpPr/>
            <p:nvPr/>
          </p:nvSpPr>
          <p:spPr>
            <a:xfrm>
              <a:off x="8434097" y="2376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2" name="pt45322"/>
            <p:cNvSpPr/>
            <p:nvPr/>
          </p:nvSpPr>
          <p:spPr>
            <a:xfrm>
              <a:off x="8383485" y="2304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3" name="pt45323"/>
            <p:cNvSpPr/>
            <p:nvPr/>
          </p:nvSpPr>
          <p:spPr>
            <a:xfrm>
              <a:off x="8666631" y="2395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4" name="pt45324"/>
            <p:cNvSpPr/>
            <p:nvPr/>
          </p:nvSpPr>
          <p:spPr>
            <a:xfrm>
              <a:off x="8708219" y="2331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5" name="pt45325"/>
            <p:cNvSpPr/>
            <p:nvPr/>
          </p:nvSpPr>
          <p:spPr>
            <a:xfrm>
              <a:off x="8749319" y="1972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6" name="pt45326"/>
            <p:cNvSpPr/>
            <p:nvPr/>
          </p:nvSpPr>
          <p:spPr>
            <a:xfrm>
              <a:off x="8654494" y="2487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7" name="pt45327"/>
            <p:cNvSpPr/>
            <p:nvPr/>
          </p:nvSpPr>
          <p:spPr>
            <a:xfrm>
              <a:off x="9094774" y="1861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8" name="pt45328"/>
            <p:cNvSpPr/>
            <p:nvPr/>
          </p:nvSpPr>
          <p:spPr>
            <a:xfrm>
              <a:off x="9217744" y="2139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9" name="pt45329"/>
            <p:cNvSpPr/>
            <p:nvPr/>
          </p:nvSpPr>
          <p:spPr>
            <a:xfrm>
              <a:off x="9094774" y="1964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0" name="pt45330"/>
            <p:cNvSpPr/>
            <p:nvPr/>
          </p:nvSpPr>
          <p:spPr>
            <a:xfrm>
              <a:off x="9603616" y="2506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1" name="pt45331"/>
            <p:cNvSpPr/>
            <p:nvPr/>
          </p:nvSpPr>
          <p:spPr>
            <a:xfrm>
              <a:off x="8725827" y="2226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2" name="pt45332"/>
            <p:cNvSpPr/>
            <p:nvPr/>
          </p:nvSpPr>
          <p:spPr>
            <a:xfrm>
              <a:off x="9143835" y="2183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3" name="pt45333"/>
            <p:cNvSpPr/>
            <p:nvPr/>
          </p:nvSpPr>
          <p:spPr>
            <a:xfrm>
              <a:off x="8947416" y="1947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4" name="pt45334"/>
            <p:cNvSpPr/>
            <p:nvPr/>
          </p:nvSpPr>
          <p:spPr>
            <a:xfrm>
              <a:off x="9647779" y="2095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5" name="pt45335"/>
            <p:cNvSpPr/>
            <p:nvPr/>
          </p:nvSpPr>
          <p:spPr>
            <a:xfrm>
              <a:off x="8666631" y="2420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6" name="pt45336"/>
            <p:cNvSpPr/>
            <p:nvPr/>
          </p:nvSpPr>
          <p:spPr>
            <a:xfrm>
              <a:off x="9577860" y="2506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7" name="pt45337"/>
            <p:cNvSpPr/>
            <p:nvPr/>
          </p:nvSpPr>
          <p:spPr>
            <a:xfrm>
              <a:off x="8473354" y="2370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8" name="pt45338"/>
            <p:cNvSpPr/>
            <p:nvPr/>
          </p:nvSpPr>
          <p:spPr>
            <a:xfrm>
              <a:off x="9028011" y="1682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9" name="pt45339"/>
            <p:cNvSpPr/>
            <p:nvPr/>
          </p:nvSpPr>
          <p:spPr>
            <a:xfrm>
              <a:off x="8891985" y="2225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0" name="pt45340"/>
            <p:cNvSpPr/>
            <p:nvPr/>
          </p:nvSpPr>
          <p:spPr>
            <a:xfrm>
              <a:off x="8825472" y="2204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1" name="pt45341"/>
            <p:cNvSpPr/>
            <p:nvPr/>
          </p:nvSpPr>
          <p:spPr>
            <a:xfrm>
              <a:off x="9452717" y="1928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2" name="pt45342"/>
            <p:cNvSpPr/>
            <p:nvPr/>
          </p:nvSpPr>
          <p:spPr>
            <a:xfrm>
              <a:off x="8825472" y="2168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3" name="pt45343"/>
            <p:cNvSpPr/>
            <p:nvPr/>
          </p:nvSpPr>
          <p:spPr>
            <a:xfrm>
              <a:off x="9028011" y="1723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4" name="pt45344"/>
            <p:cNvSpPr/>
            <p:nvPr/>
          </p:nvSpPr>
          <p:spPr>
            <a:xfrm>
              <a:off x="9195417" y="1921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5" name="pt45345"/>
            <p:cNvSpPr/>
            <p:nvPr/>
          </p:nvSpPr>
          <p:spPr>
            <a:xfrm>
              <a:off x="8913428" y="233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6" name="pt45346"/>
            <p:cNvSpPr/>
            <p:nvPr/>
          </p:nvSpPr>
          <p:spPr>
            <a:xfrm>
              <a:off x="8532549" y="2514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7" name="pt45347"/>
            <p:cNvSpPr/>
            <p:nvPr/>
          </p:nvSpPr>
          <p:spPr>
            <a:xfrm>
              <a:off x="9297726" y="1929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8" name="pt45348"/>
            <p:cNvSpPr/>
            <p:nvPr/>
          </p:nvSpPr>
          <p:spPr>
            <a:xfrm>
              <a:off x="8627374" y="2335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9" name="pt45349"/>
            <p:cNvSpPr/>
            <p:nvPr/>
          </p:nvSpPr>
          <p:spPr>
            <a:xfrm>
              <a:off x="9062080" y="1756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0" name="pt45350"/>
            <p:cNvSpPr/>
            <p:nvPr/>
          </p:nvSpPr>
          <p:spPr>
            <a:xfrm>
              <a:off x="9324474" y="2237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1" name="pt45351"/>
            <p:cNvSpPr/>
            <p:nvPr/>
          </p:nvSpPr>
          <p:spPr>
            <a:xfrm>
              <a:off x="9078622" y="172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2" name="pt45352"/>
            <p:cNvSpPr/>
            <p:nvPr/>
          </p:nvSpPr>
          <p:spPr>
            <a:xfrm>
              <a:off x="8881929" y="2249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3" name="pt45353"/>
            <p:cNvSpPr/>
            <p:nvPr/>
          </p:nvSpPr>
          <p:spPr>
            <a:xfrm>
              <a:off x="8312152" y="2609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4" name="pt45354"/>
            <p:cNvSpPr/>
            <p:nvPr/>
          </p:nvSpPr>
          <p:spPr>
            <a:xfrm>
              <a:off x="8434097" y="2375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5" name="pt45355"/>
            <p:cNvSpPr/>
            <p:nvPr/>
          </p:nvSpPr>
          <p:spPr>
            <a:xfrm>
              <a:off x="8654494" y="2230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6" name="pt45356"/>
            <p:cNvSpPr/>
            <p:nvPr/>
          </p:nvSpPr>
          <p:spPr>
            <a:xfrm>
              <a:off x="8677986" y="2326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7" name="pt45357"/>
            <p:cNvSpPr/>
            <p:nvPr/>
          </p:nvSpPr>
          <p:spPr>
            <a:xfrm>
              <a:off x="9573244" y="2348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8" name="pt45358"/>
            <p:cNvSpPr/>
            <p:nvPr/>
          </p:nvSpPr>
          <p:spPr>
            <a:xfrm>
              <a:off x="8782612" y="2257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9" name="pt45359"/>
            <p:cNvSpPr/>
            <p:nvPr/>
          </p:nvSpPr>
          <p:spPr>
            <a:xfrm>
              <a:off x="8505430" y="2449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0" name="pt45360"/>
            <p:cNvSpPr/>
            <p:nvPr/>
          </p:nvSpPr>
          <p:spPr>
            <a:xfrm>
              <a:off x="8708219" y="2420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1" name="pt45361"/>
            <p:cNvSpPr/>
            <p:nvPr/>
          </p:nvSpPr>
          <p:spPr>
            <a:xfrm>
              <a:off x="8863776" y="2069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2" name="pt45362"/>
            <p:cNvSpPr/>
            <p:nvPr/>
          </p:nvSpPr>
          <p:spPr>
            <a:xfrm>
              <a:off x="8473354" y="2322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3" name="pt45363"/>
            <p:cNvSpPr/>
            <p:nvPr/>
          </p:nvSpPr>
          <p:spPr>
            <a:xfrm>
              <a:off x="8312152" y="2540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4" name="pt45364"/>
            <p:cNvSpPr/>
            <p:nvPr/>
          </p:nvSpPr>
          <p:spPr>
            <a:xfrm>
              <a:off x="8666631" y="2309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5" name="pt45365"/>
            <p:cNvSpPr/>
            <p:nvPr/>
          </p:nvSpPr>
          <p:spPr>
            <a:xfrm>
              <a:off x="8913428" y="233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6" name="pt45366"/>
            <p:cNvSpPr/>
            <p:nvPr/>
          </p:nvSpPr>
          <p:spPr>
            <a:xfrm>
              <a:off x="9328879" y="2189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7" name="pt45367"/>
            <p:cNvSpPr/>
            <p:nvPr/>
          </p:nvSpPr>
          <p:spPr>
            <a:xfrm>
              <a:off x="8867559" y="1898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8" name="pt45368"/>
            <p:cNvSpPr/>
            <p:nvPr/>
          </p:nvSpPr>
          <p:spPr>
            <a:xfrm>
              <a:off x="8666631" y="2337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9" name="pt45369"/>
            <p:cNvSpPr/>
            <p:nvPr/>
          </p:nvSpPr>
          <p:spPr>
            <a:xfrm>
              <a:off x="8312152" y="2451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0" name="pt45370"/>
            <p:cNvSpPr/>
            <p:nvPr/>
          </p:nvSpPr>
          <p:spPr>
            <a:xfrm>
              <a:off x="9450688" y="2040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1" name="pt45371"/>
            <p:cNvSpPr/>
            <p:nvPr/>
          </p:nvSpPr>
          <p:spPr>
            <a:xfrm>
              <a:off x="9049233" y="1954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2" name="pt45372"/>
            <p:cNvSpPr/>
            <p:nvPr/>
          </p:nvSpPr>
          <p:spPr>
            <a:xfrm>
              <a:off x="8312152" y="2438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3" name="pt45373"/>
            <p:cNvSpPr/>
            <p:nvPr/>
          </p:nvSpPr>
          <p:spPr>
            <a:xfrm>
              <a:off x="8641456" y="1896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4" name="pt45374"/>
            <p:cNvSpPr/>
            <p:nvPr/>
          </p:nvSpPr>
          <p:spPr>
            <a:xfrm>
              <a:off x="8770040" y="2154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5" name="pt45375"/>
            <p:cNvSpPr/>
            <p:nvPr/>
          </p:nvSpPr>
          <p:spPr>
            <a:xfrm>
              <a:off x="9502520" y="2485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6" name="pt45376"/>
            <p:cNvSpPr/>
            <p:nvPr/>
          </p:nvSpPr>
          <p:spPr>
            <a:xfrm>
              <a:off x="8383485" y="2303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7" name="pt45377"/>
            <p:cNvSpPr/>
            <p:nvPr/>
          </p:nvSpPr>
          <p:spPr>
            <a:xfrm>
              <a:off x="8641456" y="2131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8" name="pt45378"/>
            <p:cNvSpPr/>
            <p:nvPr/>
          </p:nvSpPr>
          <p:spPr>
            <a:xfrm>
              <a:off x="9301896" y="1811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9" name="pt45379"/>
            <p:cNvSpPr/>
            <p:nvPr/>
          </p:nvSpPr>
          <p:spPr>
            <a:xfrm>
              <a:off x="8383485" y="2397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0" name="pt45380"/>
            <p:cNvSpPr/>
            <p:nvPr/>
          </p:nvSpPr>
          <p:spPr>
            <a:xfrm>
              <a:off x="8741831" y="2221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1" name="pt45381"/>
            <p:cNvSpPr/>
            <p:nvPr/>
          </p:nvSpPr>
          <p:spPr>
            <a:xfrm>
              <a:off x="8830164" y="2010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2" name="pt45382"/>
            <p:cNvSpPr/>
            <p:nvPr/>
          </p:nvSpPr>
          <p:spPr>
            <a:xfrm>
              <a:off x="9190113" y="1984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3" name="pt45383"/>
            <p:cNvSpPr/>
            <p:nvPr/>
          </p:nvSpPr>
          <p:spPr>
            <a:xfrm>
              <a:off x="8383485" y="2475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4" name="pt45384"/>
            <p:cNvSpPr/>
            <p:nvPr/>
          </p:nvSpPr>
          <p:spPr>
            <a:xfrm>
              <a:off x="8383485" y="2237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5" name="pt45385"/>
            <p:cNvSpPr/>
            <p:nvPr/>
          </p:nvSpPr>
          <p:spPr>
            <a:xfrm>
              <a:off x="9051878" y="1785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6" name="pt45386"/>
            <p:cNvSpPr/>
            <p:nvPr/>
          </p:nvSpPr>
          <p:spPr>
            <a:xfrm>
              <a:off x="8312152" y="250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7" name="pt45387"/>
            <p:cNvSpPr/>
            <p:nvPr/>
          </p:nvSpPr>
          <p:spPr>
            <a:xfrm>
              <a:off x="8954408" y="1827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8" name="pt45388"/>
            <p:cNvSpPr/>
            <p:nvPr/>
          </p:nvSpPr>
          <p:spPr>
            <a:xfrm>
              <a:off x="9130917" y="2085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9" name="pt45389"/>
            <p:cNvSpPr/>
            <p:nvPr/>
          </p:nvSpPr>
          <p:spPr>
            <a:xfrm>
              <a:off x="9188912" y="1749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0" name="pt45390"/>
            <p:cNvSpPr/>
            <p:nvPr/>
          </p:nvSpPr>
          <p:spPr>
            <a:xfrm>
              <a:off x="8576763" y="2494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1" name="pt45391"/>
            <p:cNvSpPr/>
            <p:nvPr/>
          </p:nvSpPr>
          <p:spPr>
            <a:xfrm>
              <a:off x="8987622" y="2169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2" name="pt45392"/>
            <p:cNvSpPr/>
            <p:nvPr/>
          </p:nvSpPr>
          <p:spPr>
            <a:xfrm>
              <a:off x="8945023" y="1762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3" name="pt45393"/>
            <p:cNvSpPr/>
            <p:nvPr/>
          </p:nvSpPr>
          <p:spPr>
            <a:xfrm>
              <a:off x="8312152" y="2405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4" name="pt45394"/>
            <p:cNvSpPr/>
            <p:nvPr/>
          </p:nvSpPr>
          <p:spPr>
            <a:xfrm>
              <a:off x="9018749" y="2027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5" name="pt45395"/>
            <p:cNvSpPr/>
            <p:nvPr/>
          </p:nvSpPr>
          <p:spPr>
            <a:xfrm>
              <a:off x="9329422" y="2223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6" name="pt45396"/>
            <p:cNvSpPr/>
            <p:nvPr/>
          </p:nvSpPr>
          <p:spPr>
            <a:xfrm>
              <a:off x="9116066" y="1682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7" name="pt45397"/>
            <p:cNvSpPr/>
            <p:nvPr/>
          </p:nvSpPr>
          <p:spPr>
            <a:xfrm>
              <a:off x="8971798" y="2140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8" name="pt45398"/>
            <p:cNvSpPr/>
            <p:nvPr/>
          </p:nvSpPr>
          <p:spPr>
            <a:xfrm>
              <a:off x="9092704" y="1845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9" name="pt45399"/>
            <p:cNvSpPr/>
            <p:nvPr/>
          </p:nvSpPr>
          <p:spPr>
            <a:xfrm>
              <a:off x="8961132" y="2100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0" name="pt45400"/>
            <p:cNvSpPr/>
            <p:nvPr/>
          </p:nvSpPr>
          <p:spPr>
            <a:xfrm>
              <a:off x="9530995" y="243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1" name="pt45401"/>
            <p:cNvSpPr/>
            <p:nvPr/>
          </p:nvSpPr>
          <p:spPr>
            <a:xfrm>
              <a:off x="8830164" y="1980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2" name="pt45402"/>
            <p:cNvSpPr/>
            <p:nvPr/>
          </p:nvSpPr>
          <p:spPr>
            <a:xfrm>
              <a:off x="8627374" y="2104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3" name="pt45403"/>
            <p:cNvSpPr/>
            <p:nvPr/>
          </p:nvSpPr>
          <p:spPr>
            <a:xfrm>
              <a:off x="8434097" y="2558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4" name="pt45404"/>
            <p:cNvSpPr/>
            <p:nvPr/>
          </p:nvSpPr>
          <p:spPr>
            <a:xfrm>
              <a:off x="9653069" y="2475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5" name="pt45405"/>
            <p:cNvSpPr/>
            <p:nvPr/>
          </p:nvSpPr>
          <p:spPr>
            <a:xfrm>
              <a:off x="8505430" y="2467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6" name="pt45406"/>
            <p:cNvSpPr/>
            <p:nvPr/>
          </p:nvSpPr>
          <p:spPr>
            <a:xfrm>
              <a:off x="8881929" y="2327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7" name="pt45407"/>
            <p:cNvSpPr/>
            <p:nvPr/>
          </p:nvSpPr>
          <p:spPr>
            <a:xfrm>
              <a:off x="9095800" y="1988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8" name="pt45408"/>
            <p:cNvSpPr/>
            <p:nvPr/>
          </p:nvSpPr>
          <p:spPr>
            <a:xfrm>
              <a:off x="8688651" y="2325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9" name="pt45409"/>
            <p:cNvSpPr/>
            <p:nvPr/>
          </p:nvSpPr>
          <p:spPr>
            <a:xfrm>
              <a:off x="8971798" y="2158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0" name="pt45410"/>
            <p:cNvSpPr/>
            <p:nvPr/>
          </p:nvSpPr>
          <p:spPr>
            <a:xfrm>
              <a:off x="9188912" y="183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1" name="pt45411"/>
            <p:cNvSpPr/>
            <p:nvPr/>
          </p:nvSpPr>
          <p:spPr>
            <a:xfrm>
              <a:off x="9020327" y="1635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2" name="pt45412"/>
            <p:cNvSpPr/>
            <p:nvPr/>
          </p:nvSpPr>
          <p:spPr>
            <a:xfrm>
              <a:off x="9003873" y="2046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3" name="pt45413"/>
            <p:cNvSpPr/>
            <p:nvPr/>
          </p:nvSpPr>
          <p:spPr>
            <a:xfrm>
              <a:off x="8383485" y="2190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4" name="pt45414"/>
            <p:cNvSpPr/>
            <p:nvPr/>
          </p:nvSpPr>
          <p:spPr>
            <a:xfrm>
              <a:off x="9291111" y="1769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5" name="pt45415"/>
            <p:cNvSpPr/>
            <p:nvPr/>
          </p:nvSpPr>
          <p:spPr>
            <a:xfrm>
              <a:off x="8749319" y="2053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6" name="pt45416"/>
            <p:cNvSpPr/>
            <p:nvPr/>
          </p:nvSpPr>
          <p:spPr>
            <a:xfrm>
              <a:off x="8794345" y="2000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7" name="pt45417"/>
            <p:cNvSpPr/>
            <p:nvPr/>
          </p:nvSpPr>
          <p:spPr>
            <a:xfrm>
              <a:off x="8830164" y="2059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8" name="pt45418"/>
            <p:cNvSpPr/>
            <p:nvPr/>
          </p:nvSpPr>
          <p:spPr>
            <a:xfrm>
              <a:off x="8312152" y="2722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9" name="pt45419"/>
            <p:cNvSpPr/>
            <p:nvPr/>
          </p:nvSpPr>
          <p:spPr>
            <a:xfrm>
              <a:off x="8843532" y="2309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0" name="pt45420"/>
            <p:cNvSpPr/>
            <p:nvPr/>
          </p:nvSpPr>
          <p:spPr>
            <a:xfrm>
              <a:off x="9121452" y="230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1" name="pt45421"/>
            <p:cNvSpPr/>
            <p:nvPr/>
          </p:nvSpPr>
          <p:spPr>
            <a:xfrm>
              <a:off x="9310253" y="1737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2" name="pt45422"/>
            <p:cNvSpPr/>
            <p:nvPr/>
          </p:nvSpPr>
          <p:spPr>
            <a:xfrm>
              <a:off x="9143835" y="2016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3" name="pt45423"/>
            <p:cNvSpPr/>
            <p:nvPr/>
          </p:nvSpPr>
          <p:spPr>
            <a:xfrm>
              <a:off x="9381988" y="2111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4" name="pt45424"/>
            <p:cNvSpPr/>
            <p:nvPr/>
          </p:nvSpPr>
          <p:spPr>
            <a:xfrm>
              <a:off x="9124084" y="2176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5" name="pt45425"/>
            <p:cNvSpPr/>
            <p:nvPr/>
          </p:nvSpPr>
          <p:spPr>
            <a:xfrm>
              <a:off x="9785747" y="2506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6" name="pt45426"/>
            <p:cNvSpPr/>
            <p:nvPr/>
          </p:nvSpPr>
          <p:spPr>
            <a:xfrm>
              <a:off x="8830164" y="2115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7" name="pt45427"/>
            <p:cNvSpPr/>
            <p:nvPr/>
          </p:nvSpPr>
          <p:spPr>
            <a:xfrm>
              <a:off x="8717243" y="2288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8" name="pt45428"/>
            <p:cNvSpPr/>
            <p:nvPr/>
          </p:nvSpPr>
          <p:spPr>
            <a:xfrm>
              <a:off x="8956678" y="1861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9" name="pt45429"/>
            <p:cNvSpPr/>
            <p:nvPr/>
          </p:nvSpPr>
          <p:spPr>
            <a:xfrm>
              <a:off x="8763400" y="2173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0" name="pt45430"/>
            <p:cNvSpPr/>
            <p:nvPr/>
          </p:nvSpPr>
          <p:spPr>
            <a:xfrm>
              <a:off x="8312152" y="2336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1" name="pt45431"/>
            <p:cNvSpPr/>
            <p:nvPr/>
          </p:nvSpPr>
          <p:spPr>
            <a:xfrm>
              <a:off x="8383485" y="2598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2" name="pt45432"/>
            <p:cNvSpPr/>
            <p:nvPr/>
          </p:nvSpPr>
          <p:spPr>
            <a:xfrm>
              <a:off x="8961132" y="2072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3" name="pt45433"/>
            <p:cNvSpPr/>
            <p:nvPr/>
          </p:nvSpPr>
          <p:spPr>
            <a:xfrm>
              <a:off x="9254944" y="2200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4" name="pt45434"/>
            <p:cNvSpPr/>
            <p:nvPr/>
          </p:nvSpPr>
          <p:spPr>
            <a:xfrm>
              <a:off x="9121452" y="2116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5" name="pt45435"/>
            <p:cNvSpPr/>
            <p:nvPr/>
          </p:nvSpPr>
          <p:spPr>
            <a:xfrm>
              <a:off x="8847771" y="2318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6" name="pt45436"/>
            <p:cNvSpPr/>
            <p:nvPr/>
          </p:nvSpPr>
          <p:spPr>
            <a:xfrm>
              <a:off x="8312152" y="2274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7" name="pt45437"/>
            <p:cNvSpPr/>
            <p:nvPr/>
          </p:nvSpPr>
          <p:spPr>
            <a:xfrm>
              <a:off x="9020327" y="1665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8" name="pt45438"/>
            <p:cNvSpPr/>
            <p:nvPr/>
          </p:nvSpPr>
          <p:spPr>
            <a:xfrm>
              <a:off x="8947416" y="2014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9" name="pt45439"/>
            <p:cNvSpPr/>
            <p:nvPr/>
          </p:nvSpPr>
          <p:spPr>
            <a:xfrm>
              <a:off x="9075206" y="2283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0" name="pt45440"/>
            <p:cNvSpPr/>
            <p:nvPr/>
          </p:nvSpPr>
          <p:spPr>
            <a:xfrm>
              <a:off x="8576763" y="2517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1" name="pt45441"/>
            <p:cNvSpPr/>
            <p:nvPr/>
          </p:nvSpPr>
          <p:spPr>
            <a:xfrm>
              <a:off x="9217744" y="2154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2" name="pt45442"/>
            <p:cNvSpPr/>
            <p:nvPr/>
          </p:nvSpPr>
          <p:spPr>
            <a:xfrm>
              <a:off x="8383485" y="2360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3" name="pt45443"/>
            <p:cNvSpPr/>
            <p:nvPr/>
          </p:nvSpPr>
          <p:spPr>
            <a:xfrm>
              <a:off x="8312152" y="2389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4" name="pt45444"/>
            <p:cNvSpPr/>
            <p:nvPr/>
          </p:nvSpPr>
          <p:spPr>
            <a:xfrm>
              <a:off x="8473354" y="2144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5" name="pt45445"/>
            <p:cNvSpPr/>
            <p:nvPr/>
          </p:nvSpPr>
          <p:spPr>
            <a:xfrm>
              <a:off x="8641456" y="2234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6" name="pt45446"/>
            <p:cNvSpPr/>
            <p:nvPr/>
          </p:nvSpPr>
          <p:spPr>
            <a:xfrm>
              <a:off x="8843532" y="2016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7" name="pt45447"/>
            <p:cNvSpPr/>
            <p:nvPr/>
          </p:nvSpPr>
          <p:spPr>
            <a:xfrm>
              <a:off x="9195417" y="2083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8" name="pt45448"/>
            <p:cNvSpPr/>
            <p:nvPr/>
          </p:nvSpPr>
          <p:spPr>
            <a:xfrm>
              <a:off x="8698707" y="2544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9" name="pt45449"/>
            <p:cNvSpPr/>
            <p:nvPr/>
          </p:nvSpPr>
          <p:spPr>
            <a:xfrm>
              <a:off x="9381988" y="2164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0" name="pt45450"/>
            <p:cNvSpPr/>
            <p:nvPr/>
          </p:nvSpPr>
          <p:spPr>
            <a:xfrm>
              <a:off x="8963317" y="2049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1" name="pt45451"/>
            <p:cNvSpPr/>
            <p:nvPr/>
          </p:nvSpPr>
          <p:spPr>
            <a:xfrm>
              <a:off x="8505430" y="2467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2" name="pt45452"/>
            <p:cNvSpPr/>
            <p:nvPr/>
          </p:nvSpPr>
          <p:spPr>
            <a:xfrm>
              <a:off x="8556041" y="2438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3" name="pt45453"/>
            <p:cNvSpPr/>
            <p:nvPr/>
          </p:nvSpPr>
          <p:spPr>
            <a:xfrm>
              <a:off x="8505430" y="240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4" name="pt45454"/>
            <p:cNvSpPr/>
            <p:nvPr/>
          </p:nvSpPr>
          <p:spPr>
            <a:xfrm>
              <a:off x="9253280" y="2158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5" name="pt45455"/>
            <p:cNvSpPr/>
            <p:nvPr/>
          </p:nvSpPr>
          <p:spPr>
            <a:xfrm>
              <a:off x="8794345" y="2203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6" name="pt45456"/>
            <p:cNvSpPr/>
            <p:nvPr/>
          </p:nvSpPr>
          <p:spPr>
            <a:xfrm>
              <a:off x="9135057" y="2042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7" name="pt45457"/>
            <p:cNvSpPr/>
            <p:nvPr/>
          </p:nvSpPr>
          <p:spPr>
            <a:xfrm>
              <a:off x="9028011" y="1791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8" name="pt45458"/>
            <p:cNvSpPr/>
            <p:nvPr/>
          </p:nvSpPr>
          <p:spPr>
            <a:xfrm>
              <a:off x="8666631" y="2326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9" name="pt45459"/>
            <p:cNvSpPr/>
            <p:nvPr/>
          </p:nvSpPr>
          <p:spPr>
            <a:xfrm>
              <a:off x="8947416" y="1932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0" name="pt45460"/>
            <p:cNvSpPr/>
            <p:nvPr/>
          </p:nvSpPr>
          <p:spPr>
            <a:xfrm>
              <a:off x="9340963" y="2262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1" name="pt45461"/>
            <p:cNvSpPr/>
            <p:nvPr/>
          </p:nvSpPr>
          <p:spPr>
            <a:xfrm>
              <a:off x="9057053" y="1858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2" name="pt45462"/>
            <p:cNvSpPr/>
            <p:nvPr/>
          </p:nvSpPr>
          <p:spPr>
            <a:xfrm>
              <a:off x="8688651" y="2477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3" name="pt45463"/>
            <p:cNvSpPr/>
            <p:nvPr/>
          </p:nvSpPr>
          <p:spPr>
            <a:xfrm>
              <a:off x="9350114" y="2143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4" name="pt45464"/>
            <p:cNvSpPr/>
            <p:nvPr/>
          </p:nvSpPr>
          <p:spPr>
            <a:xfrm>
              <a:off x="8641456" y="2062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5" name="pt45465"/>
            <p:cNvSpPr/>
            <p:nvPr/>
          </p:nvSpPr>
          <p:spPr>
            <a:xfrm>
              <a:off x="9135057" y="2022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6" name="pt45466"/>
            <p:cNvSpPr/>
            <p:nvPr/>
          </p:nvSpPr>
          <p:spPr>
            <a:xfrm>
              <a:off x="8776438" y="2050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7" name="pt45467"/>
            <p:cNvSpPr/>
            <p:nvPr/>
          </p:nvSpPr>
          <p:spPr>
            <a:xfrm>
              <a:off x="8612066" y="2350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8" name="pt45468"/>
            <p:cNvSpPr/>
            <p:nvPr/>
          </p:nvSpPr>
          <p:spPr>
            <a:xfrm>
              <a:off x="8312152" y="2566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9" name="pt45469"/>
            <p:cNvSpPr/>
            <p:nvPr/>
          </p:nvSpPr>
          <p:spPr>
            <a:xfrm>
              <a:off x="9107665" y="1969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0" name="pt45470"/>
            <p:cNvSpPr/>
            <p:nvPr/>
          </p:nvSpPr>
          <p:spPr>
            <a:xfrm>
              <a:off x="9167133" y="2129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1" name="pt45471"/>
            <p:cNvSpPr/>
            <p:nvPr/>
          </p:nvSpPr>
          <p:spPr>
            <a:xfrm>
              <a:off x="9021891" y="1804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2" name="pt45472"/>
            <p:cNvSpPr/>
            <p:nvPr/>
          </p:nvSpPr>
          <p:spPr>
            <a:xfrm>
              <a:off x="8612066" y="2401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3" name="pt45473"/>
            <p:cNvSpPr/>
            <p:nvPr/>
          </p:nvSpPr>
          <p:spPr>
            <a:xfrm>
              <a:off x="9377920" y="2157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4" name="pt45474"/>
            <p:cNvSpPr/>
            <p:nvPr/>
          </p:nvSpPr>
          <p:spPr>
            <a:xfrm>
              <a:off x="8677986" y="2370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5" name="pt45475"/>
            <p:cNvSpPr/>
            <p:nvPr/>
          </p:nvSpPr>
          <p:spPr>
            <a:xfrm>
              <a:off x="9178998" y="1926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6" name="pt45476"/>
            <p:cNvSpPr/>
            <p:nvPr/>
          </p:nvSpPr>
          <p:spPr>
            <a:xfrm>
              <a:off x="8532549" y="2422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7" name="pt45477"/>
            <p:cNvSpPr/>
            <p:nvPr/>
          </p:nvSpPr>
          <p:spPr>
            <a:xfrm>
              <a:off x="8576763" y="2395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8" name="pt45478"/>
            <p:cNvSpPr/>
            <p:nvPr/>
          </p:nvSpPr>
          <p:spPr>
            <a:xfrm>
              <a:off x="9578717" y="2395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9" name="pt45479"/>
            <p:cNvSpPr/>
            <p:nvPr/>
          </p:nvSpPr>
          <p:spPr>
            <a:xfrm>
              <a:off x="9205570" y="203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0" name="pt45480"/>
            <p:cNvSpPr/>
            <p:nvPr/>
          </p:nvSpPr>
          <p:spPr>
            <a:xfrm>
              <a:off x="8383485" y="2147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1" name="pt45481"/>
            <p:cNvSpPr/>
            <p:nvPr/>
          </p:nvSpPr>
          <p:spPr>
            <a:xfrm>
              <a:off x="8688651" y="2415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2" name="pt45482"/>
            <p:cNvSpPr/>
            <p:nvPr/>
          </p:nvSpPr>
          <p:spPr>
            <a:xfrm>
              <a:off x="9055774" y="1680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3" name="pt45483"/>
            <p:cNvSpPr/>
            <p:nvPr/>
          </p:nvSpPr>
          <p:spPr>
            <a:xfrm>
              <a:off x="8532549" y="2564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4" name="pt45484"/>
            <p:cNvSpPr/>
            <p:nvPr/>
          </p:nvSpPr>
          <p:spPr>
            <a:xfrm>
              <a:off x="9094774" y="182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5" name="pt45485"/>
            <p:cNvSpPr/>
            <p:nvPr/>
          </p:nvSpPr>
          <p:spPr>
            <a:xfrm>
              <a:off x="9021891" y="1844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6" name="pt45486"/>
            <p:cNvSpPr/>
            <p:nvPr/>
          </p:nvSpPr>
          <p:spPr>
            <a:xfrm>
              <a:off x="8989504" y="2105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7" name="pt45487"/>
            <p:cNvSpPr/>
            <p:nvPr/>
          </p:nvSpPr>
          <p:spPr>
            <a:xfrm>
              <a:off x="8919104" y="2070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8" name="pt45488"/>
            <p:cNvSpPr/>
            <p:nvPr/>
          </p:nvSpPr>
          <p:spPr>
            <a:xfrm>
              <a:off x="8505430" y="250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9" name="pt45489"/>
            <p:cNvSpPr/>
            <p:nvPr/>
          </p:nvSpPr>
          <p:spPr>
            <a:xfrm>
              <a:off x="9028011" y="1695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0" name="pt45490"/>
            <p:cNvSpPr/>
            <p:nvPr/>
          </p:nvSpPr>
          <p:spPr>
            <a:xfrm>
              <a:off x="9749896" y="2178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1" name="pt45491"/>
            <p:cNvSpPr/>
            <p:nvPr/>
          </p:nvSpPr>
          <p:spPr>
            <a:xfrm>
              <a:off x="9094774" y="1841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2" name="pt45492"/>
            <p:cNvSpPr/>
            <p:nvPr/>
          </p:nvSpPr>
          <p:spPr>
            <a:xfrm>
              <a:off x="8434097" y="2424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3" name="pt45493"/>
            <p:cNvSpPr/>
            <p:nvPr/>
          </p:nvSpPr>
          <p:spPr>
            <a:xfrm>
              <a:off x="8859909" y="2011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4" name="pt45494"/>
            <p:cNvSpPr/>
            <p:nvPr/>
          </p:nvSpPr>
          <p:spPr>
            <a:xfrm>
              <a:off x="8881929" y="2185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5" name="pt45495"/>
            <p:cNvSpPr/>
            <p:nvPr/>
          </p:nvSpPr>
          <p:spPr>
            <a:xfrm>
              <a:off x="9214649" y="2091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6" name="pt45496"/>
            <p:cNvSpPr/>
            <p:nvPr/>
          </p:nvSpPr>
          <p:spPr>
            <a:xfrm>
              <a:off x="9244278" y="1992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7" name="pt45497"/>
            <p:cNvSpPr/>
            <p:nvPr/>
          </p:nvSpPr>
          <p:spPr>
            <a:xfrm>
              <a:off x="8312152" y="2412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8" name="pt45498"/>
            <p:cNvSpPr/>
            <p:nvPr/>
          </p:nvSpPr>
          <p:spPr>
            <a:xfrm>
              <a:off x="8907564" y="1970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9" name="pt45499"/>
            <p:cNvSpPr/>
            <p:nvPr/>
          </p:nvSpPr>
          <p:spPr>
            <a:xfrm>
              <a:off x="8891985" y="2178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0" name="pt45500"/>
            <p:cNvSpPr/>
            <p:nvPr/>
          </p:nvSpPr>
          <p:spPr>
            <a:xfrm>
              <a:off x="9530304" y="2455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1" name="pt45501"/>
            <p:cNvSpPr/>
            <p:nvPr/>
          </p:nvSpPr>
          <p:spPr>
            <a:xfrm>
              <a:off x="9511026" y="2333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2" name="pt45502"/>
            <p:cNvSpPr/>
            <p:nvPr/>
          </p:nvSpPr>
          <p:spPr>
            <a:xfrm>
              <a:off x="8576763" y="2414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3" name="pt45503"/>
            <p:cNvSpPr/>
            <p:nvPr/>
          </p:nvSpPr>
          <p:spPr>
            <a:xfrm>
              <a:off x="9530304" y="2403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4" name="pt45504"/>
            <p:cNvSpPr/>
            <p:nvPr/>
          </p:nvSpPr>
          <p:spPr>
            <a:xfrm>
              <a:off x="8965476" y="1998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5" name="pt45505"/>
            <p:cNvSpPr/>
            <p:nvPr/>
          </p:nvSpPr>
          <p:spPr>
            <a:xfrm>
              <a:off x="8312152" y="263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6" name="pt45506"/>
            <p:cNvSpPr/>
            <p:nvPr/>
          </p:nvSpPr>
          <p:spPr>
            <a:xfrm>
              <a:off x="8881929" y="2196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7" name="pt45507"/>
            <p:cNvSpPr/>
            <p:nvPr/>
          </p:nvSpPr>
          <p:spPr>
            <a:xfrm>
              <a:off x="8963317" y="2077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8" name="pt45508"/>
            <p:cNvSpPr/>
            <p:nvPr/>
          </p:nvSpPr>
          <p:spPr>
            <a:xfrm>
              <a:off x="9310856" y="1833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9" name="pt45509"/>
            <p:cNvSpPr/>
            <p:nvPr/>
          </p:nvSpPr>
          <p:spPr>
            <a:xfrm>
              <a:off x="8898383" y="2071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0" name="pt45510"/>
            <p:cNvSpPr/>
            <p:nvPr/>
          </p:nvSpPr>
          <p:spPr>
            <a:xfrm>
              <a:off x="8556041" y="2643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1" name="pt45511"/>
            <p:cNvSpPr/>
            <p:nvPr/>
          </p:nvSpPr>
          <p:spPr>
            <a:xfrm>
              <a:off x="8717243" y="2357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2" name="pt45512"/>
            <p:cNvSpPr/>
            <p:nvPr/>
          </p:nvSpPr>
          <p:spPr>
            <a:xfrm>
              <a:off x="8312152" y="2342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3" name="pt45513"/>
            <p:cNvSpPr/>
            <p:nvPr/>
          </p:nvSpPr>
          <p:spPr>
            <a:xfrm>
              <a:off x="8641456" y="2245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4" name="pt45514"/>
            <p:cNvSpPr/>
            <p:nvPr/>
          </p:nvSpPr>
          <p:spPr>
            <a:xfrm>
              <a:off x="9097834" y="1943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5" name="pt45515"/>
            <p:cNvSpPr/>
            <p:nvPr/>
          </p:nvSpPr>
          <p:spPr>
            <a:xfrm>
              <a:off x="9440320" y="1994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6" name="pt45516"/>
            <p:cNvSpPr/>
            <p:nvPr/>
          </p:nvSpPr>
          <p:spPr>
            <a:xfrm>
              <a:off x="8556041" y="2540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7" name="pt45517"/>
            <p:cNvSpPr/>
            <p:nvPr/>
          </p:nvSpPr>
          <p:spPr>
            <a:xfrm>
              <a:off x="8763400" y="2148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8" name="pt45518"/>
            <p:cNvSpPr/>
            <p:nvPr/>
          </p:nvSpPr>
          <p:spPr>
            <a:xfrm>
              <a:off x="9349631" y="2181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9" name="pt45519"/>
            <p:cNvSpPr/>
            <p:nvPr/>
          </p:nvSpPr>
          <p:spPr>
            <a:xfrm>
              <a:off x="8576763" y="2436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0" name="pt45520"/>
            <p:cNvSpPr/>
            <p:nvPr/>
          </p:nvSpPr>
          <p:spPr>
            <a:xfrm>
              <a:off x="8505430" y="2273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1" name="pt45521"/>
            <p:cNvSpPr/>
            <p:nvPr/>
          </p:nvSpPr>
          <p:spPr>
            <a:xfrm>
              <a:off x="9065758" y="2006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2" name="pt45522"/>
            <p:cNvSpPr/>
            <p:nvPr/>
          </p:nvSpPr>
          <p:spPr>
            <a:xfrm>
              <a:off x="8383485" y="2153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3" name="pt45523"/>
            <p:cNvSpPr/>
            <p:nvPr/>
          </p:nvSpPr>
          <p:spPr>
            <a:xfrm>
              <a:off x="9117880" y="2128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4" name="pt45524"/>
            <p:cNvSpPr/>
            <p:nvPr/>
          </p:nvSpPr>
          <p:spPr>
            <a:xfrm>
              <a:off x="8749319" y="2083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5" name="pt45525"/>
            <p:cNvSpPr/>
            <p:nvPr/>
          </p:nvSpPr>
          <p:spPr>
            <a:xfrm>
              <a:off x="9371637" y="2072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6" name="pt45526"/>
            <p:cNvSpPr/>
            <p:nvPr/>
          </p:nvSpPr>
          <p:spPr>
            <a:xfrm>
              <a:off x="8532549" y="2301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7" name="pt45527"/>
            <p:cNvSpPr/>
            <p:nvPr/>
          </p:nvSpPr>
          <p:spPr>
            <a:xfrm>
              <a:off x="8688651" y="2285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8" name="pt45528"/>
            <p:cNvSpPr/>
            <p:nvPr/>
          </p:nvSpPr>
          <p:spPr>
            <a:xfrm>
              <a:off x="8595298" y="2137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9" name="pt45529"/>
            <p:cNvSpPr/>
            <p:nvPr/>
          </p:nvSpPr>
          <p:spPr>
            <a:xfrm>
              <a:off x="8825472" y="2059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0" name="pt45530"/>
            <p:cNvSpPr/>
            <p:nvPr/>
          </p:nvSpPr>
          <p:spPr>
            <a:xfrm>
              <a:off x="8654494" y="2308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1" name="pt45531"/>
            <p:cNvSpPr/>
            <p:nvPr/>
          </p:nvSpPr>
          <p:spPr>
            <a:xfrm>
              <a:off x="8815695" y="2073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2" name="pt45532"/>
            <p:cNvSpPr/>
            <p:nvPr/>
          </p:nvSpPr>
          <p:spPr>
            <a:xfrm>
              <a:off x="9514089" y="2487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3" name="pt45533"/>
            <p:cNvSpPr/>
            <p:nvPr/>
          </p:nvSpPr>
          <p:spPr>
            <a:xfrm>
              <a:off x="9393280" y="196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4" name="pt45534"/>
            <p:cNvSpPr/>
            <p:nvPr/>
          </p:nvSpPr>
          <p:spPr>
            <a:xfrm>
              <a:off x="9511026" y="2442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5" name="pt45535"/>
            <p:cNvSpPr/>
            <p:nvPr/>
          </p:nvSpPr>
          <p:spPr>
            <a:xfrm>
              <a:off x="9811851" y="2428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6" name="pt45536"/>
            <p:cNvSpPr/>
            <p:nvPr/>
          </p:nvSpPr>
          <p:spPr>
            <a:xfrm>
              <a:off x="8383485" y="2316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7" name="pt45537"/>
            <p:cNvSpPr/>
            <p:nvPr/>
          </p:nvSpPr>
          <p:spPr>
            <a:xfrm>
              <a:off x="8627374" y="2226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8" name="pt45538"/>
            <p:cNvSpPr/>
            <p:nvPr/>
          </p:nvSpPr>
          <p:spPr>
            <a:xfrm>
              <a:off x="8993208" y="2196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9" name="pt45539"/>
            <p:cNvSpPr/>
            <p:nvPr/>
          </p:nvSpPr>
          <p:spPr>
            <a:xfrm>
              <a:off x="9039647" y="1983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0" name="pt45540"/>
            <p:cNvSpPr/>
            <p:nvPr/>
          </p:nvSpPr>
          <p:spPr>
            <a:xfrm>
              <a:off x="8749319" y="2147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1" name="pt45541"/>
            <p:cNvSpPr/>
            <p:nvPr/>
          </p:nvSpPr>
          <p:spPr>
            <a:xfrm>
              <a:off x="9167813" y="2173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2" name="pt45542"/>
            <p:cNvSpPr/>
            <p:nvPr/>
          </p:nvSpPr>
          <p:spPr>
            <a:xfrm>
              <a:off x="9279262" y="2071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3" name="pt45543"/>
            <p:cNvSpPr/>
            <p:nvPr/>
          </p:nvSpPr>
          <p:spPr>
            <a:xfrm>
              <a:off x="8595298" y="2213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4" name="pt45544"/>
            <p:cNvSpPr/>
            <p:nvPr/>
          </p:nvSpPr>
          <p:spPr>
            <a:xfrm>
              <a:off x="9431288" y="2196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5" name="pt45545"/>
            <p:cNvSpPr/>
            <p:nvPr/>
          </p:nvSpPr>
          <p:spPr>
            <a:xfrm>
              <a:off x="8989504" y="2270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6" name="pt45546"/>
            <p:cNvSpPr/>
            <p:nvPr/>
          </p:nvSpPr>
          <p:spPr>
            <a:xfrm>
              <a:off x="9349631" y="2159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7" name="pt45547"/>
            <p:cNvSpPr/>
            <p:nvPr/>
          </p:nvSpPr>
          <p:spPr>
            <a:xfrm>
              <a:off x="9282831" y="1990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8" name="pt45548"/>
            <p:cNvSpPr/>
            <p:nvPr/>
          </p:nvSpPr>
          <p:spPr>
            <a:xfrm>
              <a:off x="8776438" y="2085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9" name="pt45549"/>
            <p:cNvSpPr/>
            <p:nvPr/>
          </p:nvSpPr>
          <p:spPr>
            <a:xfrm>
              <a:off x="9229609" y="1831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0" name="pt45550"/>
            <p:cNvSpPr/>
            <p:nvPr/>
          </p:nvSpPr>
          <p:spPr>
            <a:xfrm>
              <a:off x="8888696" y="2243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1" name="pt45551"/>
            <p:cNvSpPr/>
            <p:nvPr/>
          </p:nvSpPr>
          <p:spPr>
            <a:xfrm>
              <a:off x="8843532" y="2014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2" name="pt45552"/>
            <p:cNvSpPr/>
            <p:nvPr/>
          </p:nvSpPr>
          <p:spPr>
            <a:xfrm>
              <a:off x="8473354" y="2491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3" name="pt45553"/>
            <p:cNvSpPr/>
            <p:nvPr/>
          </p:nvSpPr>
          <p:spPr>
            <a:xfrm>
              <a:off x="9318519" y="1871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4" name="pt45554"/>
            <p:cNvSpPr/>
            <p:nvPr/>
          </p:nvSpPr>
          <p:spPr>
            <a:xfrm>
              <a:off x="8556041" y="2471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5" name="pt45555"/>
            <p:cNvSpPr/>
            <p:nvPr/>
          </p:nvSpPr>
          <p:spPr>
            <a:xfrm>
              <a:off x="8734011" y="2283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6" name="pt45556"/>
            <p:cNvSpPr/>
            <p:nvPr/>
          </p:nvSpPr>
          <p:spPr>
            <a:xfrm>
              <a:off x="8830164" y="2267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7" name="pt45557"/>
            <p:cNvSpPr/>
            <p:nvPr/>
          </p:nvSpPr>
          <p:spPr>
            <a:xfrm>
              <a:off x="9062080" y="1812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8" name="pt45558"/>
            <p:cNvSpPr/>
            <p:nvPr/>
          </p:nvSpPr>
          <p:spPr>
            <a:xfrm>
              <a:off x="8855955" y="2211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9" name="pt45559"/>
            <p:cNvSpPr/>
            <p:nvPr/>
          </p:nvSpPr>
          <p:spPr>
            <a:xfrm>
              <a:off x="8556041" y="2377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0" name="pt45560"/>
            <p:cNvSpPr/>
            <p:nvPr/>
          </p:nvSpPr>
          <p:spPr>
            <a:xfrm>
              <a:off x="9097834" y="2093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1" name="pt45561"/>
            <p:cNvSpPr/>
            <p:nvPr/>
          </p:nvSpPr>
          <p:spPr>
            <a:xfrm>
              <a:off x="8576763" y="2307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2" name="pt45562"/>
            <p:cNvSpPr/>
            <p:nvPr/>
          </p:nvSpPr>
          <p:spPr>
            <a:xfrm>
              <a:off x="8383485" y="2341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3" name="pt45563"/>
            <p:cNvSpPr/>
            <p:nvPr/>
          </p:nvSpPr>
          <p:spPr>
            <a:xfrm>
              <a:off x="8383485" y="2367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4" name="pt45564"/>
            <p:cNvSpPr/>
            <p:nvPr/>
          </p:nvSpPr>
          <p:spPr>
            <a:xfrm>
              <a:off x="8312152" y="2525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5" name="pt45565"/>
            <p:cNvSpPr/>
            <p:nvPr/>
          </p:nvSpPr>
          <p:spPr>
            <a:xfrm>
              <a:off x="8576763" y="2308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6" name="pt45566"/>
            <p:cNvSpPr/>
            <p:nvPr/>
          </p:nvSpPr>
          <p:spPr>
            <a:xfrm>
              <a:off x="9454989" y="2119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7" name="pt45567"/>
            <p:cNvSpPr/>
            <p:nvPr/>
          </p:nvSpPr>
          <p:spPr>
            <a:xfrm>
              <a:off x="8979888" y="223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8" name="pt45568"/>
            <p:cNvSpPr/>
            <p:nvPr/>
          </p:nvSpPr>
          <p:spPr>
            <a:xfrm>
              <a:off x="8741831" y="2202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9" name="pt45569"/>
            <p:cNvSpPr/>
            <p:nvPr/>
          </p:nvSpPr>
          <p:spPr>
            <a:xfrm>
              <a:off x="9062080" y="1790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0" name="pt45570"/>
            <p:cNvSpPr/>
            <p:nvPr/>
          </p:nvSpPr>
          <p:spPr>
            <a:xfrm>
              <a:off x="9124084" y="2121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1" name="pt45571"/>
            <p:cNvSpPr/>
            <p:nvPr/>
          </p:nvSpPr>
          <p:spPr>
            <a:xfrm>
              <a:off x="9188912" y="1900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2" name="pt45572"/>
            <p:cNvSpPr/>
            <p:nvPr/>
          </p:nvSpPr>
          <p:spPr>
            <a:xfrm>
              <a:off x="9612243" y="2206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3" name="pt45573"/>
            <p:cNvSpPr/>
            <p:nvPr/>
          </p:nvSpPr>
          <p:spPr>
            <a:xfrm>
              <a:off x="8855955" y="2150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4" name="pt45574"/>
            <p:cNvSpPr/>
            <p:nvPr/>
          </p:nvSpPr>
          <p:spPr>
            <a:xfrm>
              <a:off x="8788576" y="2263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5" name="pt45575"/>
            <p:cNvSpPr/>
            <p:nvPr/>
          </p:nvSpPr>
          <p:spPr>
            <a:xfrm>
              <a:off x="9075206" y="2187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6" name="pt45576"/>
            <p:cNvSpPr/>
            <p:nvPr/>
          </p:nvSpPr>
          <p:spPr>
            <a:xfrm>
              <a:off x="9020327" y="1715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7" name="pt45577"/>
            <p:cNvSpPr/>
            <p:nvPr/>
          </p:nvSpPr>
          <p:spPr>
            <a:xfrm>
              <a:off x="8913428" y="2171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8" name="pt45578"/>
            <p:cNvSpPr/>
            <p:nvPr/>
          </p:nvSpPr>
          <p:spPr>
            <a:xfrm>
              <a:off x="9509182" y="238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9" name="pt45579"/>
            <p:cNvSpPr/>
            <p:nvPr/>
          </p:nvSpPr>
          <p:spPr>
            <a:xfrm>
              <a:off x="9881517" y="2618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0" name="pt45580"/>
            <p:cNvSpPr/>
            <p:nvPr/>
          </p:nvSpPr>
          <p:spPr>
            <a:xfrm>
              <a:off x="9160178" y="2144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1" name="pt45581"/>
            <p:cNvSpPr/>
            <p:nvPr/>
          </p:nvSpPr>
          <p:spPr>
            <a:xfrm>
              <a:off x="8612066" y="2228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2" name="pt45582"/>
            <p:cNvSpPr/>
            <p:nvPr/>
          </p:nvSpPr>
          <p:spPr>
            <a:xfrm>
              <a:off x="9500379" y="2528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3" name="pt45583"/>
            <p:cNvSpPr/>
            <p:nvPr/>
          </p:nvSpPr>
          <p:spPr>
            <a:xfrm>
              <a:off x="8956678" y="1868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4" name="pt45584"/>
            <p:cNvSpPr/>
            <p:nvPr/>
          </p:nvSpPr>
          <p:spPr>
            <a:xfrm>
              <a:off x="9461505" y="2037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5" name="pt45585"/>
            <p:cNvSpPr/>
            <p:nvPr/>
          </p:nvSpPr>
          <p:spPr>
            <a:xfrm>
              <a:off x="8627374" y="2179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6" name="pt45586"/>
            <p:cNvSpPr/>
            <p:nvPr/>
          </p:nvSpPr>
          <p:spPr>
            <a:xfrm>
              <a:off x="9087421" y="1854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7" name="pt45587"/>
            <p:cNvSpPr/>
            <p:nvPr/>
          </p:nvSpPr>
          <p:spPr>
            <a:xfrm>
              <a:off x="9265000" y="1965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8" name="pt45588"/>
            <p:cNvSpPr/>
            <p:nvPr/>
          </p:nvSpPr>
          <p:spPr>
            <a:xfrm>
              <a:off x="8473354" y="2331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9" name="pt45589"/>
            <p:cNvSpPr/>
            <p:nvPr/>
          </p:nvSpPr>
          <p:spPr>
            <a:xfrm>
              <a:off x="9498107" y="2468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0" name="pt45590"/>
            <p:cNvSpPr/>
            <p:nvPr/>
          </p:nvSpPr>
          <p:spPr>
            <a:xfrm>
              <a:off x="8383485" y="2284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1" name="pt45591"/>
            <p:cNvSpPr/>
            <p:nvPr/>
          </p:nvSpPr>
          <p:spPr>
            <a:xfrm>
              <a:off x="9045188" y="192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2" name="pt45592"/>
            <p:cNvSpPr/>
            <p:nvPr/>
          </p:nvSpPr>
          <p:spPr>
            <a:xfrm>
              <a:off x="8776438" y="2096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3" name="pt45593"/>
            <p:cNvSpPr/>
            <p:nvPr/>
          </p:nvSpPr>
          <p:spPr>
            <a:xfrm>
              <a:off x="9217232" y="2072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4" name="pt45594"/>
            <p:cNvSpPr/>
            <p:nvPr/>
          </p:nvSpPr>
          <p:spPr>
            <a:xfrm>
              <a:off x="9128386" y="1986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5" name="pt45595"/>
            <p:cNvSpPr/>
            <p:nvPr/>
          </p:nvSpPr>
          <p:spPr>
            <a:xfrm>
              <a:off x="8612066" y="2275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6" name="pt45596"/>
            <p:cNvSpPr/>
            <p:nvPr/>
          </p:nvSpPr>
          <p:spPr>
            <a:xfrm>
              <a:off x="8383485" y="2302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7" name="pt45597"/>
            <p:cNvSpPr/>
            <p:nvPr/>
          </p:nvSpPr>
          <p:spPr>
            <a:xfrm>
              <a:off x="8825472" y="2058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8" name="pt45598"/>
            <p:cNvSpPr/>
            <p:nvPr/>
          </p:nvSpPr>
          <p:spPr>
            <a:xfrm>
              <a:off x="8867559" y="1904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9" name="pt45599"/>
            <p:cNvSpPr/>
            <p:nvPr/>
          </p:nvSpPr>
          <p:spPr>
            <a:xfrm>
              <a:off x="9018749" y="198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0" name="pt45600"/>
            <p:cNvSpPr/>
            <p:nvPr/>
          </p:nvSpPr>
          <p:spPr>
            <a:xfrm>
              <a:off x="8312152" y="2707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1" name="pt45601"/>
            <p:cNvSpPr/>
            <p:nvPr/>
          </p:nvSpPr>
          <p:spPr>
            <a:xfrm>
              <a:off x="9324474" y="2229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2" name="pt45602"/>
            <p:cNvSpPr/>
            <p:nvPr/>
          </p:nvSpPr>
          <p:spPr>
            <a:xfrm>
              <a:off x="8839187" y="2101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3" name="pt45603"/>
            <p:cNvSpPr/>
            <p:nvPr/>
          </p:nvSpPr>
          <p:spPr>
            <a:xfrm>
              <a:off x="8805344" y="2085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4" name="pt45604"/>
            <p:cNvSpPr/>
            <p:nvPr/>
          </p:nvSpPr>
          <p:spPr>
            <a:xfrm>
              <a:off x="8975889" y="2222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5" name="pt45605"/>
            <p:cNvSpPr/>
            <p:nvPr/>
          </p:nvSpPr>
          <p:spPr>
            <a:xfrm>
              <a:off x="8749319" y="2027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6" name="pt45606"/>
            <p:cNvSpPr/>
            <p:nvPr/>
          </p:nvSpPr>
          <p:spPr>
            <a:xfrm>
              <a:off x="8788576" y="2215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7" name="pt45607"/>
            <p:cNvSpPr/>
            <p:nvPr/>
          </p:nvSpPr>
          <p:spPr>
            <a:xfrm>
              <a:off x="8794345" y="2191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8" name="pt45608"/>
            <p:cNvSpPr/>
            <p:nvPr/>
          </p:nvSpPr>
          <p:spPr>
            <a:xfrm>
              <a:off x="8895213" y="2213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9" name="pt45609"/>
            <p:cNvSpPr/>
            <p:nvPr/>
          </p:nvSpPr>
          <p:spPr>
            <a:xfrm>
              <a:off x="9070546" y="2156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0" name="pt45610"/>
            <p:cNvSpPr/>
            <p:nvPr/>
          </p:nvSpPr>
          <p:spPr>
            <a:xfrm>
              <a:off x="9230563" y="1847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1" name="pt45611"/>
            <p:cNvSpPr/>
            <p:nvPr/>
          </p:nvSpPr>
          <p:spPr>
            <a:xfrm>
              <a:off x="8312152" y="2489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2" name="pt45612"/>
            <p:cNvSpPr/>
            <p:nvPr/>
          </p:nvSpPr>
          <p:spPr>
            <a:xfrm>
              <a:off x="9244278" y="1915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3" name="pt45613"/>
            <p:cNvSpPr/>
            <p:nvPr/>
          </p:nvSpPr>
          <p:spPr>
            <a:xfrm>
              <a:off x="8805344" y="2121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4" name="pt45614"/>
            <p:cNvSpPr/>
            <p:nvPr/>
          </p:nvSpPr>
          <p:spPr>
            <a:xfrm>
              <a:off x="8677986" y="2202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5" name="pt45615"/>
            <p:cNvSpPr/>
            <p:nvPr/>
          </p:nvSpPr>
          <p:spPr>
            <a:xfrm>
              <a:off x="8532549" y="2491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6" name="pt45616"/>
            <p:cNvSpPr/>
            <p:nvPr/>
          </p:nvSpPr>
          <p:spPr>
            <a:xfrm>
              <a:off x="9386161" y="205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7" name="pt45617"/>
            <p:cNvSpPr/>
            <p:nvPr/>
          </p:nvSpPr>
          <p:spPr>
            <a:xfrm>
              <a:off x="9349631" y="2075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8" name="pt45618"/>
            <p:cNvSpPr/>
            <p:nvPr/>
          </p:nvSpPr>
          <p:spPr>
            <a:xfrm>
              <a:off x="8688651" y="2371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9" name="pt45619"/>
            <p:cNvSpPr/>
            <p:nvPr/>
          </p:nvSpPr>
          <p:spPr>
            <a:xfrm>
              <a:off x="8788576" y="2269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0" name="pt45620"/>
            <p:cNvSpPr/>
            <p:nvPr/>
          </p:nvSpPr>
          <p:spPr>
            <a:xfrm>
              <a:off x="8627374" y="2279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1" name="pt45621"/>
            <p:cNvSpPr/>
            <p:nvPr/>
          </p:nvSpPr>
          <p:spPr>
            <a:xfrm>
              <a:off x="9431288" y="2178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2" name="pt45622"/>
            <p:cNvSpPr/>
            <p:nvPr/>
          </p:nvSpPr>
          <p:spPr>
            <a:xfrm>
              <a:off x="8312152" y="2445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3" name="pt45623"/>
            <p:cNvSpPr/>
            <p:nvPr/>
          </p:nvSpPr>
          <p:spPr>
            <a:xfrm>
              <a:off x="9310253" y="1995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4" name="pt45624"/>
            <p:cNvSpPr/>
            <p:nvPr/>
          </p:nvSpPr>
          <p:spPr>
            <a:xfrm>
              <a:off x="8505430" y="2285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5" name="pt45625"/>
            <p:cNvSpPr/>
            <p:nvPr/>
          </p:nvSpPr>
          <p:spPr>
            <a:xfrm>
              <a:off x="8916289" y="2195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6" name="pt45626"/>
            <p:cNvSpPr/>
            <p:nvPr/>
          </p:nvSpPr>
          <p:spPr>
            <a:xfrm>
              <a:off x="9494750" y="2352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7" name="pt45627"/>
            <p:cNvSpPr/>
            <p:nvPr/>
          </p:nvSpPr>
          <p:spPr>
            <a:xfrm>
              <a:off x="8595298" y="2247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8" name="pt45628"/>
            <p:cNvSpPr/>
            <p:nvPr/>
          </p:nvSpPr>
          <p:spPr>
            <a:xfrm>
              <a:off x="8763400" y="2252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9" name="pt45629"/>
            <p:cNvSpPr/>
            <p:nvPr/>
          </p:nvSpPr>
          <p:spPr>
            <a:xfrm>
              <a:off x="9055774" y="1686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0" name="pt45630"/>
            <p:cNvSpPr/>
            <p:nvPr/>
          </p:nvSpPr>
          <p:spPr>
            <a:xfrm>
              <a:off x="8843532" y="2063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1" name="pt45631"/>
            <p:cNvSpPr/>
            <p:nvPr/>
          </p:nvSpPr>
          <p:spPr>
            <a:xfrm>
              <a:off x="9376059" y="2176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2" name="pt45632"/>
            <p:cNvSpPr/>
            <p:nvPr/>
          </p:nvSpPr>
          <p:spPr>
            <a:xfrm>
              <a:off x="8666631" y="2286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3" name="pt45633"/>
            <p:cNvSpPr/>
            <p:nvPr/>
          </p:nvSpPr>
          <p:spPr>
            <a:xfrm>
              <a:off x="8698707" y="2539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4" name="pt45634"/>
            <p:cNvSpPr/>
            <p:nvPr/>
          </p:nvSpPr>
          <p:spPr>
            <a:xfrm>
              <a:off x="8734011" y="2141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5" name="pt45635"/>
            <p:cNvSpPr/>
            <p:nvPr/>
          </p:nvSpPr>
          <p:spPr>
            <a:xfrm>
              <a:off x="8874891" y="1968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6" name="pt45636"/>
            <p:cNvSpPr/>
            <p:nvPr/>
          </p:nvSpPr>
          <p:spPr>
            <a:xfrm>
              <a:off x="9199436" y="2033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7" name="pt45637"/>
            <p:cNvSpPr/>
            <p:nvPr/>
          </p:nvSpPr>
          <p:spPr>
            <a:xfrm>
              <a:off x="9697445" y="1618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8" name="pt45638"/>
            <p:cNvSpPr/>
            <p:nvPr/>
          </p:nvSpPr>
          <p:spPr>
            <a:xfrm>
              <a:off x="9350114" y="2127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9" name="pt45639"/>
            <p:cNvSpPr/>
            <p:nvPr/>
          </p:nvSpPr>
          <p:spPr>
            <a:xfrm>
              <a:off x="9511026" y="2441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0" name="pt45640"/>
            <p:cNvSpPr/>
            <p:nvPr/>
          </p:nvSpPr>
          <p:spPr>
            <a:xfrm>
              <a:off x="8913428" y="2022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1" name="pt45641"/>
            <p:cNvSpPr/>
            <p:nvPr/>
          </p:nvSpPr>
          <p:spPr>
            <a:xfrm>
              <a:off x="8556041" y="2421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2" name="pt45642"/>
            <p:cNvSpPr/>
            <p:nvPr/>
          </p:nvSpPr>
          <p:spPr>
            <a:xfrm>
              <a:off x="8927288" y="1868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3" name="pt45643"/>
            <p:cNvSpPr/>
            <p:nvPr/>
          </p:nvSpPr>
          <p:spPr>
            <a:xfrm>
              <a:off x="9377920" y="2141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4" name="pt45644"/>
            <p:cNvSpPr/>
            <p:nvPr/>
          </p:nvSpPr>
          <p:spPr>
            <a:xfrm>
              <a:off x="9448910" y="2224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5" name="pt45645"/>
            <p:cNvSpPr/>
            <p:nvPr/>
          </p:nvSpPr>
          <p:spPr>
            <a:xfrm>
              <a:off x="8763400" y="2046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6" name="pt45646"/>
            <p:cNvSpPr/>
            <p:nvPr/>
          </p:nvSpPr>
          <p:spPr>
            <a:xfrm>
              <a:off x="9652594" y="2276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7" name="pt45647"/>
            <p:cNvSpPr/>
            <p:nvPr/>
          </p:nvSpPr>
          <p:spPr>
            <a:xfrm>
              <a:off x="9635986" y="2467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8" name="pt45648"/>
            <p:cNvSpPr/>
            <p:nvPr/>
          </p:nvSpPr>
          <p:spPr>
            <a:xfrm>
              <a:off x="9138300" y="2119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9" name="pt45649"/>
            <p:cNvSpPr/>
            <p:nvPr/>
          </p:nvSpPr>
          <p:spPr>
            <a:xfrm>
              <a:off x="8996835" y="2031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0" name="pt45650"/>
            <p:cNvSpPr/>
            <p:nvPr/>
          </p:nvSpPr>
          <p:spPr>
            <a:xfrm>
              <a:off x="8741831" y="2279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1" name="pt45651"/>
            <p:cNvSpPr/>
            <p:nvPr/>
          </p:nvSpPr>
          <p:spPr>
            <a:xfrm>
              <a:off x="9075206" y="2365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2" name="pt45652"/>
            <p:cNvSpPr/>
            <p:nvPr/>
          </p:nvSpPr>
          <p:spPr>
            <a:xfrm>
              <a:off x="8996835" y="1969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3" name="pt45653"/>
            <p:cNvSpPr/>
            <p:nvPr/>
          </p:nvSpPr>
          <p:spPr>
            <a:xfrm>
              <a:off x="9282477" y="2238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4" name="pt45654"/>
            <p:cNvSpPr/>
            <p:nvPr/>
          </p:nvSpPr>
          <p:spPr>
            <a:xfrm>
              <a:off x="8312152" y="2412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5" name="pt45655"/>
            <p:cNvSpPr/>
            <p:nvPr/>
          </p:nvSpPr>
          <p:spPr>
            <a:xfrm>
              <a:off x="8770040" y="1994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6" name="pt45656"/>
            <p:cNvSpPr/>
            <p:nvPr/>
          </p:nvSpPr>
          <p:spPr>
            <a:xfrm>
              <a:off x="8383485" y="2350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7" name="pt45657"/>
            <p:cNvSpPr/>
            <p:nvPr/>
          </p:nvSpPr>
          <p:spPr>
            <a:xfrm>
              <a:off x="8708219" y="2366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8" name="pt45658"/>
            <p:cNvSpPr/>
            <p:nvPr/>
          </p:nvSpPr>
          <p:spPr>
            <a:xfrm>
              <a:off x="9480986" y="1935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9" name="pt45659"/>
            <p:cNvSpPr/>
            <p:nvPr/>
          </p:nvSpPr>
          <p:spPr>
            <a:xfrm>
              <a:off x="8641456" y="2069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0" name="pt45660"/>
            <p:cNvSpPr/>
            <p:nvPr/>
          </p:nvSpPr>
          <p:spPr>
            <a:xfrm>
              <a:off x="9110510" y="1724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1" name="pt45661"/>
            <p:cNvSpPr/>
            <p:nvPr/>
          </p:nvSpPr>
          <p:spPr>
            <a:xfrm>
              <a:off x="9536594" y="1673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2" name="pt45662"/>
            <p:cNvSpPr/>
            <p:nvPr/>
          </p:nvSpPr>
          <p:spPr>
            <a:xfrm>
              <a:off x="8595298" y="2313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3" name="pt45663"/>
            <p:cNvSpPr/>
            <p:nvPr/>
          </p:nvSpPr>
          <p:spPr>
            <a:xfrm>
              <a:off x="9024978" y="2108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4" name="pt45664"/>
            <p:cNvSpPr/>
            <p:nvPr/>
          </p:nvSpPr>
          <p:spPr>
            <a:xfrm>
              <a:off x="9078622" y="1879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5" name="pt45665"/>
            <p:cNvSpPr/>
            <p:nvPr/>
          </p:nvSpPr>
          <p:spPr>
            <a:xfrm>
              <a:off x="8312152" y="2733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6" name="pt45666"/>
            <p:cNvSpPr/>
            <p:nvPr/>
          </p:nvSpPr>
          <p:spPr>
            <a:xfrm>
              <a:off x="8473354" y="2418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7" name="pt45667"/>
            <p:cNvSpPr/>
            <p:nvPr/>
          </p:nvSpPr>
          <p:spPr>
            <a:xfrm>
              <a:off x="8895213" y="2209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8" name="pt45668"/>
            <p:cNvSpPr/>
            <p:nvPr/>
          </p:nvSpPr>
          <p:spPr>
            <a:xfrm>
              <a:off x="9349631" y="215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9" name="pt45669"/>
            <p:cNvSpPr/>
            <p:nvPr/>
          </p:nvSpPr>
          <p:spPr>
            <a:xfrm>
              <a:off x="9530304" y="2434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0" name="pt45670"/>
            <p:cNvSpPr/>
            <p:nvPr/>
          </p:nvSpPr>
          <p:spPr>
            <a:xfrm>
              <a:off x="9121452" y="2065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1" name="pt45671"/>
            <p:cNvSpPr/>
            <p:nvPr/>
          </p:nvSpPr>
          <p:spPr>
            <a:xfrm>
              <a:off x="8770040" y="228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2" name="pt45672"/>
            <p:cNvSpPr/>
            <p:nvPr/>
          </p:nvSpPr>
          <p:spPr>
            <a:xfrm>
              <a:off x="9083077" y="172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3" name="pt45673"/>
            <p:cNvSpPr/>
            <p:nvPr/>
          </p:nvSpPr>
          <p:spPr>
            <a:xfrm>
              <a:off x="9065758" y="2064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4" name="pt45674"/>
            <p:cNvSpPr/>
            <p:nvPr/>
          </p:nvSpPr>
          <p:spPr>
            <a:xfrm>
              <a:off x="9078622" y="1779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5" name="pt45675"/>
            <p:cNvSpPr/>
            <p:nvPr/>
          </p:nvSpPr>
          <p:spPr>
            <a:xfrm>
              <a:off x="8734011" y="2220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6" name="pt45676"/>
            <p:cNvSpPr/>
            <p:nvPr/>
          </p:nvSpPr>
          <p:spPr>
            <a:xfrm>
              <a:off x="9119675" y="2100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7" name="pt45677"/>
            <p:cNvSpPr/>
            <p:nvPr/>
          </p:nvSpPr>
          <p:spPr>
            <a:xfrm>
              <a:off x="9285286" y="1756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8" name="pt45678"/>
            <p:cNvSpPr/>
            <p:nvPr/>
          </p:nvSpPr>
          <p:spPr>
            <a:xfrm>
              <a:off x="9345474" y="2245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9" name="pt45679"/>
            <p:cNvSpPr/>
            <p:nvPr/>
          </p:nvSpPr>
          <p:spPr>
            <a:xfrm>
              <a:off x="8871263" y="2092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0" name="pt45680"/>
            <p:cNvSpPr/>
            <p:nvPr/>
          </p:nvSpPr>
          <p:spPr>
            <a:xfrm>
              <a:off x="8612066" y="2163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1" name="pt45681"/>
            <p:cNvSpPr/>
            <p:nvPr/>
          </p:nvSpPr>
          <p:spPr>
            <a:xfrm>
              <a:off x="9007289" y="1794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2" name="pt45682"/>
            <p:cNvSpPr/>
            <p:nvPr/>
          </p:nvSpPr>
          <p:spPr>
            <a:xfrm>
              <a:off x="8839187" y="2207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3" name="pt45683"/>
            <p:cNvSpPr/>
            <p:nvPr/>
          </p:nvSpPr>
          <p:spPr>
            <a:xfrm>
              <a:off x="8776438" y="2023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4" name="pt45684"/>
            <p:cNvSpPr/>
            <p:nvPr/>
          </p:nvSpPr>
          <p:spPr>
            <a:xfrm>
              <a:off x="8627374" y="2125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5" name="pt45685"/>
            <p:cNvSpPr/>
            <p:nvPr/>
          </p:nvSpPr>
          <p:spPr>
            <a:xfrm>
              <a:off x="9433552" y="1861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6" name="pt45686"/>
            <p:cNvSpPr/>
            <p:nvPr/>
          </p:nvSpPr>
          <p:spPr>
            <a:xfrm>
              <a:off x="8830164" y="2123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7" name="pt45687"/>
            <p:cNvSpPr/>
            <p:nvPr/>
          </p:nvSpPr>
          <p:spPr>
            <a:xfrm>
              <a:off x="9075206" y="2233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8" name="pt45688"/>
            <p:cNvSpPr/>
            <p:nvPr/>
          </p:nvSpPr>
          <p:spPr>
            <a:xfrm>
              <a:off x="9303159" y="2089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9" name="pt45689"/>
            <p:cNvSpPr/>
            <p:nvPr/>
          </p:nvSpPr>
          <p:spPr>
            <a:xfrm>
              <a:off x="9310856" y="2035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0" name="pt45690"/>
            <p:cNvSpPr/>
            <p:nvPr/>
          </p:nvSpPr>
          <p:spPr>
            <a:xfrm>
              <a:off x="8888696" y="2188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1" name="pt45691"/>
            <p:cNvSpPr/>
            <p:nvPr/>
          </p:nvSpPr>
          <p:spPr>
            <a:xfrm>
              <a:off x="9509182" y="2505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2" name="pt45692"/>
            <p:cNvSpPr/>
            <p:nvPr/>
          </p:nvSpPr>
          <p:spPr>
            <a:xfrm>
              <a:off x="8839187" y="2078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3" name="pt45693"/>
            <p:cNvSpPr/>
            <p:nvPr/>
          </p:nvSpPr>
          <p:spPr>
            <a:xfrm>
              <a:off x="9051878" y="1786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4" name="pt45694"/>
            <p:cNvSpPr/>
            <p:nvPr/>
          </p:nvSpPr>
          <p:spPr>
            <a:xfrm>
              <a:off x="9603616" y="2404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5" name="pt45695"/>
            <p:cNvSpPr/>
            <p:nvPr/>
          </p:nvSpPr>
          <p:spPr>
            <a:xfrm>
              <a:off x="8698707" y="2209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6" name="pt45696"/>
            <p:cNvSpPr/>
            <p:nvPr/>
          </p:nvSpPr>
          <p:spPr>
            <a:xfrm>
              <a:off x="8383485" y="2528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7" name="pt45697"/>
            <p:cNvSpPr/>
            <p:nvPr/>
          </p:nvSpPr>
          <p:spPr>
            <a:xfrm>
              <a:off x="9121452" y="2086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8" name="pt45698"/>
            <p:cNvSpPr/>
            <p:nvPr/>
          </p:nvSpPr>
          <p:spPr>
            <a:xfrm>
              <a:off x="8993208" y="2132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9" name="pt45699"/>
            <p:cNvSpPr/>
            <p:nvPr/>
          </p:nvSpPr>
          <p:spPr>
            <a:xfrm>
              <a:off x="8977900" y="2277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0" name="pt45700"/>
            <p:cNvSpPr/>
            <p:nvPr/>
          </p:nvSpPr>
          <p:spPr>
            <a:xfrm>
              <a:off x="8595298" y="2395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1" name="pt45701"/>
            <p:cNvSpPr/>
            <p:nvPr/>
          </p:nvSpPr>
          <p:spPr>
            <a:xfrm>
              <a:off x="9168491" y="2157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2" name="pt45702"/>
            <p:cNvSpPr/>
            <p:nvPr/>
          </p:nvSpPr>
          <p:spPr>
            <a:xfrm>
              <a:off x="9064541" y="165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3" name="pt45703"/>
            <p:cNvSpPr/>
            <p:nvPr/>
          </p:nvSpPr>
          <p:spPr>
            <a:xfrm>
              <a:off x="8473354" y="2325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4" name="pt45704"/>
            <p:cNvSpPr/>
            <p:nvPr/>
          </p:nvSpPr>
          <p:spPr>
            <a:xfrm>
              <a:off x="8641456" y="2128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5" name="pt45705"/>
            <p:cNvSpPr/>
            <p:nvPr/>
          </p:nvSpPr>
          <p:spPr>
            <a:xfrm>
              <a:off x="8947416" y="2024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6" name="pt45706"/>
            <p:cNvSpPr/>
            <p:nvPr/>
          </p:nvSpPr>
          <p:spPr>
            <a:xfrm>
              <a:off x="8698707" y="2566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7" name="pt45707"/>
            <p:cNvSpPr/>
            <p:nvPr/>
          </p:nvSpPr>
          <p:spPr>
            <a:xfrm>
              <a:off x="9275251" y="1998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8" name="pt45708"/>
            <p:cNvSpPr/>
            <p:nvPr/>
          </p:nvSpPr>
          <p:spPr>
            <a:xfrm>
              <a:off x="9464046" y="2001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9" name="pt45709"/>
            <p:cNvSpPr/>
            <p:nvPr/>
          </p:nvSpPr>
          <p:spPr>
            <a:xfrm>
              <a:off x="9612243" y="2295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0" name="pt45710"/>
            <p:cNvSpPr/>
            <p:nvPr/>
          </p:nvSpPr>
          <p:spPr>
            <a:xfrm>
              <a:off x="8741831" y="2299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1" name="pt45711"/>
            <p:cNvSpPr/>
            <p:nvPr/>
          </p:nvSpPr>
          <p:spPr>
            <a:xfrm>
              <a:off x="9260646" y="2075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2" name="pt45712"/>
            <p:cNvSpPr/>
            <p:nvPr/>
          </p:nvSpPr>
          <p:spPr>
            <a:xfrm>
              <a:off x="9785747" y="2717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3" name="pt45713"/>
            <p:cNvSpPr/>
            <p:nvPr/>
          </p:nvSpPr>
          <p:spPr>
            <a:xfrm>
              <a:off x="9008973" y="1797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4" name="pt45714"/>
            <p:cNvSpPr/>
            <p:nvPr/>
          </p:nvSpPr>
          <p:spPr>
            <a:xfrm>
              <a:off x="8947416" y="1912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5" name="pt45715"/>
            <p:cNvSpPr/>
            <p:nvPr/>
          </p:nvSpPr>
          <p:spPr>
            <a:xfrm>
              <a:off x="9568642" y="2240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6" name="pt45716"/>
            <p:cNvSpPr/>
            <p:nvPr/>
          </p:nvSpPr>
          <p:spPr>
            <a:xfrm>
              <a:off x="9218764" y="1874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7" name="pt45717"/>
            <p:cNvSpPr/>
            <p:nvPr/>
          </p:nvSpPr>
          <p:spPr>
            <a:xfrm>
              <a:off x="8666631" y="2376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8" name="pt45718"/>
            <p:cNvSpPr/>
            <p:nvPr/>
          </p:nvSpPr>
          <p:spPr>
            <a:xfrm>
              <a:off x="8956678" y="1830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9" name="pt45719"/>
            <p:cNvSpPr/>
            <p:nvPr/>
          </p:nvSpPr>
          <p:spPr>
            <a:xfrm>
              <a:off x="8965476" y="2064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0" name="pt45720"/>
            <p:cNvSpPr/>
            <p:nvPr/>
          </p:nvSpPr>
          <p:spPr>
            <a:xfrm>
              <a:off x="9697445" y="1795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1" name="pt45721"/>
            <p:cNvSpPr/>
            <p:nvPr/>
          </p:nvSpPr>
          <p:spPr>
            <a:xfrm>
              <a:off x="8383485" y="2453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2" name="pt45722"/>
            <p:cNvSpPr/>
            <p:nvPr/>
          </p:nvSpPr>
          <p:spPr>
            <a:xfrm>
              <a:off x="8677986" y="2332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3" name="pt45723"/>
            <p:cNvSpPr/>
            <p:nvPr/>
          </p:nvSpPr>
          <p:spPr>
            <a:xfrm>
              <a:off x="9045188" y="1916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4" name="pt45724"/>
            <p:cNvSpPr/>
            <p:nvPr/>
          </p:nvSpPr>
          <p:spPr>
            <a:xfrm>
              <a:off x="8965476" y="2042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5" name="pt45725"/>
            <p:cNvSpPr/>
            <p:nvPr/>
          </p:nvSpPr>
          <p:spPr>
            <a:xfrm>
              <a:off x="8867559" y="2066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6" name="pt45726"/>
            <p:cNvSpPr/>
            <p:nvPr/>
          </p:nvSpPr>
          <p:spPr>
            <a:xfrm>
              <a:off x="8989504" y="215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7" name="pt45727"/>
            <p:cNvSpPr/>
            <p:nvPr/>
          </p:nvSpPr>
          <p:spPr>
            <a:xfrm>
              <a:off x="9349631" y="2084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8" name="pt45728"/>
            <p:cNvSpPr/>
            <p:nvPr/>
          </p:nvSpPr>
          <p:spPr>
            <a:xfrm>
              <a:off x="8312152" y="2416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9" name="pt45729"/>
            <p:cNvSpPr/>
            <p:nvPr/>
          </p:nvSpPr>
          <p:spPr>
            <a:xfrm>
              <a:off x="9106706" y="2150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0" name="pt45730"/>
            <p:cNvSpPr/>
            <p:nvPr/>
          </p:nvSpPr>
          <p:spPr>
            <a:xfrm>
              <a:off x="9724502" y="2232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1" name="pt45731"/>
            <p:cNvSpPr/>
            <p:nvPr/>
          </p:nvSpPr>
          <p:spPr>
            <a:xfrm>
              <a:off x="9028011" y="1757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2" name="pt45732"/>
            <p:cNvSpPr/>
            <p:nvPr/>
          </p:nvSpPr>
          <p:spPr>
            <a:xfrm>
              <a:off x="8973855" y="2119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3" name="pt45733"/>
            <p:cNvSpPr/>
            <p:nvPr/>
          </p:nvSpPr>
          <p:spPr>
            <a:xfrm>
              <a:off x="9051878" y="1831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4" name="pt45734"/>
            <p:cNvSpPr/>
            <p:nvPr/>
          </p:nvSpPr>
          <p:spPr>
            <a:xfrm>
              <a:off x="9070546" y="2186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5" name="pt45735"/>
            <p:cNvSpPr/>
            <p:nvPr/>
          </p:nvSpPr>
          <p:spPr>
            <a:xfrm>
              <a:off x="8741831" y="2214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6" name="pt45736"/>
            <p:cNvSpPr/>
            <p:nvPr/>
          </p:nvSpPr>
          <p:spPr>
            <a:xfrm>
              <a:off x="9647779" y="2142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7" name="pt45737"/>
            <p:cNvSpPr/>
            <p:nvPr/>
          </p:nvSpPr>
          <p:spPr>
            <a:xfrm>
              <a:off x="8975889" y="2107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8" name="pt45738"/>
            <p:cNvSpPr/>
            <p:nvPr/>
          </p:nvSpPr>
          <p:spPr>
            <a:xfrm>
              <a:off x="8921875" y="2102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9" name="pt45739"/>
            <p:cNvSpPr/>
            <p:nvPr/>
          </p:nvSpPr>
          <p:spPr>
            <a:xfrm>
              <a:off x="9075206" y="2356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0" name="pt45740"/>
            <p:cNvSpPr/>
            <p:nvPr/>
          </p:nvSpPr>
          <p:spPr>
            <a:xfrm>
              <a:off x="9500379" y="2443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1" name="pt45741"/>
            <p:cNvSpPr/>
            <p:nvPr/>
          </p:nvSpPr>
          <p:spPr>
            <a:xfrm>
              <a:off x="9530304" y="2526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2" name="pt45742"/>
            <p:cNvSpPr/>
            <p:nvPr/>
          </p:nvSpPr>
          <p:spPr>
            <a:xfrm>
              <a:off x="8505430" y="240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3" name="pt45743"/>
            <p:cNvSpPr/>
            <p:nvPr/>
          </p:nvSpPr>
          <p:spPr>
            <a:xfrm>
              <a:off x="8782612" y="225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4" name="pt45744"/>
            <p:cNvSpPr/>
            <p:nvPr/>
          </p:nvSpPr>
          <p:spPr>
            <a:xfrm>
              <a:off x="8641456" y="2070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5" name="pt45745"/>
            <p:cNvSpPr/>
            <p:nvPr/>
          </p:nvSpPr>
          <p:spPr>
            <a:xfrm>
              <a:off x="8434097" y="2496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6" name="pt45746"/>
            <p:cNvSpPr/>
            <p:nvPr/>
          </p:nvSpPr>
          <p:spPr>
            <a:xfrm>
              <a:off x="8641456" y="2258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7" name="pt45747"/>
            <p:cNvSpPr/>
            <p:nvPr/>
          </p:nvSpPr>
          <p:spPr>
            <a:xfrm>
              <a:off x="9603616" y="2209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8" name="pt45748"/>
            <p:cNvSpPr/>
            <p:nvPr/>
          </p:nvSpPr>
          <p:spPr>
            <a:xfrm>
              <a:off x="9117880" y="2031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9" name="pt45749"/>
            <p:cNvSpPr/>
            <p:nvPr/>
          </p:nvSpPr>
          <p:spPr>
            <a:xfrm>
              <a:off x="9124084" y="2098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0" name="pt45750"/>
            <p:cNvSpPr/>
            <p:nvPr/>
          </p:nvSpPr>
          <p:spPr>
            <a:xfrm>
              <a:off x="8898383" y="2057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1" name="pt45751"/>
            <p:cNvSpPr/>
            <p:nvPr/>
          </p:nvSpPr>
          <p:spPr>
            <a:xfrm>
              <a:off x="8874891" y="2251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2" name="pt45752"/>
            <p:cNvSpPr/>
            <p:nvPr/>
          </p:nvSpPr>
          <p:spPr>
            <a:xfrm>
              <a:off x="8312152" y="2163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3" name="pt45753"/>
            <p:cNvSpPr/>
            <p:nvPr/>
          </p:nvSpPr>
          <p:spPr>
            <a:xfrm>
              <a:off x="9117880" y="2081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4" name="pt45754"/>
            <p:cNvSpPr/>
            <p:nvPr/>
          </p:nvSpPr>
          <p:spPr>
            <a:xfrm>
              <a:off x="8654494" y="2442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5" name="pt45755"/>
            <p:cNvSpPr/>
            <p:nvPr/>
          </p:nvSpPr>
          <p:spPr>
            <a:xfrm>
              <a:off x="9346461" y="2138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6" name="pt45756"/>
            <p:cNvSpPr/>
            <p:nvPr/>
          </p:nvSpPr>
          <p:spPr>
            <a:xfrm>
              <a:off x="8927288" y="1933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7" name="pt45757"/>
            <p:cNvSpPr/>
            <p:nvPr/>
          </p:nvSpPr>
          <p:spPr>
            <a:xfrm>
              <a:off x="8867559" y="2070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8" name="pt45758"/>
            <p:cNvSpPr/>
            <p:nvPr/>
          </p:nvSpPr>
          <p:spPr>
            <a:xfrm>
              <a:off x="8921875" y="208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9" name="pt45759"/>
            <p:cNvSpPr/>
            <p:nvPr/>
          </p:nvSpPr>
          <p:spPr>
            <a:xfrm>
              <a:off x="8434097" y="2425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0" name="pt45760"/>
            <p:cNvSpPr/>
            <p:nvPr/>
          </p:nvSpPr>
          <p:spPr>
            <a:xfrm>
              <a:off x="8677986" y="233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1" name="pt45761"/>
            <p:cNvSpPr/>
            <p:nvPr/>
          </p:nvSpPr>
          <p:spPr>
            <a:xfrm>
              <a:off x="8383485" y="2252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2" name="pt45762"/>
            <p:cNvSpPr/>
            <p:nvPr/>
          </p:nvSpPr>
          <p:spPr>
            <a:xfrm>
              <a:off x="8825472" y="2046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3" name="pt45763"/>
            <p:cNvSpPr/>
            <p:nvPr/>
          </p:nvSpPr>
          <p:spPr>
            <a:xfrm>
              <a:off x="8947416" y="1996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4" name="pt45764"/>
            <p:cNvSpPr/>
            <p:nvPr/>
          </p:nvSpPr>
          <p:spPr>
            <a:xfrm>
              <a:off x="9548926" y="1761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5" name="pt45765"/>
            <p:cNvSpPr/>
            <p:nvPr/>
          </p:nvSpPr>
          <p:spPr>
            <a:xfrm>
              <a:off x="8979888" y="2213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6" name="pt45766"/>
            <p:cNvSpPr/>
            <p:nvPr/>
          </p:nvSpPr>
          <p:spPr>
            <a:xfrm>
              <a:off x="8788576" y="2321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7" name="pt45767"/>
            <p:cNvSpPr/>
            <p:nvPr/>
          </p:nvSpPr>
          <p:spPr>
            <a:xfrm>
              <a:off x="8932540" y="1997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8" name="pt45768"/>
            <p:cNvSpPr/>
            <p:nvPr/>
          </p:nvSpPr>
          <p:spPr>
            <a:xfrm>
              <a:off x="9265000" y="2066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9" name="pt45769"/>
            <p:cNvSpPr/>
            <p:nvPr/>
          </p:nvSpPr>
          <p:spPr>
            <a:xfrm>
              <a:off x="8688651" y="2552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0" name="pt45770"/>
            <p:cNvSpPr/>
            <p:nvPr/>
          </p:nvSpPr>
          <p:spPr>
            <a:xfrm>
              <a:off x="8505430" y="2434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1" name="pt45771"/>
            <p:cNvSpPr/>
            <p:nvPr/>
          </p:nvSpPr>
          <p:spPr>
            <a:xfrm>
              <a:off x="8839187" y="2128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2" name="pt45772"/>
            <p:cNvSpPr/>
            <p:nvPr/>
          </p:nvSpPr>
          <p:spPr>
            <a:xfrm>
              <a:off x="8891985" y="2218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3" name="pt45773"/>
            <p:cNvSpPr/>
            <p:nvPr/>
          </p:nvSpPr>
          <p:spPr>
            <a:xfrm>
              <a:off x="9607397" y="2247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4" name="pt45774"/>
            <p:cNvSpPr/>
            <p:nvPr/>
          </p:nvSpPr>
          <p:spPr>
            <a:xfrm>
              <a:off x="8956678" y="1871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5" name="pt45775"/>
            <p:cNvSpPr/>
            <p:nvPr/>
          </p:nvSpPr>
          <p:spPr>
            <a:xfrm>
              <a:off x="9168491" y="2138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6" name="pt45776"/>
            <p:cNvSpPr/>
            <p:nvPr/>
          </p:nvSpPr>
          <p:spPr>
            <a:xfrm>
              <a:off x="8847771" y="203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7" name="pt45777"/>
            <p:cNvSpPr/>
            <p:nvPr/>
          </p:nvSpPr>
          <p:spPr>
            <a:xfrm>
              <a:off x="9785747" y="2538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8" name="pt45778"/>
            <p:cNvSpPr/>
            <p:nvPr/>
          </p:nvSpPr>
          <p:spPr>
            <a:xfrm>
              <a:off x="9347687" y="2204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9" name="pt45779"/>
            <p:cNvSpPr/>
            <p:nvPr/>
          </p:nvSpPr>
          <p:spPr>
            <a:xfrm>
              <a:off x="8782612" y="2195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0" name="pt45780"/>
            <p:cNvSpPr/>
            <p:nvPr/>
          </p:nvSpPr>
          <p:spPr>
            <a:xfrm>
              <a:off x="8505430" y="2414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1" name="pt45781"/>
            <p:cNvSpPr/>
            <p:nvPr/>
          </p:nvSpPr>
          <p:spPr>
            <a:xfrm>
              <a:off x="8763400" y="2052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2" name="pt45782"/>
            <p:cNvSpPr/>
            <p:nvPr/>
          </p:nvSpPr>
          <p:spPr>
            <a:xfrm>
              <a:off x="9205570" y="2256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3" name="pt45783"/>
            <p:cNvSpPr/>
            <p:nvPr/>
          </p:nvSpPr>
          <p:spPr>
            <a:xfrm>
              <a:off x="8904556" y="205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4" name="pt45784"/>
            <p:cNvSpPr/>
            <p:nvPr/>
          </p:nvSpPr>
          <p:spPr>
            <a:xfrm>
              <a:off x="8708219" y="2361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5" name="pt45785"/>
            <p:cNvSpPr/>
            <p:nvPr/>
          </p:nvSpPr>
          <p:spPr>
            <a:xfrm>
              <a:off x="9381988" y="2124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6" name="pt45786"/>
            <p:cNvSpPr/>
            <p:nvPr/>
          </p:nvSpPr>
          <p:spPr>
            <a:xfrm>
              <a:off x="9350114" y="2131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7" name="pt45787"/>
            <p:cNvSpPr/>
            <p:nvPr/>
          </p:nvSpPr>
          <p:spPr>
            <a:xfrm>
              <a:off x="8947416" y="2027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8" name="pt45788"/>
            <p:cNvSpPr/>
            <p:nvPr/>
          </p:nvSpPr>
          <p:spPr>
            <a:xfrm>
              <a:off x="9146922" y="1977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9" name="pt45789"/>
            <p:cNvSpPr/>
            <p:nvPr/>
          </p:nvSpPr>
          <p:spPr>
            <a:xfrm>
              <a:off x="8654494" y="250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0" name="pt45790"/>
            <p:cNvSpPr/>
            <p:nvPr/>
          </p:nvSpPr>
          <p:spPr>
            <a:xfrm>
              <a:off x="8688651" y="2401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1" name="pt45791"/>
            <p:cNvSpPr/>
            <p:nvPr/>
          </p:nvSpPr>
          <p:spPr>
            <a:xfrm>
              <a:off x="8904556" y="2031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2" name="pt45792"/>
            <p:cNvSpPr/>
            <p:nvPr/>
          </p:nvSpPr>
          <p:spPr>
            <a:xfrm>
              <a:off x="8505430" y="2436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3" name="pt45793"/>
            <p:cNvSpPr/>
            <p:nvPr/>
          </p:nvSpPr>
          <p:spPr>
            <a:xfrm>
              <a:off x="9311758" y="1965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4" name="pt45794"/>
            <p:cNvSpPr/>
            <p:nvPr/>
          </p:nvSpPr>
          <p:spPr>
            <a:xfrm>
              <a:off x="8505430" y="2516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5" name="pt45795"/>
            <p:cNvSpPr/>
            <p:nvPr/>
          </p:nvSpPr>
          <p:spPr>
            <a:xfrm>
              <a:off x="9055774" y="1830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6" name="pt45796"/>
            <p:cNvSpPr/>
            <p:nvPr/>
          </p:nvSpPr>
          <p:spPr>
            <a:xfrm>
              <a:off x="8312152" y="2520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7" name="pt45797"/>
            <p:cNvSpPr/>
            <p:nvPr/>
          </p:nvSpPr>
          <p:spPr>
            <a:xfrm>
              <a:off x="8874891" y="1999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8" name="pt45798"/>
            <p:cNvSpPr/>
            <p:nvPr/>
          </p:nvSpPr>
          <p:spPr>
            <a:xfrm>
              <a:off x="8904556" y="1969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9" name="pt45799"/>
            <p:cNvSpPr/>
            <p:nvPr/>
          </p:nvSpPr>
          <p:spPr>
            <a:xfrm>
              <a:off x="9376059" y="2095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0" name="pt45800"/>
            <p:cNvSpPr/>
            <p:nvPr/>
          </p:nvSpPr>
          <p:spPr>
            <a:xfrm>
              <a:off x="8881929" y="217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1" name="pt45801"/>
            <p:cNvSpPr/>
            <p:nvPr/>
          </p:nvSpPr>
          <p:spPr>
            <a:xfrm>
              <a:off x="9087421" y="1972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2" name="pt45802"/>
            <p:cNvSpPr/>
            <p:nvPr/>
          </p:nvSpPr>
          <p:spPr>
            <a:xfrm>
              <a:off x="9035373" y="1651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3" name="pt45803"/>
            <p:cNvSpPr/>
            <p:nvPr/>
          </p:nvSpPr>
          <p:spPr>
            <a:xfrm>
              <a:off x="9107665" y="1989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4" name="pt45804"/>
            <p:cNvSpPr/>
            <p:nvPr/>
          </p:nvSpPr>
          <p:spPr>
            <a:xfrm>
              <a:off x="8434097" y="2268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5" name="pt45805"/>
            <p:cNvSpPr/>
            <p:nvPr/>
          </p:nvSpPr>
          <p:spPr>
            <a:xfrm>
              <a:off x="8556041" y="2410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6" name="pt45806"/>
            <p:cNvSpPr/>
            <p:nvPr/>
          </p:nvSpPr>
          <p:spPr>
            <a:xfrm>
              <a:off x="8839187" y="2231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7" name="pt45807"/>
            <p:cNvSpPr/>
            <p:nvPr/>
          </p:nvSpPr>
          <p:spPr>
            <a:xfrm>
              <a:off x="8312152" y="2396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8" name="pt45808"/>
            <p:cNvSpPr/>
            <p:nvPr/>
          </p:nvSpPr>
          <p:spPr>
            <a:xfrm>
              <a:off x="9349631" y="2243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9" name="pt45809"/>
            <p:cNvSpPr/>
            <p:nvPr/>
          </p:nvSpPr>
          <p:spPr>
            <a:xfrm>
              <a:off x="8532549" y="2439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0" name="pt45810"/>
            <p:cNvSpPr/>
            <p:nvPr/>
          </p:nvSpPr>
          <p:spPr>
            <a:xfrm>
              <a:off x="8971798" y="2142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1" name="pt45811"/>
            <p:cNvSpPr/>
            <p:nvPr/>
          </p:nvSpPr>
          <p:spPr>
            <a:xfrm>
              <a:off x="8312152" y="238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2" name="pt45812"/>
            <p:cNvSpPr/>
            <p:nvPr/>
          </p:nvSpPr>
          <p:spPr>
            <a:xfrm>
              <a:off x="9045188" y="2093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3" name="pt45813"/>
            <p:cNvSpPr/>
            <p:nvPr/>
          </p:nvSpPr>
          <p:spPr>
            <a:xfrm>
              <a:off x="8881929" y="2118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4" name="pt45814"/>
            <p:cNvSpPr/>
            <p:nvPr/>
          </p:nvSpPr>
          <p:spPr>
            <a:xfrm>
              <a:off x="8867559" y="2092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5" name="pt45815"/>
            <p:cNvSpPr/>
            <p:nvPr/>
          </p:nvSpPr>
          <p:spPr>
            <a:xfrm>
              <a:off x="8434097" y="2337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6" name="pt45816"/>
            <p:cNvSpPr/>
            <p:nvPr/>
          </p:nvSpPr>
          <p:spPr>
            <a:xfrm>
              <a:off x="8935109" y="2151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7" name="pt45817"/>
            <p:cNvSpPr/>
            <p:nvPr/>
          </p:nvSpPr>
          <p:spPr>
            <a:xfrm>
              <a:off x="8556041" y="2426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8" name="pt45818"/>
            <p:cNvSpPr/>
            <p:nvPr/>
          </p:nvSpPr>
          <p:spPr>
            <a:xfrm>
              <a:off x="9051878" y="176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9" name="pt45819"/>
            <p:cNvSpPr/>
            <p:nvPr/>
          </p:nvSpPr>
          <p:spPr>
            <a:xfrm>
              <a:off x="9121452" y="2211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0" name="pt45820"/>
            <p:cNvSpPr/>
            <p:nvPr/>
          </p:nvSpPr>
          <p:spPr>
            <a:xfrm>
              <a:off x="9045188" y="1895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1" name="pt45821"/>
            <p:cNvSpPr/>
            <p:nvPr/>
          </p:nvSpPr>
          <p:spPr>
            <a:xfrm>
              <a:off x="8677986" y="2397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2" name="pt45822"/>
            <p:cNvSpPr/>
            <p:nvPr/>
          </p:nvSpPr>
          <p:spPr>
            <a:xfrm>
              <a:off x="8641456" y="2013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3" name="pt45823"/>
            <p:cNvSpPr/>
            <p:nvPr/>
          </p:nvSpPr>
          <p:spPr>
            <a:xfrm>
              <a:off x="8881929" y="2189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4" name="pt45824"/>
            <p:cNvSpPr/>
            <p:nvPr/>
          </p:nvSpPr>
          <p:spPr>
            <a:xfrm>
              <a:off x="9045188" y="1897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5" name="pt45825"/>
            <p:cNvSpPr/>
            <p:nvPr/>
          </p:nvSpPr>
          <p:spPr>
            <a:xfrm>
              <a:off x="8904556" y="2056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6" name="pt45826"/>
            <p:cNvSpPr/>
            <p:nvPr/>
          </p:nvSpPr>
          <p:spPr>
            <a:xfrm>
              <a:off x="9881517" y="2503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7" name="pt45827"/>
            <p:cNvSpPr/>
            <p:nvPr/>
          </p:nvSpPr>
          <p:spPr>
            <a:xfrm>
              <a:off x="8473354" y="2219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8" name="pt45828"/>
            <p:cNvSpPr/>
            <p:nvPr/>
          </p:nvSpPr>
          <p:spPr>
            <a:xfrm>
              <a:off x="8473354" y="2347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9" name="pt45829"/>
            <p:cNvSpPr/>
            <p:nvPr/>
          </p:nvSpPr>
          <p:spPr>
            <a:xfrm>
              <a:off x="9188912" y="1880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0" name="pt45830"/>
            <p:cNvSpPr/>
            <p:nvPr/>
          </p:nvSpPr>
          <p:spPr>
            <a:xfrm>
              <a:off x="9332911" y="2179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1" name="pt45831"/>
            <p:cNvSpPr/>
            <p:nvPr/>
          </p:nvSpPr>
          <p:spPr>
            <a:xfrm>
              <a:off x="9509182" y="2405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2" name="pt45832"/>
            <p:cNvSpPr/>
            <p:nvPr/>
          </p:nvSpPr>
          <p:spPr>
            <a:xfrm>
              <a:off x="8961132" y="2078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3" name="pt45833"/>
            <p:cNvSpPr/>
            <p:nvPr/>
          </p:nvSpPr>
          <p:spPr>
            <a:xfrm>
              <a:off x="9452717" y="2079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4" name="pt45834"/>
            <p:cNvSpPr/>
            <p:nvPr/>
          </p:nvSpPr>
          <p:spPr>
            <a:xfrm>
              <a:off x="9175781" y="2096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5" name="pt45835"/>
            <p:cNvSpPr/>
            <p:nvPr/>
          </p:nvSpPr>
          <p:spPr>
            <a:xfrm>
              <a:off x="9143835" y="2060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6" name="pt45836"/>
            <p:cNvSpPr/>
            <p:nvPr/>
          </p:nvSpPr>
          <p:spPr>
            <a:xfrm>
              <a:off x="9091660" y="2038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7" name="pt45837"/>
            <p:cNvSpPr/>
            <p:nvPr/>
          </p:nvSpPr>
          <p:spPr>
            <a:xfrm>
              <a:off x="8383485" y="2231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8" name="pt45838"/>
            <p:cNvSpPr/>
            <p:nvPr/>
          </p:nvSpPr>
          <p:spPr>
            <a:xfrm>
              <a:off x="8963317" y="2027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9" name="pt45839"/>
            <p:cNvSpPr/>
            <p:nvPr/>
          </p:nvSpPr>
          <p:spPr>
            <a:xfrm>
              <a:off x="8383485" y="2258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0" name="pt45840"/>
            <p:cNvSpPr/>
            <p:nvPr/>
          </p:nvSpPr>
          <p:spPr>
            <a:xfrm>
              <a:off x="8473354" y="2314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1" name="pt45841"/>
            <p:cNvSpPr/>
            <p:nvPr/>
          </p:nvSpPr>
          <p:spPr>
            <a:xfrm>
              <a:off x="8677986" y="2329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2" name="pt45842"/>
            <p:cNvSpPr/>
            <p:nvPr/>
          </p:nvSpPr>
          <p:spPr>
            <a:xfrm>
              <a:off x="8741831" y="2211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3" name="pt45843"/>
            <p:cNvSpPr/>
            <p:nvPr/>
          </p:nvSpPr>
          <p:spPr>
            <a:xfrm>
              <a:off x="8830164" y="2145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4" name="pt45844"/>
            <p:cNvSpPr/>
            <p:nvPr/>
          </p:nvSpPr>
          <p:spPr>
            <a:xfrm>
              <a:off x="9275251" y="2036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5" name="pt45845"/>
            <p:cNvSpPr/>
            <p:nvPr/>
          </p:nvSpPr>
          <p:spPr>
            <a:xfrm>
              <a:off x="9285982" y="1914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6" name="pt45846"/>
            <p:cNvSpPr/>
            <p:nvPr/>
          </p:nvSpPr>
          <p:spPr>
            <a:xfrm>
              <a:off x="9035373" y="1402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7" name="pt45847"/>
            <p:cNvSpPr/>
            <p:nvPr/>
          </p:nvSpPr>
          <p:spPr>
            <a:xfrm>
              <a:off x="8996835" y="1958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8" name="pt45848"/>
            <p:cNvSpPr/>
            <p:nvPr/>
          </p:nvSpPr>
          <p:spPr>
            <a:xfrm>
              <a:off x="9238466" y="1915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9" name="pt45849"/>
            <p:cNvSpPr/>
            <p:nvPr/>
          </p:nvSpPr>
          <p:spPr>
            <a:xfrm>
              <a:off x="8556041" y="2650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0" name="pt45850"/>
            <p:cNvSpPr/>
            <p:nvPr/>
          </p:nvSpPr>
          <p:spPr>
            <a:xfrm>
              <a:off x="9697445" y="1794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1" name="pt45851"/>
            <p:cNvSpPr/>
            <p:nvPr/>
          </p:nvSpPr>
          <p:spPr>
            <a:xfrm>
              <a:off x="8996835" y="1921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2" name="pt45852"/>
            <p:cNvSpPr/>
            <p:nvPr/>
          </p:nvSpPr>
          <p:spPr>
            <a:xfrm>
              <a:off x="8794345" y="1970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3" name="pt45853"/>
            <p:cNvSpPr/>
            <p:nvPr/>
          </p:nvSpPr>
          <p:spPr>
            <a:xfrm>
              <a:off x="9066967" y="2159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4" name="pt45854"/>
            <p:cNvSpPr/>
            <p:nvPr/>
          </p:nvSpPr>
          <p:spPr>
            <a:xfrm>
              <a:off x="8612066" y="2225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5" name="pt45855"/>
            <p:cNvSpPr/>
            <p:nvPr/>
          </p:nvSpPr>
          <p:spPr>
            <a:xfrm>
              <a:off x="8717243" y="2244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6" name="pt45856"/>
            <p:cNvSpPr/>
            <p:nvPr/>
          </p:nvSpPr>
          <p:spPr>
            <a:xfrm>
              <a:off x="8383485" y="2408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7" name="pt45857"/>
            <p:cNvSpPr/>
            <p:nvPr/>
          </p:nvSpPr>
          <p:spPr>
            <a:xfrm>
              <a:off x="8654494" y="2351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8" name="pt45858"/>
            <p:cNvSpPr/>
            <p:nvPr/>
          </p:nvSpPr>
          <p:spPr>
            <a:xfrm>
              <a:off x="8947416" y="1977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9" name="pt45859"/>
            <p:cNvSpPr/>
            <p:nvPr/>
          </p:nvSpPr>
          <p:spPr>
            <a:xfrm>
              <a:off x="8708219" y="2375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0" name="pt45860"/>
            <p:cNvSpPr/>
            <p:nvPr/>
          </p:nvSpPr>
          <p:spPr>
            <a:xfrm>
              <a:off x="8505430" y="2246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1" name="pt45861"/>
            <p:cNvSpPr/>
            <p:nvPr/>
          </p:nvSpPr>
          <p:spPr>
            <a:xfrm>
              <a:off x="8855955" y="2001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2" name="pt45862"/>
            <p:cNvSpPr/>
            <p:nvPr/>
          </p:nvSpPr>
          <p:spPr>
            <a:xfrm>
              <a:off x="8473354" y="2369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3" name="pt45863"/>
            <p:cNvSpPr/>
            <p:nvPr/>
          </p:nvSpPr>
          <p:spPr>
            <a:xfrm>
              <a:off x="9162993" y="2096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4" name="pt45864"/>
            <p:cNvSpPr/>
            <p:nvPr/>
          </p:nvSpPr>
          <p:spPr>
            <a:xfrm>
              <a:off x="8312152" y="2482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5" name="pt45865"/>
            <p:cNvSpPr/>
            <p:nvPr/>
          </p:nvSpPr>
          <p:spPr>
            <a:xfrm>
              <a:off x="9347687" y="2077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6" name="pt45866"/>
            <p:cNvSpPr/>
            <p:nvPr/>
          </p:nvSpPr>
          <p:spPr>
            <a:xfrm>
              <a:off x="9051878" y="1736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7" name="pt45867"/>
            <p:cNvSpPr/>
            <p:nvPr/>
          </p:nvSpPr>
          <p:spPr>
            <a:xfrm>
              <a:off x="8741831" y="2161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8" name="pt45868"/>
            <p:cNvSpPr/>
            <p:nvPr/>
          </p:nvSpPr>
          <p:spPr>
            <a:xfrm>
              <a:off x="8956678" y="1924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9" name="pt45869"/>
            <p:cNvSpPr/>
            <p:nvPr/>
          </p:nvSpPr>
          <p:spPr>
            <a:xfrm>
              <a:off x="8505430" y="2355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0" name="pt45870"/>
            <p:cNvSpPr/>
            <p:nvPr/>
          </p:nvSpPr>
          <p:spPr>
            <a:xfrm>
              <a:off x="8977900" y="2209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1" name="pt45871"/>
            <p:cNvSpPr/>
            <p:nvPr/>
          </p:nvSpPr>
          <p:spPr>
            <a:xfrm>
              <a:off x="8556041" y="2433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2" name="pt45872"/>
            <p:cNvSpPr/>
            <p:nvPr/>
          </p:nvSpPr>
          <p:spPr>
            <a:xfrm>
              <a:off x="9378331" y="2124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3" name="pt45873"/>
            <p:cNvSpPr/>
            <p:nvPr/>
          </p:nvSpPr>
          <p:spPr>
            <a:xfrm>
              <a:off x="8666631" y="2220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4" name="pt45874"/>
            <p:cNvSpPr/>
            <p:nvPr/>
          </p:nvSpPr>
          <p:spPr>
            <a:xfrm>
              <a:off x="8383485" y="2366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5" name="pt45875"/>
            <p:cNvSpPr/>
            <p:nvPr/>
          </p:nvSpPr>
          <p:spPr>
            <a:xfrm>
              <a:off x="8473354" y="232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6" name="pt45876"/>
            <p:cNvSpPr/>
            <p:nvPr/>
          </p:nvSpPr>
          <p:spPr>
            <a:xfrm>
              <a:off x="8627374" y="2260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7" name="pt45877"/>
            <p:cNvSpPr/>
            <p:nvPr/>
          </p:nvSpPr>
          <p:spPr>
            <a:xfrm>
              <a:off x="8312152" y="1927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8" name="pt45878"/>
            <p:cNvSpPr/>
            <p:nvPr/>
          </p:nvSpPr>
          <p:spPr>
            <a:xfrm>
              <a:off x="8981853" y="2238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9" name="pt45879"/>
            <p:cNvSpPr/>
            <p:nvPr/>
          </p:nvSpPr>
          <p:spPr>
            <a:xfrm>
              <a:off x="9767243" y="2198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0" name="pt45880"/>
            <p:cNvSpPr/>
            <p:nvPr/>
          </p:nvSpPr>
          <p:spPr>
            <a:xfrm>
              <a:off x="9086345" y="1690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1" name="pt45881"/>
            <p:cNvSpPr/>
            <p:nvPr/>
          </p:nvSpPr>
          <p:spPr>
            <a:xfrm>
              <a:off x="9062080" y="1740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2" name="pt45882"/>
            <p:cNvSpPr/>
            <p:nvPr/>
          </p:nvSpPr>
          <p:spPr>
            <a:xfrm>
              <a:off x="8505430" y="2425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3" name="pt45883"/>
            <p:cNvSpPr/>
            <p:nvPr/>
          </p:nvSpPr>
          <p:spPr>
            <a:xfrm>
              <a:off x="8847771" y="2179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4" name="pt45884"/>
            <p:cNvSpPr/>
            <p:nvPr/>
          </p:nvSpPr>
          <p:spPr>
            <a:xfrm>
              <a:off x="8921875" y="2221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5" name="pt45885"/>
            <p:cNvSpPr/>
            <p:nvPr/>
          </p:nvSpPr>
          <p:spPr>
            <a:xfrm>
              <a:off x="9160178" y="2071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6" name="pt45886"/>
            <p:cNvSpPr/>
            <p:nvPr/>
          </p:nvSpPr>
          <p:spPr>
            <a:xfrm>
              <a:off x="9228169" y="1837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7" name="pt45887"/>
            <p:cNvSpPr/>
            <p:nvPr/>
          </p:nvSpPr>
          <p:spPr>
            <a:xfrm>
              <a:off x="8945023" y="1699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8" name="pt45888"/>
            <p:cNvSpPr/>
            <p:nvPr/>
          </p:nvSpPr>
          <p:spPr>
            <a:xfrm>
              <a:off x="8947416" y="2006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9" name="pt45889"/>
            <p:cNvSpPr/>
            <p:nvPr/>
          </p:nvSpPr>
          <p:spPr>
            <a:xfrm>
              <a:off x="8434097" y="2607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0" name="pt45890"/>
            <p:cNvSpPr/>
            <p:nvPr/>
          </p:nvSpPr>
          <p:spPr>
            <a:xfrm>
              <a:off x="9381988" y="2087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1" name="pt45891"/>
            <p:cNvSpPr/>
            <p:nvPr/>
          </p:nvSpPr>
          <p:spPr>
            <a:xfrm>
              <a:off x="8612066" y="2220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2" name="pt45892"/>
            <p:cNvSpPr/>
            <p:nvPr/>
          </p:nvSpPr>
          <p:spPr>
            <a:xfrm>
              <a:off x="8998621" y="2008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3" name="pt45893"/>
            <p:cNvSpPr/>
            <p:nvPr/>
          </p:nvSpPr>
          <p:spPr>
            <a:xfrm>
              <a:off x="8763400" y="2159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4" name="pt45894"/>
            <p:cNvSpPr/>
            <p:nvPr/>
          </p:nvSpPr>
          <p:spPr>
            <a:xfrm>
              <a:off x="9076352" y="2165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5" name="pt45895"/>
            <p:cNvSpPr/>
            <p:nvPr/>
          </p:nvSpPr>
          <p:spPr>
            <a:xfrm>
              <a:off x="8867559" y="1979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6" name="pt45896"/>
            <p:cNvSpPr/>
            <p:nvPr/>
          </p:nvSpPr>
          <p:spPr>
            <a:xfrm>
              <a:off x="8473354" y="2233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7" name="pt45897"/>
            <p:cNvSpPr/>
            <p:nvPr/>
          </p:nvSpPr>
          <p:spPr>
            <a:xfrm>
              <a:off x="8935109" y="2078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8" name="pt45898"/>
            <p:cNvSpPr/>
            <p:nvPr/>
          </p:nvSpPr>
          <p:spPr>
            <a:xfrm>
              <a:off x="9054485" y="1765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9" name="pt45899"/>
            <p:cNvSpPr/>
            <p:nvPr/>
          </p:nvSpPr>
          <p:spPr>
            <a:xfrm>
              <a:off x="9201130" y="2012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0" name="pt45900"/>
            <p:cNvSpPr/>
            <p:nvPr/>
          </p:nvSpPr>
          <p:spPr>
            <a:xfrm>
              <a:off x="8863776" y="2023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1" name="pt45901"/>
            <p:cNvSpPr/>
            <p:nvPr/>
          </p:nvSpPr>
          <p:spPr>
            <a:xfrm>
              <a:off x="8788576" y="2215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2" name="pt45902"/>
            <p:cNvSpPr/>
            <p:nvPr/>
          </p:nvSpPr>
          <p:spPr>
            <a:xfrm>
              <a:off x="9244718" y="2134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3" name="pt45903"/>
            <p:cNvSpPr/>
            <p:nvPr/>
          </p:nvSpPr>
          <p:spPr>
            <a:xfrm>
              <a:off x="9240724" y="1945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4" name="pt45904"/>
            <p:cNvSpPr/>
            <p:nvPr/>
          </p:nvSpPr>
          <p:spPr>
            <a:xfrm>
              <a:off x="9206663" y="1991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5" name="pt45905"/>
            <p:cNvSpPr/>
            <p:nvPr/>
          </p:nvSpPr>
          <p:spPr>
            <a:xfrm>
              <a:off x="8949778" y="1963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6" name="pt45906"/>
            <p:cNvSpPr/>
            <p:nvPr/>
          </p:nvSpPr>
          <p:spPr>
            <a:xfrm>
              <a:off x="8312152" y="2473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7" name="pt45907"/>
            <p:cNvSpPr/>
            <p:nvPr/>
          </p:nvSpPr>
          <p:spPr>
            <a:xfrm>
              <a:off x="8612066" y="2299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8" name="pt45908"/>
            <p:cNvSpPr/>
            <p:nvPr/>
          </p:nvSpPr>
          <p:spPr>
            <a:xfrm>
              <a:off x="9350114" y="219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9" name="pt45909"/>
            <p:cNvSpPr/>
            <p:nvPr/>
          </p:nvSpPr>
          <p:spPr>
            <a:xfrm>
              <a:off x="8741831" y="2209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0" name="pt45910"/>
            <p:cNvSpPr/>
            <p:nvPr/>
          </p:nvSpPr>
          <p:spPr>
            <a:xfrm>
              <a:off x="8654494" y="249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1" name="pt45911"/>
            <p:cNvSpPr/>
            <p:nvPr/>
          </p:nvSpPr>
          <p:spPr>
            <a:xfrm>
              <a:off x="9066967" y="2162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2" name="pt45912"/>
            <p:cNvSpPr/>
            <p:nvPr/>
          </p:nvSpPr>
          <p:spPr>
            <a:xfrm>
              <a:off x="8947416" y="1852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3" name="pt45913"/>
            <p:cNvSpPr/>
            <p:nvPr/>
          </p:nvSpPr>
          <p:spPr>
            <a:xfrm>
              <a:off x="8556041" y="2478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4" name="pt45914"/>
            <p:cNvSpPr/>
            <p:nvPr/>
          </p:nvSpPr>
          <p:spPr>
            <a:xfrm>
              <a:off x="8741831" y="1920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5" name="pt45915"/>
            <p:cNvSpPr/>
            <p:nvPr/>
          </p:nvSpPr>
          <p:spPr>
            <a:xfrm>
              <a:off x="9881517" y="2523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6" name="pt45916"/>
            <p:cNvSpPr/>
            <p:nvPr/>
          </p:nvSpPr>
          <p:spPr>
            <a:xfrm>
              <a:off x="8312152" y="215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7" name="pt45917"/>
            <p:cNvSpPr/>
            <p:nvPr/>
          </p:nvSpPr>
          <p:spPr>
            <a:xfrm>
              <a:off x="9366003" y="1975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8" name="pt45918"/>
            <p:cNvSpPr/>
            <p:nvPr/>
          </p:nvSpPr>
          <p:spPr>
            <a:xfrm>
              <a:off x="9066967" y="229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9" name="pt45919"/>
            <p:cNvSpPr/>
            <p:nvPr/>
          </p:nvSpPr>
          <p:spPr>
            <a:xfrm>
              <a:off x="9106706" y="2043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0" name="pt45920"/>
            <p:cNvSpPr/>
            <p:nvPr/>
          </p:nvSpPr>
          <p:spPr>
            <a:xfrm>
              <a:off x="8505430" y="2692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1" name="pt45921"/>
            <p:cNvSpPr/>
            <p:nvPr/>
          </p:nvSpPr>
          <p:spPr>
            <a:xfrm>
              <a:off x="8741831" y="2152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2" name="pt45922"/>
            <p:cNvSpPr/>
            <p:nvPr/>
          </p:nvSpPr>
          <p:spPr>
            <a:xfrm>
              <a:off x="8312152" y="2127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3" name="pt45923"/>
            <p:cNvSpPr/>
            <p:nvPr/>
          </p:nvSpPr>
          <p:spPr>
            <a:xfrm>
              <a:off x="9381988" y="1989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4" name="pt45924"/>
            <p:cNvSpPr/>
            <p:nvPr/>
          </p:nvSpPr>
          <p:spPr>
            <a:xfrm>
              <a:off x="8825472" y="1958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5" name="pt45925"/>
            <p:cNvSpPr/>
            <p:nvPr/>
          </p:nvSpPr>
          <p:spPr>
            <a:xfrm>
              <a:off x="8595298" y="2318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6" name="pt45926"/>
            <p:cNvSpPr/>
            <p:nvPr/>
          </p:nvSpPr>
          <p:spPr>
            <a:xfrm>
              <a:off x="9116066" y="1629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7" name="pt45927"/>
            <p:cNvSpPr/>
            <p:nvPr/>
          </p:nvSpPr>
          <p:spPr>
            <a:xfrm>
              <a:off x="8688651" y="2345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8" name="pt45928"/>
            <p:cNvSpPr/>
            <p:nvPr/>
          </p:nvSpPr>
          <p:spPr>
            <a:xfrm>
              <a:off x="9198297" y="1963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9" name="pt45929"/>
            <p:cNvSpPr/>
            <p:nvPr/>
          </p:nvSpPr>
          <p:spPr>
            <a:xfrm>
              <a:off x="9175781" y="2043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0" name="pt45930"/>
            <p:cNvSpPr/>
            <p:nvPr/>
          </p:nvSpPr>
          <p:spPr>
            <a:xfrm>
              <a:off x="9062080" y="1734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1" name="pt45931"/>
            <p:cNvSpPr/>
            <p:nvPr/>
          </p:nvSpPr>
          <p:spPr>
            <a:xfrm>
              <a:off x="8810596" y="2071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2" name="pt45932"/>
            <p:cNvSpPr/>
            <p:nvPr/>
          </p:nvSpPr>
          <p:spPr>
            <a:xfrm>
              <a:off x="8867559" y="2017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3" name="pt45933"/>
            <p:cNvSpPr/>
            <p:nvPr/>
          </p:nvSpPr>
          <p:spPr>
            <a:xfrm>
              <a:off x="8612066" y="2226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4" name="pt45934"/>
            <p:cNvSpPr/>
            <p:nvPr/>
          </p:nvSpPr>
          <p:spPr>
            <a:xfrm>
              <a:off x="9121452" y="2144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5" name="pt45935"/>
            <p:cNvSpPr/>
            <p:nvPr/>
          </p:nvSpPr>
          <p:spPr>
            <a:xfrm>
              <a:off x="9229609" y="1843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6" name="pt45936"/>
            <p:cNvSpPr/>
            <p:nvPr/>
          </p:nvSpPr>
          <p:spPr>
            <a:xfrm>
              <a:off x="9230563" y="1852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7" name="pt45937"/>
            <p:cNvSpPr/>
            <p:nvPr/>
          </p:nvSpPr>
          <p:spPr>
            <a:xfrm>
              <a:off x="9724502" y="2302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8" name="pt45938"/>
            <p:cNvSpPr/>
            <p:nvPr/>
          </p:nvSpPr>
          <p:spPr>
            <a:xfrm>
              <a:off x="8834733" y="2245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9" name="pt45939"/>
            <p:cNvSpPr/>
            <p:nvPr/>
          </p:nvSpPr>
          <p:spPr>
            <a:xfrm>
              <a:off x="8383485" y="2244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0" name="pt45940"/>
            <p:cNvSpPr/>
            <p:nvPr/>
          </p:nvSpPr>
          <p:spPr>
            <a:xfrm>
              <a:off x="8473354" y="2442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1" name="pt45941"/>
            <p:cNvSpPr/>
            <p:nvPr/>
          </p:nvSpPr>
          <p:spPr>
            <a:xfrm>
              <a:off x="8810596" y="2173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2" name="pt45942"/>
            <p:cNvSpPr/>
            <p:nvPr/>
          </p:nvSpPr>
          <p:spPr>
            <a:xfrm>
              <a:off x="8434097" y="2436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3" name="pt45943"/>
            <p:cNvSpPr/>
            <p:nvPr/>
          </p:nvSpPr>
          <p:spPr>
            <a:xfrm>
              <a:off x="9332911" y="2221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4" name="pt45944"/>
            <p:cNvSpPr/>
            <p:nvPr/>
          </p:nvSpPr>
          <p:spPr>
            <a:xfrm>
              <a:off x="8312152" y="2345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5" name="pt45945"/>
            <p:cNvSpPr/>
            <p:nvPr/>
          </p:nvSpPr>
          <p:spPr>
            <a:xfrm>
              <a:off x="9386161" y="1994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6" name="pt45946"/>
            <p:cNvSpPr/>
            <p:nvPr/>
          </p:nvSpPr>
          <p:spPr>
            <a:xfrm>
              <a:off x="8956678" y="1934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7" name="pt45947"/>
            <p:cNvSpPr/>
            <p:nvPr/>
          </p:nvSpPr>
          <p:spPr>
            <a:xfrm>
              <a:off x="8505430" y="2403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8" name="pt45948"/>
            <p:cNvSpPr/>
            <p:nvPr/>
          </p:nvSpPr>
          <p:spPr>
            <a:xfrm>
              <a:off x="8312152" y="2522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9" name="pt45949"/>
            <p:cNvSpPr/>
            <p:nvPr/>
          </p:nvSpPr>
          <p:spPr>
            <a:xfrm>
              <a:off x="9070546" y="2187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0" name="pt45950"/>
            <p:cNvSpPr/>
            <p:nvPr/>
          </p:nvSpPr>
          <p:spPr>
            <a:xfrm>
              <a:off x="8871263" y="2039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1" name="pt45951"/>
            <p:cNvSpPr/>
            <p:nvPr/>
          </p:nvSpPr>
          <p:spPr>
            <a:xfrm>
              <a:off x="8942596" y="2047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2" name="pt45952"/>
            <p:cNvSpPr/>
            <p:nvPr/>
          </p:nvSpPr>
          <p:spPr>
            <a:xfrm>
              <a:off x="9666217" y="1805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3" name="pt45953"/>
            <p:cNvSpPr/>
            <p:nvPr/>
          </p:nvSpPr>
          <p:spPr>
            <a:xfrm>
              <a:off x="8595298" y="2233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4" name="pt45954"/>
            <p:cNvSpPr/>
            <p:nvPr/>
          </p:nvSpPr>
          <p:spPr>
            <a:xfrm>
              <a:off x="8937640" y="1776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5" name="pt45955"/>
            <p:cNvSpPr/>
            <p:nvPr/>
          </p:nvSpPr>
          <p:spPr>
            <a:xfrm>
              <a:off x="8725827" y="2243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6" name="pt45956"/>
            <p:cNvSpPr/>
            <p:nvPr/>
          </p:nvSpPr>
          <p:spPr>
            <a:xfrm>
              <a:off x="9175781" y="2037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7" name="pt45957"/>
            <p:cNvSpPr/>
            <p:nvPr/>
          </p:nvSpPr>
          <p:spPr>
            <a:xfrm>
              <a:off x="9714526" y="1809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8" name="pt45958"/>
            <p:cNvSpPr/>
            <p:nvPr/>
          </p:nvSpPr>
          <p:spPr>
            <a:xfrm>
              <a:off x="9175781" y="2104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9" name="pt45959"/>
            <p:cNvSpPr/>
            <p:nvPr/>
          </p:nvSpPr>
          <p:spPr>
            <a:xfrm>
              <a:off x="9265000" y="1785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0" name="pt45960"/>
            <p:cNvSpPr/>
            <p:nvPr/>
          </p:nvSpPr>
          <p:spPr>
            <a:xfrm>
              <a:off x="8383485" y="2347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1" name="pt45961"/>
            <p:cNvSpPr/>
            <p:nvPr/>
          </p:nvSpPr>
          <p:spPr>
            <a:xfrm>
              <a:off x="8825472" y="212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2" name="pt45962"/>
            <p:cNvSpPr/>
            <p:nvPr/>
          </p:nvSpPr>
          <p:spPr>
            <a:xfrm>
              <a:off x="8473354" y="224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3" name="pt45963"/>
            <p:cNvSpPr/>
            <p:nvPr/>
          </p:nvSpPr>
          <p:spPr>
            <a:xfrm>
              <a:off x="8688651" y="2393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4" name="pt45964"/>
            <p:cNvSpPr/>
            <p:nvPr/>
          </p:nvSpPr>
          <p:spPr>
            <a:xfrm>
              <a:off x="8963317" y="2084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5" name="pt45965"/>
            <p:cNvSpPr/>
            <p:nvPr/>
          </p:nvSpPr>
          <p:spPr>
            <a:xfrm>
              <a:off x="8312152" y="2444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6" name="pt45966"/>
            <p:cNvSpPr/>
            <p:nvPr/>
          </p:nvSpPr>
          <p:spPr>
            <a:xfrm>
              <a:off x="8612066" y="2138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7" name="pt45967"/>
            <p:cNvSpPr/>
            <p:nvPr/>
          </p:nvSpPr>
          <p:spPr>
            <a:xfrm>
              <a:off x="8888696" y="2083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8" name="pt45968"/>
            <p:cNvSpPr/>
            <p:nvPr/>
          </p:nvSpPr>
          <p:spPr>
            <a:xfrm>
              <a:off x="8556041" y="2402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9" name="pt45969"/>
            <p:cNvSpPr/>
            <p:nvPr/>
          </p:nvSpPr>
          <p:spPr>
            <a:xfrm>
              <a:off x="8996835" y="2055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0" name="pt45970"/>
            <p:cNvSpPr/>
            <p:nvPr/>
          </p:nvSpPr>
          <p:spPr>
            <a:xfrm>
              <a:off x="9075206" y="2233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1" name="pt45971"/>
            <p:cNvSpPr/>
            <p:nvPr/>
          </p:nvSpPr>
          <p:spPr>
            <a:xfrm>
              <a:off x="9444456" y="1899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2" name="pt45972"/>
            <p:cNvSpPr/>
            <p:nvPr/>
          </p:nvSpPr>
          <p:spPr>
            <a:xfrm>
              <a:off x="8717243" y="2289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3" name="pt45973"/>
            <p:cNvSpPr/>
            <p:nvPr/>
          </p:nvSpPr>
          <p:spPr>
            <a:xfrm>
              <a:off x="9117880" y="2128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4" name="pt45974"/>
            <p:cNvSpPr/>
            <p:nvPr/>
          </p:nvSpPr>
          <p:spPr>
            <a:xfrm>
              <a:off x="8473354" y="2324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5" name="pt45975"/>
            <p:cNvSpPr/>
            <p:nvPr/>
          </p:nvSpPr>
          <p:spPr>
            <a:xfrm>
              <a:off x="9035373" y="1684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6" name="pt45976"/>
            <p:cNvSpPr/>
            <p:nvPr/>
          </p:nvSpPr>
          <p:spPr>
            <a:xfrm>
              <a:off x="8595298" y="2226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7" name="pt45977"/>
            <p:cNvSpPr/>
            <p:nvPr/>
          </p:nvSpPr>
          <p:spPr>
            <a:xfrm>
              <a:off x="8963317" y="2114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8" name="pt45978"/>
            <p:cNvSpPr/>
            <p:nvPr/>
          </p:nvSpPr>
          <p:spPr>
            <a:xfrm>
              <a:off x="9654228" y="2197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9" name="pt45979"/>
            <p:cNvSpPr/>
            <p:nvPr/>
          </p:nvSpPr>
          <p:spPr>
            <a:xfrm>
              <a:off x="9069361" y="2096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0" name="pt45980"/>
            <p:cNvSpPr/>
            <p:nvPr/>
          </p:nvSpPr>
          <p:spPr>
            <a:xfrm>
              <a:off x="8641456" y="2080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1" name="pt45981"/>
            <p:cNvSpPr/>
            <p:nvPr/>
          </p:nvSpPr>
          <p:spPr>
            <a:xfrm>
              <a:off x="9214649" y="2056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2" name="pt45982"/>
            <p:cNvSpPr/>
            <p:nvPr/>
          </p:nvSpPr>
          <p:spPr>
            <a:xfrm>
              <a:off x="9785747" y="2612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3" name="pt45983"/>
            <p:cNvSpPr/>
            <p:nvPr/>
          </p:nvSpPr>
          <p:spPr>
            <a:xfrm>
              <a:off x="9244278" y="1928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4" name="pt45984"/>
            <p:cNvSpPr/>
            <p:nvPr/>
          </p:nvSpPr>
          <p:spPr>
            <a:xfrm>
              <a:off x="9162993" y="2098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5" name="pt45985"/>
            <p:cNvSpPr/>
            <p:nvPr/>
          </p:nvSpPr>
          <p:spPr>
            <a:xfrm>
              <a:off x="8654494" y="2518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6" name="pt45986"/>
            <p:cNvSpPr/>
            <p:nvPr/>
          </p:nvSpPr>
          <p:spPr>
            <a:xfrm>
              <a:off x="9162993" y="2253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7" name="pt45987"/>
            <p:cNvSpPr/>
            <p:nvPr/>
          </p:nvSpPr>
          <p:spPr>
            <a:xfrm>
              <a:off x="8830164" y="2303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8" name="pt45988"/>
            <p:cNvSpPr/>
            <p:nvPr/>
          </p:nvSpPr>
          <p:spPr>
            <a:xfrm>
              <a:off x="8434097" y="2399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9" name="pt45989"/>
            <p:cNvSpPr/>
            <p:nvPr/>
          </p:nvSpPr>
          <p:spPr>
            <a:xfrm>
              <a:off x="8677986" y="2375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0" name="pt45990"/>
            <p:cNvSpPr/>
            <p:nvPr/>
          </p:nvSpPr>
          <p:spPr>
            <a:xfrm>
              <a:off x="9055774" y="1760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1" name="pt45991"/>
            <p:cNvSpPr/>
            <p:nvPr/>
          </p:nvSpPr>
          <p:spPr>
            <a:xfrm>
              <a:off x="9229609" y="1891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2" name="pt45992"/>
            <p:cNvSpPr/>
            <p:nvPr/>
          </p:nvSpPr>
          <p:spPr>
            <a:xfrm>
              <a:off x="9244278" y="2075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3" name="pt45993"/>
            <p:cNvSpPr/>
            <p:nvPr/>
          </p:nvSpPr>
          <p:spPr>
            <a:xfrm>
              <a:off x="8312152" y="2417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4" name="pt45994"/>
            <p:cNvSpPr/>
            <p:nvPr/>
          </p:nvSpPr>
          <p:spPr>
            <a:xfrm>
              <a:off x="9070546" y="2177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5" name="pt45995"/>
            <p:cNvSpPr/>
            <p:nvPr/>
          </p:nvSpPr>
          <p:spPr>
            <a:xfrm>
              <a:off x="9511026" y="233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6" name="pt45996"/>
            <p:cNvSpPr/>
            <p:nvPr/>
          </p:nvSpPr>
          <p:spPr>
            <a:xfrm>
              <a:off x="9260646" y="2188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7" name="pt45997"/>
            <p:cNvSpPr/>
            <p:nvPr/>
          </p:nvSpPr>
          <p:spPr>
            <a:xfrm>
              <a:off x="9502520" y="2243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8" name="pt45998"/>
            <p:cNvSpPr/>
            <p:nvPr/>
          </p:nvSpPr>
          <p:spPr>
            <a:xfrm>
              <a:off x="8763400" y="2052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9" name="pt45999"/>
            <p:cNvSpPr/>
            <p:nvPr/>
          </p:nvSpPr>
          <p:spPr>
            <a:xfrm>
              <a:off x="9087421" y="1959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0" name="pt46000"/>
            <p:cNvSpPr/>
            <p:nvPr/>
          </p:nvSpPr>
          <p:spPr>
            <a:xfrm>
              <a:off x="9612243" y="2575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1" name="pt46001"/>
            <p:cNvSpPr/>
            <p:nvPr/>
          </p:nvSpPr>
          <p:spPr>
            <a:xfrm>
              <a:off x="8312152" y="2428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2" name="pt46002"/>
            <p:cNvSpPr/>
            <p:nvPr/>
          </p:nvSpPr>
          <p:spPr>
            <a:xfrm>
              <a:off x="9340963" y="2168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3" name="pt46003"/>
            <p:cNvSpPr/>
            <p:nvPr/>
          </p:nvSpPr>
          <p:spPr>
            <a:xfrm>
              <a:off x="8505430" y="2696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4" name="pt46004"/>
            <p:cNvSpPr/>
            <p:nvPr/>
          </p:nvSpPr>
          <p:spPr>
            <a:xfrm>
              <a:off x="9299019" y="1775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5" name="pt46005"/>
            <p:cNvSpPr/>
            <p:nvPr/>
          </p:nvSpPr>
          <p:spPr>
            <a:xfrm>
              <a:off x="8556041" y="2651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6" name="pt46006"/>
            <p:cNvSpPr/>
            <p:nvPr/>
          </p:nvSpPr>
          <p:spPr>
            <a:xfrm>
              <a:off x="8556041" y="2326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7" name="pt46007"/>
            <p:cNvSpPr/>
            <p:nvPr/>
          </p:nvSpPr>
          <p:spPr>
            <a:xfrm>
              <a:off x="8576763" y="2323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8" name="pt46008"/>
            <p:cNvSpPr/>
            <p:nvPr/>
          </p:nvSpPr>
          <p:spPr>
            <a:xfrm>
              <a:off x="9146155" y="1976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9" name="pt46009"/>
            <p:cNvSpPr/>
            <p:nvPr/>
          </p:nvSpPr>
          <p:spPr>
            <a:xfrm>
              <a:off x="8434097" y="2612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0" name="pt46010"/>
            <p:cNvSpPr/>
            <p:nvPr/>
          </p:nvSpPr>
          <p:spPr>
            <a:xfrm>
              <a:off x="8677986" y="2303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1" name="pt46011"/>
            <p:cNvSpPr/>
            <p:nvPr/>
          </p:nvSpPr>
          <p:spPr>
            <a:xfrm>
              <a:off x="8576763" y="2379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2" name="pt46012"/>
            <p:cNvSpPr/>
            <p:nvPr/>
          </p:nvSpPr>
          <p:spPr>
            <a:xfrm>
              <a:off x="8505430" y="2337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3" name="pt46013"/>
            <p:cNvSpPr/>
            <p:nvPr/>
          </p:nvSpPr>
          <p:spPr>
            <a:xfrm>
              <a:off x="9688802" y="2204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4" name="pt46014"/>
            <p:cNvSpPr/>
            <p:nvPr/>
          </p:nvSpPr>
          <p:spPr>
            <a:xfrm>
              <a:off x="9427293" y="1975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5" name="pt46015"/>
            <p:cNvSpPr/>
            <p:nvPr/>
          </p:nvSpPr>
          <p:spPr>
            <a:xfrm>
              <a:off x="8312152" y="2457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6" name="pt46016"/>
            <p:cNvSpPr/>
            <p:nvPr/>
          </p:nvSpPr>
          <p:spPr>
            <a:xfrm>
              <a:off x="8937640" y="1883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7" name="pt46017"/>
            <p:cNvSpPr/>
            <p:nvPr/>
          </p:nvSpPr>
          <p:spPr>
            <a:xfrm>
              <a:off x="8805344" y="2150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8" name="pt46018"/>
            <p:cNvSpPr/>
            <p:nvPr/>
          </p:nvSpPr>
          <p:spPr>
            <a:xfrm>
              <a:off x="9075206" y="2165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9" name="pt46019"/>
            <p:cNvSpPr/>
            <p:nvPr/>
          </p:nvSpPr>
          <p:spPr>
            <a:xfrm>
              <a:off x="9070546" y="2214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0" name="pt46020"/>
            <p:cNvSpPr/>
            <p:nvPr/>
          </p:nvSpPr>
          <p:spPr>
            <a:xfrm>
              <a:off x="8576763" y="2393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1" name="pt46021"/>
            <p:cNvSpPr/>
            <p:nvPr/>
          </p:nvSpPr>
          <p:spPr>
            <a:xfrm>
              <a:off x="9143835" y="1975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2" name="pt46022"/>
            <p:cNvSpPr/>
            <p:nvPr/>
          </p:nvSpPr>
          <p:spPr>
            <a:xfrm>
              <a:off x="8825472" y="2005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3" name="pt46023"/>
            <p:cNvSpPr/>
            <p:nvPr/>
          </p:nvSpPr>
          <p:spPr>
            <a:xfrm>
              <a:off x="8556041" y="2501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4" name="pt46024"/>
            <p:cNvSpPr/>
            <p:nvPr/>
          </p:nvSpPr>
          <p:spPr>
            <a:xfrm>
              <a:off x="8627374" y="2361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5" name="pt46025"/>
            <p:cNvSpPr/>
            <p:nvPr/>
          </p:nvSpPr>
          <p:spPr>
            <a:xfrm>
              <a:off x="9199436" y="1930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6" name="pt46026"/>
            <p:cNvSpPr/>
            <p:nvPr/>
          </p:nvSpPr>
          <p:spPr>
            <a:xfrm>
              <a:off x="9188912" y="1943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7" name="pt46027"/>
            <p:cNvSpPr/>
            <p:nvPr/>
          </p:nvSpPr>
          <p:spPr>
            <a:xfrm>
              <a:off x="8859909" y="2005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8" name="pt46028"/>
            <p:cNvSpPr/>
            <p:nvPr/>
          </p:nvSpPr>
          <p:spPr>
            <a:xfrm>
              <a:off x="9500379" y="2413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9" name="pt46029"/>
            <p:cNvSpPr/>
            <p:nvPr/>
          </p:nvSpPr>
          <p:spPr>
            <a:xfrm>
              <a:off x="8947416" y="1886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0" name="pt46030"/>
            <p:cNvSpPr/>
            <p:nvPr/>
          </p:nvSpPr>
          <p:spPr>
            <a:xfrm>
              <a:off x="9168491" y="2157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1" name="pt46031"/>
            <p:cNvSpPr/>
            <p:nvPr/>
          </p:nvSpPr>
          <p:spPr>
            <a:xfrm>
              <a:off x="8505430" y="2611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2" name="pt46032"/>
            <p:cNvSpPr/>
            <p:nvPr/>
          </p:nvSpPr>
          <p:spPr>
            <a:xfrm>
              <a:off x="8505430" y="2287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3" name="pt46033"/>
            <p:cNvSpPr/>
            <p:nvPr/>
          </p:nvSpPr>
          <p:spPr>
            <a:xfrm>
              <a:off x="8921875" y="2204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4" name="pt46034"/>
            <p:cNvSpPr/>
            <p:nvPr/>
          </p:nvSpPr>
          <p:spPr>
            <a:xfrm>
              <a:off x="8473354" y="2293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5" name="pt46035"/>
            <p:cNvSpPr/>
            <p:nvPr/>
          </p:nvSpPr>
          <p:spPr>
            <a:xfrm>
              <a:off x="8855955" y="2181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6" name="pt46036"/>
            <p:cNvSpPr/>
            <p:nvPr/>
          </p:nvSpPr>
          <p:spPr>
            <a:xfrm>
              <a:off x="8595298" y="2329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7" name="pt46037"/>
            <p:cNvSpPr/>
            <p:nvPr/>
          </p:nvSpPr>
          <p:spPr>
            <a:xfrm>
              <a:off x="8595298" y="2172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8" name="pt46038"/>
            <p:cNvSpPr/>
            <p:nvPr/>
          </p:nvSpPr>
          <p:spPr>
            <a:xfrm>
              <a:off x="9785747" y="2652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9" name="pt46039"/>
            <p:cNvSpPr/>
            <p:nvPr/>
          </p:nvSpPr>
          <p:spPr>
            <a:xfrm>
              <a:off x="9018749" y="1935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0" name="pt46040"/>
            <p:cNvSpPr/>
            <p:nvPr/>
          </p:nvSpPr>
          <p:spPr>
            <a:xfrm>
              <a:off x="9005590" y="1858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1" name="pt46041"/>
            <p:cNvSpPr/>
            <p:nvPr/>
          </p:nvSpPr>
          <p:spPr>
            <a:xfrm>
              <a:off x="9347687" y="2161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2" name="pt46042"/>
            <p:cNvSpPr/>
            <p:nvPr/>
          </p:nvSpPr>
          <p:spPr>
            <a:xfrm>
              <a:off x="9221288" y="1745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3" name="pt46043"/>
            <p:cNvSpPr/>
            <p:nvPr/>
          </p:nvSpPr>
          <p:spPr>
            <a:xfrm>
              <a:off x="8627374" y="2349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4" name="pt46044"/>
            <p:cNvSpPr/>
            <p:nvPr/>
          </p:nvSpPr>
          <p:spPr>
            <a:xfrm>
              <a:off x="8312152" y="2540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5" name="pt46045"/>
            <p:cNvSpPr/>
            <p:nvPr/>
          </p:nvSpPr>
          <p:spPr>
            <a:xfrm>
              <a:off x="8749319" y="219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6" name="pt46046"/>
            <p:cNvSpPr/>
            <p:nvPr/>
          </p:nvSpPr>
          <p:spPr>
            <a:xfrm>
              <a:off x="8949778" y="1953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7" name="pt46047"/>
            <p:cNvSpPr/>
            <p:nvPr/>
          </p:nvSpPr>
          <p:spPr>
            <a:xfrm>
              <a:off x="9666217" y="1907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8" name="pt46048"/>
            <p:cNvSpPr/>
            <p:nvPr/>
          </p:nvSpPr>
          <p:spPr>
            <a:xfrm>
              <a:off x="8654494" y="2463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9" name="pt46049"/>
            <p:cNvSpPr/>
            <p:nvPr/>
          </p:nvSpPr>
          <p:spPr>
            <a:xfrm>
              <a:off x="8776438" y="2084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0" name="pt46050"/>
            <p:cNvSpPr/>
            <p:nvPr/>
          </p:nvSpPr>
          <p:spPr>
            <a:xfrm>
              <a:off x="8855955" y="2294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1" name="pt46051"/>
            <p:cNvSpPr/>
            <p:nvPr/>
          </p:nvSpPr>
          <p:spPr>
            <a:xfrm>
              <a:off x="9055774" y="1759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2" name="pt46052"/>
            <p:cNvSpPr/>
            <p:nvPr/>
          </p:nvSpPr>
          <p:spPr>
            <a:xfrm>
              <a:off x="9408619" y="2024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3" name="pt46053"/>
            <p:cNvSpPr/>
            <p:nvPr/>
          </p:nvSpPr>
          <p:spPr>
            <a:xfrm>
              <a:off x="9328879" y="2179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4" name="pt46054"/>
            <p:cNvSpPr/>
            <p:nvPr/>
          </p:nvSpPr>
          <p:spPr>
            <a:xfrm>
              <a:off x="9095800" y="1875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5" name="pt46055"/>
            <p:cNvSpPr/>
            <p:nvPr/>
          </p:nvSpPr>
          <p:spPr>
            <a:xfrm>
              <a:off x="9109567" y="1725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6" name="pt46056"/>
            <p:cNvSpPr/>
            <p:nvPr/>
          </p:nvSpPr>
          <p:spPr>
            <a:xfrm>
              <a:off x="9371637" y="2071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7" name="pt46057"/>
            <p:cNvSpPr/>
            <p:nvPr/>
          </p:nvSpPr>
          <p:spPr>
            <a:xfrm>
              <a:off x="9408619" y="2207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8" name="pt46058"/>
            <p:cNvSpPr/>
            <p:nvPr/>
          </p:nvSpPr>
          <p:spPr>
            <a:xfrm>
              <a:off x="9190113" y="1951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9" name="pt46059"/>
            <p:cNvSpPr/>
            <p:nvPr/>
          </p:nvSpPr>
          <p:spPr>
            <a:xfrm>
              <a:off x="9299019" y="2134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0" name="pt46060"/>
            <p:cNvSpPr/>
            <p:nvPr/>
          </p:nvSpPr>
          <p:spPr>
            <a:xfrm>
              <a:off x="8963317" y="2080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1" name="pt46061"/>
            <p:cNvSpPr/>
            <p:nvPr/>
          </p:nvSpPr>
          <p:spPr>
            <a:xfrm>
              <a:off x="8641456" y="2039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2" name="pt46062"/>
            <p:cNvSpPr/>
            <p:nvPr/>
          </p:nvSpPr>
          <p:spPr>
            <a:xfrm>
              <a:off x="8843532" y="1885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3" name="pt46063"/>
            <p:cNvSpPr/>
            <p:nvPr/>
          </p:nvSpPr>
          <p:spPr>
            <a:xfrm>
              <a:off x="9244718" y="2082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4" name="pt46064"/>
            <p:cNvSpPr/>
            <p:nvPr/>
          </p:nvSpPr>
          <p:spPr>
            <a:xfrm>
              <a:off x="8612066" y="2261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5" name="pt46065"/>
            <p:cNvSpPr/>
            <p:nvPr/>
          </p:nvSpPr>
          <p:spPr>
            <a:xfrm>
              <a:off x="9311758" y="1955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6" name="pt46066"/>
            <p:cNvSpPr/>
            <p:nvPr/>
          </p:nvSpPr>
          <p:spPr>
            <a:xfrm>
              <a:off x="9514089" y="2616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7" name="pt46067"/>
            <p:cNvSpPr/>
            <p:nvPr/>
          </p:nvSpPr>
          <p:spPr>
            <a:xfrm>
              <a:off x="8505430" y="2618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8" name="pt46068"/>
            <p:cNvSpPr/>
            <p:nvPr/>
          </p:nvSpPr>
          <p:spPr>
            <a:xfrm>
              <a:off x="8932540" y="1973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9" name="pt46069"/>
            <p:cNvSpPr/>
            <p:nvPr/>
          </p:nvSpPr>
          <p:spPr>
            <a:xfrm>
              <a:off x="8383485" y="2364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0" name="pt46070"/>
            <p:cNvSpPr/>
            <p:nvPr/>
          </p:nvSpPr>
          <p:spPr>
            <a:xfrm>
              <a:off x="8961132" y="2070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1" name="pt46071"/>
            <p:cNvSpPr/>
            <p:nvPr/>
          </p:nvSpPr>
          <p:spPr>
            <a:xfrm>
              <a:off x="9110510" y="1786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2" name="pt46072"/>
            <p:cNvSpPr/>
            <p:nvPr/>
          </p:nvSpPr>
          <p:spPr>
            <a:xfrm>
              <a:off x="8688651" y="2384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3" name="pt46073"/>
            <p:cNvSpPr/>
            <p:nvPr/>
          </p:nvSpPr>
          <p:spPr>
            <a:xfrm>
              <a:off x="9229609" y="1833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4" name="pt46074"/>
            <p:cNvSpPr/>
            <p:nvPr/>
          </p:nvSpPr>
          <p:spPr>
            <a:xfrm>
              <a:off x="8473354" y="2181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5" name="pt46075"/>
            <p:cNvSpPr/>
            <p:nvPr/>
          </p:nvSpPr>
          <p:spPr>
            <a:xfrm>
              <a:off x="9094774" y="1928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6" name="pt46076"/>
            <p:cNvSpPr/>
            <p:nvPr/>
          </p:nvSpPr>
          <p:spPr>
            <a:xfrm>
              <a:off x="9035373" y="1348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7" name="pt46077"/>
            <p:cNvSpPr/>
            <p:nvPr/>
          </p:nvSpPr>
          <p:spPr>
            <a:xfrm>
              <a:off x="8963317" y="2001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8" name="pt46078"/>
            <p:cNvSpPr/>
            <p:nvPr/>
          </p:nvSpPr>
          <p:spPr>
            <a:xfrm>
              <a:off x="9024978" y="1934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9" name="pt46079"/>
            <p:cNvSpPr/>
            <p:nvPr/>
          </p:nvSpPr>
          <p:spPr>
            <a:xfrm>
              <a:off x="9018749" y="1981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0" name="pt46080"/>
            <p:cNvSpPr/>
            <p:nvPr/>
          </p:nvSpPr>
          <p:spPr>
            <a:xfrm>
              <a:off x="8874891" y="2146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1" name="pt46081"/>
            <p:cNvSpPr/>
            <p:nvPr/>
          </p:nvSpPr>
          <p:spPr>
            <a:xfrm>
              <a:off x="8834733" y="2334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2" name="pt46082"/>
            <p:cNvSpPr/>
            <p:nvPr/>
          </p:nvSpPr>
          <p:spPr>
            <a:xfrm>
              <a:off x="8898383" y="2017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3" name="pt46083"/>
            <p:cNvSpPr/>
            <p:nvPr/>
          </p:nvSpPr>
          <p:spPr>
            <a:xfrm>
              <a:off x="8895213" y="2205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4" name="pt46084"/>
            <p:cNvSpPr/>
            <p:nvPr/>
          </p:nvSpPr>
          <p:spPr>
            <a:xfrm>
              <a:off x="9371637" y="213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5" name="pt46085"/>
            <p:cNvSpPr/>
            <p:nvPr/>
          </p:nvSpPr>
          <p:spPr>
            <a:xfrm>
              <a:off x="9078622" y="1705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6" name="pt46086"/>
            <p:cNvSpPr/>
            <p:nvPr/>
          </p:nvSpPr>
          <p:spPr>
            <a:xfrm>
              <a:off x="8595298" y="2151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7" name="pt46087"/>
            <p:cNvSpPr/>
            <p:nvPr/>
          </p:nvSpPr>
          <p:spPr>
            <a:xfrm>
              <a:off x="8871263" y="2160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8" name="pt46088"/>
            <p:cNvSpPr/>
            <p:nvPr/>
          </p:nvSpPr>
          <p:spPr>
            <a:xfrm>
              <a:off x="8641456" y="2171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9" name="pt46089"/>
            <p:cNvSpPr/>
            <p:nvPr/>
          </p:nvSpPr>
          <p:spPr>
            <a:xfrm>
              <a:off x="8971798" y="2061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0" name="pt46090"/>
            <p:cNvSpPr/>
            <p:nvPr/>
          </p:nvSpPr>
          <p:spPr>
            <a:xfrm>
              <a:off x="8741831" y="2342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1" name="pt46091"/>
            <p:cNvSpPr/>
            <p:nvPr/>
          </p:nvSpPr>
          <p:spPr>
            <a:xfrm>
              <a:off x="9035373" y="1533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2" name="pt46092"/>
            <p:cNvSpPr/>
            <p:nvPr/>
          </p:nvSpPr>
          <p:spPr>
            <a:xfrm>
              <a:off x="8981853" y="2238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3" name="pt46093"/>
            <p:cNvSpPr/>
            <p:nvPr/>
          </p:nvSpPr>
          <p:spPr>
            <a:xfrm>
              <a:off x="9653069" y="2176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4" name="pt46094"/>
            <p:cNvSpPr/>
            <p:nvPr/>
          </p:nvSpPr>
          <p:spPr>
            <a:xfrm>
              <a:off x="9578717" y="2318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5" name="pt46095"/>
            <p:cNvSpPr/>
            <p:nvPr/>
          </p:nvSpPr>
          <p:spPr>
            <a:xfrm>
              <a:off x="8473354" y="2331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6" name="pt46096"/>
            <p:cNvSpPr/>
            <p:nvPr/>
          </p:nvSpPr>
          <p:spPr>
            <a:xfrm>
              <a:off x="8770040" y="2053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7" name="pt46097"/>
            <p:cNvSpPr/>
            <p:nvPr/>
          </p:nvSpPr>
          <p:spPr>
            <a:xfrm>
              <a:off x="8505430" y="2458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8" name="pt46098"/>
            <p:cNvSpPr/>
            <p:nvPr/>
          </p:nvSpPr>
          <p:spPr>
            <a:xfrm>
              <a:off x="8383485" y="2353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9" name="pt46099"/>
            <p:cNvSpPr/>
            <p:nvPr/>
          </p:nvSpPr>
          <p:spPr>
            <a:xfrm>
              <a:off x="9195417" y="1924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0" name="pt46100"/>
            <p:cNvSpPr/>
            <p:nvPr/>
          </p:nvSpPr>
          <p:spPr>
            <a:xfrm>
              <a:off x="8383485" y="2301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1" name="pt46101"/>
            <p:cNvSpPr/>
            <p:nvPr/>
          </p:nvSpPr>
          <p:spPr>
            <a:xfrm>
              <a:off x="8434097" y="2459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2" name="pt46102"/>
            <p:cNvSpPr/>
            <p:nvPr/>
          </p:nvSpPr>
          <p:spPr>
            <a:xfrm>
              <a:off x="8979888" y="2262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3" name="pt46103"/>
            <p:cNvSpPr/>
            <p:nvPr/>
          </p:nvSpPr>
          <p:spPr>
            <a:xfrm>
              <a:off x="8505430" y="243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4" name="pt46104"/>
            <p:cNvSpPr/>
            <p:nvPr/>
          </p:nvSpPr>
          <p:spPr>
            <a:xfrm>
              <a:off x="8921875" y="2145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5" name="pt46105"/>
            <p:cNvSpPr/>
            <p:nvPr/>
          </p:nvSpPr>
          <p:spPr>
            <a:xfrm>
              <a:off x="8627374" y="2273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6" name="pt46106"/>
            <p:cNvSpPr/>
            <p:nvPr/>
          </p:nvSpPr>
          <p:spPr>
            <a:xfrm>
              <a:off x="8810596" y="2058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7" name="pt46107"/>
            <p:cNvSpPr/>
            <p:nvPr/>
          </p:nvSpPr>
          <p:spPr>
            <a:xfrm>
              <a:off x="8641456" y="1970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8" name="pt46108"/>
            <p:cNvSpPr/>
            <p:nvPr/>
          </p:nvSpPr>
          <p:spPr>
            <a:xfrm>
              <a:off x="8776438" y="2187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9" name="pt46109"/>
            <p:cNvSpPr/>
            <p:nvPr/>
          </p:nvSpPr>
          <p:spPr>
            <a:xfrm>
              <a:off x="9138300" y="2044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0" name="pt46110"/>
            <p:cNvSpPr/>
            <p:nvPr/>
          </p:nvSpPr>
          <p:spPr>
            <a:xfrm>
              <a:off x="9176429" y="1713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1" name="pt46111"/>
            <p:cNvSpPr/>
            <p:nvPr/>
          </p:nvSpPr>
          <p:spPr>
            <a:xfrm>
              <a:off x="8612066" y="2189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2" name="pt46112"/>
            <p:cNvSpPr/>
            <p:nvPr/>
          </p:nvSpPr>
          <p:spPr>
            <a:xfrm>
              <a:off x="8916289" y="2158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3" name="pt46113"/>
            <p:cNvSpPr/>
            <p:nvPr/>
          </p:nvSpPr>
          <p:spPr>
            <a:xfrm>
              <a:off x="8932540" y="2086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4" name="pt46114"/>
            <p:cNvSpPr/>
            <p:nvPr/>
          </p:nvSpPr>
          <p:spPr>
            <a:xfrm>
              <a:off x="8612066" y="206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5" name="pt46115"/>
            <p:cNvSpPr/>
            <p:nvPr/>
          </p:nvSpPr>
          <p:spPr>
            <a:xfrm>
              <a:off x="9393280" y="2048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6" name="pt46116"/>
            <p:cNvSpPr/>
            <p:nvPr/>
          </p:nvSpPr>
          <p:spPr>
            <a:xfrm>
              <a:off x="8641456" y="2030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7" name="pt46117"/>
            <p:cNvSpPr/>
            <p:nvPr/>
          </p:nvSpPr>
          <p:spPr>
            <a:xfrm>
              <a:off x="8977900" y="2262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8" name="pt46118"/>
            <p:cNvSpPr/>
            <p:nvPr/>
          </p:nvSpPr>
          <p:spPr>
            <a:xfrm>
              <a:off x="9198297" y="1995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9" name="pt46119"/>
            <p:cNvSpPr/>
            <p:nvPr/>
          </p:nvSpPr>
          <p:spPr>
            <a:xfrm>
              <a:off x="8810596" y="2400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0" name="pt46120"/>
            <p:cNvSpPr/>
            <p:nvPr/>
          </p:nvSpPr>
          <p:spPr>
            <a:xfrm>
              <a:off x="8863776" y="2022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1" name="pt46121"/>
            <p:cNvSpPr/>
            <p:nvPr/>
          </p:nvSpPr>
          <p:spPr>
            <a:xfrm>
              <a:off x="9654228" y="2389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2" name="pt46122"/>
            <p:cNvSpPr/>
            <p:nvPr/>
          </p:nvSpPr>
          <p:spPr>
            <a:xfrm>
              <a:off x="9070546" y="2246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3" name="pt46123"/>
            <p:cNvSpPr/>
            <p:nvPr/>
          </p:nvSpPr>
          <p:spPr>
            <a:xfrm>
              <a:off x="9502520" y="2301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4" name="pt46124"/>
            <p:cNvSpPr/>
            <p:nvPr/>
          </p:nvSpPr>
          <p:spPr>
            <a:xfrm>
              <a:off x="9354634" y="2201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5" name="pt46125"/>
            <p:cNvSpPr/>
            <p:nvPr/>
          </p:nvSpPr>
          <p:spPr>
            <a:xfrm>
              <a:off x="9230563" y="1806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6" name="pt46126"/>
            <p:cNvSpPr/>
            <p:nvPr/>
          </p:nvSpPr>
          <p:spPr>
            <a:xfrm>
              <a:off x="9574258" y="233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7" name="pt46127"/>
            <p:cNvSpPr/>
            <p:nvPr/>
          </p:nvSpPr>
          <p:spPr>
            <a:xfrm>
              <a:off x="8995031" y="2051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8" name="pt46128"/>
            <p:cNvSpPr/>
            <p:nvPr/>
          </p:nvSpPr>
          <p:spPr>
            <a:xfrm>
              <a:off x="8749319" y="1945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9" name="pt46129"/>
            <p:cNvSpPr/>
            <p:nvPr/>
          </p:nvSpPr>
          <p:spPr>
            <a:xfrm>
              <a:off x="8556041" y="2454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0" name="pt46130"/>
            <p:cNvSpPr/>
            <p:nvPr/>
          </p:nvSpPr>
          <p:spPr>
            <a:xfrm>
              <a:off x="8383485" y="2280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1" name="pt46131"/>
            <p:cNvSpPr/>
            <p:nvPr/>
          </p:nvSpPr>
          <p:spPr>
            <a:xfrm>
              <a:off x="8654494" y="2397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2" name="pt46132"/>
            <p:cNvSpPr/>
            <p:nvPr/>
          </p:nvSpPr>
          <p:spPr>
            <a:xfrm>
              <a:off x="8788576" y="2299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3" name="pt46133"/>
            <p:cNvSpPr/>
            <p:nvPr/>
          </p:nvSpPr>
          <p:spPr>
            <a:xfrm>
              <a:off x="9087421" y="1798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4" name="pt46134"/>
            <p:cNvSpPr/>
            <p:nvPr/>
          </p:nvSpPr>
          <p:spPr>
            <a:xfrm>
              <a:off x="9289758" y="1631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5" name="pt46135"/>
            <p:cNvSpPr/>
            <p:nvPr/>
          </p:nvSpPr>
          <p:spPr>
            <a:xfrm>
              <a:off x="8666631" y="2376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6" name="pt46136"/>
            <p:cNvSpPr/>
            <p:nvPr/>
          </p:nvSpPr>
          <p:spPr>
            <a:xfrm>
              <a:off x="9070546" y="2188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7" name="pt46137"/>
            <p:cNvSpPr/>
            <p:nvPr/>
          </p:nvSpPr>
          <p:spPr>
            <a:xfrm>
              <a:off x="8556041" y="2279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8" name="pt46138"/>
            <p:cNvSpPr/>
            <p:nvPr/>
          </p:nvSpPr>
          <p:spPr>
            <a:xfrm>
              <a:off x="8434097" y="245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9" name="pt46139"/>
            <p:cNvSpPr/>
            <p:nvPr/>
          </p:nvSpPr>
          <p:spPr>
            <a:xfrm>
              <a:off x="9382590" y="2044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0" name="pt46140"/>
            <p:cNvSpPr/>
            <p:nvPr/>
          </p:nvSpPr>
          <p:spPr>
            <a:xfrm>
              <a:off x="8595298" y="2300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1" name="pt46141"/>
            <p:cNvSpPr/>
            <p:nvPr/>
          </p:nvSpPr>
          <p:spPr>
            <a:xfrm>
              <a:off x="9068168" y="2159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2" name="pt46142"/>
            <p:cNvSpPr/>
            <p:nvPr/>
          </p:nvSpPr>
          <p:spPr>
            <a:xfrm>
              <a:off x="8556041" y="2364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3" name="pt46143"/>
            <p:cNvSpPr/>
            <p:nvPr/>
          </p:nvSpPr>
          <p:spPr>
            <a:xfrm>
              <a:off x="9065758" y="2081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4" name="pt46144"/>
            <p:cNvSpPr/>
            <p:nvPr/>
          </p:nvSpPr>
          <p:spPr>
            <a:xfrm>
              <a:off x="9393280" y="197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5" name="pt46145"/>
            <p:cNvSpPr/>
            <p:nvPr/>
          </p:nvSpPr>
          <p:spPr>
            <a:xfrm>
              <a:off x="9097834" y="1905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6" name="pt46146"/>
            <p:cNvSpPr/>
            <p:nvPr/>
          </p:nvSpPr>
          <p:spPr>
            <a:xfrm>
              <a:off x="8654494" y="2472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7" name="pt46147"/>
            <p:cNvSpPr/>
            <p:nvPr/>
          </p:nvSpPr>
          <p:spPr>
            <a:xfrm>
              <a:off x="9688802" y="2279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8" name="pt46148"/>
            <p:cNvSpPr/>
            <p:nvPr/>
          </p:nvSpPr>
          <p:spPr>
            <a:xfrm>
              <a:off x="9724502" y="2255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9" name="pt46149"/>
            <p:cNvSpPr/>
            <p:nvPr/>
          </p:nvSpPr>
          <p:spPr>
            <a:xfrm>
              <a:off x="8834733" y="2252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0" name="pt46150"/>
            <p:cNvSpPr/>
            <p:nvPr/>
          </p:nvSpPr>
          <p:spPr>
            <a:xfrm>
              <a:off x="9218255" y="2088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1" name="pt46151"/>
            <p:cNvSpPr/>
            <p:nvPr/>
          </p:nvSpPr>
          <p:spPr>
            <a:xfrm>
              <a:off x="8576763" y="2429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2" name="pt46152"/>
            <p:cNvSpPr/>
            <p:nvPr/>
          </p:nvSpPr>
          <p:spPr>
            <a:xfrm>
              <a:off x="8627374" y="2115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3" name="pt46153"/>
            <p:cNvSpPr/>
            <p:nvPr/>
          </p:nvSpPr>
          <p:spPr>
            <a:xfrm>
              <a:off x="8312152" y="2352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4" name="pt46154"/>
            <p:cNvSpPr/>
            <p:nvPr/>
          </p:nvSpPr>
          <p:spPr>
            <a:xfrm>
              <a:off x="8891985" y="2186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5" name="pt46155"/>
            <p:cNvSpPr/>
            <p:nvPr/>
          </p:nvSpPr>
          <p:spPr>
            <a:xfrm>
              <a:off x="9414733" y="2114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6" name="pt46156"/>
            <p:cNvSpPr/>
            <p:nvPr/>
          </p:nvSpPr>
          <p:spPr>
            <a:xfrm>
              <a:off x="9767243" y="2391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7" name="pt46157"/>
            <p:cNvSpPr/>
            <p:nvPr/>
          </p:nvSpPr>
          <p:spPr>
            <a:xfrm>
              <a:off x="8312152" y="2351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8" name="pt46158"/>
            <p:cNvSpPr/>
            <p:nvPr/>
          </p:nvSpPr>
          <p:spPr>
            <a:xfrm>
              <a:off x="9205570" y="2010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9" name="pt46159"/>
            <p:cNvSpPr/>
            <p:nvPr/>
          </p:nvSpPr>
          <p:spPr>
            <a:xfrm>
              <a:off x="9546496" y="1942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0" name="pt46160"/>
            <p:cNvSpPr/>
            <p:nvPr/>
          </p:nvSpPr>
          <p:spPr>
            <a:xfrm>
              <a:off x="9303159" y="202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1" name="pt46161"/>
            <p:cNvSpPr/>
            <p:nvPr/>
          </p:nvSpPr>
          <p:spPr>
            <a:xfrm>
              <a:off x="9055774" y="1773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2" name="pt46162"/>
            <p:cNvSpPr/>
            <p:nvPr/>
          </p:nvSpPr>
          <p:spPr>
            <a:xfrm>
              <a:off x="8971798" y="2091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3" name="pt46163"/>
            <p:cNvSpPr/>
            <p:nvPr/>
          </p:nvSpPr>
          <p:spPr>
            <a:xfrm>
              <a:off x="9124084" y="2050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4" name="pt46164"/>
            <p:cNvSpPr/>
            <p:nvPr/>
          </p:nvSpPr>
          <p:spPr>
            <a:xfrm>
              <a:off x="8556041" y="2428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5" name="pt46165"/>
            <p:cNvSpPr/>
            <p:nvPr/>
          </p:nvSpPr>
          <p:spPr>
            <a:xfrm>
              <a:off x="8947416" y="1979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6" name="pt46166"/>
            <p:cNvSpPr/>
            <p:nvPr/>
          </p:nvSpPr>
          <p:spPr>
            <a:xfrm>
              <a:off x="8434097" y="2345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7" name="pt46167"/>
            <p:cNvSpPr/>
            <p:nvPr/>
          </p:nvSpPr>
          <p:spPr>
            <a:xfrm>
              <a:off x="8776438" y="2017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8" name="pt46168"/>
            <p:cNvSpPr/>
            <p:nvPr/>
          </p:nvSpPr>
          <p:spPr>
            <a:xfrm>
              <a:off x="8937640" y="1876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9" name="pt46169"/>
            <p:cNvSpPr/>
            <p:nvPr/>
          </p:nvSpPr>
          <p:spPr>
            <a:xfrm>
              <a:off x="8839187" y="2116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0" name="pt46170"/>
            <p:cNvSpPr/>
            <p:nvPr/>
          </p:nvSpPr>
          <p:spPr>
            <a:xfrm>
              <a:off x="8921875" y="2130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1" name="pt46171"/>
            <p:cNvSpPr/>
            <p:nvPr/>
          </p:nvSpPr>
          <p:spPr>
            <a:xfrm>
              <a:off x="9060837" y="1751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2" name="pt46172"/>
            <p:cNvSpPr/>
            <p:nvPr/>
          </p:nvSpPr>
          <p:spPr>
            <a:xfrm>
              <a:off x="8810596" y="2056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3" name="pt46173"/>
            <p:cNvSpPr/>
            <p:nvPr/>
          </p:nvSpPr>
          <p:spPr>
            <a:xfrm>
              <a:off x="9238466" y="1872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4" name="pt46174"/>
            <p:cNvSpPr/>
            <p:nvPr/>
          </p:nvSpPr>
          <p:spPr>
            <a:xfrm>
              <a:off x="8666631" y="2369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5" name="pt46175"/>
            <p:cNvSpPr/>
            <p:nvPr/>
          </p:nvSpPr>
          <p:spPr>
            <a:xfrm>
              <a:off x="8717243" y="2298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6" name="pt46176"/>
            <p:cNvSpPr/>
            <p:nvPr/>
          </p:nvSpPr>
          <p:spPr>
            <a:xfrm>
              <a:off x="8741831" y="2256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7" name="pt46177"/>
            <p:cNvSpPr/>
            <p:nvPr/>
          </p:nvSpPr>
          <p:spPr>
            <a:xfrm>
              <a:off x="8971798" y="2047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8" name="pt46178"/>
            <p:cNvSpPr/>
            <p:nvPr/>
          </p:nvSpPr>
          <p:spPr>
            <a:xfrm>
              <a:off x="9116066" y="1697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9" name="pt46179"/>
            <p:cNvSpPr/>
            <p:nvPr/>
          </p:nvSpPr>
          <p:spPr>
            <a:xfrm>
              <a:off x="9047895" y="1824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0" name="pt46180"/>
            <p:cNvSpPr/>
            <p:nvPr/>
          </p:nvSpPr>
          <p:spPr>
            <a:xfrm>
              <a:off x="9103798" y="1901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1" name="pt46181"/>
            <p:cNvSpPr/>
            <p:nvPr/>
          </p:nvSpPr>
          <p:spPr>
            <a:xfrm>
              <a:off x="8688651" y="2334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2" name="pt46182"/>
            <p:cNvSpPr/>
            <p:nvPr/>
          </p:nvSpPr>
          <p:spPr>
            <a:xfrm>
              <a:off x="8576763" y="2347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3" name="pt46183"/>
            <p:cNvSpPr/>
            <p:nvPr/>
          </p:nvSpPr>
          <p:spPr>
            <a:xfrm>
              <a:off x="9028011" y="1544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4" name="pt46184"/>
            <p:cNvSpPr/>
            <p:nvPr/>
          </p:nvSpPr>
          <p:spPr>
            <a:xfrm>
              <a:off x="9205570" y="2096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5" name="pt46185"/>
            <p:cNvSpPr/>
            <p:nvPr/>
          </p:nvSpPr>
          <p:spPr>
            <a:xfrm>
              <a:off x="8473354" y="2354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6" name="pt46186"/>
            <p:cNvSpPr/>
            <p:nvPr/>
          </p:nvSpPr>
          <p:spPr>
            <a:xfrm>
              <a:off x="8434097" y="2320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7" name="pt46187"/>
            <p:cNvSpPr/>
            <p:nvPr/>
          </p:nvSpPr>
          <p:spPr>
            <a:xfrm>
              <a:off x="8641456" y="2248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8" name="pt46188"/>
            <p:cNvSpPr/>
            <p:nvPr/>
          </p:nvSpPr>
          <p:spPr>
            <a:xfrm>
              <a:off x="9879673" y="2491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9" name="pt46189"/>
            <p:cNvSpPr/>
            <p:nvPr/>
          </p:nvSpPr>
          <p:spPr>
            <a:xfrm>
              <a:off x="8891985" y="2148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0" name="pt46190"/>
            <p:cNvSpPr/>
            <p:nvPr/>
          </p:nvSpPr>
          <p:spPr>
            <a:xfrm>
              <a:off x="8556041" y="2416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1" name="pt46191"/>
            <p:cNvSpPr/>
            <p:nvPr/>
          </p:nvSpPr>
          <p:spPr>
            <a:xfrm>
              <a:off x="9595084" y="2281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2" name="pt46192"/>
            <p:cNvSpPr/>
            <p:nvPr/>
          </p:nvSpPr>
          <p:spPr>
            <a:xfrm>
              <a:off x="9144612" y="2089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3" name="pt46193"/>
            <p:cNvSpPr/>
            <p:nvPr/>
          </p:nvSpPr>
          <p:spPr>
            <a:xfrm>
              <a:off x="8473354" y="2387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4" name="pt46194"/>
            <p:cNvSpPr/>
            <p:nvPr/>
          </p:nvSpPr>
          <p:spPr>
            <a:xfrm>
              <a:off x="8666631" y="2242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5" name="pt46195"/>
            <p:cNvSpPr/>
            <p:nvPr/>
          </p:nvSpPr>
          <p:spPr>
            <a:xfrm>
              <a:off x="9530995" y="2238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6" name="pt46196"/>
            <p:cNvSpPr/>
            <p:nvPr/>
          </p:nvSpPr>
          <p:spPr>
            <a:xfrm>
              <a:off x="8770040" y="2131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7" name="pt46197"/>
            <p:cNvSpPr/>
            <p:nvPr/>
          </p:nvSpPr>
          <p:spPr>
            <a:xfrm>
              <a:off x="8312152" y="2585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8" name="pt46198"/>
            <p:cNvSpPr/>
            <p:nvPr/>
          </p:nvSpPr>
          <p:spPr>
            <a:xfrm>
              <a:off x="8612066" y="2275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9" name="pt46199"/>
            <p:cNvSpPr/>
            <p:nvPr/>
          </p:nvSpPr>
          <p:spPr>
            <a:xfrm>
              <a:off x="8935109" y="2172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0" name="pt46200"/>
            <p:cNvSpPr/>
            <p:nvPr/>
          </p:nvSpPr>
          <p:spPr>
            <a:xfrm>
              <a:off x="8839187" y="2243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1" name="pt46201"/>
            <p:cNvSpPr/>
            <p:nvPr/>
          </p:nvSpPr>
          <p:spPr>
            <a:xfrm>
              <a:off x="8627374" y="2154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2" name="pt46202"/>
            <p:cNvSpPr/>
            <p:nvPr/>
          </p:nvSpPr>
          <p:spPr>
            <a:xfrm>
              <a:off x="9514089" y="2471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3" name="pt46203"/>
            <p:cNvSpPr/>
            <p:nvPr/>
          </p:nvSpPr>
          <p:spPr>
            <a:xfrm>
              <a:off x="9143835" y="2157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4" name="pt46204"/>
            <p:cNvSpPr/>
            <p:nvPr/>
          </p:nvSpPr>
          <p:spPr>
            <a:xfrm>
              <a:off x="8895213" y="2234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5" name="pt46205"/>
            <p:cNvSpPr/>
            <p:nvPr/>
          </p:nvSpPr>
          <p:spPr>
            <a:xfrm>
              <a:off x="9250331" y="2231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6" name="pt46206"/>
            <p:cNvSpPr/>
            <p:nvPr/>
          </p:nvSpPr>
          <p:spPr>
            <a:xfrm>
              <a:off x="9116066" y="1925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7" name="pt46207"/>
            <p:cNvSpPr/>
            <p:nvPr/>
          </p:nvSpPr>
          <p:spPr>
            <a:xfrm>
              <a:off x="8383485" y="2492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8" name="pt46208"/>
            <p:cNvSpPr/>
            <p:nvPr/>
          </p:nvSpPr>
          <p:spPr>
            <a:xfrm>
              <a:off x="9200002" y="1958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9" name="pt46209"/>
            <p:cNvSpPr/>
            <p:nvPr/>
          </p:nvSpPr>
          <p:spPr>
            <a:xfrm>
              <a:off x="9076352" y="2124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0" name="pt46210"/>
            <p:cNvSpPr/>
            <p:nvPr/>
          </p:nvSpPr>
          <p:spPr>
            <a:xfrm>
              <a:off x="8654494" y="2436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1" name="pt46211"/>
            <p:cNvSpPr/>
            <p:nvPr/>
          </p:nvSpPr>
          <p:spPr>
            <a:xfrm>
              <a:off x="8898383" y="2100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2" name="pt46212"/>
            <p:cNvSpPr/>
            <p:nvPr/>
          </p:nvSpPr>
          <p:spPr>
            <a:xfrm>
              <a:off x="8874891" y="2017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3" name="pt46213"/>
            <p:cNvSpPr/>
            <p:nvPr/>
          </p:nvSpPr>
          <p:spPr>
            <a:xfrm>
              <a:off x="8505430" y="2373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4" name="pt46214"/>
            <p:cNvSpPr/>
            <p:nvPr/>
          </p:nvSpPr>
          <p:spPr>
            <a:xfrm>
              <a:off x="8843532" y="208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5" name="pt46215"/>
            <p:cNvSpPr/>
            <p:nvPr/>
          </p:nvSpPr>
          <p:spPr>
            <a:xfrm>
              <a:off x="8935109" y="2090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6" name="pt46216"/>
            <p:cNvSpPr/>
            <p:nvPr/>
          </p:nvSpPr>
          <p:spPr>
            <a:xfrm>
              <a:off x="8799930" y="2171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7" name="pt46217"/>
            <p:cNvSpPr/>
            <p:nvPr/>
          </p:nvSpPr>
          <p:spPr>
            <a:xfrm>
              <a:off x="8921875" y="1911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8" name="pt46218"/>
            <p:cNvSpPr/>
            <p:nvPr/>
          </p:nvSpPr>
          <p:spPr>
            <a:xfrm>
              <a:off x="8434097" y="2382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9" name="pt46219"/>
            <p:cNvSpPr/>
            <p:nvPr/>
          </p:nvSpPr>
          <p:spPr>
            <a:xfrm>
              <a:off x="9433552" y="1982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0" name="pt46220"/>
            <p:cNvSpPr/>
            <p:nvPr/>
          </p:nvSpPr>
          <p:spPr>
            <a:xfrm>
              <a:off x="9143835" y="2208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1" name="pt46221"/>
            <p:cNvSpPr/>
            <p:nvPr/>
          </p:nvSpPr>
          <p:spPr>
            <a:xfrm>
              <a:off x="9070546" y="2293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2" name="pt46222"/>
            <p:cNvSpPr/>
            <p:nvPr/>
          </p:nvSpPr>
          <p:spPr>
            <a:xfrm>
              <a:off x="9005590" y="1839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3" name="pt46223"/>
            <p:cNvSpPr/>
            <p:nvPr/>
          </p:nvSpPr>
          <p:spPr>
            <a:xfrm>
              <a:off x="8987622" y="2207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4" name="pt46224"/>
            <p:cNvSpPr/>
            <p:nvPr/>
          </p:nvSpPr>
          <p:spPr>
            <a:xfrm>
              <a:off x="8776438" y="2092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5" name="pt46225"/>
            <p:cNvSpPr/>
            <p:nvPr/>
          </p:nvSpPr>
          <p:spPr>
            <a:xfrm>
              <a:off x="9075206" y="2274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6" name="pt46226"/>
            <p:cNvSpPr/>
            <p:nvPr/>
          </p:nvSpPr>
          <p:spPr>
            <a:xfrm>
              <a:off x="8855955" y="2296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7" name="pt46227"/>
            <p:cNvSpPr/>
            <p:nvPr/>
          </p:nvSpPr>
          <p:spPr>
            <a:xfrm>
              <a:off x="9021891" y="1827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8" name="pt46228"/>
            <p:cNvSpPr/>
            <p:nvPr/>
          </p:nvSpPr>
          <p:spPr>
            <a:xfrm>
              <a:off x="9431288" y="1812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9" name="pt46229"/>
            <p:cNvSpPr/>
            <p:nvPr/>
          </p:nvSpPr>
          <p:spPr>
            <a:xfrm>
              <a:off x="9577860" y="2355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0" name="pt46230"/>
            <p:cNvSpPr/>
            <p:nvPr/>
          </p:nvSpPr>
          <p:spPr>
            <a:xfrm>
              <a:off x="8505430" y="2387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1" name="pt46231"/>
            <p:cNvSpPr/>
            <p:nvPr/>
          </p:nvSpPr>
          <p:spPr>
            <a:xfrm>
              <a:off x="8863776" y="2084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2" name="pt46232"/>
            <p:cNvSpPr/>
            <p:nvPr/>
          </p:nvSpPr>
          <p:spPr>
            <a:xfrm>
              <a:off x="8532549" y="2394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3" name="pt46233"/>
            <p:cNvSpPr/>
            <p:nvPr/>
          </p:nvSpPr>
          <p:spPr>
            <a:xfrm>
              <a:off x="9514089" y="2451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4" name="pt46234"/>
            <p:cNvSpPr/>
            <p:nvPr/>
          </p:nvSpPr>
          <p:spPr>
            <a:xfrm>
              <a:off x="9666217" y="1906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5" name="pt46235"/>
            <p:cNvSpPr/>
            <p:nvPr/>
          </p:nvSpPr>
          <p:spPr>
            <a:xfrm>
              <a:off x="9279262" y="200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6" name="pt46236"/>
            <p:cNvSpPr/>
            <p:nvPr/>
          </p:nvSpPr>
          <p:spPr>
            <a:xfrm>
              <a:off x="8595298" y="2219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7" name="pt46237"/>
            <p:cNvSpPr/>
            <p:nvPr/>
          </p:nvSpPr>
          <p:spPr>
            <a:xfrm>
              <a:off x="8654494" y="2442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8" name="pt46238"/>
            <p:cNvSpPr/>
            <p:nvPr/>
          </p:nvSpPr>
          <p:spPr>
            <a:xfrm>
              <a:off x="8434097" y="2499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9" name="pt46239"/>
            <p:cNvSpPr/>
            <p:nvPr/>
          </p:nvSpPr>
          <p:spPr>
            <a:xfrm>
              <a:off x="8965476" y="2072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0" name="pt46240"/>
            <p:cNvSpPr/>
            <p:nvPr/>
          </p:nvSpPr>
          <p:spPr>
            <a:xfrm>
              <a:off x="8505430" y="2375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1" name="pt46241"/>
            <p:cNvSpPr/>
            <p:nvPr/>
          </p:nvSpPr>
          <p:spPr>
            <a:xfrm>
              <a:off x="8741831" y="2063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2" name="pt46242"/>
            <p:cNvSpPr/>
            <p:nvPr/>
          </p:nvSpPr>
          <p:spPr>
            <a:xfrm>
              <a:off x="8859909" y="1910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3" name="pt46243"/>
            <p:cNvSpPr/>
            <p:nvPr/>
          </p:nvSpPr>
          <p:spPr>
            <a:xfrm>
              <a:off x="8666631" y="2461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4" name="pt46244"/>
            <p:cNvSpPr/>
            <p:nvPr/>
          </p:nvSpPr>
          <p:spPr>
            <a:xfrm>
              <a:off x="9386161" y="1963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5" name="pt46245"/>
            <p:cNvSpPr/>
            <p:nvPr/>
          </p:nvSpPr>
          <p:spPr>
            <a:xfrm>
              <a:off x="9332911" y="2143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6" name="pt46246"/>
            <p:cNvSpPr/>
            <p:nvPr/>
          </p:nvSpPr>
          <p:spPr>
            <a:xfrm>
              <a:off x="9045188" y="1804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7" name="pt46247"/>
            <p:cNvSpPr/>
            <p:nvPr/>
          </p:nvSpPr>
          <p:spPr>
            <a:xfrm>
              <a:off x="8995031" y="2149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8" name="pt46248"/>
            <p:cNvSpPr/>
            <p:nvPr/>
          </p:nvSpPr>
          <p:spPr>
            <a:xfrm>
              <a:off x="9461505" y="2038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9" name="pt46249"/>
            <p:cNvSpPr/>
            <p:nvPr/>
          </p:nvSpPr>
          <p:spPr>
            <a:xfrm>
              <a:off x="8576763" y="2563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0" name="pt46250"/>
            <p:cNvSpPr/>
            <p:nvPr/>
          </p:nvSpPr>
          <p:spPr>
            <a:xfrm>
              <a:off x="8666631" y="2443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1" name="pt46251"/>
            <p:cNvSpPr/>
            <p:nvPr/>
          </p:nvSpPr>
          <p:spPr>
            <a:xfrm>
              <a:off x="8839187" y="2169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2" name="pt46252"/>
            <p:cNvSpPr/>
            <p:nvPr/>
          </p:nvSpPr>
          <p:spPr>
            <a:xfrm>
              <a:off x="8532549" y="246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3" name="pt46253"/>
            <p:cNvSpPr/>
            <p:nvPr/>
          </p:nvSpPr>
          <p:spPr>
            <a:xfrm>
              <a:off x="9201130" y="2023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4" name="pt46254"/>
            <p:cNvSpPr/>
            <p:nvPr/>
          </p:nvSpPr>
          <p:spPr>
            <a:xfrm>
              <a:off x="9241172" y="1914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5" name="pt46255"/>
            <p:cNvSpPr/>
            <p:nvPr/>
          </p:nvSpPr>
          <p:spPr>
            <a:xfrm>
              <a:off x="8383485" y="2346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6" name="pt46256"/>
            <p:cNvSpPr/>
            <p:nvPr/>
          </p:nvSpPr>
          <p:spPr>
            <a:xfrm>
              <a:off x="8556041" y="2518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7" name="pt46257"/>
            <p:cNvSpPr/>
            <p:nvPr/>
          </p:nvSpPr>
          <p:spPr>
            <a:xfrm>
              <a:off x="8505430" y="2443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8" name="pt46258"/>
            <p:cNvSpPr/>
            <p:nvPr/>
          </p:nvSpPr>
          <p:spPr>
            <a:xfrm>
              <a:off x="9124084" y="2188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9" name="pt46259"/>
            <p:cNvSpPr/>
            <p:nvPr/>
          </p:nvSpPr>
          <p:spPr>
            <a:xfrm>
              <a:off x="9047895" y="1852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0" name="pt46260"/>
            <p:cNvSpPr/>
            <p:nvPr/>
          </p:nvSpPr>
          <p:spPr>
            <a:xfrm>
              <a:off x="8505430" y="2346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1" name="pt46261"/>
            <p:cNvSpPr/>
            <p:nvPr/>
          </p:nvSpPr>
          <p:spPr>
            <a:xfrm>
              <a:off x="8556041" y="2416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2" name="pt46262"/>
            <p:cNvSpPr/>
            <p:nvPr/>
          </p:nvSpPr>
          <p:spPr>
            <a:xfrm>
              <a:off x="9396086" y="2187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3" name="pt46263"/>
            <p:cNvSpPr/>
            <p:nvPr/>
          </p:nvSpPr>
          <p:spPr>
            <a:xfrm>
              <a:off x="8312152" y="2441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4" name="pt46264"/>
            <p:cNvSpPr/>
            <p:nvPr/>
          </p:nvSpPr>
          <p:spPr>
            <a:xfrm>
              <a:off x="8595298" y="2158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5" name="pt46265"/>
            <p:cNvSpPr/>
            <p:nvPr/>
          </p:nvSpPr>
          <p:spPr>
            <a:xfrm>
              <a:off x="8717243" y="225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6" name="pt46266"/>
            <p:cNvSpPr/>
            <p:nvPr/>
          </p:nvSpPr>
          <p:spPr>
            <a:xfrm>
              <a:off x="8741831" y="218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7" name="pt46267"/>
            <p:cNvSpPr/>
            <p:nvPr/>
          </p:nvSpPr>
          <p:spPr>
            <a:xfrm>
              <a:off x="8717243" y="1921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8" name="pt46268"/>
            <p:cNvSpPr/>
            <p:nvPr/>
          </p:nvSpPr>
          <p:spPr>
            <a:xfrm>
              <a:off x="8741831" y="216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9" name="pt46269"/>
            <p:cNvSpPr/>
            <p:nvPr/>
          </p:nvSpPr>
          <p:spPr>
            <a:xfrm>
              <a:off x="8805344" y="2375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0" name="pt46270"/>
            <p:cNvSpPr/>
            <p:nvPr/>
          </p:nvSpPr>
          <p:spPr>
            <a:xfrm>
              <a:off x="8770040" y="2069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1" name="pt46271"/>
            <p:cNvSpPr/>
            <p:nvPr/>
          </p:nvSpPr>
          <p:spPr>
            <a:xfrm>
              <a:off x="8907564" y="155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2" name="pt46272"/>
            <p:cNvSpPr/>
            <p:nvPr/>
          </p:nvSpPr>
          <p:spPr>
            <a:xfrm>
              <a:off x="9275251" y="2031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3" name="pt46273"/>
            <p:cNvSpPr/>
            <p:nvPr/>
          </p:nvSpPr>
          <p:spPr>
            <a:xfrm>
              <a:off x="8945023" y="1791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4" name="pt46274"/>
            <p:cNvSpPr/>
            <p:nvPr/>
          </p:nvSpPr>
          <p:spPr>
            <a:xfrm>
              <a:off x="8576763" y="2437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5" name="pt46275"/>
            <p:cNvSpPr/>
            <p:nvPr/>
          </p:nvSpPr>
          <p:spPr>
            <a:xfrm>
              <a:off x="9021891" y="1841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6" name="pt46276"/>
            <p:cNvSpPr/>
            <p:nvPr/>
          </p:nvSpPr>
          <p:spPr>
            <a:xfrm>
              <a:off x="8532549" y="2419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7" name="pt46277"/>
            <p:cNvSpPr/>
            <p:nvPr/>
          </p:nvSpPr>
          <p:spPr>
            <a:xfrm>
              <a:off x="9444456" y="1909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8" name="pt46278"/>
            <p:cNvSpPr/>
            <p:nvPr/>
          </p:nvSpPr>
          <p:spPr>
            <a:xfrm>
              <a:off x="8725827" y="2285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9" name="pt46279"/>
            <p:cNvSpPr/>
            <p:nvPr/>
          </p:nvSpPr>
          <p:spPr>
            <a:xfrm>
              <a:off x="8576763" y="2421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0" name="pt46280"/>
            <p:cNvSpPr/>
            <p:nvPr/>
          </p:nvSpPr>
          <p:spPr>
            <a:xfrm>
              <a:off x="8859909" y="2006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1" name="pt46281"/>
            <p:cNvSpPr/>
            <p:nvPr/>
          </p:nvSpPr>
          <p:spPr>
            <a:xfrm>
              <a:off x="9349631" y="2112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2" name="pt46282"/>
            <p:cNvSpPr/>
            <p:nvPr/>
          </p:nvSpPr>
          <p:spPr>
            <a:xfrm>
              <a:off x="8505430" y="2519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3" name="pt46283"/>
            <p:cNvSpPr/>
            <p:nvPr/>
          </p:nvSpPr>
          <p:spPr>
            <a:xfrm>
              <a:off x="8612066" y="2231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4" name="pt46284"/>
            <p:cNvSpPr/>
            <p:nvPr/>
          </p:nvSpPr>
          <p:spPr>
            <a:xfrm>
              <a:off x="9143835" y="2070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5" name="pt46285"/>
            <p:cNvSpPr/>
            <p:nvPr/>
          </p:nvSpPr>
          <p:spPr>
            <a:xfrm>
              <a:off x="8312152" y="2429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6" name="pt46286"/>
            <p:cNvSpPr/>
            <p:nvPr/>
          </p:nvSpPr>
          <p:spPr>
            <a:xfrm>
              <a:off x="8913428" y="2351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7" name="pt46287"/>
            <p:cNvSpPr/>
            <p:nvPr/>
          </p:nvSpPr>
          <p:spPr>
            <a:xfrm>
              <a:off x="8641456" y="2032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8" name="pt46288"/>
            <p:cNvSpPr/>
            <p:nvPr/>
          </p:nvSpPr>
          <p:spPr>
            <a:xfrm>
              <a:off x="8434097" y="2211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9" name="pt46289"/>
            <p:cNvSpPr/>
            <p:nvPr/>
          </p:nvSpPr>
          <p:spPr>
            <a:xfrm>
              <a:off x="8725827" y="2016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0" name="pt46290"/>
            <p:cNvSpPr/>
            <p:nvPr/>
          </p:nvSpPr>
          <p:spPr>
            <a:xfrm>
              <a:off x="8473354" y="2525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1" name="pt46291"/>
            <p:cNvSpPr/>
            <p:nvPr/>
          </p:nvSpPr>
          <p:spPr>
            <a:xfrm>
              <a:off x="8987622" y="2186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2" name="pt46292"/>
            <p:cNvSpPr/>
            <p:nvPr/>
          </p:nvSpPr>
          <p:spPr>
            <a:xfrm>
              <a:off x="8434097" y="2436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3" name="pt46293"/>
            <p:cNvSpPr/>
            <p:nvPr/>
          </p:nvSpPr>
          <p:spPr>
            <a:xfrm>
              <a:off x="8627374" y="2300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4" name="pt46294"/>
            <p:cNvSpPr/>
            <p:nvPr/>
          </p:nvSpPr>
          <p:spPr>
            <a:xfrm>
              <a:off x="9427293" y="1979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5" name="pt46295"/>
            <p:cNvSpPr/>
            <p:nvPr/>
          </p:nvSpPr>
          <p:spPr>
            <a:xfrm>
              <a:off x="8434097" y="2488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6" name="pt46296"/>
            <p:cNvSpPr/>
            <p:nvPr/>
          </p:nvSpPr>
          <p:spPr>
            <a:xfrm>
              <a:off x="8595298" y="2223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7" name="pt46297"/>
            <p:cNvSpPr/>
            <p:nvPr/>
          </p:nvSpPr>
          <p:spPr>
            <a:xfrm>
              <a:off x="8576763" y="2310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8" name="pt46298"/>
            <p:cNvSpPr/>
            <p:nvPr/>
          </p:nvSpPr>
          <p:spPr>
            <a:xfrm>
              <a:off x="8312152" y="243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9" name="pt46299"/>
            <p:cNvSpPr/>
            <p:nvPr/>
          </p:nvSpPr>
          <p:spPr>
            <a:xfrm>
              <a:off x="8717243" y="2268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0" name="pt46300"/>
            <p:cNvSpPr/>
            <p:nvPr/>
          </p:nvSpPr>
          <p:spPr>
            <a:xfrm>
              <a:off x="8794345" y="2182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1" name="pt46301"/>
            <p:cNvSpPr/>
            <p:nvPr/>
          </p:nvSpPr>
          <p:spPr>
            <a:xfrm>
              <a:off x="9393280" y="1968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2" name="pt46302"/>
            <p:cNvSpPr/>
            <p:nvPr/>
          </p:nvSpPr>
          <p:spPr>
            <a:xfrm>
              <a:off x="8834733" y="2208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3" name="pt46303"/>
            <p:cNvSpPr/>
            <p:nvPr/>
          </p:nvSpPr>
          <p:spPr>
            <a:xfrm>
              <a:off x="9124084" y="1996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4" name="pt46304"/>
            <p:cNvSpPr/>
            <p:nvPr/>
          </p:nvSpPr>
          <p:spPr>
            <a:xfrm>
              <a:off x="8383485" y="2342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5" name="pt46305"/>
            <p:cNvSpPr/>
            <p:nvPr/>
          </p:nvSpPr>
          <p:spPr>
            <a:xfrm>
              <a:off x="8654494" y="2518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6" name="pt46306"/>
            <p:cNvSpPr/>
            <p:nvPr/>
          </p:nvSpPr>
          <p:spPr>
            <a:xfrm>
              <a:off x="8556041" y="2421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7" name="pt46307"/>
            <p:cNvSpPr/>
            <p:nvPr/>
          </p:nvSpPr>
          <p:spPr>
            <a:xfrm>
              <a:off x="9396086" y="2213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8" name="pt46308"/>
            <p:cNvSpPr/>
            <p:nvPr/>
          </p:nvSpPr>
          <p:spPr>
            <a:xfrm>
              <a:off x="8383485" y="2152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9" name="pt46309"/>
            <p:cNvSpPr/>
            <p:nvPr/>
          </p:nvSpPr>
          <p:spPr>
            <a:xfrm>
              <a:off x="8505430" y="2441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0" name="pt46310"/>
            <p:cNvSpPr/>
            <p:nvPr/>
          </p:nvSpPr>
          <p:spPr>
            <a:xfrm>
              <a:off x="8666631" y="2221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1" name="pt46311"/>
            <p:cNvSpPr/>
            <p:nvPr/>
          </p:nvSpPr>
          <p:spPr>
            <a:xfrm>
              <a:off x="8734011" y="2259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2" name="pt46312"/>
            <p:cNvSpPr/>
            <p:nvPr/>
          </p:nvSpPr>
          <p:spPr>
            <a:xfrm>
              <a:off x="8863776" y="2160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3" name="pt46313"/>
            <p:cNvSpPr/>
            <p:nvPr/>
          </p:nvSpPr>
          <p:spPr>
            <a:xfrm>
              <a:off x="8830164" y="2051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4" name="pt46314"/>
            <p:cNvSpPr/>
            <p:nvPr/>
          </p:nvSpPr>
          <p:spPr>
            <a:xfrm>
              <a:off x="8947416" y="2033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5" name="pt46315"/>
            <p:cNvSpPr/>
            <p:nvPr/>
          </p:nvSpPr>
          <p:spPr>
            <a:xfrm>
              <a:off x="8473354" y="2488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6" name="pt46316"/>
            <p:cNvSpPr/>
            <p:nvPr/>
          </p:nvSpPr>
          <p:spPr>
            <a:xfrm>
              <a:off x="9237554" y="1974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7" name="pt46317"/>
            <p:cNvSpPr/>
            <p:nvPr/>
          </p:nvSpPr>
          <p:spPr>
            <a:xfrm>
              <a:off x="8843532" y="2068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8" name="pt46318"/>
            <p:cNvSpPr/>
            <p:nvPr/>
          </p:nvSpPr>
          <p:spPr>
            <a:xfrm>
              <a:off x="9075206" y="2209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9" name="pt46319"/>
            <p:cNvSpPr/>
            <p:nvPr/>
          </p:nvSpPr>
          <p:spPr>
            <a:xfrm>
              <a:off x="8627374" y="2049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0" name="pt46320"/>
            <p:cNvSpPr/>
            <p:nvPr/>
          </p:nvSpPr>
          <p:spPr>
            <a:xfrm>
              <a:off x="8954408" y="1691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1" name="pt46321"/>
            <p:cNvSpPr/>
            <p:nvPr/>
          </p:nvSpPr>
          <p:spPr>
            <a:xfrm>
              <a:off x="8612066" y="2155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2" name="pt46322"/>
            <p:cNvSpPr/>
            <p:nvPr/>
          </p:nvSpPr>
          <p:spPr>
            <a:xfrm>
              <a:off x="8874891" y="2010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3" name="pt46323"/>
            <p:cNvSpPr/>
            <p:nvPr/>
          </p:nvSpPr>
          <p:spPr>
            <a:xfrm>
              <a:off x="8776438" y="2064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4" name="pt46324"/>
            <p:cNvSpPr/>
            <p:nvPr/>
          </p:nvSpPr>
          <p:spPr>
            <a:xfrm>
              <a:off x="8312152" y="2469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5" name="pt46325"/>
            <p:cNvSpPr/>
            <p:nvPr/>
          </p:nvSpPr>
          <p:spPr>
            <a:xfrm>
              <a:off x="8734011" y="2212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6" name="pt46326"/>
            <p:cNvSpPr/>
            <p:nvPr/>
          </p:nvSpPr>
          <p:spPr>
            <a:xfrm>
              <a:off x="9237554" y="1962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7" name="pt46327"/>
            <p:cNvSpPr/>
            <p:nvPr/>
          </p:nvSpPr>
          <p:spPr>
            <a:xfrm>
              <a:off x="8859909" y="2004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8" name="pt46328"/>
            <p:cNvSpPr/>
            <p:nvPr/>
          </p:nvSpPr>
          <p:spPr>
            <a:xfrm>
              <a:off x="8641456" y="2218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9" name="pt46329"/>
            <p:cNvSpPr/>
            <p:nvPr/>
          </p:nvSpPr>
          <p:spPr>
            <a:xfrm>
              <a:off x="9285982" y="1958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0" name="pt46330"/>
            <p:cNvSpPr/>
            <p:nvPr/>
          </p:nvSpPr>
          <p:spPr>
            <a:xfrm>
              <a:off x="9250331" y="2237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1" name="pt46331"/>
            <p:cNvSpPr/>
            <p:nvPr/>
          </p:nvSpPr>
          <p:spPr>
            <a:xfrm>
              <a:off x="8473354" y="2257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2" name="pt46332"/>
            <p:cNvSpPr/>
            <p:nvPr/>
          </p:nvSpPr>
          <p:spPr>
            <a:xfrm>
              <a:off x="9574258" y="2369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3" name="pt46333"/>
            <p:cNvSpPr/>
            <p:nvPr/>
          </p:nvSpPr>
          <p:spPr>
            <a:xfrm>
              <a:off x="8977900" y="2252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4" name="pt46334"/>
            <p:cNvSpPr/>
            <p:nvPr/>
          </p:nvSpPr>
          <p:spPr>
            <a:xfrm>
              <a:off x="8830164" y="2176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5" name="pt46335"/>
            <p:cNvSpPr/>
            <p:nvPr/>
          </p:nvSpPr>
          <p:spPr>
            <a:xfrm>
              <a:off x="8312152" y="2285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6" name="pt46336"/>
            <p:cNvSpPr/>
            <p:nvPr/>
          </p:nvSpPr>
          <p:spPr>
            <a:xfrm>
              <a:off x="8576763" y="2473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7" name="pt46337"/>
            <p:cNvSpPr/>
            <p:nvPr/>
          </p:nvSpPr>
          <p:spPr>
            <a:xfrm>
              <a:off x="8654494" y="2463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8" name="pt46338"/>
            <p:cNvSpPr/>
            <p:nvPr/>
          </p:nvSpPr>
          <p:spPr>
            <a:xfrm>
              <a:off x="8921875" y="2250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9" name="pt46339"/>
            <p:cNvSpPr/>
            <p:nvPr/>
          </p:nvSpPr>
          <p:spPr>
            <a:xfrm>
              <a:off x="9381988" y="2102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0" name="pt46340"/>
            <p:cNvSpPr/>
            <p:nvPr/>
          </p:nvSpPr>
          <p:spPr>
            <a:xfrm>
              <a:off x="9318519" y="1890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1" name="pt46341"/>
            <p:cNvSpPr/>
            <p:nvPr/>
          </p:nvSpPr>
          <p:spPr>
            <a:xfrm>
              <a:off x="8698707" y="2366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2" name="pt46342"/>
            <p:cNvSpPr/>
            <p:nvPr/>
          </p:nvSpPr>
          <p:spPr>
            <a:xfrm>
              <a:off x="8641456" y="2031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3" name="pt46343"/>
            <p:cNvSpPr/>
            <p:nvPr/>
          </p:nvSpPr>
          <p:spPr>
            <a:xfrm>
              <a:off x="8954408" y="1867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4" name="pt46344"/>
            <p:cNvSpPr/>
            <p:nvPr/>
          </p:nvSpPr>
          <p:spPr>
            <a:xfrm>
              <a:off x="8867559" y="1885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5" name="pt46345"/>
            <p:cNvSpPr/>
            <p:nvPr/>
          </p:nvSpPr>
          <p:spPr>
            <a:xfrm>
              <a:off x="8937640" y="1873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6" name="pt46346"/>
            <p:cNvSpPr/>
            <p:nvPr/>
          </p:nvSpPr>
          <p:spPr>
            <a:xfrm>
              <a:off x="9427293" y="1976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7" name="pt46347"/>
            <p:cNvSpPr/>
            <p:nvPr/>
          </p:nvSpPr>
          <p:spPr>
            <a:xfrm>
              <a:off x="8576763" y="2343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8" name="pt46348"/>
            <p:cNvSpPr/>
            <p:nvPr/>
          </p:nvSpPr>
          <p:spPr>
            <a:xfrm>
              <a:off x="8863776" y="202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9" name="pt46349"/>
            <p:cNvSpPr/>
            <p:nvPr/>
          </p:nvSpPr>
          <p:spPr>
            <a:xfrm>
              <a:off x="9065758" y="2075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0" name="pt46350"/>
            <p:cNvSpPr/>
            <p:nvPr/>
          </p:nvSpPr>
          <p:spPr>
            <a:xfrm>
              <a:off x="8556041" y="2542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1" name="pt46351"/>
            <p:cNvSpPr/>
            <p:nvPr/>
          </p:nvSpPr>
          <p:spPr>
            <a:xfrm>
              <a:off x="8961132" y="2091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2" name="pt46352"/>
            <p:cNvSpPr/>
            <p:nvPr/>
          </p:nvSpPr>
          <p:spPr>
            <a:xfrm>
              <a:off x="8963317" y="2085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3" name="pt46353"/>
            <p:cNvSpPr/>
            <p:nvPr/>
          </p:nvSpPr>
          <p:spPr>
            <a:xfrm>
              <a:off x="8505430" y="2547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4" name="pt46354"/>
            <p:cNvSpPr/>
            <p:nvPr/>
          </p:nvSpPr>
          <p:spPr>
            <a:xfrm>
              <a:off x="8770040" y="2160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5" name="pt46355"/>
            <p:cNvSpPr/>
            <p:nvPr/>
          </p:nvSpPr>
          <p:spPr>
            <a:xfrm>
              <a:off x="8734011" y="2207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6" name="pt46356"/>
            <p:cNvSpPr/>
            <p:nvPr/>
          </p:nvSpPr>
          <p:spPr>
            <a:xfrm>
              <a:off x="9135874" y="2063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7" name="pt46357"/>
            <p:cNvSpPr/>
            <p:nvPr/>
          </p:nvSpPr>
          <p:spPr>
            <a:xfrm>
              <a:off x="8881929" y="2243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8" name="pt46358"/>
            <p:cNvSpPr/>
            <p:nvPr/>
          </p:nvSpPr>
          <p:spPr>
            <a:xfrm>
              <a:off x="8776438" y="1993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9" name="pt46359"/>
            <p:cNvSpPr/>
            <p:nvPr/>
          </p:nvSpPr>
          <p:spPr>
            <a:xfrm>
              <a:off x="8312152" y="2495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0" name="pt46360"/>
            <p:cNvSpPr/>
            <p:nvPr/>
          </p:nvSpPr>
          <p:spPr>
            <a:xfrm>
              <a:off x="8576763" y="2385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1" name="pt46361"/>
            <p:cNvSpPr/>
            <p:nvPr/>
          </p:nvSpPr>
          <p:spPr>
            <a:xfrm>
              <a:off x="9498107" y="2399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2" name="pt46362"/>
            <p:cNvSpPr/>
            <p:nvPr/>
          </p:nvSpPr>
          <p:spPr>
            <a:xfrm>
              <a:off x="8595298" y="2220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3" name="pt46363"/>
            <p:cNvSpPr/>
            <p:nvPr/>
          </p:nvSpPr>
          <p:spPr>
            <a:xfrm>
              <a:off x="8971798" y="2060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4" name="pt46364"/>
            <p:cNvSpPr/>
            <p:nvPr/>
          </p:nvSpPr>
          <p:spPr>
            <a:xfrm>
              <a:off x="8505430" y="2405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5" name="pt46365"/>
            <p:cNvSpPr/>
            <p:nvPr/>
          </p:nvSpPr>
          <p:spPr>
            <a:xfrm>
              <a:off x="8815695" y="2099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6" name="pt46366"/>
            <p:cNvSpPr/>
            <p:nvPr/>
          </p:nvSpPr>
          <p:spPr>
            <a:xfrm>
              <a:off x="9767198" y="2426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7" name="pt46367"/>
            <p:cNvSpPr/>
            <p:nvPr/>
          </p:nvSpPr>
          <p:spPr>
            <a:xfrm>
              <a:off x="9250331" y="2180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8" name="pt46368"/>
            <p:cNvSpPr/>
            <p:nvPr/>
          </p:nvSpPr>
          <p:spPr>
            <a:xfrm>
              <a:off x="9097834" y="1929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9" name="pt46369"/>
            <p:cNvSpPr/>
            <p:nvPr/>
          </p:nvSpPr>
          <p:spPr>
            <a:xfrm>
              <a:off x="9217744" y="2075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0" name="pt46370"/>
            <p:cNvSpPr/>
            <p:nvPr/>
          </p:nvSpPr>
          <p:spPr>
            <a:xfrm>
              <a:off x="9448910" y="1909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1" name="pt46371"/>
            <p:cNvSpPr/>
            <p:nvPr/>
          </p:nvSpPr>
          <p:spPr>
            <a:xfrm>
              <a:off x="8825472" y="2082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2" name="pt46372"/>
            <p:cNvSpPr/>
            <p:nvPr/>
          </p:nvSpPr>
          <p:spPr>
            <a:xfrm>
              <a:off x="8688651" y="2386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3" name="pt46373"/>
            <p:cNvSpPr/>
            <p:nvPr/>
          </p:nvSpPr>
          <p:spPr>
            <a:xfrm>
              <a:off x="9310253" y="1938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4" name="pt46374"/>
            <p:cNvSpPr/>
            <p:nvPr/>
          </p:nvSpPr>
          <p:spPr>
            <a:xfrm>
              <a:off x="8919104" y="2147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5" name="pt46375"/>
            <p:cNvSpPr/>
            <p:nvPr/>
          </p:nvSpPr>
          <p:spPr>
            <a:xfrm>
              <a:off x="8434097" y="2504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6" name="pt46376"/>
            <p:cNvSpPr/>
            <p:nvPr/>
          </p:nvSpPr>
          <p:spPr>
            <a:xfrm>
              <a:off x="9028011" y="1756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7" name="pt46377"/>
            <p:cNvSpPr/>
            <p:nvPr/>
          </p:nvSpPr>
          <p:spPr>
            <a:xfrm>
              <a:off x="9578717" y="2408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8" name="pt46378"/>
            <p:cNvSpPr/>
            <p:nvPr/>
          </p:nvSpPr>
          <p:spPr>
            <a:xfrm>
              <a:off x="8763400" y="2153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9" name="pt46379"/>
            <p:cNvSpPr/>
            <p:nvPr/>
          </p:nvSpPr>
          <p:spPr>
            <a:xfrm>
              <a:off x="8708219" y="2342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0" name="pt46380"/>
            <p:cNvSpPr/>
            <p:nvPr/>
          </p:nvSpPr>
          <p:spPr>
            <a:xfrm>
              <a:off x="8776438" y="2025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1" name="pt46381"/>
            <p:cNvSpPr/>
            <p:nvPr/>
          </p:nvSpPr>
          <p:spPr>
            <a:xfrm>
              <a:off x="8734011" y="2155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2" name="pt46382"/>
            <p:cNvSpPr/>
            <p:nvPr/>
          </p:nvSpPr>
          <p:spPr>
            <a:xfrm>
              <a:off x="9378331" y="2142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3" name="pt46383"/>
            <p:cNvSpPr/>
            <p:nvPr/>
          </p:nvSpPr>
          <p:spPr>
            <a:xfrm>
              <a:off x="9051878" y="1808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4" name="pt46384"/>
            <p:cNvSpPr/>
            <p:nvPr/>
          </p:nvSpPr>
          <p:spPr>
            <a:xfrm>
              <a:off x="8312152" y="240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5" name="pt46385"/>
            <p:cNvSpPr/>
            <p:nvPr/>
          </p:nvSpPr>
          <p:spPr>
            <a:xfrm>
              <a:off x="8698707" y="2364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6" name="pt46386"/>
            <p:cNvSpPr/>
            <p:nvPr/>
          </p:nvSpPr>
          <p:spPr>
            <a:xfrm>
              <a:off x="9028011" y="1746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7" name="pt46387"/>
            <p:cNvSpPr/>
            <p:nvPr/>
          </p:nvSpPr>
          <p:spPr>
            <a:xfrm>
              <a:off x="8434097" y="2275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8" name="pt46388"/>
            <p:cNvSpPr/>
            <p:nvPr/>
          </p:nvSpPr>
          <p:spPr>
            <a:xfrm>
              <a:off x="9010641" y="2050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9" name="pt46389"/>
            <p:cNvSpPr/>
            <p:nvPr/>
          </p:nvSpPr>
          <p:spPr>
            <a:xfrm>
              <a:off x="8688651" y="2373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0" name="pt46390"/>
            <p:cNvSpPr/>
            <p:nvPr/>
          </p:nvSpPr>
          <p:spPr>
            <a:xfrm>
              <a:off x="8595298" y="2247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1" name="pt46391"/>
            <p:cNvSpPr/>
            <p:nvPr/>
          </p:nvSpPr>
          <p:spPr>
            <a:xfrm>
              <a:off x="8788576" y="2295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2" name="pt46392"/>
            <p:cNvSpPr/>
            <p:nvPr/>
          </p:nvSpPr>
          <p:spPr>
            <a:xfrm>
              <a:off x="8383485" y="2366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3" name="pt46393"/>
            <p:cNvSpPr/>
            <p:nvPr/>
          </p:nvSpPr>
          <p:spPr>
            <a:xfrm>
              <a:off x="9603616" y="2542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4" name="pt46394"/>
            <p:cNvSpPr/>
            <p:nvPr/>
          </p:nvSpPr>
          <p:spPr>
            <a:xfrm>
              <a:off x="9241172" y="1965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5" name="pt46395"/>
            <p:cNvSpPr/>
            <p:nvPr/>
          </p:nvSpPr>
          <p:spPr>
            <a:xfrm>
              <a:off x="8473354" y="2303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6" name="pt46396"/>
            <p:cNvSpPr/>
            <p:nvPr/>
          </p:nvSpPr>
          <p:spPr>
            <a:xfrm>
              <a:off x="9007289" y="1939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7" name="pt46397"/>
            <p:cNvSpPr/>
            <p:nvPr/>
          </p:nvSpPr>
          <p:spPr>
            <a:xfrm>
              <a:off x="8847771" y="2145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8" name="pt46398"/>
            <p:cNvSpPr/>
            <p:nvPr/>
          </p:nvSpPr>
          <p:spPr>
            <a:xfrm>
              <a:off x="8654494" y="2498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9" name="pt46399"/>
            <p:cNvSpPr/>
            <p:nvPr/>
          </p:nvSpPr>
          <p:spPr>
            <a:xfrm>
              <a:off x="8788576" y="2266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0" name="pt46400"/>
            <p:cNvSpPr/>
            <p:nvPr/>
          </p:nvSpPr>
          <p:spPr>
            <a:xfrm>
              <a:off x="9062080" y="1685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1" name="pt46401"/>
            <p:cNvSpPr/>
            <p:nvPr/>
          </p:nvSpPr>
          <p:spPr>
            <a:xfrm>
              <a:off x="9094774" y="1817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2" name="pt46402"/>
            <p:cNvSpPr/>
            <p:nvPr/>
          </p:nvSpPr>
          <p:spPr>
            <a:xfrm>
              <a:off x="9354634" y="2146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3" name="pt46403"/>
            <p:cNvSpPr/>
            <p:nvPr/>
          </p:nvSpPr>
          <p:spPr>
            <a:xfrm>
              <a:off x="8556041" y="2382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4" name="pt46404"/>
            <p:cNvSpPr/>
            <p:nvPr/>
          </p:nvSpPr>
          <p:spPr>
            <a:xfrm>
              <a:off x="9881517" y="2623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5" name="pt46405"/>
            <p:cNvSpPr/>
            <p:nvPr/>
          </p:nvSpPr>
          <p:spPr>
            <a:xfrm>
              <a:off x="8473354" y="2414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6" name="pt46406"/>
            <p:cNvSpPr/>
            <p:nvPr/>
          </p:nvSpPr>
          <p:spPr>
            <a:xfrm>
              <a:off x="9168491" y="2154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7" name="pt46407"/>
            <p:cNvSpPr/>
            <p:nvPr/>
          </p:nvSpPr>
          <p:spPr>
            <a:xfrm>
              <a:off x="8947416" y="1850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8" name="pt46408"/>
            <p:cNvSpPr/>
            <p:nvPr/>
          </p:nvSpPr>
          <p:spPr>
            <a:xfrm>
              <a:off x="9062080" y="1768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9" name="pt46409"/>
            <p:cNvSpPr/>
            <p:nvPr/>
          </p:nvSpPr>
          <p:spPr>
            <a:xfrm>
              <a:off x="9697445" y="156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0" name="pt46410"/>
            <p:cNvSpPr/>
            <p:nvPr/>
          </p:nvSpPr>
          <p:spPr>
            <a:xfrm>
              <a:off x="8434097" y="2467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1" name="pt46411"/>
            <p:cNvSpPr/>
            <p:nvPr/>
          </p:nvSpPr>
          <p:spPr>
            <a:xfrm>
              <a:off x="8654494" y="2347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2" name="pt46412"/>
            <p:cNvSpPr/>
            <p:nvPr/>
          </p:nvSpPr>
          <p:spPr>
            <a:xfrm>
              <a:off x="8434097" y="2425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3" name="pt46413"/>
            <p:cNvSpPr/>
            <p:nvPr/>
          </p:nvSpPr>
          <p:spPr>
            <a:xfrm>
              <a:off x="8996835" y="1997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4" name="pt46414"/>
            <p:cNvSpPr/>
            <p:nvPr/>
          </p:nvSpPr>
          <p:spPr>
            <a:xfrm>
              <a:off x="9086345" y="1832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5" name="pt46415"/>
            <p:cNvSpPr/>
            <p:nvPr/>
          </p:nvSpPr>
          <p:spPr>
            <a:xfrm>
              <a:off x="8855955" y="2201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6" name="pt46416"/>
            <p:cNvSpPr/>
            <p:nvPr/>
          </p:nvSpPr>
          <p:spPr>
            <a:xfrm>
              <a:off x="8688651" y="2414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7" name="pt46417"/>
            <p:cNvSpPr/>
            <p:nvPr/>
          </p:nvSpPr>
          <p:spPr>
            <a:xfrm>
              <a:off x="9066967" y="2184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8" name="pt46418"/>
            <p:cNvSpPr/>
            <p:nvPr/>
          </p:nvSpPr>
          <p:spPr>
            <a:xfrm>
              <a:off x="8839187" y="2143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9" name="pt46419"/>
            <p:cNvSpPr/>
            <p:nvPr/>
          </p:nvSpPr>
          <p:spPr>
            <a:xfrm>
              <a:off x="8576763" y="2376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0" name="pt46420"/>
            <p:cNvSpPr/>
            <p:nvPr/>
          </p:nvSpPr>
          <p:spPr>
            <a:xfrm>
              <a:off x="8881929" y="2258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1" name="pt46421"/>
            <p:cNvSpPr/>
            <p:nvPr/>
          </p:nvSpPr>
          <p:spPr>
            <a:xfrm>
              <a:off x="9070546" y="2313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2" name="pt46422"/>
            <p:cNvSpPr/>
            <p:nvPr/>
          </p:nvSpPr>
          <p:spPr>
            <a:xfrm>
              <a:off x="8855955" y="2151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3" name="pt46423"/>
            <p:cNvSpPr/>
            <p:nvPr/>
          </p:nvSpPr>
          <p:spPr>
            <a:xfrm>
              <a:off x="8627374" y="2160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4" name="pt46424"/>
            <p:cNvSpPr/>
            <p:nvPr/>
          </p:nvSpPr>
          <p:spPr>
            <a:xfrm>
              <a:off x="8979888" y="2315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5" name="pt46425"/>
            <p:cNvSpPr/>
            <p:nvPr/>
          </p:nvSpPr>
          <p:spPr>
            <a:xfrm>
              <a:off x="8904556" y="1958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6" name="pt46426"/>
            <p:cNvSpPr/>
            <p:nvPr/>
          </p:nvSpPr>
          <p:spPr>
            <a:xfrm>
              <a:off x="8627374" y="2214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7" name="pt46427"/>
            <p:cNvSpPr/>
            <p:nvPr/>
          </p:nvSpPr>
          <p:spPr>
            <a:xfrm>
              <a:off x="8641456" y="2192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8" name="pt46428"/>
            <p:cNvSpPr/>
            <p:nvPr/>
          </p:nvSpPr>
          <p:spPr>
            <a:xfrm>
              <a:off x="9344232" y="2228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9" name="pt46429"/>
            <p:cNvSpPr/>
            <p:nvPr/>
          </p:nvSpPr>
          <p:spPr>
            <a:xfrm>
              <a:off x="9214649" y="2082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0" name="pt46430"/>
            <p:cNvSpPr/>
            <p:nvPr/>
          </p:nvSpPr>
          <p:spPr>
            <a:xfrm>
              <a:off x="8725827" y="2296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1" name="pt46431"/>
            <p:cNvSpPr/>
            <p:nvPr/>
          </p:nvSpPr>
          <p:spPr>
            <a:xfrm>
              <a:off x="8505430" y="2418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2" name="pt46432"/>
            <p:cNvSpPr/>
            <p:nvPr/>
          </p:nvSpPr>
          <p:spPr>
            <a:xfrm>
              <a:off x="9228169" y="1814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3" name="pt46433"/>
            <p:cNvSpPr/>
            <p:nvPr/>
          </p:nvSpPr>
          <p:spPr>
            <a:xfrm>
              <a:off x="8881929" y="2195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4" name="pt46434"/>
            <p:cNvSpPr/>
            <p:nvPr/>
          </p:nvSpPr>
          <p:spPr>
            <a:xfrm>
              <a:off x="8847771" y="2038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5" name="pt46435"/>
            <p:cNvSpPr/>
            <p:nvPr/>
          </p:nvSpPr>
          <p:spPr>
            <a:xfrm>
              <a:off x="9049233" y="1892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6" name="pt46436"/>
            <p:cNvSpPr/>
            <p:nvPr/>
          </p:nvSpPr>
          <p:spPr>
            <a:xfrm>
              <a:off x="9138300" y="2164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7" name="pt46437"/>
            <p:cNvSpPr/>
            <p:nvPr/>
          </p:nvSpPr>
          <p:spPr>
            <a:xfrm>
              <a:off x="9297726" y="2000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8" name="pt46438"/>
            <p:cNvSpPr/>
            <p:nvPr/>
          </p:nvSpPr>
          <p:spPr>
            <a:xfrm>
              <a:off x="9054485" y="1657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9" name="pt46439"/>
            <p:cNvSpPr/>
            <p:nvPr/>
          </p:nvSpPr>
          <p:spPr>
            <a:xfrm>
              <a:off x="8383485" y="2326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0" name="pt46440"/>
            <p:cNvSpPr/>
            <p:nvPr/>
          </p:nvSpPr>
          <p:spPr>
            <a:xfrm>
              <a:off x="8863776" y="2039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1" name="pt46441"/>
            <p:cNvSpPr/>
            <p:nvPr/>
          </p:nvSpPr>
          <p:spPr>
            <a:xfrm>
              <a:off x="9595084" y="2264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2" name="pt46442"/>
            <p:cNvSpPr/>
            <p:nvPr/>
          </p:nvSpPr>
          <p:spPr>
            <a:xfrm>
              <a:off x="8666631" y="2333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3" name="pt46443"/>
            <p:cNvSpPr/>
            <p:nvPr/>
          </p:nvSpPr>
          <p:spPr>
            <a:xfrm>
              <a:off x="9109567" y="1785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4" name="pt46444"/>
            <p:cNvSpPr/>
            <p:nvPr/>
          </p:nvSpPr>
          <p:spPr>
            <a:xfrm>
              <a:off x="8708219" y="2262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5" name="pt46445"/>
            <p:cNvSpPr/>
            <p:nvPr/>
          </p:nvSpPr>
          <p:spPr>
            <a:xfrm>
              <a:off x="8383485" y="227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6" name="pt46446"/>
            <p:cNvSpPr/>
            <p:nvPr/>
          </p:nvSpPr>
          <p:spPr>
            <a:xfrm>
              <a:off x="9414733" y="227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7" name="pt46447"/>
            <p:cNvSpPr/>
            <p:nvPr/>
          </p:nvSpPr>
          <p:spPr>
            <a:xfrm>
              <a:off x="9047895" y="1708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8" name="pt46448"/>
            <p:cNvSpPr/>
            <p:nvPr/>
          </p:nvSpPr>
          <p:spPr>
            <a:xfrm>
              <a:off x="8805344" y="2108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9" name="pt46449"/>
            <p:cNvSpPr/>
            <p:nvPr/>
          </p:nvSpPr>
          <p:spPr>
            <a:xfrm>
              <a:off x="9371637" y="2231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0" name="pt46450"/>
            <p:cNvSpPr/>
            <p:nvPr/>
          </p:nvSpPr>
          <p:spPr>
            <a:xfrm>
              <a:off x="9146922" y="2054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1" name="pt46451"/>
            <p:cNvSpPr/>
            <p:nvPr/>
          </p:nvSpPr>
          <p:spPr>
            <a:xfrm>
              <a:off x="8839187" y="2175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2" name="pt46452"/>
            <p:cNvSpPr/>
            <p:nvPr/>
          </p:nvSpPr>
          <p:spPr>
            <a:xfrm>
              <a:off x="9176429" y="1951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3" name="pt46453"/>
            <p:cNvSpPr/>
            <p:nvPr/>
          </p:nvSpPr>
          <p:spPr>
            <a:xfrm>
              <a:off x="9444456" y="1943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4" name="pt46454"/>
            <p:cNvSpPr/>
            <p:nvPr/>
          </p:nvSpPr>
          <p:spPr>
            <a:xfrm>
              <a:off x="8505430" y="2526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5" name="pt46455"/>
            <p:cNvSpPr/>
            <p:nvPr/>
          </p:nvSpPr>
          <p:spPr>
            <a:xfrm>
              <a:off x="9381988" y="215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6" name="pt46456"/>
            <p:cNvSpPr/>
            <p:nvPr/>
          </p:nvSpPr>
          <p:spPr>
            <a:xfrm>
              <a:off x="9797577" y="2390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7" name="pt46457"/>
            <p:cNvSpPr/>
            <p:nvPr/>
          </p:nvSpPr>
          <p:spPr>
            <a:xfrm>
              <a:off x="8830164" y="1988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8" name="pt46458"/>
            <p:cNvSpPr/>
            <p:nvPr/>
          </p:nvSpPr>
          <p:spPr>
            <a:xfrm>
              <a:off x="9350114" y="2179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9" name="pt46459"/>
            <p:cNvSpPr/>
            <p:nvPr/>
          </p:nvSpPr>
          <p:spPr>
            <a:xfrm>
              <a:off x="8927288" y="2107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0" name="pt46460"/>
            <p:cNvSpPr/>
            <p:nvPr/>
          </p:nvSpPr>
          <p:spPr>
            <a:xfrm>
              <a:off x="8996835" y="1872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1" name="pt46461"/>
            <p:cNvSpPr/>
            <p:nvPr/>
          </p:nvSpPr>
          <p:spPr>
            <a:xfrm>
              <a:off x="9130917" y="1995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2" name="pt46462"/>
            <p:cNvSpPr/>
            <p:nvPr/>
          </p:nvSpPr>
          <p:spPr>
            <a:xfrm>
              <a:off x="9366003" y="2120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3" name="pt46463"/>
            <p:cNvSpPr/>
            <p:nvPr/>
          </p:nvSpPr>
          <p:spPr>
            <a:xfrm>
              <a:off x="8993208" y="2141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4" name="pt46464"/>
            <p:cNvSpPr/>
            <p:nvPr/>
          </p:nvSpPr>
          <p:spPr>
            <a:xfrm>
              <a:off x="9396086" y="2068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5" name="pt46465"/>
            <p:cNvSpPr/>
            <p:nvPr/>
          </p:nvSpPr>
          <p:spPr>
            <a:xfrm>
              <a:off x="8810596" y="2182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6" name="pt46466"/>
            <p:cNvSpPr/>
            <p:nvPr/>
          </p:nvSpPr>
          <p:spPr>
            <a:xfrm>
              <a:off x="8312152" y="2371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7" name="pt46467"/>
            <p:cNvSpPr/>
            <p:nvPr/>
          </p:nvSpPr>
          <p:spPr>
            <a:xfrm>
              <a:off x="9292119" y="1853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8" name="pt46468"/>
            <p:cNvSpPr/>
            <p:nvPr/>
          </p:nvSpPr>
          <p:spPr>
            <a:xfrm>
              <a:off x="8717243" y="2289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9" name="pt46469"/>
            <p:cNvSpPr/>
            <p:nvPr/>
          </p:nvSpPr>
          <p:spPr>
            <a:xfrm>
              <a:off x="9346461" y="2246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0" name="pt46470"/>
            <p:cNvSpPr/>
            <p:nvPr/>
          </p:nvSpPr>
          <p:spPr>
            <a:xfrm>
              <a:off x="8688651" y="2361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1" name="pt46471"/>
            <p:cNvSpPr/>
            <p:nvPr/>
          </p:nvSpPr>
          <p:spPr>
            <a:xfrm>
              <a:off x="9230563" y="1794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2" name="pt46472"/>
            <p:cNvSpPr/>
            <p:nvPr/>
          </p:nvSpPr>
          <p:spPr>
            <a:xfrm>
              <a:off x="9130917" y="208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3" name="pt46473"/>
            <p:cNvSpPr/>
            <p:nvPr/>
          </p:nvSpPr>
          <p:spPr>
            <a:xfrm>
              <a:off x="9119675" y="1999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4" name="pt46474"/>
            <p:cNvSpPr/>
            <p:nvPr/>
          </p:nvSpPr>
          <p:spPr>
            <a:xfrm>
              <a:off x="9244718" y="2096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5" name="pt46475"/>
            <p:cNvSpPr/>
            <p:nvPr/>
          </p:nvSpPr>
          <p:spPr>
            <a:xfrm>
              <a:off x="9135057" y="2089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6" name="pt46476"/>
            <p:cNvSpPr/>
            <p:nvPr/>
          </p:nvSpPr>
          <p:spPr>
            <a:xfrm>
              <a:off x="9688802" y="268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7" name="pt46477"/>
            <p:cNvSpPr/>
            <p:nvPr/>
          </p:nvSpPr>
          <p:spPr>
            <a:xfrm>
              <a:off x="8794345" y="2022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8" name="pt46478"/>
            <p:cNvSpPr/>
            <p:nvPr/>
          </p:nvSpPr>
          <p:spPr>
            <a:xfrm>
              <a:off x="9055774" y="1868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9" name="pt46479"/>
            <p:cNvSpPr/>
            <p:nvPr/>
          </p:nvSpPr>
          <p:spPr>
            <a:xfrm>
              <a:off x="9057053" y="1789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0" name="pt46480"/>
            <p:cNvSpPr/>
            <p:nvPr/>
          </p:nvSpPr>
          <p:spPr>
            <a:xfrm>
              <a:off x="8749319" y="2137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1" name="pt46481"/>
            <p:cNvSpPr/>
            <p:nvPr/>
          </p:nvSpPr>
          <p:spPr>
            <a:xfrm>
              <a:off x="8901496" y="1819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2" name="pt46482"/>
            <p:cNvSpPr/>
            <p:nvPr/>
          </p:nvSpPr>
          <p:spPr>
            <a:xfrm>
              <a:off x="8505430" y="2323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3" name="pt46483"/>
            <p:cNvSpPr/>
            <p:nvPr/>
          </p:nvSpPr>
          <p:spPr>
            <a:xfrm>
              <a:off x="8855955" y="2063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4" name="pt46484"/>
            <p:cNvSpPr/>
            <p:nvPr/>
          </p:nvSpPr>
          <p:spPr>
            <a:xfrm>
              <a:off x="9573244" y="2376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5" name="pt46485"/>
            <p:cNvSpPr/>
            <p:nvPr/>
          </p:nvSpPr>
          <p:spPr>
            <a:xfrm>
              <a:off x="9005590" y="1833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6" name="pt46486"/>
            <p:cNvSpPr/>
            <p:nvPr/>
          </p:nvSpPr>
          <p:spPr>
            <a:xfrm>
              <a:off x="8843532" y="1989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7" name="pt46487"/>
            <p:cNvSpPr/>
            <p:nvPr/>
          </p:nvSpPr>
          <p:spPr>
            <a:xfrm>
              <a:off x="8383485" y="2439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8" name="pt46488"/>
            <p:cNvSpPr/>
            <p:nvPr/>
          </p:nvSpPr>
          <p:spPr>
            <a:xfrm>
              <a:off x="8708219" y="2099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9" name="pt46489"/>
            <p:cNvSpPr/>
            <p:nvPr/>
          </p:nvSpPr>
          <p:spPr>
            <a:xfrm>
              <a:off x="9530995" y="2544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0" name="pt46490"/>
            <p:cNvSpPr/>
            <p:nvPr/>
          </p:nvSpPr>
          <p:spPr>
            <a:xfrm>
              <a:off x="9393280" y="2063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1" name="pt46491"/>
            <p:cNvSpPr/>
            <p:nvPr/>
          </p:nvSpPr>
          <p:spPr>
            <a:xfrm>
              <a:off x="9107665" y="1965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2" name="pt46492"/>
            <p:cNvSpPr/>
            <p:nvPr/>
          </p:nvSpPr>
          <p:spPr>
            <a:xfrm>
              <a:off x="8717243" y="2328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3" name="pt46493"/>
            <p:cNvSpPr/>
            <p:nvPr/>
          </p:nvSpPr>
          <p:spPr>
            <a:xfrm>
              <a:off x="9279262" y="2109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4" name="pt46494"/>
            <p:cNvSpPr/>
            <p:nvPr/>
          </p:nvSpPr>
          <p:spPr>
            <a:xfrm>
              <a:off x="8749319" y="2171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5" name="pt46495"/>
            <p:cNvSpPr/>
            <p:nvPr/>
          </p:nvSpPr>
          <p:spPr>
            <a:xfrm>
              <a:off x="8855955" y="2263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6" name="pt46496"/>
            <p:cNvSpPr/>
            <p:nvPr/>
          </p:nvSpPr>
          <p:spPr>
            <a:xfrm>
              <a:off x="9494750" y="2366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7" name="pt46497"/>
            <p:cNvSpPr/>
            <p:nvPr/>
          </p:nvSpPr>
          <p:spPr>
            <a:xfrm>
              <a:off x="9103798" y="1911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8" name="pt46498"/>
            <p:cNvSpPr/>
            <p:nvPr/>
          </p:nvSpPr>
          <p:spPr>
            <a:xfrm>
              <a:off x="9095800" y="2015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9" name="pt46499"/>
            <p:cNvSpPr/>
            <p:nvPr/>
          </p:nvSpPr>
          <p:spPr>
            <a:xfrm>
              <a:off x="9573244" y="2295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0" name="pt46500"/>
            <p:cNvSpPr/>
            <p:nvPr/>
          </p:nvSpPr>
          <p:spPr>
            <a:xfrm>
              <a:off x="8907564" y="1950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1" name="pt46501"/>
            <p:cNvSpPr/>
            <p:nvPr/>
          </p:nvSpPr>
          <p:spPr>
            <a:xfrm>
              <a:off x="8898383" y="2007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2" name="pt46502"/>
            <p:cNvSpPr/>
            <p:nvPr/>
          </p:nvSpPr>
          <p:spPr>
            <a:xfrm>
              <a:off x="8677986" y="2290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3" name="pt46503"/>
            <p:cNvSpPr/>
            <p:nvPr/>
          </p:nvSpPr>
          <p:spPr>
            <a:xfrm>
              <a:off x="8961132" y="2110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4" name="pt46504"/>
            <p:cNvSpPr/>
            <p:nvPr/>
          </p:nvSpPr>
          <p:spPr>
            <a:xfrm>
              <a:off x="8383485" y="2428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5" name="pt46505"/>
            <p:cNvSpPr/>
            <p:nvPr/>
          </p:nvSpPr>
          <p:spPr>
            <a:xfrm>
              <a:off x="9161591" y="2052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6" name="pt46506"/>
            <p:cNvSpPr/>
            <p:nvPr/>
          </p:nvSpPr>
          <p:spPr>
            <a:xfrm>
              <a:off x="8961132" y="2140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7" name="pt46507"/>
            <p:cNvSpPr/>
            <p:nvPr/>
          </p:nvSpPr>
          <p:spPr>
            <a:xfrm>
              <a:off x="8312152" y="2424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8" name="pt46508"/>
            <p:cNvSpPr/>
            <p:nvPr/>
          </p:nvSpPr>
          <p:spPr>
            <a:xfrm>
              <a:off x="8776438" y="2101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9" name="pt46509"/>
            <p:cNvSpPr/>
            <p:nvPr/>
          </p:nvSpPr>
          <p:spPr>
            <a:xfrm>
              <a:off x="8654494" y="2466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0" name="pt46510"/>
            <p:cNvSpPr/>
            <p:nvPr/>
          </p:nvSpPr>
          <p:spPr>
            <a:xfrm>
              <a:off x="8979888" y="2298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1" name="pt46511"/>
            <p:cNvSpPr/>
            <p:nvPr/>
          </p:nvSpPr>
          <p:spPr>
            <a:xfrm>
              <a:off x="9091660" y="2057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2" name="pt46512"/>
            <p:cNvSpPr/>
            <p:nvPr/>
          </p:nvSpPr>
          <p:spPr>
            <a:xfrm>
              <a:off x="9109567" y="1724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3" name="pt46513"/>
            <p:cNvSpPr/>
            <p:nvPr/>
          </p:nvSpPr>
          <p:spPr>
            <a:xfrm>
              <a:off x="9237554" y="1927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4" name="pt46514"/>
            <p:cNvSpPr/>
            <p:nvPr/>
          </p:nvSpPr>
          <p:spPr>
            <a:xfrm>
              <a:off x="8612066" y="2458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5" name="pt46515"/>
            <p:cNvSpPr/>
            <p:nvPr/>
          </p:nvSpPr>
          <p:spPr>
            <a:xfrm>
              <a:off x="9253280" y="2147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6" name="pt46516"/>
            <p:cNvSpPr/>
            <p:nvPr/>
          </p:nvSpPr>
          <p:spPr>
            <a:xfrm>
              <a:off x="9444456" y="1898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7" name="pt46517"/>
            <p:cNvSpPr/>
            <p:nvPr/>
          </p:nvSpPr>
          <p:spPr>
            <a:xfrm>
              <a:off x="8763400" y="2255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8" name="pt46518"/>
            <p:cNvSpPr/>
            <p:nvPr/>
          </p:nvSpPr>
          <p:spPr>
            <a:xfrm>
              <a:off x="8473354" y="2561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9" name="pt46519"/>
            <p:cNvSpPr/>
            <p:nvPr/>
          </p:nvSpPr>
          <p:spPr>
            <a:xfrm>
              <a:off x="8977900" y="2341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0" name="pt46520"/>
            <p:cNvSpPr/>
            <p:nvPr/>
          </p:nvSpPr>
          <p:spPr>
            <a:xfrm>
              <a:off x="8688651" y="2343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1" name="pt46521"/>
            <p:cNvSpPr/>
            <p:nvPr/>
          </p:nvSpPr>
          <p:spPr>
            <a:xfrm>
              <a:off x="8434097" y="2305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2" name="pt46522"/>
            <p:cNvSpPr/>
            <p:nvPr/>
          </p:nvSpPr>
          <p:spPr>
            <a:xfrm>
              <a:off x="8878445" y="188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3" name="pt46523"/>
            <p:cNvSpPr/>
            <p:nvPr/>
          </p:nvSpPr>
          <p:spPr>
            <a:xfrm>
              <a:off x="9068168" y="2371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4" name="pt46524"/>
            <p:cNvSpPr/>
            <p:nvPr/>
          </p:nvSpPr>
          <p:spPr>
            <a:xfrm>
              <a:off x="8958919" y="194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5" name="pt46525"/>
            <p:cNvSpPr/>
            <p:nvPr/>
          </p:nvSpPr>
          <p:spPr>
            <a:xfrm>
              <a:off x="9167133" y="2187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6" name="pt46526"/>
            <p:cNvSpPr/>
            <p:nvPr/>
          </p:nvSpPr>
          <p:spPr>
            <a:xfrm>
              <a:off x="9328879" y="2175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7" name="pt46527"/>
            <p:cNvSpPr/>
            <p:nvPr/>
          </p:nvSpPr>
          <p:spPr>
            <a:xfrm>
              <a:off x="8717243" y="2271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8" name="pt46528"/>
            <p:cNvSpPr/>
            <p:nvPr/>
          </p:nvSpPr>
          <p:spPr>
            <a:xfrm>
              <a:off x="9010641" y="1995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9" name="pt46529"/>
            <p:cNvSpPr/>
            <p:nvPr/>
          </p:nvSpPr>
          <p:spPr>
            <a:xfrm>
              <a:off x="9767243" y="2289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0" name="pt46530"/>
            <p:cNvSpPr/>
            <p:nvPr/>
          </p:nvSpPr>
          <p:spPr>
            <a:xfrm>
              <a:off x="9253280" y="2111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1" name="pt46531"/>
            <p:cNvSpPr/>
            <p:nvPr/>
          </p:nvSpPr>
          <p:spPr>
            <a:xfrm>
              <a:off x="8595298" y="2171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2" name="pt46532"/>
            <p:cNvSpPr/>
            <p:nvPr/>
          </p:nvSpPr>
          <p:spPr>
            <a:xfrm>
              <a:off x="8996835" y="1955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3" name="pt46533"/>
            <p:cNvSpPr/>
            <p:nvPr/>
          </p:nvSpPr>
          <p:spPr>
            <a:xfrm>
              <a:off x="9195417" y="1907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4" name="pt46534"/>
            <p:cNvSpPr/>
            <p:nvPr/>
          </p:nvSpPr>
          <p:spPr>
            <a:xfrm>
              <a:off x="8805344" y="2072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5" name="pt46535"/>
            <p:cNvSpPr/>
            <p:nvPr/>
          </p:nvSpPr>
          <p:spPr>
            <a:xfrm>
              <a:off x="8383485" y="2340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6" name="pt46536"/>
            <p:cNvSpPr/>
            <p:nvPr/>
          </p:nvSpPr>
          <p:spPr>
            <a:xfrm>
              <a:off x="8993208" y="2016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7" name="pt46537"/>
            <p:cNvSpPr/>
            <p:nvPr/>
          </p:nvSpPr>
          <p:spPr>
            <a:xfrm>
              <a:off x="8556041" y="2282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8" name="pt46538"/>
            <p:cNvSpPr/>
            <p:nvPr/>
          </p:nvSpPr>
          <p:spPr>
            <a:xfrm>
              <a:off x="8641456" y="2031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9" name="pt46539"/>
            <p:cNvSpPr/>
            <p:nvPr/>
          </p:nvSpPr>
          <p:spPr>
            <a:xfrm>
              <a:off x="9092704" y="1903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0" name="pt46540"/>
            <p:cNvSpPr/>
            <p:nvPr/>
          </p:nvSpPr>
          <p:spPr>
            <a:xfrm>
              <a:off x="8947416" y="2026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1" name="pt46541"/>
            <p:cNvSpPr/>
            <p:nvPr/>
          </p:nvSpPr>
          <p:spPr>
            <a:xfrm>
              <a:off x="9190113" y="1961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2" name="pt46542"/>
            <p:cNvSpPr/>
            <p:nvPr/>
          </p:nvSpPr>
          <p:spPr>
            <a:xfrm>
              <a:off x="8595298" y="2321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3" name="pt46543"/>
            <p:cNvSpPr/>
            <p:nvPr/>
          </p:nvSpPr>
          <p:spPr>
            <a:xfrm>
              <a:off x="8977900" y="2232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4" name="pt46544"/>
            <p:cNvSpPr/>
            <p:nvPr/>
          </p:nvSpPr>
          <p:spPr>
            <a:xfrm>
              <a:off x="8654494" y="2400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5" name="pt46545"/>
            <p:cNvSpPr/>
            <p:nvPr/>
          </p:nvSpPr>
          <p:spPr>
            <a:xfrm>
              <a:off x="9195417" y="1949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6" name="pt46546"/>
            <p:cNvSpPr/>
            <p:nvPr/>
          </p:nvSpPr>
          <p:spPr>
            <a:xfrm>
              <a:off x="8627374" y="2356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7" name="pt46547"/>
            <p:cNvSpPr/>
            <p:nvPr/>
          </p:nvSpPr>
          <p:spPr>
            <a:xfrm>
              <a:off x="8776438" y="2008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8" name="pt46548"/>
            <p:cNvSpPr/>
            <p:nvPr/>
          </p:nvSpPr>
          <p:spPr>
            <a:xfrm>
              <a:off x="8741831" y="2436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9" name="pt46549"/>
            <p:cNvSpPr/>
            <p:nvPr/>
          </p:nvSpPr>
          <p:spPr>
            <a:xfrm>
              <a:off x="8995031" y="2118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0" name="pt46550"/>
            <p:cNvSpPr/>
            <p:nvPr/>
          </p:nvSpPr>
          <p:spPr>
            <a:xfrm>
              <a:off x="8677986" y="2387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1" name="pt46551"/>
            <p:cNvSpPr/>
            <p:nvPr/>
          </p:nvSpPr>
          <p:spPr>
            <a:xfrm>
              <a:off x="8843532" y="1997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2" name="pt46552"/>
            <p:cNvSpPr/>
            <p:nvPr/>
          </p:nvSpPr>
          <p:spPr>
            <a:xfrm>
              <a:off x="8505430" y="2366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3" name="pt46553"/>
            <p:cNvSpPr/>
            <p:nvPr/>
          </p:nvSpPr>
          <p:spPr>
            <a:xfrm>
              <a:off x="9524498" y="243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4" name="pt46554"/>
            <p:cNvSpPr/>
            <p:nvPr/>
          </p:nvSpPr>
          <p:spPr>
            <a:xfrm>
              <a:off x="8708219" y="2296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5" name="pt46555"/>
            <p:cNvSpPr/>
            <p:nvPr/>
          </p:nvSpPr>
          <p:spPr>
            <a:xfrm>
              <a:off x="8312152" y="2452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6" name="pt46556"/>
            <p:cNvSpPr/>
            <p:nvPr/>
          </p:nvSpPr>
          <p:spPr>
            <a:xfrm>
              <a:off x="9349631" y="2135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7" name="pt46557"/>
            <p:cNvSpPr/>
            <p:nvPr/>
          </p:nvSpPr>
          <p:spPr>
            <a:xfrm>
              <a:off x="8677986" y="2366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8" name="pt46558"/>
            <p:cNvSpPr/>
            <p:nvPr/>
          </p:nvSpPr>
          <p:spPr>
            <a:xfrm>
              <a:off x="8473354" y="2248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9" name="pt46559"/>
            <p:cNvSpPr/>
            <p:nvPr/>
          </p:nvSpPr>
          <p:spPr>
            <a:xfrm>
              <a:off x="8782612" y="224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0" name="pt46560"/>
            <p:cNvSpPr/>
            <p:nvPr/>
          </p:nvSpPr>
          <p:spPr>
            <a:xfrm>
              <a:off x="9371637" y="2208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1" name="pt46561"/>
            <p:cNvSpPr/>
            <p:nvPr/>
          </p:nvSpPr>
          <p:spPr>
            <a:xfrm>
              <a:off x="9435194" y="1976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2" name="pt46562"/>
            <p:cNvSpPr/>
            <p:nvPr/>
          </p:nvSpPr>
          <p:spPr>
            <a:xfrm>
              <a:off x="8312152" y="2472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3" name="pt46563"/>
            <p:cNvSpPr/>
            <p:nvPr/>
          </p:nvSpPr>
          <p:spPr>
            <a:xfrm>
              <a:off x="8717243" y="2396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4" name="pt46564"/>
            <p:cNvSpPr/>
            <p:nvPr/>
          </p:nvSpPr>
          <p:spPr>
            <a:xfrm>
              <a:off x="8834733" y="2209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5" name="pt46565"/>
            <p:cNvSpPr/>
            <p:nvPr/>
          </p:nvSpPr>
          <p:spPr>
            <a:xfrm>
              <a:off x="9292119" y="1932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6" name="pt46566"/>
            <p:cNvSpPr/>
            <p:nvPr/>
          </p:nvSpPr>
          <p:spPr>
            <a:xfrm>
              <a:off x="8937640" y="1813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7" name="pt46567"/>
            <p:cNvSpPr/>
            <p:nvPr/>
          </p:nvSpPr>
          <p:spPr>
            <a:xfrm>
              <a:off x="8641456" y="2173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8" name="pt46568"/>
            <p:cNvSpPr/>
            <p:nvPr/>
          </p:nvSpPr>
          <p:spPr>
            <a:xfrm>
              <a:off x="8383485" y="2332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9" name="pt46569"/>
            <p:cNvSpPr/>
            <p:nvPr/>
          </p:nvSpPr>
          <p:spPr>
            <a:xfrm>
              <a:off x="9176429" y="1784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0" name="pt46570"/>
            <p:cNvSpPr/>
            <p:nvPr/>
          </p:nvSpPr>
          <p:spPr>
            <a:xfrm>
              <a:off x="9028011" y="1676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1" name="pt46571"/>
            <p:cNvSpPr/>
            <p:nvPr/>
          </p:nvSpPr>
          <p:spPr>
            <a:xfrm>
              <a:off x="8810596" y="2346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2" name="pt46572"/>
            <p:cNvSpPr/>
            <p:nvPr/>
          </p:nvSpPr>
          <p:spPr>
            <a:xfrm>
              <a:off x="9097834" y="1907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3" name="pt46573"/>
            <p:cNvSpPr/>
            <p:nvPr/>
          </p:nvSpPr>
          <p:spPr>
            <a:xfrm>
              <a:off x="8505430" y="2526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4" name="pt46574"/>
            <p:cNvSpPr/>
            <p:nvPr/>
          </p:nvSpPr>
          <p:spPr>
            <a:xfrm>
              <a:off x="8863776" y="2016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5" name="pt46575"/>
            <p:cNvSpPr/>
            <p:nvPr/>
          </p:nvSpPr>
          <p:spPr>
            <a:xfrm>
              <a:off x="8717243" y="2262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6" name="pt46576"/>
            <p:cNvSpPr/>
            <p:nvPr/>
          </p:nvSpPr>
          <p:spPr>
            <a:xfrm>
              <a:off x="9244278" y="2011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7" name="pt46577"/>
            <p:cNvSpPr/>
            <p:nvPr/>
          </p:nvSpPr>
          <p:spPr>
            <a:xfrm>
              <a:off x="9119675" y="2103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8" name="pt46578"/>
            <p:cNvSpPr/>
            <p:nvPr/>
          </p:nvSpPr>
          <p:spPr>
            <a:xfrm>
              <a:off x="9062080" y="1769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9" name="pt46579"/>
            <p:cNvSpPr/>
            <p:nvPr/>
          </p:nvSpPr>
          <p:spPr>
            <a:xfrm>
              <a:off x="8505430" y="2455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0" name="pt46580"/>
            <p:cNvSpPr/>
            <p:nvPr/>
          </p:nvSpPr>
          <p:spPr>
            <a:xfrm>
              <a:off x="9229609" y="1723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1" name="pt46581"/>
            <p:cNvSpPr/>
            <p:nvPr/>
          </p:nvSpPr>
          <p:spPr>
            <a:xfrm>
              <a:off x="9452582" y="1941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2" name="pt46582"/>
            <p:cNvSpPr/>
            <p:nvPr/>
          </p:nvSpPr>
          <p:spPr>
            <a:xfrm>
              <a:off x="8830164" y="2051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3" name="pt46583"/>
            <p:cNvSpPr/>
            <p:nvPr/>
          </p:nvSpPr>
          <p:spPr>
            <a:xfrm>
              <a:off x="8863776" y="2076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4" name="pt46584"/>
            <p:cNvSpPr/>
            <p:nvPr/>
          </p:nvSpPr>
          <p:spPr>
            <a:xfrm>
              <a:off x="9393280" y="2062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5" name="pt46585"/>
            <p:cNvSpPr/>
            <p:nvPr/>
          </p:nvSpPr>
          <p:spPr>
            <a:xfrm>
              <a:off x="9432499" y="1990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6" name="pt46586"/>
            <p:cNvSpPr/>
            <p:nvPr/>
          </p:nvSpPr>
          <p:spPr>
            <a:xfrm>
              <a:off x="8782612" y="2275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7" name="pt46587"/>
            <p:cNvSpPr/>
            <p:nvPr/>
          </p:nvSpPr>
          <p:spPr>
            <a:xfrm>
              <a:off x="8874891" y="2059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8" name="pt46588"/>
            <p:cNvSpPr/>
            <p:nvPr/>
          </p:nvSpPr>
          <p:spPr>
            <a:xfrm>
              <a:off x="9080864" y="1809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9" name="pt46589"/>
            <p:cNvSpPr/>
            <p:nvPr/>
          </p:nvSpPr>
          <p:spPr>
            <a:xfrm>
              <a:off x="9178998" y="1628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0" name="pt46590"/>
            <p:cNvSpPr/>
            <p:nvPr/>
          </p:nvSpPr>
          <p:spPr>
            <a:xfrm>
              <a:off x="8383485" y="2444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1" name="pt46591"/>
            <p:cNvSpPr/>
            <p:nvPr/>
          </p:nvSpPr>
          <p:spPr>
            <a:xfrm>
              <a:off x="9663884" y="2260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2" name="pt46592"/>
            <p:cNvSpPr/>
            <p:nvPr/>
          </p:nvSpPr>
          <p:spPr>
            <a:xfrm>
              <a:off x="8312152" y="2203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3" name="pt46593"/>
            <p:cNvSpPr/>
            <p:nvPr/>
          </p:nvSpPr>
          <p:spPr>
            <a:xfrm>
              <a:off x="8576763" y="2439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4" name="pt46594"/>
            <p:cNvSpPr/>
            <p:nvPr/>
          </p:nvSpPr>
          <p:spPr>
            <a:xfrm>
              <a:off x="8595298" y="2229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5" name="pt46595"/>
            <p:cNvSpPr/>
            <p:nvPr/>
          </p:nvSpPr>
          <p:spPr>
            <a:xfrm>
              <a:off x="8434097" y="2492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6" name="pt46596"/>
            <p:cNvSpPr/>
            <p:nvPr/>
          </p:nvSpPr>
          <p:spPr>
            <a:xfrm>
              <a:off x="8770040" y="198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7" name="pt46597"/>
            <p:cNvSpPr/>
            <p:nvPr/>
          </p:nvSpPr>
          <p:spPr>
            <a:xfrm>
              <a:off x="8985720" y="2301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8" name="pt46598"/>
            <p:cNvSpPr/>
            <p:nvPr/>
          </p:nvSpPr>
          <p:spPr>
            <a:xfrm>
              <a:off x="9313250" y="194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9" name="pt46599"/>
            <p:cNvSpPr/>
            <p:nvPr/>
          </p:nvSpPr>
          <p:spPr>
            <a:xfrm>
              <a:off x="8698707" y="2380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0" name="pt46600"/>
            <p:cNvSpPr/>
            <p:nvPr/>
          </p:nvSpPr>
          <p:spPr>
            <a:xfrm>
              <a:off x="8627374" y="2324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1" name="pt46601"/>
            <p:cNvSpPr/>
            <p:nvPr/>
          </p:nvSpPr>
          <p:spPr>
            <a:xfrm>
              <a:off x="8971798" y="2080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2" name="pt46602"/>
            <p:cNvSpPr/>
            <p:nvPr/>
          </p:nvSpPr>
          <p:spPr>
            <a:xfrm>
              <a:off x="9511026" y="2387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3" name="pt46603"/>
            <p:cNvSpPr/>
            <p:nvPr/>
          </p:nvSpPr>
          <p:spPr>
            <a:xfrm>
              <a:off x="9121452" y="2263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4" name="pt46604"/>
            <p:cNvSpPr/>
            <p:nvPr/>
          </p:nvSpPr>
          <p:spPr>
            <a:xfrm>
              <a:off x="9128386" y="1993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5" name="pt46605"/>
            <p:cNvSpPr/>
            <p:nvPr/>
          </p:nvSpPr>
          <p:spPr>
            <a:xfrm>
              <a:off x="8996835" y="1985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6" name="pt46606"/>
            <p:cNvSpPr/>
            <p:nvPr/>
          </p:nvSpPr>
          <p:spPr>
            <a:xfrm>
              <a:off x="8312152" y="2515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7" name="pt46607"/>
            <p:cNvSpPr/>
            <p:nvPr/>
          </p:nvSpPr>
          <p:spPr>
            <a:xfrm>
              <a:off x="9121452" y="2260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8" name="pt46608"/>
            <p:cNvSpPr/>
            <p:nvPr/>
          </p:nvSpPr>
          <p:spPr>
            <a:xfrm>
              <a:off x="8859909" y="1955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9" name="pt46609"/>
            <p:cNvSpPr/>
            <p:nvPr/>
          </p:nvSpPr>
          <p:spPr>
            <a:xfrm>
              <a:off x="9138300" y="2066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0" name="pt46610"/>
            <p:cNvSpPr/>
            <p:nvPr/>
          </p:nvSpPr>
          <p:spPr>
            <a:xfrm>
              <a:off x="8947416" y="2003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1" name="pt46611"/>
            <p:cNvSpPr/>
            <p:nvPr/>
          </p:nvSpPr>
          <p:spPr>
            <a:xfrm>
              <a:off x="9310253" y="1857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2" name="pt46612"/>
            <p:cNvSpPr/>
            <p:nvPr/>
          </p:nvSpPr>
          <p:spPr>
            <a:xfrm>
              <a:off x="9167813" y="2226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3" name="pt46613"/>
            <p:cNvSpPr/>
            <p:nvPr/>
          </p:nvSpPr>
          <p:spPr>
            <a:xfrm>
              <a:off x="8383485" y="2327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4" name="pt46614"/>
            <p:cNvSpPr/>
            <p:nvPr/>
          </p:nvSpPr>
          <p:spPr>
            <a:xfrm>
              <a:off x="8666631" y="2288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5" name="pt46615"/>
            <p:cNvSpPr/>
            <p:nvPr/>
          </p:nvSpPr>
          <p:spPr>
            <a:xfrm>
              <a:off x="9250331" y="2180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6" name="pt46616"/>
            <p:cNvSpPr/>
            <p:nvPr/>
          </p:nvSpPr>
          <p:spPr>
            <a:xfrm>
              <a:off x="8825472" y="1987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7" name="pt46617"/>
            <p:cNvSpPr/>
            <p:nvPr/>
          </p:nvSpPr>
          <p:spPr>
            <a:xfrm>
              <a:off x="9700990" y="1683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8" name="pt46618"/>
            <p:cNvSpPr/>
            <p:nvPr/>
          </p:nvSpPr>
          <p:spPr>
            <a:xfrm>
              <a:off x="8434097" y="2400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9" name="pt46619"/>
            <p:cNvSpPr/>
            <p:nvPr/>
          </p:nvSpPr>
          <p:spPr>
            <a:xfrm>
              <a:off x="9117880" y="1990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0" name="pt46620"/>
            <p:cNvSpPr/>
            <p:nvPr/>
          </p:nvSpPr>
          <p:spPr>
            <a:xfrm>
              <a:off x="8741831" y="225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1" name="pt46621"/>
            <p:cNvSpPr/>
            <p:nvPr/>
          </p:nvSpPr>
          <p:spPr>
            <a:xfrm>
              <a:off x="8770040" y="219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2" name="pt46622"/>
            <p:cNvSpPr/>
            <p:nvPr/>
          </p:nvSpPr>
          <p:spPr>
            <a:xfrm>
              <a:off x="8859909" y="2070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3" name="pt46623"/>
            <p:cNvSpPr/>
            <p:nvPr/>
          </p:nvSpPr>
          <p:spPr>
            <a:xfrm>
              <a:off x="8383485" y="2159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4" name="pt46624"/>
            <p:cNvSpPr/>
            <p:nvPr/>
          </p:nvSpPr>
          <p:spPr>
            <a:xfrm>
              <a:off x="8851911" y="2189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5" name="pt46625"/>
            <p:cNvSpPr/>
            <p:nvPr/>
          </p:nvSpPr>
          <p:spPr>
            <a:xfrm>
              <a:off x="8312152" y="2464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6" name="pt46626"/>
            <p:cNvSpPr/>
            <p:nvPr/>
          </p:nvSpPr>
          <p:spPr>
            <a:xfrm>
              <a:off x="8825472" y="2015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7" name="pt46627"/>
            <p:cNvSpPr/>
            <p:nvPr/>
          </p:nvSpPr>
          <p:spPr>
            <a:xfrm>
              <a:off x="9244278" y="1914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8" name="pt46628"/>
            <p:cNvSpPr/>
            <p:nvPr/>
          </p:nvSpPr>
          <p:spPr>
            <a:xfrm>
              <a:off x="9881517" y="2646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9" name="pt46629"/>
            <p:cNvSpPr/>
            <p:nvPr/>
          </p:nvSpPr>
          <p:spPr>
            <a:xfrm>
              <a:off x="8942596" y="19466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0" name="pt46630"/>
            <p:cNvSpPr/>
            <p:nvPr/>
          </p:nvSpPr>
          <p:spPr>
            <a:xfrm>
              <a:off x="8641456" y="2120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1" name="pt46631"/>
            <p:cNvSpPr/>
            <p:nvPr/>
          </p:nvSpPr>
          <p:spPr>
            <a:xfrm>
              <a:off x="9396086" y="217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2" name="pt46632"/>
            <p:cNvSpPr/>
            <p:nvPr/>
          </p:nvSpPr>
          <p:spPr>
            <a:xfrm>
              <a:off x="9130917" y="2085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3" name="pt46633"/>
            <p:cNvSpPr/>
            <p:nvPr/>
          </p:nvSpPr>
          <p:spPr>
            <a:xfrm>
              <a:off x="8677986" y="2340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4" name="pt46634"/>
            <p:cNvSpPr/>
            <p:nvPr/>
          </p:nvSpPr>
          <p:spPr>
            <a:xfrm>
              <a:off x="8434097" y="2304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5" name="pt46635"/>
            <p:cNvSpPr/>
            <p:nvPr/>
          </p:nvSpPr>
          <p:spPr>
            <a:xfrm>
              <a:off x="8473354" y="2408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6" name="pt46636"/>
            <p:cNvSpPr/>
            <p:nvPr/>
          </p:nvSpPr>
          <p:spPr>
            <a:xfrm>
              <a:off x="8505430" y="2354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7" name="pt46637"/>
            <p:cNvSpPr/>
            <p:nvPr/>
          </p:nvSpPr>
          <p:spPr>
            <a:xfrm>
              <a:off x="8971798" y="2016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8" name="pt46638"/>
            <p:cNvSpPr/>
            <p:nvPr/>
          </p:nvSpPr>
          <p:spPr>
            <a:xfrm>
              <a:off x="9161591" y="2207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9" name="pt46639"/>
            <p:cNvSpPr/>
            <p:nvPr/>
          </p:nvSpPr>
          <p:spPr>
            <a:xfrm>
              <a:off x="8627374" y="2230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0" name="pt46640"/>
            <p:cNvSpPr/>
            <p:nvPr/>
          </p:nvSpPr>
          <p:spPr>
            <a:xfrm>
              <a:off x="8312152" y="2512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1" name="pt46641"/>
            <p:cNvSpPr/>
            <p:nvPr/>
          </p:nvSpPr>
          <p:spPr>
            <a:xfrm>
              <a:off x="8312152" y="2418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2" name="pt46642"/>
            <p:cNvSpPr/>
            <p:nvPr/>
          </p:nvSpPr>
          <p:spPr>
            <a:xfrm>
              <a:off x="8987622" y="2112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3" name="pt46643"/>
            <p:cNvSpPr/>
            <p:nvPr/>
          </p:nvSpPr>
          <p:spPr>
            <a:xfrm>
              <a:off x="8741831" y="2344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4" name="pt46644"/>
            <p:cNvSpPr/>
            <p:nvPr/>
          </p:nvSpPr>
          <p:spPr>
            <a:xfrm>
              <a:off x="9378331" y="2047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5" name="pt46645"/>
            <p:cNvSpPr/>
            <p:nvPr/>
          </p:nvSpPr>
          <p:spPr>
            <a:xfrm>
              <a:off x="8975889" y="2215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6" name="pt46646"/>
            <p:cNvSpPr/>
            <p:nvPr/>
          </p:nvSpPr>
          <p:spPr>
            <a:xfrm>
              <a:off x="8627374" y="234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7" name="pt46647"/>
            <p:cNvSpPr/>
            <p:nvPr/>
          </p:nvSpPr>
          <p:spPr>
            <a:xfrm>
              <a:off x="8576763" y="2299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8" name="pt46648"/>
            <p:cNvSpPr/>
            <p:nvPr/>
          </p:nvSpPr>
          <p:spPr>
            <a:xfrm>
              <a:off x="9452582" y="1986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9" name="pt46649"/>
            <p:cNvSpPr/>
            <p:nvPr/>
          </p:nvSpPr>
          <p:spPr>
            <a:xfrm>
              <a:off x="8947416" y="1981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0" name="pt46650"/>
            <p:cNvSpPr/>
            <p:nvPr/>
          </p:nvSpPr>
          <p:spPr>
            <a:xfrm>
              <a:off x="8473354" y="2442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1" name="pt46651"/>
            <p:cNvSpPr/>
            <p:nvPr/>
          </p:nvSpPr>
          <p:spPr>
            <a:xfrm>
              <a:off x="8741831" y="2189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2" name="pt46652"/>
            <p:cNvSpPr/>
            <p:nvPr/>
          </p:nvSpPr>
          <p:spPr>
            <a:xfrm>
              <a:off x="8874891" y="2261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3" name="pt46653"/>
            <p:cNvSpPr/>
            <p:nvPr/>
          </p:nvSpPr>
          <p:spPr>
            <a:xfrm>
              <a:off x="9834193" y="2567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4" name="pt46654"/>
            <p:cNvSpPr/>
            <p:nvPr/>
          </p:nvSpPr>
          <p:spPr>
            <a:xfrm>
              <a:off x="8612066" y="2189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5" name="pt46655"/>
            <p:cNvSpPr/>
            <p:nvPr/>
          </p:nvSpPr>
          <p:spPr>
            <a:xfrm>
              <a:off x="9688802" y="2419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6" name="pt46656"/>
            <p:cNvSpPr/>
            <p:nvPr/>
          </p:nvSpPr>
          <p:spPr>
            <a:xfrm>
              <a:off x="9143835" y="1984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7" name="pt46657"/>
            <p:cNvSpPr/>
            <p:nvPr/>
          </p:nvSpPr>
          <p:spPr>
            <a:xfrm>
              <a:off x="9291111" y="20056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8" name="pt46658"/>
            <p:cNvSpPr/>
            <p:nvPr/>
          </p:nvSpPr>
          <p:spPr>
            <a:xfrm>
              <a:off x="8725827" y="2278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9" name="pt46659"/>
            <p:cNvSpPr/>
            <p:nvPr/>
          </p:nvSpPr>
          <p:spPr>
            <a:xfrm>
              <a:off x="9121452" y="2081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0" name="pt46660"/>
            <p:cNvSpPr/>
            <p:nvPr/>
          </p:nvSpPr>
          <p:spPr>
            <a:xfrm>
              <a:off x="9062080" y="1781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1" name="pt46661"/>
            <p:cNvSpPr/>
            <p:nvPr/>
          </p:nvSpPr>
          <p:spPr>
            <a:xfrm>
              <a:off x="8473354" y="2365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2" name="pt46662"/>
            <p:cNvSpPr/>
            <p:nvPr/>
          </p:nvSpPr>
          <p:spPr>
            <a:xfrm>
              <a:off x="9688802" y="2487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3" name="pt46663"/>
            <p:cNvSpPr/>
            <p:nvPr/>
          </p:nvSpPr>
          <p:spPr>
            <a:xfrm>
              <a:off x="8749319" y="2259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4" name="pt46664"/>
            <p:cNvSpPr/>
            <p:nvPr/>
          </p:nvSpPr>
          <p:spPr>
            <a:xfrm>
              <a:off x="9106706" y="1928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5" name="pt46665"/>
            <p:cNvSpPr/>
            <p:nvPr/>
          </p:nvSpPr>
          <p:spPr>
            <a:xfrm>
              <a:off x="9221288" y="1843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6" name="pt46666"/>
            <p:cNvSpPr/>
            <p:nvPr/>
          </p:nvSpPr>
          <p:spPr>
            <a:xfrm>
              <a:off x="9654228" y="2318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7" name="pt46667"/>
            <p:cNvSpPr/>
            <p:nvPr/>
          </p:nvSpPr>
          <p:spPr>
            <a:xfrm>
              <a:off x="9349631" y="2082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8" name="pt46668"/>
            <p:cNvSpPr/>
            <p:nvPr/>
          </p:nvSpPr>
          <p:spPr>
            <a:xfrm>
              <a:off x="9097834" y="1978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9" name="pt46669"/>
            <p:cNvSpPr/>
            <p:nvPr/>
          </p:nvSpPr>
          <p:spPr>
            <a:xfrm>
              <a:off x="9094774" y="1879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0" name="pt46670"/>
            <p:cNvSpPr/>
            <p:nvPr/>
          </p:nvSpPr>
          <p:spPr>
            <a:xfrm>
              <a:off x="8756500" y="2148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1" name="pt46671"/>
            <p:cNvSpPr/>
            <p:nvPr/>
          </p:nvSpPr>
          <p:spPr>
            <a:xfrm>
              <a:off x="9749896" y="2276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2" name="pt46672"/>
            <p:cNvSpPr/>
            <p:nvPr/>
          </p:nvSpPr>
          <p:spPr>
            <a:xfrm>
              <a:off x="9198297" y="1935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3" name="pt46673"/>
            <p:cNvSpPr/>
            <p:nvPr/>
          </p:nvSpPr>
          <p:spPr>
            <a:xfrm>
              <a:off x="9346461" y="2172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4" name="pt46674"/>
            <p:cNvSpPr/>
            <p:nvPr/>
          </p:nvSpPr>
          <p:spPr>
            <a:xfrm>
              <a:off x="8996835" y="194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5" name="pt46675"/>
            <p:cNvSpPr/>
            <p:nvPr/>
          </p:nvSpPr>
          <p:spPr>
            <a:xfrm>
              <a:off x="9344232" y="2156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6" name="pt46676"/>
            <p:cNvSpPr/>
            <p:nvPr/>
          </p:nvSpPr>
          <p:spPr>
            <a:xfrm>
              <a:off x="9024978" y="1901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7" name="pt46677"/>
            <p:cNvSpPr/>
            <p:nvPr/>
          </p:nvSpPr>
          <p:spPr>
            <a:xfrm>
              <a:off x="8935109" y="2141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8" name="pt46678"/>
            <p:cNvSpPr/>
            <p:nvPr/>
          </p:nvSpPr>
          <p:spPr>
            <a:xfrm>
              <a:off x="8677986" y="2499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9" name="pt46679"/>
            <p:cNvSpPr/>
            <p:nvPr/>
          </p:nvSpPr>
          <p:spPr>
            <a:xfrm>
              <a:off x="8383485" y="2451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0" name="pt46680"/>
            <p:cNvSpPr/>
            <p:nvPr/>
          </p:nvSpPr>
          <p:spPr>
            <a:xfrm>
              <a:off x="9811851" y="2346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1" name="pt46681"/>
            <p:cNvSpPr/>
            <p:nvPr/>
          </p:nvSpPr>
          <p:spPr>
            <a:xfrm>
              <a:off x="9078622" y="1983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2" name="pt46682"/>
            <p:cNvSpPr/>
            <p:nvPr/>
          </p:nvSpPr>
          <p:spPr>
            <a:xfrm>
              <a:off x="9062080" y="173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3" name="pt46683"/>
            <p:cNvSpPr/>
            <p:nvPr/>
          </p:nvSpPr>
          <p:spPr>
            <a:xfrm>
              <a:off x="9202808" y="2191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4" name="pt46684"/>
            <p:cNvSpPr/>
            <p:nvPr/>
          </p:nvSpPr>
          <p:spPr>
            <a:xfrm>
              <a:off x="9318519" y="1820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5" name="pt46685"/>
            <p:cNvSpPr/>
            <p:nvPr/>
          </p:nvSpPr>
          <p:spPr>
            <a:xfrm>
              <a:off x="8995031" y="2074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6" name="pt46686"/>
            <p:cNvSpPr/>
            <p:nvPr/>
          </p:nvSpPr>
          <p:spPr>
            <a:xfrm>
              <a:off x="9568642" y="2170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7" name="pt46687"/>
            <p:cNvSpPr/>
            <p:nvPr/>
          </p:nvSpPr>
          <p:spPr>
            <a:xfrm>
              <a:off x="9087421" y="1852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8" name="pt46688"/>
            <p:cNvSpPr/>
            <p:nvPr/>
          </p:nvSpPr>
          <p:spPr>
            <a:xfrm>
              <a:off x="8834733" y="2274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9" name="pt46689"/>
            <p:cNvSpPr/>
            <p:nvPr/>
          </p:nvSpPr>
          <p:spPr>
            <a:xfrm>
              <a:off x="9297726" y="2051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0" name="pt46690"/>
            <p:cNvSpPr/>
            <p:nvPr/>
          </p:nvSpPr>
          <p:spPr>
            <a:xfrm>
              <a:off x="9346461" y="1964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1" name="pt46691"/>
            <p:cNvSpPr/>
            <p:nvPr/>
          </p:nvSpPr>
          <p:spPr>
            <a:xfrm>
              <a:off x="9351314" y="2159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2" name="pt46692"/>
            <p:cNvSpPr/>
            <p:nvPr/>
          </p:nvSpPr>
          <p:spPr>
            <a:xfrm>
              <a:off x="8717243" y="2339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3" name="pt46693"/>
            <p:cNvSpPr/>
            <p:nvPr/>
          </p:nvSpPr>
          <p:spPr>
            <a:xfrm>
              <a:off x="8963317" y="206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4" name="pt46694"/>
            <p:cNvSpPr/>
            <p:nvPr/>
          </p:nvSpPr>
          <p:spPr>
            <a:xfrm>
              <a:off x="8434097" y="2322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5" name="pt46695"/>
            <p:cNvSpPr/>
            <p:nvPr/>
          </p:nvSpPr>
          <p:spPr>
            <a:xfrm>
              <a:off x="9312057" y="1839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6" name="pt46696"/>
            <p:cNvSpPr/>
            <p:nvPr/>
          </p:nvSpPr>
          <p:spPr>
            <a:xfrm>
              <a:off x="9454989" y="1982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7" name="pt46697"/>
            <p:cNvSpPr/>
            <p:nvPr/>
          </p:nvSpPr>
          <p:spPr>
            <a:xfrm>
              <a:off x="8612066" y="2000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8" name="pt46698"/>
            <p:cNvSpPr/>
            <p:nvPr/>
          </p:nvSpPr>
          <p:spPr>
            <a:xfrm>
              <a:off x="8612066" y="2229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9" name="pt46699"/>
            <p:cNvSpPr/>
            <p:nvPr/>
          </p:nvSpPr>
          <p:spPr>
            <a:xfrm>
              <a:off x="9024978" y="1920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0" name="pt46700"/>
            <p:cNvSpPr/>
            <p:nvPr/>
          </p:nvSpPr>
          <p:spPr>
            <a:xfrm>
              <a:off x="8971798" y="2067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1" name="pt46701"/>
            <p:cNvSpPr/>
            <p:nvPr/>
          </p:nvSpPr>
          <p:spPr>
            <a:xfrm>
              <a:off x="8434097" y="2482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2" name="pt46702"/>
            <p:cNvSpPr/>
            <p:nvPr/>
          </p:nvSpPr>
          <p:spPr>
            <a:xfrm>
              <a:off x="9207749" y="2072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3" name="pt46703"/>
            <p:cNvSpPr/>
            <p:nvPr/>
          </p:nvSpPr>
          <p:spPr>
            <a:xfrm>
              <a:off x="8717243" y="2302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4" name="pt46704"/>
            <p:cNvSpPr/>
            <p:nvPr/>
          </p:nvSpPr>
          <p:spPr>
            <a:xfrm>
              <a:off x="9547911" y="1648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5" name="pt46705"/>
            <p:cNvSpPr/>
            <p:nvPr/>
          </p:nvSpPr>
          <p:spPr>
            <a:xfrm>
              <a:off x="8688651" y="2390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6" name="pt46706"/>
            <p:cNvSpPr/>
            <p:nvPr/>
          </p:nvSpPr>
          <p:spPr>
            <a:xfrm>
              <a:off x="9206663" y="2069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7" name="pt46707"/>
            <p:cNvSpPr/>
            <p:nvPr/>
          </p:nvSpPr>
          <p:spPr>
            <a:xfrm>
              <a:off x="8749319" y="2027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8" name="pt46708"/>
            <p:cNvSpPr/>
            <p:nvPr/>
          </p:nvSpPr>
          <p:spPr>
            <a:xfrm>
              <a:off x="8921875" y="213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9" name="pt46709"/>
            <p:cNvSpPr/>
            <p:nvPr/>
          </p:nvSpPr>
          <p:spPr>
            <a:xfrm>
              <a:off x="8901496" y="1600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0" name="pt46710"/>
            <p:cNvSpPr/>
            <p:nvPr/>
          </p:nvSpPr>
          <p:spPr>
            <a:xfrm>
              <a:off x="8904556" y="1920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1" name="pt46711"/>
            <p:cNvSpPr/>
            <p:nvPr/>
          </p:nvSpPr>
          <p:spPr>
            <a:xfrm>
              <a:off x="8641456" y="2175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2" name="pt46712"/>
            <p:cNvSpPr/>
            <p:nvPr/>
          </p:nvSpPr>
          <p:spPr>
            <a:xfrm>
              <a:off x="8383485" y="2398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3" name="pt46713"/>
            <p:cNvSpPr/>
            <p:nvPr/>
          </p:nvSpPr>
          <p:spPr>
            <a:xfrm>
              <a:off x="8556041" y="2335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4" name="pt46714"/>
            <p:cNvSpPr/>
            <p:nvPr/>
          </p:nvSpPr>
          <p:spPr>
            <a:xfrm>
              <a:off x="9083077" y="1982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5" name="pt46715"/>
            <p:cNvSpPr/>
            <p:nvPr/>
          </p:nvSpPr>
          <p:spPr>
            <a:xfrm>
              <a:off x="9209365" y="2123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6" name="pt46716"/>
            <p:cNvSpPr/>
            <p:nvPr/>
          </p:nvSpPr>
          <p:spPr>
            <a:xfrm>
              <a:off x="8641456" y="2108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7" name="pt46717"/>
            <p:cNvSpPr/>
            <p:nvPr/>
          </p:nvSpPr>
          <p:spPr>
            <a:xfrm>
              <a:off x="8434097" y="2524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8" name="pt46718"/>
            <p:cNvSpPr/>
            <p:nvPr/>
          </p:nvSpPr>
          <p:spPr>
            <a:xfrm>
              <a:off x="8312152" y="2346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9" name="pt46719"/>
            <p:cNvSpPr/>
            <p:nvPr/>
          </p:nvSpPr>
          <p:spPr>
            <a:xfrm>
              <a:off x="9714526" y="1972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0" name="pt46720"/>
            <p:cNvSpPr/>
            <p:nvPr/>
          </p:nvSpPr>
          <p:spPr>
            <a:xfrm>
              <a:off x="9524498" y="2411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1" name="pt46721"/>
            <p:cNvSpPr/>
            <p:nvPr/>
          </p:nvSpPr>
          <p:spPr>
            <a:xfrm>
              <a:off x="9168491" y="2115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2" name="pt46722"/>
            <p:cNvSpPr/>
            <p:nvPr/>
          </p:nvSpPr>
          <p:spPr>
            <a:xfrm>
              <a:off x="9623193" y="2193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3" name="pt46723"/>
            <p:cNvSpPr/>
            <p:nvPr/>
          </p:nvSpPr>
          <p:spPr>
            <a:xfrm>
              <a:off x="9371637" y="213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4" name="pt46724"/>
            <p:cNvSpPr/>
            <p:nvPr/>
          </p:nvSpPr>
          <p:spPr>
            <a:xfrm>
              <a:off x="9055774" y="1681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5" name="pt46725"/>
            <p:cNvSpPr/>
            <p:nvPr/>
          </p:nvSpPr>
          <p:spPr>
            <a:xfrm>
              <a:off x="9349631" y="2179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6" name="pt46726"/>
            <p:cNvSpPr/>
            <p:nvPr/>
          </p:nvSpPr>
          <p:spPr>
            <a:xfrm>
              <a:off x="9697445" y="2012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7" name="pt46727"/>
            <p:cNvSpPr/>
            <p:nvPr/>
          </p:nvSpPr>
          <p:spPr>
            <a:xfrm>
              <a:off x="8725827" y="2280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8" name="pt46728"/>
            <p:cNvSpPr/>
            <p:nvPr/>
          </p:nvSpPr>
          <p:spPr>
            <a:xfrm>
              <a:off x="8312152" y="2433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9" name="pt46729"/>
            <p:cNvSpPr/>
            <p:nvPr/>
          </p:nvSpPr>
          <p:spPr>
            <a:xfrm>
              <a:off x="9119675" y="2092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0" name="pt46730"/>
            <p:cNvSpPr/>
            <p:nvPr/>
          </p:nvSpPr>
          <p:spPr>
            <a:xfrm>
              <a:off x="8898383" y="2204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1" name="pt46731"/>
            <p:cNvSpPr/>
            <p:nvPr/>
          </p:nvSpPr>
          <p:spPr>
            <a:xfrm>
              <a:off x="9524498" y="2430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2" name="pt46732"/>
            <p:cNvSpPr/>
            <p:nvPr/>
          </p:nvSpPr>
          <p:spPr>
            <a:xfrm>
              <a:off x="8867559" y="1995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3" name="pt46733"/>
            <p:cNvSpPr/>
            <p:nvPr/>
          </p:nvSpPr>
          <p:spPr>
            <a:xfrm>
              <a:off x="8810596" y="2087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4" name="pt46734"/>
            <p:cNvSpPr/>
            <p:nvPr/>
          </p:nvSpPr>
          <p:spPr>
            <a:xfrm>
              <a:off x="8947416" y="1939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5" name="pt46735"/>
            <p:cNvSpPr/>
            <p:nvPr/>
          </p:nvSpPr>
          <p:spPr>
            <a:xfrm>
              <a:off x="8799930" y="1973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6" name="pt46736"/>
            <p:cNvSpPr/>
            <p:nvPr/>
          </p:nvSpPr>
          <p:spPr>
            <a:xfrm>
              <a:off x="8901496" y="1874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7" name="pt46737"/>
            <p:cNvSpPr/>
            <p:nvPr/>
          </p:nvSpPr>
          <p:spPr>
            <a:xfrm>
              <a:off x="9094774" y="1856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8" name="pt46738"/>
            <p:cNvSpPr/>
            <p:nvPr/>
          </p:nvSpPr>
          <p:spPr>
            <a:xfrm>
              <a:off x="9427293" y="1980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9" name="pt46739"/>
            <p:cNvSpPr/>
            <p:nvPr/>
          </p:nvSpPr>
          <p:spPr>
            <a:xfrm>
              <a:off x="9117880" y="2060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0" name="pt46740"/>
            <p:cNvSpPr/>
            <p:nvPr/>
          </p:nvSpPr>
          <p:spPr>
            <a:xfrm>
              <a:off x="8688651" y="2287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1" name="pt46741"/>
            <p:cNvSpPr/>
            <p:nvPr/>
          </p:nvSpPr>
          <p:spPr>
            <a:xfrm>
              <a:off x="9028011" y="1754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2" name="pt46742"/>
            <p:cNvSpPr/>
            <p:nvPr/>
          </p:nvSpPr>
          <p:spPr>
            <a:xfrm>
              <a:off x="8505430" y="2375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3" name="pt46743"/>
            <p:cNvSpPr/>
            <p:nvPr/>
          </p:nvSpPr>
          <p:spPr>
            <a:xfrm>
              <a:off x="8749319" y="2082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4" name="pt46744"/>
            <p:cNvSpPr/>
            <p:nvPr/>
          </p:nvSpPr>
          <p:spPr>
            <a:xfrm>
              <a:off x="8505430" y="2318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5" name="pt46745"/>
            <p:cNvSpPr/>
            <p:nvPr/>
          </p:nvSpPr>
          <p:spPr>
            <a:xfrm>
              <a:off x="8971798" y="2035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6" name="pt46746"/>
            <p:cNvSpPr/>
            <p:nvPr/>
          </p:nvSpPr>
          <p:spPr>
            <a:xfrm>
              <a:off x="9208828" y="2109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7" name="pt46747"/>
            <p:cNvSpPr/>
            <p:nvPr/>
          </p:nvSpPr>
          <p:spPr>
            <a:xfrm>
              <a:off x="9408619" y="2189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8" name="pt46748"/>
            <p:cNvSpPr/>
            <p:nvPr/>
          </p:nvSpPr>
          <p:spPr>
            <a:xfrm>
              <a:off x="8971798" y="2111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9" name="pt46749"/>
            <p:cNvSpPr/>
            <p:nvPr/>
          </p:nvSpPr>
          <p:spPr>
            <a:xfrm>
              <a:off x="8734011" y="2192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0" name="pt46750"/>
            <p:cNvSpPr/>
            <p:nvPr/>
          </p:nvSpPr>
          <p:spPr>
            <a:xfrm>
              <a:off x="8312152" y="2598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1" name="pt46751"/>
            <p:cNvSpPr/>
            <p:nvPr/>
          </p:nvSpPr>
          <p:spPr>
            <a:xfrm>
              <a:off x="8556041" y="2489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2" name="pt46752"/>
            <p:cNvSpPr/>
            <p:nvPr/>
          </p:nvSpPr>
          <p:spPr>
            <a:xfrm>
              <a:off x="8505430" y="2372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3" name="pt46753"/>
            <p:cNvSpPr/>
            <p:nvPr/>
          </p:nvSpPr>
          <p:spPr>
            <a:xfrm>
              <a:off x="8839187" y="2355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4" name="pt46754"/>
            <p:cNvSpPr/>
            <p:nvPr/>
          </p:nvSpPr>
          <p:spPr>
            <a:xfrm>
              <a:off x="8612066" y="2145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5" name="pt46755"/>
            <p:cNvSpPr/>
            <p:nvPr/>
          </p:nvSpPr>
          <p:spPr>
            <a:xfrm>
              <a:off x="9171842" y="1924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6" name="pt46756"/>
            <p:cNvSpPr/>
            <p:nvPr/>
          </p:nvSpPr>
          <p:spPr>
            <a:xfrm>
              <a:off x="8770040" y="2091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7" name="pt46757"/>
            <p:cNvSpPr/>
            <p:nvPr/>
          </p:nvSpPr>
          <p:spPr>
            <a:xfrm>
              <a:off x="8434097" y="2381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8" name="pt46758"/>
            <p:cNvSpPr/>
            <p:nvPr/>
          </p:nvSpPr>
          <p:spPr>
            <a:xfrm>
              <a:off x="9143835" y="1996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9" name="pt46759"/>
            <p:cNvSpPr/>
            <p:nvPr/>
          </p:nvSpPr>
          <p:spPr>
            <a:xfrm>
              <a:off x="8734011" y="2122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0" name="pt46760"/>
            <p:cNvSpPr/>
            <p:nvPr/>
          </p:nvSpPr>
          <p:spPr>
            <a:xfrm>
              <a:off x="8383485" y="2404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1" name="pt46761"/>
            <p:cNvSpPr/>
            <p:nvPr/>
          </p:nvSpPr>
          <p:spPr>
            <a:xfrm>
              <a:off x="8473354" y="2315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2" name="pt46762"/>
            <p:cNvSpPr/>
            <p:nvPr/>
          </p:nvSpPr>
          <p:spPr>
            <a:xfrm>
              <a:off x="8996835" y="2023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3" name="pt46763"/>
            <p:cNvSpPr/>
            <p:nvPr/>
          </p:nvSpPr>
          <p:spPr>
            <a:xfrm>
              <a:off x="8576763" y="2388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4" name="pt46764"/>
            <p:cNvSpPr/>
            <p:nvPr/>
          </p:nvSpPr>
          <p:spPr>
            <a:xfrm>
              <a:off x="8987622" y="223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5" name="pt46765"/>
            <p:cNvSpPr/>
            <p:nvPr/>
          </p:nvSpPr>
          <p:spPr>
            <a:xfrm>
              <a:off x="8595298" y="2200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6" name="pt46766"/>
            <p:cNvSpPr/>
            <p:nvPr/>
          </p:nvSpPr>
          <p:spPr>
            <a:xfrm>
              <a:off x="9454989" y="2074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7" name="pt46767"/>
            <p:cNvSpPr/>
            <p:nvPr/>
          </p:nvSpPr>
          <p:spPr>
            <a:xfrm>
              <a:off x="8434097" y="2453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8" name="pt46768"/>
            <p:cNvSpPr/>
            <p:nvPr/>
          </p:nvSpPr>
          <p:spPr>
            <a:xfrm>
              <a:off x="8756500" y="2226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9" name="pt46769"/>
            <p:cNvSpPr/>
            <p:nvPr/>
          </p:nvSpPr>
          <p:spPr>
            <a:xfrm>
              <a:off x="8654494" y="2537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0" name="pt46770"/>
            <p:cNvSpPr/>
            <p:nvPr/>
          </p:nvSpPr>
          <p:spPr>
            <a:xfrm>
              <a:off x="8874891" y="2257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1" name="pt46771"/>
            <p:cNvSpPr/>
            <p:nvPr/>
          </p:nvSpPr>
          <p:spPr>
            <a:xfrm>
              <a:off x="9007289" y="1797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2" name="pt46772"/>
            <p:cNvSpPr/>
            <p:nvPr/>
          </p:nvSpPr>
          <p:spPr>
            <a:xfrm>
              <a:off x="9028011" y="1663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3" name="pt46773"/>
            <p:cNvSpPr/>
            <p:nvPr/>
          </p:nvSpPr>
          <p:spPr>
            <a:xfrm>
              <a:off x="8855955" y="1992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4" name="pt46774"/>
            <p:cNvSpPr/>
            <p:nvPr/>
          </p:nvSpPr>
          <p:spPr>
            <a:xfrm>
              <a:off x="9094774" y="1985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5" name="pt46775"/>
            <p:cNvSpPr/>
            <p:nvPr/>
          </p:nvSpPr>
          <p:spPr>
            <a:xfrm>
              <a:off x="8612066" y="2330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6" name="pt46776"/>
            <p:cNvSpPr/>
            <p:nvPr/>
          </p:nvSpPr>
          <p:spPr>
            <a:xfrm>
              <a:off x="8741831" y="2227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7" name="pt46777"/>
            <p:cNvSpPr/>
            <p:nvPr/>
          </p:nvSpPr>
          <p:spPr>
            <a:xfrm>
              <a:off x="8556041" y="2419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8" name="pt46778"/>
            <p:cNvSpPr/>
            <p:nvPr/>
          </p:nvSpPr>
          <p:spPr>
            <a:xfrm>
              <a:off x="8815695" y="205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9" name="pt46779"/>
            <p:cNvSpPr/>
            <p:nvPr/>
          </p:nvSpPr>
          <p:spPr>
            <a:xfrm>
              <a:off x="8904556" y="1970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0" name="pt46780"/>
            <p:cNvSpPr/>
            <p:nvPr/>
          </p:nvSpPr>
          <p:spPr>
            <a:xfrm>
              <a:off x="8749319" y="2104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1" name="pt46781"/>
            <p:cNvSpPr/>
            <p:nvPr/>
          </p:nvSpPr>
          <p:spPr>
            <a:xfrm>
              <a:off x="8971798" y="2031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2" name="pt46782"/>
            <p:cNvSpPr/>
            <p:nvPr/>
          </p:nvSpPr>
          <p:spPr>
            <a:xfrm>
              <a:off x="8888696" y="2172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3" name="pt46783"/>
            <p:cNvSpPr/>
            <p:nvPr/>
          </p:nvSpPr>
          <p:spPr>
            <a:xfrm>
              <a:off x="8595298" y="2294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4" name="pt46784"/>
            <p:cNvSpPr/>
            <p:nvPr/>
          </p:nvSpPr>
          <p:spPr>
            <a:xfrm>
              <a:off x="9303159" y="1875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5" name="pt46785"/>
            <p:cNvSpPr/>
            <p:nvPr/>
          </p:nvSpPr>
          <p:spPr>
            <a:xfrm>
              <a:off x="9155869" y="2202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6" name="pt46786"/>
            <p:cNvSpPr/>
            <p:nvPr/>
          </p:nvSpPr>
          <p:spPr>
            <a:xfrm>
              <a:off x="8641456" y="219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7" name="pt46787"/>
            <p:cNvSpPr/>
            <p:nvPr/>
          </p:nvSpPr>
          <p:spPr>
            <a:xfrm>
              <a:off x="8937640" y="1784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8" name="pt46788"/>
            <p:cNvSpPr/>
            <p:nvPr/>
          </p:nvSpPr>
          <p:spPr>
            <a:xfrm>
              <a:off x="9238466" y="1914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9" name="pt46789"/>
            <p:cNvSpPr/>
            <p:nvPr/>
          </p:nvSpPr>
          <p:spPr>
            <a:xfrm>
              <a:off x="8312152" y="2479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0" name="pt46790"/>
            <p:cNvSpPr/>
            <p:nvPr/>
          </p:nvSpPr>
          <p:spPr>
            <a:xfrm>
              <a:off x="8312152" y="2126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1" name="pt46791"/>
            <p:cNvSpPr/>
            <p:nvPr/>
          </p:nvSpPr>
          <p:spPr>
            <a:xfrm>
              <a:off x="9230563" y="1933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2" name="pt46792"/>
            <p:cNvSpPr/>
            <p:nvPr/>
          </p:nvSpPr>
          <p:spPr>
            <a:xfrm>
              <a:off x="8927288" y="2081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3" name="pt46793"/>
            <p:cNvSpPr/>
            <p:nvPr/>
          </p:nvSpPr>
          <p:spPr>
            <a:xfrm>
              <a:off x="9049233" y="1853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4" name="pt46794"/>
            <p:cNvSpPr/>
            <p:nvPr/>
          </p:nvSpPr>
          <p:spPr>
            <a:xfrm>
              <a:off x="8830164" y="2073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5" name="pt46795"/>
            <p:cNvSpPr/>
            <p:nvPr/>
          </p:nvSpPr>
          <p:spPr>
            <a:xfrm>
              <a:off x="8855955" y="2212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6" name="pt46796"/>
            <p:cNvSpPr/>
            <p:nvPr/>
          </p:nvSpPr>
          <p:spPr>
            <a:xfrm>
              <a:off x="8312152" y="2461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7" name="pt46797"/>
            <p:cNvSpPr/>
            <p:nvPr/>
          </p:nvSpPr>
          <p:spPr>
            <a:xfrm>
              <a:off x="8595298" y="2291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8" name="pt46798"/>
            <p:cNvSpPr/>
            <p:nvPr/>
          </p:nvSpPr>
          <p:spPr>
            <a:xfrm>
              <a:off x="9324474" y="2219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9" name="pt46799"/>
            <p:cNvSpPr/>
            <p:nvPr/>
          </p:nvSpPr>
          <p:spPr>
            <a:xfrm>
              <a:off x="9124084" y="2213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0" name="pt46800"/>
            <p:cNvSpPr/>
            <p:nvPr/>
          </p:nvSpPr>
          <p:spPr>
            <a:xfrm>
              <a:off x="8895213" y="2260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1" name="pt46801"/>
            <p:cNvSpPr/>
            <p:nvPr/>
          </p:nvSpPr>
          <p:spPr>
            <a:xfrm>
              <a:off x="9574258" y="2322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2" name="pt46802"/>
            <p:cNvSpPr/>
            <p:nvPr/>
          </p:nvSpPr>
          <p:spPr>
            <a:xfrm>
              <a:off x="9881517" y="2511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3" name="pt46803"/>
            <p:cNvSpPr/>
            <p:nvPr/>
          </p:nvSpPr>
          <p:spPr>
            <a:xfrm>
              <a:off x="9028011" y="1690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4" name="pt46804"/>
            <p:cNvSpPr/>
            <p:nvPr/>
          </p:nvSpPr>
          <p:spPr>
            <a:xfrm>
              <a:off x="9241172" y="1934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5" name="pt46805"/>
            <p:cNvSpPr/>
            <p:nvPr/>
          </p:nvSpPr>
          <p:spPr>
            <a:xfrm>
              <a:off x="8505430" y="2518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6" name="pt46806"/>
            <p:cNvSpPr/>
            <p:nvPr/>
          </p:nvSpPr>
          <p:spPr>
            <a:xfrm>
              <a:off x="8473354" y="231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7" name="pt46807"/>
            <p:cNvSpPr/>
            <p:nvPr/>
          </p:nvSpPr>
          <p:spPr>
            <a:xfrm>
              <a:off x="8434097" y="2459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8" name="pt46808"/>
            <p:cNvSpPr/>
            <p:nvPr/>
          </p:nvSpPr>
          <p:spPr>
            <a:xfrm>
              <a:off x="9190113" y="1835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9" name="pt46809"/>
            <p:cNvSpPr/>
            <p:nvPr/>
          </p:nvSpPr>
          <p:spPr>
            <a:xfrm>
              <a:off x="8666631" y="2323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0" name="pt46810"/>
            <p:cNvSpPr/>
            <p:nvPr/>
          </p:nvSpPr>
          <p:spPr>
            <a:xfrm>
              <a:off x="9452717" y="1880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1" name="pt46811"/>
            <p:cNvSpPr/>
            <p:nvPr/>
          </p:nvSpPr>
          <p:spPr>
            <a:xfrm>
              <a:off x="9062080" y="1749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2" name="pt46812"/>
            <p:cNvSpPr/>
            <p:nvPr/>
          </p:nvSpPr>
          <p:spPr>
            <a:xfrm>
              <a:off x="9574258" y="2302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3" name="pt46813"/>
            <p:cNvSpPr/>
            <p:nvPr/>
          </p:nvSpPr>
          <p:spPr>
            <a:xfrm>
              <a:off x="9168491" y="2155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4" name="pt46814"/>
            <p:cNvSpPr/>
            <p:nvPr/>
          </p:nvSpPr>
          <p:spPr>
            <a:xfrm>
              <a:off x="8505430" y="2250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5" name="pt46815"/>
            <p:cNvSpPr/>
            <p:nvPr/>
          </p:nvSpPr>
          <p:spPr>
            <a:xfrm>
              <a:off x="8810596" y="2176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6" name="pt46816"/>
            <p:cNvSpPr/>
            <p:nvPr/>
          </p:nvSpPr>
          <p:spPr>
            <a:xfrm>
              <a:off x="8595298" y="2274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7" name="pt46817"/>
            <p:cNvSpPr/>
            <p:nvPr/>
          </p:nvSpPr>
          <p:spPr>
            <a:xfrm>
              <a:off x="9377920" y="2154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8" name="pt46818"/>
            <p:cNvSpPr/>
            <p:nvPr/>
          </p:nvSpPr>
          <p:spPr>
            <a:xfrm>
              <a:off x="8756500" y="2107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9" name="pt46819"/>
            <p:cNvSpPr/>
            <p:nvPr/>
          </p:nvSpPr>
          <p:spPr>
            <a:xfrm>
              <a:off x="8505430" y="2420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0" name="pt46820"/>
            <p:cNvSpPr/>
            <p:nvPr/>
          </p:nvSpPr>
          <p:spPr>
            <a:xfrm>
              <a:off x="8776438" y="2000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1" name="pt46821"/>
            <p:cNvSpPr/>
            <p:nvPr/>
          </p:nvSpPr>
          <p:spPr>
            <a:xfrm>
              <a:off x="9310253" y="1974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2" name="pt46822"/>
            <p:cNvSpPr/>
            <p:nvPr/>
          </p:nvSpPr>
          <p:spPr>
            <a:xfrm>
              <a:off x="9087421" y="1813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3" name="pt46823"/>
            <p:cNvSpPr/>
            <p:nvPr/>
          </p:nvSpPr>
          <p:spPr>
            <a:xfrm>
              <a:off x="8947416" y="1972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4" name="pt46824"/>
            <p:cNvSpPr/>
            <p:nvPr/>
          </p:nvSpPr>
          <p:spPr>
            <a:xfrm>
              <a:off x="8916289" y="2122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5" name="pt46825"/>
            <p:cNvSpPr/>
            <p:nvPr/>
          </p:nvSpPr>
          <p:spPr>
            <a:xfrm>
              <a:off x="8473354" y="2326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6" name="pt46826"/>
            <p:cNvSpPr/>
            <p:nvPr/>
          </p:nvSpPr>
          <p:spPr>
            <a:xfrm>
              <a:off x="9452717" y="1878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7" name="pt46827"/>
            <p:cNvSpPr/>
            <p:nvPr/>
          </p:nvSpPr>
          <p:spPr>
            <a:xfrm>
              <a:off x="9065758" y="1985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8" name="pt46828"/>
            <p:cNvSpPr/>
            <p:nvPr/>
          </p:nvSpPr>
          <p:spPr>
            <a:xfrm>
              <a:off x="8799930" y="2045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9" name="pt46829"/>
            <p:cNvSpPr/>
            <p:nvPr/>
          </p:nvSpPr>
          <p:spPr>
            <a:xfrm>
              <a:off x="8677986" y="2115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0" name="pt46830"/>
            <p:cNvSpPr/>
            <p:nvPr/>
          </p:nvSpPr>
          <p:spPr>
            <a:xfrm>
              <a:off x="8698707" y="2376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1" name="pt46831"/>
            <p:cNvSpPr/>
            <p:nvPr/>
          </p:nvSpPr>
          <p:spPr>
            <a:xfrm>
              <a:off x="9612243" y="225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2" name="pt46832"/>
            <p:cNvSpPr/>
            <p:nvPr/>
          </p:nvSpPr>
          <p:spPr>
            <a:xfrm>
              <a:off x="8810596" y="2185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3" name="pt46833"/>
            <p:cNvSpPr/>
            <p:nvPr/>
          </p:nvSpPr>
          <p:spPr>
            <a:xfrm>
              <a:off x="8641456" y="2139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4" name="pt46834"/>
            <p:cNvSpPr/>
            <p:nvPr/>
          </p:nvSpPr>
          <p:spPr>
            <a:xfrm>
              <a:off x="9208828" y="2131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5" name="pt46835"/>
            <p:cNvSpPr/>
            <p:nvPr/>
          </p:nvSpPr>
          <p:spPr>
            <a:xfrm>
              <a:off x="8834733" y="2236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6" name="pt46836"/>
            <p:cNvSpPr/>
            <p:nvPr/>
          </p:nvSpPr>
          <p:spPr>
            <a:xfrm>
              <a:off x="9217232" y="2041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7" name="pt46837"/>
            <p:cNvSpPr/>
            <p:nvPr/>
          </p:nvSpPr>
          <p:spPr>
            <a:xfrm>
              <a:off x="8965476" y="2069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8" name="pt46838"/>
            <p:cNvSpPr/>
            <p:nvPr/>
          </p:nvSpPr>
          <p:spPr>
            <a:xfrm>
              <a:off x="8815695" y="2131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9" name="pt46839"/>
            <p:cNvSpPr/>
            <p:nvPr/>
          </p:nvSpPr>
          <p:spPr>
            <a:xfrm>
              <a:off x="9160178" y="2014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0" name="pt46840"/>
            <p:cNvSpPr/>
            <p:nvPr/>
          </p:nvSpPr>
          <p:spPr>
            <a:xfrm>
              <a:off x="8312152" y="2633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1" name="pt46841"/>
            <p:cNvSpPr/>
            <p:nvPr/>
          </p:nvSpPr>
          <p:spPr>
            <a:xfrm>
              <a:off x="8688651" y="2373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2" name="pt46842"/>
            <p:cNvSpPr/>
            <p:nvPr/>
          </p:nvSpPr>
          <p:spPr>
            <a:xfrm>
              <a:off x="9515130" y="2583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3" name="pt46843"/>
            <p:cNvSpPr/>
            <p:nvPr/>
          </p:nvSpPr>
          <p:spPr>
            <a:xfrm>
              <a:off x="8312152" y="2507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4" name="pt46844"/>
            <p:cNvSpPr/>
            <p:nvPr/>
          </p:nvSpPr>
          <p:spPr>
            <a:xfrm>
              <a:off x="8947416" y="201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5" name="pt46845"/>
            <p:cNvSpPr/>
            <p:nvPr/>
          </p:nvSpPr>
          <p:spPr>
            <a:xfrm>
              <a:off x="8556041" y="2391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6" name="pt46846"/>
            <p:cNvSpPr/>
            <p:nvPr/>
          </p:nvSpPr>
          <p:spPr>
            <a:xfrm>
              <a:off x="8434097" y="2471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7" name="pt46847"/>
            <p:cNvSpPr/>
            <p:nvPr/>
          </p:nvSpPr>
          <p:spPr>
            <a:xfrm>
              <a:off x="8947416" y="1941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8" name="pt46848"/>
            <p:cNvSpPr/>
            <p:nvPr/>
          </p:nvSpPr>
          <p:spPr>
            <a:xfrm>
              <a:off x="8891985" y="2202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9" name="pt46849"/>
            <p:cNvSpPr/>
            <p:nvPr/>
          </p:nvSpPr>
          <p:spPr>
            <a:xfrm>
              <a:off x="8641456" y="1846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0" name="pt46850"/>
            <p:cNvSpPr/>
            <p:nvPr/>
          </p:nvSpPr>
          <p:spPr>
            <a:xfrm>
              <a:off x="9103798" y="1975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1" name="pt46851"/>
            <p:cNvSpPr/>
            <p:nvPr/>
          </p:nvSpPr>
          <p:spPr>
            <a:xfrm>
              <a:off x="8921875" y="2081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2" name="pt46852"/>
            <p:cNvSpPr/>
            <p:nvPr/>
          </p:nvSpPr>
          <p:spPr>
            <a:xfrm>
              <a:off x="9536594" y="1832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3" name="pt46853"/>
            <p:cNvSpPr/>
            <p:nvPr/>
          </p:nvSpPr>
          <p:spPr>
            <a:xfrm>
              <a:off x="9612243" y="2271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4" name="pt46854"/>
            <p:cNvSpPr/>
            <p:nvPr/>
          </p:nvSpPr>
          <p:spPr>
            <a:xfrm>
              <a:off x="8947416" y="1941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5" name="pt46855"/>
            <p:cNvSpPr/>
            <p:nvPr/>
          </p:nvSpPr>
          <p:spPr>
            <a:xfrm>
              <a:off x="9347687" y="2182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6" name="pt46856"/>
            <p:cNvSpPr/>
            <p:nvPr/>
          </p:nvSpPr>
          <p:spPr>
            <a:xfrm>
              <a:off x="8878445" y="2070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7" name="pt46857"/>
            <p:cNvSpPr/>
            <p:nvPr/>
          </p:nvSpPr>
          <p:spPr>
            <a:xfrm>
              <a:off x="9062080" y="1815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8" name="pt46858"/>
            <p:cNvSpPr/>
            <p:nvPr/>
          </p:nvSpPr>
          <p:spPr>
            <a:xfrm>
              <a:off x="9726386" y="2136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9" name="pt46859"/>
            <p:cNvSpPr/>
            <p:nvPr/>
          </p:nvSpPr>
          <p:spPr>
            <a:xfrm>
              <a:off x="8641456" y="2205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0" name="pt46860"/>
            <p:cNvSpPr/>
            <p:nvPr/>
          </p:nvSpPr>
          <p:spPr>
            <a:xfrm>
              <a:off x="9162993" y="215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1" name="pt46861"/>
            <p:cNvSpPr/>
            <p:nvPr/>
          </p:nvSpPr>
          <p:spPr>
            <a:xfrm>
              <a:off x="8741831" y="2181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2" name="pt46862"/>
            <p:cNvSpPr/>
            <p:nvPr/>
          </p:nvSpPr>
          <p:spPr>
            <a:xfrm>
              <a:off x="8947416" y="1991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3" name="pt46863"/>
            <p:cNvSpPr/>
            <p:nvPr/>
          </p:nvSpPr>
          <p:spPr>
            <a:xfrm>
              <a:off x="9351314" y="2236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4" name="pt46864"/>
            <p:cNvSpPr/>
            <p:nvPr/>
          </p:nvSpPr>
          <p:spPr>
            <a:xfrm>
              <a:off x="8881929" y="2182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5" name="pt46865"/>
            <p:cNvSpPr/>
            <p:nvPr/>
          </p:nvSpPr>
          <p:spPr>
            <a:xfrm>
              <a:off x="8776438" y="2109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6" name="pt46866"/>
            <p:cNvSpPr/>
            <p:nvPr/>
          </p:nvSpPr>
          <p:spPr>
            <a:xfrm>
              <a:off x="8383485" y="2515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7" name="pt46867"/>
            <p:cNvSpPr/>
            <p:nvPr/>
          </p:nvSpPr>
          <p:spPr>
            <a:xfrm>
              <a:off x="9205570" y="2034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8" name="pt46868"/>
            <p:cNvSpPr/>
            <p:nvPr/>
          </p:nvSpPr>
          <p:spPr>
            <a:xfrm>
              <a:off x="9075206" y="2209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9" name="pt46869"/>
            <p:cNvSpPr/>
            <p:nvPr/>
          </p:nvSpPr>
          <p:spPr>
            <a:xfrm>
              <a:off x="9060837" y="1717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0" name="pt46870"/>
            <p:cNvSpPr/>
            <p:nvPr/>
          </p:nvSpPr>
          <p:spPr>
            <a:xfrm>
              <a:off x="9007289" y="1893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1" name="pt46871"/>
            <p:cNvSpPr/>
            <p:nvPr/>
          </p:nvSpPr>
          <p:spPr>
            <a:xfrm>
              <a:off x="9240724" y="1945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2" name="pt46872"/>
            <p:cNvSpPr/>
            <p:nvPr/>
          </p:nvSpPr>
          <p:spPr>
            <a:xfrm>
              <a:off x="8734011" y="2208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3" name="pt46873"/>
            <p:cNvSpPr/>
            <p:nvPr/>
          </p:nvSpPr>
          <p:spPr>
            <a:xfrm>
              <a:off x="9313250" y="1960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4" name="pt46874"/>
            <p:cNvSpPr/>
            <p:nvPr/>
          </p:nvSpPr>
          <p:spPr>
            <a:xfrm>
              <a:off x="8383485" y="2222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5" name="pt46875"/>
            <p:cNvSpPr/>
            <p:nvPr/>
          </p:nvSpPr>
          <p:spPr>
            <a:xfrm>
              <a:off x="9435194" y="1938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6" name="pt46876"/>
            <p:cNvSpPr/>
            <p:nvPr/>
          </p:nvSpPr>
          <p:spPr>
            <a:xfrm>
              <a:off x="8641456" y="2060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7" name="pt46877"/>
            <p:cNvSpPr/>
            <p:nvPr/>
          </p:nvSpPr>
          <p:spPr>
            <a:xfrm>
              <a:off x="8839187" y="2008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8" name="pt46878"/>
            <p:cNvSpPr/>
            <p:nvPr/>
          </p:nvSpPr>
          <p:spPr>
            <a:xfrm>
              <a:off x="9666217" y="2172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9" name="pt46879"/>
            <p:cNvSpPr/>
            <p:nvPr/>
          </p:nvSpPr>
          <p:spPr>
            <a:xfrm>
              <a:off x="8627374" y="2247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0" name="pt46880"/>
            <p:cNvSpPr/>
            <p:nvPr/>
          </p:nvSpPr>
          <p:spPr>
            <a:xfrm>
              <a:off x="9279262" y="2112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1" name="pt46881"/>
            <p:cNvSpPr/>
            <p:nvPr/>
          </p:nvSpPr>
          <p:spPr>
            <a:xfrm>
              <a:off x="8916289" y="2152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2" name="pt46882"/>
            <p:cNvSpPr/>
            <p:nvPr/>
          </p:nvSpPr>
          <p:spPr>
            <a:xfrm>
              <a:off x="9178998" y="1716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3" name="pt46883"/>
            <p:cNvSpPr/>
            <p:nvPr/>
          </p:nvSpPr>
          <p:spPr>
            <a:xfrm>
              <a:off x="8921875" y="2271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4" name="pt46884"/>
            <p:cNvSpPr/>
            <p:nvPr/>
          </p:nvSpPr>
          <p:spPr>
            <a:xfrm>
              <a:off x="8921875" y="2108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5" name="pt46885"/>
            <p:cNvSpPr/>
            <p:nvPr/>
          </p:nvSpPr>
          <p:spPr>
            <a:xfrm>
              <a:off x="9138300" y="2043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6" name="pt46886"/>
            <p:cNvSpPr/>
            <p:nvPr/>
          </p:nvSpPr>
          <p:spPr>
            <a:xfrm>
              <a:off x="9205570" y="2080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7" name="pt46887"/>
            <p:cNvSpPr/>
            <p:nvPr/>
          </p:nvSpPr>
          <p:spPr>
            <a:xfrm>
              <a:off x="8688651" y="2340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8" name="pt46888"/>
            <p:cNvSpPr/>
            <p:nvPr/>
          </p:nvSpPr>
          <p:spPr>
            <a:xfrm>
              <a:off x="9452582" y="1932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9" name="pt46889"/>
            <p:cNvSpPr/>
            <p:nvPr/>
          </p:nvSpPr>
          <p:spPr>
            <a:xfrm>
              <a:off x="8871263" y="2015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0" name="pt46890"/>
            <p:cNvSpPr/>
            <p:nvPr/>
          </p:nvSpPr>
          <p:spPr>
            <a:xfrm>
              <a:off x="8749319" y="1947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1" name="pt46891"/>
            <p:cNvSpPr/>
            <p:nvPr/>
          </p:nvSpPr>
          <p:spPr>
            <a:xfrm>
              <a:off x="8956678" y="1903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2" name="pt46892"/>
            <p:cNvSpPr/>
            <p:nvPr/>
          </p:nvSpPr>
          <p:spPr>
            <a:xfrm>
              <a:off x="8741831" y="2292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3" name="pt46893"/>
            <p:cNvSpPr/>
            <p:nvPr/>
          </p:nvSpPr>
          <p:spPr>
            <a:xfrm>
              <a:off x="8717243" y="2300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4" name="pt46894"/>
            <p:cNvSpPr/>
            <p:nvPr/>
          </p:nvSpPr>
          <p:spPr>
            <a:xfrm>
              <a:off x="9452582" y="1708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5" name="pt46895"/>
            <p:cNvSpPr/>
            <p:nvPr/>
          </p:nvSpPr>
          <p:spPr>
            <a:xfrm>
              <a:off x="8815695" y="2034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6" name="pt46896"/>
            <p:cNvSpPr/>
            <p:nvPr/>
          </p:nvSpPr>
          <p:spPr>
            <a:xfrm>
              <a:off x="9714526" y="1859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7" name="pt46897"/>
            <p:cNvSpPr/>
            <p:nvPr/>
          </p:nvSpPr>
          <p:spPr>
            <a:xfrm>
              <a:off x="8641456" y="2121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8" name="pt46898"/>
            <p:cNvSpPr/>
            <p:nvPr/>
          </p:nvSpPr>
          <p:spPr>
            <a:xfrm>
              <a:off x="8505430" y="2358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9" name="pt46899"/>
            <p:cNvSpPr/>
            <p:nvPr/>
          </p:nvSpPr>
          <p:spPr>
            <a:xfrm>
              <a:off x="8532549" y="2481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0" name="pt46900"/>
            <p:cNvSpPr/>
            <p:nvPr/>
          </p:nvSpPr>
          <p:spPr>
            <a:xfrm>
              <a:off x="8654494" y="2495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1" name="pt46901"/>
            <p:cNvSpPr/>
            <p:nvPr/>
          </p:nvSpPr>
          <p:spPr>
            <a:xfrm>
              <a:off x="8725827" y="2240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2" name="pt46902"/>
            <p:cNvSpPr/>
            <p:nvPr/>
          </p:nvSpPr>
          <p:spPr>
            <a:xfrm>
              <a:off x="9381988" y="2026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3" name="pt46903"/>
            <p:cNvSpPr/>
            <p:nvPr/>
          </p:nvSpPr>
          <p:spPr>
            <a:xfrm>
              <a:off x="9371637" y="2184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4" name="pt46904"/>
            <p:cNvSpPr/>
            <p:nvPr/>
          </p:nvSpPr>
          <p:spPr>
            <a:xfrm>
              <a:off x="9039647" y="184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5" name="pt46905"/>
            <p:cNvSpPr/>
            <p:nvPr/>
          </p:nvSpPr>
          <p:spPr>
            <a:xfrm>
              <a:off x="9087421" y="1725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6" name="pt46906"/>
            <p:cNvSpPr/>
            <p:nvPr/>
          </p:nvSpPr>
          <p:spPr>
            <a:xfrm>
              <a:off x="8383485" y="2342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7" name="pt46907"/>
            <p:cNvSpPr/>
            <p:nvPr/>
          </p:nvSpPr>
          <p:spPr>
            <a:xfrm>
              <a:off x="8756500" y="2113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8" name="pt46908"/>
            <p:cNvSpPr/>
            <p:nvPr/>
          </p:nvSpPr>
          <p:spPr>
            <a:xfrm>
              <a:off x="9548926" y="1827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9" name="pt46909"/>
            <p:cNvSpPr/>
            <p:nvPr/>
          </p:nvSpPr>
          <p:spPr>
            <a:xfrm>
              <a:off x="8434097" y="2408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0" name="pt46910"/>
            <p:cNvSpPr/>
            <p:nvPr/>
          </p:nvSpPr>
          <p:spPr>
            <a:xfrm>
              <a:off x="9547911" y="1725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1" name="pt46911"/>
            <p:cNvSpPr/>
            <p:nvPr/>
          </p:nvSpPr>
          <p:spPr>
            <a:xfrm>
              <a:off x="8998621" y="1990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2" name="pt46912"/>
            <p:cNvSpPr/>
            <p:nvPr/>
          </p:nvSpPr>
          <p:spPr>
            <a:xfrm>
              <a:off x="8698707" y="2519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3" name="pt46913"/>
            <p:cNvSpPr/>
            <p:nvPr/>
          </p:nvSpPr>
          <p:spPr>
            <a:xfrm>
              <a:off x="9109567" y="173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4" name="pt46914"/>
            <p:cNvSpPr/>
            <p:nvPr/>
          </p:nvSpPr>
          <p:spPr>
            <a:xfrm>
              <a:off x="8312152" y="2572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5" name="pt46915"/>
            <p:cNvSpPr/>
            <p:nvPr/>
          </p:nvSpPr>
          <p:spPr>
            <a:xfrm>
              <a:off x="8904556" y="2089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6" name="pt46916"/>
            <p:cNvSpPr/>
            <p:nvPr/>
          </p:nvSpPr>
          <p:spPr>
            <a:xfrm>
              <a:off x="8839187" y="2137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7" name="pt46917"/>
            <p:cNvSpPr/>
            <p:nvPr/>
          </p:nvSpPr>
          <p:spPr>
            <a:xfrm>
              <a:off x="8788576" y="2361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8" name="pt46918"/>
            <p:cNvSpPr/>
            <p:nvPr/>
          </p:nvSpPr>
          <p:spPr>
            <a:xfrm>
              <a:off x="8788576" y="2329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9" name="pt46919"/>
            <p:cNvSpPr/>
            <p:nvPr/>
          </p:nvSpPr>
          <p:spPr>
            <a:xfrm>
              <a:off x="9217744" y="2066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0" name="pt46920"/>
            <p:cNvSpPr/>
            <p:nvPr/>
          </p:nvSpPr>
          <p:spPr>
            <a:xfrm>
              <a:off x="8505430" y="2425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1" name="pt46921"/>
            <p:cNvSpPr/>
            <p:nvPr/>
          </p:nvSpPr>
          <p:spPr>
            <a:xfrm>
              <a:off x="8473354" y="2320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2" name="pt46922"/>
            <p:cNvSpPr/>
            <p:nvPr/>
          </p:nvSpPr>
          <p:spPr>
            <a:xfrm>
              <a:off x="9144612" y="2049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3" name="pt46923"/>
            <p:cNvSpPr/>
            <p:nvPr/>
          </p:nvSpPr>
          <p:spPr>
            <a:xfrm>
              <a:off x="9205570" y="2048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4" name="pt46924"/>
            <p:cNvSpPr/>
            <p:nvPr/>
          </p:nvSpPr>
          <p:spPr>
            <a:xfrm>
              <a:off x="8556041" y="2382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5" name="pt46925"/>
            <p:cNvSpPr/>
            <p:nvPr/>
          </p:nvSpPr>
          <p:spPr>
            <a:xfrm>
              <a:off x="9097834" y="1919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6" name="pt46926"/>
            <p:cNvSpPr/>
            <p:nvPr/>
          </p:nvSpPr>
          <p:spPr>
            <a:xfrm>
              <a:off x="9332911" y="2200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7" name="pt46927"/>
            <p:cNvSpPr/>
            <p:nvPr/>
          </p:nvSpPr>
          <p:spPr>
            <a:xfrm>
              <a:off x="9055774" y="1735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8" name="pt46928"/>
            <p:cNvSpPr/>
            <p:nvPr/>
          </p:nvSpPr>
          <p:spPr>
            <a:xfrm>
              <a:off x="8383485" y="2381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9" name="pt46929"/>
            <p:cNvSpPr/>
            <p:nvPr/>
          </p:nvSpPr>
          <p:spPr>
            <a:xfrm>
              <a:off x="9299019" y="2025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0" name="pt46930"/>
            <p:cNvSpPr/>
            <p:nvPr/>
          </p:nvSpPr>
          <p:spPr>
            <a:xfrm>
              <a:off x="8654494" y="2401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1" name="pt46931"/>
            <p:cNvSpPr/>
            <p:nvPr/>
          </p:nvSpPr>
          <p:spPr>
            <a:xfrm>
              <a:off x="8834733" y="2220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2" name="pt46932"/>
            <p:cNvSpPr/>
            <p:nvPr/>
          </p:nvSpPr>
          <p:spPr>
            <a:xfrm>
              <a:off x="9663884" y="2267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3" name="pt46933"/>
            <p:cNvSpPr/>
            <p:nvPr/>
          </p:nvSpPr>
          <p:spPr>
            <a:xfrm>
              <a:off x="9139900" y="2130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4" name="pt46934"/>
            <p:cNvSpPr/>
            <p:nvPr/>
          </p:nvSpPr>
          <p:spPr>
            <a:xfrm>
              <a:off x="8688651" y="2332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5" name="pt46935"/>
            <p:cNvSpPr/>
            <p:nvPr/>
          </p:nvSpPr>
          <p:spPr>
            <a:xfrm>
              <a:off x="8576763" y="2397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6" name="pt46936"/>
            <p:cNvSpPr/>
            <p:nvPr/>
          </p:nvSpPr>
          <p:spPr>
            <a:xfrm>
              <a:off x="8913428" y="2132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7" name="pt46937"/>
            <p:cNvSpPr/>
            <p:nvPr/>
          </p:nvSpPr>
          <p:spPr>
            <a:xfrm>
              <a:off x="8434097" y="2342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8" name="pt46938"/>
            <p:cNvSpPr/>
            <p:nvPr/>
          </p:nvSpPr>
          <p:spPr>
            <a:xfrm>
              <a:off x="9551860" y="1695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9" name="pt46939"/>
            <p:cNvSpPr/>
            <p:nvPr/>
          </p:nvSpPr>
          <p:spPr>
            <a:xfrm>
              <a:off x="8473354" y="222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0" name="pt46940"/>
            <p:cNvSpPr/>
            <p:nvPr/>
          </p:nvSpPr>
          <p:spPr>
            <a:xfrm>
              <a:off x="8473354" y="2274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1" name="pt46941"/>
            <p:cNvSpPr/>
            <p:nvPr/>
          </p:nvSpPr>
          <p:spPr>
            <a:xfrm>
              <a:off x="8805344" y="2089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2" name="pt46942"/>
            <p:cNvSpPr/>
            <p:nvPr/>
          </p:nvSpPr>
          <p:spPr>
            <a:xfrm>
              <a:off x="8595298" y="2244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3" name="pt46943"/>
            <p:cNvSpPr/>
            <p:nvPr/>
          </p:nvSpPr>
          <p:spPr>
            <a:xfrm>
              <a:off x="9291111" y="2076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4" name="pt46944"/>
            <p:cNvSpPr/>
            <p:nvPr/>
          </p:nvSpPr>
          <p:spPr>
            <a:xfrm>
              <a:off x="8734011" y="2179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5" name="pt46945"/>
            <p:cNvSpPr/>
            <p:nvPr/>
          </p:nvSpPr>
          <p:spPr>
            <a:xfrm>
              <a:off x="8383485" y="2433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6" name="pt46946"/>
            <p:cNvSpPr/>
            <p:nvPr/>
          </p:nvSpPr>
          <p:spPr>
            <a:xfrm>
              <a:off x="9130917" y="1960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7" name="pt46947"/>
            <p:cNvSpPr/>
            <p:nvPr/>
          </p:nvSpPr>
          <p:spPr>
            <a:xfrm>
              <a:off x="9509182" y="2629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8" name="pt46948"/>
            <p:cNvSpPr/>
            <p:nvPr/>
          </p:nvSpPr>
          <p:spPr>
            <a:xfrm>
              <a:off x="8666631" y="2462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9" name="pt46949"/>
            <p:cNvSpPr/>
            <p:nvPr/>
          </p:nvSpPr>
          <p:spPr>
            <a:xfrm>
              <a:off x="8825472" y="2131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0" name="pt46950"/>
            <p:cNvSpPr/>
            <p:nvPr/>
          </p:nvSpPr>
          <p:spPr>
            <a:xfrm>
              <a:off x="8741831" y="2354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1" name="pt46951"/>
            <p:cNvSpPr/>
            <p:nvPr/>
          </p:nvSpPr>
          <p:spPr>
            <a:xfrm>
              <a:off x="8904556" y="1923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2" name="pt46952"/>
            <p:cNvSpPr/>
            <p:nvPr/>
          </p:nvSpPr>
          <p:spPr>
            <a:xfrm>
              <a:off x="9143835" y="199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3" name="pt46953"/>
            <p:cNvSpPr/>
            <p:nvPr/>
          </p:nvSpPr>
          <p:spPr>
            <a:xfrm>
              <a:off x="9035373" y="1257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4" name="pt46954"/>
            <p:cNvSpPr/>
            <p:nvPr/>
          </p:nvSpPr>
          <p:spPr>
            <a:xfrm>
              <a:off x="8717243" y="2295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5" name="pt46955"/>
            <p:cNvSpPr/>
            <p:nvPr/>
          </p:nvSpPr>
          <p:spPr>
            <a:xfrm>
              <a:off x="8654494" y="2436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6" name="pt46956"/>
            <p:cNvSpPr/>
            <p:nvPr/>
          </p:nvSpPr>
          <p:spPr>
            <a:xfrm>
              <a:off x="8734011" y="2267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7" name="pt46957"/>
            <p:cNvSpPr/>
            <p:nvPr/>
          </p:nvSpPr>
          <p:spPr>
            <a:xfrm>
              <a:off x="9094774" y="1819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8" name="pt46958"/>
            <p:cNvSpPr/>
            <p:nvPr/>
          </p:nvSpPr>
          <p:spPr>
            <a:xfrm>
              <a:off x="9195417" y="2227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9" name="pt46959"/>
            <p:cNvSpPr/>
            <p:nvPr/>
          </p:nvSpPr>
          <p:spPr>
            <a:xfrm>
              <a:off x="9092704" y="2050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0" name="pt46960"/>
            <p:cNvSpPr/>
            <p:nvPr/>
          </p:nvSpPr>
          <p:spPr>
            <a:xfrm>
              <a:off x="8717243" y="2246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1" name="pt46961"/>
            <p:cNvSpPr/>
            <p:nvPr/>
          </p:nvSpPr>
          <p:spPr>
            <a:xfrm>
              <a:off x="9312057" y="1820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2" name="pt46962"/>
            <p:cNvSpPr/>
            <p:nvPr/>
          </p:nvSpPr>
          <p:spPr>
            <a:xfrm>
              <a:off x="8666631" y="2312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3" name="pt46963"/>
            <p:cNvSpPr/>
            <p:nvPr/>
          </p:nvSpPr>
          <p:spPr>
            <a:xfrm>
              <a:off x="9021891" y="1708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4" name="pt46964"/>
            <p:cNvSpPr/>
            <p:nvPr/>
          </p:nvSpPr>
          <p:spPr>
            <a:xfrm>
              <a:off x="9161591" y="2034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5" name="pt46965"/>
            <p:cNvSpPr/>
            <p:nvPr/>
          </p:nvSpPr>
          <p:spPr>
            <a:xfrm>
              <a:off x="8434097" y="2508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6" name="pt46966"/>
            <p:cNvSpPr/>
            <p:nvPr/>
          </p:nvSpPr>
          <p:spPr>
            <a:xfrm>
              <a:off x="8891985" y="2232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7" name="pt46967"/>
            <p:cNvSpPr/>
            <p:nvPr/>
          </p:nvSpPr>
          <p:spPr>
            <a:xfrm>
              <a:off x="9121452" y="2183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8" name="pt46968"/>
            <p:cNvSpPr/>
            <p:nvPr/>
          </p:nvSpPr>
          <p:spPr>
            <a:xfrm>
              <a:off x="8847771" y="2058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9" name="pt46969"/>
            <p:cNvSpPr/>
            <p:nvPr/>
          </p:nvSpPr>
          <p:spPr>
            <a:xfrm>
              <a:off x="9005590" y="1905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0" name="pt46970"/>
            <p:cNvSpPr/>
            <p:nvPr/>
          </p:nvSpPr>
          <p:spPr>
            <a:xfrm>
              <a:off x="9881517" y="237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1" name="pt46971"/>
            <p:cNvSpPr/>
            <p:nvPr/>
          </p:nvSpPr>
          <p:spPr>
            <a:xfrm>
              <a:off x="8782612" y="2148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2" name="pt46972"/>
            <p:cNvSpPr/>
            <p:nvPr/>
          </p:nvSpPr>
          <p:spPr>
            <a:xfrm>
              <a:off x="8935109" y="2037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3" name="pt46973"/>
            <p:cNvSpPr/>
            <p:nvPr/>
          </p:nvSpPr>
          <p:spPr>
            <a:xfrm>
              <a:off x="9062080" y="1755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4" name="pt46974"/>
            <p:cNvSpPr/>
            <p:nvPr/>
          </p:nvSpPr>
          <p:spPr>
            <a:xfrm>
              <a:off x="8847771" y="2195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5" name="pt46975"/>
            <p:cNvSpPr/>
            <p:nvPr/>
          </p:nvSpPr>
          <p:spPr>
            <a:xfrm>
              <a:off x="8741831" y="2274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6" name="pt46976"/>
            <p:cNvSpPr/>
            <p:nvPr/>
          </p:nvSpPr>
          <p:spPr>
            <a:xfrm>
              <a:off x="8434097" y="2513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7" name="pt46977"/>
            <p:cNvSpPr/>
            <p:nvPr/>
          </p:nvSpPr>
          <p:spPr>
            <a:xfrm>
              <a:off x="8996835" y="1957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8" name="pt46978"/>
            <p:cNvSpPr/>
            <p:nvPr/>
          </p:nvSpPr>
          <p:spPr>
            <a:xfrm>
              <a:off x="9538421" y="1631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9" name="pt46979"/>
            <p:cNvSpPr/>
            <p:nvPr/>
          </p:nvSpPr>
          <p:spPr>
            <a:xfrm>
              <a:off x="9075206" y="2243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0" name="pt46980"/>
            <p:cNvSpPr/>
            <p:nvPr/>
          </p:nvSpPr>
          <p:spPr>
            <a:xfrm>
              <a:off x="8473354" y="2236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1" name="pt46981"/>
            <p:cNvSpPr/>
            <p:nvPr/>
          </p:nvSpPr>
          <p:spPr>
            <a:xfrm>
              <a:off x="8434097" y="2396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2" name="pt46982"/>
            <p:cNvSpPr/>
            <p:nvPr/>
          </p:nvSpPr>
          <p:spPr>
            <a:xfrm>
              <a:off x="9039647" y="1930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3" name="pt46983"/>
            <p:cNvSpPr/>
            <p:nvPr/>
          </p:nvSpPr>
          <p:spPr>
            <a:xfrm>
              <a:off x="9005590" y="1905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4" name="pt46984"/>
            <p:cNvSpPr/>
            <p:nvPr/>
          </p:nvSpPr>
          <p:spPr>
            <a:xfrm>
              <a:off x="9279262" y="2093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5" name="pt46985"/>
            <p:cNvSpPr/>
            <p:nvPr/>
          </p:nvSpPr>
          <p:spPr>
            <a:xfrm>
              <a:off x="9143835" y="2116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6" name="pt46986"/>
            <p:cNvSpPr/>
            <p:nvPr/>
          </p:nvSpPr>
          <p:spPr>
            <a:xfrm>
              <a:off x="8788576" y="2216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7" name="pt46987"/>
            <p:cNvSpPr/>
            <p:nvPr/>
          </p:nvSpPr>
          <p:spPr>
            <a:xfrm>
              <a:off x="8556041" y="2508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8" name="pt46988"/>
            <p:cNvSpPr/>
            <p:nvPr/>
          </p:nvSpPr>
          <p:spPr>
            <a:xfrm>
              <a:off x="8627374" y="2308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9" name="pt46989"/>
            <p:cNvSpPr/>
            <p:nvPr/>
          </p:nvSpPr>
          <p:spPr>
            <a:xfrm>
              <a:off x="8473354" y="2292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0" name="pt46990"/>
            <p:cNvSpPr/>
            <p:nvPr/>
          </p:nvSpPr>
          <p:spPr>
            <a:xfrm>
              <a:off x="8627374" y="2377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1" name="pt46991"/>
            <p:cNvSpPr/>
            <p:nvPr/>
          </p:nvSpPr>
          <p:spPr>
            <a:xfrm>
              <a:off x="8987622" y="2304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2" name="pt46992"/>
            <p:cNvSpPr/>
            <p:nvPr/>
          </p:nvSpPr>
          <p:spPr>
            <a:xfrm>
              <a:off x="8987622" y="2307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3" name="pt46993"/>
            <p:cNvSpPr/>
            <p:nvPr/>
          </p:nvSpPr>
          <p:spPr>
            <a:xfrm>
              <a:off x="8654494" y="2535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4" name="pt46994"/>
            <p:cNvSpPr/>
            <p:nvPr/>
          </p:nvSpPr>
          <p:spPr>
            <a:xfrm>
              <a:off x="9208828" y="2144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5" name="pt46995"/>
            <p:cNvSpPr/>
            <p:nvPr/>
          </p:nvSpPr>
          <p:spPr>
            <a:xfrm>
              <a:off x="8473354" y="2374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6" name="pt46996"/>
            <p:cNvSpPr/>
            <p:nvPr/>
          </p:nvSpPr>
          <p:spPr>
            <a:xfrm>
              <a:off x="8383485" y="2435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7" name="pt46997"/>
            <p:cNvSpPr/>
            <p:nvPr/>
          </p:nvSpPr>
          <p:spPr>
            <a:xfrm>
              <a:off x="8434097" y="2249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8" name="pt46998"/>
            <p:cNvSpPr/>
            <p:nvPr/>
          </p:nvSpPr>
          <p:spPr>
            <a:xfrm>
              <a:off x="9461505" y="2001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9" name="pt46999"/>
            <p:cNvSpPr/>
            <p:nvPr/>
          </p:nvSpPr>
          <p:spPr>
            <a:xfrm>
              <a:off x="9080864" y="1678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0" name="pt47000"/>
            <p:cNvSpPr/>
            <p:nvPr/>
          </p:nvSpPr>
          <p:spPr>
            <a:xfrm>
              <a:off x="8763400" y="2160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1" name="pt47001"/>
            <p:cNvSpPr/>
            <p:nvPr/>
          </p:nvSpPr>
          <p:spPr>
            <a:xfrm>
              <a:off x="8532549" y="2463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2" name="pt47002"/>
            <p:cNvSpPr/>
            <p:nvPr/>
          </p:nvSpPr>
          <p:spPr>
            <a:xfrm>
              <a:off x="9332911" y="2252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3" name="pt47003"/>
            <p:cNvSpPr/>
            <p:nvPr/>
          </p:nvSpPr>
          <p:spPr>
            <a:xfrm>
              <a:off x="8985720" y="2216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4" name="pt47004"/>
            <p:cNvSpPr/>
            <p:nvPr/>
          </p:nvSpPr>
          <p:spPr>
            <a:xfrm>
              <a:off x="9408619" y="2238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5" name="pt47005"/>
            <p:cNvSpPr/>
            <p:nvPr/>
          </p:nvSpPr>
          <p:spPr>
            <a:xfrm>
              <a:off x="8949778" y="2000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6" name="pt47006"/>
            <p:cNvSpPr/>
            <p:nvPr/>
          </p:nvSpPr>
          <p:spPr>
            <a:xfrm>
              <a:off x="8434097" y="2368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7" name="pt47007"/>
            <p:cNvSpPr/>
            <p:nvPr/>
          </p:nvSpPr>
          <p:spPr>
            <a:xfrm>
              <a:off x="8312152" y="2418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8" name="pt47008"/>
            <p:cNvSpPr/>
            <p:nvPr/>
          </p:nvSpPr>
          <p:spPr>
            <a:xfrm>
              <a:off x="9045188" y="1802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9" name="pt47009"/>
            <p:cNvSpPr/>
            <p:nvPr/>
          </p:nvSpPr>
          <p:spPr>
            <a:xfrm>
              <a:off x="8794345" y="2258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0" name="pt47010"/>
            <p:cNvSpPr/>
            <p:nvPr/>
          </p:nvSpPr>
          <p:spPr>
            <a:xfrm>
              <a:off x="9381988" y="2104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1" name="pt47011"/>
            <p:cNvSpPr/>
            <p:nvPr/>
          </p:nvSpPr>
          <p:spPr>
            <a:xfrm>
              <a:off x="8641456" y="2193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2" name="pt47012"/>
            <p:cNvSpPr/>
            <p:nvPr/>
          </p:nvSpPr>
          <p:spPr>
            <a:xfrm>
              <a:off x="8895213" y="2207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3" name="pt47013"/>
            <p:cNvSpPr/>
            <p:nvPr/>
          </p:nvSpPr>
          <p:spPr>
            <a:xfrm>
              <a:off x="8473354" y="2397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4" name="pt47014"/>
            <p:cNvSpPr/>
            <p:nvPr/>
          </p:nvSpPr>
          <p:spPr>
            <a:xfrm>
              <a:off x="8383485" y="2328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5" name="pt47015"/>
            <p:cNvSpPr/>
            <p:nvPr/>
          </p:nvSpPr>
          <p:spPr>
            <a:xfrm>
              <a:off x="9663884" y="2600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6" name="pt47016"/>
            <p:cNvSpPr/>
            <p:nvPr/>
          </p:nvSpPr>
          <p:spPr>
            <a:xfrm>
              <a:off x="8312152" y="2621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7" name="pt47017"/>
            <p:cNvSpPr/>
            <p:nvPr/>
          </p:nvSpPr>
          <p:spPr>
            <a:xfrm>
              <a:off x="8971798" y="2050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8" name="pt47018"/>
            <p:cNvSpPr/>
            <p:nvPr/>
          </p:nvSpPr>
          <p:spPr>
            <a:xfrm>
              <a:off x="9119675" y="2187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9" name="pt47019"/>
            <p:cNvSpPr/>
            <p:nvPr/>
          </p:nvSpPr>
          <p:spPr>
            <a:xfrm>
              <a:off x="8734011" y="2164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0" name="pt47020"/>
            <p:cNvSpPr/>
            <p:nvPr/>
          </p:nvSpPr>
          <p:spPr>
            <a:xfrm>
              <a:off x="8919104" y="2287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1" name="pt47021"/>
            <p:cNvSpPr/>
            <p:nvPr/>
          </p:nvSpPr>
          <p:spPr>
            <a:xfrm>
              <a:off x="9221288" y="1818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2" name="pt47022"/>
            <p:cNvSpPr/>
            <p:nvPr/>
          </p:nvSpPr>
          <p:spPr>
            <a:xfrm>
              <a:off x="9198297" y="1969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3" name="pt47023"/>
            <p:cNvSpPr/>
            <p:nvPr/>
          </p:nvSpPr>
          <p:spPr>
            <a:xfrm>
              <a:off x="9047895" y="1865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4" name="pt47024"/>
            <p:cNvSpPr/>
            <p:nvPr/>
          </p:nvSpPr>
          <p:spPr>
            <a:xfrm>
              <a:off x="8473354" y="2279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5" name="pt47025"/>
            <p:cNvSpPr/>
            <p:nvPr/>
          </p:nvSpPr>
          <p:spPr>
            <a:xfrm>
              <a:off x="8473354" y="2293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6" name="pt47026"/>
            <p:cNvSpPr/>
            <p:nvPr/>
          </p:nvSpPr>
          <p:spPr>
            <a:xfrm>
              <a:off x="9612243" y="2276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7" name="pt47027"/>
            <p:cNvSpPr/>
            <p:nvPr/>
          </p:nvSpPr>
          <p:spPr>
            <a:xfrm>
              <a:off x="9603616" y="2375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8" name="pt47028"/>
            <p:cNvSpPr/>
            <p:nvPr/>
          </p:nvSpPr>
          <p:spPr>
            <a:xfrm>
              <a:off x="9195417" y="2038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9" name="pt47029"/>
            <p:cNvSpPr/>
            <p:nvPr/>
          </p:nvSpPr>
          <p:spPr>
            <a:xfrm>
              <a:off x="9461505" y="1981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0" name="pt47030"/>
            <p:cNvSpPr/>
            <p:nvPr/>
          </p:nvSpPr>
          <p:spPr>
            <a:xfrm>
              <a:off x="8434097" y="2345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1" name="pt47031"/>
            <p:cNvSpPr/>
            <p:nvPr/>
          </p:nvSpPr>
          <p:spPr>
            <a:xfrm>
              <a:off x="8895213" y="2159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2" name="pt47032"/>
            <p:cNvSpPr/>
            <p:nvPr/>
          </p:nvSpPr>
          <p:spPr>
            <a:xfrm>
              <a:off x="9354634" y="2047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3" name="pt47033"/>
            <p:cNvSpPr/>
            <p:nvPr/>
          </p:nvSpPr>
          <p:spPr>
            <a:xfrm>
              <a:off x="8794345" y="208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4" name="pt47034"/>
            <p:cNvSpPr/>
            <p:nvPr/>
          </p:nvSpPr>
          <p:spPr>
            <a:xfrm>
              <a:off x="8434097" y="2500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5" name="pt47035"/>
            <p:cNvSpPr/>
            <p:nvPr/>
          </p:nvSpPr>
          <p:spPr>
            <a:xfrm>
              <a:off x="9386161" y="2039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6" name="pt47036"/>
            <p:cNvSpPr/>
            <p:nvPr/>
          </p:nvSpPr>
          <p:spPr>
            <a:xfrm>
              <a:off x="8576763" y="2458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7" name="pt47037"/>
            <p:cNvSpPr/>
            <p:nvPr/>
          </p:nvSpPr>
          <p:spPr>
            <a:xfrm>
              <a:off x="9130078" y="2082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8" name="pt47038"/>
            <p:cNvSpPr/>
            <p:nvPr/>
          </p:nvSpPr>
          <p:spPr>
            <a:xfrm>
              <a:off x="8788576" y="2344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9" name="pt47039"/>
            <p:cNvSpPr/>
            <p:nvPr/>
          </p:nvSpPr>
          <p:spPr>
            <a:xfrm>
              <a:off x="8788576" y="2431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0" name="pt47040"/>
            <p:cNvSpPr/>
            <p:nvPr/>
          </p:nvSpPr>
          <p:spPr>
            <a:xfrm>
              <a:off x="9393280" y="1974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1" name="pt47041"/>
            <p:cNvSpPr/>
            <p:nvPr/>
          </p:nvSpPr>
          <p:spPr>
            <a:xfrm>
              <a:off x="8654494" y="2490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2" name="pt47042"/>
            <p:cNvSpPr/>
            <p:nvPr/>
          </p:nvSpPr>
          <p:spPr>
            <a:xfrm>
              <a:off x="8977900" y="225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3" name="pt47043"/>
            <p:cNvSpPr/>
            <p:nvPr/>
          </p:nvSpPr>
          <p:spPr>
            <a:xfrm>
              <a:off x="8627374" y="2204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4" name="pt47044"/>
            <p:cNvSpPr/>
            <p:nvPr/>
          </p:nvSpPr>
          <p:spPr>
            <a:xfrm>
              <a:off x="8505430" y="242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5" name="pt47045"/>
            <p:cNvSpPr/>
            <p:nvPr/>
          </p:nvSpPr>
          <p:spPr>
            <a:xfrm>
              <a:off x="8971798" y="210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6" name="pt47046"/>
            <p:cNvSpPr/>
            <p:nvPr/>
          </p:nvSpPr>
          <p:spPr>
            <a:xfrm>
              <a:off x="8945023" y="1644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7" name="pt47047"/>
            <p:cNvSpPr/>
            <p:nvPr/>
          </p:nvSpPr>
          <p:spPr>
            <a:xfrm>
              <a:off x="9207749" y="2039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8" name="pt47048"/>
            <p:cNvSpPr/>
            <p:nvPr/>
          </p:nvSpPr>
          <p:spPr>
            <a:xfrm>
              <a:off x="8859909" y="1881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9" name="pt47049"/>
            <p:cNvSpPr/>
            <p:nvPr/>
          </p:nvSpPr>
          <p:spPr>
            <a:xfrm>
              <a:off x="9500379" y="2410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0" name="pt47050"/>
            <p:cNvSpPr/>
            <p:nvPr/>
          </p:nvSpPr>
          <p:spPr>
            <a:xfrm>
              <a:off x="8749319" y="2173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1" name="pt47051"/>
            <p:cNvSpPr/>
            <p:nvPr/>
          </p:nvSpPr>
          <p:spPr>
            <a:xfrm>
              <a:off x="8666631" y="2435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2" name="pt47052"/>
            <p:cNvSpPr/>
            <p:nvPr/>
          </p:nvSpPr>
          <p:spPr>
            <a:xfrm>
              <a:off x="9202808" y="2039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3" name="pt47053"/>
            <p:cNvSpPr/>
            <p:nvPr/>
          </p:nvSpPr>
          <p:spPr>
            <a:xfrm>
              <a:off x="8595298" y="2372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4" name="pt47054"/>
            <p:cNvSpPr/>
            <p:nvPr/>
          </p:nvSpPr>
          <p:spPr>
            <a:xfrm>
              <a:off x="8505430" y="2419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5" name="pt47055"/>
            <p:cNvSpPr/>
            <p:nvPr/>
          </p:nvSpPr>
          <p:spPr>
            <a:xfrm>
              <a:off x="9209365" y="2307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6" name="pt47056"/>
            <p:cNvSpPr/>
            <p:nvPr/>
          </p:nvSpPr>
          <p:spPr>
            <a:xfrm>
              <a:off x="9297726" y="1920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7" name="pt47057"/>
            <p:cNvSpPr/>
            <p:nvPr/>
          </p:nvSpPr>
          <p:spPr>
            <a:xfrm>
              <a:off x="8825472" y="2060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8" name="pt47058"/>
            <p:cNvSpPr/>
            <p:nvPr/>
          </p:nvSpPr>
          <p:spPr>
            <a:xfrm>
              <a:off x="8851911" y="2230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9" name="pt47059"/>
            <p:cNvSpPr/>
            <p:nvPr/>
          </p:nvSpPr>
          <p:spPr>
            <a:xfrm>
              <a:off x="9432499" y="2095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0" name="pt47060"/>
            <p:cNvSpPr/>
            <p:nvPr/>
          </p:nvSpPr>
          <p:spPr>
            <a:xfrm>
              <a:off x="8977900" y="2322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1" name="pt47061"/>
            <p:cNvSpPr/>
            <p:nvPr/>
          </p:nvSpPr>
          <p:spPr>
            <a:xfrm>
              <a:off x="9083077" y="1653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2" name="pt47062"/>
            <p:cNvSpPr/>
            <p:nvPr/>
          </p:nvSpPr>
          <p:spPr>
            <a:xfrm>
              <a:off x="8641456" y="2058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3" name="pt47063"/>
            <p:cNvSpPr/>
            <p:nvPr/>
          </p:nvSpPr>
          <p:spPr>
            <a:xfrm>
              <a:off x="9209365" y="2133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4" name="pt47064"/>
            <p:cNvSpPr/>
            <p:nvPr/>
          </p:nvSpPr>
          <p:spPr>
            <a:xfrm>
              <a:off x="8473354" y="243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5" name="pt47065"/>
            <p:cNvSpPr/>
            <p:nvPr/>
          </p:nvSpPr>
          <p:spPr>
            <a:xfrm>
              <a:off x="8956678" y="1801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6" name="pt47066"/>
            <p:cNvSpPr/>
            <p:nvPr/>
          </p:nvSpPr>
          <p:spPr>
            <a:xfrm>
              <a:off x="8688651" y="2416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7" name="pt47067"/>
            <p:cNvSpPr/>
            <p:nvPr/>
          </p:nvSpPr>
          <p:spPr>
            <a:xfrm>
              <a:off x="8734011" y="2274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8" name="pt47068"/>
            <p:cNvSpPr/>
            <p:nvPr/>
          </p:nvSpPr>
          <p:spPr>
            <a:xfrm>
              <a:off x="9241172" y="1890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9" name="pt47069"/>
            <p:cNvSpPr/>
            <p:nvPr/>
          </p:nvSpPr>
          <p:spPr>
            <a:xfrm>
              <a:off x="8383485" y="2437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0" name="pt47070"/>
            <p:cNvSpPr/>
            <p:nvPr/>
          </p:nvSpPr>
          <p:spPr>
            <a:xfrm>
              <a:off x="9551860" y="1755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1" name="pt47071"/>
            <p:cNvSpPr/>
            <p:nvPr/>
          </p:nvSpPr>
          <p:spPr>
            <a:xfrm>
              <a:off x="8688651" y="2324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2" name="pt47072"/>
            <p:cNvSpPr/>
            <p:nvPr/>
          </p:nvSpPr>
          <p:spPr>
            <a:xfrm>
              <a:off x="8666631" y="2447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3" name="pt47073"/>
            <p:cNvSpPr/>
            <p:nvPr/>
          </p:nvSpPr>
          <p:spPr>
            <a:xfrm>
              <a:off x="9623193" y="2400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4" name="pt47074"/>
            <p:cNvSpPr/>
            <p:nvPr/>
          </p:nvSpPr>
          <p:spPr>
            <a:xfrm>
              <a:off x="8788576" y="2307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5" name="pt47075"/>
            <p:cNvSpPr/>
            <p:nvPr/>
          </p:nvSpPr>
          <p:spPr>
            <a:xfrm>
              <a:off x="8312152" y="2440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6" name="pt47076"/>
            <p:cNvSpPr/>
            <p:nvPr/>
          </p:nvSpPr>
          <p:spPr>
            <a:xfrm>
              <a:off x="8641456" y="2052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7" name="pt47077"/>
            <p:cNvSpPr/>
            <p:nvPr/>
          </p:nvSpPr>
          <p:spPr>
            <a:xfrm>
              <a:off x="8855955" y="1936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8" name="pt47078"/>
            <p:cNvSpPr/>
            <p:nvPr/>
          </p:nvSpPr>
          <p:spPr>
            <a:xfrm>
              <a:off x="8434097" y="2360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9" name="pt47079"/>
            <p:cNvSpPr/>
            <p:nvPr/>
          </p:nvSpPr>
          <p:spPr>
            <a:xfrm>
              <a:off x="8532549" y="2391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0" name="pt47080"/>
            <p:cNvSpPr/>
            <p:nvPr/>
          </p:nvSpPr>
          <p:spPr>
            <a:xfrm>
              <a:off x="9607397" y="2207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1" name="pt47081"/>
            <p:cNvSpPr/>
            <p:nvPr/>
          </p:nvSpPr>
          <p:spPr>
            <a:xfrm>
              <a:off x="9007289" y="1801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2" name="pt47082"/>
            <p:cNvSpPr/>
            <p:nvPr/>
          </p:nvSpPr>
          <p:spPr>
            <a:xfrm>
              <a:off x="8825472" y="2123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3" name="pt47083"/>
            <p:cNvSpPr/>
            <p:nvPr/>
          </p:nvSpPr>
          <p:spPr>
            <a:xfrm>
              <a:off x="9500379" y="2437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4" name="pt47084"/>
            <p:cNvSpPr/>
            <p:nvPr/>
          </p:nvSpPr>
          <p:spPr>
            <a:xfrm>
              <a:off x="8904556" y="2029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5" name="pt47085"/>
            <p:cNvSpPr/>
            <p:nvPr/>
          </p:nvSpPr>
          <p:spPr>
            <a:xfrm>
              <a:off x="9214649" y="2096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6" name="pt47086"/>
            <p:cNvSpPr/>
            <p:nvPr/>
          </p:nvSpPr>
          <p:spPr>
            <a:xfrm>
              <a:off x="9435194" y="2029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7" name="pt47087"/>
            <p:cNvSpPr/>
            <p:nvPr/>
          </p:nvSpPr>
          <p:spPr>
            <a:xfrm>
              <a:off x="9209365" y="2122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8" name="pt47088"/>
            <p:cNvSpPr/>
            <p:nvPr/>
          </p:nvSpPr>
          <p:spPr>
            <a:xfrm>
              <a:off x="8641456" y="2045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9" name="pt47089"/>
            <p:cNvSpPr/>
            <p:nvPr/>
          </p:nvSpPr>
          <p:spPr>
            <a:xfrm>
              <a:off x="9275251" y="2057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0" name="pt47090"/>
            <p:cNvSpPr/>
            <p:nvPr/>
          </p:nvSpPr>
          <p:spPr>
            <a:xfrm>
              <a:off x="8688651" y="2303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1" name="pt47091"/>
            <p:cNvSpPr/>
            <p:nvPr/>
          </p:nvSpPr>
          <p:spPr>
            <a:xfrm>
              <a:off x="9200002" y="2035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2" name="pt47092"/>
            <p:cNvSpPr/>
            <p:nvPr/>
          </p:nvSpPr>
          <p:spPr>
            <a:xfrm>
              <a:off x="8654494" y="2392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3" name="pt47093"/>
            <p:cNvSpPr/>
            <p:nvPr/>
          </p:nvSpPr>
          <p:spPr>
            <a:xfrm>
              <a:off x="8717243" y="2342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4" name="pt47094"/>
            <p:cNvSpPr/>
            <p:nvPr/>
          </p:nvSpPr>
          <p:spPr>
            <a:xfrm>
              <a:off x="8741831" y="2213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5" name="pt47095"/>
            <p:cNvSpPr/>
            <p:nvPr/>
          </p:nvSpPr>
          <p:spPr>
            <a:xfrm>
              <a:off x="8776438" y="2087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6" name="pt47096"/>
            <p:cNvSpPr/>
            <p:nvPr/>
          </p:nvSpPr>
          <p:spPr>
            <a:xfrm>
              <a:off x="8383485" y="2291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7" name="pt47097"/>
            <p:cNvSpPr/>
            <p:nvPr/>
          </p:nvSpPr>
          <p:spPr>
            <a:xfrm>
              <a:off x="8763400" y="2168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8" name="pt47098"/>
            <p:cNvSpPr/>
            <p:nvPr/>
          </p:nvSpPr>
          <p:spPr>
            <a:xfrm>
              <a:off x="9530304" y="2458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9" name="pt47099"/>
            <p:cNvSpPr/>
            <p:nvPr/>
          </p:nvSpPr>
          <p:spPr>
            <a:xfrm>
              <a:off x="8383485" y="2331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0" name="pt47100"/>
            <p:cNvSpPr/>
            <p:nvPr/>
          </p:nvSpPr>
          <p:spPr>
            <a:xfrm>
              <a:off x="9143835" y="2096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1" name="pt47101"/>
            <p:cNvSpPr/>
            <p:nvPr/>
          </p:nvSpPr>
          <p:spPr>
            <a:xfrm>
              <a:off x="9235717" y="1782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2" name="pt47102"/>
            <p:cNvSpPr/>
            <p:nvPr/>
          </p:nvSpPr>
          <p:spPr>
            <a:xfrm>
              <a:off x="9188912" y="1726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3" name="pt47103"/>
            <p:cNvSpPr/>
            <p:nvPr/>
          </p:nvSpPr>
          <p:spPr>
            <a:xfrm>
              <a:off x="8627374" y="2134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4" name="pt47104"/>
            <p:cNvSpPr/>
            <p:nvPr/>
          </p:nvSpPr>
          <p:spPr>
            <a:xfrm>
              <a:off x="9427293" y="1912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5" name="pt47105"/>
            <p:cNvSpPr/>
            <p:nvPr/>
          </p:nvSpPr>
          <p:spPr>
            <a:xfrm>
              <a:off x="9240724" y="1914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6" name="pt47106"/>
            <p:cNvSpPr/>
            <p:nvPr/>
          </p:nvSpPr>
          <p:spPr>
            <a:xfrm>
              <a:off x="8312152" y="2568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7" name="pt47107"/>
            <p:cNvSpPr/>
            <p:nvPr/>
          </p:nvSpPr>
          <p:spPr>
            <a:xfrm>
              <a:off x="8688651" y="2379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8" name="pt47108"/>
            <p:cNvSpPr/>
            <p:nvPr/>
          </p:nvSpPr>
          <p:spPr>
            <a:xfrm>
              <a:off x="8904556" y="1993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9" name="pt47109"/>
            <p:cNvSpPr/>
            <p:nvPr/>
          </p:nvSpPr>
          <p:spPr>
            <a:xfrm>
              <a:off x="8473354" y="234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0" name="pt47110"/>
            <p:cNvSpPr/>
            <p:nvPr/>
          </p:nvSpPr>
          <p:spPr>
            <a:xfrm>
              <a:off x="9435194" y="2000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1" name="pt47111"/>
            <p:cNvSpPr/>
            <p:nvPr/>
          </p:nvSpPr>
          <p:spPr>
            <a:xfrm>
              <a:off x="9168491" y="2154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2" name="pt47112"/>
            <p:cNvSpPr/>
            <p:nvPr/>
          </p:nvSpPr>
          <p:spPr>
            <a:xfrm>
              <a:off x="8688651" y="2264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3" name="pt47113"/>
            <p:cNvSpPr/>
            <p:nvPr/>
          </p:nvSpPr>
          <p:spPr>
            <a:xfrm>
              <a:off x="8935109" y="2127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4" name="pt47114"/>
            <p:cNvSpPr/>
            <p:nvPr/>
          </p:nvSpPr>
          <p:spPr>
            <a:xfrm>
              <a:off x="8641456" y="2169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5" name="pt47115"/>
            <p:cNvSpPr/>
            <p:nvPr/>
          </p:nvSpPr>
          <p:spPr>
            <a:xfrm>
              <a:off x="8830164" y="2025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6" name="pt47116"/>
            <p:cNvSpPr/>
            <p:nvPr/>
          </p:nvSpPr>
          <p:spPr>
            <a:xfrm>
              <a:off x="8312152" y="2374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7" name="pt47117"/>
            <p:cNvSpPr/>
            <p:nvPr/>
          </p:nvSpPr>
          <p:spPr>
            <a:xfrm>
              <a:off x="9201130" y="207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8" name="pt47118"/>
            <p:cNvSpPr/>
            <p:nvPr/>
          </p:nvSpPr>
          <p:spPr>
            <a:xfrm>
              <a:off x="8788576" y="2254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9" name="pt47119"/>
            <p:cNvSpPr/>
            <p:nvPr/>
          </p:nvSpPr>
          <p:spPr>
            <a:xfrm>
              <a:off x="9175781" y="2155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0" name="pt47120"/>
            <p:cNvSpPr/>
            <p:nvPr/>
          </p:nvSpPr>
          <p:spPr>
            <a:xfrm>
              <a:off x="8932540" y="2122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1" name="pt47121"/>
            <p:cNvSpPr/>
            <p:nvPr/>
          </p:nvSpPr>
          <p:spPr>
            <a:xfrm>
              <a:off x="9386161" y="2082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2" name="pt47122"/>
            <p:cNvSpPr/>
            <p:nvPr/>
          </p:nvSpPr>
          <p:spPr>
            <a:xfrm>
              <a:off x="8473354" y="2263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3" name="pt47123"/>
            <p:cNvSpPr/>
            <p:nvPr/>
          </p:nvSpPr>
          <p:spPr>
            <a:xfrm>
              <a:off x="9178998" y="1679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4" name="pt47124"/>
            <p:cNvSpPr/>
            <p:nvPr/>
          </p:nvSpPr>
          <p:spPr>
            <a:xfrm>
              <a:off x="8839187" y="2084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5" name="pt47125"/>
            <p:cNvSpPr/>
            <p:nvPr/>
          </p:nvSpPr>
          <p:spPr>
            <a:xfrm>
              <a:off x="8947416" y="1994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6" name="pt47126"/>
            <p:cNvSpPr/>
            <p:nvPr/>
          </p:nvSpPr>
          <p:spPr>
            <a:xfrm>
              <a:off x="8627374" y="205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7" name="pt47127"/>
            <p:cNvSpPr/>
            <p:nvPr/>
          </p:nvSpPr>
          <p:spPr>
            <a:xfrm>
              <a:off x="9128386" y="2103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8" name="pt47128"/>
            <p:cNvSpPr/>
            <p:nvPr/>
          </p:nvSpPr>
          <p:spPr>
            <a:xfrm>
              <a:off x="9452717" y="1824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9" name="pt47129"/>
            <p:cNvSpPr/>
            <p:nvPr/>
          </p:nvSpPr>
          <p:spPr>
            <a:xfrm>
              <a:off x="9162993" y="2112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0" name="pt47130"/>
            <p:cNvSpPr/>
            <p:nvPr/>
          </p:nvSpPr>
          <p:spPr>
            <a:xfrm>
              <a:off x="9351314" y="216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1" name="pt47131"/>
            <p:cNvSpPr/>
            <p:nvPr/>
          </p:nvSpPr>
          <p:spPr>
            <a:xfrm>
              <a:off x="9087421" y="1871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2" name="pt47132"/>
            <p:cNvSpPr/>
            <p:nvPr/>
          </p:nvSpPr>
          <p:spPr>
            <a:xfrm>
              <a:off x="8741831" y="2307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3" name="pt47133"/>
            <p:cNvSpPr/>
            <p:nvPr/>
          </p:nvSpPr>
          <p:spPr>
            <a:xfrm>
              <a:off x="8312152" y="2701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4" name="pt47134"/>
            <p:cNvSpPr/>
            <p:nvPr/>
          </p:nvSpPr>
          <p:spPr>
            <a:xfrm>
              <a:off x="8688651" y="2498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5" name="pt47135"/>
            <p:cNvSpPr/>
            <p:nvPr/>
          </p:nvSpPr>
          <p:spPr>
            <a:xfrm>
              <a:off x="8505430" y="2517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6" name="pt47136"/>
            <p:cNvSpPr/>
            <p:nvPr/>
          </p:nvSpPr>
          <p:spPr>
            <a:xfrm>
              <a:off x="8947416" y="1883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7" name="pt47137"/>
            <p:cNvSpPr/>
            <p:nvPr/>
          </p:nvSpPr>
          <p:spPr>
            <a:xfrm>
              <a:off x="8505430" y="2352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8" name="pt47138"/>
            <p:cNvSpPr/>
            <p:nvPr/>
          </p:nvSpPr>
          <p:spPr>
            <a:xfrm>
              <a:off x="9124084" y="2110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9" name="pt47139"/>
            <p:cNvSpPr/>
            <p:nvPr/>
          </p:nvSpPr>
          <p:spPr>
            <a:xfrm>
              <a:off x="9524498" y="2430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0" name="pt47140"/>
            <p:cNvSpPr/>
            <p:nvPr/>
          </p:nvSpPr>
          <p:spPr>
            <a:xfrm>
              <a:off x="8312152" y="2489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1" name="pt47141"/>
            <p:cNvSpPr/>
            <p:nvPr/>
          </p:nvSpPr>
          <p:spPr>
            <a:xfrm>
              <a:off x="9244278" y="1998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2" name="pt47142"/>
            <p:cNvSpPr/>
            <p:nvPr/>
          </p:nvSpPr>
          <p:spPr>
            <a:xfrm>
              <a:off x="8627374" y="2308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3" name="pt47143"/>
            <p:cNvSpPr/>
            <p:nvPr/>
          </p:nvSpPr>
          <p:spPr>
            <a:xfrm>
              <a:off x="8556041" y="232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4" name="pt47144"/>
            <p:cNvSpPr/>
            <p:nvPr/>
          </p:nvSpPr>
          <p:spPr>
            <a:xfrm>
              <a:off x="8434097" y="2410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5" name="pt47145"/>
            <p:cNvSpPr/>
            <p:nvPr/>
          </p:nvSpPr>
          <p:spPr>
            <a:xfrm>
              <a:off x="8741831" y="2165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6" name="pt47146"/>
            <p:cNvSpPr/>
            <p:nvPr/>
          </p:nvSpPr>
          <p:spPr>
            <a:xfrm>
              <a:off x="8963317" y="2044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7" name="pt47147"/>
            <p:cNvSpPr/>
            <p:nvPr/>
          </p:nvSpPr>
          <p:spPr>
            <a:xfrm>
              <a:off x="8505430" y="2459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8" name="pt47148"/>
            <p:cNvSpPr/>
            <p:nvPr/>
          </p:nvSpPr>
          <p:spPr>
            <a:xfrm>
              <a:off x="8312152" y="2465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9" name="pt47149"/>
            <p:cNvSpPr/>
            <p:nvPr/>
          </p:nvSpPr>
          <p:spPr>
            <a:xfrm>
              <a:off x="8505430" y="2228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0" name="pt47150"/>
            <p:cNvSpPr/>
            <p:nvPr/>
          </p:nvSpPr>
          <p:spPr>
            <a:xfrm>
              <a:off x="9087421" y="1932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1" name="pt47151"/>
            <p:cNvSpPr/>
            <p:nvPr/>
          </p:nvSpPr>
          <p:spPr>
            <a:xfrm>
              <a:off x="9688802" y="208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2" name="pt47152"/>
            <p:cNvSpPr/>
            <p:nvPr/>
          </p:nvSpPr>
          <p:spPr>
            <a:xfrm>
              <a:off x="8788576" y="2254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3" name="pt47153"/>
            <p:cNvSpPr/>
            <p:nvPr/>
          </p:nvSpPr>
          <p:spPr>
            <a:xfrm>
              <a:off x="9767243" y="2518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4" name="pt47154"/>
            <p:cNvSpPr/>
            <p:nvPr/>
          </p:nvSpPr>
          <p:spPr>
            <a:xfrm>
              <a:off x="8383485" y="2375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5" name="pt47155"/>
            <p:cNvSpPr/>
            <p:nvPr/>
          </p:nvSpPr>
          <p:spPr>
            <a:xfrm>
              <a:off x="9087421" y="1873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6" name="pt47156"/>
            <p:cNvSpPr/>
            <p:nvPr/>
          </p:nvSpPr>
          <p:spPr>
            <a:xfrm>
              <a:off x="9024978" y="1914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7" name="pt47157"/>
            <p:cNvSpPr/>
            <p:nvPr/>
          </p:nvSpPr>
          <p:spPr>
            <a:xfrm>
              <a:off x="8963317" y="2035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8" name="pt47158"/>
            <p:cNvSpPr/>
            <p:nvPr/>
          </p:nvSpPr>
          <p:spPr>
            <a:xfrm>
              <a:off x="8654494" y="244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9" name="pt47159"/>
            <p:cNvSpPr/>
            <p:nvPr/>
          </p:nvSpPr>
          <p:spPr>
            <a:xfrm>
              <a:off x="8935109" y="2073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0" name="pt47160"/>
            <p:cNvSpPr/>
            <p:nvPr/>
          </p:nvSpPr>
          <p:spPr>
            <a:xfrm>
              <a:off x="9128386" y="2070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1" name="pt47161"/>
            <p:cNvSpPr/>
            <p:nvPr/>
          </p:nvSpPr>
          <p:spPr>
            <a:xfrm>
              <a:off x="8312152" y="2376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2" name="pt47162"/>
            <p:cNvSpPr/>
            <p:nvPr/>
          </p:nvSpPr>
          <p:spPr>
            <a:xfrm>
              <a:off x="8979888" y="2316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3" name="pt47163"/>
            <p:cNvSpPr/>
            <p:nvPr/>
          </p:nvSpPr>
          <p:spPr>
            <a:xfrm>
              <a:off x="8473354" y="2446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4" name="pt47164"/>
            <p:cNvSpPr/>
            <p:nvPr/>
          </p:nvSpPr>
          <p:spPr>
            <a:xfrm>
              <a:off x="9237554" y="2163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5" name="pt47165"/>
            <p:cNvSpPr/>
            <p:nvPr/>
          </p:nvSpPr>
          <p:spPr>
            <a:xfrm>
              <a:off x="8312152" y="2383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6" name="pt47166"/>
            <p:cNvSpPr/>
            <p:nvPr/>
          </p:nvSpPr>
          <p:spPr>
            <a:xfrm>
              <a:off x="9065758" y="1981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7" name="pt47167"/>
            <p:cNvSpPr/>
            <p:nvPr/>
          </p:nvSpPr>
          <p:spPr>
            <a:xfrm>
              <a:off x="8654494" y="2522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8" name="pt47168"/>
            <p:cNvSpPr/>
            <p:nvPr/>
          </p:nvSpPr>
          <p:spPr>
            <a:xfrm>
              <a:off x="8576763" y="2368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9" name="pt47169"/>
            <p:cNvSpPr/>
            <p:nvPr/>
          </p:nvSpPr>
          <p:spPr>
            <a:xfrm>
              <a:off x="8847771" y="2033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0" name="pt47170"/>
            <p:cNvSpPr/>
            <p:nvPr/>
          </p:nvSpPr>
          <p:spPr>
            <a:xfrm>
              <a:off x="8473354" y="2357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1" name="pt47171"/>
            <p:cNvSpPr/>
            <p:nvPr/>
          </p:nvSpPr>
          <p:spPr>
            <a:xfrm>
              <a:off x="8977900" y="2359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2" name="pt47172"/>
            <p:cNvSpPr/>
            <p:nvPr/>
          </p:nvSpPr>
          <p:spPr>
            <a:xfrm>
              <a:off x="8473354" y="2047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3" name="pt47173"/>
            <p:cNvSpPr/>
            <p:nvPr/>
          </p:nvSpPr>
          <p:spPr>
            <a:xfrm>
              <a:off x="9087421" y="1952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4" name="pt47174"/>
            <p:cNvSpPr/>
            <p:nvPr/>
          </p:nvSpPr>
          <p:spPr>
            <a:xfrm>
              <a:off x="8954408" y="1828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5" name="pt47175"/>
            <p:cNvSpPr/>
            <p:nvPr/>
          </p:nvSpPr>
          <p:spPr>
            <a:xfrm>
              <a:off x="8434097" y="2447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6" name="pt47176"/>
            <p:cNvSpPr/>
            <p:nvPr/>
          </p:nvSpPr>
          <p:spPr>
            <a:xfrm>
              <a:off x="8312152" y="2313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7" name="pt47177"/>
            <p:cNvSpPr/>
            <p:nvPr/>
          </p:nvSpPr>
          <p:spPr>
            <a:xfrm>
              <a:off x="9107665" y="1941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8" name="pt47178"/>
            <p:cNvSpPr/>
            <p:nvPr/>
          </p:nvSpPr>
          <p:spPr>
            <a:xfrm>
              <a:off x="8977900" y="2306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9" name="pt47179"/>
            <p:cNvSpPr/>
            <p:nvPr/>
          </p:nvSpPr>
          <p:spPr>
            <a:xfrm>
              <a:off x="8698707" y="2425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0" name="pt47180"/>
            <p:cNvSpPr/>
            <p:nvPr/>
          </p:nvSpPr>
          <p:spPr>
            <a:xfrm>
              <a:off x="8383485" y="2445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1" name="pt47181"/>
            <p:cNvSpPr/>
            <p:nvPr/>
          </p:nvSpPr>
          <p:spPr>
            <a:xfrm>
              <a:off x="9020327" y="1779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2" name="pt47182"/>
            <p:cNvSpPr/>
            <p:nvPr/>
          </p:nvSpPr>
          <p:spPr>
            <a:xfrm>
              <a:off x="9028011" y="1669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3" name="pt47183"/>
            <p:cNvSpPr/>
            <p:nvPr/>
          </p:nvSpPr>
          <p:spPr>
            <a:xfrm>
              <a:off x="8688651" y="2552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4" name="pt47184"/>
            <p:cNvSpPr/>
            <p:nvPr/>
          </p:nvSpPr>
          <p:spPr>
            <a:xfrm>
              <a:off x="9347687" y="212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5" name="pt47185"/>
            <p:cNvSpPr/>
            <p:nvPr/>
          </p:nvSpPr>
          <p:spPr>
            <a:xfrm>
              <a:off x="9121452" y="2247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6" name="pt47186"/>
            <p:cNvSpPr/>
            <p:nvPr/>
          </p:nvSpPr>
          <p:spPr>
            <a:xfrm>
              <a:off x="9053186" y="1624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7" name="pt47187"/>
            <p:cNvSpPr/>
            <p:nvPr/>
          </p:nvSpPr>
          <p:spPr>
            <a:xfrm>
              <a:off x="9062080" y="1699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8" name="pt47188"/>
            <p:cNvSpPr/>
            <p:nvPr/>
          </p:nvSpPr>
          <p:spPr>
            <a:xfrm>
              <a:off x="9049233" y="1869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9" name="pt47189"/>
            <p:cNvSpPr/>
            <p:nvPr/>
          </p:nvSpPr>
          <p:spPr>
            <a:xfrm>
              <a:off x="9206663" y="208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0" name="pt47190"/>
            <p:cNvSpPr/>
            <p:nvPr/>
          </p:nvSpPr>
          <p:spPr>
            <a:xfrm>
              <a:off x="8505430" y="2512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1" name="pt47191"/>
            <p:cNvSpPr/>
            <p:nvPr/>
          </p:nvSpPr>
          <p:spPr>
            <a:xfrm>
              <a:off x="9090610" y="1785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2" name="pt47192"/>
            <p:cNvSpPr/>
            <p:nvPr/>
          </p:nvSpPr>
          <p:spPr>
            <a:xfrm>
              <a:off x="8688651" y="2435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3" name="pt47193"/>
            <p:cNvSpPr/>
            <p:nvPr/>
          </p:nvSpPr>
          <p:spPr>
            <a:xfrm>
              <a:off x="8505430" y="2402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4" name="pt47194"/>
            <p:cNvSpPr/>
            <p:nvPr/>
          </p:nvSpPr>
          <p:spPr>
            <a:xfrm>
              <a:off x="8851911" y="2152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5" name="pt47195"/>
            <p:cNvSpPr/>
            <p:nvPr/>
          </p:nvSpPr>
          <p:spPr>
            <a:xfrm>
              <a:off x="8859909" y="2020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6" name="pt47196"/>
            <p:cNvSpPr/>
            <p:nvPr/>
          </p:nvSpPr>
          <p:spPr>
            <a:xfrm>
              <a:off x="9574258" y="2140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7" name="pt47197"/>
            <p:cNvSpPr/>
            <p:nvPr/>
          </p:nvSpPr>
          <p:spPr>
            <a:xfrm>
              <a:off x="9285982" y="2027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8" name="pt47198"/>
            <p:cNvSpPr/>
            <p:nvPr/>
          </p:nvSpPr>
          <p:spPr>
            <a:xfrm>
              <a:off x="9094774" y="1822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9" name="pt47199"/>
            <p:cNvSpPr/>
            <p:nvPr/>
          </p:nvSpPr>
          <p:spPr>
            <a:xfrm>
              <a:off x="8898383" y="2095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0" name="pt47200"/>
            <p:cNvSpPr/>
            <p:nvPr/>
          </p:nvSpPr>
          <p:spPr>
            <a:xfrm>
              <a:off x="8505430" y="2587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1" name="pt47201"/>
            <p:cNvSpPr/>
            <p:nvPr/>
          </p:nvSpPr>
          <p:spPr>
            <a:xfrm>
              <a:off x="8434097" y="2376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2" name="pt47202"/>
            <p:cNvSpPr/>
            <p:nvPr/>
          </p:nvSpPr>
          <p:spPr>
            <a:xfrm>
              <a:off x="8825472" y="2169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3" name="pt47203"/>
            <p:cNvSpPr/>
            <p:nvPr/>
          </p:nvSpPr>
          <p:spPr>
            <a:xfrm>
              <a:off x="9051878" y="1871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4" name="pt47204"/>
            <p:cNvSpPr/>
            <p:nvPr/>
          </p:nvSpPr>
          <p:spPr>
            <a:xfrm>
              <a:off x="9512564" y="2410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5" name="pt47205"/>
            <p:cNvSpPr/>
            <p:nvPr/>
          </p:nvSpPr>
          <p:spPr>
            <a:xfrm>
              <a:off x="8312152" y="2274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6" name="pt47206"/>
            <p:cNvSpPr/>
            <p:nvPr/>
          </p:nvSpPr>
          <p:spPr>
            <a:xfrm>
              <a:off x="8595298" y="2240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7" name="pt47207"/>
            <p:cNvSpPr/>
            <p:nvPr/>
          </p:nvSpPr>
          <p:spPr>
            <a:xfrm>
              <a:off x="8847771" y="234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8" name="pt47208"/>
            <p:cNvSpPr/>
            <p:nvPr/>
          </p:nvSpPr>
          <p:spPr>
            <a:xfrm>
              <a:off x="8505430" y="2271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9" name="pt47209"/>
            <p:cNvSpPr/>
            <p:nvPr/>
          </p:nvSpPr>
          <p:spPr>
            <a:xfrm>
              <a:off x="8532549" y="2447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0" name="pt47210"/>
            <p:cNvSpPr/>
            <p:nvPr/>
          </p:nvSpPr>
          <p:spPr>
            <a:xfrm>
              <a:off x="8956678" y="1854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1" name="pt47211"/>
            <p:cNvSpPr/>
            <p:nvPr/>
          </p:nvSpPr>
          <p:spPr>
            <a:xfrm>
              <a:off x="8654494" y="2408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2" name="pt47212"/>
            <p:cNvSpPr/>
            <p:nvPr/>
          </p:nvSpPr>
          <p:spPr>
            <a:xfrm>
              <a:off x="9285286" y="1762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3" name="pt47213"/>
            <p:cNvSpPr/>
            <p:nvPr/>
          </p:nvSpPr>
          <p:spPr>
            <a:xfrm>
              <a:off x="8963317" y="2065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4" name="pt47214"/>
            <p:cNvSpPr/>
            <p:nvPr/>
          </p:nvSpPr>
          <p:spPr>
            <a:xfrm>
              <a:off x="9311758" y="1919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5" name="pt47215"/>
            <p:cNvSpPr/>
            <p:nvPr/>
          </p:nvSpPr>
          <p:spPr>
            <a:xfrm>
              <a:off x="8556041" y="2569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6" name="pt47216"/>
            <p:cNvSpPr/>
            <p:nvPr/>
          </p:nvSpPr>
          <p:spPr>
            <a:xfrm>
              <a:off x="9146922" y="1936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7" name="pt47217"/>
            <p:cNvSpPr/>
            <p:nvPr/>
          </p:nvSpPr>
          <p:spPr>
            <a:xfrm>
              <a:off x="8725827" y="2198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8" name="pt47218"/>
            <p:cNvSpPr/>
            <p:nvPr/>
          </p:nvSpPr>
          <p:spPr>
            <a:xfrm>
              <a:off x="9366003" y="2151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9" name="pt47219"/>
            <p:cNvSpPr/>
            <p:nvPr/>
          </p:nvSpPr>
          <p:spPr>
            <a:xfrm>
              <a:off x="9070546" y="2281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0" name="pt47220"/>
            <p:cNvSpPr/>
            <p:nvPr/>
          </p:nvSpPr>
          <p:spPr>
            <a:xfrm>
              <a:off x="9346461" y="2195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1" name="pt47221"/>
            <p:cNvSpPr/>
            <p:nvPr/>
          </p:nvSpPr>
          <p:spPr>
            <a:xfrm>
              <a:off x="8788576" y="2322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2" name="pt47222"/>
            <p:cNvSpPr/>
            <p:nvPr/>
          </p:nvSpPr>
          <p:spPr>
            <a:xfrm>
              <a:off x="8717243" y="2355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3" name="pt47223"/>
            <p:cNvSpPr/>
            <p:nvPr/>
          </p:nvSpPr>
          <p:spPr>
            <a:xfrm>
              <a:off x="8312152" y="2276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4" name="pt47224"/>
            <p:cNvSpPr/>
            <p:nvPr/>
          </p:nvSpPr>
          <p:spPr>
            <a:xfrm>
              <a:off x="8641456" y="1834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5" name="pt47225"/>
            <p:cNvSpPr/>
            <p:nvPr/>
          </p:nvSpPr>
          <p:spPr>
            <a:xfrm>
              <a:off x="9408619" y="2001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6" name="pt47226"/>
            <p:cNvSpPr/>
            <p:nvPr/>
          </p:nvSpPr>
          <p:spPr>
            <a:xfrm>
              <a:off x="9450688" y="1977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7" name="pt47227"/>
            <p:cNvSpPr/>
            <p:nvPr/>
          </p:nvSpPr>
          <p:spPr>
            <a:xfrm>
              <a:off x="8434097" y="2394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8" name="pt47228"/>
            <p:cNvSpPr/>
            <p:nvPr/>
          </p:nvSpPr>
          <p:spPr>
            <a:xfrm>
              <a:off x="8312152" y="2403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9" name="pt47229"/>
            <p:cNvSpPr/>
            <p:nvPr/>
          </p:nvSpPr>
          <p:spPr>
            <a:xfrm>
              <a:off x="9536594" y="1709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0" name="pt47230"/>
            <p:cNvSpPr/>
            <p:nvPr/>
          </p:nvSpPr>
          <p:spPr>
            <a:xfrm>
              <a:off x="9178998" y="1922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1" name="pt47231"/>
            <p:cNvSpPr/>
            <p:nvPr/>
          </p:nvSpPr>
          <p:spPr>
            <a:xfrm>
              <a:off x="8987622" y="2289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2" name="pt47232"/>
            <p:cNvSpPr/>
            <p:nvPr/>
          </p:nvSpPr>
          <p:spPr>
            <a:xfrm>
              <a:off x="9384781" y="210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3" name="pt47233"/>
            <p:cNvSpPr/>
            <p:nvPr/>
          </p:nvSpPr>
          <p:spPr>
            <a:xfrm>
              <a:off x="9978328" y="2571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4" name="pt47234"/>
            <p:cNvSpPr/>
            <p:nvPr/>
          </p:nvSpPr>
          <p:spPr>
            <a:xfrm>
              <a:off x="8434097" y="2359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5" name="pt47235"/>
            <p:cNvSpPr/>
            <p:nvPr/>
          </p:nvSpPr>
          <p:spPr>
            <a:xfrm>
              <a:off x="8556041" y="2374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6" name="pt47236"/>
            <p:cNvSpPr/>
            <p:nvPr/>
          </p:nvSpPr>
          <p:spPr>
            <a:xfrm>
              <a:off x="8688651" y="2173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7" name="pt47237"/>
            <p:cNvSpPr/>
            <p:nvPr/>
          </p:nvSpPr>
          <p:spPr>
            <a:xfrm>
              <a:off x="9190113" y="2088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8" name="pt47238"/>
            <p:cNvSpPr/>
            <p:nvPr/>
          </p:nvSpPr>
          <p:spPr>
            <a:xfrm>
              <a:off x="9064541" y="1774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9" name="pt47239"/>
            <p:cNvSpPr/>
            <p:nvPr/>
          </p:nvSpPr>
          <p:spPr>
            <a:xfrm>
              <a:off x="8666631" y="2494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0" name="pt47240"/>
            <p:cNvSpPr/>
            <p:nvPr/>
          </p:nvSpPr>
          <p:spPr>
            <a:xfrm>
              <a:off x="8556041" y="2406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1" name="pt47241"/>
            <p:cNvSpPr/>
            <p:nvPr/>
          </p:nvSpPr>
          <p:spPr>
            <a:xfrm>
              <a:off x="9097834" y="1907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2" name="pt47242"/>
            <p:cNvSpPr/>
            <p:nvPr/>
          </p:nvSpPr>
          <p:spPr>
            <a:xfrm>
              <a:off x="9554821" y="2365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3" name="pt47243"/>
            <p:cNvSpPr/>
            <p:nvPr/>
          </p:nvSpPr>
          <p:spPr>
            <a:xfrm>
              <a:off x="8383485" y="2244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4" name="pt47244"/>
            <p:cNvSpPr/>
            <p:nvPr/>
          </p:nvSpPr>
          <p:spPr>
            <a:xfrm>
              <a:off x="8891985" y="2166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5" name="pt47245"/>
            <p:cNvSpPr/>
            <p:nvPr/>
          </p:nvSpPr>
          <p:spPr>
            <a:xfrm>
              <a:off x="9250331" y="2161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6" name="pt47246"/>
            <p:cNvSpPr/>
            <p:nvPr/>
          </p:nvSpPr>
          <p:spPr>
            <a:xfrm>
              <a:off x="9066967" y="2337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7" name="pt47247"/>
            <p:cNvSpPr/>
            <p:nvPr/>
          </p:nvSpPr>
          <p:spPr>
            <a:xfrm>
              <a:off x="9647779" y="2063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8" name="pt47248"/>
            <p:cNvSpPr/>
            <p:nvPr/>
          </p:nvSpPr>
          <p:spPr>
            <a:xfrm>
              <a:off x="8843532" y="2033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9" name="pt47249"/>
            <p:cNvSpPr/>
            <p:nvPr/>
          </p:nvSpPr>
          <p:spPr>
            <a:xfrm>
              <a:off x="9146155" y="1966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0" name="pt47250"/>
            <p:cNvSpPr/>
            <p:nvPr/>
          </p:nvSpPr>
          <p:spPr>
            <a:xfrm>
              <a:off x="9577860" y="2260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1" name="pt47251"/>
            <p:cNvSpPr/>
            <p:nvPr/>
          </p:nvSpPr>
          <p:spPr>
            <a:xfrm>
              <a:off x="8312152" y="2254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2" name="pt47252"/>
            <p:cNvSpPr/>
            <p:nvPr/>
          </p:nvSpPr>
          <p:spPr>
            <a:xfrm>
              <a:off x="8595298" y="2235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3" name="pt47253"/>
            <p:cNvSpPr/>
            <p:nvPr/>
          </p:nvSpPr>
          <p:spPr>
            <a:xfrm>
              <a:off x="8810596" y="2093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4" name="pt47254"/>
            <p:cNvSpPr/>
            <p:nvPr/>
          </p:nvSpPr>
          <p:spPr>
            <a:xfrm>
              <a:off x="9055774" y="1752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5" name="pt47255"/>
            <p:cNvSpPr/>
            <p:nvPr/>
          </p:nvSpPr>
          <p:spPr>
            <a:xfrm>
              <a:off x="9121452" y="2150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6" name="pt47256"/>
            <p:cNvSpPr/>
            <p:nvPr/>
          </p:nvSpPr>
          <p:spPr>
            <a:xfrm>
              <a:off x="9143835" y="2003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7" name="pt47257"/>
            <p:cNvSpPr/>
            <p:nvPr/>
          </p:nvSpPr>
          <p:spPr>
            <a:xfrm>
              <a:off x="8312152" y="2515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8" name="pt47258"/>
            <p:cNvSpPr/>
            <p:nvPr/>
          </p:nvSpPr>
          <p:spPr>
            <a:xfrm>
              <a:off x="8907564" y="195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9" name="pt47259"/>
            <p:cNvSpPr/>
            <p:nvPr/>
          </p:nvSpPr>
          <p:spPr>
            <a:xfrm>
              <a:off x="8881929" y="2217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0" name="pt47260"/>
            <p:cNvSpPr/>
            <p:nvPr/>
          </p:nvSpPr>
          <p:spPr>
            <a:xfrm>
              <a:off x="8717243" y="2231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1" name="pt47261"/>
            <p:cNvSpPr/>
            <p:nvPr/>
          </p:nvSpPr>
          <p:spPr>
            <a:xfrm>
              <a:off x="9349631" y="2136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2" name="pt47262"/>
            <p:cNvSpPr/>
            <p:nvPr/>
          </p:nvSpPr>
          <p:spPr>
            <a:xfrm>
              <a:off x="8851911" y="2103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3" name="pt47263"/>
            <p:cNvSpPr/>
            <p:nvPr/>
          </p:nvSpPr>
          <p:spPr>
            <a:xfrm>
              <a:off x="8956678" y="191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4" name="pt47264"/>
            <p:cNvSpPr/>
            <p:nvPr/>
          </p:nvSpPr>
          <p:spPr>
            <a:xfrm>
              <a:off x="8749319" y="1941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5" name="pt47265"/>
            <p:cNvSpPr/>
            <p:nvPr/>
          </p:nvSpPr>
          <p:spPr>
            <a:xfrm>
              <a:off x="9464046" y="2141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6" name="pt47266"/>
            <p:cNvSpPr/>
            <p:nvPr/>
          </p:nvSpPr>
          <p:spPr>
            <a:xfrm>
              <a:off x="9595084" y="2277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7" name="pt47267"/>
            <p:cNvSpPr/>
            <p:nvPr/>
          </p:nvSpPr>
          <p:spPr>
            <a:xfrm>
              <a:off x="8782612" y="2228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8" name="pt47268"/>
            <p:cNvSpPr/>
            <p:nvPr/>
          </p:nvSpPr>
          <p:spPr>
            <a:xfrm>
              <a:off x="8859909" y="2028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9" name="pt47269"/>
            <p:cNvSpPr/>
            <p:nvPr/>
          </p:nvSpPr>
          <p:spPr>
            <a:xfrm>
              <a:off x="8901496" y="1900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0" name="pt47270"/>
            <p:cNvSpPr/>
            <p:nvPr/>
          </p:nvSpPr>
          <p:spPr>
            <a:xfrm>
              <a:off x="9090610" y="1813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1" name="pt47271"/>
            <p:cNvSpPr/>
            <p:nvPr/>
          </p:nvSpPr>
          <p:spPr>
            <a:xfrm>
              <a:off x="9162993" y="2060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2" name="pt47272"/>
            <p:cNvSpPr/>
            <p:nvPr/>
          </p:nvSpPr>
          <p:spPr>
            <a:xfrm>
              <a:off x="9109567" y="1755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3" name="pt47273"/>
            <p:cNvSpPr/>
            <p:nvPr/>
          </p:nvSpPr>
          <p:spPr>
            <a:xfrm>
              <a:off x="8881929" y="2254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4" name="pt47274"/>
            <p:cNvSpPr/>
            <p:nvPr/>
          </p:nvSpPr>
          <p:spPr>
            <a:xfrm>
              <a:off x="8688651" y="2398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5" name="pt47275"/>
            <p:cNvSpPr/>
            <p:nvPr/>
          </p:nvSpPr>
          <p:spPr>
            <a:xfrm>
              <a:off x="8556041" y="2442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6" name="pt47276"/>
            <p:cNvSpPr/>
            <p:nvPr/>
          </p:nvSpPr>
          <p:spPr>
            <a:xfrm>
              <a:off x="9020327" y="1901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7" name="pt47277"/>
            <p:cNvSpPr/>
            <p:nvPr/>
          </p:nvSpPr>
          <p:spPr>
            <a:xfrm>
              <a:off x="9024978" y="2005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8" name="pt47278"/>
            <p:cNvSpPr/>
            <p:nvPr/>
          </p:nvSpPr>
          <p:spPr>
            <a:xfrm>
              <a:off x="9444456" y="1871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9" name="pt47279"/>
            <p:cNvSpPr/>
            <p:nvPr/>
          </p:nvSpPr>
          <p:spPr>
            <a:xfrm>
              <a:off x="9386161" y="2056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0" name="pt47280"/>
            <p:cNvSpPr/>
            <p:nvPr/>
          </p:nvSpPr>
          <p:spPr>
            <a:xfrm>
              <a:off x="8505430" y="2454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1" name="pt47281"/>
            <p:cNvSpPr/>
            <p:nvPr/>
          </p:nvSpPr>
          <p:spPr>
            <a:xfrm>
              <a:off x="8688651" y="2371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2" name="pt47282"/>
            <p:cNvSpPr/>
            <p:nvPr/>
          </p:nvSpPr>
          <p:spPr>
            <a:xfrm>
              <a:off x="8987622" y="2297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3" name="pt47283"/>
            <p:cNvSpPr/>
            <p:nvPr/>
          </p:nvSpPr>
          <p:spPr>
            <a:xfrm>
              <a:off x="9726386" y="2284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4" name="pt47284"/>
            <p:cNvSpPr/>
            <p:nvPr/>
          </p:nvSpPr>
          <p:spPr>
            <a:xfrm>
              <a:off x="9578717" y="2270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5" name="pt47285"/>
            <p:cNvSpPr/>
            <p:nvPr/>
          </p:nvSpPr>
          <p:spPr>
            <a:xfrm>
              <a:off x="9080864" y="1951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6" name="pt47286"/>
            <p:cNvSpPr/>
            <p:nvPr/>
          </p:nvSpPr>
          <p:spPr>
            <a:xfrm>
              <a:off x="8993208" y="2181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7" name="pt47287"/>
            <p:cNvSpPr/>
            <p:nvPr/>
          </p:nvSpPr>
          <p:spPr>
            <a:xfrm>
              <a:off x="8921875" y="2088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8" name="pt47288"/>
            <p:cNvSpPr/>
            <p:nvPr/>
          </p:nvSpPr>
          <p:spPr>
            <a:xfrm>
              <a:off x="8312152" y="2467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9" name="pt47289"/>
            <p:cNvSpPr/>
            <p:nvPr/>
          </p:nvSpPr>
          <p:spPr>
            <a:xfrm>
              <a:off x="9106706" y="1935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0" name="pt47290"/>
            <p:cNvSpPr/>
            <p:nvPr/>
          </p:nvSpPr>
          <p:spPr>
            <a:xfrm>
              <a:off x="9051878" y="1738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1" name="pt47291"/>
            <p:cNvSpPr/>
            <p:nvPr/>
          </p:nvSpPr>
          <p:spPr>
            <a:xfrm>
              <a:off x="8763400" y="2261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2" name="pt47292"/>
            <p:cNvSpPr/>
            <p:nvPr/>
          </p:nvSpPr>
          <p:spPr>
            <a:xfrm>
              <a:off x="9049233" y="1837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3" name="pt47293"/>
            <p:cNvSpPr/>
            <p:nvPr/>
          </p:nvSpPr>
          <p:spPr>
            <a:xfrm>
              <a:off x="8654494" y="2399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4" name="pt47294"/>
            <p:cNvSpPr/>
            <p:nvPr/>
          </p:nvSpPr>
          <p:spPr>
            <a:xfrm>
              <a:off x="8383485" y="2387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5" name="pt47295"/>
            <p:cNvSpPr/>
            <p:nvPr/>
          </p:nvSpPr>
          <p:spPr>
            <a:xfrm>
              <a:off x="8839187" y="2163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6" name="pt47296"/>
            <p:cNvSpPr/>
            <p:nvPr/>
          </p:nvSpPr>
          <p:spPr>
            <a:xfrm>
              <a:off x="9347687" y="2164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7" name="pt47297"/>
            <p:cNvSpPr/>
            <p:nvPr/>
          </p:nvSpPr>
          <p:spPr>
            <a:xfrm>
              <a:off x="8717243" y="2294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8" name="pt47298"/>
            <p:cNvSpPr/>
            <p:nvPr/>
          </p:nvSpPr>
          <p:spPr>
            <a:xfrm>
              <a:off x="8749319" y="2023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9" name="pt47299"/>
            <p:cNvSpPr/>
            <p:nvPr/>
          </p:nvSpPr>
          <p:spPr>
            <a:xfrm>
              <a:off x="9514089" y="2462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0" name="pt47300"/>
            <p:cNvSpPr/>
            <p:nvPr/>
          </p:nvSpPr>
          <p:spPr>
            <a:xfrm>
              <a:off x="9509182" y="254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1" name="pt47301"/>
            <p:cNvSpPr/>
            <p:nvPr/>
          </p:nvSpPr>
          <p:spPr>
            <a:xfrm>
              <a:off x="9249051" y="2051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2" name="pt47302"/>
            <p:cNvSpPr/>
            <p:nvPr/>
          </p:nvSpPr>
          <p:spPr>
            <a:xfrm>
              <a:off x="8688651" y="2446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3" name="pt47303"/>
            <p:cNvSpPr/>
            <p:nvPr/>
          </p:nvSpPr>
          <p:spPr>
            <a:xfrm>
              <a:off x="8383485" y="2464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4" name="pt47304"/>
            <p:cNvSpPr/>
            <p:nvPr/>
          </p:nvSpPr>
          <p:spPr>
            <a:xfrm>
              <a:off x="9450688" y="1994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5" name="pt47305"/>
            <p:cNvSpPr/>
            <p:nvPr/>
          </p:nvSpPr>
          <p:spPr>
            <a:xfrm>
              <a:off x="8987622" y="2314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6" name="pt47306"/>
            <p:cNvSpPr/>
            <p:nvPr/>
          </p:nvSpPr>
          <p:spPr>
            <a:xfrm>
              <a:off x="8532549" y="247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7" name="pt47307"/>
            <p:cNvSpPr/>
            <p:nvPr/>
          </p:nvSpPr>
          <p:spPr>
            <a:xfrm>
              <a:off x="9080864" y="1817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8" name="pt47308"/>
            <p:cNvSpPr/>
            <p:nvPr/>
          </p:nvSpPr>
          <p:spPr>
            <a:xfrm>
              <a:off x="8505430" y="2405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9" name="pt47309"/>
            <p:cNvSpPr/>
            <p:nvPr/>
          </p:nvSpPr>
          <p:spPr>
            <a:xfrm>
              <a:off x="8782612" y="2250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0" name="pt47310"/>
            <p:cNvSpPr/>
            <p:nvPr/>
          </p:nvSpPr>
          <p:spPr>
            <a:xfrm>
              <a:off x="8312152" y="2399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1" name="pt47311"/>
            <p:cNvSpPr/>
            <p:nvPr/>
          </p:nvSpPr>
          <p:spPr>
            <a:xfrm>
              <a:off x="9128386" y="2072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2" name="pt47312"/>
            <p:cNvSpPr/>
            <p:nvPr/>
          </p:nvSpPr>
          <p:spPr>
            <a:xfrm>
              <a:off x="9351314" y="2111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3" name="pt47313"/>
            <p:cNvSpPr/>
            <p:nvPr/>
          </p:nvSpPr>
          <p:spPr>
            <a:xfrm>
              <a:off x="8825472" y="2053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4" name="pt47314"/>
            <p:cNvSpPr/>
            <p:nvPr/>
          </p:nvSpPr>
          <p:spPr>
            <a:xfrm>
              <a:off x="8805344" y="2172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5" name="pt47315"/>
            <p:cNvSpPr/>
            <p:nvPr/>
          </p:nvSpPr>
          <p:spPr>
            <a:xfrm>
              <a:off x="8996835" y="1926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6" name="pt47316"/>
            <p:cNvSpPr/>
            <p:nvPr/>
          </p:nvSpPr>
          <p:spPr>
            <a:xfrm>
              <a:off x="8859909" y="1767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7" name="pt47317"/>
            <p:cNvSpPr/>
            <p:nvPr/>
          </p:nvSpPr>
          <p:spPr>
            <a:xfrm>
              <a:off x="8473354" y="2201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8" name="pt47318"/>
            <p:cNvSpPr/>
            <p:nvPr/>
          </p:nvSpPr>
          <p:spPr>
            <a:xfrm>
              <a:off x="8945023" y="1811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9" name="pt47319"/>
            <p:cNvSpPr/>
            <p:nvPr/>
          </p:nvSpPr>
          <p:spPr>
            <a:xfrm>
              <a:off x="8956678" y="1901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0" name="pt47320"/>
            <p:cNvSpPr/>
            <p:nvPr/>
          </p:nvSpPr>
          <p:spPr>
            <a:xfrm>
              <a:off x="8725827" y="228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1" name="pt47321"/>
            <p:cNvSpPr/>
            <p:nvPr/>
          </p:nvSpPr>
          <p:spPr>
            <a:xfrm>
              <a:off x="8717243" y="2235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2" name="pt47322"/>
            <p:cNvSpPr/>
            <p:nvPr/>
          </p:nvSpPr>
          <p:spPr>
            <a:xfrm>
              <a:off x="8698707" y="2399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3" name="pt47323"/>
            <p:cNvSpPr/>
            <p:nvPr/>
          </p:nvSpPr>
          <p:spPr>
            <a:xfrm>
              <a:off x="9714526" y="1803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4" name="pt47324"/>
            <p:cNvSpPr/>
            <p:nvPr/>
          </p:nvSpPr>
          <p:spPr>
            <a:xfrm>
              <a:off x="8641456" y="2063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5" name="pt47325"/>
            <p:cNvSpPr/>
            <p:nvPr/>
          </p:nvSpPr>
          <p:spPr>
            <a:xfrm>
              <a:off x="9530304" y="2522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6" name="pt47326"/>
            <p:cNvSpPr/>
            <p:nvPr/>
          </p:nvSpPr>
          <p:spPr>
            <a:xfrm>
              <a:off x="9070546" y="2338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7" name="pt47327"/>
            <p:cNvSpPr/>
            <p:nvPr/>
          </p:nvSpPr>
          <p:spPr>
            <a:xfrm>
              <a:off x="9578717" y="2524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8" name="pt47328"/>
            <p:cNvSpPr/>
            <p:nvPr/>
          </p:nvSpPr>
          <p:spPr>
            <a:xfrm>
              <a:off x="8794345" y="2117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9" name="pt47329"/>
            <p:cNvSpPr/>
            <p:nvPr/>
          </p:nvSpPr>
          <p:spPr>
            <a:xfrm>
              <a:off x="9452582" y="1981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0" name="pt47330"/>
            <p:cNvSpPr/>
            <p:nvPr/>
          </p:nvSpPr>
          <p:spPr>
            <a:xfrm>
              <a:off x="8654494" y="2543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1" name="pt47331"/>
            <p:cNvSpPr/>
            <p:nvPr/>
          </p:nvSpPr>
          <p:spPr>
            <a:xfrm>
              <a:off x="8434097" y="2280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2" name="pt47332"/>
            <p:cNvSpPr/>
            <p:nvPr/>
          </p:nvSpPr>
          <p:spPr>
            <a:xfrm>
              <a:off x="8677986" y="2475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3" name="pt47333"/>
            <p:cNvSpPr/>
            <p:nvPr/>
          </p:nvSpPr>
          <p:spPr>
            <a:xfrm>
              <a:off x="9020327" y="1692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4" name="pt47334"/>
            <p:cNvSpPr/>
            <p:nvPr/>
          </p:nvSpPr>
          <p:spPr>
            <a:xfrm>
              <a:off x="9328879" y="2149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5" name="pt47335"/>
            <p:cNvSpPr/>
            <p:nvPr/>
          </p:nvSpPr>
          <p:spPr>
            <a:xfrm>
              <a:off x="9834193" y="2442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6" name="pt47336"/>
            <p:cNvSpPr/>
            <p:nvPr/>
          </p:nvSpPr>
          <p:spPr>
            <a:xfrm>
              <a:off x="9514089" y="2440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7" name="pt47337"/>
            <p:cNvSpPr/>
            <p:nvPr/>
          </p:nvSpPr>
          <p:spPr>
            <a:xfrm>
              <a:off x="8734011" y="2097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8" name="pt47338"/>
            <p:cNvSpPr/>
            <p:nvPr/>
          </p:nvSpPr>
          <p:spPr>
            <a:xfrm>
              <a:off x="9834193" y="2609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9" name="pt47339"/>
            <p:cNvSpPr/>
            <p:nvPr/>
          </p:nvSpPr>
          <p:spPr>
            <a:xfrm>
              <a:off x="9221288" y="1861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0" name="pt47340"/>
            <p:cNvSpPr/>
            <p:nvPr/>
          </p:nvSpPr>
          <p:spPr>
            <a:xfrm>
              <a:off x="8312152" y="2648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1" name="pt47341"/>
            <p:cNvSpPr/>
            <p:nvPr/>
          </p:nvSpPr>
          <p:spPr>
            <a:xfrm>
              <a:off x="8627374" y="2285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2" name="pt47342"/>
            <p:cNvSpPr/>
            <p:nvPr/>
          </p:nvSpPr>
          <p:spPr>
            <a:xfrm>
              <a:off x="8627374" y="2412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3" name="pt47343"/>
            <p:cNvSpPr/>
            <p:nvPr/>
          </p:nvSpPr>
          <p:spPr>
            <a:xfrm>
              <a:off x="9349631" y="2048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4" name="pt47344"/>
            <p:cNvSpPr/>
            <p:nvPr/>
          </p:nvSpPr>
          <p:spPr>
            <a:xfrm>
              <a:off x="9051878" y="1840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5" name="pt47345"/>
            <p:cNvSpPr/>
            <p:nvPr/>
          </p:nvSpPr>
          <p:spPr>
            <a:xfrm>
              <a:off x="9480986" y="2225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6" name="pt47346"/>
            <p:cNvSpPr/>
            <p:nvPr/>
          </p:nvSpPr>
          <p:spPr>
            <a:xfrm>
              <a:off x="8763400" y="2321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7" name="pt47347"/>
            <p:cNvSpPr/>
            <p:nvPr/>
          </p:nvSpPr>
          <p:spPr>
            <a:xfrm>
              <a:off x="9065758" y="2048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8" name="pt47348"/>
            <p:cNvSpPr/>
            <p:nvPr/>
          </p:nvSpPr>
          <p:spPr>
            <a:xfrm>
              <a:off x="8576763" y="2478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9" name="pt47349"/>
            <p:cNvSpPr/>
            <p:nvPr/>
          </p:nvSpPr>
          <p:spPr>
            <a:xfrm>
              <a:off x="9297726" y="167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0" name="pt47350"/>
            <p:cNvSpPr/>
            <p:nvPr/>
          </p:nvSpPr>
          <p:spPr>
            <a:xfrm>
              <a:off x="9039647" y="1892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1" name="pt47351"/>
            <p:cNvSpPr/>
            <p:nvPr/>
          </p:nvSpPr>
          <p:spPr>
            <a:xfrm>
              <a:off x="8945023" y="1746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2" name="pt47352"/>
            <p:cNvSpPr/>
            <p:nvPr/>
          </p:nvSpPr>
          <p:spPr>
            <a:xfrm>
              <a:off x="9130917" y="2024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3" name="pt47353"/>
            <p:cNvSpPr/>
            <p:nvPr/>
          </p:nvSpPr>
          <p:spPr>
            <a:xfrm>
              <a:off x="8473354" y="2309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4" name="pt47354"/>
            <p:cNvSpPr/>
            <p:nvPr/>
          </p:nvSpPr>
          <p:spPr>
            <a:xfrm>
              <a:off x="8895213" y="2235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5" name="pt47355"/>
            <p:cNvSpPr/>
            <p:nvPr/>
          </p:nvSpPr>
          <p:spPr>
            <a:xfrm>
              <a:off x="8756500" y="2126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6" name="pt47356"/>
            <p:cNvSpPr/>
            <p:nvPr/>
          </p:nvSpPr>
          <p:spPr>
            <a:xfrm>
              <a:off x="8916289" y="1973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7" name="pt47357"/>
            <p:cNvSpPr/>
            <p:nvPr/>
          </p:nvSpPr>
          <p:spPr>
            <a:xfrm>
              <a:off x="8627374" y="2142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8" name="pt47358"/>
            <p:cNvSpPr/>
            <p:nvPr/>
          </p:nvSpPr>
          <p:spPr>
            <a:xfrm>
              <a:off x="9095800" y="1854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9" name="pt47359"/>
            <p:cNvSpPr/>
            <p:nvPr/>
          </p:nvSpPr>
          <p:spPr>
            <a:xfrm>
              <a:off x="9238466" y="1977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0" name="pt47360"/>
            <p:cNvSpPr/>
            <p:nvPr/>
          </p:nvSpPr>
          <p:spPr>
            <a:xfrm>
              <a:off x="8576763" y="2260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1" name="pt47361"/>
            <p:cNvSpPr/>
            <p:nvPr/>
          </p:nvSpPr>
          <p:spPr>
            <a:xfrm>
              <a:off x="8627374" y="2309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2" name="pt47362"/>
            <p:cNvSpPr/>
            <p:nvPr/>
          </p:nvSpPr>
          <p:spPr>
            <a:xfrm>
              <a:off x="8641456" y="1989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3" name="pt47363"/>
            <p:cNvSpPr/>
            <p:nvPr/>
          </p:nvSpPr>
          <p:spPr>
            <a:xfrm>
              <a:off x="8473354" y="2503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4" name="pt47364"/>
            <p:cNvSpPr/>
            <p:nvPr/>
          </p:nvSpPr>
          <p:spPr>
            <a:xfrm>
              <a:off x="8954408" y="1834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5" name="pt47365"/>
            <p:cNvSpPr/>
            <p:nvPr/>
          </p:nvSpPr>
          <p:spPr>
            <a:xfrm>
              <a:off x="9007289" y="1770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6" name="pt47366"/>
            <p:cNvSpPr/>
            <p:nvPr/>
          </p:nvSpPr>
          <p:spPr>
            <a:xfrm>
              <a:off x="9195417" y="1888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7" name="pt47367"/>
            <p:cNvSpPr/>
            <p:nvPr/>
          </p:nvSpPr>
          <p:spPr>
            <a:xfrm>
              <a:off x="9055774" y="1636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8" name="pt47368"/>
            <p:cNvSpPr/>
            <p:nvPr/>
          </p:nvSpPr>
          <p:spPr>
            <a:xfrm>
              <a:off x="8932540" y="2134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9" name="pt47369"/>
            <p:cNvSpPr/>
            <p:nvPr/>
          </p:nvSpPr>
          <p:spPr>
            <a:xfrm>
              <a:off x="8863776" y="1987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0" name="pt47370"/>
            <p:cNvSpPr/>
            <p:nvPr/>
          </p:nvSpPr>
          <p:spPr>
            <a:xfrm>
              <a:off x="9378331" y="2058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1" name="pt47371"/>
            <p:cNvSpPr/>
            <p:nvPr/>
          </p:nvSpPr>
          <p:spPr>
            <a:xfrm>
              <a:off x="8839187" y="2162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2" name="pt47372"/>
            <p:cNvSpPr/>
            <p:nvPr/>
          </p:nvSpPr>
          <p:spPr>
            <a:xfrm>
              <a:off x="8963317" y="210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3" name="pt47373"/>
            <p:cNvSpPr/>
            <p:nvPr/>
          </p:nvSpPr>
          <p:spPr>
            <a:xfrm>
              <a:off x="8815695" y="1947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4" name="pt47374"/>
            <p:cNvSpPr/>
            <p:nvPr/>
          </p:nvSpPr>
          <p:spPr>
            <a:xfrm>
              <a:off x="8891985" y="2220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5" name="pt47375"/>
            <p:cNvSpPr/>
            <p:nvPr/>
          </p:nvSpPr>
          <p:spPr>
            <a:xfrm>
              <a:off x="9378331" y="2105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6" name="pt47376"/>
            <p:cNvSpPr/>
            <p:nvPr/>
          </p:nvSpPr>
          <p:spPr>
            <a:xfrm>
              <a:off x="9097834" y="1921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7" name="pt47377"/>
            <p:cNvSpPr/>
            <p:nvPr/>
          </p:nvSpPr>
          <p:spPr>
            <a:xfrm>
              <a:off x="9018749" y="1984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8" name="pt47378"/>
            <p:cNvSpPr/>
            <p:nvPr/>
          </p:nvSpPr>
          <p:spPr>
            <a:xfrm>
              <a:off x="9427293" y="195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9" name="pt47379"/>
            <p:cNvSpPr/>
            <p:nvPr/>
          </p:nvSpPr>
          <p:spPr>
            <a:xfrm>
              <a:off x="9106706" y="1918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0" name="pt47380"/>
            <p:cNvSpPr/>
            <p:nvPr/>
          </p:nvSpPr>
          <p:spPr>
            <a:xfrm>
              <a:off x="9530995" y="2456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1" name="pt47381"/>
            <p:cNvSpPr/>
            <p:nvPr/>
          </p:nvSpPr>
          <p:spPr>
            <a:xfrm>
              <a:off x="8782612" y="2036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2" name="pt47382"/>
            <p:cNvSpPr/>
            <p:nvPr/>
          </p:nvSpPr>
          <p:spPr>
            <a:xfrm>
              <a:off x="9160178" y="2162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3" name="pt47383"/>
            <p:cNvSpPr/>
            <p:nvPr/>
          </p:nvSpPr>
          <p:spPr>
            <a:xfrm>
              <a:off x="8913428" y="2174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4" name="pt47384"/>
            <p:cNvSpPr/>
            <p:nvPr/>
          </p:nvSpPr>
          <p:spPr>
            <a:xfrm>
              <a:off x="8383485" y="2276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5" name="pt47385"/>
            <p:cNvSpPr/>
            <p:nvPr/>
          </p:nvSpPr>
          <p:spPr>
            <a:xfrm>
              <a:off x="9205570" y="2035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6" name="pt47386"/>
            <p:cNvSpPr/>
            <p:nvPr/>
          </p:nvSpPr>
          <p:spPr>
            <a:xfrm>
              <a:off x="9494750" y="2560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7" name="pt47387"/>
            <p:cNvSpPr/>
            <p:nvPr/>
          </p:nvSpPr>
          <p:spPr>
            <a:xfrm>
              <a:off x="9062080" y="1783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8" name="pt47388"/>
            <p:cNvSpPr/>
            <p:nvPr/>
          </p:nvSpPr>
          <p:spPr>
            <a:xfrm>
              <a:off x="8935109" y="2129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9" name="pt47389"/>
            <p:cNvSpPr/>
            <p:nvPr/>
          </p:nvSpPr>
          <p:spPr>
            <a:xfrm>
              <a:off x="9275251" y="1959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0" name="pt47390"/>
            <p:cNvSpPr/>
            <p:nvPr/>
          </p:nvSpPr>
          <p:spPr>
            <a:xfrm>
              <a:off x="9162993" y="2256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1" name="pt47391"/>
            <p:cNvSpPr/>
            <p:nvPr/>
          </p:nvSpPr>
          <p:spPr>
            <a:xfrm>
              <a:off x="8763400" y="2085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2" name="pt47392"/>
            <p:cNvSpPr/>
            <p:nvPr/>
          </p:nvSpPr>
          <p:spPr>
            <a:xfrm>
              <a:off x="9162993" y="1995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3" name="pt47393"/>
            <p:cNvSpPr/>
            <p:nvPr/>
          </p:nvSpPr>
          <p:spPr>
            <a:xfrm>
              <a:off x="9146155" y="211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4" name="pt47394"/>
            <p:cNvSpPr/>
            <p:nvPr/>
          </p:nvSpPr>
          <p:spPr>
            <a:xfrm>
              <a:off x="8612066" y="2255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5" name="pt47395"/>
            <p:cNvSpPr/>
            <p:nvPr/>
          </p:nvSpPr>
          <p:spPr>
            <a:xfrm>
              <a:off x="9055774" y="1728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6" name="pt47396"/>
            <p:cNvSpPr/>
            <p:nvPr/>
          </p:nvSpPr>
          <p:spPr>
            <a:xfrm>
              <a:off x="9064541" y="1824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7" name="pt47397"/>
            <p:cNvSpPr/>
            <p:nvPr/>
          </p:nvSpPr>
          <p:spPr>
            <a:xfrm>
              <a:off x="9376059" y="2019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8" name="pt47398"/>
            <p:cNvSpPr/>
            <p:nvPr/>
          </p:nvSpPr>
          <p:spPr>
            <a:xfrm>
              <a:off x="8654494" y="2370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9" name="pt47399"/>
            <p:cNvSpPr/>
            <p:nvPr/>
          </p:nvSpPr>
          <p:spPr>
            <a:xfrm>
              <a:off x="8855955" y="2168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0" name="pt47400"/>
            <p:cNvSpPr/>
            <p:nvPr/>
          </p:nvSpPr>
          <p:spPr>
            <a:xfrm>
              <a:off x="8871263" y="2228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1" name="pt47401"/>
            <p:cNvSpPr/>
            <p:nvPr/>
          </p:nvSpPr>
          <p:spPr>
            <a:xfrm>
              <a:off x="8688651" y="232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2" name="pt47402"/>
            <p:cNvSpPr/>
            <p:nvPr/>
          </p:nvSpPr>
          <p:spPr>
            <a:xfrm>
              <a:off x="9107665" y="1976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3" name="pt47403"/>
            <p:cNvSpPr/>
            <p:nvPr/>
          </p:nvSpPr>
          <p:spPr>
            <a:xfrm>
              <a:off x="9205570" y="2095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4" name="pt47404"/>
            <p:cNvSpPr/>
            <p:nvPr/>
          </p:nvSpPr>
          <p:spPr>
            <a:xfrm>
              <a:off x="9207749" y="2078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5" name="pt47405"/>
            <p:cNvSpPr/>
            <p:nvPr/>
          </p:nvSpPr>
          <p:spPr>
            <a:xfrm>
              <a:off x="8734011" y="2181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6" name="pt47406"/>
            <p:cNvSpPr/>
            <p:nvPr/>
          </p:nvSpPr>
          <p:spPr>
            <a:xfrm>
              <a:off x="8947416" y="2001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7" name="pt47407"/>
            <p:cNvSpPr/>
            <p:nvPr/>
          </p:nvSpPr>
          <p:spPr>
            <a:xfrm>
              <a:off x="8641456" y="2243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8" name="pt47408"/>
            <p:cNvSpPr/>
            <p:nvPr/>
          </p:nvSpPr>
          <p:spPr>
            <a:xfrm>
              <a:off x="8434097" y="2335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9" name="pt47409"/>
            <p:cNvSpPr/>
            <p:nvPr/>
          </p:nvSpPr>
          <p:spPr>
            <a:xfrm>
              <a:off x="9201130" y="1952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0" name="pt47410"/>
            <p:cNvSpPr/>
            <p:nvPr/>
          </p:nvSpPr>
          <p:spPr>
            <a:xfrm>
              <a:off x="9564416" y="2263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1" name="pt47411"/>
            <p:cNvSpPr/>
            <p:nvPr/>
          </p:nvSpPr>
          <p:spPr>
            <a:xfrm>
              <a:off x="8505430" y="2437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2" name="pt47412"/>
            <p:cNvSpPr/>
            <p:nvPr/>
          </p:nvSpPr>
          <p:spPr>
            <a:xfrm>
              <a:off x="8734011" y="216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3" name="pt47413"/>
            <p:cNvSpPr/>
            <p:nvPr/>
          </p:nvSpPr>
          <p:spPr>
            <a:xfrm>
              <a:off x="8312152" y="2379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4" name="pt47414"/>
            <p:cNvSpPr/>
            <p:nvPr/>
          </p:nvSpPr>
          <p:spPr>
            <a:xfrm>
              <a:off x="9078622" y="1659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5" name="pt47415"/>
            <p:cNvSpPr/>
            <p:nvPr/>
          </p:nvSpPr>
          <p:spPr>
            <a:xfrm>
              <a:off x="8505430" y="2379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6" name="pt47416"/>
            <p:cNvSpPr/>
            <p:nvPr/>
          </p:nvSpPr>
          <p:spPr>
            <a:xfrm>
              <a:off x="8977900" y="2372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7" name="pt47417"/>
            <p:cNvSpPr/>
            <p:nvPr/>
          </p:nvSpPr>
          <p:spPr>
            <a:xfrm>
              <a:off x="8935109" y="2172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8" name="pt47418"/>
            <p:cNvSpPr/>
            <p:nvPr/>
          </p:nvSpPr>
          <p:spPr>
            <a:xfrm>
              <a:off x="9094774" y="2005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9" name="pt47419"/>
            <p:cNvSpPr/>
            <p:nvPr/>
          </p:nvSpPr>
          <p:spPr>
            <a:xfrm>
              <a:off x="8898383" y="2005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0" name="pt47420"/>
            <p:cNvSpPr/>
            <p:nvPr/>
          </p:nvSpPr>
          <p:spPr>
            <a:xfrm>
              <a:off x="9573785" y="2351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1" name="pt47421"/>
            <p:cNvSpPr/>
            <p:nvPr/>
          </p:nvSpPr>
          <p:spPr>
            <a:xfrm>
              <a:off x="9595084" y="2132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2" name="pt47422"/>
            <p:cNvSpPr/>
            <p:nvPr/>
          </p:nvSpPr>
          <p:spPr>
            <a:xfrm>
              <a:off x="8825472" y="2008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3" name="pt47423"/>
            <p:cNvSpPr/>
            <p:nvPr/>
          </p:nvSpPr>
          <p:spPr>
            <a:xfrm>
              <a:off x="9146155" y="1990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4" name="pt47424"/>
            <p:cNvSpPr/>
            <p:nvPr/>
          </p:nvSpPr>
          <p:spPr>
            <a:xfrm>
              <a:off x="9130078" y="1997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5" name="pt47425"/>
            <p:cNvSpPr/>
            <p:nvPr/>
          </p:nvSpPr>
          <p:spPr>
            <a:xfrm>
              <a:off x="9219272" y="1867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6" name="pt47426"/>
            <p:cNvSpPr/>
            <p:nvPr/>
          </p:nvSpPr>
          <p:spPr>
            <a:xfrm>
              <a:off x="8556041" y="2554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7" name="pt47427"/>
            <p:cNvSpPr/>
            <p:nvPr/>
          </p:nvSpPr>
          <p:spPr>
            <a:xfrm>
              <a:off x="8612066" y="2119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8" name="pt47428"/>
            <p:cNvSpPr/>
            <p:nvPr/>
          </p:nvSpPr>
          <p:spPr>
            <a:xfrm>
              <a:off x="8717243" y="2266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9" name="pt47429"/>
            <p:cNvSpPr/>
            <p:nvPr/>
          </p:nvSpPr>
          <p:spPr>
            <a:xfrm>
              <a:off x="8956678" y="1794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0" name="pt47430"/>
            <p:cNvSpPr/>
            <p:nvPr/>
          </p:nvSpPr>
          <p:spPr>
            <a:xfrm>
              <a:off x="9072891" y="2215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1" name="pt47431"/>
            <p:cNvSpPr/>
            <p:nvPr/>
          </p:nvSpPr>
          <p:spPr>
            <a:xfrm>
              <a:off x="8473354" y="2228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2" name="pt47432"/>
            <p:cNvSpPr/>
            <p:nvPr/>
          </p:nvSpPr>
          <p:spPr>
            <a:xfrm>
              <a:off x="8666631" y="2521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3" name="pt47433"/>
            <p:cNvSpPr/>
            <p:nvPr/>
          </p:nvSpPr>
          <p:spPr>
            <a:xfrm>
              <a:off x="8666631" y="2414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4" name="pt47434"/>
            <p:cNvSpPr/>
            <p:nvPr/>
          </p:nvSpPr>
          <p:spPr>
            <a:xfrm>
              <a:off x="9509182" y="2466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5" name="pt47435"/>
            <p:cNvSpPr/>
            <p:nvPr/>
          </p:nvSpPr>
          <p:spPr>
            <a:xfrm>
              <a:off x="8505430" y="245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6" name="pt47436"/>
            <p:cNvSpPr/>
            <p:nvPr/>
          </p:nvSpPr>
          <p:spPr>
            <a:xfrm>
              <a:off x="8977900" y="2366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7" name="pt47437"/>
            <p:cNvSpPr/>
            <p:nvPr/>
          </p:nvSpPr>
          <p:spPr>
            <a:xfrm>
              <a:off x="8473354" y="2279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8" name="pt47438"/>
            <p:cNvSpPr/>
            <p:nvPr/>
          </p:nvSpPr>
          <p:spPr>
            <a:xfrm>
              <a:off x="9377920" y="213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9" name="pt47439"/>
            <p:cNvSpPr/>
            <p:nvPr/>
          </p:nvSpPr>
          <p:spPr>
            <a:xfrm>
              <a:off x="8505430" y="2439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0" name="pt47440"/>
            <p:cNvSpPr/>
            <p:nvPr/>
          </p:nvSpPr>
          <p:spPr>
            <a:xfrm>
              <a:off x="8947416" y="1926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1" name="pt47441"/>
            <p:cNvSpPr/>
            <p:nvPr/>
          </p:nvSpPr>
          <p:spPr>
            <a:xfrm>
              <a:off x="8688651" y="2446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2" name="pt47442"/>
            <p:cNvSpPr/>
            <p:nvPr/>
          </p:nvSpPr>
          <p:spPr>
            <a:xfrm>
              <a:off x="8532549" y="2481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3" name="pt47443"/>
            <p:cNvSpPr/>
            <p:nvPr/>
          </p:nvSpPr>
          <p:spPr>
            <a:xfrm>
              <a:off x="8312152" y="2271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4" name="pt47444"/>
            <p:cNvSpPr/>
            <p:nvPr/>
          </p:nvSpPr>
          <p:spPr>
            <a:xfrm>
              <a:off x="9548926" y="1791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5" name="pt47445"/>
            <p:cNvSpPr/>
            <p:nvPr/>
          </p:nvSpPr>
          <p:spPr>
            <a:xfrm>
              <a:off x="9303159" y="1921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6" name="pt47446"/>
            <p:cNvSpPr/>
            <p:nvPr/>
          </p:nvSpPr>
          <p:spPr>
            <a:xfrm>
              <a:off x="8627374" y="2187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7" name="pt47447"/>
            <p:cNvSpPr/>
            <p:nvPr/>
          </p:nvSpPr>
          <p:spPr>
            <a:xfrm>
              <a:off x="8677986" y="2248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8" name="pt47448"/>
            <p:cNvSpPr/>
            <p:nvPr/>
          </p:nvSpPr>
          <p:spPr>
            <a:xfrm>
              <a:off x="8770040" y="2156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9" name="pt47449"/>
            <p:cNvSpPr/>
            <p:nvPr/>
          </p:nvSpPr>
          <p:spPr>
            <a:xfrm>
              <a:off x="9083077" y="1886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0" name="pt47450"/>
            <p:cNvSpPr/>
            <p:nvPr/>
          </p:nvSpPr>
          <p:spPr>
            <a:xfrm>
              <a:off x="8847771" y="2115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1" name="pt47451"/>
            <p:cNvSpPr/>
            <p:nvPr/>
          </p:nvSpPr>
          <p:spPr>
            <a:xfrm>
              <a:off x="9065758" y="2056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2" name="pt47452"/>
            <p:cNvSpPr/>
            <p:nvPr/>
          </p:nvSpPr>
          <p:spPr>
            <a:xfrm>
              <a:off x="9393280" y="2198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3" name="pt47453"/>
            <p:cNvSpPr/>
            <p:nvPr/>
          </p:nvSpPr>
          <p:spPr>
            <a:xfrm>
              <a:off x="8505430" y="2311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4" name="pt47454"/>
            <p:cNvSpPr/>
            <p:nvPr/>
          </p:nvSpPr>
          <p:spPr>
            <a:xfrm>
              <a:off x="8473354" y="2407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5" name="pt47455"/>
            <p:cNvSpPr/>
            <p:nvPr/>
          </p:nvSpPr>
          <p:spPr>
            <a:xfrm>
              <a:off x="9121452" y="1987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6" name="pt47456"/>
            <p:cNvSpPr/>
            <p:nvPr/>
          </p:nvSpPr>
          <p:spPr>
            <a:xfrm>
              <a:off x="9427293" y="2102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7" name="pt47457"/>
            <p:cNvSpPr/>
            <p:nvPr/>
          </p:nvSpPr>
          <p:spPr>
            <a:xfrm>
              <a:off x="8688651" y="2245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8" name="pt47458"/>
            <p:cNvSpPr/>
            <p:nvPr/>
          </p:nvSpPr>
          <p:spPr>
            <a:xfrm>
              <a:off x="8888696" y="2195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9" name="pt47459"/>
            <p:cNvSpPr/>
            <p:nvPr/>
          </p:nvSpPr>
          <p:spPr>
            <a:xfrm>
              <a:off x="8981853" y="2274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0" name="pt47460"/>
            <p:cNvSpPr/>
            <p:nvPr/>
          </p:nvSpPr>
          <p:spPr>
            <a:xfrm>
              <a:off x="8312152" y="2572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1" name="pt47461"/>
            <p:cNvSpPr/>
            <p:nvPr/>
          </p:nvSpPr>
          <p:spPr>
            <a:xfrm>
              <a:off x="9811851" y="2425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2" name="pt47462"/>
            <p:cNvSpPr/>
            <p:nvPr/>
          </p:nvSpPr>
          <p:spPr>
            <a:xfrm>
              <a:off x="8717243" y="2237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3" name="pt47463"/>
            <p:cNvSpPr/>
            <p:nvPr/>
          </p:nvSpPr>
          <p:spPr>
            <a:xfrm>
              <a:off x="8473354" y="2484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4" name="pt47464"/>
            <p:cNvSpPr/>
            <p:nvPr/>
          </p:nvSpPr>
          <p:spPr>
            <a:xfrm>
              <a:off x="9440320" y="182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5" name="pt47465"/>
            <p:cNvSpPr/>
            <p:nvPr/>
          </p:nvSpPr>
          <p:spPr>
            <a:xfrm>
              <a:off x="8776438" y="2023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6" name="pt47466"/>
            <p:cNvSpPr/>
            <p:nvPr/>
          </p:nvSpPr>
          <p:spPr>
            <a:xfrm>
              <a:off x="8717243" y="2252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7" name="pt47467"/>
            <p:cNvSpPr/>
            <p:nvPr/>
          </p:nvSpPr>
          <p:spPr>
            <a:xfrm>
              <a:off x="9217744" y="2168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8" name="pt47468"/>
            <p:cNvSpPr/>
            <p:nvPr/>
          </p:nvSpPr>
          <p:spPr>
            <a:xfrm>
              <a:off x="9254530" y="2203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9" name="pt47469"/>
            <p:cNvSpPr/>
            <p:nvPr/>
          </p:nvSpPr>
          <p:spPr>
            <a:xfrm>
              <a:off x="8312152" y="2668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0" name="pt47470"/>
            <p:cNvSpPr/>
            <p:nvPr/>
          </p:nvSpPr>
          <p:spPr>
            <a:xfrm>
              <a:off x="8312152" y="2379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1" name="pt47471"/>
            <p:cNvSpPr/>
            <p:nvPr/>
          </p:nvSpPr>
          <p:spPr>
            <a:xfrm>
              <a:off x="8998621" y="1954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2" name="pt47472"/>
            <p:cNvSpPr/>
            <p:nvPr/>
          </p:nvSpPr>
          <p:spPr>
            <a:xfrm>
              <a:off x="9371637" y="2096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3" name="pt47473"/>
            <p:cNvSpPr/>
            <p:nvPr/>
          </p:nvSpPr>
          <p:spPr>
            <a:xfrm>
              <a:off x="9546496" y="1944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4" name="pt47474"/>
            <p:cNvSpPr/>
            <p:nvPr/>
          </p:nvSpPr>
          <p:spPr>
            <a:xfrm>
              <a:off x="8810596" y="2186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5" name="pt47475"/>
            <p:cNvSpPr/>
            <p:nvPr/>
          </p:nvSpPr>
          <p:spPr>
            <a:xfrm>
              <a:off x="8913428" y="2093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6" name="pt47476"/>
            <p:cNvSpPr/>
            <p:nvPr/>
          </p:nvSpPr>
          <p:spPr>
            <a:xfrm>
              <a:off x="9235717" y="1804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7" name="pt47477"/>
            <p:cNvSpPr/>
            <p:nvPr/>
          </p:nvSpPr>
          <p:spPr>
            <a:xfrm>
              <a:off x="8839187" y="2125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8" name="pt47478"/>
            <p:cNvSpPr/>
            <p:nvPr/>
          </p:nvSpPr>
          <p:spPr>
            <a:xfrm>
              <a:off x="9551860" y="1747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9" name="pt47479"/>
            <p:cNvSpPr/>
            <p:nvPr/>
          </p:nvSpPr>
          <p:spPr>
            <a:xfrm>
              <a:off x="8383485" y="2410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0" name="pt47480"/>
            <p:cNvSpPr/>
            <p:nvPr/>
          </p:nvSpPr>
          <p:spPr>
            <a:xfrm>
              <a:off x="8975889" y="2138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1" name="pt47481"/>
            <p:cNvSpPr/>
            <p:nvPr/>
          </p:nvSpPr>
          <p:spPr>
            <a:xfrm>
              <a:off x="8956678" y="1870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2" name="pt47482"/>
            <p:cNvSpPr/>
            <p:nvPr/>
          </p:nvSpPr>
          <p:spPr>
            <a:xfrm>
              <a:off x="8770040" y="2089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3" name="pt47483"/>
            <p:cNvSpPr/>
            <p:nvPr/>
          </p:nvSpPr>
          <p:spPr>
            <a:xfrm>
              <a:off x="8863776" y="1918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4" name="pt47484"/>
            <p:cNvSpPr/>
            <p:nvPr/>
          </p:nvSpPr>
          <p:spPr>
            <a:xfrm>
              <a:off x="8595298" y="2268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5" name="pt47485"/>
            <p:cNvSpPr/>
            <p:nvPr/>
          </p:nvSpPr>
          <p:spPr>
            <a:xfrm>
              <a:off x="9214649" y="2056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6" name="pt47486"/>
            <p:cNvSpPr/>
            <p:nvPr/>
          </p:nvSpPr>
          <p:spPr>
            <a:xfrm>
              <a:off x="9049233" y="1771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7" name="pt47487"/>
            <p:cNvSpPr/>
            <p:nvPr/>
          </p:nvSpPr>
          <p:spPr>
            <a:xfrm>
              <a:off x="9106706" y="1982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8" name="pt47488"/>
            <p:cNvSpPr/>
            <p:nvPr/>
          </p:nvSpPr>
          <p:spPr>
            <a:xfrm>
              <a:off x="9086345" y="1820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9" name="pt47489"/>
            <p:cNvSpPr/>
            <p:nvPr/>
          </p:nvSpPr>
          <p:spPr>
            <a:xfrm>
              <a:off x="8473354" y="2326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0" name="pt47490"/>
            <p:cNvSpPr/>
            <p:nvPr/>
          </p:nvSpPr>
          <p:spPr>
            <a:xfrm>
              <a:off x="8979888" y="2299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1" name="pt47491"/>
            <p:cNvSpPr/>
            <p:nvPr/>
          </p:nvSpPr>
          <p:spPr>
            <a:xfrm>
              <a:off x="8937640" y="1878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2" name="pt47492"/>
            <p:cNvSpPr/>
            <p:nvPr/>
          </p:nvSpPr>
          <p:spPr>
            <a:xfrm>
              <a:off x="9328879" y="2144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3" name="pt47493"/>
            <p:cNvSpPr/>
            <p:nvPr/>
          </p:nvSpPr>
          <p:spPr>
            <a:xfrm>
              <a:off x="8595298" y="2232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4" name="pt47494"/>
            <p:cNvSpPr/>
            <p:nvPr/>
          </p:nvSpPr>
          <p:spPr>
            <a:xfrm>
              <a:off x="9244718" y="2044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5" name="pt47495"/>
            <p:cNvSpPr/>
            <p:nvPr/>
          </p:nvSpPr>
          <p:spPr>
            <a:xfrm>
              <a:off x="8595298" y="2205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6" name="pt47496"/>
            <p:cNvSpPr/>
            <p:nvPr/>
          </p:nvSpPr>
          <p:spPr>
            <a:xfrm>
              <a:off x="9450688" y="1840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7" name="pt47497"/>
            <p:cNvSpPr/>
            <p:nvPr/>
          </p:nvSpPr>
          <p:spPr>
            <a:xfrm>
              <a:off x="9408964" y="2159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8" name="pt47498"/>
            <p:cNvSpPr/>
            <p:nvPr/>
          </p:nvSpPr>
          <p:spPr>
            <a:xfrm>
              <a:off x="8677986" y="2328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9" name="pt47499"/>
            <p:cNvSpPr/>
            <p:nvPr/>
          </p:nvSpPr>
          <p:spPr>
            <a:xfrm>
              <a:off x="9382590" y="1989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0" name="pt47500"/>
            <p:cNvSpPr/>
            <p:nvPr/>
          </p:nvSpPr>
          <p:spPr>
            <a:xfrm>
              <a:off x="8383485" y="2395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1" name="pt47501"/>
            <p:cNvSpPr/>
            <p:nvPr/>
          </p:nvSpPr>
          <p:spPr>
            <a:xfrm>
              <a:off x="8473354" y="2044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2" name="pt47502"/>
            <p:cNvSpPr/>
            <p:nvPr/>
          </p:nvSpPr>
          <p:spPr>
            <a:xfrm>
              <a:off x="8434097" y="2302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3" name="pt47503"/>
            <p:cNvSpPr/>
            <p:nvPr/>
          </p:nvSpPr>
          <p:spPr>
            <a:xfrm>
              <a:off x="8641456" y="2190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4" name="pt47504"/>
            <p:cNvSpPr/>
            <p:nvPr/>
          </p:nvSpPr>
          <p:spPr>
            <a:xfrm>
              <a:off x="9509182" y="2525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5" name="pt47505"/>
            <p:cNvSpPr/>
            <p:nvPr/>
          </p:nvSpPr>
          <p:spPr>
            <a:xfrm>
              <a:off x="8788576" y="211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6" name="pt47506"/>
            <p:cNvSpPr/>
            <p:nvPr/>
          </p:nvSpPr>
          <p:spPr>
            <a:xfrm>
              <a:off x="8434097" y="2492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7" name="pt47507"/>
            <p:cNvSpPr/>
            <p:nvPr/>
          </p:nvSpPr>
          <p:spPr>
            <a:xfrm>
              <a:off x="8749319" y="2208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8" name="pt47508"/>
            <p:cNvSpPr/>
            <p:nvPr/>
          </p:nvSpPr>
          <p:spPr>
            <a:xfrm>
              <a:off x="9024978" y="1750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9" name="pt47509"/>
            <p:cNvSpPr/>
            <p:nvPr/>
          </p:nvSpPr>
          <p:spPr>
            <a:xfrm>
              <a:off x="8874891" y="2171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0" name="pt47510"/>
            <p:cNvSpPr/>
            <p:nvPr/>
          </p:nvSpPr>
          <p:spPr>
            <a:xfrm>
              <a:off x="8505430" y="244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1" name="pt47511"/>
            <p:cNvSpPr/>
            <p:nvPr/>
          </p:nvSpPr>
          <p:spPr>
            <a:xfrm>
              <a:off x="9070546" y="2219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2" name="pt47512"/>
            <p:cNvSpPr/>
            <p:nvPr/>
          </p:nvSpPr>
          <p:spPr>
            <a:xfrm>
              <a:off x="9349631" y="210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3" name="pt47513"/>
            <p:cNvSpPr/>
            <p:nvPr/>
          </p:nvSpPr>
          <p:spPr>
            <a:xfrm>
              <a:off x="8641456" y="2076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4" name="pt47514"/>
            <p:cNvSpPr/>
            <p:nvPr/>
          </p:nvSpPr>
          <p:spPr>
            <a:xfrm>
              <a:off x="9285286" y="1685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5" name="pt47515"/>
            <p:cNvSpPr/>
            <p:nvPr/>
          </p:nvSpPr>
          <p:spPr>
            <a:xfrm>
              <a:off x="8874891" y="2042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6" name="pt47516"/>
            <p:cNvSpPr/>
            <p:nvPr/>
          </p:nvSpPr>
          <p:spPr>
            <a:xfrm>
              <a:off x="8965476" y="2052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7" name="pt47517"/>
            <p:cNvSpPr/>
            <p:nvPr/>
          </p:nvSpPr>
          <p:spPr>
            <a:xfrm>
              <a:off x="9577860" y="2734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8" name="pt47518"/>
            <p:cNvSpPr/>
            <p:nvPr/>
          </p:nvSpPr>
          <p:spPr>
            <a:xfrm>
              <a:off x="8847771" y="2195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9" name="pt47519"/>
            <p:cNvSpPr/>
            <p:nvPr/>
          </p:nvSpPr>
          <p:spPr>
            <a:xfrm>
              <a:off x="8595298" y="2174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0" name="pt47520"/>
            <p:cNvSpPr/>
            <p:nvPr/>
          </p:nvSpPr>
          <p:spPr>
            <a:xfrm>
              <a:off x="9573244" y="2172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1" name="pt47521"/>
            <p:cNvSpPr/>
            <p:nvPr/>
          </p:nvSpPr>
          <p:spPr>
            <a:xfrm>
              <a:off x="8977900" y="2349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2" name="pt47522"/>
            <p:cNvSpPr/>
            <p:nvPr/>
          </p:nvSpPr>
          <p:spPr>
            <a:xfrm>
              <a:off x="9024978" y="2034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3" name="pt47523"/>
            <p:cNvSpPr/>
            <p:nvPr/>
          </p:nvSpPr>
          <p:spPr>
            <a:xfrm>
              <a:off x="8666631" y="2461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4" name="pt47524"/>
            <p:cNvSpPr/>
            <p:nvPr/>
          </p:nvSpPr>
          <p:spPr>
            <a:xfrm>
              <a:off x="8799930" y="2156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5" name="pt47525"/>
            <p:cNvSpPr/>
            <p:nvPr/>
          </p:nvSpPr>
          <p:spPr>
            <a:xfrm>
              <a:off x="8312152" y="2416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6" name="pt47526"/>
            <p:cNvSpPr/>
            <p:nvPr/>
          </p:nvSpPr>
          <p:spPr>
            <a:xfrm>
              <a:off x="8473354" y="2382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7" name="pt47527"/>
            <p:cNvSpPr/>
            <p:nvPr/>
          </p:nvSpPr>
          <p:spPr>
            <a:xfrm>
              <a:off x="9310253" y="1834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8" name="pt47528"/>
            <p:cNvSpPr/>
            <p:nvPr/>
          </p:nvSpPr>
          <p:spPr>
            <a:xfrm>
              <a:off x="8756500" y="2008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9" name="pt47529"/>
            <p:cNvSpPr/>
            <p:nvPr/>
          </p:nvSpPr>
          <p:spPr>
            <a:xfrm>
              <a:off x="8627374" y="2254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0" name="pt47530"/>
            <p:cNvSpPr/>
            <p:nvPr/>
          </p:nvSpPr>
          <p:spPr>
            <a:xfrm>
              <a:off x="8830164" y="2156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1" name="pt47531"/>
            <p:cNvSpPr/>
            <p:nvPr/>
          </p:nvSpPr>
          <p:spPr>
            <a:xfrm>
              <a:off x="9116975" y="1681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2" name="pt47532"/>
            <p:cNvSpPr/>
            <p:nvPr/>
          </p:nvSpPr>
          <p:spPr>
            <a:xfrm>
              <a:off x="8874891" y="2161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3" name="pt47533"/>
            <p:cNvSpPr/>
            <p:nvPr/>
          </p:nvSpPr>
          <p:spPr>
            <a:xfrm>
              <a:off x="8688651" y="2398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4" name="pt47534"/>
            <p:cNvSpPr/>
            <p:nvPr/>
          </p:nvSpPr>
          <p:spPr>
            <a:xfrm>
              <a:off x="8998621" y="2048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5" name="pt47535"/>
            <p:cNvSpPr/>
            <p:nvPr/>
          </p:nvSpPr>
          <p:spPr>
            <a:xfrm>
              <a:off x="9666217" y="2136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6" name="pt47536"/>
            <p:cNvSpPr/>
            <p:nvPr/>
          </p:nvSpPr>
          <p:spPr>
            <a:xfrm>
              <a:off x="8725827" y="2270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7" name="pt47537"/>
            <p:cNvSpPr/>
            <p:nvPr/>
          </p:nvSpPr>
          <p:spPr>
            <a:xfrm>
              <a:off x="9564416" y="2255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8" name="pt47538"/>
            <p:cNvSpPr/>
            <p:nvPr/>
          </p:nvSpPr>
          <p:spPr>
            <a:xfrm>
              <a:off x="8763400" y="2075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9" name="pt47539"/>
            <p:cNvSpPr/>
            <p:nvPr/>
          </p:nvSpPr>
          <p:spPr>
            <a:xfrm>
              <a:off x="9347687" y="2142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0" name="pt47540"/>
            <p:cNvSpPr/>
            <p:nvPr/>
          </p:nvSpPr>
          <p:spPr>
            <a:xfrm>
              <a:off x="8556041" y="2513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1" name="pt47541"/>
            <p:cNvSpPr/>
            <p:nvPr/>
          </p:nvSpPr>
          <p:spPr>
            <a:xfrm>
              <a:off x="9978328" y="2434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2" name="pt47542"/>
            <p:cNvSpPr/>
            <p:nvPr/>
          </p:nvSpPr>
          <p:spPr>
            <a:xfrm>
              <a:off x="8677986" y="2283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3" name="pt47543"/>
            <p:cNvSpPr/>
            <p:nvPr/>
          </p:nvSpPr>
          <p:spPr>
            <a:xfrm>
              <a:off x="9244718" y="2042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4" name="pt47544"/>
            <p:cNvSpPr/>
            <p:nvPr/>
          </p:nvSpPr>
          <p:spPr>
            <a:xfrm>
              <a:off x="9069361" y="2217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5" name="pt47545"/>
            <p:cNvSpPr/>
            <p:nvPr/>
          </p:nvSpPr>
          <p:spPr>
            <a:xfrm>
              <a:off x="8961132" y="2105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6" name="pt47546"/>
            <p:cNvSpPr/>
            <p:nvPr/>
          </p:nvSpPr>
          <p:spPr>
            <a:xfrm>
              <a:off x="8473354" y="2218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7" name="pt47547"/>
            <p:cNvSpPr/>
            <p:nvPr/>
          </p:nvSpPr>
          <p:spPr>
            <a:xfrm>
              <a:off x="9055774" y="1746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8" name="pt47548"/>
            <p:cNvSpPr/>
            <p:nvPr/>
          </p:nvSpPr>
          <p:spPr>
            <a:xfrm>
              <a:off x="8717243" y="2113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9" name="pt47549"/>
            <p:cNvSpPr/>
            <p:nvPr/>
          </p:nvSpPr>
          <p:spPr>
            <a:xfrm>
              <a:off x="8788576" y="2208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0" name="pt47550"/>
            <p:cNvSpPr/>
            <p:nvPr/>
          </p:nvSpPr>
          <p:spPr>
            <a:xfrm>
              <a:off x="9502520" y="2348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1" name="pt47551"/>
            <p:cNvSpPr/>
            <p:nvPr/>
          </p:nvSpPr>
          <p:spPr>
            <a:xfrm>
              <a:off x="9062080" y="1736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2" name="pt47552"/>
            <p:cNvSpPr/>
            <p:nvPr/>
          </p:nvSpPr>
          <p:spPr>
            <a:xfrm>
              <a:off x="8919104" y="211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3" name="pt47553"/>
            <p:cNvSpPr/>
            <p:nvPr/>
          </p:nvSpPr>
          <p:spPr>
            <a:xfrm>
              <a:off x="8717243" y="2278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4" name="pt47554"/>
            <p:cNvSpPr/>
            <p:nvPr/>
          </p:nvSpPr>
          <p:spPr>
            <a:xfrm>
              <a:off x="8383485" y="2342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5" name="pt47555"/>
            <p:cNvSpPr/>
            <p:nvPr/>
          </p:nvSpPr>
          <p:spPr>
            <a:xfrm>
              <a:off x="9351314" y="2270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6" name="pt47556"/>
            <p:cNvSpPr/>
            <p:nvPr/>
          </p:nvSpPr>
          <p:spPr>
            <a:xfrm>
              <a:off x="9109567" y="1753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7" name="pt47557"/>
            <p:cNvSpPr/>
            <p:nvPr/>
          </p:nvSpPr>
          <p:spPr>
            <a:xfrm>
              <a:off x="8556041" y="251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8" name="pt47558"/>
            <p:cNvSpPr/>
            <p:nvPr/>
          </p:nvSpPr>
          <p:spPr>
            <a:xfrm>
              <a:off x="9393280" y="197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9" name="pt47559"/>
            <p:cNvSpPr/>
            <p:nvPr/>
          </p:nvSpPr>
          <p:spPr>
            <a:xfrm>
              <a:off x="8973855" y="2031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0" name="pt47560"/>
            <p:cNvSpPr/>
            <p:nvPr/>
          </p:nvSpPr>
          <p:spPr>
            <a:xfrm>
              <a:off x="9047895" y="1797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1" name="pt47561"/>
            <p:cNvSpPr/>
            <p:nvPr/>
          </p:nvSpPr>
          <p:spPr>
            <a:xfrm>
              <a:off x="8595298" y="2178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2" name="pt47562"/>
            <p:cNvSpPr/>
            <p:nvPr/>
          </p:nvSpPr>
          <p:spPr>
            <a:xfrm>
              <a:off x="8576763" y="2381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3" name="pt47563"/>
            <p:cNvSpPr/>
            <p:nvPr/>
          </p:nvSpPr>
          <p:spPr>
            <a:xfrm>
              <a:off x="9376059" y="2079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4" name="pt47564"/>
            <p:cNvSpPr/>
            <p:nvPr/>
          </p:nvSpPr>
          <p:spPr>
            <a:xfrm>
              <a:off x="8556041" y="245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5" name="pt47565"/>
            <p:cNvSpPr/>
            <p:nvPr/>
          </p:nvSpPr>
          <p:spPr>
            <a:xfrm>
              <a:off x="8770040" y="2134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6" name="pt47566"/>
            <p:cNvSpPr/>
            <p:nvPr/>
          </p:nvSpPr>
          <p:spPr>
            <a:xfrm>
              <a:off x="9024978" y="1909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7" name="pt47567"/>
            <p:cNvSpPr/>
            <p:nvPr/>
          </p:nvSpPr>
          <p:spPr>
            <a:xfrm>
              <a:off x="8901496" y="1859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8" name="pt47568"/>
            <p:cNvSpPr/>
            <p:nvPr/>
          </p:nvSpPr>
          <p:spPr>
            <a:xfrm>
              <a:off x="9749896" y="2182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9" name="pt47569"/>
            <p:cNvSpPr/>
            <p:nvPr/>
          </p:nvSpPr>
          <p:spPr>
            <a:xfrm>
              <a:off x="8473354" y="2172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0" name="pt47570"/>
            <p:cNvSpPr/>
            <p:nvPr/>
          </p:nvSpPr>
          <p:spPr>
            <a:xfrm>
              <a:off x="8921875" y="1901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1" name="pt47571"/>
            <p:cNvSpPr/>
            <p:nvPr/>
          </p:nvSpPr>
          <p:spPr>
            <a:xfrm>
              <a:off x="9221288" y="1856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2" name="pt47572"/>
            <p:cNvSpPr/>
            <p:nvPr/>
          </p:nvSpPr>
          <p:spPr>
            <a:xfrm>
              <a:off x="9066967" y="2329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3" name="pt47573"/>
            <p:cNvSpPr/>
            <p:nvPr/>
          </p:nvSpPr>
          <p:spPr>
            <a:xfrm>
              <a:off x="8839187" y="2323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4" name="pt47574"/>
            <p:cNvSpPr/>
            <p:nvPr/>
          </p:nvSpPr>
          <p:spPr>
            <a:xfrm>
              <a:off x="9051878" y="1841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5" name="pt47575"/>
            <p:cNvSpPr/>
            <p:nvPr/>
          </p:nvSpPr>
          <p:spPr>
            <a:xfrm>
              <a:off x="9024978" y="2000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6" name="pt47576"/>
            <p:cNvSpPr/>
            <p:nvPr/>
          </p:nvSpPr>
          <p:spPr>
            <a:xfrm>
              <a:off x="8641456" y="2164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7" name="pt47577"/>
            <p:cNvSpPr/>
            <p:nvPr/>
          </p:nvSpPr>
          <p:spPr>
            <a:xfrm>
              <a:off x="8677986" y="2330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8" name="pt47578"/>
            <p:cNvSpPr/>
            <p:nvPr/>
          </p:nvSpPr>
          <p:spPr>
            <a:xfrm>
              <a:off x="8825472" y="215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9" name="pt47579"/>
            <p:cNvSpPr/>
            <p:nvPr/>
          </p:nvSpPr>
          <p:spPr>
            <a:xfrm>
              <a:off x="9028011" y="1807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0" name="pt47580"/>
            <p:cNvSpPr/>
            <p:nvPr/>
          </p:nvSpPr>
          <p:spPr>
            <a:xfrm>
              <a:off x="8717243" y="2251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1" name="pt47581"/>
            <p:cNvSpPr/>
            <p:nvPr/>
          </p:nvSpPr>
          <p:spPr>
            <a:xfrm>
              <a:off x="8434097" y="2430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2" name="pt47582"/>
            <p:cNvSpPr/>
            <p:nvPr/>
          </p:nvSpPr>
          <p:spPr>
            <a:xfrm>
              <a:off x="8383485" y="2477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3" name="pt47583"/>
            <p:cNvSpPr/>
            <p:nvPr/>
          </p:nvSpPr>
          <p:spPr>
            <a:xfrm>
              <a:off x="8749319" y="2052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4" name="pt47584"/>
            <p:cNvSpPr/>
            <p:nvPr/>
          </p:nvSpPr>
          <p:spPr>
            <a:xfrm>
              <a:off x="9162993" y="1971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5" name="pt47585"/>
            <p:cNvSpPr/>
            <p:nvPr/>
          </p:nvSpPr>
          <p:spPr>
            <a:xfrm>
              <a:off x="8810596" y="2052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6" name="pt47586"/>
            <p:cNvSpPr/>
            <p:nvPr/>
          </p:nvSpPr>
          <p:spPr>
            <a:xfrm>
              <a:off x="9564416" y="2330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7" name="pt47587"/>
            <p:cNvSpPr/>
            <p:nvPr/>
          </p:nvSpPr>
          <p:spPr>
            <a:xfrm>
              <a:off x="8901496" y="1857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8" name="pt47588"/>
            <p:cNvSpPr/>
            <p:nvPr/>
          </p:nvSpPr>
          <p:spPr>
            <a:xfrm>
              <a:off x="8913428" y="2158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9" name="pt47589"/>
            <p:cNvSpPr/>
            <p:nvPr/>
          </p:nvSpPr>
          <p:spPr>
            <a:xfrm>
              <a:off x="8741831" y="2239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0" name="pt47590"/>
            <p:cNvSpPr/>
            <p:nvPr/>
          </p:nvSpPr>
          <p:spPr>
            <a:xfrm>
              <a:off x="8627374" y="2298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1" name="pt47591"/>
            <p:cNvSpPr/>
            <p:nvPr/>
          </p:nvSpPr>
          <p:spPr>
            <a:xfrm>
              <a:off x="8383485" y="2404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2" name="pt47592"/>
            <p:cNvSpPr/>
            <p:nvPr/>
          </p:nvSpPr>
          <p:spPr>
            <a:xfrm>
              <a:off x="9230563" y="1857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3" name="pt47593"/>
            <p:cNvSpPr/>
            <p:nvPr/>
          </p:nvSpPr>
          <p:spPr>
            <a:xfrm>
              <a:off x="8725827" y="2295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4" name="pt47594"/>
            <p:cNvSpPr/>
            <p:nvPr/>
          </p:nvSpPr>
          <p:spPr>
            <a:xfrm>
              <a:off x="8505430" y="2546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5" name="pt47595"/>
            <p:cNvSpPr/>
            <p:nvPr/>
          </p:nvSpPr>
          <p:spPr>
            <a:xfrm>
              <a:off x="8867559" y="2054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6" name="pt47596"/>
            <p:cNvSpPr/>
            <p:nvPr/>
          </p:nvSpPr>
          <p:spPr>
            <a:xfrm>
              <a:off x="8874891" y="2122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7" name="pt47597"/>
            <p:cNvSpPr/>
            <p:nvPr/>
          </p:nvSpPr>
          <p:spPr>
            <a:xfrm>
              <a:off x="9062080" y="1665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8" name="pt47598"/>
            <p:cNvSpPr/>
            <p:nvPr/>
          </p:nvSpPr>
          <p:spPr>
            <a:xfrm>
              <a:off x="8434097" y="2335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9" name="pt47599"/>
            <p:cNvSpPr/>
            <p:nvPr/>
          </p:nvSpPr>
          <p:spPr>
            <a:xfrm>
              <a:off x="8763400" y="2064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0" name="pt47600"/>
            <p:cNvSpPr/>
            <p:nvPr/>
          </p:nvSpPr>
          <p:spPr>
            <a:xfrm>
              <a:off x="8612066" y="2316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1" name="pt47601"/>
            <p:cNvSpPr/>
            <p:nvPr/>
          </p:nvSpPr>
          <p:spPr>
            <a:xfrm>
              <a:off x="9047895" y="1640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2" name="pt47602"/>
            <p:cNvSpPr/>
            <p:nvPr/>
          </p:nvSpPr>
          <p:spPr>
            <a:xfrm>
              <a:off x="8901496" y="1879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3" name="pt47603"/>
            <p:cNvSpPr/>
            <p:nvPr/>
          </p:nvSpPr>
          <p:spPr>
            <a:xfrm>
              <a:off x="8677986" y="2503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4" name="pt47604"/>
            <p:cNvSpPr/>
            <p:nvPr/>
          </p:nvSpPr>
          <p:spPr>
            <a:xfrm>
              <a:off x="8770040" y="2156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5" name="pt47605"/>
            <p:cNvSpPr/>
            <p:nvPr/>
          </p:nvSpPr>
          <p:spPr>
            <a:xfrm>
              <a:off x="9171842" y="2096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6" name="pt47606"/>
            <p:cNvSpPr/>
            <p:nvPr/>
          </p:nvSpPr>
          <p:spPr>
            <a:xfrm>
              <a:off x="8688651" y="2232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7" name="pt47607"/>
            <p:cNvSpPr/>
            <p:nvPr/>
          </p:nvSpPr>
          <p:spPr>
            <a:xfrm>
              <a:off x="8741831" y="2411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8" name="pt47608"/>
            <p:cNvSpPr/>
            <p:nvPr/>
          </p:nvSpPr>
          <p:spPr>
            <a:xfrm>
              <a:off x="8981853" y="2266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9" name="pt47609"/>
            <p:cNvSpPr/>
            <p:nvPr/>
          </p:nvSpPr>
          <p:spPr>
            <a:xfrm>
              <a:off x="8688651" y="233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0" name="pt47610"/>
            <p:cNvSpPr/>
            <p:nvPr/>
          </p:nvSpPr>
          <p:spPr>
            <a:xfrm>
              <a:off x="9060837" y="1764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1" name="pt47611"/>
            <p:cNvSpPr/>
            <p:nvPr/>
          </p:nvSpPr>
          <p:spPr>
            <a:xfrm>
              <a:off x="9249051" y="2152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2" name="pt47612"/>
            <p:cNvSpPr/>
            <p:nvPr/>
          </p:nvSpPr>
          <p:spPr>
            <a:xfrm>
              <a:off x="9208828" y="2095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3" name="pt47613"/>
            <p:cNvSpPr/>
            <p:nvPr/>
          </p:nvSpPr>
          <p:spPr>
            <a:xfrm>
              <a:off x="8473354" y="2293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4" name="pt47614"/>
            <p:cNvSpPr/>
            <p:nvPr/>
          </p:nvSpPr>
          <p:spPr>
            <a:xfrm>
              <a:off x="9005590" y="1858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5" name="pt47615"/>
            <p:cNvSpPr/>
            <p:nvPr/>
          </p:nvSpPr>
          <p:spPr>
            <a:xfrm>
              <a:off x="8825472" y="2045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6" name="pt47616"/>
            <p:cNvSpPr/>
            <p:nvPr/>
          </p:nvSpPr>
          <p:spPr>
            <a:xfrm>
              <a:off x="9635986" y="2341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7" name="pt47617"/>
            <p:cNvSpPr/>
            <p:nvPr/>
          </p:nvSpPr>
          <p:spPr>
            <a:xfrm>
              <a:off x="9240724" y="2031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8" name="pt47618"/>
            <p:cNvSpPr/>
            <p:nvPr/>
          </p:nvSpPr>
          <p:spPr>
            <a:xfrm>
              <a:off x="9217744" y="2044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9" name="pt47619"/>
            <p:cNvSpPr/>
            <p:nvPr/>
          </p:nvSpPr>
          <p:spPr>
            <a:xfrm>
              <a:off x="9265000" y="2080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0" name="pt47620"/>
            <p:cNvSpPr/>
            <p:nvPr/>
          </p:nvSpPr>
          <p:spPr>
            <a:xfrm>
              <a:off x="9351314" y="2142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1" name="pt47621"/>
            <p:cNvSpPr/>
            <p:nvPr/>
          </p:nvSpPr>
          <p:spPr>
            <a:xfrm>
              <a:off x="8904556" y="2080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2" name="pt47622"/>
            <p:cNvSpPr/>
            <p:nvPr/>
          </p:nvSpPr>
          <p:spPr>
            <a:xfrm>
              <a:off x="8434097" y="2250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3" name="pt47623"/>
            <p:cNvSpPr/>
            <p:nvPr/>
          </p:nvSpPr>
          <p:spPr>
            <a:xfrm>
              <a:off x="9207749" y="211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4" name="pt47624"/>
            <p:cNvSpPr/>
            <p:nvPr/>
          </p:nvSpPr>
          <p:spPr>
            <a:xfrm>
              <a:off x="8830164" y="2049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5" name="pt47625"/>
            <p:cNvSpPr/>
            <p:nvPr/>
          </p:nvSpPr>
          <p:spPr>
            <a:xfrm>
              <a:off x="9577860" y="2468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6" name="pt47626"/>
            <p:cNvSpPr/>
            <p:nvPr/>
          </p:nvSpPr>
          <p:spPr>
            <a:xfrm>
              <a:off x="8825472" y="2098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7" name="pt47627"/>
            <p:cNvSpPr/>
            <p:nvPr/>
          </p:nvSpPr>
          <p:spPr>
            <a:xfrm>
              <a:off x="8312152" y="2372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8" name="pt47628"/>
            <p:cNvSpPr/>
            <p:nvPr/>
          </p:nvSpPr>
          <p:spPr>
            <a:xfrm>
              <a:off x="9068168" y="227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9" name="pt47629"/>
            <p:cNvSpPr/>
            <p:nvPr/>
          </p:nvSpPr>
          <p:spPr>
            <a:xfrm>
              <a:off x="8770040" y="2213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0" name="pt47630"/>
            <p:cNvSpPr/>
            <p:nvPr/>
          </p:nvSpPr>
          <p:spPr>
            <a:xfrm>
              <a:off x="9119675" y="1982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1" name="pt47631"/>
            <p:cNvSpPr/>
            <p:nvPr/>
          </p:nvSpPr>
          <p:spPr>
            <a:xfrm>
              <a:off x="8977900" y="2242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2" name="pt47632"/>
            <p:cNvSpPr/>
            <p:nvPr/>
          </p:nvSpPr>
          <p:spPr>
            <a:xfrm>
              <a:off x="8595298" y="2169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3" name="pt47633"/>
            <p:cNvSpPr/>
            <p:nvPr/>
          </p:nvSpPr>
          <p:spPr>
            <a:xfrm>
              <a:off x="9130917" y="2070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4" name="pt47634"/>
            <p:cNvSpPr/>
            <p:nvPr/>
          </p:nvSpPr>
          <p:spPr>
            <a:xfrm>
              <a:off x="8927288" y="2067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5" name="pt47635"/>
            <p:cNvSpPr/>
            <p:nvPr/>
          </p:nvSpPr>
          <p:spPr>
            <a:xfrm>
              <a:off x="8810596" y="2024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6" name="pt47636"/>
            <p:cNvSpPr/>
            <p:nvPr/>
          </p:nvSpPr>
          <p:spPr>
            <a:xfrm>
              <a:off x="8901496" y="1969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7" name="pt47637"/>
            <p:cNvSpPr/>
            <p:nvPr/>
          </p:nvSpPr>
          <p:spPr>
            <a:xfrm>
              <a:off x="9595084" y="209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8" name="pt47638"/>
            <p:cNvSpPr/>
            <p:nvPr/>
          </p:nvSpPr>
          <p:spPr>
            <a:xfrm>
              <a:off x="8945023" y="1797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9" name="pt47639"/>
            <p:cNvSpPr/>
            <p:nvPr/>
          </p:nvSpPr>
          <p:spPr>
            <a:xfrm>
              <a:off x="8595298" y="2277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0" name="pt47640"/>
            <p:cNvSpPr/>
            <p:nvPr/>
          </p:nvSpPr>
          <p:spPr>
            <a:xfrm>
              <a:off x="9124084" y="2010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1" name="pt47641"/>
            <p:cNvSpPr/>
            <p:nvPr/>
          </p:nvSpPr>
          <p:spPr>
            <a:xfrm>
              <a:off x="8383485" y="2358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2" name="pt47642"/>
            <p:cNvSpPr/>
            <p:nvPr/>
          </p:nvSpPr>
          <p:spPr>
            <a:xfrm>
              <a:off x="9270010" y="1987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3" name="pt47643"/>
            <p:cNvSpPr/>
            <p:nvPr/>
          </p:nvSpPr>
          <p:spPr>
            <a:xfrm>
              <a:off x="8947416" y="1983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4" name="pt47644"/>
            <p:cNvSpPr/>
            <p:nvPr/>
          </p:nvSpPr>
          <p:spPr>
            <a:xfrm>
              <a:off x="8556041" y="2408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5" name="pt47645"/>
            <p:cNvSpPr/>
            <p:nvPr/>
          </p:nvSpPr>
          <p:spPr>
            <a:xfrm>
              <a:off x="8576763" y="2350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6" name="pt47646"/>
            <p:cNvSpPr/>
            <p:nvPr/>
          </p:nvSpPr>
          <p:spPr>
            <a:xfrm>
              <a:off x="9396086" y="2067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7" name="pt47647"/>
            <p:cNvSpPr/>
            <p:nvPr/>
          </p:nvSpPr>
          <p:spPr>
            <a:xfrm>
              <a:off x="9512564" y="2487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8" name="pt47648"/>
            <p:cNvSpPr/>
            <p:nvPr/>
          </p:nvSpPr>
          <p:spPr>
            <a:xfrm>
              <a:off x="9135874" y="1962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9" name="pt47649"/>
            <p:cNvSpPr/>
            <p:nvPr/>
          </p:nvSpPr>
          <p:spPr>
            <a:xfrm>
              <a:off x="8981853" y="2267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0" name="pt47650"/>
            <p:cNvSpPr/>
            <p:nvPr/>
          </p:nvSpPr>
          <p:spPr>
            <a:xfrm>
              <a:off x="8977900" y="2295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1" name="pt47651"/>
            <p:cNvSpPr/>
            <p:nvPr/>
          </p:nvSpPr>
          <p:spPr>
            <a:xfrm>
              <a:off x="8805344" y="2066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2" name="pt47652"/>
            <p:cNvSpPr/>
            <p:nvPr/>
          </p:nvSpPr>
          <p:spPr>
            <a:xfrm>
              <a:off x="9068168" y="2341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3" name="pt47653"/>
            <p:cNvSpPr/>
            <p:nvPr/>
          </p:nvSpPr>
          <p:spPr>
            <a:xfrm>
              <a:off x="9083077" y="1954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4" name="pt47654"/>
            <p:cNvSpPr/>
            <p:nvPr/>
          </p:nvSpPr>
          <p:spPr>
            <a:xfrm>
              <a:off x="8851911" y="2172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5" name="pt47655"/>
            <p:cNvSpPr/>
            <p:nvPr/>
          </p:nvSpPr>
          <p:spPr>
            <a:xfrm>
              <a:off x="8888696" y="2199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6" name="pt47656"/>
            <p:cNvSpPr/>
            <p:nvPr/>
          </p:nvSpPr>
          <p:spPr>
            <a:xfrm>
              <a:off x="8698707" y="2377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7" name="pt47657"/>
            <p:cNvSpPr/>
            <p:nvPr/>
          </p:nvSpPr>
          <p:spPr>
            <a:xfrm>
              <a:off x="8505430" y="2632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8" name="pt47658"/>
            <p:cNvSpPr/>
            <p:nvPr/>
          </p:nvSpPr>
          <p:spPr>
            <a:xfrm>
              <a:off x="9654228" y="2431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9" name="pt47659"/>
            <p:cNvSpPr/>
            <p:nvPr/>
          </p:nvSpPr>
          <p:spPr>
            <a:xfrm>
              <a:off x="8505430" y="2358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0" name="pt47660"/>
            <p:cNvSpPr/>
            <p:nvPr/>
          </p:nvSpPr>
          <p:spPr>
            <a:xfrm>
              <a:off x="8383485" y="2603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1" name="pt47661"/>
            <p:cNvSpPr/>
            <p:nvPr/>
          </p:nvSpPr>
          <p:spPr>
            <a:xfrm>
              <a:off x="8688651" y="2404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2" name="pt47662"/>
            <p:cNvSpPr/>
            <p:nvPr/>
          </p:nvSpPr>
          <p:spPr>
            <a:xfrm>
              <a:off x="8904556" y="1979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3" name="pt47663"/>
            <p:cNvSpPr/>
            <p:nvPr/>
          </p:nvSpPr>
          <p:spPr>
            <a:xfrm>
              <a:off x="8473354" y="2309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4" name="pt47664"/>
            <p:cNvSpPr/>
            <p:nvPr/>
          </p:nvSpPr>
          <p:spPr>
            <a:xfrm>
              <a:off x="8770040" y="2100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5" name="pt47665"/>
            <p:cNvSpPr/>
            <p:nvPr/>
          </p:nvSpPr>
          <p:spPr>
            <a:xfrm>
              <a:off x="8312152" y="2417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6" name="pt47666"/>
            <p:cNvSpPr/>
            <p:nvPr/>
          </p:nvSpPr>
          <p:spPr>
            <a:xfrm>
              <a:off x="8473354" y="2422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7" name="pt47667"/>
            <p:cNvSpPr/>
            <p:nvPr/>
          </p:nvSpPr>
          <p:spPr>
            <a:xfrm>
              <a:off x="9464046" y="1967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8" name="pt47668"/>
            <p:cNvSpPr/>
            <p:nvPr/>
          </p:nvSpPr>
          <p:spPr>
            <a:xfrm>
              <a:off x="8505430" y="2343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9" name="pt47669"/>
            <p:cNvSpPr/>
            <p:nvPr/>
          </p:nvSpPr>
          <p:spPr>
            <a:xfrm>
              <a:off x="8627374" y="2313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0" name="pt47670"/>
            <p:cNvSpPr/>
            <p:nvPr/>
          </p:nvSpPr>
          <p:spPr>
            <a:xfrm>
              <a:off x="8312152" y="2475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1" name="pt47671"/>
            <p:cNvSpPr/>
            <p:nvPr/>
          </p:nvSpPr>
          <p:spPr>
            <a:xfrm>
              <a:off x="9349631" y="2069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2" name="pt47672"/>
            <p:cNvSpPr/>
            <p:nvPr/>
          </p:nvSpPr>
          <p:spPr>
            <a:xfrm>
              <a:off x="8473354" y="2198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3" name="pt47673"/>
            <p:cNvSpPr/>
            <p:nvPr/>
          </p:nvSpPr>
          <p:spPr>
            <a:xfrm>
              <a:off x="9175781" y="2103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4" name="pt47674"/>
            <p:cNvSpPr/>
            <p:nvPr/>
          </p:nvSpPr>
          <p:spPr>
            <a:xfrm>
              <a:off x="8708219" y="2320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5" name="pt47675"/>
            <p:cNvSpPr/>
            <p:nvPr/>
          </p:nvSpPr>
          <p:spPr>
            <a:xfrm>
              <a:off x="8977900" y="2278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6" name="pt47676"/>
            <p:cNvSpPr/>
            <p:nvPr/>
          </p:nvSpPr>
          <p:spPr>
            <a:xfrm>
              <a:off x="8654494" y="244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7" name="pt47677"/>
            <p:cNvSpPr/>
            <p:nvPr/>
          </p:nvSpPr>
          <p:spPr>
            <a:xfrm>
              <a:off x="9435194" y="2053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8" name="pt47678"/>
            <p:cNvSpPr/>
            <p:nvPr/>
          </p:nvSpPr>
          <p:spPr>
            <a:xfrm>
              <a:off x="8627374" y="2220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9" name="pt47679"/>
            <p:cNvSpPr/>
            <p:nvPr/>
          </p:nvSpPr>
          <p:spPr>
            <a:xfrm>
              <a:off x="8556041" y="2501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0" name="pt47680"/>
            <p:cNvSpPr/>
            <p:nvPr/>
          </p:nvSpPr>
          <p:spPr>
            <a:xfrm>
              <a:off x="8981853" y="2243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1" name="pt47681"/>
            <p:cNvSpPr/>
            <p:nvPr/>
          </p:nvSpPr>
          <p:spPr>
            <a:xfrm>
              <a:off x="9381988" y="2138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2" name="pt47682"/>
            <p:cNvSpPr/>
            <p:nvPr/>
          </p:nvSpPr>
          <p:spPr>
            <a:xfrm>
              <a:off x="9110510" y="1755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3" name="pt47683"/>
            <p:cNvSpPr/>
            <p:nvPr/>
          </p:nvSpPr>
          <p:spPr>
            <a:xfrm>
              <a:off x="8973855" y="2179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4" name="pt47684"/>
            <p:cNvSpPr/>
            <p:nvPr/>
          </p:nvSpPr>
          <p:spPr>
            <a:xfrm>
              <a:off x="8907564" y="1878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5" name="pt47685"/>
            <p:cNvSpPr/>
            <p:nvPr/>
          </p:nvSpPr>
          <p:spPr>
            <a:xfrm>
              <a:off x="9143835" y="2128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6" name="pt47686"/>
            <p:cNvSpPr/>
            <p:nvPr/>
          </p:nvSpPr>
          <p:spPr>
            <a:xfrm>
              <a:off x="8995031" y="2138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7" name="pt47687"/>
            <p:cNvSpPr/>
            <p:nvPr/>
          </p:nvSpPr>
          <p:spPr>
            <a:xfrm>
              <a:off x="9083077" y="2002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8" name="pt47688"/>
            <p:cNvSpPr/>
            <p:nvPr/>
          </p:nvSpPr>
          <p:spPr>
            <a:xfrm>
              <a:off x="9171842" y="1990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9" name="pt47689"/>
            <p:cNvSpPr/>
            <p:nvPr/>
          </p:nvSpPr>
          <p:spPr>
            <a:xfrm>
              <a:off x="8312152" y="258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0" name="pt47690"/>
            <p:cNvSpPr/>
            <p:nvPr/>
          </p:nvSpPr>
          <p:spPr>
            <a:xfrm>
              <a:off x="8863776" y="2128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1" name="pt47691"/>
            <p:cNvSpPr/>
            <p:nvPr/>
          </p:nvSpPr>
          <p:spPr>
            <a:xfrm>
              <a:off x="9811851" y="2528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2" name="pt47692"/>
            <p:cNvSpPr/>
            <p:nvPr/>
          </p:nvSpPr>
          <p:spPr>
            <a:xfrm>
              <a:off x="8770040" y="2086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3" name="pt47693"/>
            <p:cNvSpPr/>
            <p:nvPr/>
          </p:nvSpPr>
          <p:spPr>
            <a:xfrm>
              <a:off x="9318519" y="2015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4" name="pt47694"/>
            <p:cNvSpPr/>
            <p:nvPr/>
          </p:nvSpPr>
          <p:spPr>
            <a:xfrm>
              <a:off x="8312152" y="2594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5" name="pt47695"/>
            <p:cNvSpPr/>
            <p:nvPr/>
          </p:nvSpPr>
          <p:spPr>
            <a:xfrm>
              <a:off x="8763400" y="2175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6" name="pt47696"/>
            <p:cNvSpPr/>
            <p:nvPr/>
          </p:nvSpPr>
          <p:spPr>
            <a:xfrm>
              <a:off x="9444456" y="1849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7" name="pt47697"/>
            <p:cNvSpPr/>
            <p:nvPr/>
          </p:nvSpPr>
          <p:spPr>
            <a:xfrm>
              <a:off x="8383485" y="2331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8" name="pt47698"/>
            <p:cNvSpPr/>
            <p:nvPr/>
          </p:nvSpPr>
          <p:spPr>
            <a:xfrm>
              <a:off x="9095800" y="1945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9" name="pt47699"/>
            <p:cNvSpPr/>
            <p:nvPr/>
          </p:nvSpPr>
          <p:spPr>
            <a:xfrm>
              <a:off x="8937640" y="1735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0" name="pt47700"/>
            <p:cNvSpPr/>
            <p:nvPr/>
          </p:nvSpPr>
          <p:spPr>
            <a:xfrm>
              <a:off x="8776438" y="1998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1" name="pt47701"/>
            <p:cNvSpPr/>
            <p:nvPr/>
          </p:nvSpPr>
          <p:spPr>
            <a:xfrm>
              <a:off x="9167813" y="2127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2" name="pt47702"/>
            <p:cNvSpPr/>
            <p:nvPr/>
          </p:nvSpPr>
          <p:spPr>
            <a:xfrm>
              <a:off x="8666631" y="2436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3" name="pt47703"/>
            <p:cNvSpPr/>
            <p:nvPr/>
          </p:nvSpPr>
          <p:spPr>
            <a:xfrm>
              <a:off x="8932540" y="2018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4" name="pt47704"/>
            <p:cNvSpPr/>
            <p:nvPr/>
          </p:nvSpPr>
          <p:spPr>
            <a:xfrm>
              <a:off x="9554821" y="222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5" name="pt47705"/>
            <p:cNvSpPr/>
            <p:nvPr/>
          </p:nvSpPr>
          <p:spPr>
            <a:xfrm>
              <a:off x="8756500" y="2085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6" name="pt47706"/>
            <p:cNvSpPr/>
            <p:nvPr/>
          </p:nvSpPr>
          <p:spPr>
            <a:xfrm>
              <a:off x="9279262" y="2052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7" name="pt47707"/>
            <p:cNvSpPr/>
            <p:nvPr/>
          </p:nvSpPr>
          <p:spPr>
            <a:xfrm>
              <a:off x="9797577" y="2476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8" name="pt47708"/>
            <p:cNvSpPr/>
            <p:nvPr/>
          </p:nvSpPr>
          <p:spPr>
            <a:xfrm>
              <a:off x="9028011" y="1822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9" name="pt47709"/>
            <p:cNvSpPr/>
            <p:nvPr/>
          </p:nvSpPr>
          <p:spPr>
            <a:xfrm>
              <a:off x="9092704" y="2162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0" name="pt47710"/>
            <p:cNvSpPr/>
            <p:nvPr/>
          </p:nvSpPr>
          <p:spPr>
            <a:xfrm>
              <a:off x="8947416" y="197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1" name="pt47711"/>
            <p:cNvSpPr/>
            <p:nvPr/>
          </p:nvSpPr>
          <p:spPr>
            <a:xfrm>
              <a:off x="9663884" y="2517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2" name="pt47712"/>
            <p:cNvSpPr/>
            <p:nvPr/>
          </p:nvSpPr>
          <p:spPr>
            <a:xfrm>
              <a:off x="9811851" y="2568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3" name="pt47713"/>
            <p:cNvSpPr/>
            <p:nvPr/>
          </p:nvSpPr>
          <p:spPr>
            <a:xfrm>
              <a:off x="9178998" y="1676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4" name="pt47714"/>
            <p:cNvSpPr/>
            <p:nvPr/>
          </p:nvSpPr>
          <p:spPr>
            <a:xfrm>
              <a:off x="9431288" y="1750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5" name="pt47715"/>
            <p:cNvSpPr/>
            <p:nvPr/>
          </p:nvSpPr>
          <p:spPr>
            <a:xfrm>
              <a:off x="8799930" y="2197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6" name="pt47716"/>
            <p:cNvSpPr/>
            <p:nvPr/>
          </p:nvSpPr>
          <p:spPr>
            <a:xfrm>
              <a:off x="8741831" y="2391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7" name="pt47717"/>
            <p:cNvSpPr/>
            <p:nvPr/>
          </p:nvSpPr>
          <p:spPr>
            <a:xfrm>
              <a:off x="8312152" y="2425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8" name="pt47718"/>
            <p:cNvSpPr/>
            <p:nvPr/>
          </p:nvSpPr>
          <p:spPr>
            <a:xfrm>
              <a:off x="8830164" y="2148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9" name="pt47719"/>
            <p:cNvSpPr/>
            <p:nvPr/>
          </p:nvSpPr>
          <p:spPr>
            <a:xfrm>
              <a:off x="8888696" y="2311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0" name="pt47720"/>
            <p:cNvSpPr/>
            <p:nvPr/>
          </p:nvSpPr>
          <p:spPr>
            <a:xfrm>
              <a:off x="9211498" y="2072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1" name="pt47721"/>
            <p:cNvSpPr/>
            <p:nvPr/>
          </p:nvSpPr>
          <p:spPr>
            <a:xfrm>
              <a:off x="9623193" y="2275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2" name="pt47722"/>
            <p:cNvSpPr/>
            <p:nvPr/>
          </p:nvSpPr>
          <p:spPr>
            <a:xfrm>
              <a:off x="8576763" y="2375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3" name="pt47723"/>
            <p:cNvSpPr/>
            <p:nvPr/>
          </p:nvSpPr>
          <p:spPr>
            <a:xfrm>
              <a:off x="8995031" y="2115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4" name="pt47724"/>
            <p:cNvSpPr/>
            <p:nvPr/>
          </p:nvSpPr>
          <p:spPr>
            <a:xfrm>
              <a:off x="9035373" y="1578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5" name="pt47725"/>
            <p:cNvSpPr/>
            <p:nvPr/>
          </p:nvSpPr>
          <p:spPr>
            <a:xfrm>
              <a:off x="9024978" y="1972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6" name="pt47726"/>
            <p:cNvSpPr/>
            <p:nvPr/>
          </p:nvSpPr>
          <p:spPr>
            <a:xfrm>
              <a:off x="8878445" y="2087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7" name="pt47727"/>
            <p:cNvSpPr/>
            <p:nvPr/>
          </p:nvSpPr>
          <p:spPr>
            <a:xfrm>
              <a:off x="8556041" y="2474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8" name="pt47728"/>
            <p:cNvSpPr/>
            <p:nvPr/>
          </p:nvSpPr>
          <p:spPr>
            <a:xfrm>
              <a:off x="9310856" y="1996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9" name="pt47729"/>
            <p:cNvSpPr/>
            <p:nvPr/>
          </p:nvSpPr>
          <p:spPr>
            <a:xfrm>
              <a:off x="9087421" y="1765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0" name="pt47730"/>
            <p:cNvSpPr/>
            <p:nvPr/>
          </p:nvSpPr>
          <p:spPr>
            <a:xfrm>
              <a:off x="9347687" y="2088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1" name="pt47731"/>
            <p:cNvSpPr/>
            <p:nvPr/>
          </p:nvSpPr>
          <p:spPr>
            <a:xfrm>
              <a:off x="9349631" y="2106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2" name="pt47732"/>
            <p:cNvSpPr/>
            <p:nvPr/>
          </p:nvSpPr>
          <p:spPr>
            <a:xfrm>
              <a:off x="8867559" y="2141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3" name="pt47733"/>
            <p:cNvSpPr/>
            <p:nvPr/>
          </p:nvSpPr>
          <p:spPr>
            <a:xfrm>
              <a:off x="9045188" y="1890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4" name="pt47734"/>
            <p:cNvSpPr/>
            <p:nvPr/>
          </p:nvSpPr>
          <p:spPr>
            <a:xfrm>
              <a:off x="8881929" y="2207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5" name="pt47735"/>
            <p:cNvSpPr/>
            <p:nvPr/>
          </p:nvSpPr>
          <p:spPr>
            <a:xfrm>
              <a:off x="8677986" y="2485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6" name="pt47736"/>
            <p:cNvSpPr/>
            <p:nvPr/>
          </p:nvSpPr>
          <p:spPr>
            <a:xfrm>
              <a:off x="9024978" y="1961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7" name="pt47737"/>
            <p:cNvSpPr/>
            <p:nvPr/>
          </p:nvSpPr>
          <p:spPr>
            <a:xfrm>
              <a:off x="8776438" y="2070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8" name="pt47738"/>
            <p:cNvSpPr/>
            <p:nvPr/>
          </p:nvSpPr>
          <p:spPr>
            <a:xfrm>
              <a:off x="8904556" y="2097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9" name="pt47739"/>
            <p:cNvSpPr/>
            <p:nvPr/>
          </p:nvSpPr>
          <p:spPr>
            <a:xfrm>
              <a:off x="8935109" y="2159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0" name="pt47740"/>
            <p:cNvSpPr/>
            <p:nvPr/>
          </p:nvSpPr>
          <p:spPr>
            <a:xfrm>
              <a:off x="8788576" y="2233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1" name="pt47741"/>
            <p:cNvSpPr/>
            <p:nvPr/>
          </p:nvSpPr>
          <p:spPr>
            <a:xfrm>
              <a:off x="8666631" y="2361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2" name="pt47742"/>
            <p:cNvSpPr/>
            <p:nvPr/>
          </p:nvSpPr>
          <p:spPr>
            <a:xfrm>
              <a:off x="9301578" y="1883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3" name="pt47743"/>
            <p:cNvSpPr/>
            <p:nvPr/>
          </p:nvSpPr>
          <p:spPr>
            <a:xfrm>
              <a:off x="8595298" y="2186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4" name="pt47744"/>
            <p:cNvSpPr/>
            <p:nvPr/>
          </p:nvSpPr>
          <p:spPr>
            <a:xfrm>
              <a:off x="9253280" y="213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5" name="pt47745"/>
            <p:cNvSpPr/>
            <p:nvPr/>
          </p:nvSpPr>
          <p:spPr>
            <a:xfrm>
              <a:off x="9200002" y="1953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6" name="pt47746"/>
            <p:cNvSpPr/>
            <p:nvPr/>
          </p:nvSpPr>
          <p:spPr>
            <a:xfrm>
              <a:off x="8741831" y="2348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7" name="pt47747"/>
            <p:cNvSpPr/>
            <p:nvPr/>
          </p:nvSpPr>
          <p:spPr>
            <a:xfrm>
              <a:off x="9168491" y="2119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8" name="pt47748"/>
            <p:cNvSpPr/>
            <p:nvPr/>
          </p:nvSpPr>
          <p:spPr>
            <a:xfrm>
              <a:off x="8556041" y="2533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9" name="pt47749"/>
            <p:cNvSpPr/>
            <p:nvPr/>
          </p:nvSpPr>
          <p:spPr>
            <a:xfrm>
              <a:off x="8595298" y="2272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0" name="pt47750"/>
            <p:cNvSpPr/>
            <p:nvPr/>
          </p:nvSpPr>
          <p:spPr>
            <a:xfrm>
              <a:off x="8977900" y="2255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1" name="pt47751"/>
            <p:cNvSpPr/>
            <p:nvPr/>
          </p:nvSpPr>
          <p:spPr>
            <a:xfrm>
              <a:off x="8921875" y="2065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2" name="pt47752"/>
            <p:cNvSpPr/>
            <p:nvPr/>
          </p:nvSpPr>
          <p:spPr>
            <a:xfrm>
              <a:off x="8595298" y="2189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3" name="pt47753"/>
            <p:cNvSpPr/>
            <p:nvPr/>
          </p:nvSpPr>
          <p:spPr>
            <a:xfrm>
              <a:off x="8871263" y="2036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4" name="pt47754"/>
            <p:cNvSpPr/>
            <p:nvPr/>
          </p:nvSpPr>
          <p:spPr>
            <a:xfrm>
              <a:off x="8901496" y="1878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5" name="pt47755"/>
            <p:cNvSpPr/>
            <p:nvPr/>
          </p:nvSpPr>
          <p:spPr>
            <a:xfrm>
              <a:off x="9086345" y="1804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6" name="pt47756"/>
            <p:cNvSpPr/>
            <p:nvPr/>
          </p:nvSpPr>
          <p:spPr>
            <a:xfrm>
              <a:off x="9515130" y="2650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7" name="pt47757"/>
            <p:cNvSpPr/>
            <p:nvPr/>
          </p:nvSpPr>
          <p:spPr>
            <a:xfrm>
              <a:off x="9080864" y="1796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8" name="pt47758"/>
            <p:cNvSpPr/>
            <p:nvPr/>
          </p:nvSpPr>
          <p:spPr>
            <a:xfrm>
              <a:off x="9235717" y="1822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9" name="pt47759"/>
            <p:cNvSpPr/>
            <p:nvPr/>
          </p:nvSpPr>
          <p:spPr>
            <a:xfrm>
              <a:off x="9057053" y="1775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0" name="pt47760"/>
            <p:cNvSpPr/>
            <p:nvPr/>
          </p:nvSpPr>
          <p:spPr>
            <a:xfrm>
              <a:off x="9350114" y="2306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1" name="pt47761"/>
            <p:cNvSpPr/>
            <p:nvPr/>
          </p:nvSpPr>
          <p:spPr>
            <a:xfrm>
              <a:off x="9144612" y="1996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2" name="pt47762"/>
            <p:cNvSpPr/>
            <p:nvPr/>
          </p:nvSpPr>
          <p:spPr>
            <a:xfrm>
              <a:off x="8825472" y="1975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3" name="pt47763"/>
            <p:cNvSpPr/>
            <p:nvPr/>
          </p:nvSpPr>
          <p:spPr>
            <a:xfrm>
              <a:off x="8794345" y="2263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4" name="pt47764"/>
            <p:cNvSpPr/>
            <p:nvPr/>
          </p:nvSpPr>
          <p:spPr>
            <a:xfrm>
              <a:off x="8666631" y="2421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5" name="pt47765"/>
            <p:cNvSpPr/>
            <p:nvPr/>
          </p:nvSpPr>
          <p:spPr>
            <a:xfrm>
              <a:off x="8717243" y="2424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6" name="pt47766"/>
            <p:cNvSpPr/>
            <p:nvPr/>
          </p:nvSpPr>
          <p:spPr>
            <a:xfrm>
              <a:off x="9538421" y="1845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7" name="pt47767"/>
            <p:cNvSpPr/>
            <p:nvPr/>
          </p:nvSpPr>
          <p:spPr>
            <a:xfrm>
              <a:off x="9250331" y="2224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8" name="pt47768"/>
            <p:cNvSpPr/>
            <p:nvPr/>
          </p:nvSpPr>
          <p:spPr>
            <a:xfrm>
              <a:off x="9106706" y="1952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9" name="pt47769"/>
            <p:cNvSpPr/>
            <p:nvPr/>
          </p:nvSpPr>
          <p:spPr>
            <a:xfrm>
              <a:off x="8708219" y="2405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0" name="pt47770"/>
            <p:cNvSpPr/>
            <p:nvPr/>
          </p:nvSpPr>
          <p:spPr>
            <a:xfrm>
              <a:off x="9260646" y="2186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1" name="pt47771"/>
            <p:cNvSpPr/>
            <p:nvPr/>
          </p:nvSpPr>
          <p:spPr>
            <a:xfrm>
              <a:off x="8847771" y="2113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2" name="pt47772"/>
            <p:cNvSpPr/>
            <p:nvPr/>
          </p:nvSpPr>
          <p:spPr>
            <a:xfrm>
              <a:off x="9160178" y="206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3" name="pt47773"/>
            <p:cNvSpPr/>
            <p:nvPr/>
          </p:nvSpPr>
          <p:spPr>
            <a:xfrm>
              <a:off x="8312152" y="2413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4" name="pt47774"/>
            <p:cNvSpPr/>
            <p:nvPr/>
          </p:nvSpPr>
          <p:spPr>
            <a:xfrm>
              <a:off x="8987622" y="2288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5" name="pt47775"/>
            <p:cNvSpPr/>
            <p:nvPr/>
          </p:nvSpPr>
          <p:spPr>
            <a:xfrm>
              <a:off x="8805344" y="1998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6" name="pt47776"/>
            <p:cNvSpPr/>
            <p:nvPr/>
          </p:nvSpPr>
          <p:spPr>
            <a:xfrm>
              <a:off x="9066967" y="2249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7" name="pt47777"/>
            <p:cNvSpPr/>
            <p:nvPr/>
          </p:nvSpPr>
          <p:spPr>
            <a:xfrm>
              <a:off x="8741831" y="245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8" name="pt47778"/>
            <p:cNvSpPr/>
            <p:nvPr/>
          </p:nvSpPr>
          <p:spPr>
            <a:xfrm>
              <a:off x="9065758" y="2105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9" name="pt47779"/>
            <p:cNvSpPr/>
            <p:nvPr/>
          </p:nvSpPr>
          <p:spPr>
            <a:xfrm>
              <a:off x="8576763" y="2528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0" name="pt47780"/>
            <p:cNvSpPr/>
            <p:nvPr/>
          </p:nvSpPr>
          <p:spPr>
            <a:xfrm>
              <a:off x="9053186" y="157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1" name="pt47781"/>
            <p:cNvSpPr/>
            <p:nvPr/>
          </p:nvSpPr>
          <p:spPr>
            <a:xfrm>
              <a:off x="9377920" y="2040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2" name="pt47782"/>
            <p:cNvSpPr/>
            <p:nvPr/>
          </p:nvSpPr>
          <p:spPr>
            <a:xfrm>
              <a:off x="8834733" y="2258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3" name="pt47783"/>
            <p:cNvSpPr/>
            <p:nvPr/>
          </p:nvSpPr>
          <p:spPr>
            <a:xfrm>
              <a:off x="9078622" y="1774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4" name="pt47784"/>
            <p:cNvSpPr/>
            <p:nvPr/>
          </p:nvSpPr>
          <p:spPr>
            <a:xfrm>
              <a:off x="9512564" y="2426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5" name="pt47785"/>
            <p:cNvSpPr/>
            <p:nvPr/>
          </p:nvSpPr>
          <p:spPr>
            <a:xfrm>
              <a:off x="8916289" y="2116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6" name="pt47786"/>
            <p:cNvSpPr/>
            <p:nvPr/>
          </p:nvSpPr>
          <p:spPr>
            <a:xfrm>
              <a:off x="8641456" y="2117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7" name="pt47787"/>
            <p:cNvSpPr/>
            <p:nvPr/>
          </p:nvSpPr>
          <p:spPr>
            <a:xfrm>
              <a:off x="8867559" y="2009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8" name="pt47788"/>
            <p:cNvSpPr/>
            <p:nvPr/>
          </p:nvSpPr>
          <p:spPr>
            <a:xfrm>
              <a:off x="9107665" y="1959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9" name="pt47789"/>
            <p:cNvSpPr/>
            <p:nvPr/>
          </p:nvSpPr>
          <p:spPr>
            <a:xfrm>
              <a:off x="8312152" y="2444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0" name="pt47790"/>
            <p:cNvSpPr/>
            <p:nvPr/>
          </p:nvSpPr>
          <p:spPr>
            <a:xfrm>
              <a:off x="8641456" y="2101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1" name="pt47791"/>
            <p:cNvSpPr/>
            <p:nvPr/>
          </p:nvSpPr>
          <p:spPr>
            <a:xfrm>
              <a:off x="9663884" y="2337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2" name="pt47792"/>
            <p:cNvSpPr/>
            <p:nvPr/>
          </p:nvSpPr>
          <p:spPr>
            <a:xfrm>
              <a:off x="9106706" y="1990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3" name="pt47793"/>
            <p:cNvSpPr/>
            <p:nvPr/>
          </p:nvSpPr>
          <p:spPr>
            <a:xfrm>
              <a:off x="8627374" y="2355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4" name="pt47794"/>
            <p:cNvSpPr/>
            <p:nvPr/>
          </p:nvSpPr>
          <p:spPr>
            <a:xfrm>
              <a:off x="8871263" y="2030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5" name="pt47795"/>
            <p:cNvSpPr/>
            <p:nvPr/>
          </p:nvSpPr>
          <p:spPr>
            <a:xfrm>
              <a:off x="8977900" y="226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6" name="pt47796"/>
            <p:cNvSpPr/>
            <p:nvPr/>
          </p:nvSpPr>
          <p:spPr>
            <a:xfrm>
              <a:off x="9249051" y="2042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7" name="pt47797"/>
            <p:cNvSpPr/>
            <p:nvPr/>
          </p:nvSpPr>
          <p:spPr>
            <a:xfrm>
              <a:off x="9087421" y="1790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8" name="pt47798"/>
            <p:cNvSpPr/>
            <p:nvPr/>
          </p:nvSpPr>
          <p:spPr>
            <a:xfrm>
              <a:off x="9028011" y="162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9" name="pt47799"/>
            <p:cNvSpPr/>
            <p:nvPr/>
          </p:nvSpPr>
          <p:spPr>
            <a:xfrm>
              <a:off x="8576763" y="2308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0" name="pt47800"/>
            <p:cNvSpPr/>
            <p:nvPr/>
          </p:nvSpPr>
          <p:spPr>
            <a:xfrm>
              <a:off x="8799930" y="2178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1" name="pt47801"/>
            <p:cNvSpPr/>
            <p:nvPr/>
          </p:nvSpPr>
          <p:spPr>
            <a:xfrm>
              <a:off x="8851911" y="2057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2" name="pt47802"/>
            <p:cNvSpPr/>
            <p:nvPr/>
          </p:nvSpPr>
          <p:spPr>
            <a:xfrm>
              <a:off x="8834733" y="2265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3" name="pt47803"/>
            <p:cNvSpPr/>
            <p:nvPr/>
          </p:nvSpPr>
          <p:spPr>
            <a:xfrm>
              <a:off x="9062080" y="1750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4" name="pt47804"/>
            <p:cNvSpPr/>
            <p:nvPr/>
          </p:nvSpPr>
          <p:spPr>
            <a:xfrm>
              <a:off x="9217232" y="2047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5" name="pt47805"/>
            <p:cNvSpPr/>
            <p:nvPr/>
          </p:nvSpPr>
          <p:spPr>
            <a:xfrm>
              <a:off x="8717243" y="2282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6" name="pt47806"/>
            <p:cNvSpPr/>
            <p:nvPr/>
          </p:nvSpPr>
          <p:spPr>
            <a:xfrm>
              <a:off x="9028011" y="1554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7" name="pt47807"/>
            <p:cNvSpPr/>
            <p:nvPr/>
          </p:nvSpPr>
          <p:spPr>
            <a:xfrm>
              <a:off x="9241172" y="189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8" name="pt47808"/>
            <p:cNvSpPr/>
            <p:nvPr/>
          </p:nvSpPr>
          <p:spPr>
            <a:xfrm>
              <a:off x="9060837" y="1846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9" name="pt47809"/>
            <p:cNvSpPr/>
            <p:nvPr/>
          </p:nvSpPr>
          <p:spPr>
            <a:xfrm>
              <a:off x="8741831" y="2205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0" name="pt47810"/>
            <p:cNvSpPr/>
            <p:nvPr/>
          </p:nvSpPr>
          <p:spPr>
            <a:xfrm>
              <a:off x="8612066" y="2157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1" name="pt47811"/>
            <p:cNvSpPr/>
            <p:nvPr/>
          </p:nvSpPr>
          <p:spPr>
            <a:xfrm>
              <a:off x="9018749" y="2008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2" name="pt47812"/>
            <p:cNvSpPr/>
            <p:nvPr/>
          </p:nvSpPr>
          <p:spPr>
            <a:xfrm>
              <a:off x="8698707" y="2374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3" name="pt47813"/>
            <p:cNvSpPr/>
            <p:nvPr/>
          </p:nvSpPr>
          <p:spPr>
            <a:xfrm>
              <a:off x="9049233" y="1825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4" name="pt47814"/>
            <p:cNvSpPr/>
            <p:nvPr/>
          </p:nvSpPr>
          <p:spPr>
            <a:xfrm>
              <a:off x="8666631" y="2433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5" name="pt47815"/>
            <p:cNvSpPr/>
            <p:nvPr/>
          </p:nvSpPr>
          <p:spPr>
            <a:xfrm>
              <a:off x="8708219" y="1958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6" name="pt47816"/>
            <p:cNvSpPr/>
            <p:nvPr/>
          </p:nvSpPr>
          <p:spPr>
            <a:xfrm>
              <a:off x="8770040" y="2085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7" name="pt47817"/>
            <p:cNvSpPr/>
            <p:nvPr/>
          </p:nvSpPr>
          <p:spPr>
            <a:xfrm>
              <a:off x="8505430" y="2350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8" name="pt47818"/>
            <p:cNvSpPr/>
            <p:nvPr/>
          </p:nvSpPr>
          <p:spPr>
            <a:xfrm>
              <a:off x="9538421" y="1727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9" name="pt47819"/>
            <p:cNvSpPr/>
            <p:nvPr/>
          </p:nvSpPr>
          <p:spPr>
            <a:xfrm>
              <a:off x="8776438" y="1943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0" name="pt47820"/>
            <p:cNvSpPr/>
            <p:nvPr/>
          </p:nvSpPr>
          <p:spPr>
            <a:xfrm>
              <a:off x="9003873" y="1958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1" name="pt47821"/>
            <p:cNvSpPr/>
            <p:nvPr/>
          </p:nvSpPr>
          <p:spPr>
            <a:xfrm>
              <a:off x="8312152" y="247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2" name="pt47822"/>
            <p:cNvSpPr/>
            <p:nvPr/>
          </p:nvSpPr>
          <p:spPr>
            <a:xfrm>
              <a:off x="8434097" y="2288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3" name="pt47823"/>
            <p:cNvSpPr/>
            <p:nvPr/>
          </p:nvSpPr>
          <p:spPr>
            <a:xfrm>
              <a:off x="9020327" y="1862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4" name="pt47824"/>
            <p:cNvSpPr/>
            <p:nvPr/>
          </p:nvSpPr>
          <p:spPr>
            <a:xfrm>
              <a:off x="8627374" y="2370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5" name="pt47825"/>
            <p:cNvSpPr/>
            <p:nvPr/>
          </p:nvSpPr>
          <p:spPr>
            <a:xfrm>
              <a:off x="8505430" y="2413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6" name="pt47826"/>
            <p:cNvSpPr/>
            <p:nvPr/>
          </p:nvSpPr>
          <p:spPr>
            <a:xfrm>
              <a:off x="9635986" y="2441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7" name="pt47827"/>
            <p:cNvSpPr/>
            <p:nvPr/>
          </p:nvSpPr>
          <p:spPr>
            <a:xfrm>
              <a:off x="8666631" y="2338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8" name="pt47828"/>
            <p:cNvSpPr/>
            <p:nvPr/>
          </p:nvSpPr>
          <p:spPr>
            <a:xfrm>
              <a:off x="9254530" y="2166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9" name="pt47829"/>
            <p:cNvSpPr/>
            <p:nvPr/>
          </p:nvSpPr>
          <p:spPr>
            <a:xfrm>
              <a:off x="9060837" y="1863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0" name="pt47830"/>
            <p:cNvSpPr/>
            <p:nvPr/>
          </p:nvSpPr>
          <p:spPr>
            <a:xfrm>
              <a:off x="9205570" y="2010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1" name="pt47831"/>
            <p:cNvSpPr/>
            <p:nvPr/>
          </p:nvSpPr>
          <p:spPr>
            <a:xfrm>
              <a:off x="9070546" y="2293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2" name="pt47832"/>
            <p:cNvSpPr/>
            <p:nvPr/>
          </p:nvSpPr>
          <p:spPr>
            <a:xfrm>
              <a:off x="9167133" y="2116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3" name="pt47833"/>
            <p:cNvSpPr/>
            <p:nvPr/>
          </p:nvSpPr>
          <p:spPr>
            <a:xfrm>
              <a:off x="9382590" y="2149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4" name="pt47834"/>
            <p:cNvSpPr/>
            <p:nvPr/>
          </p:nvSpPr>
          <p:spPr>
            <a:xfrm>
              <a:off x="8935109" y="1952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5" name="pt47835"/>
            <p:cNvSpPr/>
            <p:nvPr/>
          </p:nvSpPr>
          <p:spPr>
            <a:xfrm>
              <a:off x="9244278" y="1836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6" name="pt47836"/>
            <p:cNvSpPr/>
            <p:nvPr/>
          </p:nvSpPr>
          <p:spPr>
            <a:xfrm>
              <a:off x="8904556" y="1984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7" name="pt47837"/>
            <p:cNvSpPr/>
            <p:nvPr/>
          </p:nvSpPr>
          <p:spPr>
            <a:xfrm>
              <a:off x="9007289" y="1833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8" name="pt47838"/>
            <p:cNvSpPr/>
            <p:nvPr/>
          </p:nvSpPr>
          <p:spPr>
            <a:xfrm>
              <a:off x="9448910" y="1899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9" name="pt47839"/>
            <p:cNvSpPr/>
            <p:nvPr/>
          </p:nvSpPr>
          <p:spPr>
            <a:xfrm>
              <a:off x="8881929" y="2273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0" name="pt47840"/>
            <p:cNvSpPr/>
            <p:nvPr/>
          </p:nvSpPr>
          <p:spPr>
            <a:xfrm>
              <a:off x="8627374" y="2310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1" name="pt47841"/>
            <p:cNvSpPr/>
            <p:nvPr/>
          </p:nvSpPr>
          <p:spPr>
            <a:xfrm>
              <a:off x="8971798" y="2056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2" name="pt47842"/>
            <p:cNvSpPr/>
            <p:nvPr/>
          </p:nvSpPr>
          <p:spPr>
            <a:xfrm>
              <a:off x="8312152" y="2381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3" name="pt47843"/>
            <p:cNvSpPr/>
            <p:nvPr/>
          </p:nvSpPr>
          <p:spPr>
            <a:xfrm>
              <a:off x="8505430" y="2389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4" name="pt47844"/>
            <p:cNvSpPr/>
            <p:nvPr/>
          </p:nvSpPr>
          <p:spPr>
            <a:xfrm>
              <a:off x="8788576" y="2245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5" name="pt47845"/>
            <p:cNvSpPr/>
            <p:nvPr/>
          </p:nvSpPr>
          <p:spPr>
            <a:xfrm>
              <a:off x="8473354" y="2347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6" name="pt47846"/>
            <p:cNvSpPr/>
            <p:nvPr/>
          </p:nvSpPr>
          <p:spPr>
            <a:xfrm>
              <a:off x="8654494" y="2448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7" name="pt47847"/>
            <p:cNvSpPr/>
            <p:nvPr/>
          </p:nvSpPr>
          <p:spPr>
            <a:xfrm>
              <a:off x="9324474" y="2165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8" name="pt47848"/>
            <p:cNvSpPr/>
            <p:nvPr/>
          </p:nvSpPr>
          <p:spPr>
            <a:xfrm>
              <a:off x="8921875" y="2065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9" name="pt47849"/>
            <p:cNvSpPr/>
            <p:nvPr/>
          </p:nvSpPr>
          <p:spPr>
            <a:xfrm>
              <a:off x="8981853" y="2347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0" name="pt47850"/>
            <p:cNvSpPr/>
            <p:nvPr/>
          </p:nvSpPr>
          <p:spPr>
            <a:xfrm>
              <a:off x="8794345" y="2240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1" name="pt47851"/>
            <p:cNvSpPr/>
            <p:nvPr/>
          </p:nvSpPr>
          <p:spPr>
            <a:xfrm>
              <a:off x="9047895" y="1976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2" name="pt47852"/>
            <p:cNvSpPr/>
            <p:nvPr/>
          </p:nvSpPr>
          <p:spPr>
            <a:xfrm>
              <a:off x="9094774" y="1910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3" name="pt47853"/>
            <p:cNvSpPr/>
            <p:nvPr/>
          </p:nvSpPr>
          <p:spPr>
            <a:xfrm>
              <a:off x="9408964" y="2247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4" name="pt47854"/>
            <p:cNvSpPr/>
            <p:nvPr/>
          </p:nvSpPr>
          <p:spPr>
            <a:xfrm>
              <a:off x="9647779" y="2109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5" name="pt47855"/>
            <p:cNvSpPr/>
            <p:nvPr/>
          </p:nvSpPr>
          <p:spPr>
            <a:xfrm>
              <a:off x="9121452" y="2088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6" name="pt47856"/>
            <p:cNvSpPr/>
            <p:nvPr/>
          </p:nvSpPr>
          <p:spPr>
            <a:xfrm>
              <a:off x="8556041" y="2543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7" name="pt47857"/>
            <p:cNvSpPr/>
            <p:nvPr/>
          </p:nvSpPr>
          <p:spPr>
            <a:xfrm>
              <a:off x="9201130" y="2024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8" name="pt47858"/>
            <p:cNvSpPr/>
            <p:nvPr/>
          </p:nvSpPr>
          <p:spPr>
            <a:xfrm>
              <a:off x="8556041" y="2418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9" name="pt47859"/>
            <p:cNvSpPr/>
            <p:nvPr/>
          </p:nvSpPr>
          <p:spPr>
            <a:xfrm>
              <a:off x="9070546" y="2300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0" name="pt47860"/>
            <p:cNvSpPr/>
            <p:nvPr/>
          </p:nvSpPr>
          <p:spPr>
            <a:xfrm>
              <a:off x="9548926" y="1722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1" name="pt47861"/>
            <p:cNvSpPr/>
            <p:nvPr/>
          </p:nvSpPr>
          <p:spPr>
            <a:xfrm>
              <a:off x="9095800" y="1837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2" name="pt47862"/>
            <p:cNvSpPr/>
            <p:nvPr/>
          </p:nvSpPr>
          <p:spPr>
            <a:xfrm>
              <a:off x="9366003" y="2146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3" name="pt47863"/>
            <p:cNvSpPr/>
            <p:nvPr/>
          </p:nvSpPr>
          <p:spPr>
            <a:xfrm>
              <a:off x="9366003" y="2118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4" name="pt47864"/>
            <p:cNvSpPr/>
            <p:nvPr/>
          </p:nvSpPr>
          <p:spPr>
            <a:xfrm>
              <a:off x="8975889" y="2183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5" name="pt47865"/>
            <p:cNvSpPr/>
            <p:nvPr/>
          </p:nvSpPr>
          <p:spPr>
            <a:xfrm>
              <a:off x="8782612" y="2227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6" name="pt47866"/>
            <p:cNvSpPr/>
            <p:nvPr/>
          </p:nvSpPr>
          <p:spPr>
            <a:xfrm>
              <a:off x="9086345" y="1878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7" name="pt47867"/>
            <p:cNvSpPr/>
            <p:nvPr/>
          </p:nvSpPr>
          <p:spPr>
            <a:xfrm>
              <a:off x="8717243" y="2135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8" name="pt47868"/>
            <p:cNvSpPr/>
            <p:nvPr/>
          </p:nvSpPr>
          <p:spPr>
            <a:xfrm>
              <a:off x="8799930" y="2063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9" name="pt47869"/>
            <p:cNvSpPr/>
            <p:nvPr/>
          </p:nvSpPr>
          <p:spPr>
            <a:xfrm>
              <a:off x="9332911" y="2180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0" name="pt47870"/>
            <p:cNvSpPr/>
            <p:nvPr/>
          </p:nvSpPr>
          <p:spPr>
            <a:xfrm>
              <a:off x="8881929" y="2217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1" name="pt47871"/>
            <p:cNvSpPr/>
            <p:nvPr/>
          </p:nvSpPr>
          <p:spPr>
            <a:xfrm>
              <a:off x="8799930" y="2062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2" name="pt47872"/>
            <p:cNvSpPr/>
            <p:nvPr/>
          </p:nvSpPr>
          <p:spPr>
            <a:xfrm>
              <a:off x="8810596" y="2325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3" name="pt47873"/>
            <p:cNvSpPr/>
            <p:nvPr/>
          </p:nvSpPr>
          <p:spPr>
            <a:xfrm>
              <a:off x="8770040" y="2044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4" name="pt47874"/>
            <p:cNvSpPr/>
            <p:nvPr/>
          </p:nvSpPr>
          <p:spPr>
            <a:xfrm>
              <a:off x="8627374" y="2448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5" name="pt47875"/>
            <p:cNvSpPr/>
            <p:nvPr/>
          </p:nvSpPr>
          <p:spPr>
            <a:xfrm>
              <a:off x="9121452" y="2040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6" name="pt47876"/>
            <p:cNvSpPr/>
            <p:nvPr/>
          </p:nvSpPr>
          <p:spPr>
            <a:xfrm>
              <a:off x="8863776" y="2009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7" name="pt47877"/>
            <p:cNvSpPr/>
            <p:nvPr/>
          </p:nvSpPr>
          <p:spPr>
            <a:xfrm>
              <a:off x="8907564" y="1620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8" name="pt47878"/>
            <p:cNvSpPr/>
            <p:nvPr/>
          </p:nvSpPr>
          <p:spPr>
            <a:xfrm>
              <a:off x="9109567" y="1949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9" name="pt47879"/>
            <p:cNvSpPr/>
            <p:nvPr/>
          </p:nvSpPr>
          <p:spPr>
            <a:xfrm>
              <a:off x="8741831" y="2344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0" name="pt47880"/>
            <p:cNvSpPr/>
            <p:nvPr/>
          </p:nvSpPr>
          <p:spPr>
            <a:xfrm>
              <a:off x="8595298" y="2239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1" name="pt47881"/>
            <p:cNvSpPr/>
            <p:nvPr/>
          </p:nvSpPr>
          <p:spPr>
            <a:xfrm>
              <a:off x="8641456" y="2185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2" name="pt47882"/>
            <p:cNvSpPr/>
            <p:nvPr/>
          </p:nvSpPr>
          <p:spPr>
            <a:xfrm>
              <a:off x="9254530" y="2105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3" name="pt47883"/>
            <p:cNvSpPr/>
            <p:nvPr/>
          </p:nvSpPr>
          <p:spPr>
            <a:xfrm>
              <a:off x="8556041" y="2448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4" name="pt47884"/>
            <p:cNvSpPr/>
            <p:nvPr/>
          </p:nvSpPr>
          <p:spPr>
            <a:xfrm>
              <a:off x="8627374" y="2279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5" name="pt47885"/>
            <p:cNvSpPr/>
            <p:nvPr/>
          </p:nvSpPr>
          <p:spPr>
            <a:xfrm>
              <a:off x="8741831" y="2111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6" name="pt47886"/>
            <p:cNvSpPr/>
            <p:nvPr/>
          </p:nvSpPr>
          <p:spPr>
            <a:xfrm>
              <a:off x="8434097" y="2398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7" name="pt47887"/>
            <p:cNvSpPr/>
            <p:nvPr/>
          </p:nvSpPr>
          <p:spPr>
            <a:xfrm>
              <a:off x="9415399" y="218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8" name="pt47888"/>
            <p:cNvSpPr/>
            <p:nvPr/>
          </p:nvSpPr>
          <p:spPr>
            <a:xfrm>
              <a:off x="9577860" y="2555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9" name="pt47889"/>
            <p:cNvSpPr/>
            <p:nvPr/>
          </p:nvSpPr>
          <p:spPr>
            <a:xfrm>
              <a:off x="9514089" y="2463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0" name="pt47890"/>
            <p:cNvSpPr/>
            <p:nvPr/>
          </p:nvSpPr>
          <p:spPr>
            <a:xfrm>
              <a:off x="8666631" y="2323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1" name="pt47891"/>
            <p:cNvSpPr/>
            <p:nvPr/>
          </p:nvSpPr>
          <p:spPr>
            <a:xfrm>
              <a:off x="8874891" y="2181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2" name="pt47892"/>
            <p:cNvSpPr/>
            <p:nvPr/>
          </p:nvSpPr>
          <p:spPr>
            <a:xfrm>
              <a:off x="8847771" y="2136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3" name="pt47893"/>
            <p:cNvSpPr/>
            <p:nvPr/>
          </p:nvSpPr>
          <p:spPr>
            <a:xfrm>
              <a:off x="8741831" y="2232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4" name="pt47894"/>
            <p:cNvSpPr/>
            <p:nvPr/>
          </p:nvSpPr>
          <p:spPr>
            <a:xfrm>
              <a:off x="9218255" y="1884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5" name="pt47895"/>
            <p:cNvSpPr/>
            <p:nvPr/>
          </p:nvSpPr>
          <p:spPr>
            <a:xfrm>
              <a:off x="8688651" y="2435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6" name="pt47896"/>
            <p:cNvSpPr/>
            <p:nvPr/>
          </p:nvSpPr>
          <p:spPr>
            <a:xfrm>
              <a:off x="9070546" y="2171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7" name="pt47897"/>
            <p:cNvSpPr/>
            <p:nvPr/>
          </p:nvSpPr>
          <p:spPr>
            <a:xfrm>
              <a:off x="8996835" y="2011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8" name="pt47898"/>
            <p:cNvSpPr/>
            <p:nvPr/>
          </p:nvSpPr>
          <p:spPr>
            <a:xfrm>
              <a:off x="8434097" y="2318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9" name="pt47899"/>
            <p:cNvSpPr/>
            <p:nvPr/>
          </p:nvSpPr>
          <p:spPr>
            <a:xfrm>
              <a:off x="8505430" y="2437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0" name="pt47900"/>
            <p:cNvSpPr/>
            <p:nvPr/>
          </p:nvSpPr>
          <p:spPr>
            <a:xfrm>
              <a:off x="8666631" y="245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1" name="pt47901"/>
            <p:cNvSpPr/>
            <p:nvPr/>
          </p:nvSpPr>
          <p:spPr>
            <a:xfrm>
              <a:off x="8987622" y="228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2" name="pt47902"/>
            <p:cNvSpPr/>
            <p:nvPr/>
          </p:nvSpPr>
          <p:spPr>
            <a:xfrm>
              <a:off x="9218255" y="1866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3" name="pt47903"/>
            <p:cNvSpPr/>
            <p:nvPr/>
          </p:nvSpPr>
          <p:spPr>
            <a:xfrm>
              <a:off x="8666631" y="2412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4" name="pt47904"/>
            <p:cNvSpPr/>
            <p:nvPr/>
          </p:nvSpPr>
          <p:spPr>
            <a:xfrm>
              <a:off x="8788576" y="2328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5" name="pt47905"/>
            <p:cNvSpPr/>
            <p:nvPr/>
          </p:nvSpPr>
          <p:spPr>
            <a:xfrm>
              <a:off x="8741831" y="2335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6" name="pt47906"/>
            <p:cNvSpPr/>
            <p:nvPr/>
          </p:nvSpPr>
          <p:spPr>
            <a:xfrm>
              <a:off x="8717243" y="2346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7" name="pt47907"/>
            <p:cNvSpPr/>
            <p:nvPr/>
          </p:nvSpPr>
          <p:spPr>
            <a:xfrm>
              <a:off x="9623193" y="2300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8" name="pt47908"/>
            <p:cNvSpPr/>
            <p:nvPr/>
          </p:nvSpPr>
          <p:spPr>
            <a:xfrm>
              <a:off x="9086345" y="1808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9" name="pt47909"/>
            <p:cNvSpPr/>
            <p:nvPr/>
          </p:nvSpPr>
          <p:spPr>
            <a:xfrm>
              <a:off x="8901496" y="1896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0" name="pt47910"/>
            <p:cNvSpPr/>
            <p:nvPr/>
          </p:nvSpPr>
          <p:spPr>
            <a:xfrm>
              <a:off x="9045188" y="1946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1" name="pt47911"/>
            <p:cNvSpPr/>
            <p:nvPr/>
          </p:nvSpPr>
          <p:spPr>
            <a:xfrm>
              <a:off x="9087421" y="1949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2" name="pt47912"/>
            <p:cNvSpPr/>
            <p:nvPr/>
          </p:nvSpPr>
          <p:spPr>
            <a:xfrm>
              <a:off x="9285286" y="1609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3" name="pt47913"/>
            <p:cNvSpPr/>
            <p:nvPr/>
          </p:nvSpPr>
          <p:spPr>
            <a:xfrm>
              <a:off x="8898383" y="2083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4" name="pt47914"/>
            <p:cNvSpPr/>
            <p:nvPr/>
          </p:nvSpPr>
          <p:spPr>
            <a:xfrm>
              <a:off x="8921875" y="2270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5" name="pt47915"/>
            <p:cNvSpPr/>
            <p:nvPr/>
          </p:nvSpPr>
          <p:spPr>
            <a:xfrm>
              <a:off x="9069361" y="2188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6" name="pt47916"/>
            <p:cNvSpPr/>
            <p:nvPr/>
          </p:nvSpPr>
          <p:spPr>
            <a:xfrm>
              <a:off x="8556041" y="2444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7" name="pt47917"/>
            <p:cNvSpPr/>
            <p:nvPr/>
          </p:nvSpPr>
          <p:spPr>
            <a:xfrm>
              <a:off x="8595298" y="2220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8" name="pt47918"/>
            <p:cNvSpPr/>
            <p:nvPr/>
          </p:nvSpPr>
          <p:spPr>
            <a:xfrm>
              <a:off x="9021891" y="1802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9" name="pt47919"/>
            <p:cNvSpPr/>
            <p:nvPr/>
          </p:nvSpPr>
          <p:spPr>
            <a:xfrm>
              <a:off x="8763400" y="2144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0" name="pt47920"/>
            <p:cNvSpPr/>
            <p:nvPr/>
          </p:nvSpPr>
          <p:spPr>
            <a:xfrm>
              <a:off x="9051878" y="177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1" name="pt47921"/>
            <p:cNvSpPr/>
            <p:nvPr/>
          </p:nvSpPr>
          <p:spPr>
            <a:xfrm>
              <a:off x="9366003" y="2071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2" name="pt47922"/>
            <p:cNvSpPr/>
            <p:nvPr/>
          </p:nvSpPr>
          <p:spPr>
            <a:xfrm>
              <a:off x="9881517" y="2377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3" name="pt47923"/>
            <p:cNvSpPr/>
            <p:nvPr/>
          </p:nvSpPr>
          <p:spPr>
            <a:xfrm>
              <a:off x="9072891" y="2220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4" name="pt47924"/>
            <p:cNvSpPr/>
            <p:nvPr/>
          </p:nvSpPr>
          <p:spPr>
            <a:xfrm>
              <a:off x="8859909" y="1976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5" name="pt47925"/>
            <p:cNvSpPr/>
            <p:nvPr/>
          </p:nvSpPr>
          <p:spPr>
            <a:xfrm>
              <a:off x="9551860" y="163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6" name="pt47926"/>
            <p:cNvSpPr/>
            <p:nvPr/>
          </p:nvSpPr>
          <p:spPr>
            <a:xfrm>
              <a:off x="9384781" y="2123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7" name="pt47927"/>
            <p:cNvSpPr/>
            <p:nvPr/>
          </p:nvSpPr>
          <p:spPr>
            <a:xfrm>
              <a:off x="9500379" y="2464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8" name="pt47928"/>
            <p:cNvSpPr/>
            <p:nvPr/>
          </p:nvSpPr>
          <p:spPr>
            <a:xfrm>
              <a:off x="8881929" y="2302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9" name="pt47929"/>
            <p:cNvSpPr/>
            <p:nvPr/>
          </p:nvSpPr>
          <p:spPr>
            <a:xfrm>
              <a:off x="8863776" y="2199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0" name="pt47930"/>
            <p:cNvSpPr/>
            <p:nvPr/>
          </p:nvSpPr>
          <p:spPr>
            <a:xfrm>
              <a:off x="8383485" y="2183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1" name="pt47931"/>
            <p:cNvSpPr/>
            <p:nvPr/>
          </p:nvSpPr>
          <p:spPr>
            <a:xfrm>
              <a:off x="9310253" y="1818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2" name="pt47932"/>
            <p:cNvSpPr/>
            <p:nvPr/>
          </p:nvSpPr>
          <p:spPr>
            <a:xfrm>
              <a:off x="9051878" y="1682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3" name="pt47933"/>
            <p:cNvSpPr/>
            <p:nvPr/>
          </p:nvSpPr>
          <p:spPr>
            <a:xfrm>
              <a:off x="9021891" y="1826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4" name="pt47934"/>
            <p:cNvSpPr/>
            <p:nvPr/>
          </p:nvSpPr>
          <p:spPr>
            <a:xfrm>
              <a:off x="9427293" y="1977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5" name="pt47935"/>
            <p:cNvSpPr/>
            <p:nvPr/>
          </p:nvSpPr>
          <p:spPr>
            <a:xfrm>
              <a:off x="9652594" y="229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6" name="pt47936"/>
            <p:cNvSpPr/>
            <p:nvPr/>
          </p:nvSpPr>
          <p:spPr>
            <a:xfrm>
              <a:off x="8863776" y="1986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7" name="pt47937"/>
            <p:cNvSpPr/>
            <p:nvPr/>
          </p:nvSpPr>
          <p:spPr>
            <a:xfrm>
              <a:off x="8942596" y="1949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8" name="pt47938"/>
            <p:cNvSpPr/>
            <p:nvPr/>
          </p:nvSpPr>
          <p:spPr>
            <a:xfrm>
              <a:off x="8627374" y="2321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9" name="pt47939"/>
            <p:cNvSpPr/>
            <p:nvPr/>
          </p:nvSpPr>
          <p:spPr>
            <a:xfrm>
              <a:off x="8677986" y="2309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0" name="pt47940"/>
            <p:cNvSpPr/>
            <p:nvPr/>
          </p:nvSpPr>
          <p:spPr>
            <a:xfrm>
              <a:off x="9139900" y="2094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1" name="pt47941"/>
            <p:cNvSpPr/>
            <p:nvPr/>
          </p:nvSpPr>
          <p:spPr>
            <a:xfrm>
              <a:off x="9546496" y="2015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2" name="pt47942"/>
            <p:cNvSpPr/>
            <p:nvPr/>
          </p:nvSpPr>
          <p:spPr>
            <a:xfrm>
              <a:off x="9797577" y="2596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3" name="pt47943"/>
            <p:cNvSpPr/>
            <p:nvPr/>
          </p:nvSpPr>
          <p:spPr>
            <a:xfrm>
              <a:off x="9199436" y="2014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4" name="pt47944"/>
            <p:cNvSpPr/>
            <p:nvPr/>
          </p:nvSpPr>
          <p:spPr>
            <a:xfrm>
              <a:off x="8881929" y="2320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5" name="pt47945"/>
            <p:cNvSpPr/>
            <p:nvPr/>
          </p:nvSpPr>
          <p:spPr>
            <a:xfrm>
              <a:off x="8907564" y="1718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6" name="pt47946"/>
            <p:cNvSpPr/>
            <p:nvPr/>
          </p:nvSpPr>
          <p:spPr>
            <a:xfrm>
              <a:off x="8312152" y="2537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7" name="pt47947"/>
            <p:cNvSpPr/>
            <p:nvPr/>
          </p:nvSpPr>
          <p:spPr>
            <a:xfrm>
              <a:off x="9178998" y="1911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8" name="pt47948"/>
            <p:cNvSpPr/>
            <p:nvPr/>
          </p:nvSpPr>
          <p:spPr>
            <a:xfrm>
              <a:off x="8805344" y="2001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9" name="pt47949"/>
            <p:cNvSpPr/>
            <p:nvPr/>
          </p:nvSpPr>
          <p:spPr>
            <a:xfrm>
              <a:off x="8749319" y="1931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0" name="pt47950"/>
            <p:cNvSpPr/>
            <p:nvPr/>
          </p:nvSpPr>
          <p:spPr>
            <a:xfrm>
              <a:off x="9117880" y="2040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1" name="pt47951"/>
            <p:cNvSpPr/>
            <p:nvPr/>
          </p:nvSpPr>
          <p:spPr>
            <a:xfrm>
              <a:off x="8312152" y="2395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2" name="pt47952"/>
            <p:cNvSpPr/>
            <p:nvPr/>
          </p:nvSpPr>
          <p:spPr>
            <a:xfrm>
              <a:off x="8312152" y="2503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3" name="pt47953"/>
            <p:cNvSpPr/>
            <p:nvPr/>
          </p:nvSpPr>
          <p:spPr>
            <a:xfrm>
              <a:off x="8820652" y="2016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4" name="pt47954"/>
            <p:cNvSpPr/>
            <p:nvPr/>
          </p:nvSpPr>
          <p:spPr>
            <a:xfrm>
              <a:off x="8532549" y="2433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5" name="pt47955"/>
            <p:cNvSpPr/>
            <p:nvPr/>
          </p:nvSpPr>
          <p:spPr>
            <a:xfrm>
              <a:off x="8505430" y="2328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6" name="pt47956"/>
            <p:cNvSpPr/>
            <p:nvPr/>
          </p:nvSpPr>
          <p:spPr>
            <a:xfrm>
              <a:off x="8881929" y="2168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7" name="pt47957"/>
            <p:cNvSpPr/>
            <p:nvPr/>
          </p:nvSpPr>
          <p:spPr>
            <a:xfrm>
              <a:off x="9297726" y="1894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8" name="pt47958"/>
            <p:cNvSpPr/>
            <p:nvPr/>
          </p:nvSpPr>
          <p:spPr>
            <a:xfrm>
              <a:off x="8473354" y="2531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9" name="pt47959"/>
            <p:cNvSpPr/>
            <p:nvPr/>
          </p:nvSpPr>
          <p:spPr>
            <a:xfrm>
              <a:off x="8641456" y="2015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0" name="pt47960"/>
            <p:cNvSpPr/>
            <p:nvPr/>
          </p:nvSpPr>
          <p:spPr>
            <a:xfrm>
              <a:off x="8677986" y="2497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1" name="pt47961"/>
            <p:cNvSpPr/>
            <p:nvPr/>
          </p:nvSpPr>
          <p:spPr>
            <a:xfrm>
              <a:off x="9452582" y="1902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2" name="pt47962"/>
            <p:cNvSpPr/>
            <p:nvPr/>
          </p:nvSpPr>
          <p:spPr>
            <a:xfrm>
              <a:off x="8677986" y="2312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3" name="pt47963"/>
            <p:cNvSpPr/>
            <p:nvPr/>
          </p:nvSpPr>
          <p:spPr>
            <a:xfrm>
              <a:off x="8971798" y="2093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4" name="pt47964"/>
            <p:cNvSpPr/>
            <p:nvPr/>
          </p:nvSpPr>
          <p:spPr>
            <a:xfrm>
              <a:off x="9500379" y="2451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5" name="pt47965"/>
            <p:cNvSpPr/>
            <p:nvPr/>
          </p:nvSpPr>
          <p:spPr>
            <a:xfrm>
              <a:off x="8741831" y="2226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6" name="pt47966"/>
            <p:cNvSpPr/>
            <p:nvPr/>
          </p:nvSpPr>
          <p:spPr>
            <a:xfrm>
              <a:off x="9202808" y="2041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7" name="pt47967"/>
            <p:cNvSpPr/>
            <p:nvPr/>
          </p:nvSpPr>
          <p:spPr>
            <a:xfrm>
              <a:off x="9577860" y="2574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8" name="pt47968"/>
            <p:cNvSpPr/>
            <p:nvPr/>
          </p:nvSpPr>
          <p:spPr>
            <a:xfrm>
              <a:off x="9509182" y="2444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9" name="pt47969"/>
            <p:cNvSpPr/>
            <p:nvPr/>
          </p:nvSpPr>
          <p:spPr>
            <a:xfrm>
              <a:off x="8888696" y="2199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0" name="pt47970"/>
            <p:cNvSpPr/>
            <p:nvPr/>
          </p:nvSpPr>
          <p:spPr>
            <a:xfrm>
              <a:off x="9095800" y="2036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1" name="pt47971"/>
            <p:cNvSpPr/>
            <p:nvPr/>
          </p:nvSpPr>
          <p:spPr>
            <a:xfrm>
              <a:off x="8595298" y="2390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2" name="pt47972"/>
            <p:cNvSpPr/>
            <p:nvPr/>
          </p:nvSpPr>
          <p:spPr>
            <a:xfrm>
              <a:off x="8595298" y="223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3" name="pt47973"/>
            <p:cNvSpPr/>
            <p:nvPr/>
          </p:nvSpPr>
          <p:spPr>
            <a:xfrm>
              <a:off x="9607397" y="2122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4" name="pt47974"/>
            <p:cNvSpPr/>
            <p:nvPr/>
          </p:nvSpPr>
          <p:spPr>
            <a:xfrm>
              <a:off x="9577860" y="2477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5" name="pt47975"/>
            <p:cNvSpPr/>
            <p:nvPr/>
          </p:nvSpPr>
          <p:spPr>
            <a:xfrm>
              <a:off x="8782612" y="2270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6" name="pt47976"/>
            <p:cNvSpPr/>
            <p:nvPr/>
          </p:nvSpPr>
          <p:spPr>
            <a:xfrm>
              <a:off x="9119675" y="2082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7" name="pt47977"/>
            <p:cNvSpPr/>
            <p:nvPr/>
          </p:nvSpPr>
          <p:spPr>
            <a:xfrm>
              <a:off x="8878445" y="1768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8" name="pt47978"/>
            <p:cNvSpPr/>
            <p:nvPr/>
          </p:nvSpPr>
          <p:spPr>
            <a:xfrm>
              <a:off x="9249051" y="2140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9" name="pt47979"/>
            <p:cNvSpPr/>
            <p:nvPr/>
          </p:nvSpPr>
          <p:spPr>
            <a:xfrm>
              <a:off x="9714526" y="170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0" name="pt47980"/>
            <p:cNvSpPr/>
            <p:nvPr/>
          </p:nvSpPr>
          <p:spPr>
            <a:xfrm>
              <a:off x="8810596" y="2250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1" name="pt47981"/>
            <p:cNvSpPr/>
            <p:nvPr/>
          </p:nvSpPr>
          <p:spPr>
            <a:xfrm>
              <a:off x="9047895" y="1893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2" name="pt47982"/>
            <p:cNvSpPr/>
            <p:nvPr/>
          </p:nvSpPr>
          <p:spPr>
            <a:xfrm>
              <a:off x="8843532" y="1952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3" name="pt47983"/>
            <p:cNvSpPr/>
            <p:nvPr/>
          </p:nvSpPr>
          <p:spPr>
            <a:xfrm>
              <a:off x="9205570" y="2096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4" name="pt47984"/>
            <p:cNvSpPr/>
            <p:nvPr/>
          </p:nvSpPr>
          <p:spPr>
            <a:xfrm>
              <a:off x="8434097" y="2484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5" name="pt47985"/>
            <p:cNvSpPr/>
            <p:nvPr/>
          </p:nvSpPr>
          <p:spPr>
            <a:xfrm>
              <a:off x="9349631" y="2120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6" name="pt47986"/>
            <p:cNvSpPr/>
            <p:nvPr/>
          </p:nvSpPr>
          <p:spPr>
            <a:xfrm>
              <a:off x="9240724" y="1958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7" name="pt47987"/>
            <p:cNvSpPr/>
            <p:nvPr/>
          </p:nvSpPr>
          <p:spPr>
            <a:xfrm>
              <a:off x="9310856" y="1945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8" name="pt47988"/>
            <p:cNvSpPr/>
            <p:nvPr/>
          </p:nvSpPr>
          <p:spPr>
            <a:xfrm>
              <a:off x="9635986" y="2197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9" name="pt47989"/>
            <p:cNvSpPr/>
            <p:nvPr/>
          </p:nvSpPr>
          <p:spPr>
            <a:xfrm>
              <a:off x="8788576" y="2211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0" name="pt47990"/>
            <p:cNvSpPr/>
            <p:nvPr/>
          </p:nvSpPr>
          <p:spPr>
            <a:xfrm>
              <a:off x="9332911" y="2271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1" name="pt47991"/>
            <p:cNvSpPr/>
            <p:nvPr/>
          </p:nvSpPr>
          <p:spPr>
            <a:xfrm>
              <a:off x="9062080" y="1788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2" name="pt47992"/>
            <p:cNvSpPr/>
            <p:nvPr/>
          </p:nvSpPr>
          <p:spPr>
            <a:xfrm>
              <a:off x="8810596" y="2192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3" name="pt47993"/>
            <p:cNvSpPr/>
            <p:nvPr/>
          </p:nvSpPr>
          <p:spPr>
            <a:xfrm>
              <a:off x="8874891" y="2021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4" name="pt47994"/>
            <p:cNvSpPr/>
            <p:nvPr/>
          </p:nvSpPr>
          <p:spPr>
            <a:xfrm>
              <a:off x="8794345" y="2098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5" name="pt47995"/>
            <p:cNvSpPr/>
            <p:nvPr/>
          </p:nvSpPr>
          <p:spPr>
            <a:xfrm>
              <a:off x="8741831" y="2332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6" name="pt47996"/>
            <p:cNvSpPr/>
            <p:nvPr/>
          </p:nvSpPr>
          <p:spPr>
            <a:xfrm>
              <a:off x="8904556" y="2173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7" name="pt47997"/>
            <p:cNvSpPr/>
            <p:nvPr/>
          </p:nvSpPr>
          <p:spPr>
            <a:xfrm>
              <a:off x="9289758" y="177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8" name="pt47998"/>
            <p:cNvSpPr/>
            <p:nvPr/>
          </p:nvSpPr>
          <p:spPr>
            <a:xfrm>
              <a:off x="9106706" y="2042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9" name="pt47999"/>
            <p:cNvSpPr/>
            <p:nvPr/>
          </p:nvSpPr>
          <p:spPr>
            <a:xfrm>
              <a:off x="8859909" y="2083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0" name="pt48000"/>
            <p:cNvSpPr/>
            <p:nvPr/>
          </p:nvSpPr>
          <p:spPr>
            <a:xfrm>
              <a:off x="8434097" y="2293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1" name="pt48001"/>
            <p:cNvSpPr/>
            <p:nvPr/>
          </p:nvSpPr>
          <p:spPr>
            <a:xfrm>
              <a:off x="8698707" y="2345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2" name="pt48002"/>
            <p:cNvSpPr/>
            <p:nvPr/>
          </p:nvSpPr>
          <p:spPr>
            <a:xfrm>
              <a:off x="9688802" y="2221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3" name="pt48003"/>
            <p:cNvSpPr/>
            <p:nvPr/>
          </p:nvSpPr>
          <p:spPr>
            <a:xfrm>
              <a:off x="8434097" y="2628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4" name="pt48004"/>
            <p:cNvSpPr/>
            <p:nvPr/>
          </p:nvSpPr>
          <p:spPr>
            <a:xfrm>
              <a:off x="8505430" y="2342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5" name="pt48005"/>
            <p:cNvSpPr/>
            <p:nvPr/>
          </p:nvSpPr>
          <p:spPr>
            <a:xfrm>
              <a:off x="9117880" y="2182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6" name="pt48006"/>
            <p:cNvSpPr/>
            <p:nvPr/>
          </p:nvSpPr>
          <p:spPr>
            <a:xfrm>
              <a:off x="8434097" y="2398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7" name="pt48007"/>
            <p:cNvSpPr/>
            <p:nvPr/>
          </p:nvSpPr>
          <p:spPr>
            <a:xfrm>
              <a:off x="8859909" y="1953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8" name="pt48008"/>
            <p:cNvSpPr/>
            <p:nvPr/>
          </p:nvSpPr>
          <p:spPr>
            <a:xfrm>
              <a:off x="9524498" y="2393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9" name="pt48009"/>
            <p:cNvSpPr/>
            <p:nvPr/>
          </p:nvSpPr>
          <p:spPr>
            <a:xfrm>
              <a:off x="9480986" y="2057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0" name="pt48010"/>
            <p:cNvSpPr/>
            <p:nvPr/>
          </p:nvSpPr>
          <p:spPr>
            <a:xfrm>
              <a:off x="8595298" y="2269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1" name="pt48011"/>
            <p:cNvSpPr/>
            <p:nvPr/>
          </p:nvSpPr>
          <p:spPr>
            <a:xfrm>
              <a:off x="9176429" y="1911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2" name="pt48012"/>
            <p:cNvSpPr/>
            <p:nvPr/>
          </p:nvSpPr>
          <p:spPr>
            <a:xfrm>
              <a:off x="9530995" y="2723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3" name="pt48013"/>
            <p:cNvSpPr/>
            <p:nvPr/>
          </p:nvSpPr>
          <p:spPr>
            <a:xfrm>
              <a:off x="8891985" y="2089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4" name="pt48014"/>
            <p:cNvSpPr/>
            <p:nvPr/>
          </p:nvSpPr>
          <p:spPr>
            <a:xfrm>
              <a:off x="8595298" y="2165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5" name="pt48015"/>
            <p:cNvSpPr/>
            <p:nvPr/>
          </p:nvSpPr>
          <p:spPr>
            <a:xfrm>
              <a:off x="8810596" y="2240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6" name="pt48016"/>
            <p:cNvSpPr/>
            <p:nvPr/>
          </p:nvSpPr>
          <p:spPr>
            <a:xfrm>
              <a:off x="9603616" y="2258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7" name="pt48017"/>
            <p:cNvSpPr/>
            <p:nvPr/>
          </p:nvSpPr>
          <p:spPr>
            <a:xfrm>
              <a:off x="8666631" y="2430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8" name="pt48018"/>
            <p:cNvSpPr/>
            <p:nvPr/>
          </p:nvSpPr>
          <p:spPr>
            <a:xfrm>
              <a:off x="8859909" y="1950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9" name="pt48019"/>
            <p:cNvSpPr/>
            <p:nvPr/>
          </p:nvSpPr>
          <p:spPr>
            <a:xfrm>
              <a:off x="8556041" y="2279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0" name="pt48020"/>
            <p:cNvSpPr/>
            <p:nvPr/>
          </p:nvSpPr>
          <p:spPr>
            <a:xfrm>
              <a:off x="9080864" y="1963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1" name="pt48021"/>
            <p:cNvSpPr/>
            <p:nvPr/>
          </p:nvSpPr>
          <p:spPr>
            <a:xfrm>
              <a:off x="8312152" y="2399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2" name="pt48022"/>
            <p:cNvSpPr/>
            <p:nvPr/>
          </p:nvSpPr>
          <p:spPr>
            <a:xfrm>
              <a:off x="8434097" y="2449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3" name="pt48023"/>
            <p:cNvSpPr/>
            <p:nvPr/>
          </p:nvSpPr>
          <p:spPr>
            <a:xfrm>
              <a:off x="8383485" y="2331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4" name="pt48024"/>
            <p:cNvSpPr/>
            <p:nvPr/>
          </p:nvSpPr>
          <p:spPr>
            <a:xfrm>
              <a:off x="9116066" y="1675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5" name="pt48025"/>
            <p:cNvSpPr/>
            <p:nvPr/>
          </p:nvSpPr>
          <p:spPr>
            <a:xfrm>
              <a:off x="8995031" y="2043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6" name="pt48026"/>
            <p:cNvSpPr/>
            <p:nvPr/>
          </p:nvSpPr>
          <p:spPr>
            <a:xfrm>
              <a:off x="8434097" y="2310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7" name="pt48027"/>
            <p:cNvSpPr/>
            <p:nvPr/>
          </p:nvSpPr>
          <p:spPr>
            <a:xfrm>
              <a:off x="8505430" y="2545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8" name="pt48028"/>
            <p:cNvSpPr/>
            <p:nvPr/>
          </p:nvSpPr>
          <p:spPr>
            <a:xfrm>
              <a:off x="8677986" y="2388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9" name="pt48029"/>
            <p:cNvSpPr/>
            <p:nvPr/>
          </p:nvSpPr>
          <p:spPr>
            <a:xfrm>
              <a:off x="8898383" y="2097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0" name="pt48030"/>
            <p:cNvSpPr/>
            <p:nvPr/>
          </p:nvSpPr>
          <p:spPr>
            <a:xfrm>
              <a:off x="8973855" y="2145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1" name="pt48031"/>
            <p:cNvSpPr/>
            <p:nvPr/>
          </p:nvSpPr>
          <p:spPr>
            <a:xfrm>
              <a:off x="8627374" y="2211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2" name="pt48032"/>
            <p:cNvSpPr/>
            <p:nvPr/>
          </p:nvSpPr>
          <p:spPr>
            <a:xfrm>
              <a:off x="8741831" y="2272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3" name="pt48033"/>
            <p:cNvSpPr/>
            <p:nvPr/>
          </p:nvSpPr>
          <p:spPr>
            <a:xfrm>
              <a:off x="8776438" y="2050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4" name="pt48034"/>
            <p:cNvSpPr/>
            <p:nvPr/>
          </p:nvSpPr>
          <p:spPr>
            <a:xfrm>
              <a:off x="8961132" y="2110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5" name="pt48035"/>
            <p:cNvSpPr/>
            <p:nvPr/>
          </p:nvSpPr>
          <p:spPr>
            <a:xfrm>
              <a:off x="9080864" y="1971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6" name="pt48036"/>
            <p:cNvSpPr/>
            <p:nvPr/>
          </p:nvSpPr>
          <p:spPr>
            <a:xfrm>
              <a:off x="9349631" y="210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7" name="pt48037"/>
            <p:cNvSpPr/>
            <p:nvPr/>
          </p:nvSpPr>
          <p:spPr>
            <a:xfrm>
              <a:off x="8312152" y="2584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8" name="pt48038"/>
            <p:cNvSpPr/>
            <p:nvPr/>
          </p:nvSpPr>
          <p:spPr>
            <a:xfrm>
              <a:off x="9070546" y="2270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9" name="pt48039"/>
            <p:cNvSpPr/>
            <p:nvPr/>
          </p:nvSpPr>
          <p:spPr>
            <a:xfrm>
              <a:off x="9349631" y="2060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0" name="pt48040"/>
            <p:cNvSpPr/>
            <p:nvPr/>
          </p:nvSpPr>
          <p:spPr>
            <a:xfrm>
              <a:off x="8998621" y="1933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1" name="pt48041"/>
            <p:cNvSpPr/>
            <p:nvPr/>
          </p:nvSpPr>
          <p:spPr>
            <a:xfrm>
              <a:off x="8996835" y="1989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2" name="pt48042"/>
            <p:cNvSpPr/>
            <p:nvPr/>
          </p:nvSpPr>
          <p:spPr>
            <a:xfrm>
              <a:off x="8312152" y="2494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3" name="pt48043"/>
            <p:cNvSpPr/>
            <p:nvPr/>
          </p:nvSpPr>
          <p:spPr>
            <a:xfrm>
              <a:off x="9062080" y="1856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4" name="pt48044"/>
            <p:cNvSpPr/>
            <p:nvPr/>
          </p:nvSpPr>
          <p:spPr>
            <a:xfrm>
              <a:off x="9028011" y="1604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5" name="pt48045"/>
            <p:cNvSpPr/>
            <p:nvPr/>
          </p:nvSpPr>
          <p:spPr>
            <a:xfrm>
              <a:off x="9354634" y="2123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6" name="pt48046"/>
            <p:cNvSpPr/>
            <p:nvPr/>
          </p:nvSpPr>
          <p:spPr>
            <a:xfrm>
              <a:off x="9494750" y="2316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7" name="pt48047"/>
            <p:cNvSpPr/>
            <p:nvPr/>
          </p:nvSpPr>
          <p:spPr>
            <a:xfrm>
              <a:off x="8961132" y="2077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8" name="pt48048"/>
            <p:cNvSpPr/>
            <p:nvPr/>
          </p:nvSpPr>
          <p:spPr>
            <a:xfrm>
              <a:off x="8666631" y="2330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9" name="pt48049"/>
            <p:cNvSpPr/>
            <p:nvPr/>
          </p:nvSpPr>
          <p:spPr>
            <a:xfrm>
              <a:off x="9143835" y="2039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0" name="pt48050"/>
            <p:cNvSpPr/>
            <p:nvPr/>
          </p:nvSpPr>
          <p:spPr>
            <a:xfrm>
              <a:off x="8383485" y="2149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1" name="pt48051"/>
            <p:cNvSpPr/>
            <p:nvPr/>
          </p:nvSpPr>
          <p:spPr>
            <a:xfrm>
              <a:off x="9396086" y="2149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2" name="pt48052"/>
            <p:cNvSpPr/>
            <p:nvPr/>
          </p:nvSpPr>
          <p:spPr>
            <a:xfrm>
              <a:off x="8971798" y="2167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3" name="pt48053"/>
            <p:cNvSpPr/>
            <p:nvPr/>
          </p:nvSpPr>
          <p:spPr>
            <a:xfrm>
              <a:off x="8595298" y="2177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4" name="pt48054"/>
            <p:cNvSpPr/>
            <p:nvPr/>
          </p:nvSpPr>
          <p:spPr>
            <a:xfrm>
              <a:off x="8782612" y="2163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5" name="pt48055"/>
            <p:cNvSpPr/>
            <p:nvPr/>
          </p:nvSpPr>
          <p:spPr>
            <a:xfrm>
              <a:off x="8641456" y="1993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6" name="pt48056"/>
            <p:cNvSpPr/>
            <p:nvPr/>
          </p:nvSpPr>
          <p:spPr>
            <a:xfrm>
              <a:off x="9237554" y="1889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7" name="pt48057"/>
            <p:cNvSpPr/>
            <p:nvPr/>
          </p:nvSpPr>
          <p:spPr>
            <a:xfrm>
              <a:off x="9414733" y="2060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8" name="pt48058"/>
            <p:cNvSpPr/>
            <p:nvPr/>
          </p:nvSpPr>
          <p:spPr>
            <a:xfrm>
              <a:off x="8677986" y="2412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9" name="pt48059"/>
            <p:cNvSpPr/>
            <p:nvPr/>
          </p:nvSpPr>
          <p:spPr>
            <a:xfrm>
              <a:off x="9024978" y="2104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0" name="pt48060"/>
            <p:cNvSpPr/>
            <p:nvPr/>
          </p:nvSpPr>
          <p:spPr>
            <a:xfrm>
              <a:off x="8641456" y="2079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1" name="pt48061"/>
            <p:cNvSpPr/>
            <p:nvPr/>
          </p:nvSpPr>
          <p:spPr>
            <a:xfrm>
              <a:off x="8843532" y="204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2" name="pt48062"/>
            <p:cNvSpPr/>
            <p:nvPr/>
          </p:nvSpPr>
          <p:spPr>
            <a:xfrm>
              <a:off x="9087421" y="1802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3" name="pt48063"/>
            <p:cNvSpPr/>
            <p:nvPr/>
          </p:nvSpPr>
          <p:spPr>
            <a:xfrm>
              <a:off x="9270010" y="2005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4" name="pt48064"/>
            <p:cNvSpPr/>
            <p:nvPr/>
          </p:nvSpPr>
          <p:spPr>
            <a:xfrm>
              <a:off x="8810596" y="2184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5" name="pt48065"/>
            <p:cNvSpPr/>
            <p:nvPr/>
          </p:nvSpPr>
          <p:spPr>
            <a:xfrm>
              <a:off x="9090610" y="1733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6" name="pt48066"/>
            <p:cNvSpPr/>
            <p:nvPr/>
          </p:nvSpPr>
          <p:spPr>
            <a:xfrm>
              <a:off x="9228169" y="1798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7" name="pt48067"/>
            <p:cNvSpPr/>
            <p:nvPr/>
          </p:nvSpPr>
          <p:spPr>
            <a:xfrm>
              <a:off x="8688651" y="2353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8" name="pt48068"/>
            <p:cNvSpPr/>
            <p:nvPr/>
          </p:nvSpPr>
          <p:spPr>
            <a:xfrm>
              <a:off x="8756500" y="2066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9" name="pt48069"/>
            <p:cNvSpPr/>
            <p:nvPr/>
          </p:nvSpPr>
          <p:spPr>
            <a:xfrm>
              <a:off x="8878445" y="2001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0" name="pt48070"/>
            <p:cNvSpPr/>
            <p:nvPr/>
          </p:nvSpPr>
          <p:spPr>
            <a:xfrm>
              <a:off x="9024978" y="1975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1" name="pt48071"/>
            <p:cNvSpPr/>
            <p:nvPr/>
          </p:nvSpPr>
          <p:spPr>
            <a:xfrm>
              <a:off x="8977900" y="2217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2" name="pt48072"/>
            <p:cNvSpPr/>
            <p:nvPr/>
          </p:nvSpPr>
          <p:spPr>
            <a:xfrm>
              <a:off x="8901496" y="1919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3" name="pt48073"/>
            <p:cNvSpPr/>
            <p:nvPr/>
          </p:nvSpPr>
          <p:spPr>
            <a:xfrm>
              <a:off x="9393280" y="2084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4" name="pt48074"/>
            <p:cNvSpPr/>
            <p:nvPr/>
          </p:nvSpPr>
          <p:spPr>
            <a:xfrm>
              <a:off x="8776438" y="2065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5" name="pt48075"/>
            <p:cNvSpPr/>
            <p:nvPr/>
          </p:nvSpPr>
          <p:spPr>
            <a:xfrm>
              <a:off x="9325863" y="2085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6" name="pt48076"/>
            <p:cNvSpPr/>
            <p:nvPr/>
          </p:nvSpPr>
          <p:spPr>
            <a:xfrm>
              <a:off x="8312152" y="2176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7" name="pt48077"/>
            <p:cNvSpPr/>
            <p:nvPr/>
          </p:nvSpPr>
          <p:spPr>
            <a:xfrm>
              <a:off x="8383485" y="2283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8" name="pt48078"/>
            <p:cNvSpPr/>
            <p:nvPr/>
          </p:nvSpPr>
          <p:spPr>
            <a:xfrm>
              <a:off x="8881929" y="2207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9" name="pt48079"/>
            <p:cNvSpPr/>
            <p:nvPr/>
          </p:nvSpPr>
          <p:spPr>
            <a:xfrm>
              <a:off x="8799930" y="2089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0" name="pt48080"/>
            <p:cNvSpPr/>
            <p:nvPr/>
          </p:nvSpPr>
          <p:spPr>
            <a:xfrm>
              <a:off x="8871263" y="1882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1" name="pt48081"/>
            <p:cNvSpPr/>
            <p:nvPr/>
          </p:nvSpPr>
          <p:spPr>
            <a:xfrm>
              <a:off x="8770040" y="2040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2" name="pt48082"/>
            <p:cNvSpPr/>
            <p:nvPr/>
          </p:nvSpPr>
          <p:spPr>
            <a:xfrm>
              <a:off x="8839187" y="2130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3" name="pt48083"/>
            <p:cNvSpPr/>
            <p:nvPr/>
          </p:nvSpPr>
          <p:spPr>
            <a:xfrm>
              <a:off x="8698707" y="2421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4" name="pt48084"/>
            <p:cNvSpPr/>
            <p:nvPr/>
          </p:nvSpPr>
          <p:spPr>
            <a:xfrm>
              <a:off x="8741831" y="2143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5" name="pt48085"/>
            <p:cNvSpPr/>
            <p:nvPr/>
          </p:nvSpPr>
          <p:spPr>
            <a:xfrm>
              <a:off x="9130078" y="2250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6" name="pt48086"/>
            <p:cNvSpPr/>
            <p:nvPr/>
          </p:nvSpPr>
          <p:spPr>
            <a:xfrm>
              <a:off x="8830164" y="2129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7" name="pt48087"/>
            <p:cNvSpPr/>
            <p:nvPr/>
          </p:nvSpPr>
          <p:spPr>
            <a:xfrm>
              <a:off x="8825472" y="2257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8" name="pt48088"/>
            <p:cNvSpPr/>
            <p:nvPr/>
          </p:nvSpPr>
          <p:spPr>
            <a:xfrm>
              <a:off x="8904556" y="1967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9" name="pt48089"/>
            <p:cNvSpPr/>
            <p:nvPr/>
          </p:nvSpPr>
          <p:spPr>
            <a:xfrm>
              <a:off x="8434097" y="2532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0" name="pt48090"/>
            <p:cNvSpPr/>
            <p:nvPr/>
          </p:nvSpPr>
          <p:spPr>
            <a:xfrm>
              <a:off x="8863776" y="1938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1" name="pt48091"/>
            <p:cNvSpPr/>
            <p:nvPr/>
          </p:nvSpPr>
          <p:spPr>
            <a:xfrm>
              <a:off x="8741831" y="2161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2" name="pt48092"/>
            <p:cNvSpPr/>
            <p:nvPr/>
          </p:nvSpPr>
          <p:spPr>
            <a:xfrm>
              <a:off x="8874891" y="1984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3" name="pt48093"/>
            <p:cNvSpPr/>
            <p:nvPr/>
          </p:nvSpPr>
          <p:spPr>
            <a:xfrm>
              <a:off x="9091660" y="2048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4" name="pt48094"/>
            <p:cNvSpPr/>
            <p:nvPr/>
          </p:nvSpPr>
          <p:spPr>
            <a:xfrm>
              <a:off x="9253280" y="2218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5" name="pt48095"/>
            <p:cNvSpPr/>
            <p:nvPr/>
          </p:nvSpPr>
          <p:spPr>
            <a:xfrm>
              <a:off x="9666217" y="1895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6" name="pt48096"/>
            <p:cNvSpPr/>
            <p:nvPr/>
          </p:nvSpPr>
          <p:spPr>
            <a:xfrm>
              <a:off x="8987622" y="2223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7" name="pt48097"/>
            <p:cNvSpPr/>
            <p:nvPr/>
          </p:nvSpPr>
          <p:spPr>
            <a:xfrm>
              <a:off x="8312152" y="2194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8" name="pt48098"/>
            <p:cNvSpPr/>
            <p:nvPr/>
          </p:nvSpPr>
          <p:spPr>
            <a:xfrm>
              <a:off x="8847771" y="2073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9" name="pt48099"/>
            <p:cNvSpPr/>
            <p:nvPr/>
          </p:nvSpPr>
          <p:spPr>
            <a:xfrm>
              <a:off x="8871263" y="1959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0" name="pt48100"/>
            <p:cNvSpPr/>
            <p:nvPr/>
          </p:nvSpPr>
          <p:spPr>
            <a:xfrm>
              <a:off x="8749319" y="231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1" name="pt48101"/>
            <p:cNvSpPr/>
            <p:nvPr/>
          </p:nvSpPr>
          <p:spPr>
            <a:xfrm>
              <a:off x="9244718" y="2165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2" name="pt48102"/>
            <p:cNvSpPr/>
            <p:nvPr/>
          </p:nvSpPr>
          <p:spPr>
            <a:xfrm>
              <a:off x="9202808" y="211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3" name="pt48103"/>
            <p:cNvSpPr/>
            <p:nvPr/>
          </p:nvSpPr>
          <p:spPr>
            <a:xfrm>
              <a:off x="8312152" y="2275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4" name="pt48104"/>
            <p:cNvSpPr/>
            <p:nvPr/>
          </p:nvSpPr>
          <p:spPr>
            <a:xfrm>
              <a:off x="8825472" y="2025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5" name="pt48105"/>
            <p:cNvSpPr/>
            <p:nvPr/>
          </p:nvSpPr>
          <p:spPr>
            <a:xfrm>
              <a:off x="8532549" y="2481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6" name="pt48106"/>
            <p:cNvSpPr/>
            <p:nvPr/>
          </p:nvSpPr>
          <p:spPr>
            <a:xfrm>
              <a:off x="9143835" y="2142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7" name="pt48107"/>
            <p:cNvSpPr/>
            <p:nvPr/>
          </p:nvSpPr>
          <p:spPr>
            <a:xfrm>
              <a:off x="8881929" y="2192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8" name="pt48108"/>
            <p:cNvSpPr/>
            <p:nvPr/>
          </p:nvSpPr>
          <p:spPr>
            <a:xfrm>
              <a:off x="8627374" y="2333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9" name="pt48109"/>
            <p:cNvSpPr/>
            <p:nvPr/>
          </p:nvSpPr>
          <p:spPr>
            <a:xfrm>
              <a:off x="9548926" y="1731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0" name="pt48110"/>
            <p:cNvSpPr/>
            <p:nvPr/>
          </p:nvSpPr>
          <p:spPr>
            <a:xfrm>
              <a:off x="9008973" y="1860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1" name="pt48111"/>
            <p:cNvSpPr/>
            <p:nvPr/>
          </p:nvSpPr>
          <p:spPr>
            <a:xfrm>
              <a:off x="9214649" y="2034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2" name="pt48112"/>
            <p:cNvSpPr/>
            <p:nvPr/>
          </p:nvSpPr>
          <p:spPr>
            <a:xfrm>
              <a:off x="8595298" y="2249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3" name="pt48113"/>
            <p:cNvSpPr/>
            <p:nvPr/>
          </p:nvSpPr>
          <p:spPr>
            <a:xfrm>
              <a:off x="8904556" y="1984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4" name="pt48114"/>
            <p:cNvSpPr/>
            <p:nvPr/>
          </p:nvSpPr>
          <p:spPr>
            <a:xfrm>
              <a:off x="8947416" y="1978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5" name="pt48115"/>
            <p:cNvSpPr/>
            <p:nvPr/>
          </p:nvSpPr>
          <p:spPr>
            <a:xfrm>
              <a:off x="8473354" y="2308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6" name="pt48116"/>
            <p:cNvSpPr/>
            <p:nvPr/>
          </p:nvSpPr>
          <p:spPr>
            <a:xfrm>
              <a:off x="9178998" y="1609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7" name="pt48117"/>
            <p:cNvSpPr/>
            <p:nvPr/>
          </p:nvSpPr>
          <p:spPr>
            <a:xfrm>
              <a:off x="8576763" y="2393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8" name="pt48118"/>
            <p:cNvSpPr/>
            <p:nvPr/>
          </p:nvSpPr>
          <p:spPr>
            <a:xfrm>
              <a:off x="8505430" y="2473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9" name="pt48119"/>
            <p:cNvSpPr/>
            <p:nvPr/>
          </p:nvSpPr>
          <p:spPr>
            <a:xfrm>
              <a:off x="8312152" y="2312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0" name="pt48120"/>
            <p:cNvSpPr/>
            <p:nvPr/>
          </p:nvSpPr>
          <p:spPr>
            <a:xfrm>
              <a:off x="8505430" y="2330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1" name="pt48121"/>
            <p:cNvSpPr/>
            <p:nvPr/>
          </p:nvSpPr>
          <p:spPr>
            <a:xfrm>
              <a:off x="9260646" y="2174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2" name="pt48122"/>
            <p:cNvSpPr/>
            <p:nvPr/>
          </p:nvSpPr>
          <p:spPr>
            <a:xfrm>
              <a:off x="8677986" y="2315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3" name="pt48123"/>
            <p:cNvSpPr/>
            <p:nvPr/>
          </p:nvSpPr>
          <p:spPr>
            <a:xfrm>
              <a:off x="9573785" y="2402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4" name="pt48124"/>
            <p:cNvSpPr/>
            <p:nvPr/>
          </p:nvSpPr>
          <p:spPr>
            <a:xfrm>
              <a:off x="8874891" y="2130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5" name="pt48125"/>
            <p:cNvSpPr/>
            <p:nvPr/>
          </p:nvSpPr>
          <p:spPr>
            <a:xfrm>
              <a:off x="9229609" y="1850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6" name="pt48126"/>
            <p:cNvSpPr/>
            <p:nvPr/>
          </p:nvSpPr>
          <p:spPr>
            <a:xfrm>
              <a:off x="8871263" y="2153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7" name="pt48127"/>
            <p:cNvSpPr/>
            <p:nvPr/>
          </p:nvSpPr>
          <p:spPr>
            <a:xfrm>
              <a:off x="8932540" y="2004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8" name="pt48128"/>
            <p:cNvSpPr/>
            <p:nvPr/>
          </p:nvSpPr>
          <p:spPr>
            <a:xfrm>
              <a:off x="8725827" y="2262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9" name="pt48129"/>
            <p:cNvSpPr/>
            <p:nvPr/>
          </p:nvSpPr>
          <p:spPr>
            <a:xfrm>
              <a:off x="9146922" y="2012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0" name="pt48130"/>
            <p:cNvSpPr/>
            <p:nvPr/>
          </p:nvSpPr>
          <p:spPr>
            <a:xfrm>
              <a:off x="8434097" y="2253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1" name="pt48131"/>
            <p:cNvSpPr/>
            <p:nvPr/>
          </p:nvSpPr>
          <p:spPr>
            <a:xfrm>
              <a:off x="9201130" y="1953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2" name="pt48132"/>
            <p:cNvSpPr/>
            <p:nvPr/>
          </p:nvSpPr>
          <p:spPr>
            <a:xfrm>
              <a:off x="8505430" y="2404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3" name="pt48133"/>
            <p:cNvSpPr/>
            <p:nvPr/>
          </p:nvSpPr>
          <p:spPr>
            <a:xfrm>
              <a:off x="9253280" y="2180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4" name="pt48134"/>
            <p:cNvSpPr/>
            <p:nvPr/>
          </p:nvSpPr>
          <p:spPr>
            <a:xfrm>
              <a:off x="8749319" y="1878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5" name="pt48135"/>
            <p:cNvSpPr/>
            <p:nvPr/>
          </p:nvSpPr>
          <p:spPr>
            <a:xfrm>
              <a:off x="8576763" y="2332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6" name="pt48136"/>
            <p:cNvSpPr/>
            <p:nvPr/>
          </p:nvSpPr>
          <p:spPr>
            <a:xfrm>
              <a:off x="8947416" y="1959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7" name="pt48137"/>
            <p:cNvSpPr/>
            <p:nvPr/>
          </p:nvSpPr>
          <p:spPr>
            <a:xfrm>
              <a:off x="9265000" y="2057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8" name="pt48138"/>
            <p:cNvSpPr/>
            <p:nvPr/>
          </p:nvSpPr>
          <p:spPr>
            <a:xfrm>
              <a:off x="8312152" y="2434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9" name="pt48139"/>
            <p:cNvSpPr/>
            <p:nvPr/>
          </p:nvSpPr>
          <p:spPr>
            <a:xfrm>
              <a:off x="8830164" y="2027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0" name="pt48140"/>
            <p:cNvSpPr/>
            <p:nvPr/>
          </p:nvSpPr>
          <p:spPr>
            <a:xfrm>
              <a:off x="8312152" y="2583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1" name="pt48141"/>
            <p:cNvSpPr/>
            <p:nvPr/>
          </p:nvSpPr>
          <p:spPr>
            <a:xfrm>
              <a:off x="8383485" y="2406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2" name="pt48142"/>
            <p:cNvSpPr/>
            <p:nvPr/>
          </p:nvSpPr>
          <p:spPr>
            <a:xfrm>
              <a:off x="8947416" y="1983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3" name="pt48143"/>
            <p:cNvSpPr/>
            <p:nvPr/>
          </p:nvSpPr>
          <p:spPr>
            <a:xfrm>
              <a:off x="9075206" y="2186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4" name="pt48144"/>
            <p:cNvSpPr/>
            <p:nvPr/>
          </p:nvSpPr>
          <p:spPr>
            <a:xfrm>
              <a:off x="8907564" y="1616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5" name="pt48145"/>
            <p:cNvSpPr/>
            <p:nvPr/>
          </p:nvSpPr>
          <p:spPr>
            <a:xfrm>
              <a:off x="8473354" y="2322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6" name="pt48146"/>
            <p:cNvSpPr/>
            <p:nvPr/>
          </p:nvSpPr>
          <p:spPr>
            <a:xfrm>
              <a:off x="8595298" y="2205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7" name="pt48147"/>
            <p:cNvSpPr/>
            <p:nvPr/>
          </p:nvSpPr>
          <p:spPr>
            <a:xfrm>
              <a:off x="9010641" y="194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8" name="pt48148"/>
            <p:cNvSpPr/>
            <p:nvPr/>
          </p:nvSpPr>
          <p:spPr>
            <a:xfrm>
              <a:off x="9217744" y="200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9" name="pt48149"/>
            <p:cNvSpPr/>
            <p:nvPr/>
          </p:nvSpPr>
          <p:spPr>
            <a:xfrm>
              <a:off x="8863776" y="2148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0" name="pt48150"/>
            <p:cNvSpPr/>
            <p:nvPr/>
          </p:nvSpPr>
          <p:spPr>
            <a:xfrm>
              <a:off x="8627374" y="221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1" name="pt48151"/>
            <p:cNvSpPr/>
            <p:nvPr/>
          </p:nvSpPr>
          <p:spPr>
            <a:xfrm>
              <a:off x="8878445" y="1933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2" name="pt48152"/>
            <p:cNvSpPr/>
            <p:nvPr/>
          </p:nvSpPr>
          <p:spPr>
            <a:xfrm>
              <a:off x="8788576" y="2338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3" name="pt48153"/>
            <p:cNvSpPr/>
            <p:nvPr/>
          </p:nvSpPr>
          <p:spPr>
            <a:xfrm>
              <a:off x="8895213" y="2246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4" name="pt48154"/>
            <p:cNvSpPr/>
            <p:nvPr/>
          </p:nvSpPr>
          <p:spPr>
            <a:xfrm>
              <a:off x="8945023" y="1734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5" name="pt48155"/>
            <p:cNvSpPr/>
            <p:nvPr/>
          </p:nvSpPr>
          <p:spPr>
            <a:xfrm>
              <a:off x="8473354" y="2353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6" name="pt48156"/>
            <p:cNvSpPr/>
            <p:nvPr/>
          </p:nvSpPr>
          <p:spPr>
            <a:xfrm>
              <a:off x="8947416" y="1912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7" name="pt48157"/>
            <p:cNvSpPr/>
            <p:nvPr/>
          </p:nvSpPr>
          <p:spPr>
            <a:xfrm>
              <a:off x="9049233" y="1871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8" name="pt48158"/>
            <p:cNvSpPr/>
            <p:nvPr/>
          </p:nvSpPr>
          <p:spPr>
            <a:xfrm>
              <a:off x="9109567" y="1653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9" name="pt48159"/>
            <p:cNvSpPr/>
            <p:nvPr/>
          </p:nvSpPr>
          <p:spPr>
            <a:xfrm>
              <a:off x="9811851" y="242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0" name="pt48160"/>
            <p:cNvSpPr/>
            <p:nvPr/>
          </p:nvSpPr>
          <p:spPr>
            <a:xfrm>
              <a:off x="8977900" y="2311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1" name="pt48161"/>
            <p:cNvSpPr/>
            <p:nvPr/>
          </p:nvSpPr>
          <p:spPr>
            <a:xfrm>
              <a:off x="9128386" y="2030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2" name="pt48162"/>
            <p:cNvSpPr/>
            <p:nvPr/>
          </p:nvSpPr>
          <p:spPr>
            <a:xfrm>
              <a:off x="9211498" y="2175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3" name="pt48163"/>
            <p:cNvSpPr/>
            <p:nvPr/>
          </p:nvSpPr>
          <p:spPr>
            <a:xfrm>
              <a:off x="9652594" y="210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4" name="pt48164"/>
            <p:cNvSpPr/>
            <p:nvPr/>
          </p:nvSpPr>
          <p:spPr>
            <a:xfrm>
              <a:off x="9351314" y="2176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5" name="pt48165"/>
            <p:cNvSpPr/>
            <p:nvPr/>
          </p:nvSpPr>
          <p:spPr>
            <a:xfrm>
              <a:off x="8963317" y="2065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6" name="pt48166"/>
            <p:cNvSpPr/>
            <p:nvPr/>
          </p:nvSpPr>
          <p:spPr>
            <a:xfrm>
              <a:off x="8810596" y="2039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7" name="pt48167"/>
            <p:cNvSpPr/>
            <p:nvPr/>
          </p:nvSpPr>
          <p:spPr>
            <a:xfrm>
              <a:off x="9069361" y="2156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8" name="pt48168"/>
            <p:cNvSpPr/>
            <p:nvPr/>
          </p:nvSpPr>
          <p:spPr>
            <a:xfrm>
              <a:off x="9070546" y="2188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9" name="pt48169"/>
            <p:cNvSpPr/>
            <p:nvPr/>
          </p:nvSpPr>
          <p:spPr>
            <a:xfrm>
              <a:off x="9062080" y="178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0" name="pt48170"/>
            <p:cNvSpPr/>
            <p:nvPr/>
          </p:nvSpPr>
          <p:spPr>
            <a:xfrm>
              <a:off x="9260646" y="2105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1" name="pt48171"/>
            <p:cNvSpPr/>
            <p:nvPr/>
          </p:nvSpPr>
          <p:spPr>
            <a:xfrm>
              <a:off x="9109567" y="1709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2" name="pt48172"/>
            <p:cNvSpPr/>
            <p:nvPr/>
          </p:nvSpPr>
          <p:spPr>
            <a:xfrm>
              <a:off x="8932540" y="2229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3" name="pt48173"/>
            <p:cNvSpPr/>
            <p:nvPr/>
          </p:nvSpPr>
          <p:spPr>
            <a:xfrm>
              <a:off x="8612066" y="2299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4" name="pt48174"/>
            <p:cNvSpPr/>
            <p:nvPr/>
          </p:nvSpPr>
          <p:spPr>
            <a:xfrm>
              <a:off x="8891985" y="2164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5" name="pt48175"/>
            <p:cNvSpPr/>
            <p:nvPr/>
          </p:nvSpPr>
          <p:spPr>
            <a:xfrm>
              <a:off x="9069361" y="2201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6" name="pt48176"/>
            <p:cNvSpPr/>
            <p:nvPr/>
          </p:nvSpPr>
          <p:spPr>
            <a:xfrm>
              <a:off x="8708219" y="227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7" name="pt48177"/>
            <p:cNvSpPr/>
            <p:nvPr/>
          </p:nvSpPr>
          <p:spPr>
            <a:xfrm>
              <a:off x="8749319" y="2164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8" name="pt48178"/>
            <p:cNvSpPr/>
            <p:nvPr/>
          </p:nvSpPr>
          <p:spPr>
            <a:xfrm>
              <a:off x="9297726" y="1938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9" name="pt48179"/>
            <p:cNvSpPr/>
            <p:nvPr/>
          </p:nvSpPr>
          <p:spPr>
            <a:xfrm>
              <a:off x="9431288" y="1696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0" name="pt48180"/>
            <p:cNvSpPr/>
            <p:nvPr/>
          </p:nvSpPr>
          <p:spPr>
            <a:xfrm>
              <a:off x="9250331" y="2309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1" name="pt48181"/>
            <p:cNvSpPr/>
            <p:nvPr/>
          </p:nvSpPr>
          <p:spPr>
            <a:xfrm>
              <a:off x="9275251" y="1947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2" name="pt48182"/>
            <p:cNvSpPr/>
            <p:nvPr/>
          </p:nvSpPr>
          <p:spPr>
            <a:xfrm>
              <a:off x="8312152" y="2423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3" name="pt48183"/>
            <p:cNvSpPr/>
            <p:nvPr/>
          </p:nvSpPr>
          <p:spPr>
            <a:xfrm>
              <a:off x="8901496" y="1874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4" name="pt48184"/>
            <p:cNvSpPr/>
            <p:nvPr/>
          </p:nvSpPr>
          <p:spPr>
            <a:xfrm>
              <a:off x="8977900" y="2367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5" name="pt48185"/>
            <p:cNvSpPr/>
            <p:nvPr/>
          </p:nvSpPr>
          <p:spPr>
            <a:xfrm>
              <a:off x="8734011" y="2208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6" name="pt48186"/>
            <p:cNvSpPr/>
            <p:nvPr/>
          </p:nvSpPr>
          <p:spPr>
            <a:xfrm>
              <a:off x="8434097" y="2143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7" name="pt48187"/>
            <p:cNvSpPr/>
            <p:nvPr/>
          </p:nvSpPr>
          <p:spPr>
            <a:xfrm>
              <a:off x="8312152" y="2468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8" name="pt48188"/>
            <p:cNvSpPr/>
            <p:nvPr/>
          </p:nvSpPr>
          <p:spPr>
            <a:xfrm>
              <a:off x="8473354" y="2306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9" name="pt48189"/>
            <p:cNvSpPr/>
            <p:nvPr/>
          </p:nvSpPr>
          <p:spPr>
            <a:xfrm>
              <a:off x="9548926" y="1922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0" name="pt48190"/>
            <p:cNvSpPr/>
            <p:nvPr/>
          </p:nvSpPr>
          <p:spPr>
            <a:xfrm>
              <a:off x="8956678" y="1768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1" name="pt48191"/>
            <p:cNvSpPr/>
            <p:nvPr/>
          </p:nvSpPr>
          <p:spPr>
            <a:xfrm>
              <a:off x="8473354" y="2331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2" name="pt48192"/>
            <p:cNvSpPr/>
            <p:nvPr/>
          </p:nvSpPr>
          <p:spPr>
            <a:xfrm>
              <a:off x="9318519" y="2048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3" name="pt48193"/>
            <p:cNvSpPr/>
            <p:nvPr/>
          </p:nvSpPr>
          <p:spPr>
            <a:xfrm>
              <a:off x="9117880" y="2112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4" name="pt48194"/>
            <p:cNvSpPr/>
            <p:nvPr/>
          </p:nvSpPr>
          <p:spPr>
            <a:xfrm>
              <a:off x="8641456" y="1986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5" name="pt48195"/>
            <p:cNvSpPr/>
            <p:nvPr/>
          </p:nvSpPr>
          <p:spPr>
            <a:xfrm>
              <a:off x="9143835" y="2036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6" name="pt48196"/>
            <p:cNvSpPr/>
            <p:nvPr/>
          </p:nvSpPr>
          <p:spPr>
            <a:xfrm>
              <a:off x="8641456" y="1931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7" name="pt48197"/>
            <p:cNvSpPr/>
            <p:nvPr/>
          </p:nvSpPr>
          <p:spPr>
            <a:xfrm>
              <a:off x="9205570" y="2091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8" name="pt48198"/>
            <p:cNvSpPr/>
            <p:nvPr/>
          </p:nvSpPr>
          <p:spPr>
            <a:xfrm>
              <a:off x="8763400" y="2151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9" name="pt48199"/>
            <p:cNvSpPr/>
            <p:nvPr/>
          </p:nvSpPr>
          <p:spPr>
            <a:xfrm>
              <a:off x="9205570" y="1997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0" name="pt48200"/>
            <p:cNvSpPr/>
            <p:nvPr/>
          </p:nvSpPr>
          <p:spPr>
            <a:xfrm>
              <a:off x="8763400" y="2290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1" name="pt48201"/>
            <p:cNvSpPr/>
            <p:nvPr/>
          </p:nvSpPr>
          <p:spPr>
            <a:xfrm>
              <a:off x="9124084" y="1995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2" name="pt48202"/>
            <p:cNvSpPr/>
            <p:nvPr/>
          </p:nvSpPr>
          <p:spPr>
            <a:xfrm>
              <a:off x="9109567" y="1690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3" name="pt48203"/>
            <p:cNvSpPr/>
            <p:nvPr/>
          </p:nvSpPr>
          <p:spPr>
            <a:xfrm>
              <a:off x="9094774" y="1879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4" name="pt48204"/>
            <p:cNvSpPr/>
            <p:nvPr/>
          </p:nvSpPr>
          <p:spPr>
            <a:xfrm>
              <a:off x="8839187" y="2191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5" name="pt48205"/>
            <p:cNvSpPr/>
            <p:nvPr/>
          </p:nvSpPr>
          <p:spPr>
            <a:xfrm>
              <a:off x="9340963" y="2221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6" name="pt48206"/>
            <p:cNvSpPr/>
            <p:nvPr/>
          </p:nvSpPr>
          <p:spPr>
            <a:xfrm>
              <a:off x="8904556" y="2007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7" name="pt48207"/>
            <p:cNvSpPr/>
            <p:nvPr/>
          </p:nvSpPr>
          <p:spPr>
            <a:xfrm>
              <a:off x="9139900" y="1965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8" name="pt48208"/>
            <p:cNvSpPr/>
            <p:nvPr/>
          </p:nvSpPr>
          <p:spPr>
            <a:xfrm>
              <a:off x="8749319" y="2193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9" name="pt48209"/>
            <p:cNvSpPr/>
            <p:nvPr/>
          </p:nvSpPr>
          <p:spPr>
            <a:xfrm>
              <a:off x="8867559" y="186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0" name="pt48210"/>
            <p:cNvSpPr/>
            <p:nvPr/>
          </p:nvSpPr>
          <p:spPr>
            <a:xfrm>
              <a:off x="8855955" y="2199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1" name="pt48211"/>
            <p:cNvSpPr/>
            <p:nvPr/>
          </p:nvSpPr>
          <p:spPr>
            <a:xfrm>
              <a:off x="8434097" y="2376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2" name="pt48212"/>
            <p:cNvSpPr/>
            <p:nvPr/>
          </p:nvSpPr>
          <p:spPr>
            <a:xfrm>
              <a:off x="9176429" y="1878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3" name="pt48213"/>
            <p:cNvSpPr/>
            <p:nvPr/>
          </p:nvSpPr>
          <p:spPr>
            <a:xfrm>
              <a:off x="8998621" y="1916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4" name="pt48214"/>
            <p:cNvSpPr/>
            <p:nvPr/>
          </p:nvSpPr>
          <p:spPr>
            <a:xfrm>
              <a:off x="8895213" y="2205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5" name="pt48215"/>
            <p:cNvSpPr/>
            <p:nvPr/>
          </p:nvSpPr>
          <p:spPr>
            <a:xfrm>
              <a:off x="8434097" y="2162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6" name="pt48216"/>
            <p:cNvSpPr/>
            <p:nvPr/>
          </p:nvSpPr>
          <p:spPr>
            <a:xfrm>
              <a:off x="8963317" y="2130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7" name="pt48217"/>
            <p:cNvSpPr/>
            <p:nvPr/>
          </p:nvSpPr>
          <p:spPr>
            <a:xfrm>
              <a:off x="8782612" y="2136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8" name="pt48218"/>
            <p:cNvSpPr/>
            <p:nvPr/>
          </p:nvSpPr>
          <p:spPr>
            <a:xfrm>
              <a:off x="9415399" y="2254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9" name="pt48219"/>
            <p:cNvSpPr/>
            <p:nvPr/>
          </p:nvSpPr>
          <p:spPr>
            <a:xfrm>
              <a:off x="8904556" y="2043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0" name="pt48220"/>
            <p:cNvSpPr/>
            <p:nvPr/>
          </p:nvSpPr>
          <p:spPr>
            <a:xfrm>
              <a:off x="9062080" y="1764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1" name="pt48221"/>
            <p:cNvSpPr/>
            <p:nvPr/>
          </p:nvSpPr>
          <p:spPr>
            <a:xfrm>
              <a:off x="9106706" y="2034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2" name="pt48222"/>
            <p:cNvSpPr/>
            <p:nvPr/>
          </p:nvSpPr>
          <p:spPr>
            <a:xfrm>
              <a:off x="9427293" y="1985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3" name="pt48223"/>
            <p:cNvSpPr/>
            <p:nvPr/>
          </p:nvSpPr>
          <p:spPr>
            <a:xfrm>
              <a:off x="9564416" y="2203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4" name="pt48224"/>
            <p:cNvSpPr/>
            <p:nvPr/>
          </p:nvSpPr>
          <p:spPr>
            <a:xfrm>
              <a:off x="8985720" y="2197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5" name="pt48225"/>
            <p:cNvSpPr/>
            <p:nvPr/>
          </p:nvSpPr>
          <p:spPr>
            <a:xfrm>
              <a:off x="8505430" y="2404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6" name="pt48226"/>
            <p:cNvSpPr/>
            <p:nvPr/>
          </p:nvSpPr>
          <p:spPr>
            <a:xfrm>
              <a:off x="9008973" y="1795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7" name="pt48227"/>
            <p:cNvSpPr/>
            <p:nvPr/>
          </p:nvSpPr>
          <p:spPr>
            <a:xfrm>
              <a:off x="9547911" y="1646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8" name="pt48228"/>
            <p:cNvSpPr/>
            <p:nvPr/>
          </p:nvSpPr>
          <p:spPr>
            <a:xfrm>
              <a:off x="8782612" y="2147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9" name="pt48229"/>
            <p:cNvSpPr/>
            <p:nvPr/>
          </p:nvSpPr>
          <p:spPr>
            <a:xfrm>
              <a:off x="8576763" y="2356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0" name="pt48230"/>
            <p:cNvSpPr/>
            <p:nvPr/>
          </p:nvSpPr>
          <p:spPr>
            <a:xfrm>
              <a:off x="8847771" y="2052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1" name="pt48231"/>
            <p:cNvSpPr/>
            <p:nvPr/>
          </p:nvSpPr>
          <p:spPr>
            <a:xfrm>
              <a:off x="8971798" y="210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2" name="pt48232"/>
            <p:cNvSpPr/>
            <p:nvPr/>
          </p:nvSpPr>
          <p:spPr>
            <a:xfrm>
              <a:off x="8776438" y="2021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3" name="pt48233"/>
            <p:cNvSpPr/>
            <p:nvPr/>
          </p:nvSpPr>
          <p:spPr>
            <a:xfrm>
              <a:off x="9035373" y="1606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4" name="pt48234"/>
            <p:cNvSpPr/>
            <p:nvPr/>
          </p:nvSpPr>
          <p:spPr>
            <a:xfrm>
              <a:off x="8907564" y="1693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5" name="pt48235"/>
            <p:cNvSpPr/>
            <p:nvPr/>
          </p:nvSpPr>
          <p:spPr>
            <a:xfrm>
              <a:off x="9279262" y="2086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6" name="pt48236"/>
            <p:cNvSpPr/>
            <p:nvPr/>
          </p:nvSpPr>
          <p:spPr>
            <a:xfrm>
              <a:off x="9055774" y="1753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7" name="pt48237"/>
            <p:cNvSpPr/>
            <p:nvPr/>
          </p:nvSpPr>
          <p:spPr>
            <a:xfrm>
              <a:off x="8312152" y="2565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8" name="pt48238"/>
            <p:cNvSpPr/>
            <p:nvPr/>
          </p:nvSpPr>
          <p:spPr>
            <a:xfrm>
              <a:off x="8595298" y="2192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9" name="pt48239"/>
            <p:cNvSpPr/>
            <p:nvPr/>
          </p:nvSpPr>
          <p:spPr>
            <a:xfrm>
              <a:off x="9087421" y="1765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0" name="pt48240"/>
            <p:cNvSpPr/>
            <p:nvPr/>
          </p:nvSpPr>
          <p:spPr>
            <a:xfrm>
              <a:off x="8741831" y="2264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1" name="pt48241"/>
            <p:cNvSpPr/>
            <p:nvPr/>
          </p:nvSpPr>
          <p:spPr>
            <a:xfrm>
              <a:off x="9652594" y="2355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2" name="pt48242"/>
            <p:cNvSpPr/>
            <p:nvPr/>
          </p:nvSpPr>
          <p:spPr>
            <a:xfrm>
              <a:off x="8717243" y="2250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3" name="pt48243"/>
            <p:cNvSpPr/>
            <p:nvPr/>
          </p:nvSpPr>
          <p:spPr>
            <a:xfrm>
              <a:off x="9116975" y="1696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4" name="pt48244"/>
            <p:cNvSpPr/>
            <p:nvPr/>
          </p:nvSpPr>
          <p:spPr>
            <a:xfrm>
              <a:off x="8810596" y="2175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5" name="pt48245"/>
            <p:cNvSpPr/>
            <p:nvPr/>
          </p:nvSpPr>
          <p:spPr>
            <a:xfrm>
              <a:off x="9265000" y="2065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6" name="pt48246"/>
            <p:cNvSpPr/>
            <p:nvPr/>
          </p:nvSpPr>
          <p:spPr>
            <a:xfrm>
              <a:off x="8312152" y="2550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7" name="pt48247"/>
            <p:cNvSpPr/>
            <p:nvPr/>
          </p:nvSpPr>
          <p:spPr>
            <a:xfrm>
              <a:off x="8556041" y="2395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8" name="pt48248"/>
            <p:cNvSpPr/>
            <p:nvPr/>
          </p:nvSpPr>
          <p:spPr>
            <a:xfrm>
              <a:off x="9393280" y="2024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9" name="pt48249"/>
            <p:cNvSpPr/>
            <p:nvPr/>
          </p:nvSpPr>
          <p:spPr>
            <a:xfrm>
              <a:off x="8532549" y="2480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0" name="pt48250"/>
            <p:cNvSpPr/>
            <p:nvPr/>
          </p:nvSpPr>
          <p:spPr>
            <a:xfrm>
              <a:off x="8958919" y="1940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1" name="pt48251"/>
            <p:cNvSpPr/>
            <p:nvPr/>
          </p:nvSpPr>
          <p:spPr>
            <a:xfrm>
              <a:off x="8725827" y="224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2" name="pt48252"/>
            <p:cNvSpPr/>
            <p:nvPr/>
          </p:nvSpPr>
          <p:spPr>
            <a:xfrm>
              <a:off x="9028011" y="1570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3" name="pt48253"/>
            <p:cNvSpPr/>
            <p:nvPr/>
          </p:nvSpPr>
          <p:spPr>
            <a:xfrm>
              <a:off x="8666631" y="2436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4" name="pt48254"/>
            <p:cNvSpPr/>
            <p:nvPr/>
          </p:nvSpPr>
          <p:spPr>
            <a:xfrm>
              <a:off x="8749319" y="185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5" name="pt48255"/>
            <p:cNvSpPr/>
            <p:nvPr/>
          </p:nvSpPr>
          <p:spPr>
            <a:xfrm>
              <a:off x="8312152" y="2584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6" name="pt48256"/>
            <p:cNvSpPr/>
            <p:nvPr/>
          </p:nvSpPr>
          <p:spPr>
            <a:xfrm>
              <a:off x="9138300" y="2120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7" name="pt48257"/>
            <p:cNvSpPr/>
            <p:nvPr/>
          </p:nvSpPr>
          <p:spPr>
            <a:xfrm>
              <a:off x="8666631" y="2137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8" name="pt48258"/>
            <p:cNvSpPr/>
            <p:nvPr/>
          </p:nvSpPr>
          <p:spPr>
            <a:xfrm>
              <a:off x="8977900" y="2312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9" name="pt48259"/>
            <p:cNvSpPr/>
            <p:nvPr/>
          </p:nvSpPr>
          <p:spPr>
            <a:xfrm>
              <a:off x="8556041" y="2330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0" name="pt48260"/>
            <p:cNvSpPr/>
            <p:nvPr/>
          </p:nvSpPr>
          <p:spPr>
            <a:xfrm>
              <a:off x="9050561" y="1842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1" name="pt48261"/>
            <p:cNvSpPr/>
            <p:nvPr/>
          </p:nvSpPr>
          <p:spPr>
            <a:xfrm>
              <a:off x="8956678" y="1898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2" name="pt48262"/>
            <p:cNvSpPr/>
            <p:nvPr/>
          </p:nvSpPr>
          <p:spPr>
            <a:xfrm>
              <a:off x="9366003" y="218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3" name="pt48263"/>
            <p:cNvSpPr/>
            <p:nvPr/>
          </p:nvSpPr>
          <p:spPr>
            <a:xfrm>
              <a:off x="9143835" y="1944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4" name="pt48264"/>
            <p:cNvSpPr/>
            <p:nvPr/>
          </p:nvSpPr>
          <p:spPr>
            <a:xfrm>
              <a:off x="9371637" y="2123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5" name="pt48265"/>
            <p:cNvSpPr/>
            <p:nvPr/>
          </p:nvSpPr>
          <p:spPr>
            <a:xfrm>
              <a:off x="8654494" y="2390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6" name="pt48266"/>
            <p:cNvSpPr/>
            <p:nvPr/>
          </p:nvSpPr>
          <p:spPr>
            <a:xfrm>
              <a:off x="9116975" y="1692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7" name="pt48267"/>
            <p:cNvSpPr/>
            <p:nvPr/>
          </p:nvSpPr>
          <p:spPr>
            <a:xfrm>
              <a:off x="8556041" y="2541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8" name="pt48268"/>
            <p:cNvSpPr/>
            <p:nvPr/>
          </p:nvSpPr>
          <p:spPr>
            <a:xfrm>
              <a:off x="9724502" y="2069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9" name="pt48269"/>
            <p:cNvSpPr/>
            <p:nvPr/>
          </p:nvSpPr>
          <p:spPr>
            <a:xfrm>
              <a:off x="8666631" y="2238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0" name="pt48270"/>
            <p:cNvSpPr/>
            <p:nvPr/>
          </p:nvSpPr>
          <p:spPr>
            <a:xfrm>
              <a:off x="8947416" y="1897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1" name="pt48271"/>
            <p:cNvSpPr/>
            <p:nvPr/>
          </p:nvSpPr>
          <p:spPr>
            <a:xfrm>
              <a:off x="9494750" y="2424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2" name="pt48272"/>
            <p:cNvSpPr/>
            <p:nvPr/>
          </p:nvSpPr>
          <p:spPr>
            <a:xfrm>
              <a:off x="8627374" y="231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3" name="pt48273"/>
            <p:cNvSpPr/>
            <p:nvPr/>
          </p:nvSpPr>
          <p:spPr>
            <a:xfrm>
              <a:off x="9595084" y="2407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4" name="pt48274"/>
            <p:cNvSpPr/>
            <p:nvPr/>
          </p:nvSpPr>
          <p:spPr>
            <a:xfrm>
              <a:off x="8717243" y="2334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5" name="pt48275"/>
            <p:cNvSpPr/>
            <p:nvPr/>
          </p:nvSpPr>
          <p:spPr>
            <a:xfrm>
              <a:off x="8666631" y="2365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6" name="pt48276"/>
            <p:cNvSpPr/>
            <p:nvPr/>
          </p:nvSpPr>
          <p:spPr>
            <a:xfrm>
              <a:off x="9498107" y="2516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7" name="pt48277"/>
            <p:cNvSpPr/>
            <p:nvPr/>
          </p:nvSpPr>
          <p:spPr>
            <a:xfrm>
              <a:off x="8979888" y="2299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8" name="pt48278"/>
            <p:cNvSpPr/>
            <p:nvPr/>
          </p:nvSpPr>
          <p:spPr>
            <a:xfrm>
              <a:off x="8805344" y="2147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9" name="pt48279"/>
            <p:cNvSpPr/>
            <p:nvPr/>
          </p:nvSpPr>
          <p:spPr>
            <a:xfrm>
              <a:off x="8901496" y="1564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0" name="pt48280"/>
            <p:cNvSpPr/>
            <p:nvPr/>
          </p:nvSpPr>
          <p:spPr>
            <a:xfrm>
              <a:off x="9095800" y="1848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1" name="pt48281"/>
            <p:cNvSpPr/>
            <p:nvPr/>
          </p:nvSpPr>
          <p:spPr>
            <a:xfrm>
              <a:off x="8973855" y="2137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2" name="pt48282"/>
            <p:cNvSpPr/>
            <p:nvPr/>
          </p:nvSpPr>
          <p:spPr>
            <a:xfrm>
              <a:off x="8708219" y="228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3" name="pt48283"/>
            <p:cNvSpPr/>
            <p:nvPr/>
          </p:nvSpPr>
          <p:spPr>
            <a:xfrm>
              <a:off x="8975889" y="2226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4" name="pt48284"/>
            <p:cNvSpPr/>
            <p:nvPr/>
          </p:nvSpPr>
          <p:spPr>
            <a:xfrm>
              <a:off x="9318519" y="1942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5" name="pt48285"/>
            <p:cNvSpPr/>
            <p:nvPr/>
          </p:nvSpPr>
          <p:spPr>
            <a:xfrm>
              <a:off x="8799930" y="2119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6" name="pt48286"/>
            <p:cNvSpPr/>
            <p:nvPr/>
          </p:nvSpPr>
          <p:spPr>
            <a:xfrm>
              <a:off x="8505430" y="2420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7" name="pt48287"/>
            <p:cNvSpPr/>
            <p:nvPr/>
          </p:nvSpPr>
          <p:spPr>
            <a:xfrm>
              <a:off x="8913428" y="2109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8" name="pt48288"/>
            <p:cNvSpPr/>
            <p:nvPr/>
          </p:nvSpPr>
          <p:spPr>
            <a:xfrm>
              <a:off x="9408619" y="2170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9" name="pt48289"/>
            <p:cNvSpPr/>
            <p:nvPr/>
          </p:nvSpPr>
          <p:spPr>
            <a:xfrm>
              <a:off x="8666631" y="2286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0" name="pt48290"/>
            <p:cNvSpPr/>
            <p:nvPr/>
          </p:nvSpPr>
          <p:spPr>
            <a:xfrm>
              <a:off x="8595298" y="2224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1" name="pt48291"/>
            <p:cNvSpPr/>
            <p:nvPr/>
          </p:nvSpPr>
          <p:spPr>
            <a:xfrm>
              <a:off x="8612066" y="2360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2" name="pt48292"/>
            <p:cNvSpPr/>
            <p:nvPr/>
          </p:nvSpPr>
          <p:spPr>
            <a:xfrm>
              <a:off x="8576763" y="2344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3" name="pt48293"/>
            <p:cNvSpPr/>
            <p:nvPr/>
          </p:nvSpPr>
          <p:spPr>
            <a:xfrm>
              <a:off x="8794345" y="1987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4" name="pt48294"/>
            <p:cNvSpPr/>
            <p:nvPr/>
          </p:nvSpPr>
          <p:spPr>
            <a:xfrm>
              <a:off x="8927288" y="2087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5" name="pt48295"/>
            <p:cNvSpPr/>
            <p:nvPr/>
          </p:nvSpPr>
          <p:spPr>
            <a:xfrm>
              <a:off x="8576763" y="2264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6" name="pt48296"/>
            <p:cNvSpPr/>
            <p:nvPr/>
          </p:nvSpPr>
          <p:spPr>
            <a:xfrm>
              <a:off x="8383485" y="2292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7" name="pt48297"/>
            <p:cNvSpPr/>
            <p:nvPr/>
          </p:nvSpPr>
          <p:spPr>
            <a:xfrm>
              <a:off x="8717243" y="2341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8" name="pt48298"/>
            <p:cNvSpPr/>
            <p:nvPr/>
          </p:nvSpPr>
          <p:spPr>
            <a:xfrm>
              <a:off x="8878445" y="1849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9" name="pt48299"/>
            <p:cNvSpPr/>
            <p:nvPr/>
          </p:nvSpPr>
          <p:spPr>
            <a:xfrm>
              <a:off x="9139900" y="2119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0" name="pt48300"/>
            <p:cNvSpPr/>
            <p:nvPr/>
          </p:nvSpPr>
          <p:spPr>
            <a:xfrm>
              <a:off x="9092704" y="2106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1" name="pt48301"/>
            <p:cNvSpPr/>
            <p:nvPr/>
          </p:nvSpPr>
          <p:spPr>
            <a:xfrm>
              <a:off x="8971798" y="2033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2" name="pt48302"/>
            <p:cNvSpPr/>
            <p:nvPr/>
          </p:nvSpPr>
          <p:spPr>
            <a:xfrm>
              <a:off x="9205570" y="2088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3" name="pt48303"/>
            <p:cNvSpPr/>
            <p:nvPr/>
          </p:nvSpPr>
          <p:spPr>
            <a:xfrm>
              <a:off x="9010641" y="1956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4" name="pt48304"/>
            <p:cNvSpPr/>
            <p:nvPr/>
          </p:nvSpPr>
          <p:spPr>
            <a:xfrm>
              <a:off x="9292119" y="177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5" name="pt48305"/>
            <p:cNvSpPr/>
            <p:nvPr/>
          </p:nvSpPr>
          <p:spPr>
            <a:xfrm>
              <a:off x="8677986" y="2315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6" name="pt48306"/>
            <p:cNvSpPr/>
            <p:nvPr/>
          </p:nvSpPr>
          <p:spPr>
            <a:xfrm>
              <a:off x="9094774" y="1935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7" name="pt48307"/>
            <p:cNvSpPr/>
            <p:nvPr/>
          </p:nvSpPr>
          <p:spPr>
            <a:xfrm>
              <a:off x="9070546" y="2241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8" name="pt48308"/>
            <p:cNvSpPr/>
            <p:nvPr/>
          </p:nvSpPr>
          <p:spPr>
            <a:xfrm>
              <a:off x="9726386" y="2367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9" name="pt48309"/>
            <p:cNvSpPr/>
            <p:nvPr/>
          </p:nvSpPr>
          <p:spPr>
            <a:xfrm>
              <a:off x="8556041" y="2368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0" name="pt48310"/>
            <p:cNvSpPr/>
            <p:nvPr/>
          </p:nvSpPr>
          <p:spPr>
            <a:xfrm>
              <a:off x="8820652" y="2152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1" name="pt48311"/>
            <p:cNvSpPr/>
            <p:nvPr/>
          </p:nvSpPr>
          <p:spPr>
            <a:xfrm>
              <a:off x="8839187" y="2036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2" name="pt48312"/>
            <p:cNvSpPr/>
            <p:nvPr/>
          </p:nvSpPr>
          <p:spPr>
            <a:xfrm>
              <a:off x="8473354" y="2373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3" name="pt48313"/>
            <p:cNvSpPr/>
            <p:nvPr/>
          </p:nvSpPr>
          <p:spPr>
            <a:xfrm>
              <a:off x="8666631" y="2427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4" name="pt48314"/>
            <p:cNvSpPr/>
            <p:nvPr/>
          </p:nvSpPr>
          <p:spPr>
            <a:xfrm>
              <a:off x="8576763" y="2438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5" name="pt48315"/>
            <p:cNvSpPr/>
            <p:nvPr/>
          </p:nvSpPr>
          <p:spPr>
            <a:xfrm>
              <a:off x="9143835" y="2102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6" name="pt48316"/>
            <p:cNvSpPr/>
            <p:nvPr/>
          </p:nvSpPr>
          <p:spPr>
            <a:xfrm>
              <a:off x="8998621" y="1994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7" name="pt48317"/>
            <p:cNvSpPr/>
            <p:nvPr/>
          </p:nvSpPr>
          <p:spPr>
            <a:xfrm>
              <a:off x="9199436" y="1938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8" name="pt48318"/>
            <p:cNvSpPr/>
            <p:nvPr/>
          </p:nvSpPr>
          <p:spPr>
            <a:xfrm>
              <a:off x="9049233" y="1861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9" name="pt48319"/>
            <p:cNvSpPr/>
            <p:nvPr/>
          </p:nvSpPr>
          <p:spPr>
            <a:xfrm>
              <a:off x="9371637" y="2092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0" name="pt48320"/>
            <p:cNvSpPr/>
            <p:nvPr/>
          </p:nvSpPr>
          <p:spPr>
            <a:xfrm>
              <a:off x="8863776" y="2019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1" name="pt48321"/>
            <p:cNvSpPr/>
            <p:nvPr/>
          </p:nvSpPr>
          <p:spPr>
            <a:xfrm>
              <a:off x="9062080" y="1753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2" name="pt48322"/>
            <p:cNvSpPr/>
            <p:nvPr/>
          </p:nvSpPr>
          <p:spPr>
            <a:xfrm>
              <a:off x="8595298" y="2221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3" name="pt48323"/>
            <p:cNvSpPr/>
            <p:nvPr/>
          </p:nvSpPr>
          <p:spPr>
            <a:xfrm>
              <a:off x="9724502" y="2222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4" name="pt48324"/>
            <p:cNvSpPr/>
            <p:nvPr/>
          </p:nvSpPr>
          <p:spPr>
            <a:xfrm>
              <a:off x="8595298" y="2317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5" name="pt48325"/>
            <p:cNvSpPr/>
            <p:nvPr/>
          </p:nvSpPr>
          <p:spPr>
            <a:xfrm>
              <a:off x="8698707" y="2509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6" name="pt48326"/>
            <p:cNvSpPr/>
            <p:nvPr/>
          </p:nvSpPr>
          <p:spPr>
            <a:xfrm>
              <a:off x="9038234" y="1642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7" name="pt48327"/>
            <p:cNvSpPr/>
            <p:nvPr/>
          </p:nvSpPr>
          <p:spPr>
            <a:xfrm>
              <a:off x="8641456" y="2176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8" name="pt48328"/>
            <p:cNvSpPr/>
            <p:nvPr/>
          </p:nvSpPr>
          <p:spPr>
            <a:xfrm>
              <a:off x="8843532" y="2011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9" name="pt48329"/>
            <p:cNvSpPr/>
            <p:nvPr/>
          </p:nvSpPr>
          <p:spPr>
            <a:xfrm>
              <a:off x="9094774" y="1964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0" name="pt48330"/>
            <p:cNvSpPr/>
            <p:nvPr/>
          </p:nvSpPr>
          <p:spPr>
            <a:xfrm>
              <a:off x="8830164" y="2030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1" name="pt48331"/>
            <p:cNvSpPr/>
            <p:nvPr/>
          </p:nvSpPr>
          <p:spPr>
            <a:xfrm>
              <a:off x="8434097" y="2222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2" name="pt48332"/>
            <p:cNvSpPr/>
            <p:nvPr/>
          </p:nvSpPr>
          <p:spPr>
            <a:xfrm>
              <a:off x="8434097" y="2462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3" name="pt48333"/>
            <p:cNvSpPr/>
            <p:nvPr/>
          </p:nvSpPr>
          <p:spPr>
            <a:xfrm>
              <a:off x="8654494" y="2536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4" name="pt48334"/>
            <p:cNvSpPr/>
            <p:nvPr/>
          </p:nvSpPr>
          <p:spPr>
            <a:xfrm>
              <a:off x="8935109" y="1914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5" name="pt48335"/>
            <p:cNvSpPr/>
            <p:nvPr/>
          </p:nvSpPr>
          <p:spPr>
            <a:xfrm>
              <a:off x="8688651" y="2348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6" name="pt48336"/>
            <p:cNvSpPr/>
            <p:nvPr/>
          </p:nvSpPr>
          <p:spPr>
            <a:xfrm>
              <a:off x="8312152" y="2620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7" name="pt48337"/>
            <p:cNvSpPr/>
            <p:nvPr/>
          </p:nvSpPr>
          <p:spPr>
            <a:xfrm>
              <a:off x="8595298" y="2236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8" name="pt48338"/>
            <p:cNvSpPr/>
            <p:nvPr/>
          </p:nvSpPr>
          <p:spPr>
            <a:xfrm>
              <a:off x="9881517" y="2703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9" name="pt48339"/>
            <p:cNvSpPr/>
            <p:nvPr/>
          </p:nvSpPr>
          <p:spPr>
            <a:xfrm>
              <a:off x="8788576" y="2353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0" name="pt48340"/>
            <p:cNvSpPr/>
            <p:nvPr/>
          </p:nvSpPr>
          <p:spPr>
            <a:xfrm>
              <a:off x="9514089" y="2457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1" name="pt48341"/>
            <p:cNvSpPr/>
            <p:nvPr/>
          </p:nvSpPr>
          <p:spPr>
            <a:xfrm>
              <a:off x="9573785" y="2442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2" name="pt48342"/>
            <p:cNvSpPr/>
            <p:nvPr/>
          </p:nvSpPr>
          <p:spPr>
            <a:xfrm>
              <a:off x="8473354" y="2342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3" name="pt48343"/>
            <p:cNvSpPr/>
            <p:nvPr/>
          </p:nvSpPr>
          <p:spPr>
            <a:xfrm>
              <a:off x="8805344" y="2181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4" name="pt48344"/>
            <p:cNvSpPr/>
            <p:nvPr/>
          </p:nvSpPr>
          <p:spPr>
            <a:xfrm>
              <a:off x="8947416" y="1998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5" name="pt48345"/>
            <p:cNvSpPr/>
            <p:nvPr/>
          </p:nvSpPr>
          <p:spPr>
            <a:xfrm>
              <a:off x="8810596" y="2246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6" name="pt48346"/>
            <p:cNvSpPr/>
            <p:nvPr/>
          </p:nvSpPr>
          <p:spPr>
            <a:xfrm>
              <a:off x="8641456" y="2059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7" name="pt48347"/>
            <p:cNvSpPr/>
            <p:nvPr/>
          </p:nvSpPr>
          <p:spPr>
            <a:xfrm>
              <a:off x="8677986" y="2350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8" name="pt48348"/>
            <p:cNvSpPr/>
            <p:nvPr/>
          </p:nvSpPr>
          <p:spPr>
            <a:xfrm>
              <a:off x="9415399" y="2162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9" name="pt48349"/>
            <p:cNvSpPr/>
            <p:nvPr/>
          </p:nvSpPr>
          <p:spPr>
            <a:xfrm>
              <a:off x="8947416" y="1833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0" name="pt48350"/>
            <p:cNvSpPr/>
            <p:nvPr/>
          </p:nvSpPr>
          <p:spPr>
            <a:xfrm>
              <a:off x="9603616" y="2562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1" name="pt48351"/>
            <p:cNvSpPr/>
            <p:nvPr/>
          </p:nvSpPr>
          <p:spPr>
            <a:xfrm>
              <a:off x="8776438" y="2103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2" name="pt48352"/>
            <p:cNvSpPr/>
            <p:nvPr/>
          </p:nvSpPr>
          <p:spPr>
            <a:xfrm>
              <a:off x="8473354" y="222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3" name="pt48353"/>
            <p:cNvSpPr/>
            <p:nvPr/>
          </p:nvSpPr>
          <p:spPr>
            <a:xfrm>
              <a:off x="9143835" y="2104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4" name="pt48354"/>
            <p:cNvSpPr/>
            <p:nvPr/>
          </p:nvSpPr>
          <p:spPr>
            <a:xfrm>
              <a:off x="8874891" y="1999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5" name="pt48355"/>
            <p:cNvSpPr/>
            <p:nvPr/>
          </p:nvSpPr>
          <p:spPr>
            <a:xfrm>
              <a:off x="8776438" y="2017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6" name="pt48356"/>
            <p:cNvSpPr/>
            <p:nvPr/>
          </p:nvSpPr>
          <p:spPr>
            <a:xfrm>
              <a:off x="8947416" y="1995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7" name="pt48357"/>
            <p:cNvSpPr/>
            <p:nvPr/>
          </p:nvSpPr>
          <p:spPr>
            <a:xfrm>
              <a:off x="8383485" y="2127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8" name="pt48358"/>
            <p:cNvSpPr/>
            <p:nvPr/>
          </p:nvSpPr>
          <p:spPr>
            <a:xfrm>
              <a:off x="9143835" y="2093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9" name="pt48359"/>
            <p:cNvSpPr/>
            <p:nvPr/>
          </p:nvSpPr>
          <p:spPr>
            <a:xfrm>
              <a:off x="8595298" y="2159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0" name="pt48360"/>
            <p:cNvSpPr/>
            <p:nvPr/>
          </p:nvSpPr>
          <p:spPr>
            <a:xfrm>
              <a:off x="9297726" y="1939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1" name="pt48361"/>
            <p:cNvSpPr/>
            <p:nvPr/>
          </p:nvSpPr>
          <p:spPr>
            <a:xfrm>
              <a:off x="9005590" y="1930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2" name="pt48362"/>
            <p:cNvSpPr/>
            <p:nvPr/>
          </p:nvSpPr>
          <p:spPr>
            <a:xfrm>
              <a:off x="8677986" y="2296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3" name="pt48363"/>
            <p:cNvSpPr/>
            <p:nvPr/>
          </p:nvSpPr>
          <p:spPr>
            <a:xfrm>
              <a:off x="8935109" y="2063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4" name="pt48364"/>
            <p:cNvSpPr/>
            <p:nvPr/>
          </p:nvSpPr>
          <p:spPr>
            <a:xfrm>
              <a:off x="8312152" y="2319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5" name="pt48365"/>
            <p:cNvSpPr/>
            <p:nvPr/>
          </p:nvSpPr>
          <p:spPr>
            <a:xfrm>
              <a:off x="9094774" y="1884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6" name="pt48366"/>
            <p:cNvSpPr/>
            <p:nvPr/>
          </p:nvSpPr>
          <p:spPr>
            <a:xfrm>
              <a:off x="8921875" y="2164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7" name="pt48367"/>
            <p:cNvSpPr/>
            <p:nvPr/>
          </p:nvSpPr>
          <p:spPr>
            <a:xfrm>
              <a:off x="8843532" y="219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8" name="pt48368"/>
            <p:cNvSpPr/>
            <p:nvPr/>
          </p:nvSpPr>
          <p:spPr>
            <a:xfrm>
              <a:off x="9107665" y="1860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9" name="pt48369"/>
            <p:cNvSpPr/>
            <p:nvPr/>
          </p:nvSpPr>
          <p:spPr>
            <a:xfrm>
              <a:off x="8312152" y="2349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0" name="pt48370"/>
            <p:cNvSpPr/>
            <p:nvPr/>
          </p:nvSpPr>
          <p:spPr>
            <a:xfrm>
              <a:off x="9218764" y="1797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1" name="pt48371"/>
            <p:cNvSpPr/>
            <p:nvPr/>
          </p:nvSpPr>
          <p:spPr>
            <a:xfrm>
              <a:off x="8708219" y="213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2" name="pt48372"/>
            <p:cNvSpPr/>
            <p:nvPr/>
          </p:nvSpPr>
          <p:spPr>
            <a:xfrm>
              <a:off x="9178998" y="1674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3" name="pt48373"/>
            <p:cNvSpPr/>
            <p:nvPr/>
          </p:nvSpPr>
          <p:spPr>
            <a:xfrm>
              <a:off x="8717243" y="2248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4" name="pt48374"/>
            <p:cNvSpPr/>
            <p:nvPr/>
          </p:nvSpPr>
          <p:spPr>
            <a:xfrm>
              <a:off x="9217232" y="2122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5" name="pt48375"/>
            <p:cNvSpPr/>
            <p:nvPr/>
          </p:nvSpPr>
          <p:spPr>
            <a:xfrm>
              <a:off x="8805344" y="223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6" name="pt48376"/>
            <p:cNvSpPr/>
            <p:nvPr/>
          </p:nvSpPr>
          <p:spPr>
            <a:xfrm>
              <a:off x="8383485" y="2284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7" name="pt48377"/>
            <p:cNvSpPr/>
            <p:nvPr/>
          </p:nvSpPr>
          <p:spPr>
            <a:xfrm>
              <a:off x="8971798" y="2117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8" name="pt48378"/>
            <p:cNvSpPr/>
            <p:nvPr/>
          </p:nvSpPr>
          <p:spPr>
            <a:xfrm>
              <a:off x="9070546" y="2156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9" name="pt48379"/>
            <p:cNvSpPr/>
            <p:nvPr/>
          </p:nvSpPr>
          <p:spPr>
            <a:xfrm>
              <a:off x="8627374" y="2213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0" name="pt48380"/>
            <p:cNvSpPr/>
            <p:nvPr/>
          </p:nvSpPr>
          <p:spPr>
            <a:xfrm>
              <a:off x="9347687" y="2005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1" name="pt48381"/>
            <p:cNvSpPr/>
            <p:nvPr/>
          </p:nvSpPr>
          <p:spPr>
            <a:xfrm>
              <a:off x="8677986" y="2405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2" name="pt48382"/>
            <p:cNvSpPr/>
            <p:nvPr/>
          </p:nvSpPr>
          <p:spPr>
            <a:xfrm>
              <a:off x="8901496" y="1919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3" name="pt48383"/>
            <p:cNvSpPr/>
            <p:nvPr/>
          </p:nvSpPr>
          <p:spPr>
            <a:xfrm>
              <a:off x="9045188" y="1939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4" name="pt48384"/>
            <p:cNvSpPr/>
            <p:nvPr/>
          </p:nvSpPr>
          <p:spPr>
            <a:xfrm>
              <a:off x="8971798" y="2070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5" name="pt48385"/>
            <p:cNvSpPr/>
            <p:nvPr/>
          </p:nvSpPr>
          <p:spPr>
            <a:xfrm>
              <a:off x="9005590" y="186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6" name="pt48386"/>
            <p:cNvSpPr/>
            <p:nvPr/>
          </p:nvSpPr>
          <p:spPr>
            <a:xfrm>
              <a:off x="8666631" y="2378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7" name="pt48387"/>
            <p:cNvSpPr/>
            <p:nvPr/>
          </p:nvSpPr>
          <p:spPr>
            <a:xfrm>
              <a:off x="8677986" y="236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8" name="pt48388"/>
            <p:cNvSpPr/>
            <p:nvPr/>
          </p:nvSpPr>
          <p:spPr>
            <a:xfrm>
              <a:off x="8434097" y="2246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9" name="pt48389"/>
            <p:cNvSpPr/>
            <p:nvPr/>
          </p:nvSpPr>
          <p:spPr>
            <a:xfrm>
              <a:off x="8383485" y="2258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0" name="pt48390"/>
            <p:cNvSpPr/>
            <p:nvPr/>
          </p:nvSpPr>
          <p:spPr>
            <a:xfrm>
              <a:off x="8998621" y="1989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1" name="pt48391"/>
            <p:cNvSpPr/>
            <p:nvPr/>
          </p:nvSpPr>
          <p:spPr>
            <a:xfrm>
              <a:off x="8312152" y="2505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2" name="pt48392"/>
            <p:cNvSpPr/>
            <p:nvPr/>
          </p:nvSpPr>
          <p:spPr>
            <a:xfrm>
              <a:off x="8627374" y="2480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3" name="pt48393"/>
            <p:cNvSpPr/>
            <p:nvPr/>
          </p:nvSpPr>
          <p:spPr>
            <a:xfrm>
              <a:off x="8556041" y="2481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4" name="pt48394"/>
            <p:cNvSpPr/>
            <p:nvPr/>
          </p:nvSpPr>
          <p:spPr>
            <a:xfrm>
              <a:off x="8913428" y="2186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5" name="pt48395"/>
            <p:cNvSpPr/>
            <p:nvPr/>
          </p:nvSpPr>
          <p:spPr>
            <a:xfrm>
              <a:off x="8749319" y="2047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6" name="pt48396"/>
            <p:cNvSpPr/>
            <p:nvPr/>
          </p:nvSpPr>
          <p:spPr>
            <a:xfrm>
              <a:off x="8312152" y="2542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7" name="pt48397"/>
            <p:cNvSpPr/>
            <p:nvPr/>
          </p:nvSpPr>
          <p:spPr>
            <a:xfrm>
              <a:off x="9515130" y="2475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8" name="pt48398"/>
            <p:cNvSpPr/>
            <p:nvPr/>
          </p:nvSpPr>
          <p:spPr>
            <a:xfrm>
              <a:off x="9454989" y="1885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9" name="pt48399"/>
            <p:cNvSpPr/>
            <p:nvPr/>
          </p:nvSpPr>
          <p:spPr>
            <a:xfrm>
              <a:off x="9143835" y="1982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0" name="pt48400"/>
            <p:cNvSpPr/>
            <p:nvPr/>
          </p:nvSpPr>
          <p:spPr>
            <a:xfrm>
              <a:off x="8895213" y="2401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1" name="pt48401"/>
            <p:cNvSpPr/>
            <p:nvPr/>
          </p:nvSpPr>
          <p:spPr>
            <a:xfrm>
              <a:off x="9311758" y="1935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2" name="pt48402"/>
            <p:cNvSpPr/>
            <p:nvPr/>
          </p:nvSpPr>
          <p:spPr>
            <a:xfrm>
              <a:off x="9143835" y="2006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3" name="pt48403"/>
            <p:cNvSpPr/>
            <p:nvPr/>
          </p:nvSpPr>
          <p:spPr>
            <a:xfrm>
              <a:off x="8654494" y="2564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4" name="pt48404"/>
            <p:cNvSpPr/>
            <p:nvPr/>
          </p:nvSpPr>
          <p:spPr>
            <a:xfrm>
              <a:off x="8963317" y="209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5" name="pt48405"/>
            <p:cNvSpPr/>
            <p:nvPr/>
          </p:nvSpPr>
          <p:spPr>
            <a:xfrm>
              <a:off x="8916289" y="2157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6" name="pt48406"/>
            <p:cNvSpPr/>
            <p:nvPr/>
          </p:nvSpPr>
          <p:spPr>
            <a:xfrm>
              <a:off x="8741831" y="2220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7" name="pt48407"/>
            <p:cNvSpPr/>
            <p:nvPr/>
          </p:nvSpPr>
          <p:spPr>
            <a:xfrm>
              <a:off x="8763400" y="2147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8" name="pt48408"/>
            <p:cNvSpPr/>
            <p:nvPr/>
          </p:nvSpPr>
          <p:spPr>
            <a:xfrm>
              <a:off x="9454989" y="1936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9" name="pt48409"/>
            <p:cNvSpPr/>
            <p:nvPr/>
          </p:nvSpPr>
          <p:spPr>
            <a:xfrm>
              <a:off x="8810596" y="2180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0" name="pt48410"/>
            <p:cNvSpPr/>
            <p:nvPr/>
          </p:nvSpPr>
          <p:spPr>
            <a:xfrm>
              <a:off x="9554821" y="2182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1" name="pt48411"/>
            <p:cNvSpPr/>
            <p:nvPr/>
          </p:nvSpPr>
          <p:spPr>
            <a:xfrm>
              <a:off x="9275251" y="2057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2" name="pt48412"/>
            <p:cNvSpPr/>
            <p:nvPr/>
          </p:nvSpPr>
          <p:spPr>
            <a:xfrm>
              <a:off x="8654494" y="2476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3" name="pt48413"/>
            <p:cNvSpPr/>
            <p:nvPr/>
          </p:nvSpPr>
          <p:spPr>
            <a:xfrm>
              <a:off x="8782612" y="2280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4" name="pt48414"/>
            <p:cNvSpPr/>
            <p:nvPr/>
          </p:nvSpPr>
          <p:spPr>
            <a:xfrm>
              <a:off x="8698707" y="2370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5" name="pt48415"/>
            <p:cNvSpPr/>
            <p:nvPr/>
          </p:nvSpPr>
          <p:spPr>
            <a:xfrm>
              <a:off x="8921875" y="2078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6" name="pt48416"/>
            <p:cNvSpPr/>
            <p:nvPr/>
          </p:nvSpPr>
          <p:spPr>
            <a:xfrm>
              <a:off x="8987622" y="2264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7" name="pt48417"/>
            <p:cNvSpPr/>
            <p:nvPr/>
          </p:nvSpPr>
          <p:spPr>
            <a:xfrm>
              <a:off x="8312152" y="2370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8" name="pt48418"/>
            <p:cNvSpPr/>
            <p:nvPr/>
          </p:nvSpPr>
          <p:spPr>
            <a:xfrm>
              <a:off x="8312152" y="241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9" name="pt48419"/>
            <p:cNvSpPr/>
            <p:nvPr/>
          </p:nvSpPr>
          <p:spPr>
            <a:xfrm>
              <a:off x="9785747" y="2597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0" name="pt48420"/>
            <p:cNvSpPr/>
            <p:nvPr/>
          </p:nvSpPr>
          <p:spPr>
            <a:xfrm>
              <a:off x="8654494" y="2518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1" name="pt48421"/>
            <p:cNvSpPr/>
            <p:nvPr/>
          </p:nvSpPr>
          <p:spPr>
            <a:xfrm>
              <a:off x="9726386" y="2099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2" name="pt48422"/>
            <p:cNvSpPr/>
            <p:nvPr/>
          </p:nvSpPr>
          <p:spPr>
            <a:xfrm>
              <a:off x="8916289" y="2140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3" name="pt48423"/>
            <p:cNvSpPr/>
            <p:nvPr/>
          </p:nvSpPr>
          <p:spPr>
            <a:xfrm>
              <a:off x="8641456" y="2106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4" name="pt48424"/>
            <p:cNvSpPr/>
            <p:nvPr/>
          </p:nvSpPr>
          <p:spPr>
            <a:xfrm>
              <a:off x="9408964" y="2109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5" name="pt48425"/>
            <p:cNvSpPr/>
            <p:nvPr/>
          </p:nvSpPr>
          <p:spPr>
            <a:xfrm>
              <a:off x="8913428" y="2199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6" name="pt48426"/>
            <p:cNvSpPr/>
            <p:nvPr/>
          </p:nvSpPr>
          <p:spPr>
            <a:xfrm>
              <a:off x="9146922" y="2074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7" name="pt48427"/>
            <p:cNvSpPr/>
            <p:nvPr/>
          </p:nvSpPr>
          <p:spPr>
            <a:xfrm>
              <a:off x="8677986" y="2369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8" name="pt48428"/>
            <p:cNvSpPr/>
            <p:nvPr/>
          </p:nvSpPr>
          <p:spPr>
            <a:xfrm>
              <a:off x="9328879" y="2149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9" name="pt48429"/>
            <p:cNvSpPr/>
            <p:nvPr/>
          </p:nvSpPr>
          <p:spPr>
            <a:xfrm>
              <a:off x="9452717" y="1846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0" name="pt48430"/>
            <p:cNvSpPr/>
            <p:nvPr/>
          </p:nvSpPr>
          <p:spPr>
            <a:xfrm>
              <a:off x="9078622" y="1650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1" name="pt48431"/>
            <p:cNvSpPr/>
            <p:nvPr/>
          </p:nvSpPr>
          <p:spPr>
            <a:xfrm>
              <a:off x="8749319" y="1946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2" name="pt48432"/>
            <p:cNvSpPr/>
            <p:nvPr/>
          </p:nvSpPr>
          <p:spPr>
            <a:xfrm>
              <a:off x="8641456" y="2010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3" name="pt48433"/>
            <p:cNvSpPr/>
            <p:nvPr/>
          </p:nvSpPr>
          <p:spPr>
            <a:xfrm>
              <a:off x="9055774" y="1716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4" name="pt48434"/>
            <p:cNvSpPr/>
            <p:nvPr/>
          </p:nvSpPr>
          <p:spPr>
            <a:xfrm>
              <a:off x="8505430" y="2428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5" name="pt48435"/>
            <p:cNvSpPr/>
            <p:nvPr/>
          </p:nvSpPr>
          <p:spPr>
            <a:xfrm>
              <a:off x="8312152" y="2606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6" name="pt48436"/>
            <p:cNvSpPr/>
            <p:nvPr/>
          </p:nvSpPr>
          <p:spPr>
            <a:xfrm>
              <a:off x="8741831" y="2259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7" name="pt48437"/>
            <p:cNvSpPr/>
            <p:nvPr/>
          </p:nvSpPr>
          <p:spPr>
            <a:xfrm>
              <a:off x="8961132" y="2141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8" name="pt48438"/>
            <p:cNvSpPr/>
            <p:nvPr/>
          </p:nvSpPr>
          <p:spPr>
            <a:xfrm>
              <a:off x="8776438" y="2045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9" name="pt48439"/>
            <p:cNvSpPr/>
            <p:nvPr/>
          </p:nvSpPr>
          <p:spPr>
            <a:xfrm>
              <a:off x="8666631" y="2324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0" name="pt48440"/>
            <p:cNvSpPr/>
            <p:nvPr/>
          </p:nvSpPr>
          <p:spPr>
            <a:xfrm>
              <a:off x="9121452" y="2033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1" name="pt48441"/>
            <p:cNvSpPr/>
            <p:nvPr/>
          </p:nvSpPr>
          <p:spPr>
            <a:xfrm>
              <a:off x="8874891" y="1985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2" name="pt48442"/>
            <p:cNvSpPr/>
            <p:nvPr/>
          </p:nvSpPr>
          <p:spPr>
            <a:xfrm>
              <a:off x="9573785" y="2519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3" name="pt48443"/>
            <p:cNvSpPr/>
            <p:nvPr/>
          </p:nvSpPr>
          <p:spPr>
            <a:xfrm>
              <a:off x="8532549" y="2498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4" name="pt48444"/>
            <p:cNvSpPr/>
            <p:nvPr/>
          </p:nvSpPr>
          <p:spPr>
            <a:xfrm>
              <a:off x="8954408" y="1850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5" name="pt48445"/>
            <p:cNvSpPr/>
            <p:nvPr/>
          </p:nvSpPr>
          <p:spPr>
            <a:xfrm>
              <a:off x="8935109" y="2146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6" name="pt48446"/>
            <p:cNvSpPr/>
            <p:nvPr/>
          </p:nvSpPr>
          <p:spPr>
            <a:xfrm>
              <a:off x="9109567" y="1673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7" name="pt48447"/>
            <p:cNvSpPr/>
            <p:nvPr/>
          </p:nvSpPr>
          <p:spPr>
            <a:xfrm>
              <a:off x="9494750" y="2347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8" name="pt48448"/>
            <p:cNvSpPr/>
            <p:nvPr/>
          </p:nvSpPr>
          <p:spPr>
            <a:xfrm>
              <a:off x="8756500" y="2007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9" name="pt48449"/>
            <p:cNvSpPr/>
            <p:nvPr/>
          </p:nvSpPr>
          <p:spPr>
            <a:xfrm>
              <a:off x="9663884" y="2312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0" name="pt48450"/>
            <p:cNvSpPr/>
            <p:nvPr/>
          </p:nvSpPr>
          <p:spPr>
            <a:xfrm>
              <a:off x="8434097" y="2410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1" name="pt48451"/>
            <p:cNvSpPr/>
            <p:nvPr/>
          </p:nvSpPr>
          <p:spPr>
            <a:xfrm>
              <a:off x="8945023" y="1819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2" name="pt48452"/>
            <p:cNvSpPr/>
            <p:nvPr/>
          </p:nvSpPr>
          <p:spPr>
            <a:xfrm>
              <a:off x="8505430" y="2346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3" name="pt48453"/>
            <p:cNvSpPr/>
            <p:nvPr/>
          </p:nvSpPr>
          <p:spPr>
            <a:xfrm>
              <a:off x="9162993" y="2064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4" name="pt48454"/>
            <p:cNvSpPr/>
            <p:nvPr/>
          </p:nvSpPr>
          <p:spPr>
            <a:xfrm>
              <a:off x="8505430" y="2586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5" name="pt48455"/>
            <p:cNvSpPr/>
            <p:nvPr/>
          </p:nvSpPr>
          <p:spPr>
            <a:xfrm>
              <a:off x="9070546" y="2343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6" name="pt48456"/>
            <p:cNvSpPr/>
            <p:nvPr/>
          </p:nvSpPr>
          <p:spPr>
            <a:xfrm>
              <a:off x="8688651" y="2391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7" name="pt48457"/>
            <p:cNvSpPr/>
            <p:nvPr/>
          </p:nvSpPr>
          <p:spPr>
            <a:xfrm>
              <a:off x="8927288" y="216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8" name="pt48458"/>
            <p:cNvSpPr/>
            <p:nvPr/>
          </p:nvSpPr>
          <p:spPr>
            <a:xfrm>
              <a:off x="8595298" y="1952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9" name="pt48459"/>
            <p:cNvSpPr/>
            <p:nvPr/>
          </p:nvSpPr>
          <p:spPr>
            <a:xfrm>
              <a:off x="8901496" y="1723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0" name="pt48460"/>
            <p:cNvSpPr/>
            <p:nvPr/>
          </p:nvSpPr>
          <p:spPr>
            <a:xfrm>
              <a:off x="9070546" y="2326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1" name="pt48461"/>
            <p:cNvSpPr/>
            <p:nvPr/>
          </p:nvSpPr>
          <p:spPr>
            <a:xfrm>
              <a:off x="8654494" y="2391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2" name="pt48462"/>
            <p:cNvSpPr/>
            <p:nvPr/>
          </p:nvSpPr>
          <p:spPr>
            <a:xfrm>
              <a:off x="9090610" y="1827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3" name="pt48463"/>
            <p:cNvSpPr/>
            <p:nvPr/>
          </p:nvSpPr>
          <p:spPr>
            <a:xfrm>
              <a:off x="9138300" y="2026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4" name="pt48464"/>
            <p:cNvSpPr/>
            <p:nvPr/>
          </p:nvSpPr>
          <p:spPr>
            <a:xfrm>
              <a:off x="9538421" y="1863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5" name="pt48465"/>
            <p:cNvSpPr/>
            <p:nvPr/>
          </p:nvSpPr>
          <p:spPr>
            <a:xfrm>
              <a:off x="8677986" y="2307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6" name="pt48466"/>
            <p:cNvSpPr/>
            <p:nvPr/>
          </p:nvSpPr>
          <p:spPr>
            <a:xfrm>
              <a:off x="8741831" y="2227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7" name="pt48467"/>
            <p:cNvSpPr/>
            <p:nvPr/>
          </p:nvSpPr>
          <p:spPr>
            <a:xfrm>
              <a:off x="8473354" y="2157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8" name="pt48468"/>
            <p:cNvSpPr/>
            <p:nvPr/>
          </p:nvSpPr>
          <p:spPr>
            <a:xfrm>
              <a:off x="8741831" y="226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9" name="pt48469"/>
            <p:cNvSpPr/>
            <p:nvPr/>
          </p:nvSpPr>
          <p:spPr>
            <a:xfrm>
              <a:off x="9654228" y="2403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0" name="pt48470"/>
            <p:cNvSpPr/>
            <p:nvPr/>
          </p:nvSpPr>
          <p:spPr>
            <a:xfrm>
              <a:off x="8698707" y="2534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1" name="pt48471"/>
            <p:cNvSpPr/>
            <p:nvPr/>
          </p:nvSpPr>
          <p:spPr>
            <a:xfrm>
              <a:off x="8788576" y="2181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2" name="pt48472"/>
            <p:cNvSpPr/>
            <p:nvPr/>
          </p:nvSpPr>
          <p:spPr>
            <a:xfrm>
              <a:off x="8666631" y="2422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3" name="pt48473"/>
            <p:cNvSpPr/>
            <p:nvPr/>
          </p:nvSpPr>
          <p:spPr>
            <a:xfrm>
              <a:off x="9432499" y="189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4" name="pt48474"/>
            <p:cNvSpPr/>
            <p:nvPr/>
          </p:nvSpPr>
          <p:spPr>
            <a:xfrm>
              <a:off x="8973855" y="2156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5" name="pt48475"/>
            <p:cNvSpPr/>
            <p:nvPr/>
          </p:nvSpPr>
          <p:spPr>
            <a:xfrm>
              <a:off x="9578717" y="232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6" name="pt48476"/>
            <p:cNvSpPr/>
            <p:nvPr/>
          </p:nvSpPr>
          <p:spPr>
            <a:xfrm>
              <a:off x="8770040" y="2193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7" name="pt48477"/>
            <p:cNvSpPr/>
            <p:nvPr/>
          </p:nvSpPr>
          <p:spPr>
            <a:xfrm>
              <a:off x="9328879" y="2190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8" name="pt48478"/>
            <p:cNvSpPr/>
            <p:nvPr/>
          </p:nvSpPr>
          <p:spPr>
            <a:xfrm>
              <a:off x="8654494" y="2435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9" name="pt48479"/>
            <p:cNvSpPr/>
            <p:nvPr/>
          </p:nvSpPr>
          <p:spPr>
            <a:xfrm>
              <a:off x="9188912" y="1920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0" name="pt48480"/>
            <p:cNvSpPr/>
            <p:nvPr/>
          </p:nvSpPr>
          <p:spPr>
            <a:xfrm>
              <a:off x="9229609" y="182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1" name="pt48481"/>
            <p:cNvSpPr/>
            <p:nvPr/>
          </p:nvSpPr>
          <p:spPr>
            <a:xfrm>
              <a:off x="9072891" y="2196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2" name="pt48482"/>
            <p:cNvSpPr/>
            <p:nvPr/>
          </p:nvSpPr>
          <p:spPr>
            <a:xfrm>
              <a:off x="8688651" y="2452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3" name="pt48483"/>
            <p:cNvSpPr/>
            <p:nvPr/>
          </p:nvSpPr>
          <p:spPr>
            <a:xfrm>
              <a:off x="8717243" y="2342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4" name="pt48484"/>
            <p:cNvSpPr/>
            <p:nvPr/>
          </p:nvSpPr>
          <p:spPr>
            <a:xfrm>
              <a:off x="8825472" y="2128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5" name="pt48485"/>
            <p:cNvSpPr/>
            <p:nvPr/>
          </p:nvSpPr>
          <p:spPr>
            <a:xfrm>
              <a:off x="8878445" y="1885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6" name="pt48486"/>
            <p:cNvSpPr/>
            <p:nvPr/>
          </p:nvSpPr>
          <p:spPr>
            <a:xfrm>
              <a:off x="9303159" y="2104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7" name="pt48487"/>
            <p:cNvSpPr/>
            <p:nvPr/>
          </p:nvSpPr>
          <p:spPr>
            <a:xfrm>
              <a:off x="9097834" y="1940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8" name="pt48488"/>
            <p:cNvSpPr/>
            <p:nvPr/>
          </p:nvSpPr>
          <p:spPr>
            <a:xfrm>
              <a:off x="8473354" y="2357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9" name="pt48489"/>
            <p:cNvSpPr/>
            <p:nvPr/>
          </p:nvSpPr>
          <p:spPr>
            <a:xfrm>
              <a:off x="9092704" y="1852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0" name="pt48490"/>
            <p:cNvSpPr/>
            <p:nvPr/>
          </p:nvSpPr>
          <p:spPr>
            <a:xfrm>
              <a:off x="8666631" y="2409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1" name="pt48491"/>
            <p:cNvSpPr/>
            <p:nvPr/>
          </p:nvSpPr>
          <p:spPr>
            <a:xfrm>
              <a:off x="9346461" y="1913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2" name="pt48492"/>
            <p:cNvSpPr/>
            <p:nvPr/>
          </p:nvSpPr>
          <p:spPr>
            <a:xfrm>
              <a:off x="8977900" y="2373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3" name="pt48493"/>
            <p:cNvSpPr/>
            <p:nvPr/>
          </p:nvSpPr>
          <p:spPr>
            <a:xfrm>
              <a:off x="8799930" y="2080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4" name="pt48494"/>
            <p:cNvSpPr/>
            <p:nvPr/>
          </p:nvSpPr>
          <p:spPr>
            <a:xfrm>
              <a:off x="8473354" y="2537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5" name="pt48495"/>
            <p:cNvSpPr/>
            <p:nvPr/>
          </p:nvSpPr>
          <p:spPr>
            <a:xfrm>
              <a:off x="8987622" y="2281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6" name="pt48496"/>
            <p:cNvSpPr/>
            <p:nvPr/>
          </p:nvSpPr>
          <p:spPr>
            <a:xfrm>
              <a:off x="9049233" y="1965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7" name="pt48497"/>
            <p:cNvSpPr/>
            <p:nvPr/>
          </p:nvSpPr>
          <p:spPr>
            <a:xfrm>
              <a:off x="8312152" y="2385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8" name="pt48498"/>
            <p:cNvSpPr/>
            <p:nvPr/>
          </p:nvSpPr>
          <p:spPr>
            <a:xfrm>
              <a:off x="8935109" y="2048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9" name="pt48499"/>
            <p:cNvSpPr/>
            <p:nvPr/>
          </p:nvSpPr>
          <p:spPr>
            <a:xfrm>
              <a:off x="9349631" y="2173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0" name="pt48500"/>
            <p:cNvSpPr/>
            <p:nvPr/>
          </p:nvSpPr>
          <p:spPr>
            <a:xfrm>
              <a:off x="9879673" y="2548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1" name="pt48501"/>
            <p:cNvSpPr/>
            <p:nvPr/>
          </p:nvSpPr>
          <p:spPr>
            <a:xfrm>
              <a:off x="8556041" y="2538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2" name="pt48502"/>
            <p:cNvSpPr/>
            <p:nvPr/>
          </p:nvSpPr>
          <p:spPr>
            <a:xfrm>
              <a:off x="9347687" y="223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3" name="pt48503"/>
            <p:cNvSpPr/>
            <p:nvPr/>
          </p:nvSpPr>
          <p:spPr>
            <a:xfrm>
              <a:off x="8851911" y="2217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4" name="pt48504"/>
            <p:cNvSpPr/>
            <p:nvPr/>
          </p:nvSpPr>
          <p:spPr>
            <a:xfrm>
              <a:off x="9214649" y="2029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5" name="pt48505"/>
            <p:cNvSpPr/>
            <p:nvPr/>
          </p:nvSpPr>
          <p:spPr>
            <a:xfrm>
              <a:off x="9103798" y="1966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6" name="pt48506"/>
            <p:cNvSpPr/>
            <p:nvPr/>
          </p:nvSpPr>
          <p:spPr>
            <a:xfrm>
              <a:off x="9209365" y="2274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7" name="pt48507"/>
            <p:cNvSpPr/>
            <p:nvPr/>
          </p:nvSpPr>
          <p:spPr>
            <a:xfrm>
              <a:off x="8921875" y="2300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8" name="pt48508"/>
            <p:cNvSpPr/>
            <p:nvPr/>
          </p:nvSpPr>
          <p:spPr>
            <a:xfrm>
              <a:off x="8895213" y="2396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9" name="pt48509"/>
            <p:cNvSpPr/>
            <p:nvPr/>
          </p:nvSpPr>
          <p:spPr>
            <a:xfrm>
              <a:off x="8895213" y="2143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0" name="pt48510"/>
            <p:cNvSpPr/>
            <p:nvPr/>
          </p:nvSpPr>
          <p:spPr>
            <a:xfrm>
              <a:off x="8741831" y="2216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1" name="pt48511"/>
            <p:cNvSpPr/>
            <p:nvPr/>
          </p:nvSpPr>
          <p:spPr>
            <a:xfrm>
              <a:off x="8996835" y="2037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2" name="pt48512"/>
            <p:cNvSpPr/>
            <p:nvPr/>
          </p:nvSpPr>
          <p:spPr>
            <a:xfrm>
              <a:off x="8312152" y="2477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3" name="pt48513"/>
            <p:cNvSpPr/>
            <p:nvPr/>
          </p:nvSpPr>
          <p:spPr>
            <a:xfrm>
              <a:off x="9144612" y="1954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4" name="pt48514"/>
            <p:cNvSpPr/>
            <p:nvPr/>
          </p:nvSpPr>
          <p:spPr>
            <a:xfrm>
              <a:off x="9250331" y="2269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5" name="pt48515"/>
            <p:cNvSpPr/>
            <p:nvPr/>
          </p:nvSpPr>
          <p:spPr>
            <a:xfrm>
              <a:off x="9834193" y="2630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6" name="pt48516"/>
            <p:cNvSpPr/>
            <p:nvPr/>
          </p:nvSpPr>
          <p:spPr>
            <a:xfrm>
              <a:off x="8971798" y="2175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7" name="pt48517"/>
            <p:cNvSpPr/>
            <p:nvPr/>
          </p:nvSpPr>
          <p:spPr>
            <a:xfrm>
              <a:off x="8717243" y="2424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8" name="pt48518"/>
            <p:cNvSpPr/>
            <p:nvPr/>
          </p:nvSpPr>
          <p:spPr>
            <a:xfrm>
              <a:off x="8888696" y="2246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9" name="pt48519"/>
            <p:cNvSpPr/>
            <p:nvPr/>
          </p:nvSpPr>
          <p:spPr>
            <a:xfrm>
              <a:off x="8830164" y="2208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0" name="pt48520"/>
            <p:cNvSpPr/>
            <p:nvPr/>
          </p:nvSpPr>
          <p:spPr>
            <a:xfrm>
              <a:off x="8698707" y="2362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1" name="pt48521"/>
            <p:cNvSpPr/>
            <p:nvPr/>
          </p:nvSpPr>
          <p:spPr>
            <a:xfrm>
              <a:off x="8981853" y="2138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2" name="pt48522"/>
            <p:cNvSpPr/>
            <p:nvPr/>
          </p:nvSpPr>
          <p:spPr>
            <a:xfrm>
              <a:off x="8932540" y="2003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3" name="pt48523"/>
            <p:cNvSpPr/>
            <p:nvPr/>
          </p:nvSpPr>
          <p:spPr>
            <a:xfrm>
              <a:off x="8576763" y="2381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4" name="pt48524"/>
            <p:cNvSpPr/>
            <p:nvPr/>
          </p:nvSpPr>
          <p:spPr>
            <a:xfrm>
              <a:off x="9021891" y="1748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5" name="pt48525"/>
            <p:cNvSpPr/>
            <p:nvPr/>
          </p:nvSpPr>
          <p:spPr>
            <a:xfrm>
              <a:off x="8763400" y="2142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6" name="pt48526"/>
            <p:cNvSpPr/>
            <p:nvPr/>
          </p:nvSpPr>
          <p:spPr>
            <a:xfrm>
              <a:off x="8627374" y="2433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7" name="pt48527"/>
            <p:cNvSpPr/>
            <p:nvPr/>
          </p:nvSpPr>
          <p:spPr>
            <a:xfrm>
              <a:off x="9310856" y="2021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8" name="pt48528"/>
            <p:cNvSpPr/>
            <p:nvPr/>
          </p:nvSpPr>
          <p:spPr>
            <a:xfrm>
              <a:off x="8810596" y="2074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9" name="pt48529"/>
            <p:cNvSpPr/>
            <p:nvPr/>
          </p:nvSpPr>
          <p:spPr>
            <a:xfrm>
              <a:off x="8312152" y="2667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0" name="pt48530"/>
            <p:cNvSpPr/>
            <p:nvPr/>
          </p:nvSpPr>
          <p:spPr>
            <a:xfrm>
              <a:off x="9062080" y="1796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1" name="pt48531"/>
            <p:cNvSpPr/>
            <p:nvPr/>
          </p:nvSpPr>
          <p:spPr>
            <a:xfrm>
              <a:off x="8383485" y="2346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2" name="pt48532"/>
            <p:cNvSpPr/>
            <p:nvPr/>
          </p:nvSpPr>
          <p:spPr>
            <a:xfrm>
              <a:off x="9546496" y="1981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3" name="pt48533"/>
            <p:cNvSpPr/>
            <p:nvPr/>
          </p:nvSpPr>
          <p:spPr>
            <a:xfrm>
              <a:off x="8820652" y="1934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4" name="pt48534"/>
            <p:cNvSpPr/>
            <p:nvPr/>
          </p:nvSpPr>
          <p:spPr>
            <a:xfrm>
              <a:off x="8965476" y="2099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5" name="pt48535"/>
            <p:cNvSpPr/>
            <p:nvPr/>
          </p:nvSpPr>
          <p:spPr>
            <a:xfrm>
              <a:off x="9010641" y="1948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6" name="pt48536"/>
            <p:cNvSpPr/>
            <p:nvPr/>
          </p:nvSpPr>
          <p:spPr>
            <a:xfrm>
              <a:off x="8927288" y="2074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7" name="pt48537"/>
            <p:cNvSpPr/>
            <p:nvPr/>
          </p:nvSpPr>
          <p:spPr>
            <a:xfrm>
              <a:off x="8810596" y="2197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8" name="pt48538"/>
            <p:cNvSpPr/>
            <p:nvPr/>
          </p:nvSpPr>
          <p:spPr>
            <a:xfrm>
              <a:off x="8312152" y="2435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9" name="pt48539"/>
            <p:cNvSpPr/>
            <p:nvPr/>
          </p:nvSpPr>
          <p:spPr>
            <a:xfrm>
              <a:off x="9386161" y="2073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0" name="pt48540"/>
            <p:cNvSpPr/>
            <p:nvPr/>
          </p:nvSpPr>
          <p:spPr>
            <a:xfrm>
              <a:off x="8383485" y="2339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1" name="pt48541"/>
            <p:cNvSpPr/>
            <p:nvPr/>
          </p:nvSpPr>
          <p:spPr>
            <a:xfrm>
              <a:off x="8434097" y="2421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2" name="pt48542"/>
            <p:cNvSpPr/>
            <p:nvPr/>
          </p:nvSpPr>
          <p:spPr>
            <a:xfrm>
              <a:off x="8913428" y="2070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3" name="pt48543"/>
            <p:cNvSpPr/>
            <p:nvPr/>
          </p:nvSpPr>
          <p:spPr>
            <a:xfrm>
              <a:off x="8776438" y="2053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4" name="pt48544"/>
            <p:cNvSpPr/>
            <p:nvPr/>
          </p:nvSpPr>
          <p:spPr>
            <a:xfrm>
              <a:off x="8725827" y="2302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5" name="pt48545"/>
            <p:cNvSpPr/>
            <p:nvPr/>
          </p:nvSpPr>
          <p:spPr>
            <a:xfrm>
              <a:off x="9003873" y="1953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6" name="pt48546"/>
            <p:cNvSpPr/>
            <p:nvPr/>
          </p:nvSpPr>
          <p:spPr>
            <a:xfrm>
              <a:off x="8312152" y="2536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7" name="pt48547"/>
            <p:cNvSpPr/>
            <p:nvPr/>
          </p:nvSpPr>
          <p:spPr>
            <a:xfrm>
              <a:off x="8859909" y="1886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8" name="pt48548"/>
            <p:cNvSpPr/>
            <p:nvPr/>
          </p:nvSpPr>
          <p:spPr>
            <a:xfrm>
              <a:off x="9055774" y="1701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9" name="pt48549"/>
            <p:cNvSpPr/>
            <p:nvPr/>
          </p:nvSpPr>
          <p:spPr>
            <a:xfrm>
              <a:off x="9450688" y="1939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0" name="pt48550"/>
            <p:cNvSpPr/>
            <p:nvPr/>
          </p:nvSpPr>
          <p:spPr>
            <a:xfrm>
              <a:off x="8921875" y="2049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1" name="pt48551"/>
            <p:cNvSpPr/>
            <p:nvPr/>
          </p:nvSpPr>
          <p:spPr>
            <a:xfrm>
              <a:off x="8810596" y="2158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2" name="pt48552"/>
            <p:cNvSpPr/>
            <p:nvPr/>
          </p:nvSpPr>
          <p:spPr>
            <a:xfrm>
              <a:off x="8383485" y="2515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3" name="pt48553"/>
            <p:cNvSpPr/>
            <p:nvPr/>
          </p:nvSpPr>
          <p:spPr>
            <a:xfrm>
              <a:off x="9452582" y="1936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4" name="pt48554"/>
            <p:cNvSpPr/>
            <p:nvPr/>
          </p:nvSpPr>
          <p:spPr>
            <a:xfrm>
              <a:off x="8312152" y="2462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5" name="pt48555"/>
            <p:cNvSpPr/>
            <p:nvPr/>
          </p:nvSpPr>
          <p:spPr>
            <a:xfrm>
              <a:off x="8979888" y="2288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6" name="pt48556"/>
            <p:cNvSpPr/>
            <p:nvPr/>
          </p:nvSpPr>
          <p:spPr>
            <a:xfrm>
              <a:off x="9349631" y="2327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7" name="pt48557"/>
            <p:cNvSpPr/>
            <p:nvPr/>
          </p:nvSpPr>
          <p:spPr>
            <a:xfrm>
              <a:off x="9282477" y="2198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8" name="pt48558"/>
            <p:cNvSpPr/>
            <p:nvPr/>
          </p:nvSpPr>
          <p:spPr>
            <a:xfrm>
              <a:off x="8473354" y="2217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9" name="pt48559"/>
            <p:cNvSpPr/>
            <p:nvPr/>
          </p:nvSpPr>
          <p:spPr>
            <a:xfrm>
              <a:off x="9097834" y="2097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0" name="pt48560"/>
            <p:cNvSpPr/>
            <p:nvPr/>
          </p:nvSpPr>
          <p:spPr>
            <a:xfrm>
              <a:off x="8975889" y="2177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1" name="pt48561"/>
            <p:cNvSpPr/>
            <p:nvPr/>
          </p:nvSpPr>
          <p:spPr>
            <a:xfrm>
              <a:off x="8867559" y="1966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2" name="pt48562"/>
            <p:cNvSpPr/>
            <p:nvPr/>
          </p:nvSpPr>
          <p:spPr>
            <a:xfrm>
              <a:off x="9551860" y="1830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3" name="pt48563"/>
            <p:cNvSpPr/>
            <p:nvPr/>
          </p:nvSpPr>
          <p:spPr>
            <a:xfrm>
              <a:off x="8654494" y="2461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4" name="pt48564"/>
            <p:cNvSpPr/>
            <p:nvPr/>
          </p:nvSpPr>
          <p:spPr>
            <a:xfrm>
              <a:off x="8919104" y="2230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5" name="pt48565"/>
            <p:cNvSpPr/>
            <p:nvPr/>
          </p:nvSpPr>
          <p:spPr>
            <a:xfrm>
              <a:off x="9218255" y="1898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6" name="pt48566"/>
            <p:cNvSpPr/>
            <p:nvPr/>
          </p:nvSpPr>
          <p:spPr>
            <a:xfrm>
              <a:off x="8958919" y="186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7" name="pt48567"/>
            <p:cNvSpPr/>
            <p:nvPr/>
          </p:nvSpPr>
          <p:spPr>
            <a:xfrm>
              <a:off x="8961132" y="2095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8" name="pt48568"/>
            <p:cNvSpPr/>
            <p:nvPr/>
          </p:nvSpPr>
          <p:spPr>
            <a:xfrm>
              <a:off x="8963317" y="2049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9" name="pt48569"/>
            <p:cNvSpPr/>
            <p:nvPr/>
          </p:nvSpPr>
          <p:spPr>
            <a:xfrm>
              <a:off x="8677986" y="2321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0" name="pt48570"/>
            <p:cNvSpPr/>
            <p:nvPr/>
          </p:nvSpPr>
          <p:spPr>
            <a:xfrm>
              <a:off x="8996835" y="2069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1" name="pt48571"/>
            <p:cNvSpPr/>
            <p:nvPr/>
          </p:nvSpPr>
          <p:spPr>
            <a:xfrm>
              <a:off x="8312152" y="2522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2" name="pt48572"/>
            <p:cNvSpPr/>
            <p:nvPr/>
          </p:nvSpPr>
          <p:spPr>
            <a:xfrm>
              <a:off x="8895213" y="2214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3" name="pt48573"/>
            <p:cNvSpPr/>
            <p:nvPr/>
          </p:nvSpPr>
          <p:spPr>
            <a:xfrm>
              <a:off x="8782612" y="2248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4" name="pt48574"/>
            <p:cNvSpPr/>
            <p:nvPr/>
          </p:nvSpPr>
          <p:spPr>
            <a:xfrm>
              <a:off x="8383485" y="2340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5" name="pt48575"/>
            <p:cNvSpPr/>
            <p:nvPr/>
          </p:nvSpPr>
          <p:spPr>
            <a:xfrm>
              <a:off x="9176429" y="1914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6" name="pt48576"/>
            <p:cNvSpPr/>
            <p:nvPr/>
          </p:nvSpPr>
          <p:spPr>
            <a:xfrm>
              <a:off x="9512564" y="2525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7" name="pt48577"/>
            <p:cNvSpPr/>
            <p:nvPr/>
          </p:nvSpPr>
          <p:spPr>
            <a:xfrm>
              <a:off x="8717243" y="231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8" name="pt48578"/>
            <p:cNvSpPr/>
            <p:nvPr/>
          </p:nvSpPr>
          <p:spPr>
            <a:xfrm>
              <a:off x="9509182" y="2379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9" name="pt48579"/>
            <p:cNvSpPr/>
            <p:nvPr/>
          </p:nvSpPr>
          <p:spPr>
            <a:xfrm>
              <a:off x="8612066" y="2145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0" name="pt48580"/>
            <p:cNvSpPr/>
            <p:nvPr/>
          </p:nvSpPr>
          <p:spPr>
            <a:xfrm>
              <a:off x="8977900" y="2353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1" name="pt48581"/>
            <p:cNvSpPr/>
            <p:nvPr/>
          </p:nvSpPr>
          <p:spPr>
            <a:xfrm>
              <a:off x="8627374" y="2158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2" name="pt48582"/>
            <p:cNvSpPr/>
            <p:nvPr/>
          </p:nvSpPr>
          <p:spPr>
            <a:xfrm>
              <a:off x="8473354" y="2317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3" name="pt48583"/>
            <p:cNvSpPr/>
            <p:nvPr/>
          </p:nvSpPr>
          <p:spPr>
            <a:xfrm>
              <a:off x="9097834" y="1897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4" name="pt48584"/>
            <p:cNvSpPr/>
            <p:nvPr/>
          </p:nvSpPr>
          <p:spPr>
            <a:xfrm>
              <a:off x="9237554" y="1925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5" name="pt48585"/>
            <p:cNvSpPr/>
            <p:nvPr/>
          </p:nvSpPr>
          <p:spPr>
            <a:xfrm>
              <a:off x="8913428" y="2198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6" name="pt48586"/>
            <p:cNvSpPr/>
            <p:nvPr/>
          </p:nvSpPr>
          <p:spPr>
            <a:xfrm>
              <a:off x="8312152" y="2521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7" name="pt48587"/>
            <p:cNvSpPr/>
            <p:nvPr/>
          </p:nvSpPr>
          <p:spPr>
            <a:xfrm>
              <a:off x="8749319" y="2012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8" name="pt48588"/>
            <p:cNvSpPr/>
            <p:nvPr/>
          </p:nvSpPr>
          <p:spPr>
            <a:xfrm>
              <a:off x="8843532" y="2113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9" name="pt48589"/>
            <p:cNvSpPr/>
            <p:nvPr/>
          </p:nvSpPr>
          <p:spPr>
            <a:xfrm>
              <a:off x="8473354" y="2315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0" name="pt48590"/>
            <p:cNvSpPr/>
            <p:nvPr/>
          </p:nvSpPr>
          <p:spPr>
            <a:xfrm>
              <a:off x="8383485" y="2361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1" name="pt48591"/>
            <p:cNvSpPr/>
            <p:nvPr/>
          </p:nvSpPr>
          <p:spPr>
            <a:xfrm>
              <a:off x="9053186" y="174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2" name="pt48592"/>
            <p:cNvSpPr/>
            <p:nvPr/>
          </p:nvSpPr>
          <p:spPr>
            <a:xfrm>
              <a:off x="8855955" y="2193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3" name="pt48593"/>
            <p:cNvSpPr/>
            <p:nvPr/>
          </p:nvSpPr>
          <p:spPr>
            <a:xfrm>
              <a:off x="9554821" y="237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4" name="pt48594"/>
            <p:cNvSpPr/>
            <p:nvPr/>
          </p:nvSpPr>
          <p:spPr>
            <a:xfrm>
              <a:off x="8932540" y="2072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5" name="pt48595"/>
            <p:cNvSpPr/>
            <p:nvPr/>
          </p:nvSpPr>
          <p:spPr>
            <a:xfrm>
              <a:off x="8839187" y="2106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6" name="pt48596"/>
            <p:cNvSpPr/>
            <p:nvPr/>
          </p:nvSpPr>
          <p:spPr>
            <a:xfrm>
              <a:off x="9035373" y="1499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7" name="pt48597"/>
            <p:cNvSpPr/>
            <p:nvPr/>
          </p:nvSpPr>
          <p:spPr>
            <a:xfrm>
              <a:off x="9003873" y="1965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8" name="pt48598"/>
            <p:cNvSpPr/>
            <p:nvPr/>
          </p:nvSpPr>
          <p:spPr>
            <a:xfrm>
              <a:off x="9146155" y="204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9" name="pt48599"/>
            <p:cNvSpPr/>
            <p:nvPr/>
          </p:nvSpPr>
          <p:spPr>
            <a:xfrm>
              <a:off x="8434097" y="2318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0" name="pt48600"/>
            <p:cNvSpPr/>
            <p:nvPr/>
          </p:nvSpPr>
          <p:spPr>
            <a:xfrm>
              <a:off x="9143835" y="2088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1" name="pt48601"/>
            <p:cNvSpPr/>
            <p:nvPr/>
          </p:nvSpPr>
          <p:spPr>
            <a:xfrm>
              <a:off x="8799930" y="2195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2" name="pt48602"/>
            <p:cNvSpPr/>
            <p:nvPr/>
          </p:nvSpPr>
          <p:spPr>
            <a:xfrm>
              <a:off x="9205570" y="2039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3" name="pt48603"/>
            <p:cNvSpPr/>
            <p:nvPr/>
          </p:nvSpPr>
          <p:spPr>
            <a:xfrm>
              <a:off x="8825472" y="1991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4" name="pt48604"/>
            <p:cNvSpPr/>
            <p:nvPr/>
          </p:nvSpPr>
          <p:spPr>
            <a:xfrm>
              <a:off x="8641456" y="214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5" name="pt48605"/>
            <p:cNvSpPr/>
            <p:nvPr/>
          </p:nvSpPr>
          <p:spPr>
            <a:xfrm>
              <a:off x="8708219" y="2383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6" name="pt48606"/>
            <p:cNvSpPr/>
            <p:nvPr/>
          </p:nvSpPr>
          <p:spPr>
            <a:xfrm>
              <a:off x="9051878" y="177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7" name="pt48607"/>
            <p:cNvSpPr/>
            <p:nvPr/>
          </p:nvSpPr>
          <p:spPr>
            <a:xfrm>
              <a:off x="8749319" y="1885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8" name="pt48608"/>
            <p:cNvSpPr/>
            <p:nvPr/>
          </p:nvSpPr>
          <p:spPr>
            <a:xfrm>
              <a:off x="9106706" y="2004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9" name="pt48609"/>
            <p:cNvSpPr/>
            <p:nvPr/>
          </p:nvSpPr>
          <p:spPr>
            <a:xfrm>
              <a:off x="9502520" y="2337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0" name="pt48610"/>
            <p:cNvSpPr/>
            <p:nvPr/>
          </p:nvSpPr>
          <p:spPr>
            <a:xfrm>
              <a:off x="9121452" y="2017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1" name="pt48611"/>
            <p:cNvSpPr/>
            <p:nvPr/>
          </p:nvSpPr>
          <p:spPr>
            <a:xfrm>
              <a:off x="9060837" y="1759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2" name="pt48612"/>
            <p:cNvSpPr/>
            <p:nvPr/>
          </p:nvSpPr>
          <p:spPr>
            <a:xfrm>
              <a:off x="8935109" y="2123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3" name="pt48613"/>
            <p:cNvSpPr/>
            <p:nvPr/>
          </p:nvSpPr>
          <p:spPr>
            <a:xfrm>
              <a:off x="9329422" y="2156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4" name="pt48614"/>
            <p:cNvSpPr/>
            <p:nvPr/>
          </p:nvSpPr>
          <p:spPr>
            <a:xfrm>
              <a:off x="9652594" y="2245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5" name="pt48615"/>
            <p:cNvSpPr/>
            <p:nvPr/>
          </p:nvSpPr>
          <p:spPr>
            <a:xfrm>
              <a:off x="9028011" y="1555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6" name="pt48616"/>
            <p:cNvSpPr/>
            <p:nvPr/>
          </p:nvSpPr>
          <p:spPr>
            <a:xfrm>
              <a:off x="9978328" y="2606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7" name="pt48617"/>
            <p:cNvSpPr/>
            <p:nvPr/>
          </p:nvSpPr>
          <p:spPr>
            <a:xfrm>
              <a:off x="8788576" y="2478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8" name="pt48618"/>
            <p:cNvSpPr/>
            <p:nvPr/>
          </p:nvSpPr>
          <p:spPr>
            <a:xfrm>
              <a:off x="8627374" y="2175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9" name="pt48619"/>
            <p:cNvSpPr/>
            <p:nvPr/>
          </p:nvSpPr>
          <p:spPr>
            <a:xfrm>
              <a:off x="8556041" y="2496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0" name="pt48620"/>
            <p:cNvSpPr/>
            <p:nvPr/>
          </p:nvSpPr>
          <p:spPr>
            <a:xfrm>
              <a:off x="8825472" y="2056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1" name="pt48621"/>
            <p:cNvSpPr/>
            <p:nvPr/>
          </p:nvSpPr>
          <p:spPr>
            <a:xfrm>
              <a:off x="8839187" y="2073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2" name="pt48622"/>
            <p:cNvSpPr/>
            <p:nvPr/>
          </p:nvSpPr>
          <p:spPr>
            <a:xfrm>
              <a:off x="9444456" y="2028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3" name="pt48623"/>
            <p:cNvSpPr/>
            <p:nvPr/>
          </p:nvSpPr>
          <p:spPr>
            <a:xfrm>
              <a:off x="8434097" y="240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4" name="pt48624"/>
            <p:cNvSpPr/>
            <p:nvPr/>
          </p:nvSpPr>
          <p:spPr>
            <a:xfrm>
              <a:off x="8981853" y="2255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5" name="pt48625"/>
            <p:cNvSpPr/>
            <p:nvPr/>
          </p:nvSpPr>
          <p:spPr>
            <a:xfrm>
              <a:off x="9241172" y="1911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6" name="pt48626"/>
            <p:cNvSpPr/>
            <p:nvPr/>
          </p:nvSpPr>
          <p:spPr>
            <a:xfrm>
              <a:off x="8595298" y="2228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7" name="pt48627"/>
            <p:cNvSpPr/>
            <p:nvPr/>
          </p:nvSpPr>
          <p:spPr>
            <a:xfrm>
              <a:off x="8725827" y="2238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8" name="pt48628"/>
            <p:cNvSpPr/>
            <p:nvPr/>
          </p:nvSpPr>
          <p:spPr>
            <a:xfrm>
              <a:off x="8863776" y="2091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9" name="pt48629"/>
            <p:cNvSpPr/>
            <p:nvPr/>
          </p:nvSpPr>
          <p:spPr>
            <a:xfrm>
              <a:off x="9211498" y="2107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0" name="pt48630"/>
            <p:cNvSpPr/>
            <p:nvPr/>
          </p:nvSpPr>
          <p:spPr>
            <a:xfrm>
              <a:off x="8878445" y="2012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1" name="pt48631"/>
            <p:cNvSpPr/>
            <p:nvPr/>
          </p:nvSpPr>
          <p:spPr>
            <a:xfrm>
              <a:off x="8788576" y="2338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2" name="pt48632"/>
            <p:cNvSpPr/>
            <p:nvPr/>
          </p:nvSpPr>
          <p:spPr>
            <a:xfrm>
              <a:off x="8595298" y="2169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3" name="pt48633"/>
            <p:cNvSpPr/>
            <p:nvPr/>
          </p:nvSpPr>
          <p:spPr>
            <a:xfrm>
              <a:off x="9291111" y="1833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4" name="pt48634"/>
            <p:cNvSpPr/>
            <p:nvPr/>
          </p:nvSpPr>
          <p:spPr>
            <a:xfrm>
              <a:off x="8770040" y="216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5" name="pt48635"/>
            <p:cNvSpPr/>
            <p:nvPr/>
          </p:nvSpPr>
          <p:spPr>
            <a:xfrm>
              <a:off x="8932540" y="2111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6" name="pt48636"/>
            <p:cNvSpPr/>
            <p:nvPr/>
          </p:nvSpPr>
          <p:spPr>
            <a:xfrm>
              <a:off x="8756500" y="191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7" name="pt48637"/>
            <p:cNvSpPr/>
            <p:nvPr/>
          </p:nvSpPr>
          <p:spPr>
            <a:xfrm>
              <a:off x="8871263" y="2070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8" name="pt48638"/>
            <p:cNvSpPr/>
            <p:nvPr/>
          </p:nvSpPr>
          <p:spPr>
            <a:xfrm>
              <a:off x="9021891" y="1667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9" name="pt48639"/>
            <p:cNvSpPr/>
            <p:nvPr/>
          </p:nvSpPr>
          <p:spPr>
            <a:xfrm>
              <a:off x="8595298" y="2249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0" name="pt48640"/>
            <p:cNvSpPr/>
            <p:nvPr/>
          </p:nvSpPr>
          <p:spPr>
            <a:xfrm>
              <a:off x="8312152" y="2596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1" name="pt48641"/>
            <p:cNvSpPr/>
            <p:nvPr/>
          </p:nvSpPr>
          <p:spPr>
            <a:xfrm>
              <a:off x="9548926" y="1831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2" name="pt48642"/>
            <p:cNvSpPr/>
            <p:nvPr/>
          </p:nvSpPr>
          <p:spPr>
            <a:xfrm>
              <a:off x="8825472" y="2155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3" name="pt48643"/>
            <p:cNvSpPr/>
            <p:nvPr/>
          </p:nvSpPr>
          <p:spPr>
            <a:xfrm>
              <a:off x="9211498" y="2044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4" name="pt48644"/>
            <p:cNvSpPr/>
            <p:nvPr/>
          </p:nvSpPr>
          <p:spPr>
            <a:xfrm>
              <a:off x="8383485" y="2368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5" name="pt48645"/>
            <p:cNvSpPr/>
            <p:nvPr/>
          </p:nvSpPr>
          <p:spPr>
            <a:xfrm>
              <a:off x="9573785" y="2270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6" name="pt48646"/>
            <p:cNvSpPr/>
            <p:nvPr/>
          </p:nvSpPr>
          <p:spPr>
            <a:xfrm>
              <a:off x="8825472" y="2057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7" name="pt48647"/>
            <p:cNvSpPr/>
            <p:nvPr/>
          </p:nvSpPr>
          <p:spPr>
            <a:xfrm>
              <a:off x="9066967" y="2184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8" name="pt48648"/>
            <p:cNvSpPr/>
            <p:nvPr/>
          </p:nvSpPr>
          <p:spPr>
            <a:xfrm>
              <a:off x="9354634" y="2196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9" name="pt48649"/>
            <p:cNvSpPr/>
            <p:nvPr/>
          </p:nvSpPr>
          <p:spPr>
            <a:xfrm>
              <a:off x="9024978" y="1880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0" name="pt48650"/>
            <p:cNvSpPr/>
            <p:nvPr/>
          </p:nvSpPr>
          <p:spPr>
            <a:xfrm>
              <a:off x="8505430" y="2446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1" name="pt48651"/>
            <p:cNvSpPr/>
            <p:nvPr/>
          </p:nvSpPr>
          <p:spPr>
            <a:xfrm>
              <a:off x="8895213" y="2128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2" name="pt48652"/>
            <p:cNvSpPr/>
            <p:nvPr/>
          </p:nvSpPr>
          <p:spPr>
            <a:xfrm>
              <a:off x="9202808" y="2030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3" name="pt48653"/>
            <p:cNvSpPr/>
            <p:nvPr/>
          </p:nvSpPr>
          <p:spPr>
            <a:xfrm>
              <a:off x="8383485" y="2386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4" name="pt48654"/>
            <p:cNvSpPr/>
            <p:nvPr/>
          </p:nvSpPr>
          <p:spPr>
            <a:xfrm>
              <a:off x="9414733" y="2159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5" name="pt48655"/>
            <p:cNvSpPr/>
            <p:nvPr/>
          </p:nvSpPr>
          <p:spPr>
            <a:xfrm>
              <a:off x="8921875" y="2134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6" name="pt48656"/>
            <p:cNvSpPr/>
            <p:nvPr/>
          </p:nvSpPr>
          <p:spPr>
            <a:xfrm>
              <a:off x="8977900" y="2312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7" name="pt48657"/>
            <p:cNvSpPr/>
            <p:nvPr/>
          </p:nvSpPr>
          <p:spPr>
            <a:xfrm>
              <a:off x="9452717" y="1852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8" name="pt48658"/>
            <p:cNvSpPr/>
            <p:nvPr/>
          </p:nvSpPr>
          <p:spPr>
            <a:xfrm>
              <a:off x="8770040" y="2258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9" name="pt48659"/>
            <p:cNvSpPr/>
            <p:nvPr/>
          </p:nvSpPr>
          <p:spPr>
            <a:xfrm>
              <a:off x="8734011" y="2208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0" name="pt48660"/>
            <p:cNvSpPr/>
            <p:nvPr/>
          </p:nvSpPr>
          <p:spPr>
            <a:xfrm>
              <a:off x="9218764" y="1838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1" name="pt48661"/>
            <p:cNvSpPr/>
            <p:nvPr/>
          </p:nvSpPr>
          <p:spPr>
            <a:xfrm>
              <a:off x="8505430" y="2352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2" name="pt48662"/>
            <p:cNvSpPr/>
            <p:nvPr/>
          </p:nvSpPr>
          <p:spPr>
            <a:xfrm>
              <a:off x="8863776" y="2147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3" name="pt48663"/>
            <p:cNvSpPr/>
            <p:nvPr/>
          </p:nvSpPr>
          <p:spPr>
            <a:xfrm>
              <a:off x="9452582" y="1770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4" name="pt48664"/>
            <p:cNvSpPr/>
            <p:nvPr/>
          </p:nvSpPr>
          <p:spPr>
            <a:xfrm>
              <a:off x="8556041" y="2430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5" name="pt48665"/>
            <p:cNvSpPr/>
            <p:nvPr/>
          </p:nvSpPr>
          <p:spPr>
            <a:xfrm>
              <a:off x="8698707" y="2429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6" name="pt48666"/>
            <p:cNvSpPr/>
            <p:nvPr/>
          </p:nvSpPr>
          <p:spPr>
            <a:xfrm>
              <a:off x="9035373" y="1535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7" name="pt48667"/>
            <p:cNvSpPr/>
            <p:nvPr/>
          </p:nvSpPr>
          <p:spPr>
            <a:xfrm>
              <a:off x="8434097" y="2295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8" name="pt48668"/>
            <p:cNvSpPr/>
            <p:nvPr/>
          </p:nvSpPr>
          <p:spPr>
            <a:xfrm>
              <a:off x="8947416" y="1889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9" name="pt48669"/>
            <p:cNvSpPr/>
            <p:nvPr/>
          </p:nvSpPr>
          <p:spPr>
            <a:xfrm>
              <a:off x="9310253" y="2043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0" name="pt48670"/>
            <p:cNvSpPr/>
            <p:nvPr/>
          </p:nvSpPr>
          <p:spPr>
            <a:xfrm>
              <a:off x="8734011" y="2221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1" name="pt48671"/>
            <p:cNvSpPr/>
            <p:nvPr/>
          </p:nvSpPr>
          <p:spPr>
            <a:xfrm>
              <a:off x="8595298" y="223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2" name="pt48672"/>
            <p:cNvSpPr/>
            <p:nvPr/>
          </p:nvSpPr>
          <p:spPr>
            <a:xfrm>
              <a:off x="8830164" y="2100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3" name="pt48673"/>
            <p:cNvSpPr/>
            <p:nvPr/>
          </p:nvSpPr>
          <p:spPr>
            <a:xfrm>
              <a:off x="8981853" y="2257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4" name="pt48674"/>
            <p:cNvSpPr/>
            <p:nvPr/>
          </p:nvSpPr>
          <p:spPr>
            <a:xfrm>
              <a:off x="8847771" y="2201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5" name="pt48675"/>
            <p:cNvSpPr/>
            <p:nvPr/>
          </p:nvSpPr>
          <p:spPr>
            <a:xfrm>
              <a:off x="9303159" y="1978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6" name="pt48676"/>
            <p:cNvSpPr/>
            <p:nvPr/>
          </p:nvSpPr>
          <p:spPr>
            <a:xfrm>
              <a:off x="8987622" y="2133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7" name="pt48677"/>
            <p:cNvSpPr/>
            <p:nvPr/>
          </p:nvSpPr>
          <p:spPr>
            <a:xfrm>
              <a:off x="8749319" y="2294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8" name="pt48678"/>
            <p:cNvSpPr/>
            <p:nvPr/>
          </p:nvSpPr>
          <p:spPr>
            <a:xfrm>
              <a:off x="8859909" y="2001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9" name="pt48679"/>
            <p:cNvSpPr/>
            <p:nvPr/>
          </p:nvSpPr>
          <p:spPr>
            <a:xfrm>
              <a:off x="8843532" y="1992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0" name="pt48680"/>
            <p:cNvSpPr/>
            <p:nvPr/>
          </p:nvSpPr>
          <p:spPr>
            <a:xfrm>
              <a:off x="8947416" y="1919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1" name="pt48681"/>
            <p:cNvSpPr/>
            <p:nvPr/>
          </p:nvSpPr>
          <p:spPr>
            <a:xfrm>
              <a:off x="8505430" y="2398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2" name="pt48682"/>
            <p:cNvSpPr/>
            <p:nvPr/>
          </p:nvSpPr>
          <p:spPr>
            <a:xfrm>
              <a:off x="8810596" y="2237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3" name="pt48683"/>
            <p:cNvSpPr/>
            <p:nvPr/>
          </p:nvSpPr>
          <p:spPr>
            <a:xfrm>
              <a:off x="8971798" y="2125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4" name="pt48684"/>
            <p:cNvSpPr/>
            <p:nvPr/>
          </p:nvSpPr>
          <p:spPr>
            <a:xfrm>
              <a:off x="9069361" y="2125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5" name="pt48685"/>
            <p:cNvSpPr/>
            <p:nvPr/>
          </p:nvSpPr>
          <p:spPr>
            <a:xfrm>
              <a:off x="8595298" y="2216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6" name="pt48686"/>
            <p:cNvSpPr/>
            <p:nvPr/>
          </p:nvSpPr>
          <p:spPr>
            <a:xfrm>
              <a:off x="9564416" y="2174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7" name="pt48687"/>
            <p:cNvSpPr/>
            <p:nvPr/>
          </p:nvSpPr>
          <p:spPr>
            <a:xfrm>
              <a:off x="8874891" y="2273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8" name="pt48688"/>
            <p:cNvSpPr/>
            <p:nvPr/>
          </p:nvSpPr>
          <p:spPr>
            <a:xfrm>
              <a:off x="8505430" y="2392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9" name="pt48689"/>
            <p:cNvSpPr/>
            <p:nvPr/>
          </p:nvSpPr>
          <p:spPr>
            <a:xfrm>
              <a:off x="9161591" y="215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0" name="pt48690"/>
            <p:cNvSpPr/>
            <p:nvPr/>
          </p:nvSpPr>
          <p:spPr>
            <a:xfrm>
              <a:off x="9548926" y="1810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1" name="pt48691"/>
            <p:cNvSpPr/>
            <p:nvPr/>
          </p:nvSpPr>
          <p:spPr>
            <a:xfrm>
              <a:off x="8794345" y="2284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2" name="pt48692"/>
            <p:cNvSpPr/>
            <p:nvPr/>
          </p:nvSpPr>
          <p:spPr>
            <a:xfrm>
              <a:off x="9051878" y="1769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3" name="pt48693"/>
            <p:cNvSpPr/>
            <p:nvPr/>
          </p:nvSpPr>
          <p:spPr>
            <a:xfrm>
              <a:off x="8810596" y="2074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4" name="pt48694"/>
            <p:cNvSpPr/>
            <p:nvPr/>
          </p:nvSpPr>
          <p:spPr>
            <a:xfrm>
              <a:off x="9080864" y="174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5" name="pt48695"/>
            <p:cNvSpPr/>
            <p:nvPr/>
          </p:nvSpPr>
          <p:spPr>
            <a:xfrm>
              <a:off x="8666631" y="2403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6" name="pt48696"/>
            <p:cNvSpPr/>
            <p:nvPr/>
          </p:nvSpPr>
          <p:spPr>
            <a:xfrm>
              <a:off x="9045188" y="1923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7" name="pt48697"/>
            <p:cNvSpPr/>
            <p:nvPr/>
          </p:nvSpPr>
          <p:spPr>
            <a:xfrm>
              <a:off x="8698707" y="2478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8" name="pt48698"/>
            <p:cNvSpPr/>
            <p:nvPr/>
          </p:nvSpPr>
          <p:spPr>
            <a:xfrm>
              <a:off x="8532549" y="2430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9" name="pt48699"/>
            <p:cNvSpPr/>
            <p:nvPr/>
          </p:nvSpPr>
          <p:spPr>
            <a:xfrm>
              <a:off x="8770040" y="2045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0" name="pt48700"/>
            <p:cNvSpPr/>
            <p:nvPr/>
          </p:nvSpPr>
          <p:spPr>
            <a:xfrm>
              <a:off x="8677986" y="2406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1" name="pt48701"/>
            <p:cNvSpPr/>
            <p:nvPr/>
          </p:nvSpPr>
          <p:spPr>
            <a:xfrm>
              <a:off x="8595298" y="2229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2" name="pt48702"/>
            <p:cNvSpPr/>
            <p:nvPr/>
          </p:nvSpPr>
          <p:spPr>
            <a:xfrm>
              <a:off x="8688651" y="2513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3" name="pt48703"/>
            <p:cNvSpPr/>
            <p:nvPr/>
          </p:nvSpPr>
          <p:spPr>
            <a:xfrm>
              <a:off x="8505430" y="2623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4" name="pt48704"/>
            <p:cNvSpPr/>
            <p:nvPr/>
          </p:nvSpPr>
          <p:spPr>
            <a:xfrm>
              <a:off x="9146155" y="2012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5" name="pt48705"/>
            <p:cNvSpPr/>
            <p:nvPr/>
          </p:nvSpPr>
          <p:spPr>
            <a:xfrm>
              <a:off x="9218255" y="2026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6" name="pt48706"/>
            <p:cNvSpPr/>
            <p:nvPr/>
          </p:nvSpPr>
          <p:spPr>
            <a:xfrm>
              <a:off x="8805344" y="2051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7" name="pt48707"/>
            <p:cNvSpPr/>
            <p:nvPr/>
          </p:nvSpPr>
          <p:spPr>
            <a:xfrm>
              <a:off x="8981853" y="2139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8" name="pt48708"/>
            <p:cNvSpPr/>
            <p:nvPr/>
          </p:nvSpPr>
          <p:spPr>
            <a:xfrm>
              <a:off x="8993208" y="2054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9" name="pt48709"/>
            <p:cNvSpPr/>
            <p:nvPr/>
          </p:nvSpPr>
          <p:spPr>
            <a:xfrm>
              <a:off x="9564416" y="226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0" name="pt48710"/>
            <p:cNvSpPr/>
            <p:nvPr/>
          </p:nvSpPr>
          <p:spPr>
            <a:xfrm>
              <a:off x="9349631" y="2158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1" name="pt48711"/>
            <p:cNvSpPr/>
            <p:nvPr/>
          </p:nvSpPr>
          <p:spPr>
            <a:xfrm>
              <a:off x="9066967" y="2134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2" name="pt48712"/>
            <p:cNvSpPr/>
            <p:nvPr/>
          </p:nvSpPr>
          <p:spPr>
            <a:xfrm>
              <a:off x="8532549" y="2462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3" name="pt48713"/>
            <p:cNvSpPr/>
            <p:nvPr/>
          </p:nvSpPr>
          <p:spPr>
            <a:xfrm>
              <a:off x="8688651" y="2336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4" name="pt48714"/>
            <p:cNvSpPr/>
            <p:nvPr/>
          </p:nvSpPr>
          <p:spPr>
            <a:xfrm>
              <a:off x="9202808" y="2058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5" name="pt48715"/>
            <p:cNvSpPr/>
            <p:nvPr/>
          </p:nvSpPr>
          <p:spPr>
            <a:xfrm>
              <a:off x="8734011" y="2191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6" name="pt48716"/>
            <p:cNvSpPr/>
            <p:nvPr/>
          </p:nvSpPr>
          <p:spPr>
            <a:xfrm>
              <a:off x="8312152" y="2435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7" name="pt48717"/>
            <p:cNvSpPr/>
            <p:nvPr/>
          </p:nvSpPr>
          <p:spPr>
            <a:xfrm>
              <a:off x="9107665" y="2022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8" name="pt48718"/>
            <p:cNvSpPr/>
            <p:nvPr/>
          </p:nvSpPr>
          <p:spPr>
            <a:xfrm>
              <a:off x="9301896" y="1954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9" name="pt48719"/>
            <p:cNvSpPr/>
            <p:nvPr/>
          </p:nvSpPr>
          <p:spPr>
            <a:xfrm>
              <a:off x="8627374" y="2338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0" name="pt48720"/>
            <p:cNvSpPr/>
            <p:nvPr/>
          </p:nvSpPr>
          <p:spPr>
            <a:xfrm>
              <a:off x="9414733" y="2259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1" name="pt48721"/>
            <p:cNvSpPr/>
            <p:nvPr/>
          </p:nvSpPr>
          <p:spPr>
            <a:xfrm>
              <a:off x="9325863" y="2221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2" name="pt48722"/>
            <p:cNvSpPr/>
            <p:nvPr/>
          </p:nvSpPr>
          <p:spPr>
            <a:xfrm>
              <a:off x="8312152" y="2431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3" name="pt48723"/>
            <p:cNvSpPr/>
            <p:nvPr/>
          </p:nvSpPr>
          <p:spPr>
            <a:xfrm>
              <a:off x="9551860" y="1570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4" name="pt48724"/>
            <p:cNvSpPr/>
            <p:nvPr/>
          </p:nvSpPr>
          <p:spPr>
            <a:xfrm>
              <a:off x="8734011" y="2201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5" name="pt48725"/>
            <p:cNvSpPr/>
            <p:nvPr/>
          </p:nvSpPr>
          <p:spPr>
            <a:xfrm>
              <a:off x="8947416" y="1999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6" name="pt48726"/>
            <p:cNvSpPr/>
            <p:nvPr/>
          </p:nvSpPr>
          <p:spPr>
            <a:xfrm>
              <a:off x="8981853" y="2292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7" name="pt48727"/>
            <p:cNvSpPr/>
            <p:nvPr/>
          </p:nvSpPr>
          <p:spPr>
            <a:xfrm>
              <a:off x="9536594" y="1714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8" name="pt48728"/>
            <p:cNvSpPr/>
            <p:nvPr/>
          </p:nvSpPr>
          <p:spPr>
            <a:xfrm>
              <a:off x="8688651" y="2347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9" name="pt48729"/>
            <p:cNvSpPr/>
            <p:nvPr/>
          </p:nvSpPr>
          <p:spPr>
            <a:xfrm>
              <a:off x="8916289" y="2040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0" name="pt48730"/>
            <p:cNvSpPr/>
            <p:nvPr/>
          </p:nvSpPr>
          <p:spPr>
            <a:xfrm>
              <a:off x="9663884" y="2442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1" name="pt48731"/>
            <p:cNvSpPr/>
            <p:nvPr/>
          </p:nvSpPr>
          <p:spPr>
            <a:xfrm>
              <a:off x="8576763" y="2371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2" name="pt48732"/>
            <p:cNvSpPr/>
            <p:nvPr/>
          </p:nvSpPr>
          <p:spPr>
            <a:xfrm>
              <a:off x="9978328" y="2679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3" name="pt48733"/>
            <p:cNvSpPr/>
            <p:nvPr/>
          </p:nvSpPr>
          <p:spPr>
            <a:xfrm>
              <a:off x="8878445" y="1968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4" name="pt48734"/>
            <p:cNvSpPr/>
            <p:nvPr/>
          </p:nvSpPr>
          <p:spPr>
            <a:xfrm>
              <a:off x="9051878" y="1744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5" name="pt48735"/>
            <p:cNvSpPr/>
            <p:nvPr/>
          </p:nvSpPr>
          <p:spPr>
            <a:xfrm>
              <a:off x="8916289" y="1973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6" name="pt48736"/>
            <p:cNvSpPr/>
            <p:nvPr/>
          </p:nvSpPr>
          <p:spPr>
            <a:xfrm>
              <a:off x="8627374" y="2002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7" name="pt48737"/>
            <p:cNvSpPr/>
            <p:nvPr/>
          </p:nvSpPr>
          <p:spPr>
            <a:xfrm>
              <a:off x="8654494" y="249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8" name="pt48738"/>
            <p:cNvSpPr/>
            <p:nvPr/>
          </p:nvSpPr>
          <p:spPr>
            <a:xfrm>
              <a:off x="8312152" y="2708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9" name="pt48739"/>
            <p:cNvSpPr/>
            <p:nvPr/>
          </p:nvSpPr>
          <p:spPr>
            <a:xfrm>
              <a:off x="9121452" y="2085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0" name="pt48740"/>
            <p:cNvSpPr/>
            <p:nvPr/>
          </p:nvSpPr>
          <p:spPr>
            <a:xfrm>
              <a:off x="8734011" y="2244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1" name="pt48741"/>
            <p:cNvSpPr/>
            <p:nvPr/>
          </p:nvSpPr>
          <p:spPr>
            <a:xfrm>
              <a:off x="8989504" y="2226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2" name="pt48742"/>
            <p:cNvSpPr/>
            <p:nvPr/>
          </p:nvSpPr>
          <p:spPr>
            <a:xfrm>
              <a:off x="8898383" y="2035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3" name="pt48743"/>
            <p:cNvSpPr/>
            <p:nvPr/>
          </p:nvSpPr>
          <p:spPr>
            <a:xfrm>
              <a:off x="8312152" y="258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4" name="pt48744"/>
            <p:cNvSpPr/>
            <p:nvPr/>
          </p:nvSpPr>
          <p:spPr>
            <a:xfrm>
              <a:off x="8830164" y="2246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5" name="pt48745"/>
            <p:cNvSpPr/>
            <p:nvPr/>
          </p:nvSpPr>
          <p:spPr>
            <a:xfrm>
              <a:off x="8947416" y="1971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6" name="pt48746"/>
            <p:cNvSpPr/>
            <p:nvPr/>
          </p:nvSpPr>
          <p:spPr>
            <a:xfrm>
              <a:off x="9396086" y="1973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7" name="pt48747"/>
            <p:cNvSpPr/>
            <p:nvPr/>
          </p:nvSpPr>
          <p:spPr>
            <a:xfrm>
              <a:off x="9064541" y="1747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8" name="pt48748"/>
            <p:cNvSpPr/>
            <p:nvPr/>
          </p:nvSpPr>
          <p:spPr>
            <a:xfrm>
              <a:off x="9069361" y="2159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9" name="pt48749"/>
            <p:cNvSpPr/>
            <p:nvPr/>
          </p:nvSpPr>
          <p:spPr>
            <a:xfrm>
              <a:off x="8898383" y="2004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0" name="pt48750"/>
            <p:cNvSpPr/>
            <p:nvPr/>
          </p:nvSpPr>
          <p:spPr>
            <a:xfrm>
              <a:off x="8956678" y="1823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1" name="pt48751"/>
            <p:cNvSpPr/>
            <p:nvPr/>
          </p:nvSpPr>
          <p:spPr>
            <a:xfrm>
              <a:off x="9349631" y="2103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2" name="pt48752"/>
            <p:cNvSpPr/>
            <p:nvPr/>
          </p:nvSpPr>
          <p:spPr>
            <a:xfrm>
              <a:off x="8434097" y="2350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3" name="pt48753"/>
            <p:cNvSpPr/>
            <p:nvPr/>
          </p:nvSpPr>
          <p:spPr>
            <a:xfrm>
              <a:off x="9010641" y="1922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4" name="pt48754"/>
            <p:cNvSpPr/>
            <p:nvPr/>
          </p:nvSpPr>
          <p:spPr>
            <a:xfrm>
              <a:off x="9265000" y="2029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5" name="pt48755"/>
            <p:cNvSpPr/>
            <p:nvPr/>
          </p:nvSpPr>
          <p:spPr>
            <a:xfrm>
              <a:off x="8859909" y="2007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6" name="pt48756"/>
            <p:cNvSpPr/>
            <p:nvPr/>
          </p:nvSpPr>
          <p:spPr>
            <a:xfrm>
              <a:off x="8576763" y="2390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7" name="pt48757"/>
            <p:cNvSpPr/>
            <p:nvPr/>
          </p:nvSpPr>
          <p:spPr>
            <a:xfrm>
              <a:off x="9666217" y="1926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8" name="pt48758"/>
            <p:cNvSpPr/>
            <p:nvPr/>
          </p:nvSpPr>
          <p:spPr>
            <a:xfrm>
              <a:off x="9190113" y="1968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9" name="pt48759"/>
            <p:cNvSpPr/>
            <p:nvPr/>
          </p:nvSpPr>
          <p:spPr>
            <a:xfrm>
              <a:off x="9143835" y="2093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0" name="pt48760"/>
            <p:cNvSpPr/>
            <p:nvPr/>
          </p:nvSpPr>
          <p:spPr>
            <a:xfrm>
              <a:off x="8770040" y="2102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1" name="pt48761"/>
            <p:cNvSpPr/>
            <p:nvPr/>
          </p:nvSpPr>
          <p:spPr>
            <a:xfrm>
              <a:off x="9080864" y="1726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2" name="pt48762"/>
            <p:cNvSpPr/>
            <p:nvPr/>
          </p:nvSpPr>
          <p:spPr>
            <a:xfrm>
              <a:off x="9135057" y="2284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3" name="pt48763"/>
            <p:cNvSpPr/>
            <p:nvPr/>
          </p:nvSpPr>
          <p:spPr>
            <a:xfrm>
              <a:off x="9219272" y="1821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4" name="pt48764"/>
            <p:cNvSpPr/>
            <p:nvPr/>
          </p:nvSpPr>
          <p:spPr>
            <a:xfrm>
              <a:off x="8576763" y="2373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5" name="pt48765"/>
            <p:cNvSpPr/>
            <p:nvPr/>
          </p:nvSpPr>
          <p:spPr>
            <a:xfrm>
              <a:off x="9538421" y="172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6" name="pt48766"/>
            <p:cNvSpPr/>
            <p:nvPr/>
          </p:nvSpPr>
          <p:spPr>
            <a:xfrm>
              <a:off x="9415399" y="2091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7" name="pt48767"/>
            <p:cNvSpPr/>
            <p:nvPr/>
          </p:nvSpPr>
          <p:spPr>
            <a:xfrm>
              <a:off x="9094774" y="2040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8" name="pt48768"/>
            <p:cNvSpPr/>
            <p:nvPr/>
          </p:nvSpPr>
          <p:spPr>
            <a:xfrm>
              <a:off x="8741831" y="2222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9" name="pt48769"/>
            <p:cNvSpPr/>
            <p:nvPr/>
          </p:nvSpPr>
          <p:spPr>
            <a:xfrm>
              <a:off x="9162993" y="2082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0" name="pt48770"/>
            <p:cNvSpPr/>
            <p:nvPr/>
          </p:nvSpPr>
          <p:spPr>
            <a:xfrm>
              <a:off x="8963317" y="2139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1" name="pt48771"/>
            <p:cNvSpPr/>
            <p:nvPr/>
          </p:nvSpPr>
          <p:spPr>
            <a:xfrm>
              <a:off x="8612066" y="2146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2" name="pt48772"/>
            <p:cNvSpPr/>
            <p:nvPr/>
          </p:nvSpPr>
          <p:spPr>
            <a:xfrm>
              <a:off x="8434097" y="2427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3" name="pt48773"/>
            <p:cNvSpPr/>
            <p:nvPr/>
          </p:nvSpPr>
          <p:spPr>
            <a:xfrm>
              <a:off x="9386161" y="1999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4" name="pt48774"/>
            <p:cNvSpPr/>
            <p:nvPr/>
          </p:nvSpPr>
          <p:spPr>
            <a:xfrm>
              <a:off x="9514089" y="2459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5" name="pt48775"/>
            <p:cNvSpPr/>
            <p:nvPr/>
          </p:nvSpPr>
          <p:spPr>
            <a:xfrm>
              <a:off x="9135874" y="2157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6" name="pt48776"/>
            <p:cNvSpPr/>
            <p:nvPr/>
          </p:nvSpPr>
          <p:spPr>
            <a:xfrm>
              <a:off x="8505430" y="2480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7" name="pt48777"/>
            <p:cNvSpPr/>
            <p:nvPr/>
          </p:nvSpPr>
          <p:spPr>
            <a:xfrm>
              <a:off x="8871263" y="2116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8" name="pt48778"/>
            <p:cNvSpPr/>
            <p:nvPr/>
          </p:nvSpPr>
          <p:spPr>
            <a:xfrm>
              <a:off x="9244718" y="2135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9" name="pt48779"/>
            <p:cNvSpPr/>
            <p:nvPr/>
          </p:nvSpPr>
          <p:spPr>
            <a:xfrm>
              <a:off x="9653069" y="249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0" name="pt48780"/>
            <p:cNvSpPr/>
            <p:nvPr/>
          </p:nvSpPr>
          <p:spPr>
            <a:xfrm>
              <a:off x="8383485" y="2347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1" name="pt48781"/>
            <p:cNvSpPr/>
            <p:nvPr/>
          </p:nvSpPr>
          <p:spPr>
            <a:xfrm>
              <a:off x="8595298" y="2319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2" name="pt48782"/>
            <p:cNvSpPr/>
            <p:nvPr/>
          </p:nvSpPr>
          <p:spPr>
            <a:xfrm>
              <a:off x="8942596" y="1835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3" name="pt48783"/>
            <p:cNvSpPr/>
            <p:nvPr/>
          </p:nvSpPr>
          <p:spPr>
            <a:xfrm>
              <a:off x="8839187" y="1988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4" name="pt48784"/>
            <p:cNvSpPr/>
            <p:nvPr/>
          </p:nvSpPr>
          <p:spPr>
            <a:xfrm>
              <a:off x="8977900" y="2300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5" name="pt48785"/>
            <p:cNvSpPr/>
            <p:nvPr/>
          </p:nvSpPr>
          <p:spPr>
            <a:xfrm>
              <a:off x="8776438" y="2136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6" name="pt48786"/>
            <p:cNvSpPr/>
            <p:nvPr/>
          </p:nvSpPr>
          <p:spPr>
            <a:xfrm>
              <a:off x="8996835" y="201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7" name="pt48787"/>
            <p:cNvSpPr/>
            <p:nvPr/>
          </p:nvSpPr>
          <p:spPr>
            <a:xfrm>
              <a:off x="9072891" y="2176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8" name="pt48788"/>
            <p:cNvSpPr/>
            <p:nvPr/>
          </p:nvSpPr>
          <p:spPr>
            <a:xfrm>
              <a:off x="9377920" y="2086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9" name="pt48789"/>
            <p:cNvSpPr/>
            <p:nvPr/>
          </p:nvSpPr>
          <p:spPr>
            <a:xfrm>
              <a:off x="9008973" y="1821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0" name="pt48790"/>
            <p:cNvSpPr/>
            <p:nvPr/>
          </p:nvSpPr>
          <p:spPr>
            <a:xfrm>
              <a:off x="8595298" y="2163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1" name="pt48791"/>
            <p:cNvSpPr/>
            <p:nvPr/>
          </p:nvSpPr>
          <p:spPr>
            <a:xfrm>
              <a:off x="9119675" y="2046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2" name="pt48792"/>
            <p:cNvSpPr/>
            <p:nvPr/>
          </p:nvSpPr>
          <p:spPr>
            <a:xfrm>
              <a:off x="8996835" y="2024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3" name="pt48793"/>
            <p:cNvSpPr/>
            <p:nvPr/>
          </p:nvSpPr>
          <p:spPr>
            <a:xfrm>
              <a:off x="8749319" y="2182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4" name="pt48794"/>
            <p:cNvSpPr/>
            <p:nvPr/>
          </p:nvSpPr>
          <p:spPr>
            <a:xfrm>
              <a:off x="9573244" y="2154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5" name="pt48795"/>
            <p:cNvSpPr/>
            <p:nvPr/>
          </p:nvSpPr>
          <p:spPr>
            <a:xfrm>
              <a:off x="9881517" y="2615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6" name="pt48796"/>
            <p:cNvSpPr/>
            <p:nvPr/>
          </p:nvSpPr>
          <p:spPr>
            <a:xfrm>
              <a:off x="9049233" y="1866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7" name="pt48797"/>
            <p:cNvSpPr/>
            <p:nvPr/>
          </p:nvSpPr>
          <p:spPr>
            <a:xfrm>
              <a:off x="9515130" y="2566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8" name="pt48798"/>
            <p:cNvSpPr/>
            <p:nvPr/>
          </p:nvSpPr>
          <p:spPr>
            <a:xfrm>
              <a:off x="9205570" y="2158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9" name="pt48799"/>
            <p:cNvSpPr/>
            <p:nvPr/>
          </p:nvSpPr>
          <p:spPr>
            <a:xfrm>
              <a:off x="9072891" y="2224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0" name="pt48800"/>
            <p:cNvSpPr/>
            <p:nvPr/>
          </p:nvSpPr>
          <p:spPr>
            <a:xfrm>
              <a:off x="8904556" y="210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1" name="pt48801"/>
            <p:cNvSpPr/>
            <p:nvPr/>
          </p:nvSpPr>
          <p:spPr>
            <a:xfrm>
              <a:off x="8473354" y="2490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2" name="pt48802"/>
            <p:cNvSpPr/>
            <p:nvPr/>
          </p:nvSpPr>
          <p:spPr>
            <a:xfrm>
              <a:off x="8532549" y="265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3" name="pt48803"/>
            <p:cNvSpPr/>
            <p:nvPr/>
          </p:nvSpPr>
          <p:spPr>
            <a:xfrm>
              <a:off x="9003873" y="2013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4" name="pt48804"/>
            <p:cNvSpPr/>
            <p:nvPr/>
          </p:nvSpPr>
          <p:spPr>
            <a:xfrm>
              <a:off x="9312057" y="1812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5" name="pt48805"/>
            <p:cNvSpPr/>
            <p:nvPr/>
          </p:nvSpPr>
          <p:spPr>
            <a:xfrm>
              <a:off x="9573785" y="2176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6" name="pt48806"/>
            <p:cNvSpPr/>
            <p:nvPr/>
          </p:nvSpPr>
          <p:spPr>
            <a:xfrm>
              <a:off x="8532549" y="2291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7" name="pt48807"/>
            <p:cNvSpPr/>
            <p:nvPr/>
          </p:nvSpPr>
          <p:spPr>
            <a:xfrm>
              <a:off x="8839187" y="2220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8" name="pt48808"/>
            <p:cNvSpPr/>
            <p:nvPr/>
          </p:nvSpPr>
          <p:spPr>
            <a:xfrm>
              <a:off x="8947416" y="1991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9" name="pt48809"/>
            <p:cNvSpPr/>
            <p:nvPr/>
          </p:nvSpPr>
          <p:spPr>
            <a:xfrm>
              <a:off x="9087421" y="1953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0" name="pt48810"/>
            <p:cNvSpPr/>
            <p:nvPr/>
          </p:nvSpPr>
          <p:spPr>
            <a:xfrm>
              <a:off x="8834733" y="2277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1" name="pt48811"/>
            <p:cNvSpPr/>
            <p:nvPr/>
          </p:nvSpPr>
          <p:spPr>
            <a:xfrm>
              <a:off x="8556041" y="2404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2" name="pt48812"/>
            <p:cNvSpPr/>
            <p:nvPr/>
          </p:nvSpPr>
          <p:spPr>
            <a:xfrm>
              <a:off x="9028011" y="1761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3" name="pt48813"/>
            <p:cNvSpPr/>
            <p:nvPr/>
          </p:nvSpPr>
          <p:spPr>
            <a:xfrm>
              <a:off x="8874891" y="2208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4" name="pt48814"/>
            <p:cNvSpPr/>
            <p:nvPr/>
          </p:nvSpPr>
          <p:spPr>
            <a:xfrm>
              <a:off x="8725827" y="2310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5" name="pt48815"/>
            <p:cNvSpPr/>
            <p:nvPr/>
          </p:nvSpPr>
          <p:spPr>
            <a:xfrm>
              <a:off x="8595298" y="2176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6" name="pt48816"/>
            <p:cNvSpPr/>
            <p:nvPr/>
          </p:nvSpPr>
          <p:spPr>
            <a:xfrm>
              <a:off x="8627374" y="2206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7" name="pt48817"/>
            <p:cNvSpPr/>
            <p:nvPr/>
          </p:nvSpPr>
          <p:spPr>
            <a:xfrm>
              <a:off x="8770040" y="192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8" name="pt48818"/>
            <p:cNvSpPr/>
            <p:nvPr/>
          </p:nvSpPr>
          <p:spPr>
            <a:xfrm>
              <a:off x="9265000" y="1770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9" name="pt48819"/>
            <p:cNvSpPr/>
            <p:nvPr/>
          </p:nvSpPr>
          <p:spPr>
            <a:xfrm>
              <a:off x="8937640" y="1763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0" name="pt48820"/>
            <p:cNvSpPr/>
            <p:nvPr/>
          </p:nvSpPr>
          <p:spPr>
            <a:xfrm>
              <a:off x="8947416" y="1994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1" name="pt48821"/>
            <p:cNvSpPr/>
            <p:nvPr/>
          </p:nvSpPr>
          <p:spPr>
            <a:xfrm>
              <a:off x="9244278" y="1971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2" name="pt48822"/>
            <p:cNvSpPr/>
            <p:nvPr/>
          </p:nvSpPr>
          <p:spPr>
            <a:xfrm>
              <a:off x="8595298" y="2198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3" name="pt48823"/>
            <p:cNvSpPr/>
            <p:nvPr/>
          </p:nvSpPr>
          <p:spPr>
            <a:xfrm>
              <a:off x="8847771" y="2083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4" name="pt48824"/>
            <p:cNvSpPr/>
            <p:nvPr/>
          </p:nvSpPr>
          <p:spPr>
            <a:xfrm>
              <a:off x="8799930" y="2028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5" name="pt48825"/>
            <p:cNvSpPr/>
            <p:nvPr/>
          </p:nvSpPr>
          <p:spPr>
            <a:xfrm>
              <a:off x="8839187" y="2283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6" name="pt48826"/>
            <p:cNvSpPr/>
            <p:nvPr/>
          </p:nvSpPr>
          <p:spPr>
            <a:xfrm>
              <a:off x="8505430" y="238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7" name="pt48827"/>
            <p:cNvSpPr/>
            <p:nvPr/>
          </p:nvSpPr>
          <p:spPr>
            <a:xfrm>
              <a:off x="8383485" y="2310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8" name="pt48828"/>
            <p:cNvSpPr/>
            <p:nvPr/>
          </p:nvSpPr>
          <p:spPr>
            <a:xfrm>
              <a:off x="9055774" y="1775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9" name="pt48829"/>
            <p:cNvSpPr/>
            <p:nvPr/>
          </p:nvSpPr>
          <p:spPr>
            <a:xfrm>
              <a:off x="8505430" y="2347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0" name="pt48830"/>
            <p:cNvSpPr/>
            <p:nvPr/>
          </p:nvSpPr>
          <p:spPr>
            <a:xfrm>
              <a:off x="8776438" y="2023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1" name="pt48831"/>
            <p:cNvSpPr/>
            <p:nvPr/>
          </p:nvSpPr>
          <p:spPr>
            <a:xfrm>
              <a:off x="9381988" y="2050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2" name="pt48832"/>
            <p:cNvSpPr/>
            <p:nvPr/>
          </p:nvSpPr>
          <p:spPr>
            <a:xfrm>
              <a:off x="8763400" y="2055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3" name="pt48833"/>
            <p:cNvSpPr/>
            <p:nvPr/>
          </p:nvSpPr>
          <p:spPr>
            <a:xfrm>
              <a:off x="8654494" y="2344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4" name="pt48834"/>
            <p:cNvSpPr/>
            <p:nvPr/>
          </p:nvSpPr>
          <p:spPr>
            <a:xfrm>
              <a:off x="9354634" y="207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5" name="pt48835"/>
            <p:cNvSpPr/>
            <p:nvPr/>
          </p:nvSpPr>
          <p:spPr>
            <a:xfrm>
              <a:off x="9653069" y="2479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6" name="pt48836"/>
            <p:cNvSpPr/>
            <p:nvPr/>
          </p:nvSpPr>
          <p:spPr>
            <a:xfrm>
              <a:off x="8867559" y="2001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7" name="pt48837"/>
            <p:cNvSpPr/>
            <p:nvPr/>
          </p:nvSpPr>
          <p:spPr>
            <a:xfrm>
              <a:off x="9530304" y="2417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8" name="pt48838"/>
            <p:cNvSpPr/>
            <p:nvPr/>
          </p:nvSpPr>
          <p:spPr>
            <a:xfrm>
              <a:off x="8820652" y="2292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9" name="pt48839"/>
            <p:cNvSpPr/>
            <p:nvPr/>
          </p:nvSpPr>
          <p:spPr>
            <a:xfrm>
              <a:off x="9393280" y="2019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0" name="pt48840"/>
            <p:cNvSpPr/>
            <p:nvPr/>
          </p:nvSpPr>
          <p:spPr>
            <a:xfrm>
              <a:off x="8505430" y="2402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1" name="pt48841"/>
            <p:cNvSpPr/>
            <p:nvPr/>
          </p:nvSpPr>
          <p:spPr>
            <a:xfrm>
              <a:off x="8820652" y="2255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2" name="pt48842"/>
            <p:cNvSpPr/>
            <p:nvPr/>
          </p:nvSpPr>
          <p:spPr>
            <a:xfrm>
              <a:off x="8961132" y="2084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3" name="pt48843"/>
            <p:cNvSpPr/>
            <p:nvPr/>
          </p:nvSpPr>
          <p:spPr>
            <a:xfrm>
              <a:off x="8839187" y="2181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4" name="pt48844"/>
            <p:cNvSpPr/>
            <p:nvPr/>
          </p:nvSpPr>
          <p:spPr>
            <a:xfrm>
              <a:off x="8794345" y="2146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5" name="pt48845"/>
            <p:cNvSpPr/>
            <p:nvPr/>
          </p:nvSpPr>
          <p:spPr>
            <a:xfrm>
              <a:off x="9509182" y="2458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6" name="pt48846"/>
            <p:cNvSpPr/>
            <p:nvPr/>
          </p:nvSpPr>
          <p:spPr>
            <a:xfrm>
              <a:off x="8576763" y="233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7" name="pt48847"/>
            <p:cNvSpPr/>
            <p:nvPr/>
          </p:nvSpPr>
          <p:spPr>
            <a:xfrm>
              <a:off x="9144612" y="2070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8" name="pt48848"/>
            <p:cNvSpPr/>
            <p:nvPr/>
          </p:nvSpPr>
          <p:spPr>
            <a:xfrm>
              <a:off x="9143835" y="2033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9" name="pt48849"/>
            <p:cNvSpPr/>
            <p:nvPr/>
          </p:nvSpPr>
          <p:spPr>
            <a:xfrm>
              <a:off x="9068168" y="2194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0" name="pt48850"/>
            <p:cNvSpPr/>
            <p:nvPr/>
          </p:nvSpPr>
          <p:spPr>
            <a:xfrm>
              <a:off x="9285982" y="2022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1" name="pt48851"/>
            <p:cNvSpPr/>
            <p:nvPr/>
          </p:nvSpPr>
          <p:spPr>
            <a:xfrm>
              <a:off x="8612066" y="2386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2" name="pt48852"/>
            <p:cNvSpPr/>
            <p:nvPr/>
          </p:nvSpPr>
          <p:spPr>
            <a:xfrm>
              <a:off x="8505430" y="2440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3" name="pt48853"/>
            <p:cNvSpPr/>
            <p:nvPr/>
          </p:nvSpPr>
          <p:spPr>
            <a:xfrm>
              <a:off x="8843532" y="2119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4" name="pt48854"/>
            <p:cNvSpPr/>
            <p:nvPr/>
          </p:nvSpPr>
          <p:spPr>
            <a:xfrm>
              <a:off x="8839187" y="2330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5" name="pt48855"/>
            <p:cNvSpPr/>
            <p:nvPr/>
          </p:nvSpPr>
          <p:spPr>
            <a:xfrm>
              <a:off x="9078622" y="1662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6" name="pt48856"/>
            <p:cNvSpPr/>
            <p:nvPr/>
          </p:nvSpPr>
          <p:spPr>
            <a:xfrm>
              <a:off x="8434097" y="2508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7" name="pt48857"/>
            <p:cNvSpPr/>
            <p:nvPr/>
          </p:nvSpPr>
          <p:spPr>
            <a:xfrm>
              <a:off x="9435343" y="1880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8" name="pt48858"/>
            <p:cNvSpPr/>
            <p:nvPr/>
          </p:nvSpPr>
          <p:spPr>
            <a:xfrm>
              <a:off x="9265000" y="2069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9" name="pt48859"/>
            <p:cNvSpPr/>
            <p:nvPr/>
          </p:nvSpPr>
          <p:spPr>
            <a:xfrm>
              <a:off x="9028011" y="1731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0" name="pt48860"/>
            <p:cNvSpPr/>
            <p:nvPr/>
          </p:nvSpPr>
          <p:spPr>
            <a:xfrm>
              <a:off x="8576763" y="2570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1" name="pt48861"/>
            <p:cNvSpPr/>
            <p:nvPr/>
          </p:nvSpPr>
          <p:spPr>
            <a:xfrm>
              <a:off x="9070546" y="2229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2" name="pt48862"/>
            <p:cNvSpPr/>
            <p:nvPr/>
          </p:nvSpPr>
          <p:spPr>
            <a:xfrm>
              <a:off x="8770040" y="2076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3" name="pt48863"/>
            <p:cNvSpPr/>
            <p:nvPr/>
          </p:nvSpPr>
          <p:spPr>
            <a:xfrm>
              <a:off x="8312152" y="2286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4" name="pt48864"/>
            <p:cNvSpPr/>
            <p:nvPr/>
          </p:nvSpPr>
          <p:spPr>
            <a:xfrm>
              <a:off x="9201130" y="1991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5" name="pt48865"/>
            <p:cNvSpPr/>
            <p:nvPr/>
          </p:nvSpPr>
          <p:spPr>
            <a:xfrm>
              <a:off x="8830164" y="194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6" name="pt48866"/>
            <p:cNvSpPr/>
            <p:nvPr/>
          </p:nvSpPr>
          <p:spPr>
            <a:xfrm>
              <a:off x="8312152" y="2612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7" name="pt48867"/>
            <p:cNvSpPr/>
            <p:nvPr/>
          </p:nvSpPr>
          <p:spPr>
            <a:xfrm>
              <a:off x="9143835" y="2038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8" name="pt48868"/>
            <p:cNvSpPr/>
            <p:nvPr/>
          </p:nvSpPr>
          <p:spPr>
            <a:xfrm>
              <a:off x="8434097" y="2416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9" name="pt48869"/>
            <p:cNvSpPr/>
            <p:nvPr/>
          </p:nvSpPr>
          <p:spPr>
            <a:xfrm>
              <a:off x="9444456" y="1872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0" name="pt48870"/>
            <p:cNvSpPr/>
            <p:nvPr/>
          </p:nvSpPr>
          <p:spPr>
            <a:xfrm>
              <a:off x="9209365" y="2208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1" name="pt48871"/>
            <p:cNvSpPr/>
            <p:nvPr/>
          </p:nvSpPr>
          <p:spPr>
            <a:xfrm>
              <a:off x="9230563" y="1874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2" name="pt48872"/>
            <p:cNvSpPr/>
            <p:nvPr/>
          </p:nvSpPr>
          <p:spPr>
            <a:xfrm>
              <a:off x="9351314" y="2162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3" name="pt48873"/>
            <p:cNvSpPr/>
            <p:nvPr/>
          </p:nvSpPr>
          <p:spPr>
            <a:xfrm>
              <a:off x="9524498" y="2352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4" name="pt48874"/>
            <p:cNvSpPr/>
            <p:nvPr/>
          </p:nvSpPr>
          <p:spPr>
            <a:xfrm>
              <a:off x="9055774" y="1685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5" name="pt48875"/>
            <p:cNvSpPr/>
            <p:nvPr/>
          </p:nvSpPr>
          <p:spPr>
            <a:xfrm>
              <a:off x="8770040" y="2039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6" name="pt48876"/>
            <p:cNvSpPr/>
            <p:nvPr/>
          </p:nvSpPr>
          <p:spPr>
            <a:xfrm>
              <a:off x="9881517" y="2421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7" name="pt48877"/>
            <p:cNvSpPr/>
            <p:nvPr/>
          </p:nvSpPr>
          <p:spPr>
            <a:xfrm>
              <a:off x="8434097" y="2446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8" name="pt48878"/>
            <p:cNvSpPr/>
            <p:nvPr/>
          </p:nvSpPr>
          <p:spPr>
            <a:xfrm>
              <a:off x="8741831" y="2236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9" name="pt48879"/>
            <p:cNvSpPr/>
            <p:nvPr/>
          </p:nvSpPr>
          <p:spPr>
            <a:xfrm>
              <a:off x="8627374" y="2174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0" name="pt48880"/>
            <p:cNvSpPr/>
            <p:nvPr/>
          </p:nvSpPr>
          <p:spPr>
            <a:xfrm>
              <a:off x="8863776" y="2063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1" name="pt48881"/>
            <p:cNvSpPr/>
            <p:nvPr/>
          </p:nvSpPr>
          <p:spPr>
            <a:xfrm>
              <a:off x="9346461" y="2083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2" name="pt48882"/>
            <p:cNvSpPr/>
            <p:nvPr/>
          </p:nvSpPr>
          <p:spPr>
            <a:xfrm>
              <a:off x="8919104" y="2193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3" name="pt48883"/>
            <p:cNvSpPr/>
            <p:nvPr/>
          </p:nvSpPr>
          <p:spPr>
            <a:xfrm>
              <a:off x="8855955" y="2188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4" name="pt48884"/>
            <p:cNvSpPr/>
            <p:nvPr/>
          </p:nvSpPr>
          <p:spPr>
            <a:xfrm>
              <a:off x="8888696" y="2304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5" name="pt48885"/>
            <p:cNvSpPr/>
            <p:nvPr/>
          </p:nvSpPr>
          <p:spPr>
            <a:xfrm>
              <a:off x="9260646" y="2275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6" name="pt48886"/>
            <p:cNvSpPr/>
            <p:nvPr/>
          </p:nvSpPr>
          <p:spPr>
            <a:xfrm>
              <a:off x="8810596" y="2078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7" name="pt48887"/>
            <p:cNvSpPr/>
            <p:nvPr/>
          </p:nvSpPr>
          <p:spPr>
            <a:xfrm>
              <a:off x="8776438" y="2120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8" name="pt48888"/>
            <p:cNvSpPr/>
            <p:nvPr/>
          </p:nvSpPr>
          <p:spPr>
            <a:xfrm>
              <a:off x="8666631" y="2334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9" name="pt48889"/>
            <p:cNvSpPr/>
            <p:nvPr/>
          </p:nvSpPr>
          <p:spPr>
            <a:xfrm>
              <a:off x="9498107" y="2372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0" name="pt48890"/>
            <p:cNvSpPr/>
            <p:nvPr/>
          </p:nvSpPr>
          <p:spPr>
            <a:xfrm>
              <a:off x="9414733" y="2071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1" name="pt48891"/>
            <p:cNvSpPr/>
            <p:nvPr/>
          </p:nvSpPr>
          <p:spPr>
            <a:xfrm>
              <a:off x="9176429" y="1952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2" name="pt48892"/>
            <p:cNvSpPr/>
            <p:nvPr/>
          </p:nvSpPr>
          <p:spPr>
            <a:xfrm>
              <a:off x="8505430" y="2525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3" name="pt48893"/>
            <p:cNvSpPr/>
            <p:nvPr/>
          </p:nvSpPr>
          <p:spPr>
            <a:xfrm>
              <a:off x="8717243" y="2474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4" name="pt48894"/>
            <p:cNvSpPr/>
            <p:nvPr/>
          </p:nvSpPr>
          <p:spPr>
            <a:xfrm>
              <a:off x="8839187" y="2144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5" name="pt48895"/>
            <p:cNvSpPr/>
            <p:nvPr/>
          </p:nvSpPr>
          <p:spPr>
            <a:xfrm>
              <a:off x="9219272" y="1790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6" name="pt48896"/>
            <p:cNvSpPr/>
            <p:nvPr/>
          </p:nvSpPr>
          <p:spPr>
            <a:xfrm>
              <a:off x="8989504" y="2221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7" name="pt48897"/>
            <p:cNvSpPr/>
            <p:nvPr/>
          </p:nvSpPr>
          <p:spPr>
            <a:xfrm>
              <a:off x="9530995" y="2584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8" name="pt48898"/>
            <p:cNvSpPr/>
            <p:nvPr/>
          </p:nvSpPr>
          <p:spPr>
            <a:xfrm>
              <a:off x="8904556" y="2105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9" name="pt48899"/>
            <p:cNvSpPr/>
            <p:nvPr/>
          </p:nvSpPr>
          <p:spPr>
            <a:xfrm>
              <a:off x="8881929" y="2092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0" name="pt48900"/>
            <p:cNvSpPr/>
            <p:nvPr/>
          </p:nvSpPr>
          <p:spPr>
            <a:xfrm>
              <a:off x="8825472" y="200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1" name="pt48901"/>
            <p:cNvSpPr/>
            <p:nvPr/>
          </p:nvSpPr>
          <p:spPr>
            <a:xfrm>
              <a:off x="8776438" y="200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2" name="pt48902"/>
            <p:cNvSpPr/>
            <p:nvPr/>
          </p:nvSpPr>
          <p:spPr>
            <a:xfrm>
              <a:off x="9688802" y="2481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3" name="pt48903"/>
            <p:cNvSpPr/>
            <p:nvPr/>
          </p:nvSpPr>
          <p:spPr>
            <a:xfrm>
              <a:off x="9384781" y="2102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4" name="pt48904"/>
            <p:cNvSpPr/>
            <p:nvPr/>
          </p:nvSpPr>
          <p:spPr>
            <a:xfrm>
              <a:off x="8945023" y="1804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5" name="pt48905"/>
            <p:cNvSpPr/>
            <p:nvPr/>
          </p:nvSpPr>
          <p:spPr>
            <a:xfrm>
              <a:off x="8383485" y="2306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6" name="pt48906"/>
            <p:cNvSpPr/>
            <p:nvPr/>
          </p:nvSpPr>
          <p:spPr>
            <a:xfrm>
              <a:off x="8312152" y="2543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7" name="pt48907"/>
            <p:cNvSpPr/>
            <p:nvPr/>
          </p:nvSpPr>
          <p:spPr>
            <a:xfrm>
              <a:off x="8434097" y="2437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8" name="pt48908"/>
            <p:cNvSpPr/>
            <p:nvPr/>
          </p:nvSpPr>
          <p:spPr>
            <a:xfrm>
              <a:off x="8799930" y="209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9" name="pt48909"/>
            <p:cNvSpPr/>
            <p:nvPr/>
          </p:nvSpPr>
          <p:spPr>
            <a:xfrm>
              <a:off x="8945023" y="1723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0" name="pt48910"/>
            <p:cNvSpPr/>
            <p:nvPr/>
          </p:nvSpPr>
          <p:spPr>
            <a:xfrm>
              <a:off x="8947416" y="1948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1" name="pt48911"/>
            <p:cNvSpPr/>
            <p:nvPr/>
          </p:nvSpPr>
          <p:spPr>
            <a:xfrm>
              <a:off x="9452717" y="2045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2" name="pt48912"/>
            <p:cNvSpPr/>
            <p:nvPr/>
          </p:nvSpPr>
          <p:spPr>
            <a:xfrm>
              <a:off x="8717243" y="2328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3" name="pt48913"/>
            <p:cNvSpPr/>
            <p:nvPr/>
          </p:nvSpPr>
          <p:spPr>
            <a:xfrm>
              <a:off x="9110510" y="1715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4" name="pt48914"/>
            <p:cNvSpPr/>
            <p:nvPr/>
          </p:nvSpPr>
          <p:spPr>
            <a:xfrm>
              <a:off x="8383485" y="2354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5" name="pt48915"/>
            <p:cNvSpPr/>
            <p:nvPr/>
          </p:nvSpPr>
          <p:spPr>
            <a:xfrm>
              <a:off x="8782612" y="2137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6" name="pt48916"/>
            <p:cNvSpPr/>
            <p:nvPr/>
          </p:nvSpPr>
          <p:spPr>
            <a:xfrm>
              <a:off x="8763400" y="2166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7" name="pt48917"/>
            <p:cNvSpPr/>
            <p:nvPr/>
          </p:nvSpPr>
          <p:spPr>
            <a:xfrm>
              <a:off x="9313250" y="2033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8" name="pt48918"/>
            <p:cNvSpPr/>
            <p:nvPr/>
          </p:nvSpPr>
          <p:spPr>
            <a:xfrm>
              <a:off x="8312152" y="2443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9" name="pt48919"/>
            <p:cNvSpPr/>
            <p:nvPr/>
          </p:nvSpPr>
          <p:spPr>
            <a:xfrm>
              <a:off x="9536594" y="1866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0" name="pt48920"/>
            <p:cNvSpPr/>
            <p:nvPr/>
          </p:nvSpPr>
          <p:spPr>
            <a:xfrm>
              <a:off x="8505430" y="2413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1" name="pt48921"/>
            <p:cNvSpPr/>
            <p:nvPr/>
          </p:nvSpPr>
          <p:spPr>
            <a:xfrm>
              <a:off x="8863776" y="2035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2" name="pt48922"/>
            <p:cNvSpPr/>
            <p:nvPr/>
          </p:nvSpPr>
          <p:spPr>
            <a:xfrm>
              <a:off x="9021891" y="1837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3" name="pt48923"/>
            <p:cNvSpPr/>
            <p:nvPr/>
          </p:nvSpPr>
          <p:spPr>
            <a:xfrm>
              <a:off x="8383485" y="2108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4" name="pt48924"/>
            <p:cNvSpPr/>
            <p:nvPr/>
          </p:nvSpPr>
          <p:spPr>
            <a:xfrm>
              <a:off x="8312152" y="2395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5" name="pt48925"/>
            <p:cNvSpPr/>
            <p:nvPr/>
          </p:nvSpPr>
          <p:spPr>
            <a:xfrm>
              <a:off x="9612243" y="2294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6" name="pt48926"/>
            <p:cNvSpPr/>
            <p:nvPr/>
          </p:nvSpPr>
          <p:spPr>
            <a:xfrm>
              <a:off x="9198297" y="1976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7" name="pt48927"/>
            <p:cNvSpPr/>
            <p:nvPr/>
          </p:nvSpPr>
          <p:spPr>
            <a:xfrm>
              <a:off x="9094774" y="183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8" name="pt48928"/>
            <p:cNvSpPr/>
            <p:nvPr/>
          </p:nvSpPr>
          <p:spPr>
            <a:xfrm>
              <a:off x="8830164" y="2076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9" name="pt48929"/>
            <p:cNvSpPr/>
            <p:nvPr/>
          </p:nvSpPr>
          <p:spPr>
            <a:xfrm>
              <a:off x="8996835" y="1979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0" name="pt48930"/>
            <p:cNvSpPr/>
            <p:nvPr/>
          </p:nvSpPr>
          <p:spPr>
            <a:xfrm>
              <a:off x="9538421" y="1754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1" name="pt48931"/>
            <p:cNvSpPr/>
            <p:nvPr/>
          </p:nvSpPr>
          <p:spPr>
            <a:xfrm>
              <a:off x="8505430" y="243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2" name="pt48932"/>
            <p:cNvSpPr/>
            <p:nvPr/>
          </p:nvSpPr>
          <p:spPr>
            <a:xfrm>
              <a:off x="8763400" y="2154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3" name="pt48933"/>
            <p:cNvSpPr/>
            <p:nvPr/>
          </p:nvSpPr>
          <p:spPr>
            <a:xfrm>
              <a:off x="8954408" y="1818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4" name="pt48934"/>
            <p:cNvSpPr/>
            <p:nvPr/>
          </p:nvSpPr>
          <p:spPr>
            <a:xfrm>
              <a:off x="9020327" y="1652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5" name="pt48935"/>
            <p:cNvSpPr/>
            <p:nvPr/>
          </p:nvSpPr>
          <p:spPr>
            <a:xfrm>
              <a:off x="8612066" y="2353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6" name="pt48936"/>
            <p:cNvSpPr/>
            <p:nvPr/>
          </p:nvSpPr>
          <p:spPr>
            <a:xfrm>
              <a:off x="8595298" y="2290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7" name="pt48937"/>
            <p:cNvSpPr/>
            <p:nvPr/>
          </p:nvSpPr>
          <p:spPr>
            <a:xfrm>
              <a:off x="8904556" y="1995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8" name="pt48938"/>
            <p:cNvSpPr/>
            <p:nvPr/>
          </p:nvSpPr>
          <p:spPr>
            <a:xfrm>
              <a:off x="9055774" y="1779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9" name="pt48939"/>
            <p:cNvSpPr/>
            <p:nvPr/>
          </p:nvSpPr>
          <p:spPr>
            <a:xfrm>
              <a:off x="8698707" y="2425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0" name="pt48940"/>
            <p:cNvSpPr/>
            <p:nvPr/>
          </p:nvSpPr>
          <p:spPr>
            <a:xfrm>
              <a:off x="9155869" y="1956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1" name="pt48941"/>
            <p:cNvSpPr/>
            <p:nvPr/>
          </p:nvSpPr>
          <p:spPr>
            <a:xfrm>
              <a:off x="9303159" y="2173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2" name="pt48942"/>
            <p:cNvSpPr/>
            <p:nvPr/>
          </p:nvSpPr>
          <p:spPr>
            <a:xfrm>
              <a:off x="8654494" y="2489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3" name="pt48943"/>
            <p:cNvSpPr/>
            <p:nvPr/>
          </p:nvSpPr>
          <p:spPr>
            <a:xfrm>
              <a:off x="8874891" y="2003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4" name="pt48944"/>
            <p:cNvSpPr/>
            <p:nvPr/>
          </p:nvSpPr>
          <p:spPr>
            <a:xfrm>
              <a:off x="8532549" y="2527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5" name="pt48945"/>
            <p:cNvSpPr/>
            <p:nvPr/>
          </p:nvSpPr>
          <p:spPr>
            <a:xfrm>
              <a:off x="8725827" y="2111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6" name="pt48946"/>
            <p:cNvSpPr/>
            <p:nvPr/>
          </p:nvSpPr>
          <p:spPr>
            <a:xfrm>
              <a:off x="9072891" y="2215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7" name="pt48947"/>
            <p:cNvSpPr/>
            <p:nvPr/>
          </p:nvSpPr>
          <p:spPr>
            <a:xfrm>
              <a:off x="9095800" y="1889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8" name="pt48948"/>
            <p:cNvSpPr/>
            <p:nvPr/>
          </p:nvSpPr>
          <p:spPr>
            <a:xfrm>
              <a:off x="9454989" y="1929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9" name="pt48949"/>
            <p:cNvSpPr/>
            <p:nvPr/>
          </p:nvSpPr>
          <p:spPr>
            <a:xfrm>
              <a:off x="9049233" y="1818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0" name="pt48950"/>
            <p:cNvSpPr/>
            <p:nvPr/>
          </p:nvSpPr>
          <p:spPr>
            <a:xfrm>
              <a:off x="9065758" y="2098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1" name="pt48951"/>
            <p:cNvSpPr/>
            <p:nvPr/>
          </p:nvSpPr>
          <p:spPr>
            <a:xfrm>
              <a:off x="8863776" y="2019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2" name="pt48952"/>
            <p:cNvSpPr/>
            <p:nvPr/>
          </p:nvSpPr>
          <p:spPr>
            <a:xfrm>
              <a:off x="9653069" y="2495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3" name="pt48953"/>
            <p:cNvSpPr/>
            <p:nvPr/>
          </p:nvSpPr>
          <p:spPr>
            <a:xfrm>
              <a:off x="9377920" y="2136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4" name="pt48954"/>
            <p:cNvSpPr/>
            <p:nvPr/>
          </p:nvSpPr>
          <p:spPr>
            <a:xfrm>
              <a:off x="8932540" y="2021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5" name="pt48955"/>
            <p:cNvSpPr/>
            <p:nvPr/>
          </p:nvSpPr>
          <p:spPr>
            <a:xfrm>
              <a:off x="8971798" y="2064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6" name="pt48956"/>
            <p:cNvSpPr/>
            <p:nvPr/>
          </p:nvSpPr>
          <p:spPr>
            <a:xfrm>
              <a:off x="9097834" y="1961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7" name="pt48957"/>
            <p:cNvSpPr/>
            <p:nvPr/>
          </p:nvSpPr>
          <p:spPr>
            <a:xfrm>
              <a:off x="8782612" y="2278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8" name="pt48958"/>
            <p:cNvSpPr/>
            <p:nvPr/>
          </p:nvSpPr>
          <p:spPr>
            <a:xfrm>
              <a:off x="9297726" y="1988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9" name="pt48959"/>
            <p:cNvSpPr/>
            <p:nvPr/>
          </p:nvSpPr>
          <p:spPr>
            <a:xfrm>
              <a:off x="9595084" y="2288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0" name="pt48960"/>
            <p:cNvSpPr/>
            <p:nvPr/>
          </p:nvSpPr>
          <p:spPr>
            <a:xfrm>
              <a:off x="8794345" y="1988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1" name="pt48961"/>
            <p:cNvSpPr/>
            <p:nvPr/>
          </p:nvSpPr>
          <p:spPr>
            <a:xfrm>
              <a:off x="9086345" y="1816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2" name="pt48962"/>
            <p:cNvSpPr/>
            <p:nvPr/>
          </p:nvSpPr>
          <p:spPr>
            <a:xfrm>
              <a:off x="9433552" y="1806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3" name="pt48963"/>
            <p:cNvSpPr/>
            <p:nvPr/>
          </p:nvSpPr>
          <p:spPr>
            <a:xfrm>
              <a:off x="8973855" y="2110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4" name="pt48964"/>
            <p:cNvSpPr/>
            <p:nvPr/>
          </p:nvSpPr>
          <p:spPr>
            <a:xfrm>
              <a:off x="8627374" y="2279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5" name="pt48965"/>
            <p:cNvSpPr/>
            <p:nvPr/>
          </p:nvSpPr>
          <p:spPr>
            <a:xfrm>
              <a:off x="8839187" y="2142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6" name="pt48966"/>
            <p:cNvSpPr/>
            <p:nvPr/>
          </p:nvSpPr>
          <p:spPr>
            <a:xfrm>
              <a:off x="9068168" y="2182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7" name="pt48967"/>
            <p:cNvSpPr/>
            <p:nvPr/>
          </p:nvSpPr>
          <p:spPr>
            <a:xfrm>
              <a:off x="9726386" y="2056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8" name="pt48968"/>
            <p:cNvSpPr/>
            <p:nvPr/>
          </p:nvSpPr>
          <p:spPr>
            <a:xfrm>
              <a:off x="8810596" y="2092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9" name="pt48969"/>
            <p:cNvSpPr/>
            <p:nvPr/>
          </p:nvSpPr>
          <p:spPr>
            <a:xfrm>
              <a:off x="8973855" y="2055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0" name="pt48970"/>
            <p:cNvSpPr/>
            <p:nvPr/>
          </p:nvSpPr>
          <p:spPr>
            <a:xfrm>
              <a:off x="8595298" y="2243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1" name="pt48971"/>
            <p:cNvSpPr/>
            <p:nvPr/>
          </p:nvSpPr>
          <p:spPr>
            <a:xfrm>
              <a:off x="8434097" y="2396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2" name="pt48972"/>
            <p:cNvSpPr/>
            <p:nvPr/>
          </p:nvSpPr>
          <p:spPr>
            <a:xfrm>
              <a:off x="8473354" y="2293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3" name="pt48973"/>
            <p:cNvSpPr/>
            <p:nvPr/>
          </p:nvSpPr>
          <p:spPr>
            <a:xfrm>
              <a:off x="9346461" y="2237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4" name="pt48974"/>
            <p:cNvSpPr/>
            <p:nvPr/>
          </p:nvSpPr>
          <p:spPr>
            <a:xfrm>
              <a:off x="8677986" y="2454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5" name="pt48975"/>
            <p:cNvSpPr/>
            <p:nvPr/>
          </p:nvSpPr>
          <p:spPr>
            <a:xfrm>
              <a:off x="9654228" y="235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6" name="pt48976"/>
            <p:cNvSpPr/>
            <p:nvPr/>
          </p:nvSpPr>
          <p:spPr>
            <a:xfrm>
              <a:off x="8855955" y="2100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7" name="pt48977"/>
            <p:cNvSpPr/>
            <p:nvPr/>
          </p:nvSpPr>
          <p:spPr>
            <a:xfrm>
              <a:off x="9198297" y="2089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8" name="pt48978"/>
            <p:cNvSpPr/>
            <p:nvPr/>
          </p:nvSpPr>
          <p:spPr>
            <a:xfrm>
              <a:off x="9697445" y="1587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9" name="pt48979"/>
            <p:cNvSpPr/>
            <p:nvPr/>
          </p:nvSpPr>
          <p:spPr>
            <a:xfrm>
              <a:off x="9440320" y="2047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0" name="pt48980"/>
            <p:cNvSpPr/>
            <p:nvPr/>
          </p:nvSpPr>
          <p:spPr>
            <a:xfrm>
              <a:off x="8977900" y="2268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1" name="pt48981"/>
            <p:cNvSpPr/>
            <p:nvPr/>
          </p:nvSpPr>
          <p:spPr>
            <a:xfrm>
              <a:off x="9057053" y="1877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2" name="pt48982"/>
            <p:cNvSpPr/>
            <p:nvPr/>
          </p:nvSpPr>
          <p:spPr>
            <a:xfrm>
              <a:off x="8434097" y="2266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3" name="pt48983"/>
            <p:cNvSpPr/>
            <p:nvPr/>
          </p:nvSpPr>
          <p:spPr>
            <a:xfrm>
              <a:off x="9688802" y="2405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4" name="pt48984"/>
            <p:cNvSpPr/>
            <p:nvPr/>
          </p:nvSpPr>
          <p:spPr>
            <a:xfrm>
              <a:off x="8871263" y="2012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5" name="pt48985"/>
            <p:cNvSpPr/>
            <p:nvPr/>
          </p:nvSpPr>
          <p:spPr>
            <a:xfrm>
              <a:off x="9010641" y="1956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6" name="pt48986"/>
            <p:cNvSpPr/>
            <p:nvPr/>
          </p:nvSpPr>
          <p:spPr>
            <a:xfrm>
              <a:off x="8820652" y="216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7" name="pt48987"/>
            <p:cNvSpPr/>
            <p:nvPr/>
          </p:nvSpPr>
          <p:spPr>
            <a:xfrm>
              <a:off x="8688651" y="2217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8" name="pt48988"/>
            <p:cNvSpPr/>
            <p:nvPr/>
          </p:nvSpPr>
          <p:spPr>
            <a:xfrm>
              <a:off x="8913428" y="2342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9" name="pt48989"/>
            <p:cNvSpPr/>
            <p:nvPr/>
          </p:nvSpPr>
          <p:spPr>
            <a:xfrm>
              <a:off x="9547911" y="1625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0" name="pt48990"/>
            <p:cNvSpPr/>
            <p:nvPr/>
          </p:nvSpPr>
          <p:spPr>
            <a:xfrm>
              <a:off x="8981853" y="2293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1" name="pt48991"/>
            <p:cNvSpPr/>
            <p:nvPr/>
          </p:nvSpPr>
          <p:spPr>
            <a:xfrm>
              <a:off x="8782612" y="2173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2" name="pt48992"/>
            <p:cNvSpPr/>
            <p:nvPr/>
          </p:nvSpPr>
          <p:spPr>
            <a:xfrm>
              <a:off x="9218764" y="1928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3" name="pt48993"/>
            <p:cNvSpPr/>
            <p:nvPr/>
          </p:nvSpPr>
          <p:spPr>
            <a:xfrm>
              <a:off x="8473354" y="2192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4" name="pt48994"/>
            <p:cNvSpPr/>
            <p:nvPr/>
          </p:nvSpPr>
          <p:spPr>
            <a:xfrm>
              <a:off x="8741831" y="2218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5" name="pt48995"/>
            <p:cNvSpPr/>
            <p:nvPr/>
          </p:nvSpPr>
          <p:spPr>
            <a:xfrm>
              <a:off x="8734011" y="2177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6" name="pt48996"/>
            <p:cNvSpPr/>
            <p:nvPr/>
          </p:nvSpPr>
          <p:spPr>
            <a:xfrm>
              <a:off x="8505430" y="2348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7" name="pt48997"/>
            <p:cNvSpPr/>
            <p:nvPr/>
          </p:nvSpPr>
          <p:spPr>
            <a:xfrm>
              <a:off x="8505430" y="2486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8" name="pt48998"/>
            <p:cNvSpPr/>
            <p:nvPr/>
          </p:nvSpPr>
          <p:spPr>
            <a:xfrm>
              <a:off x="9094774" y="2044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9" name="pt48999"/>
            <p:cNvSpPr/>
            <p:nvPr/>
          </p:nvSpPr>
          <p:spPr>
            <a:xfrm>
              <a:off x="8556041" y="2439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0" name="pt49000"/>
            <p:cNvSpPr/>
            <p:nvPr/>
          </p:nvSpPr>
          <p:spPr>
            <a:xfrm>
              <a:off x="8556041" y="2450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1" name="pt49001"/>
            <p:cNvSpPr/>
            <p:nvPr/>
          </p:nvSpPr>
          <p:spPr>
            <a:xfrm>
              <a:off x="8763400" y="2140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2" name="pt49002"/>
            <p:cNvSpPr/>
            <p:nvPr/>
          </p:nvSpPr>
          <p:spPr>
            <a:xfrm>
              <a:off x="8904556" y="2111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3" name="pt49003"/>
            <p:cNvSpPr/>
            <p:nvPr/>
          </p:nvSpPr>
          <p:spPr>
            <a:xfrm>
              <a:off x="8898383" y="2084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4" name="pt49004"/>
            <p:cNvSpPr/>
            <p:nvPr/>
          </p:nvSpPr>
          <p:spPr>
            <a:xfrm>
              <a:off x="8935109" y="1959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5" name="pt49005"/>
            <p:cNvSpPr/>
            <p:nvPr/>
          </p:nvSpPr>
          <p:spPr>
            <a:xfrm>
              <a:off x="9075206" y="2278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6" name="pt49006"/>
            <p:cNvSpPr/>
            <p:nvPr/>
          </p:nvSpPr>
          <p:spPr>
            <a:xfrm>
              <a:off x="8935109" y="2010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7" name="pt49007"/>
            <p:cNvSpPr/>
            <p:nvPr/>
          </p:nvSpPr>
          <p:spPr>
            <a:xfrm>
              <a:off x="9452717" y="1888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8" name="pt49008"/>
            <p:cNvSpPr/>
            <p:nvPr/>
          </p:nvSpPr>
          <p:spPr>
            <a:xfrm>
              <a:off x="8947416" y="2037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9" name="pt49009"/>
            <p:cNvSpPr/>
            <p:nvPr/>
          </p:nvSpPr>
          <p:spPr>
            <a:xfrm>
              <a:off x="8473354" y="2263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0" name="pt49010"/>
            <p:cNvSpPr/>
            <p:nvPr/>
          </p:nvSpPr>
          <p:spPr>
            <a:xfrm>
              <a:off x="9254530" y="2184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1" name="pt49011"/>
            <p:cNvSpPr/>
            <p:nvPr/>
          </p:nvSpPr>
          <p:spPr>
            <a:xfrm>
              <a:off x="8794345" y="2284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2" name="pt49012"/>
            <p:cNvSpPr/>
            <p:nvPr/>
          </p:nvSpPr>
          <p:spPr>
            <a:xfrm>
              <a:off x="8881929" y="2315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3" name="pt49013"/>
            <p:cNvSpPr/>
            <p:nvPr/>
          </p:nvSpPr>
          <p:spPr>
            <a:xfrm>
              <a:off x="9265000" y="2085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4" name="pt49014"/>
            <p:cNvSpPr/>
            <p:nvPr/>
          </p:nvSpPr>
          <p:spPr>
            <a:xfrm>
              <a:off x="8641456" y="2037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5" name="pt49015"/>
            <p:cNvSpPr/>
            <p:nvPr/>
          </p:nvSpPr>
          <p:spPr>
            <a:xfrm>
              <a:off x="9135874" y="2040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6" name="pt49016"/>
            <p:cNvSpPr/>
            <p:nvPr/>
          </p:nvSpPr>
          <p:spPr>
            <a:xfrm>
              <a:off x="8505430" y="2339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7" name="pt49017"/>
            <p:cNvSpPr/>
            <p:nvPr/>
          </p:nvSpPr>
          <p:spPr>
            <a:xfrm>
              <a:off x="8556041" y="2528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8" name="pt49018"/>
            <p:cNvSpPr/>
            <p:nvPr/>
          </p:nvSpPr>
          <p:spPr>
            <a:xfrm>
              <a:off x="9107665" y="1971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9" name="pt49019"/>
            <p:cNvSpPr/>
            <p:nvPr/>
          </p:nvSpPr>
          <p:spPr>
            <a:xfrm>
              <a:off x="8904556" y="2015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0" name="pt49020"/>
            <p:cNvSpPr/>
            <p:nvPr/>
          </p:nvSpPr>
          <p:spPr>
            <a:xfrm>
              <a:off x="8473354" y="2339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1" name="pt49021"/>
            <p:cNvSpPr/>
            <p:nvPr/>
          </p:nvSpPr>
          <p:spPr>
            <a:xfrm>
              <a:off x="8698707" y="2358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2" name="pt49022"/>
            <p:cNvSpPr/>
            <p:nvPr/>
          </p:nvSpPr>
          <p:spPr>
            <a:xfrm>
              <a:off x="8921875" y="2048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3" name="pt49023"/>
            <p:cNvSpPr/>
            <p:nvPr/>
          </p:nvSpPr>
          <p:spPr>
            <a:xfrm>
              <a:off x="9241172" y="1874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4" name="pt49024"/>
            <p:cNvSpPr/>
            <p:nvPr/>
          </p:nvSpPr>
          <p:spPr>
            <a:xfrm>
              <a:off x="9168491" y="2149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5" name="pt49025"/>
            <p:cNvSpPr/>
            <p:nvPr/>
          </p:nvSpPr>
          <p:spPr>
            <a:xfrm>
              <a:off x="8810596" y="2303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6" name="pt49026"/>
            <p:cNvSpPr/>
            <p:nvPr/>
          </p:nvSpPr>
          <p:spPr>
            <a:xfrm>
              <a:off x="8612066" y="2422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7" name="pt49027"/>
            <p:cNvSpPr/>
            <p:nvPr/>
          </p:nvSpPr>
          <p:spPr>
            <a:xfrm>
              <a:off x="8859909" y="1916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8" name="pt49028"/>
            <p:cNvSpPr/>
            <p:nvPr/>
          </p:nvSpPr>
          <p:spPr>
            <a:xfrm>
              <a:off x="9494750" y="231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9" name="pt49029"/>
            <p:cNvSpPr/>
            <p:nvPr/>
          </p:nvSpPr>
          <p:spPr>
            <a:xfrm>
              <a:off x="9055774" y="169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0" name="pt49030"/>
            <p:cNvSpPr/>
            <p:nvPr/>
          </p:nvSpPr>
          <p:spPr>
            <a:xfrm>
              <a:off x="8927288" y="2030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1" name="pt49031"/>
            <p:cNvSpPr/>
            <p:nvPr/>
          </p:nvSpPr>
          <p:spPr>
            <a:xfrm>
              <a:off x="8717243" y="2324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2" name="pt49032"/>
            <p:cNvSpPr/>
            <p:nvPr/>
          </p:nvSpPr>
          <p:spPr>
            <a:xfrm>
              <a:off x="9049233" y="1915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3" name="pt49033"/>
            <p:cNvSpPr/>
            <p:nvPr/>
          </p:nvSpPr>
          <p:spPr>
            <a:xfrm>
              <a:off x="8975889" y="2226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4" name="pt49034"/>
            <p:cNvSpPr/>
            <p:nvPr/>
          </p:nvSpPr>
          <p:spPr>
            <a:xfrm>
              <a:off x="8985720" y="2256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5" name="pt49035"/>
            <p:cNvSpPr/>
            <p:nvPr/>
          </p:nvSpPr>
          <p:spPr>
            <a:xfrm>
              <a:off x="9408619" y="2109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6" name="pt49036"/>
            <p:cNvSpPr/>
            <p:nvPr/>
          </p:nvSpPr>
          <p:spPr>
            <a:xfrm>
              <a:off x="8830164" y="2185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7" name="pt49037"/>
            <p:cNvSpPr/>
            <p:nvPr/>
          </p:nvSpPr>
          <p:spPr>
            <a:xfrm>
              <a:off x="8717243" y="2265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8" name="pt49038"/>
            <p:cNvSpPr/>
            <p:nvPr/>
          </p:nvSpPr>
          <p:spPr>
            <a:xfrm>
              <a:off x="9106706" y="1979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9" name="pt49039"/>
            <p:cNvSpPr/>
            <p:nvPr/>
          </p:nvSpPr>
          <p:spPr>
            <a:xfrm>
              <a:off x="8825472" y="2126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0" name="pt49040"/>
            <p:cNvSpPr/>
            <p:nvPr/>
          </p:nvSpPr>
          <p:spPr>
            <a:xfrm>
              <a:off x="8576763" y="2396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1" name="pt49041"/>
            <p:cNvSpPr/>
            <p:nvPr/>
          </p:nvSpPr>
          <p:spPr>
            <a:xfrm>
              <a:off x="9110510" y="1886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2" name="pt49042"/>
            <p:cNvSpPr/>
            <p:nvPr/>
          </p:nvSpPr>
          <p:spPr>
            <a:xfrm>
              <a:off x="9230563" y="1799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3" name="pt49043"/>
            <p:cNvSpPr/>
            <p:nvPr/>
          </p:nvSpPr>
          <p:spPr>
            <a:xfrm>
              <a:off x="9021891" y="1703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4" name="pt49044"/>
            <p:cNvSpPr/>
            <p:nvPr/>
          </p:nvSpPr>
          <p:spPr>
            <a:xfrm>
              <a:off x="8843532" y="2023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5" name="pt49045"/>
            <p:cNvSpPr/>
            <p:nvPr/>
          </p:nvSpPr>
          <p:spPr>
            <a:xfrm>
              <a:off x="9097834" y="2050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6" name="pt49046"/>
            <p:cNvSpPr/>
            <p:nvPr/>
          </p:nvSpPr>
          <p:spPr>
            <a:xfrm>
              <a:off x="8505430" y="2462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7" name="pt49047"/>
            <p:cNvSpPr/>
            <p:nvPr/>
          </p:nvSpPr>
          <p:spPr>
            <a:xfrm>
              <a:off x="8830164" y="2249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8" name="pt49048"/>
            <p:cNvSpPr/>
            <p:nvPr/>
          </p:nvSpPr>
          <p:spPr>
            <a:xfrm>
              <a:off x="9285982" y="1811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9" name="pt49049"/>
            <p:cNvSpPr/>
            <p:nvPr/>
          </p:nvSpPr>
          <p:spPr>
            <a:xfrm>
              <a:off x="8473354" y="2266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0" name="pt49050"/>
            <p:cNvSpPr/>
            <p:nvPr/>
          </p:nvSpPr>
          <p:spPr>
            <a:xfrm>
              <a:off x="8788576" y="2238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1" name="pt49051"/>
            <p:cNvSpPr/>
            <p:nvPr/>
          </p:nvSpPr>
          <p:spPr>
            <a:xfrm>
              <a:off x="9386161" y="2063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2" name="pt49052"/>
            <p:cNvSpPr/>
            <p:nvPr/>
          </p:nvSpPr>
          <p:spPr>
            <a:xfrm>
              <a:off x="8805344" y="2000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3" name="pt49053"/>
            <p:cNvSpPr/>
            <p:nvPr/>
          </p:nvSpPr>
          <p:spPr>
            <a:xfrm>
              <a:off x="9083077" y="1792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4" name="pt49054"/>
            <p:cNvSpPr/>
            <p:nvPr/>
          </p:nvSpPr>
          <p:spPr>
            <a:xfrm>
              <a:off x="9110510" y="1737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5" name="pt49055"/>
            <p:cNvSpPr/>
            <p:nvPr/>
          </p:nvSpPr>
          <p:spPr>
            <a:xfrm>
              <a:off x="9049233" y="193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6" name="pt49056"/>
            <p:cNvSpPr/>
            <p:nvPr/>
          </p:nvSpPr>
          <p:spPr>
            <a:xfrm>
              <a:off x="8556041" y="2363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7" name="pt49057"/>
            <p:cNvSpPr/>
            <p:nvPr/>
          </p:nvSpPr>
          <p:spPr>
            <a:xfrm>
              <a:off x="9008973" y="1788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8" name="pt49058"/>
            <p:cNvSpPr/>
            <p:nvPr/>
          </p:nvSpPr>
          <p:spPr>
            <a:xfrm>
              <a:off x="9217744" y="2176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9" name="pt49059"/>
            <p:cNvSpPr/>
            <p:nvPr/>
          </p:nvSpPr>
          <p:spPr>
            <a:xfrm>
              <a:off x="9354634" y="2134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0" name="pt49060"/>
            <p:cNvSpPr/>
            <p:nvPr/>
          </p:nvSpPr>
          <p:spPr>
            <a:xfrm>
              <a:off x="8749319" y="1993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1" name="pt49061"/>
            <p:cNvSpPr/>
            <p:nvPr/>
          </p:nvSpPr>
          <p:spPr>
            <a:xfrm>
              <a:off x="9106706" y="1985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2" name="pt49062"/>
            <p:cNvSpPr/>
            <p:nvPr/>
          </p:nvSpPr>
          <p:spPr>
            <a:xfrm>
              <a:off x="9603616" y="2425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3" name="pt49063"/>
            <p:cNvSpPr/>
            <p:nvPr/>
          </p:nvSpPr>
          <p:spPr>
            <a:xfrm>
              <a:off x="9021891" y="1705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4" name="pt49064"/>
            <p:cNvSpPr/>
            <p:nvPr/>
          </p:nvSpPr>
          <p:spPr>
            <a:xfrm>
              <a:off x="8641456" y="2017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5" name="pt49065"/>
            <p:cNvSpPr/>
            <p:nvPr/>
          </p:nvSpPr>
          <p:spPr>
            <a:xfrm>
              <a:off x="9414733" y="2075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6" name="pt49066"/>
            <p:cNvSpPr/>
            <p:nvPr/>
          </p:nvSpPr>
          <p:spPr>
            <a:xfrm>
              <a:off x="9509182" y="2369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7" name="pt49067"/>
            <p:cNvSpPr/>
            <p:nvPr/>
          </p:nvSpPr>
          <p:spPr>
            <a:xfrm>
              <a:off x="8834733" y="2325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8" name="pt49068"/>
            <p:cNvSpPr/>
            <p:nvPr/>
          </p:nvSpPr>
          <p:spPr>
            <a:xfrm>
              <a:off x="8505430" y="2689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9" name="pt49069"/>
            <p:cNvSpPr/>
            <p:nvPr/>
          </p:nvSpPr>
          <p:spPr>
            <a:xfrm>
              <a:off x="8383485" y="2466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0" name="pt49070"/>
            <p:cNvSpPr/>
            <p:nvPr/>
          </p:nvSpPr>
          <p:spPr>
            <a:xfrm>
              <a:off x="9377920" y="2088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1" name="pt49071"/>
            <p:cNvSpPr/>
            <p:nvPr/>
          </p:nvSpPr>
          <p:spPr>
            <a:xfrm>
              <a:off x="9168491" y="2064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2" name="pt49072"/>
            <p:cNvSpPr/>
            <p:nvPr/>
          </p:nvSpPr>
          <p:spPr>
            <a:xfrm>
              <a:off x="9109567" y="1725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3" name="pt49073"/>
            <p:cNvSpPr/>
            <p:nvPr/>
          </p:nvSpPr>
          <p:spPr>
            <a:xfrm>
              <a:off x="8839187" y="2118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4" name="pt49074"/>
            <p:cNvSpPr/>
            <p:nvPr/>
          </p:nvSpPr>
          <p:spPr>
            <a:xfrm>
              <a:off x="8863776" y="1918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5" name="pt49075"/>
            <p:cNvSpPr/>
            <p:nvPr/>
          </p:nvSpPr>
          <p:spPr>
            <a:xfrm>
              <a:off x="8717243" y="2215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6" name="pt49076"/>
            <p:cNvSpPr/>
            <p:nvPr/>
          </p:nvSpPr>
          <p:spPr>
            <a:xfrm>
              <a:off x="9217232" y="2070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7" name="pt49077"/>
            <p:cNvSpPr/>
            <p:nvPr/>
          </p:nvSpPr>
          <p:spPr>
            <a:xfrm>
              <a:off x="9260646" y="214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8" name="pt49078"/>
            <p:cNvSpPr/>
            <p:nvPr/>
          </p:nvSpPr>
          <p:spPr>
            <a:xfrm>
              <a:off x="8859909" y="1922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9" name="pt49079"/>
            <p:cNvSpPr/>
            <p:nvPr/>
          </p:nvSpPr>
          <p:spPr>
            <a:xfrm>
              <a:off x="8532549" y="2376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0" name="pt49080"/>
            <p:cNvSpPr/>
            <p:nvPr/>
          </p:nvSpPr>
          <p:spPr>
            <a:xfrm>
              <a:off x="9371637" y="2149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1" name="pt49081"/>
            <p:cNvSpPr/>
            <p:nvPr/>
          </p:nvSpPr>
          <p:spPr>
            <a:xfrm>
              <a:off x="9454989" y="197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2" name="pt49082"/>
            <p:cNvSpPr/>
            <p:nvPr/>
          </p:nvSpPr>
          <p:spPr>
            <a:xfrm>
              <a:off x="8666631" y="2375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3" name="pt49083"/>
            <p:cNvSpPr/>
            <p:nvPr/>
          </p:nvSpPr>
          <p:spPr>
            <a:xfrm>
              <a:off x="9097834" y="2045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4" name="pt49084"/>
            <p:cNvSpPr/>
            <p:nvPr/>
          </p:nvSpPr>
          <p:spPr>
            <a:xfrm>
              <a:off x="8794345" y="2040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5" name="pt49085"/>
            <p:cNvSpPr/>
            <p:nvPr/>
          </p:nvSpPr>
          <p:spPr>
            <a:xfrm>
              <a:off x="8312152" y="2275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6" name="pt49086"/>
            <p:cNvSpPr/>
            <p:nvPr/>
          </p:nvSpPr>
          <p:spPr>
            <a:xfrm>
              <a:off x="8901496" y="1557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7" name="pt49087"/>
            <p:cNvSpPr/>
            <p:nvPr/>
          </p:nvSpPr>
          <p:spPr>
            <a:xfrm>
              <a:off x="8947416" y="1933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8" name="pt49088"/>
            <p:cNvSpPr/>
            <p:nvPr/>
          </p:nvSpPr>
          <p:spPr>
            <a:xfrm>
              <a:off x="8595298" y="2287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9" name="pt49089"/>
            <p:cNvSpPr/>
            <p:nvPr/>
          </p:nvSpPr>
          <p:spPr>
            <a:xfrm>
              <a:off x="9086345" y="1805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0" name="pt49090"/>
            <p:cNvSpPr/>
            <p:nvPr/>
          </p:nvSpPr>
          <p:spPr>
            <a:xfrm>
              <a:off x="9461505" y="2052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1" name="pt49091"/>
            <p:cNvSpPr/>
            <p:nvPr/>
          </p:nvSpPr>
          <p:spPr>
            <a:xfrm>
              <a:off x="8532549" y="2316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2" name="pt49092"/>
            <p:cNvSpPr/>
            <p:nvPr/>
          </p:nvSpPr>
          <p:spPr>
            <a:xfrm>
              <a:off x="8788576" y="2323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3" name="pt49093"/>
            <p:cNvSpPr/>
            <p:nvPr/>
          </p:nvSpPr>
          <p:spPr>
            <a:xfrm>
              <a:off x="9195417" y="1932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4" name="pt49094"/>
            <p:cNvSpPr/>
            <p:nvPr/>
          </p:nvSpPr>
          <p:spPr>
            <a:xfrm>
              <a:off x="9075206" y="2192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5" name="pt49095"/>
            <p:cNvSpPr/>
            <p:nvPr/>
          </p:nvSpPr>
          <p:spPr>
            <a:xfrm>
              <a:off x="8627374" y="2257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6" name="pt49096"/>
            <p:cNvSpPr/>
            <p:nvPr/>
          </p:nvSpPr>
          <p:spPr>
            <a:xfrm>
              <a:off x="9199436" y="1961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7" name="pt49097"/>
            <p:cNvSpPr/>
            <p:nvPr/>
          </p:nvSpPr>
          <p:spPr>
            <a:xfrm>
              <a:off x="8641456" y="2005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8" name="pt49098"/>
            <p:cNvSpPr/>
            <p:nvPr/>
          </p:nvSpPr>
          <p:spPr>
            <a:xfrm>
              <a:off x="8612066" y="2269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9" name="pt49099"/>
            <p:cNvSpPr/>
            <p:nvPr/>
          </p:nvSpPr>
          <p:spPr>
            <a:xfrm>
              <a:off x="8312152" y="2445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0" name="pt49100"/>
            <p:cNvSpPr/>
            <p:nvPr/>
          </p:nvSpPr>
          <p:spPr>
            <a:xfrm>
              <a:off x="9578717" y="2223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1" name="pt49101"/>
            <p:cNvSpPr/>
            <p:nvPr/>
          </p:nvSpPr>
          <p:spPr>
            <a:xfrm>
              <a:off x="9121452" y="2044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2" name="pt49102"/>
            <p:cNvSpPr/>
            <p:nvPr/>
          </p:nvSpPr>
          <p:spPr>
            <a:xfrm>
              <a:off x="9146155" y="2023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3" name="pt49103"/>
            <p:cNvSpPr/>
            <p:nvPr/>
          </p:nvSpPr>
          <p:spPr>
            <a:xfrm>
              <a:off x="8708219" y="2486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4" name="pt49104"/>
            <p:cNvSpPr/>
            <p:nvPr/>
          </p:nvSpPr>
          <p:spPr>
            <a:xfrm>
              <a:off x="9464046" y="2042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5" name="pt49105"/>
            <p:cNvSpPr/>
            <p:nvPr/>
          </p:nvSpPr>
          <p:spPr>
            <a:xfrm>
              <a:off x="8654494" y="2527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6" name="pt49106"/>
            <p:cNvSpPr/>
            <p:nvPr/>
          </p:nvSpPr>
          <p:spPr>
            <a:xfrm>
              <a:off x="8688651" y="2360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7" name="pt49107"/>
            <p:cNvSpPr/>
            <p:nvPr/>
          </p:nvSpPr>
          <p:spPr>
            <a:xfrm>
              <a:off x="9235717" y="1810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8" name="pt49108"/>
            <p:cNvSpPr/>
            <p:nvPr/>
          </p:nvSpPr>
          <p:spPr>
            <a:xfrm>
              <a:off x="9349631" y="2002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9" name="pt49109"/>
            <p:cNvSpPr/>
            <p:nvPr/>
          </p:nvSpPr>
          <p:spPr>
            <a:xfrm>
              <a:off x="9028011" y="1692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0" name="pt49110"/>
            <p:cNvSpPr/>
            <p:nvPr/>
          </p:nvSpPr>
          <p:spPr>
            <a:xfrm>
              <a:off x="8937640" y="1844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1" name="pt49111"/>
            <p:cNvSpPr/>
            <p:nvPr/>
          </p:nvSpPr>
          <p:spPr>
            <a:xfrm>
              <a:off x="8595298" y="2297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2" name="pt49112"/>
            <p:cNvSpPr/>
            <p:nvPr/>
          </p:nvSpPr>
          <p:spPr>
            <a:xfrm>
              <a:off x="8532549" y="2493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3" name="pt49113"/>
            <p:cNvSpPr/>
            <p:nvPr/>
          </p:nvSpPr>
          <p:spPr>
            <a:xfrm>
              <a:off x="9324474" y="221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4" name="pt49114"/>
            <p:cNvSpPr/>
            <p:nvPr/>
          </p:nvSpPr>
          <p:spPr>
            <a:xfrm>
              <a:off x="8312152" y="2287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5" name="pt49115"/>
            <p:cNvSpPr/>
            <p:nvPr/>
          </p:nvSpPr>
          <p:spPr>
            <a:xfrm>
              <a:off x="8725827" y="2153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6" name="pt49116"/>
            <p:cNvSpPr/>
            <p:nvPr/>
          </p:nvSpPr>
          <p:spPr>
            <a:xfrm>
              <a:off x="8312152" y="2444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7" name="pt49117"/>
            <p:cNvSpPr/>
            <p:nvPr/>
          </p:nvSpPr>
          <p:spPr>
            <a:xfrm>
              <a:off x="9396086" y="2106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8" name="pt49118"/>
            <p:cNvSpPr/>
            <p:nvPr/>
          </p:nvSpPr>
          <p:spPr>
            <a:xfrm>
              <a:off x="8312152" y="2374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9" name="pt49119"/>
            <p:cNvSpPr/>
            <p:nvPr/>
          </p:nvSpPr>
          <p:spPr>
            <a:xfrm>
              <a:off x="8717243" y="2472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0" name="pt49120"/>
            <p:cNvSpPr/>
            <p:nvPr/>
          </p:nvSpPr>
          <p:spPr>
            <a:xfrm>
              <a:off x="8698707" y="2355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1" name="pt49121"/>
            <p:cNvSpPr/>
            <p:nvPr/>
          </p:nvSpPr>
          <p:spPr>
            <a:xfrm>
              <a:off x="8717243" y="233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2" name="pt49122"/>
            <p:cNvSpPr/>
            <p:nvPr/>
          </p:nvSpPr>
          <p:spPr>
            <a:xfrm>
              <a:off x="9464046" y="2103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3" name="pt49123"/>
            <p:cNvSpPr/>
            <p:nvPr/>
          </p:nvSpPr>
          <p:spPr>
            <a:xfrm>
              <a:off x="8688651" y="2334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4" name="pt49124"/>
            <p:cNvSpPr/>
            <p:nvPr/>
          </p:nvSpPr>
          <p:spPr>
            <a:xfrm>
              <a:off x="8741831" y="2219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5" name="pt49125"/>
            <p:cNvSpPr/>
            <p:nvPr/>
          </p:nvSpPr>
          <p:spPr>
            <a:xfrm>
              <a:off x="8749319" y="2282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6" name="pt49126"/>
            <p:cNvSpPr/>
            <p:nvPr/>
          </p:nvSpPr>
          <p:spPr>
            <a:xfrm>
              <a:off x="8641456" y="2034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7" name="pt49127"/>
            <p:cNvSpPr/>
            <p:nvPr/>
          </p:nvSpPr>
          <p:spPr>
            <a:xfrm>
              <a:off x="9714526" y="1905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8" name="pt49128"/>
            <p:cNvSpPr/>
            <p:nvPr/>
          </p:nvSpPr>
          <p:spPr>
            <a:xfrm>
              <a:off x="9211498" y="2021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9" name="pt49129"/>
            <p:cNvSpPr/>
            <p:nvPr/>
          </p:nvSpPr>
          <p:spPr>
            <a:xfrm>
              <a:off x="9881517" y="2629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0" name="pt49130"/>
            <p:cNvSpPr/>
            <p:nvPr/>
          </p:nvSpPr>
          <p:spPr>
            <a:xfrm>
              <a:off x="9024978" y="1762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1" name="pt49131"/>
            <p:cNvSpPr/>
            <p:nvPr/>
          </p:nvSpPr>
          <p:spPr>
            <a:xfrm>
              <a:off x="9237554" y="1947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2" name="pt49132"/>
            <p:cNvSpPr/>
            <p:nvPr/>
          </p:nvSpPr>
          <p:spPr>
            <a:xfrm>
              <a:off x="9461505" y="2122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3" name="pt49133"/>
            <p:cNvSpPr/>
            <p:nvPr/>
          </p:nvSpPr>
          <p:spPr>
            <a:xfrm>
              <a:off x="9431288" y="1868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4" name="pt49134"/>
            <p:cNvSpPr/>
            <p:nvPr/>
          </p:nvSpPr>
          <p:spPr>
            <a:xfrm>
              <a:off x="9051878" y="1812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5" name="pt49135"/>
            <p:cNvSpPr/>
            <p:nvPr/>
          </p:nvSpPr>
          <p:spPr>
            <a:xfrm>
              <a:off x="9349631" y="2109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6" name="pt49136"/>
            <p:cNvSpPr/>
            <p:nvPr/>
          </p:nvSpPr>
          <p:spPr>
            <a:xfrm>
              <a:off x="8641456" y="2067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7" name="pt49137"/>
            <p:cNvSpPr/>
            <p:nvPr/>
          </p:nvSpPr>
          <p:spPr>
            <a:xfrm>
              <a:off x="9135057" y="2194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8" name="pt49138"/>
            <p:cNvSpPr/>
            <p:nvPr/>
          </p:nvSpPr>
          <p:spPr>
            <a:xfrm>
              <a:off x="8977900" y="2312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9" name="pt49139"/>
            <p:cNvSpPr/>
            <p:nvPr/>
          </p:nvSpPr>
          <p:spPr>
            <a:xfrm>
              <a:off x="8863776" y="2000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0" name="pt49140"/>
            <p:cNvSpPr/>
            <p:nvPr/>
          </p:nvSpPr>
          <p:spPr>
            <a:xfrm>
              <a:off x="8859909" y="2100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1" name="pt49141"/>
            <p:cNvSpPr/>
            <p:nvPr/>
          </p:nvSpPr>
          <p:spPr>
            <a:xfrm>
              <a:off x="8734011" y="2068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2" name="pt49142"/>
            <p:cNvSpPr/>
            <p:nvPr/>
          </p:nvSpPr>
          <p:spPr>
            <a:xfrm>
              <a:off x="9318519" y="1945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3" name="pt49143"/>
            <p:cNvSpPr/>
            <p:nvPr/>
          </p:nvSpPr>
          <p:spPr>
            <a:xfrm>
              <a:off x="8977900" y="2249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4" name="pt49144"/>
            <p:cNvSpPr/>
            <p:nvPr/>
          </p:nvSpPr>
          <p:spPr>
            <a:xfrm>
              <a:off x="8770040" y="2044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5" name="pt49145"/>
            <p:cNvSpPr/>
            <p:nvPr/>
          </p:nvSpPr>
          <p:spPr>
            <a:xfrm>
              <a:off x="8904556" y="2141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6" name="pt49146"/>
            <p:cNvSpPr/>
            <p:nvPr/>
          </p:nvSpPr>
          <p:spPr>
            <a:xfrm>
              <a:off x="9106706" y="1937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7" name="pt49147"/>
            <p:cNvSpPr/>
            <p:nvPr/>
          </p:nvSpPr>
          <p:spPr>
            <a:xfrm>
              <a:off x="8505430" y="2287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8" name="pt49148"/>
            <p:cNvSpPr/>
            <p:nvPr/>
          </p:nvSpPr>
          <p:spPr>
            <a:xfrm>
              <a:off x="9450688" y="1941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9" name="pt49149"/>
            <p:cNvSpPr/>
            <p:nvPr/>
          </p:nvSpPr>
          <p:spPr>
            <a:xfrm>
              <a:off x="9217744" y="2028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0" name="pt49150"/>
            <p:cNvSpPr/>
            <p:nvPr/>
          </p:nvSpPr>
          <p:spPr>
            <a:xfrm>
              <a:off x="8312152" y="2573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1" name="pt49151"/>
            <p:cNvSpPr/>
            <p:nvPr/>
          </p:nvSpPr>
          <p:spPr>
            <a:xfrm>
              <a:off x="9311758" y="1957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2" name="pt49152"/>
            <p:cNvSpPr/>
            <p:nvPr/>
          </p:nvSpPr>
          <p:spPr>
            <a:xfrm>
              <a:off x="9377920" y="2050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3" name="pt49153"/>
            <p:cNvSpPr/>
            <p:nvPr/>
          </p:nvSpPr>
          <p:spPr>
            <a:xfrm>
              <a:off x="9301578" y="1792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4" name="pt49154"/>
            <p:cNvSpPr/>
            <p:nvPr/>
          </p:nvSpPr>
          <p:spPr>
            <a:xfrm>
              <a:off x="8805344" y="2078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5" name="pt49155"/>
            <p:cNvSpPr/>
            <p:nvPr/>
          </p:nvSpPr>
          <p:spPr>
            <a:xfrm>
              <a:off x="9241172" y="1885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6" name="pt49156"/>
            <p:cNvSpPr/>
            <p:nvPr/>
          </p:nvSpPr>
          <p:spPr>
            <a:xfrm>
              <a:off x="8505430" y="2375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7" name="pt49157"/>
            <p:cNvSpPr/>
            <p:nvPr/>
          </p:nvSpPr>
          <p:spPr>
            <a:xfrm>
              <a:off x="8434097" y="2417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8" name="pt49158"/>
            <p:cNvSpPr/>
            <p:nvPr/>
          </p:nvSpPr>
          <p:spPr>
            <a:xfrm>
              <a:off x="9076352" y="2209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9" name="pt49159"/>
            <p:cNvSpPr/>
            <p:nvPr/>
          </p:nvSpPr>
          <p:spPr>
            <a:xfrm>
              <a:off x="8954408" y="1871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0" name="pt49160"/>
            <p:cNvSpPr/>
            <p:nvPr/>
          </p:nvSpPr>
          <p:spPr>
            <a:xfrm>
              <a:off x="8954408" y="1845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1" name="pt49161"/>
            <p:cNvSpPr/>
            <p:nvPr/>
          </p:nvSpPr>
          <p:spPr>
            <a:xfrm>
              <a:off x="8867559" y="1889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2" name="pt49162"/>
            <p:cNvSpPr/>
            <p:nvPr/>
          </p:nvSpPr>
          <p:spPr>
            <a:xfrm>
              <a:off x="8688651" y="2559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3" name="pt49163"/>
            <p:cNvSpPr/>
            <p:nvPr/>
          </p:nvSpPr>
          <p:spPr>
            <a:xfrm>
              <a:off x="8627374" y="2159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4" name="pt49164"/>
            <p:cNvSpPr/>
            <p:nvPr/>
          </p:nvSpPr>
          <p:spPr>
            <a:xfrm>
              <a:off x="8834733" y="2349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5" name="pt49165"/>
            <p:cNvSpPr/>
            <p:nvPr/>
          </p:nvSpPr>
          <p:spPr>
            <a:xfrm>
              <a:off x="8666631" y="2412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6" name="pt49166"/>
            <p:cNvSpPr/>
            <p:nvPr/>
          </p:nvSpPr>
          <p:spPr>
            <a:xfrm>
              <a:off x="9094774" y="1820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7" name="pt49167"/>
            <p:cNvSpPr/>
            <p:nvPr/>
          </p:nvSpPr>
          <p:spPr>
            <a:xfrm>
              <a:off x="8612066" y="2333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8" name="pt49168"/>
            <p:cNvSpPr/>
            <p:nvPr/>
          </p:nvSpPr>
          <p:spPr>
            <a:xfrm>
              <a:off x="8937640" y="1829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9" name="pt49169"/>
            <p:cNvSpPr/>
            <p:nvPr/>
          </p:nvSpPr>
          <p:spPr>
            <a:xfrm>
              <a:off x="9055774" y="1685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0" name="pt49170"/>
            <p:cNvSpPr/>
            <p:nvPr/>
          </p:nvSpPr>
          <p:spPr>
            <a:xfrm>
              <a:off x="9021891" y="1666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1" name="pt49171"/>
            <p:cNvSpPr/>
            <p:nvPr/>
          </p:nvSpPr>
          <p:spPr>
            <a:xfrm>
              <a:off x="9240724" y="1989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2" name="pt49172"/>
            <p:cNvSpPr/>
            <p:nvPr/>
          </p:nvSpPr>
          <p:spPr>
            <a:xfrm>
              <a:off x="9086345" y="1779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3" name="pt49173"/>
            <p:cNvSpPr/>
            <p:nvPr/>
          </p:nvSpPr>
          <p:spPr>
            <a:xfrm>
              <a:off x="8688651" y="2480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4" name="pt49174"/>
            <p:cNvSpPr/>
            <p:nvPr/>
          </p:nvSpPr>
          <p:spPr>
            <a:xfrm>
              <a:off x="8763400" y="2179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5" name="pt49175"/>
            <p:cNvSpPr/>
            <p:nvPr/>
          </p:nvSpPr>
          <p:spPr>
            <a:xfrm>
              <a:off x="8312152" y="2475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6" name="pt49176"/>
            <p:cNvSpPr/>
            <p:nvPr/>
          </p:nvSpPr>
          <p:spPr>
            <a:xfrm>
              <a:off x="8725827" y="2004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7" name="pt49177"/>
            <p:cNvSpPr/>
            <p:nvPr/>
          </p:nvSpPr>
          <p:spPr>
            <a:xfrm>
              <a:off x="8937640" y="1831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8" name="pt49178"/>
            <p:cNvSpPr/>
            <p:nvPr/>
          </p:nvSpPr>
          <p:spPr>
            <a:xfrm>
              <a:off x="8981853" y="2234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9" name="pt49179"/>
            <p:cNvSpPr/>
            <p:nvPr/>
          </p:nvSpPr>
          <p:spPr>
            <a:xfrm>
              <a:off x="9205570" y="2178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0" name="pt49180"/>
            <p:cNvSpPr/>
            <p:nvPr/>
          </p:nvSpPr>
          <p:spPr>
            <a:xfrm>
              <a:off x="9444456" y="1879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1" name="pt49181"/>
            <p:cNvSpPr/>
            <p:nvPr/>
          </p:nvSpPr>
          <p:spPr>
            <a:xfrm>
              <a:off x="9313250" y="2000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2" name="pt49182"/>
            <p:cNvSpPr/>
            <p:nvPr/>
          </p:nvSpPr>
          <p:spPr>
            <a:xfrm>
              <a:off x="8595298" y="2332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3" name="pt49183"/>
            <p:cNvSpPr/>
            <p:nvPr/>
          </p:nvSpPr>
          <p:spPr>
            <a:xfrm>
              <a:off x="9228169" y="1757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4" name="pt49184"/>
            <p:cNvSpPr/>
            <p:nvPr/>
          </p:nvSpPr>
          <p:spPr>
            <a:xfrm>
              <a:off x="9130917" y="2149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5" name="pt49185"/>
            <p:cNvSpPr/>
            <p:nvPr/>
          </p:nvSpPr>
          <p:spPr>
            <a:xfrm>
              <a:off x="9237554" y="2052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6" name="pt49186"/>
            <p:cNvSpPr/>
            <p:nvPr/>
          </p:nvSpPr>
          <p:spPr>
            <a:xfrm>
              <a:off x="8627374" y="2483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7" name="pt49187"/>
            <p:cNvSpPr/>
            <p:nvPr/>
          </p:nvSpPr>
          <p:spPr>
            <a:xfrm>
              <a:off x="9094774" y="2072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8" name="pt49188"/>
            <p:cNvSpPr/>
            <p:nvPr/>
          </p:nvSpPr>
          <p:spPr>
            <a:xfrm>
              <a:off x="8556041" y="2301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9" name="pt49189"/>
            <p:cNvSpPr/>
            <p:nvPr/>
          </p:nvSpPr>
          <p:spPr>
            <a:xfrm>
              <a:off x="8961132" y="2027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0" name="pt49190"/>
            <p:cNvSpPr/>
            <p:nvPr/>
          </p:nvSpPr>
          <p:spPr>
            <a:xfrm>
              <a:off x="8942596" y="1871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1" name="pt49191"/>
            <p:cNvSpPr/>
            <p:nvPr/>
          </p:nvSpPr>
          <p:spPr>
            <a:xfrm>
              <a:off x="8810596" y="2092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2" name="pt49192"/>
            <p:cNvSpPr/>
            <p:nvPr/>
          </p:nvSpPr>
          <p:spPr>
            <a:xfrm>
              <a:off x="9254530" y="2179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3" name="pt49193"/>
            <p:cNvSpPr/>
            <p:nvPr/>
          </p:nvSpPr>
          <p:spPr>
            <a:xfrm>
              <a:off x="8881929" y="2229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4" name="pt49194"/>
            <p:cNvSpPr/>
            <p:nvPr/>
          </p:nvSpPr>
          <p:spPr>
            <a:xfrm>
              <a:off x="9064541" y="1744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5" name="pt49195"/>
            <p:cNvSpPr/>
            <p:nvPr/>
          </p:nvSpPr>
          <p:spPr>
            <a:xfrm>
              <a:off x="8855955" y="2289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6" name="pt49196"/>
            <p:cNvSpPr/>
            <p:nvPr/>
          </p:nvSpPr>
          <p:spPr>
            <a:xfrm>
              <a:off x="8666631" y="2340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7" name="pt49197"/>
            <p:cNvSpPr/>
            <p:nvPr/>
          </p:nvSpPr>
          <p:spPr>
            <a:xfrm>
              <a:off x="8654494" y="2439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8" name="pt49198"/>
            <p:cNvSpPr/>
            <p:nvPr/>
          </p:nvSpPr>
          <p:spPr>
            <a:xfrm>
              <a:off x="9666217" y="1966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9" name="pt49199"/>
            <p:cNvSpPr/>
            <p:nvPr/>
          </p:nvSpPr>
          <p:spPr>
            <a:xfrm>
              <a:off x="8473354" y="2302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0" name="pt49200"/>
            <p:cNvSpPr/>
            <p:nvPr/>
          </p:nvSpPr>
          <p:spPr>
            <a:xfrm>
              <a:off x="8717243" y="2234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1" name="pt49201"/>
            <p:cNvSpPr/>
            <p:nvPr/>
          </p:nvSpPr>
          <p:spPr>
            <a:xfrm>
              <a:off x="8556041" y="2407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2" name="pt49202"/>
            <p:cNvSpPr/>
            <p:nvPr/>
          </p:nvSpPr>
          <p:spPr>
            <a:xfrm>
              <a:off x="9349631" y="2187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3" name="pt49203"/>
            <p:cNvSpPr/>
            <p:nvPr/>
          </p:nvSpPr>
          <p:spPr>
            <a:xfrm>
              <a:off x="9595084" y="2290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4" name="pt49204"/>
            <p:cNvSpPr/>
            <p:nvPr/>
          </p:nvSpPr>
          <p:spPr>
            <a:xfrm>
              <a:off x="8505430" y="2418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5" name="pt49205"/>
            <p:cNvSpPr/>
            <p:nvPr/>
          </p:nvSpPr>
          <p:spPr>
            <a:xfrm>
              <a:off x="8901496" y="193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6" name="pt49206"/>
            <p:cNvSpPr/>
            <p:nvPr/>
          </p:nvSpPr>
          <p:spPr>
            <a:xfrm>
              <a:off x="8725827" y="2213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7" name="pt49207"/>
            <p:cNvSpPr/>
            <p:nvPr/>
          </p:nvSpPr>
          <p:spPr>
            <a:xfrm>
              <a:off x="9109567" y="1698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8" name="pt49208"/>
            <p:cNvSpPr/>
            <p:nvPr/>
          </p:nvSpPr>
          <p:spPr>
            <a:xfrm>
              <a:off x="8830164" y="2115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9" name="pt49209"/>
            <p:cNvSpPr/>
            <p:nvPr/>
          </p:nvSpPr>
          <p:spPr>
            <a:xfrm>
              <a:off x="8666631" y="2410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0" name="pt49210"/>
            <p:cNvSpPr/>
            <p:nvPr/>
          </p:nvSpPr>
          <p:spPr>
            <a:xfrm>
              <a:off x="8945023" y="1754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1" name="pt49211"/>
            <p:cNvSpPr/>
            <p:nvPr/>
          </p:nvSpPr>
          <p:spPr>
            <a:xfrm>
              <a:off x="8383485" y="2591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2" name="pt49212"/>
            <p:cNvSpPr/>
            <p:nvPr/>
          </p:nvSpPr>
          <p:spPr>
            <a:xfrm>
              <a:off x="8505430" y="2495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3" name="pt49213"/>
            <p:cNvSpPr/>
            <p:nvPr/>
          </p:nvSpPr>
          <p:spPr>
            <a:xfrm>
              <a:off x="9313250" y="1956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4" name="pt49214"/>
            <p:cNvSpPr/>
            <p:nvPr/>
          </p:nvSpPr>
          <p:spPr>
            <a:xfrm>
              <a:off x="9420641" y="2208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5" name="pt49215"/>
            <p:cNvSpPr/>
            <p:nvPr/>
          </p:nvSpPr>
          <p:spPr>
            <a:xfrm>
              <a:off x="9376059" y="212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6" name="pt49216"/>
            <p:cNvSpPr/>
            <p:nvPr/>
          </p:nvSpPr>
          <p:spPr>
            <a:xfrm>
              <a:off x="8556041" y="2503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7" name="pt49217"/>
            <p:cNvSpPr/>
            <p:nvPr/>
          </p:nvSpPr>
          <p:spPr>
            <a:xfrm>
              <a:off x="8312152" y="2572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8" name="pt49218"/>
            <p:cNvSpPr/>
            <p:nvPr/>
          </p:nvSpPr>
          <p:spPr>
            <a:xfrm>
              <a:off x="8977900" y="2286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9" name="pt49219"/>
            <p:cNvSpPr/>
            <p:nvPr/>
          </p:nvSpPr>
          <p:spPr>
            <a:xfrm>
              <a:off x="8717243" y="2266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0" name="pt49220"/>
            <p:cNvSpPr/>
            <p:nvPr/>
          </p:nvSpPr>
          <p:spPr>
            <a:xfrm>
              <a:off x="9143835" y="1990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1" name="pt49221"/>
            <p:cNvSpPr/>
            <p:nvPr/>
          </p:nvSpPr>
          <p:spPr>
            <a:xfrm>
              <a:off x="8717243" y="1996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2" name="pt49222"/>
            <p:cNvSpPr/>
            <p:nvPr/>
          </p:nvSpPr>
          <p:spPr>
            <a:xfrm>
              <a:off x="8891985" y="2190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3" name="pt49223"/>
            <p:cNvSpPr/>
            <p:nvPr/>
          </p:nvSpPr>
          <p:spPr>
            <a:xfrm>
              <a:off x="8434097" y="2454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4" name="pt49224"/>
            <p:cNvSpPr/>
            <p:nvPr/>
          </p:nvSpPr>
          <p:spPr>
            <a:xfrm>
              <a:off x="8830164" y="198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5" name="pt49225"/>
            <p:cNvSpPr/>
            <p:nvPr/>
          </p:nvSpPr>
          <p:spPr>
            <a:xfrm>
              <a:off x="9021891" y="1710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6" name="pt49226"/>
            <p:cNvSpPr/>
            <p:nvPr/>
          </p:nvSpPr>
          <p:spPr>
            <a:xfrm>
              <a:off x="9328879" y="2236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7" name="pt49227"/>
            <p:cNvSpPr/>
            <p:nvPr/>
          </p:nvSpPr>
          <p:spPr>
            <a:xfrm>
              <a:off x="9146155" y="2037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8" name="pt49228"/>
            <p:cNvSpPr/>
            <p:nvPr/>
          </p:nvSpPr>
          <p:spPr>
            <a:xfrm>
              <a:off x="9188912" y="1800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9" name="pt49229"/>
            <p:cNvSpPr/>
            <p:nvPr/>
          </p:nvSpPr>
          <p:spPr>
            <a:xfrm>
              <a:off x="8505430" y="2439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0" name="pt49230"/>
            <p:cNvSpPr/>
            <p:nvPr/>
          </p:nvSpPr>
          <p:spPr>
            <a:xfrm>
              <a:off x="8898383" y="2077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1" name="pt49231"/>
            <p:cNvSpPr/>
            <p:nvPr/>
          </p:nvSpPr>
          <p:spPr>
            <a:xfrm>
              <a:off x="9047895" y="1900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2" name="pt49232"/>
            <p:cNvSpPr/>
            <p:nvPr/>
          </p:nvSpPr>
          <p:spPr>
            <a:xfrm>
              <a:off x="9205570" y="2049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3" name="pt49233"/>
            <p:cNvSpPr/>
            <p:nvPr/>
          </p:nvSpPr>
          <p:spPr>
            <a:xfrm>
              <a:off x="8576763" y="2456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4" name="pt49234"/>
            <p:cNvSpPr/>
            <p:nvPr/>
          </p:nvSpPr>
          <p:spPr>
            <a:xfrm>
              <a:off x="9218255" y="1967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5" name="pt49235"/>
            <p:cNvSpPr/>
            <p:nvPr/>
          </p:nvSpPr>
          <p:spPr>
            <a:xfrm>
              <a:off x="9075206" y="229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6" name="pt49236"/>
            <p:cNvSpPr/>
            <p:nvPr/>
          </p:nvSpPr>
          <p:spPr>
            <a:xfrm>
              <a:off x="8473354" y="2360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7" name="pt49237"/>
            <p:cNvSpPr/>
            <p:nvPr/>
          </p:nvSpPr>
          <p:spPr>
            <a:xfrm>
              <a:off x="9548926" y="1716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8" name="pt49238"/>
            <p:cNvSpPr/>
            <p:nvPr/>
          </p:nvSpPr>
          <p:spPr>
            <a:xfrm>
              <a:off x="8576763" y="2312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9" name="pt49239"/>
            <p:cNvSpPr/>
            <p:nvPr/>
          </p:nvSpPr>
          <p:spPr>
            <a:xfrm>
              <a:off x="8878445" y="1886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0" name="pt49240"/>
            <p:cNvSpPr/>
            <p:nvPr/>
          </p:nvSpPr>
          <p:spPr>
            <a:xfrm>
              <a:off x="9282831" y="2097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1" name="pt49241"/>
            <p:cNvSpPr/>
            <p:nvPr/>
          </p:nvSpPr>
          <p:spPr>
            <a:xfrm>
              <a:off x="8595298" y="2174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2" name="pt49242"/>
            <p:cNvSpPr/>
            <p:nvPr/>
          </p:nvSpPr>
          <p:spPr>
            <a:xfrm>
              <a:off x="8996835" y="2007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3" name="pt49243"/>
            <p:cNvSpPr/>
            <p:nvPr/>
          </p:nvSpPr>
          <p:spPr>
            <a:xfrm>
              <a:off x="9062080" y="1837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4" name="pt49244"/>
            <p:cNvSpPr/>
            <p:nvPr/>
          </p:nvSpPr>
          <p:spPr>
            <a:xfrm>
              <a:off x="8595298" y="2316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5" name="pt49245"/>
            <p:cNvSpPr/>
            <p:nvPr/>
          </p:nvSpPr>
          <p:spPr>
            <a:xfrm>
              <a:off x="9160178" y="206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6" name="pt49246"/>
            <p:cNvSpPr/>
            <p:nvPr/>
          </p:nvSpPr>
          <p:spPr>
            <a:xfrm>
              <a:off x="9124084" y="2263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7" name="pt49247"/>
            <p:cNvSpPr/>
            <p:nvPr/>
          </p:nvSpPr>
          <p:spPr>
            <a:xfrm>
              <a:off x="8847771" y="2135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8" name="pt49248"/>
            <p:cNvSpPr/>
            <p:nvPr/>
          </p:nvSpPr>
          <p:spPr>
            <a:xfrm>
              <a:off x="9299019" y="2084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9" name="pt49249"/>
            <p:cNvSpPr/>
            <p:nvPr/>
          </p:nvSpPr>
          <p:spPr>
            <a:xfrm>
              <a:off x="8383485" y="2454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0" name="pt49250"/>
            <p:cNvSpPr/>
            <p:nvPr/>
          </p:nvSpPr>
          <p:spPr>
            <a:xfrm>
              <a:off x="8312152" y="2618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1" name="pt49251"/>
            <p:cNvSpPr/>
            <p:nvPr/>
          </p:nvSpPr>
          <p:spPr>
            <a:xfrm>
              <a:off x="8556041" y="2400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2" name="pt49252"/>
            <p:cNvSpPr/>
            <p:nvPr/>
          </p:nvSpPr>
          <p:spPr>
            <a:xfrm>
              <a:off x="9547911" y="1637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3" name="pt49253"/>
            <p:cNvSpPr/>
            <p:nvPr/>
          </p:nvSpPr>
          <p:spPr>
            <a:xfrm>
              <a:off x="9573244" y="2312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4" name="pt49254"/>
            <p:cNvSpPr/>
            <p:nvPr/>
          </p:nvSpPr>
          <p:spPr>
            <a:xfrm>
              <a:off x="9117880" y="2113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5" name="pt49255"/>
            <p:cNvSpPr/>
            <p:nvPr/>
          </p:nvSpPr>
          <p:spPr>
            <a:xfrm>
              <a:off x="9275251" y="2044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6" name="pt49256"/>
            <p:cNvSpPr/>
            <p:nvPr/>
          </p:nvSpPr>
          <p:spPr>
            <a:xfrm>
              <a:off x="8312152" y="2355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7" name="pt49257"/>
            <p:cNvSpPr/>
            <p:nvPr/>
          </p:nvSpPr>
          <p:spPr>
            <a:xfrm>
              <a:off x="8725827" y="2198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8" name="pt49258"/>
            <p:cNvSpPr/>
            <p:nvPr/>
          </p:nvSpPr>
          <p:spPr>
            <a:xfrm>
              <a:off x="9070546" y="2172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9" name="pt49259"/>
            <p:cNvSpPr/>
            <p:nvPr/>
          </p:nvSpPr>
          <p:spPr>
            <a:xfrm>
              <a:off x="8881929" y="2239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0" name="pt49260"/>
            <p:cNvSpPr/>
            <p:nvPr/>
          </p:nvSpPr>
          <p:spPr>
            <a:xfrm>
              <a:off x="9265000" y="1999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1" name="pt49261"/>
            <p:cNvSpPr/>
            <p:nvPr/>
          </p:nvSpPr>
          <p:spPr>
            <a:xfrm>
              <a:off x="9008973" y="1880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2" name="pt49262"/>
            <p:cNvSpPr/>
            <p:nvPr/>
          </p:nvSpPr>
          <p:spPr>
            <a:xfrm>
              <a:off x="8312152" y="2321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3" name="pt49263"/>
            <p:cNvSpPr/>
            <p:nvPr/>
          </p:nvSpPr>
          <p:spPr>
            <a:xfrm>
              <a:off x="9328879" y="2170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4" name="pt49264"/>
            <p:cNvSpPr/>
            <p:nvPr/>
          </p:nvSpPr>
          <p:spPr>
            <a:xfrm>
              <a:off x="9384781" y="2017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5" name="pt49265"/>
            <p:cNvSpPr/>
            <p:nvPr/>
          </p:nvSpPr>
          <p:spPr>
            <a:xfrm>
              <a:off x="9053186" y="1700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6" name="pt49266"/>
            <p:cNvSpPr/>
            <p:nvPr/>
          </p:nvSpPr>
          <p:spPr>
            <a:xfrm>
              <a:off x="9244718" y="2023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7" name="pt49267"/>
            <p:cNvSpPr/>
            <p:nvPr/>
          </p:nvSpPr>
          <p:spPr>
            <a:xfrm>
              <a:off x="8505430" y="2342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8" name="pt49268"/>
            <p:cNvSpPr/>
            <p:nvPr/>
          </p:nvSpPr>
          <p:spPr>
            <a:xfrm>
              <a:off x="8654494" y="2408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9" name="pt49269"/>
            <p:cNvSpPr/>
            <p:nvPr/>
          </p:nvSpPr>
          <p:spPr>
            <a:xfrm>
              <a:off x="8434097" y="2432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0" name="pt49270"/>
            <p:cNvSpPr/>
            <p:nvPr/>
          </p:nvSpPr>
          <p:spPr>
            <a:xfrm>
              <a:off x="8677986" y="2372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1" name="pt49271"/>
            <p:cNvSpPr/>
            <p:nvPr/>
          </p:nvSpPr>
          <p:spPr>
            <a:xfrm>
              <a:off x="8901496" y="1615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2" name="pt49272"/>
            <p:cNvSpPr/>
            <p:nvPr/>
          </p:nvSpPr>
          <p:spPr>
            <a:xfrm>
              <a:off x="8505430" y="2607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3" name="pt49273"/>
            <p:cNvSpPr/>
            <p:nvPr/>
          </p:nvSpPr>
          <p:spPr>
            <a:xfrm>
              <a:off x="8942596" y="1856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4" name="pt49274"/>
            <p:cNvSpPr/>
            <p:nvPr/>
          </p:nvSpPr>
          <p:spPr>
            <a:xfrm>
              <a:off x="8788576" y="2346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5" name="pt49275"/>
            <p:cNvSpPr/>
            <p:nvPr/>
          </p:nvSpPr>
          <p:spPr>
            <a:xfrm>
              <a:off x="9229609" y="1787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6" name="pt49276"/>
            <p:cNvSpPr/>
            <p:nvPr/>
          </p:nvSpPr>
          <p:spPr>
            <a:xfrm>
              <a:off x="9124084" y="2238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7" name="pt49277"/>
            <p:cNvSpPr/>
            <p:nvPr/>
          </p:nvSpPr>
          <p:spPr>
            <a:xfrm>
              <a:off x="8741831" y="2298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8" name="pt49278"/>
            <p:cNvSpPr/>
            <p:nvPr/>
          </p:nvSpPr>
          <p:spPr>
            <a:xfrm>
              <a:off x="8741831" y="2340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9" name="pt49279"/>
            <p:cNvSpPr/>
            <p:nvPr/>
          </p:nvSpPr>
          <p:spPr>
            <a:xfrm>
              <a:off x="9301896" y="1859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0" name="pt49280"/>
            <p:cNvSpPr/>
            <p:nvPr/>
          </p:nvSpPr>
          <p:spPr>
            <a:xfrm>
              <a:off x="8749319" y="2158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1" name="pt49281"/>
            <p:cNvSpPr/>
            <p:nvPr/>
          </p:nvSpPr>
          <p:spPr>
            <a:xfrm>
              <a:off x="8913428" y="2145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2" name="pt49282"/>
            <p:cNvSpPr/>
            <p:nvPr/>
          </p:nvSpPr>
          <p:spPr>
            <a:xfrm>
              <a:off x="8434097" y="2459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3" name="pt49283"/>
            <p:cNvSpPr/>
            <p:nvPr/>
          </p:nvSpPr>
          <p:spPr>
            <a:xfrm>
              <a:off x="8904556" y="2163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4" name="pt49284"/>
            <p:cNvSpPr/>
            <p:nvPr/>
          </p:nvSpPr>
          <p:spPr>
            <a:xfrm>
              <a:off x="9161591" y="2029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5" name="pt49285"/>
            <p:cNvSpPr/>
            <p:nvPr/>
          </p:nvSpPr>
          <p:spPr>
            <a:xfrm>
              <a:off x="9109567" y="1722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6" name="pt49286"/>
            <p:cNvSpPr/>
            <p:nvPr/>
          </p:nvSpPr>
          <p:spPr>
            <a:xfrm>
              <a:off x="8641456" y="2125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7" name="pt49287"/>
            <p:cNvSpPr/>
            <p:nvPr/>
          </p:nvSpPr>
          <p:spPr>
            <a:xfrm>
              <a:off x="9310253" y="2018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8" name="pt49288"/>
            <p:cNvSpPr/>
            <p:nvPr/>
          </p:nvSpPr>
          <p:spPr>
            <a:xfrm>
              <a:off x="8698707" y="2348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9" name="pt49289"/>
            <p:cNvSpPr/>
            <p:nvPr/>
          </p:nvSpPr>
          <p:spPr>
            <a:xfrm>
              <a:off x="8977900" y="2307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0" name="pt49290"/>
            <p:cNvSpPr/>
            <p:nvPr/>
          </p:nvSpPr>
          <p:spPr>
            <a:xfrm>
              <a:off x="9249051" y="2099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1" name="pt49291"/>
            <p:cNvSpPr/>
            <p:nvPr/>
          </p:nvSpPr>
          <p:spPr>
            <a:xfrm>
              <a:off x="9250331" y="2293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2" name="pt49292"/>
            <p:cNvSpPr/>
            <p:nvPr/>
          </p:nvSpPr>
          <p:spPr>
            <a:xfrm>
              <a:off x="8965476" y="2046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3" name="pt49293"/>
            <p:cNvSpPr/>
            <p:nvPr/>
          </p:nvSpPr>
          <p:spPr>
            <a:xfrm>
              <a:off x="8799930" y="2327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4" name="pt49294"/>
            <p:cNvSpPr/>
            <p:nvPr/>
          </p:nvSpPr>
          <p:spPr>
            <a:xfrm>
              <a:off x="9297726" y="2024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5" name="pt49295"/>
            <p:cNvSpPr/>
            <p:nvPr/>
          </p:nvSpPr>
          <p:spPr>
            <a:xfrm>
              <a:off x="8312152" y="2462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6" name="pt49296"/>
            <p:cNvSpPr/>
            <p:nvPr/>
          </p:nvSpPr>
          <p:spPr>
            <a:xfrm>
              <a:off x="8473354" y="2513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7" name="pt49297"/>
            <p:cNvSpPr/>
            <p:nvPr/>
          </p:nvSpPr>
          <p:spPr>
            <a:xfrm>
              <a:off x="9435343" y="204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8" name="pt49298"/>
            <p:cNvSpPr/>
            <p:nvPr/>
          </p:nvSpPr>
          <p:spPr>
            <a:xfrm>
              <a:off x="8871263" y="1918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9" name="pt49299"/>
            <p:cNvSpPr/>
            <p:nvPr/>
          </p:nvSpPr>
          <p:spPr>
            <a:xfrm>
              <a:off x="8763400" y="2138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0" name="pt49300"/>
            <p:cNvSpPr/>
            <p:nvPr/>
          </p:nvSpPr>
          <p:spPr>
            <a:xfrm>
              <a:off x="8505430" y="2456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1" name="pt49301"/>
            <p:cNvSpPr/>
            <p:nvPr/>
          </p:nvSpPr>
          <p:spPr>
            <a:xfrm>
              <a:off x="9568642" y="2260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2" name="pt49302"/>
            <p:cNvSpPr/>
            <p:nvPr/>
          </p:nvSpPr>
          <p:spPr>
            <a:xfrm>
              <a:off x="9444456" y="1840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3" name="pt49303"/>
            <p:cNvSpPr/>
            <p:nvPr/>
          </p:nvSpPr>
          <p:spPr>
            <a:xfrm>
              <a:off x="8895213" y="2192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4" name="pt49304"/>
            <p:cNvSpPr/>
            <p:nvPr/>
          </p:nvSpPr>
          <p:spPr>
            <a:xfrm>
              <a:off x="8717243" y="2349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5" name="pt49305"/>
            <p:cNvSpPr/>
            <p:nvPr/>
          </p:nvSpPr>
          <p:spPr>
            <a:xfrm>
              <a:off x="8505430" y="2559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6" name="pt49306"/>
            <p:cNvSpPr/>
            <p:nvPr/>
          </p:nvSpPr>
          <p:spPr>
            <a:xfrm>
              <a:off x="8627374" y="2351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7" name="pt49307"/>
            <p:cNvSpPr/>
            <p:nvPr/>
          </p:nvSpPr>
          <p:spPr>
            <a:xfrm>
              <a:off x="9647779" y="2206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8" name="pt49308"/>
            <p:cNvSpPr/>
            <p:nvPr/>
          </p:nvSpPr>
          <p:spPr>
            <a:xfrm>
              <a:off x="8666631" y="2485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9" name="pt49309"/>
            <p:cNvSpPr/>
            <p:nvPr/>
          </p:nvSpPr>
          <p:spPr>
            <a:xfrm>
              <a:off x="9509182" y="2413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0" name="pt49310"/>
            <p:cNvSpPr/>
            <p:nvPr/>
          </p:nvSpPr>
          <p:spPr>
            <a:xfrm>
              <a:off x="8898383" y="2048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1" name="pt49311"/>
            <p:cNvSpPr/>
            <p:nvPr/>
          </p:nvSpPr>
          <p:spPr>
            <a:xfrm>
              <a:off x="9028011" y="1429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2" name="pt49312"/>
            <p:cNvSpPr/>
            <p:nvPr/>
          </p:nvSpPr>
          <p:spPr>
            <a:xfrm>
              <a:off x="8312152" y="2502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3" name="pt49313"/>
            <p:cNvSpPr/>
            <p:nvPr/>
          </p:nvSpPr>
          <p:spPr>
            <a:xfrm>
              <a:off x="8473354" y="2355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4" name="pt49314"/>
            <p:cNvSpPr/>
            <p:nvPr/>
          </p:nvSpPr>
          <p:spPr>
            <a:xfrm>
              <a:off x="8627374" y="221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5" name="pt49315"/>
            <p:cNvSpPr/>
            <p:nvPr/>
          </p:nvSpPr>
          <p:spPr>
            <a:xfrm>
              <a:off x="8505430" y="2508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6" name="pt49316"/>
            <p:cNvSpPr/>
            <p:nvPr/>
          </p:nvSpPr>
          <p:spPr>
            <a:xfrm>
              <a:off x="8717243" y="2280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7" name="pt49317"/>
            <p:cNvSpPr/>
            <p:nvPr/>
          </p:nvSpPr>
          <p:spPr>
            <a:xfrm>
              <a:off x="8383485" y="2320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8" name="pt49318"/>
            <p:cNvSpPr/>
            <p:nvPr/>
          </p:nvSpPr>
          <p:spPr>
            <a:xfrm>
              <a:off x="8627374" y="2218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9" name="pt49319"/>
            <p:cNvSpPr/>
            <p:nvPr/>
          </p:nvSpPr>
          <p:spPr>
            <a:xfrm>
              <a:off x="9260646" y="2102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0" name="pt49320"/>
            <p:cNvSpPr/>
            <p:nvPr/>
          </p:nvSpPr>
          <p:spPr>
            <a:xfrm>
              <a:off x="8874891" y="1979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1" name="pt49321"/>
            <p:cNvSpPr/>
            <p:nvPr/>
          </p:nvSpPr>
          <p:spPr>
            <a:xfrm>
              <a:off x="8505430" y="2456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2" name="pt49322"/>
            <p:cNvSpPr/>
            <p:nvPr/>
          </p:nvSpPr>
          <p:spPr>
            <a:xfrm>
              <a:off x="9452717" y="1843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3" name="pt49323"/>
            <p:cNvSpPr/>
            <p:nvPr/>
          </p:nvSpPr>
          <p:spPr>
            <a:xfrm>
              <a:off x="9237554" y="1911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4" name="pt49324"/>
            <p:cNvSpPr/>
            <p:nvPr/>
          </p:nvSpPr>
          <p:spPr>
            <a:xfrm>
              <a:off x="8863776" y="2138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5" name="pt49325"/>
            <p:cNvSpPr/>
            <p:nvPr/>
          </p:nvSpPr>
          <p:spPr>
            <a:xfrm>
              <a:off x="9386161" y="2178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6" name="pt49326"/>
            <p:cNvSpPr/>
            <p:nvPr/>
          </p:nvSpPr>
          <p:spPr>
            <a:xfrm>
              <a:off x="9087421" y="195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7" name="pt49327"/>
            <p:cNvSpPr/>
            <p:nvPr/>
          </p:nvSpPr>
          <p:spPr>
            <a:xfrm>
              <a:off x="8556041" y="2495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8" name="pt49328"/>
            <p:cNvSpPr/>
            <p:nvPr/>
          </p:nvSpPr>
          <p:spPr>
            <a:xfrm>
              <a:off x="9143835" y="2174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9" name="pt49329"/>
            <p:cNvSpPr/>
            <p:nvPr/>
          </p:nvSpPr>
          <p:spPr>
            <a:xfrm>
              <a:off x="9047895" y="2015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0" name="pt49330"/>
            <p:cNvSpPr/>
            <p:nvPr/>
          </p:nvSpPr>
          <p:spPr>
            <a:xfrm>
              <a:off x="9167813" y="207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1" name="pt49331"/>
            <p:cNvSpPr/>
            <p:nvPr/>
          </p:nvSpPr>
          <p:spPr>
            <a:xfrm>
              <a:off x="9097834" y="1924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2" name="pt49332"/>
            <p:cNvSpPr/>
            <p:nvPr/>
          </p:nvSpPr>
          <p:spPr>
            <a:xfrm>
              <a:off x="8627374" y="2247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3" name="pt49333"/>
            <p:cNvSpPr/>
            <p:nvPr/>
          </p:nvSpPr>
          <p:spPr>
            <a:xfrm>
              <a:off x="9603616" y="2690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4" name="pt49334"/>
            <p:cNvSpPr/>
            <p:nvPr/>
          </p:nvSpPr>
          <p:spPr>
            <a:xfrm>
              <a:off x="9393280" y="1869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5" name="pt49335"/>
            <p:cNvSpPr/>
            <p:nvPr/>
          </p:nvSpPr>
          <p:spPr>
            <a:xfrm>
              <a:off x="8794345" y="2211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6" name="pt49336"/>
            <p:cNvSpPr/>
            <p:nvPr/>
          </p:nvSpPr>
          <p:spPr>
            <a:xfrm>
              <a:off x="9107665" y="1966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7" name="pt49337"/>
            <p:cNvSpPr/>
            <p:nvPr/>
          </p:nvSpPr>
          <p:spPr>
            <a:xfrm>
              <a:off x="9310253" y="1967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8" name="pt49338"/>
            <p:cNvSpPr/>
            <p:nvPr/>
          </p:nvSpPr>
          <p:spPr>
            <a:xfrm>
              <a:off x="8913428" y="2030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9" name="pt49339"/>
            <p:cNvSpPr/>
            <p:nvPr/>
          </p:nvSpPr>
          <p:spPr>
            <a:xfrm>
              <a:off x="8904556" y="2076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0" name="pt49340"/>
            <p:cNvSpPr/>
            <p:nvPr/>
          </p:nvSpPr>
          <p:spPr>
            <a:xfrm>
              <a:off x="8612066" y="2377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1" name="pt49341"/>
            <p:cNvSpPr/>
            <p:nvPr/>
          </p:nvSpPr>
          <p:spPr>
            <a:xfrm>
              <a:off x="8916289" y="2028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2" name="pt49342"/>
            <p:cNvSpPr/>
            <p:nvPr/>
          </p:nvSpPr>
          <p:spPr>
            <a:xfrm>
              <a:off x="8383485" y="237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3" name="pt49343"/>
            <p:cNvSpPr/>
            <p:nvPr/>
          </p:nvSpPr>
          <p:spPr>
            <a:xfrm>
              <a:off x="8788576" y="231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4" name="pt49344"/>
            <p:cNvSpPr/>
            <p:nvPr/>
          </p:nvSpPr>
          <p:spPr>
            <a:xfrm>
              <a:off x="8688651" y="2397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5" name="pt49345"/>
            <p:cNvSpPr/>
            <p:nvPr/>
          </p:nvSpPr>
          <p:spPr>
            <a:xfrm>
              <a:off x="8312152" y="2579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6" name="pt49346"/>
            <p:cNvSpPr/>
            <p:nvPr/>
          </p:nvSpPr>
          <p:spPr>
            <a:xfrm>
              <a:off x="8935109" y="2138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7" name="pt49347"/>
            <p:cNvSpPr/>
            <p:nvPr/>
          </p:nvSpPr>
          <p:spPr>
            <a:xfrm>
              <a:off x="8434097" y="2523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8" name="pt49348"/>
            <p:cNvSpPr/>
            <p:nvPr/>
          </p:nvSpPr>
          <p:spPr>
            <a:xfrm>
              <a:off x="8505430" y="2368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9" name="pt49349"/>
            <p:cNvSpPr/>
            <p:nvPr/>
          </p:nvSpPr>
          <p:spPr>
            <a:xfrm>
              <a:off x="9109567" y="1706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0" name="pt49350"/>
            <p:cNvSpPr/>
            <p:nvPr/>
          </p:nvSpPr>
          <p:spPr>
            <a:xfrm>
              <a:off x="9211498" y="2067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1" name="pt49351"/>
            <p:cNvSpPr/>
            <p:nvPr/>
          </p:nvSpPr>
          <p:spPr>
            <a:xfrm>
              <a:off x="8932540" y="2084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2" name="pt49352"/>
            <p:cNvSpPr/>
            <p:nvPr/>
          </p:nvSpPr>
          <p:spPr>
            <a:xfrm>
              <a:off x="9607397" y="2186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3" name="pt49353"/>
            <p:cNvSpPr/>
            <p:nvPr/>
          </p:nvSpPr>
          <p:spPr>
            <a:xfrm>
              <a:off x="8749319" y="2123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4" name="pt49354"/>
            <p:cNvSpPr/>
            <p:nvPr/>
          </p:nvSpPr>
          <p:spPr>
            <a:xfrm>
              <a:off x="8505430" y="2455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5" name="pt49355"/>
            <p:cNvSpPr/>
            <p:nvPr/>
          </p:nvSpPr>
          <p:spPr>
            <a:xfrm>
              <a:off x="9347687" y="2078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6" name="pt49356"/>
            <p:cNvSpPr/>
            <p:nvPr/>
          </p:nvSpPr>
          <p:spPr>
            <a:xfrm>
              <a:off x="8612066" y="2301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7" name="pt49357"/>
            <p:cNvSpPr/>
            <p:nvPr/>
          </p:nvSpPr>
          <p:spPr>
            <a:xfrm>
              <a:off x="8654494" y="2400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8" name="pt49358"/>
            <p:cNvSpPr/>
            <p:nvPr/>
          </p:nvSpPr>
          <p:spPr>
            <a:xfrm>
              <a:off x="8921875" y="2042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9" name="pt49359"/>
            <p:cNvSpPr/>
            <p:nvPr/>
          </p:nvSpPr>
          <p:spPr>
            <a:xfrm>
              <a:off x="9217232" y="2077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0" name="pt49360"/>
            <p:cNvSpPr/>
            <p:nvPr/>
          </p:nvSpPr>
          <p:spPr>
            <a:xfrm>
              <a:off x="8434097" y="237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1" name="pt49361"/>
            <p:cNvSpPr/>
            <p:nvPr/>
          </p:nvSpPr>
          <p:spPr>
            <a:xfrm>
              <a:off x="9205570" y="2140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2" name="pt49362"/>
            <p:cNvSpPr/>
            <p:nvPr/>
          </p:nvSpPr>
          <p:spPr>
            <a:xfrm>
              <a:off x="8312152" y="2426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3" name="pt49363"/>
            <p:cNvSpPr/>
            <p:nvPr/>
          </p:nvSpPr>
          <p:spPr>
            <a:xfrm>
              <a:off x="8919104" y="2124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4" name="pt49364"/>
            <p:cNvSpPr/>
            <p:nvPr/>
          </p:nvSpPr>
          <p:spPr>
            <a:xfrm>
              <a:off x="8641456" y="214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5" name="pt49365"/>
            <p:cNvSpPr/>
            <p:nvPr/>
          </p:nvSpPr>
          <p:spPr>
            <a:xfrm>
              <a:off x="8963317" y="2021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6" name="pt49366"/>
            <p:cNvSpPr/>
            <p:nvPr/>
          </p:nvSpPr>
          <p:spPr>
            <a:xfrm>
              <a:off x="8708219" y="2404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7" name="pt49367"/>
            <p:cNvSpPr/>
            <p:nvPr/>
          </p:nvSpPr>
          <p:spPr>
            <a:xfrm>
              <a:off x="8666631" y="2413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8" name="pt49368"/>
            <p:cNvSpPr/>
            <p:nvPr/>
          </p:nvSpPr>
          <p:spPr>
            <a:xfrm>
              <a:off x="9282477" y="2089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9" name="pt49369"/>
            <p:cNvSpPr/>
            <p:nvPr/>
          </p:nvSpPr>
          <p:spPr>
            <a:xfrm>
              <a:off x="9095800" y="1869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0" name="pt49370"/>
            <p:cNvSpPr/>
            <p:nvPr/>
          </p:nvSpPr>
          <p:spPr>
            <a:xfrm>
              <a:off x="9038234" y="1672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1" name="pt49371"/>
            <p:cNvSpPr/>
            <p:nvPr/>
          </p:nvSpPr>
          <p:spPr>
            <a:xfrm>
              <a:off x="8627374" y="2153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2" name="pt49372"/>
            <p:cNvSpPr/>
            <p:nvPr/>
          </p:nvSpPr>
          <p:spPr>
            <a:xfrm>
              <a:off x="9345474" y="2084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3" name="pt49373"/>
            <p:cNvSpPr/>
            <p:nvPr/>
          </p:nvSpPr>
          <p:spPr>
            <a:xfrm>
              <a:off x="8947416" y="1934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4" name="pt49374"/>
            <p:cNvSpPr/>
            <p:nvPr/>
          </p:nvSpPr>
          <p:spPr>
            <a:xfrm>
              <a:off x="9205570" y="2008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5" name="pt49375"/>
            <p:cNvSpPr/>
            <p:nvPr/>
          </p:nvSpPr>
          <p:spPr>
            <a:xfrm>
              <a:off x="8859909" y="2069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6" name="pt49376"/>
            <p:cNvSpPr/>
            <p:nvPr/>
          </p:nvSpPr>
          <p:spPr>
            <a:xfrm>
              <a:off x="8576763" y="2414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7" name="pt49377"/>
            <p:cNvSpPr/>
            <p:nvPr/>
          </p:nvSpPr>
          <p:spPr>
            <a:xfrm>
              <a:off x="9175781" y="2059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8" name="pt49378"/>
            <p:cNvSpPr/>
            <p:nvPr/>
          </p:nvSpPr>
          <p:spPr>
            <a:xfrm>
              <a:off x="9724502" y="2268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9" name="pt49379"/>
            <p:cNvSpPr/>
            <p:nvPr/>
          </p:nvSpPr>
          <p:spPr>
            <a:xfrm>
              <a:off x="9116066" y="1776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0" name="pt49380"/>
            <p:cNvSpPr/>
            <p:nvPr/>
          </p:nvSpPr>
          <p:spPr>
            <a:xfrm>
              <a:off x="9047895" y="1876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1" name="pt49381"/>
            <p:cNvSpPr/>
            <p:nvPr/>
          </p:nvSpPr>
          <p:spPr>
            <a:xfrm>
              <a:off x="9171842" y="2040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2" name="pt49382"/>
            <p:cNvSpPr/>
            <p:nvPr/>
          </p:nvSpPr>
          <p:spPr>
            <a:xfrm>
              <a:off x="9080864" y="2004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3" name="pt49383"/>
            <p:cNvSpPr/>
            <p:nvPr/>
          </p:nvSpPr>
          <p:spPr>
            <a:xfrm>
              <a:off x="9427293" y="1995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4" name="pt49384"/>
            <p:cNvSpPr/>
            <p:nvPr/>
          </p:nvSpPr>
          <p:spPr>
            <a:xfrm>
              <a:off x="8907564" y="1651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5" name="pt49385"/>
            <p:cNvSpPr/>
            <p:nvPr/>
          </p:nvSpPr>
          <p:spPr>
            <a:xfrm>
              <a:off x="9116975" y="1968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6" name="pt49386"/>
            <p:cNvSpPr/>
            <p:nvPr/>
          </p:nvSpPr>
          <p:spPr>
            <a:xfrm>
              <a:off x="8881929" y="2272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7" name="pt49387"/>
            <p:cNvSpPr/>
            <p:nvPr/>
          </p:nvSpPr>
          <p:spPr>
            <a:xfrm>
              <a:off x="9130917" y="2102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8" name="pt49388"/>
            <p:cNvSpPr/>
            <p:nvPr/>
          </p:nvSpPr>
          <p:spPr>
            <a:xfrm>
              <a:off x="8505430" y="2463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9" name="pt49389"/>
            <p:cNvSpPr/>
            <p:nvPr/>
          </p:nvSpPr>
          <p:spPr>
            <a:xfrm>
              <a:off x="8898383" y="2046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0" name="pt49390"/>
            <p:cNvSpPr/>
            <p:nvPr/>
          </p:nvSpPr>
          <p:spPr>
            <a:xfrm>
              <a:off x="9354634" y="2227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1" name="pt49391"/>
            <p:cNvSpPr/>
            <p:nvPr/>
          </p:nvSpPr>
          <p:spPr>
            <a:xfrm>
              <a:off x="8815695" y="2128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2" name="pt49392"/>
            <p:cNvSpPr/>
            <p:nvPr/>
          </p:nvSpPr>
          <p:spPr>
            <a:xfrm>
              <a:off x="9167133" y="2063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3" name="pt49393"/>
            <p:cNvSpPr/>
            <p:nvPr/>
          </p:nvSpPr>
          <p:spPr>
            <a:xfrm>
              <a:off x="8505430" y="2529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4" name="pt49394"/>
            <p:cNvSpPr/>
            <p:nvPr/>
          </p:nvSpPr>
          <p:spPr>
            <a:xfrm>
              <a:off x="8473354" y="2302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5" name="pt49395"/>
            <p:cNvSpPr/>
            <p:nvPr/>
          </p:nvSpPr>
          <p:spPr>
            <a:xfrm>
              <a:off x="8383485" y="2386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6" name="pt49396"/>
            <p:cNvSpPr/>
            <p:nvPr/>
          </p:nvSpPr>
          <p:spPr>
            <a:xfrm>
              <a:off x="8717243" y="2492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7" name="pt49397"/>
            <p:cNvSpPr/>
            <p:nvPr/>
          </p:nvSpPr>
          <p:spPr>
            <a:xfrm>
              <a:off x="8383485" y="2200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8" name="pt49398"/>
            <p:cNvSpPr/>
            <p:nvPr/>
          </p:nvSpPr>
          <p:spPr>
            <a:xfrm>
              <a:off x="8734011" y="2142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9" name="pt49399"/>
            <p:cNvSpPr/>
            <p:nvPr/>
          </p:nvSpPr>
          <p:spPr>
            <a:xfrm>
              <a:off x="9055774" y="1800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0" name="pt49400"/>
            <p:cNvSpPr/>
            <p:nvPr/>
          </p:nvSpPr>
          <p:spPr>
            <a:xfrm>
              <a:off x="8654494" y="2448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1" name="pt49401"/>
            <p:cNvSpPr/>
            <p:nvPr/>
          </p:nvSpPr>
          <p:spPr>
            <a:xfrm>
              <a:off x="9564416" y="2310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2" name="pt49402"/>
            <p:cNvSpPr/>
            <p:nvPr/>
          </p:nvSpPr>
          <p:spPr>
            <a:xfrm>
              <a:off x="8913428" y="219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3" name="pt49403"/>
            <p:cNvSpPr/>
            <p:nvPr/>
          </p:nvSpPr>
          <p:spPr>
            <a:xfrm>
              <a:off x="9200002" y="2085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4" name="pt49404"/>
            <p:cNvSpPr/>
            <p:nvPr/>
          </p:nvSpPr>
          <p:spPr>
            <a:xfrm>
              <a:off x="9024978" y="2054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5" name="pt49405"/>
            <p:cNvSpPr/>
            <p:nvPr/>
          </p:nvSpPr>
          <p:spPr>
            <a:xfrm>
              <a:off x="9053186" y="1759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6" name="pt49406"/>
            <p:cNvSpPr/>
            <p:nvPr/>
          </p:nvSpPr>
          <p:spPr>
            <a:xfrm>
              <a:off x="8505430" y="2421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7" name="pt49407"/>
            <p:cNvSpPr/>
            <p:nvPr/>
          </p:nvSpPr>
          <p:spPr>
            <a:xfrm>
              <a:off x="8627374" y="2155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8" name="pt49408"/>
            <p:cNvSpPr/>
            <p:nvPr/>
          </p:nvSpPr>
          <p:spPr>
            <a:xfrm>
              <a:off x="8989504" y="206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9" name="pt49409"/>
            <p:cNvSpPr/>
            <p:nvPr/>
          </p:nvSpPr>
          <p:spPr>
            <a:xfrm>
              <a:off x="9094774" y="1893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0" name="pt49410"/>
            <p:cNvSpPr/>
            <p:nvPr/>
          </p:nvSpPr>
          <p:spPr>
            <a:xfrm>
              <a:off x="9697445" y="1882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1" name="pt49411"/>
            <p:cNvSpPr/>
            <p:nvPr/>
          </p:nvSpPr>
          <p:spPr>
            <a:xfrm>
              <a:off x="8881929" y="2254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2" name="pt49412"/>
            <p:cNvSpPr/>
            <p:nvPr/>
          </p:nvSpPr>
          <p:spPr>
            <a:xfrm>
              <a:off x="8904556" y="1956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3" name="pt49413"/>
            <p:cNvSpPr/>
            <p:nvPr/>
          </p:nvSpPr>
          <p:spPr>
            <a:xfrm>
              <a:off x="9198297" y="1872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4" name="pt49414"/>
            <p:cNvSpPr/>
            <p:nvPr/>
          </p:nvSpPr>
          <p:spPr>
            <a:xfrm>
              <a:off x="8473354" y="2343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5" name="pt49415"/>
            <p:cNvSpPr/>
            <p:nvPr/>
          </p:nvSpPr>
          <p:spPr>
            <a:xfrm>
              <a:off x="9214649" y="203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6" name="pt49416"/>
            <p:cNvSpPr/>
            <p:nvPr/>
          </p:nvSpPr>
          <p:spPr>
            <a:xfrm>
              <a:off x="9324474" y="2199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7" name="pt49417"/>
            <p:cNvSpPr/>
            <p:nvPr/>
          </p:nvSpPr>
          <p:spPr>
            <a:xfrm>
              <a:off x="9653069" y="2405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8" name="pt49418"/>
            <p:cNvSpPr/>
            <p:nvPr/>
          </p:nvSpPr>
          <p:spPr>
            <a:xfrm>
              <a:off x="8971798" y="210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9" name="pt49419"/>
            <p:cNvSpPr/>
            <p:nvPr/>
          </p:nvSpPr>
          <p:spPr>
            <a:xfrm>
              <a:off x="9785747" y="2718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0" name="pt49420"/>
            <p:cNvSpPr/>
            <p:nvPr/>
          </p:nvSpPr>
          <p:spPr>
            <a:xfrm>
              <a:off x="9051878" y="1855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1" name="pt49421"/>
            <p:cNvSpPr/>
            <p:nvPr/>
          </p:nvSpPr>
          <p:spPr>
            <a:xfrm>
              <a:off x="9714526" y="1483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2" name="pt49422"/>
            <p:cNvSpPr/>
            <p:nvPr/>
          </p:nvSpPr>
          <p:spPr>
            <a:xfrm>
              <a:off x="8839187" y="2146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3" name="pt49423"/>
            <p:cNvSpPr/>
            <p:nvPr/>
          </p:nvSpPr>
          <p:spPr>
            <a:xfrm>
              <a:off x="9663884" y="2373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4" name="pt49424"/>
            <p:cNvSpPr/>
            <p:nvPr/>
          </p:nvSpPr>
          <p:spPr>
            <a:xfrm>
              <a:off x="9051878" y="1797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5" name="pt49425"/>
            <p:cNvSpPr/>
            <p:nvPr/>
          </p:nvSpPr>
          <p:spPr>
            <a:xfrm>
              <a:off x="9464046" y="2092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6" name="pt49426"/>
            <p:cNvSpPr/>
            <p:nvPr/>
          </p:nvSpPr>
          <p:spPr>
            <a:xfrm>
              <a:off x="8312152" y="2468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7" name="pt49427"/>
            <p:cNvSpPr/>
            <p:nvPr/>
          </p:nvSpPr>
          <p:spPr>
            <a:xfrm>
              <a:off x="8717243" y="2442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8" name="pt49428"/>
            <p:cNvSpPr/>
            <p:nvPr/>
          </p:nvSpPr>
          <p:spPr>
            <a:xfrm>
              <a:off x="9666217" y="1898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9" name="pt49429"/>
            <p:cNvSpPr/>
            <p:nvPr/>
          </p:nvSpPr>
          <p:spPr>
            <a:xfrm>
              <a:off x="8473354" y="2164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0" name="pt49430"/>
            <p:cNvSpPr/>
            <p:nvPr/>
          </p:nvSpPr>
          <p:spPr>
            <a:xfrm>
              <a:off x="8907564" y="215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1" name="pt49431"/>
            <p:cNvSpPr/>
            <p:nvPr/>
          </p:nvSpPr>
          <p:spPr>
            <a:xfrm>
              <a:off x="8627374" y="2127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2" name="pt49432"/>
            <p:cNvSpPr/>
            <p:nvPr/>
          </p:nvSpPr>
          <p:spPr>
            <a:xfrm>
              <a:off x="9110510" y="174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3" name="pt49433"/>
            <p:cNvSpPr/>
            <p:nvPr/>
          </p:nvSpPr>
          <p:spPr>
            <a:xfrm>
              <a:off x="8830164" y="2031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4" name="pt49434"/>
            <p:cNvSpPr/>
            <p:nvPr/>
          </p:nvSpPr>
          <p:spPr>
            <a:xfrm>
              <a:off x="9010641" y="1966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5" name="pt49435"/>
            <p:cNvSpPr/>
            <p:nvPr/>
          </p:nvSpPr>
          <p:spPr>
            <a:xfrm>
              <a:off x="9275251" y="2024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6" name="pt49436"/>
            <p:cNvSpPr/>
            <p:nvPr/>
          </p:nvSpPr>
          <p:spPr>
            <a:xfrm>
              <a:off x="8776438" y="1978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7" name="pt49437"/>
            <p:cNvSpPr/>
            <p:nvPr/>
          </p:nvSpPr>
          <p:spPr>
            <a:xfrm>
              <a:off x="8810596" y="2052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8" name="pt49438"/>
            <p:cNvSpPr/>
            <p:nvPr/>
          </p:nvSpPr>
          <p:spPr>
            <a:xfrm>
              <a:off x="9382590" y="2187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9" name="pt49439"/>
            <p:cNvSpPr/>
            <p:nvPr/>
          </p:nvSpPr>
          <p:spPr>
            <a:xfrm>
              <a:off x="8810596" y="2280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0" name="pt49440"/>
            <p:cNvSpPr/>
            <p:nvPr/>
          </p:nvSpPr>
          <p:spPr>
            <a:xfrm>
              <a:off x="9564416" y="2195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1" name="pt49441"/>
            <p:cNvSpPr/>
            <p:nvPr/>
          </p:nvSpPr>
          <p:spPr>
            <a:xfrm>
              <a:off x="8805344" y="2239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2" name="pt49442"/>
            <p:cNvSpPr/>
            <p:nvPr/>
          </p:nvSpPr>
          <p:spPr>
            <a:xfrm>
              <a:off x="9254944" y="2186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3" name="pt49443"/>
            <p:cNvSpPr/>
            <p:nvPr/>
          </p:nvSpPr>
          <p:spPr>
            <a:xfrm>
              <a:off x="9094774" y="1885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4" name="pt49444"/>
            <p:cNvSpPr/>
            <p:nvPr/>
          </p:nvSpPr>
          <p:spPr>
            <a:xfrm>
              <a:off x="9350114" y="2156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5" name="pt49445"/>
            <p:cNvSpPr/>
            <p:nvPr/>
          </p:nvSpPr>
          <p:spPr>
            <a:xfrm>
              <a:off x="9700990" y="1830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6" name="pt49446"/>
            <p:cNvSpPr/>
            <p:nvPr/>
          </p:nvSpPr>
          <p:spPr>
            <a:xfrm>
              <a:off x="9433552" y="1996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7" name="pt49447"/>
            <p:cNvSpPr/>
            <p:nvPr/>
          </p:nvSpPr>
          <p:spPr>
            <a:xfrm>
              <a:off x="8993208" y="2140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8" name="pt49448"/>
            <p:cNvSpPr/>
            <p:nvPr/>
          </p:nvSpPr>
          <p:spPr>
            <a:xfrm>
              <a:off x="8947416" y="1917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9" name="pt49449"/>
            <p:cNvSpPr/>
            <p:nvPr/>
          </p:nvSpPr>
          <p:spPr>
            <a:xfrm>
              <a:off x="9351314" y="2207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0" name="pt49450"/>
            <p:cNvSpPr/>
            <p:nvPr/>
          </p:nvSpPr>
          <p:spPr>
            <a:xfrm>
              <a:off x="8312152" y="2344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1" name="pt49451"/>
            <p:cNvSpPr/>
            <p:nvPr/>
          </p:nvSpPr>
          <p:spPr>
            <a:xfrm>
              <a:off x="9301896" y="1881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2" name="pt49452"/>
            <p:cNvSpPr/>
            <p:nvPr/>
          </p:nvSpPr>
          <p:spPr>
            <a:xfrm>
              <a:off x="8505430" y="2354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3" name="pt49453"/>
            <p:cNvSpPr/>
            <p:nvPr/>
          </p:nvSpPr>
          <p:spPr>
            <a:xfrm>
              <a:off x="9346461" y="2206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4" name="pt49454"/>
            <p:cNvSpPr/>
            <p:nvPr/>
          </p:nvSpPr>
          <p:spPr>
            <a:xfrm>
              <a:off x="8698707" y="2224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5" name="pt49455"/>
            <p:cNvSpPr/>
            <p:nvPr/>
          </p:nvSpPr>
          <p:spPr>
            <a:xfrm>
              <a:off x="9260646" y="2173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6" name="pt49456"/>
            <p:cNvSpPr/>
            <p:nvPr/>
          </p:nvSpPr>
          <p:spPr>
            <a:xfrm>
              <a:off x="8987622" y="2316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7" name="pt49457"/>
            <p:cNvSpPr/>
            <p:nvPr/>
          </p:nvSpPr>
          <p:spPr>
            <a:xfrm>
              <a:off x="8312152" y="2481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8" name="pt49458"/>
            <p:cNvSpPr/>
            <p:nvPr/>
          </p:nvSpPr>
          <p:spPr>
            <a:xfrm>
              <a:off x="9749896" y="1989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9" name="pt49459"/>
            <p:cNvSpPr/>
            <p:nvPr/>
          </p:nvSpPr>
          <p:spPr>
            <a:xfrm>
              <a:off x="9144612" y="2117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0" name="pt49460"/>
            <p:cNvSpPr/>
            <p:nvPr/>
          </p:nvSpPr>
          <p:spPr>
            <a:xfrm>
              <a:off x="8756500" y="2015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1" name="pt49461"/>
            <p:cNvSpPr/>
            <p:nvPr/>
          </p:nvSpPr>
          <p:spPr>
            <a:xfrm>
              <a:off x="9135057" y="2080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2" name="pt49462"/>
            <p:cNvSpPr/>
            <p:nvPr/>
          </p:nvSpPr>
          <p:spPr>
            <a:xfrm>
              <a:off x="8977900" y="2345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3" name="pt49463"/>
            <p:cNvSpPr/>
            <p:nvPr/>
          </p:nvSpPr>
          <p:spPr>
            <a:xfrm>
              <a:off x="8907564" y="172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4" name="pt49464"/>
            <p:cNvSpPr/>
            <p:nvPr/>
          </p:nvSpPr>
          <p:spPr>
            <a:xfrm>
              <a:off x="9087421" y="1775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5" name="pt49465"/>
            <p:cNvSpPr/>
            <p:nvPr/>
          </p:nvSpPr>
          <p:spPr>
            <a:xfrm>
              <a:off x="8595298" y="2203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6" name="pt49466"/>
            <p:cNvSpPr/>
            <p:nvPr/>
          </p:nvSpPr>
          <p:spPr>
            <a:xfrm>
              <a:off x="8741831" y="2270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7" name="pt49467"/>
            <p:cNvSpPr/>
            <p:nvPr/>
          </p:nvSpPr>
          <p:spPr>
            <a:xfrm>
              <a:off x="9324474" y="2233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8" name="pt49468"/>
            <p:cNvSpPr/>
            <p:nvPr/>
          </p:nvSpPr>
          <p:spPr>
            <a:xfrm>
              <a:off x="8839187" y="2240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9" name="pt49469"/>
            <p:cNvSpPr/>
            <p:nvPr/>
          </p:nvSpPr>
          <p:spPr>
            <a:xfrm>
              <a:off x="9139900" y="2029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0" name="pt49470"/>
            <p:cNvSpPr/>
            <p:nvPr/>
          </p:nvSpPr>
          <p:spPr>
            <a:xfrm>
              <a:off x="8961132" y="2221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1" name="pt49471"/>
            <p:cNvSpPr/>
            <p:nvPr/>
          </p:nvSpPr>
          <p:spPr>
            <a:xfrm>
              <a:off x="8677986" y="2327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2" name="pt49472"/>
            <p:cNvSpPr/>
            <p:nvPr/>
          </p:nvSpPr>
          <p:spPr>
            <a:xfrm>
              <a:off x="8556041" y="2458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3" name="pt49473"/>
            <p:cNvSpPr/>
            <p:nvPr/>
          </p:nvSpPr>
          <p:spPr>
            <a:xfrm>
              <a:off x="8556041" y="2366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4" name="pt49474"/>
            <p:cNvSpPr/>
            <p:nvPr/>
          </p:nvSpPr>
          <p:spPr>
            <a:xfrm>
              <a:off x="8677986" y="2329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5" name="pt49475"/>
            <p:cNvSpPr/>
            <p:nvPr/>
          </p:nvSpPr>
          <p:spPr>
            <a:xfrm>
              <a:off x="8942596" y="1912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6" name="pt49476"/>
            <p:cNvSpPr/>
            <p:nvPr/>
          </p:nvSpPr>
          <p:spPr>
            <a:xfrm>
              <a:off x="8627374" y="2187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7" name="pt49477"/>
            <p:cNvSpPr/>
            <p:nvPr/>
          </p:nvSpPr>
          <p:spPr>
            <a:xfrm>
              <a:off x="9595084" y="2362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8" name="pt49478"/>
            <p:cNvSpPr/>
            <p:nvPr/>
          </p:nvSpPr>
          <p:spPr>
            <a:xfrm>
              <a:off x="9070546" y="2320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9" name="pt49479"/>
            <p:cNvSpPr/>
            <p:nvPr/>
          </p:nvSpPr>
          <p:spPr>
            <a:xfrm>
              <a:off x="9279262" y="2038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0" name="pt49480"/>
            <p:cNvSpPr/>
            <p:nvPr/>
          </p:nvSpPr>
          <p:spPr>
            <a:xfrm>
              <a:off x="8921875" y="2238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1" name="pt49481"/>
            <p:cNvSpPr/>
            <p:nvPr/>
          </p:nvSpPr>
          <p:spPr>
            <a:xfrm>
              <a:off x="9431288" y="1941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2" name="pt49482"/>
            <p:cNvSpPr/>
            <p:nvPr/>
          </p:nvSpPr>
          <p:spPr>
            <a:xfrm>
              <a:off x="8799930" y="2186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3" name="pt49483"/>
            <p:cNvSpPr/>
            <p:nvPr/>
          </p:nvSpPr>
          <p:spPr>
            <a:xfrm>
              <a:off x="8312152" y="2710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4" name="pt49484"/>
            <p:cNvSpPr/>
            <p:nvPr/>
          </p:nvSpPr>
          <p:spPr>
            <a:xfrm>
              <a:off x="9301896" y="1780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5" name="pt49485"/>
            <p:cNvSpPr/>
            <p:nvPr/>
          </p:nvSpPr>
          <p:spPr>
            <a:xfrm>
              <a:off x="8576763" y="226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6" name="pt49486"/>
            <p:cNvSpPr/>
            <p:nvPr/>
          </p:nvSpPr>
          <p:spPr>
            <a:xfrm>
              <a:off x="8612066" y="2348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7" name="pt49487"/>
            <p:cNvSpPr/>
            <p:nvPr/>
          </p:nvSpPr>
          <p:spPr>
            <a:xfrm>
              <a:off x="8788576" y="2249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8" name="pt49488"/>
            <p:cNvSpPr/>
            <p:nvPr/>
          </p:nvSpPr>
          <p:spPr>
            <a:xfrm>
              <a:off x="9109567" y="1953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9" name="pt49489"/>
            <p:cNvSpPr/>
            <p:nvPr/>
          </p:nvSpPr>
          <p:spPr>
            <a:xfrm>
              <a:off x="8383485" y="2495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0" name="pt49490"/>
            <p:cNvSpPr/>
            <p:nvPr/>
          </p:nvSpPr>
          <p:spPr>
            <a:xfrm>
              <a:off x="8556041" y="262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1" name="pt49491"/>
            <p:cNvSpPr/>
            <p:nvPr/>
          </p:nvSpPr>
          <p:spPr>
            <a:xfrm>
              <a:off x="9548926" y="1855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2" name="pt49492"/>
            <p:cNvSpPr/>
            <p:nvPr/>
          </p:nvSpPr>
          <p:spPr>
            <a:xfrm>
              <a:off x="9328879" y="2139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3" name="pt49493"/>
            <p:cNvSpPr/>
            <p:nvPr/>
          </p:nvSpPr>
          <p:spPr>
            <a:xfrm>
              <a:off x="9110510" y="1967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4" name="pt49494"/>
            <p:cNvSpPr/>
            <p:nvPr/>
          </p:nvSpPr>
          <p:spPr>
            <a:xfrm>
              <a:off x="9564416" y="2275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5" name="pt49495"/>
            <p:cNvSpPr/>
            <p:nvPr/>
          </p:nvSpPr>
          <p:spPr>
            <a:xfrm>
              <a:off x="8741831" y="221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6" name="pt49496"/>
            <p:cNvSpPr/>
            <p:nvPr/>
          </p:nvSpPr>
          <p:spPr>
            <a:xfrm>
              <a:off x="8794345" y="2172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7" name="pt49497"/>
            <p:cNvSpPr/>
            <p:nvPr/>
          </p:nvSpPr>
          <p:spPr>
            <a:xfrm>
              <a:off x="8627374" y="2329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8" name="pt49498"/>
            <p:cNvSpPr/>
            <p:nvPr/>
          </p:nvSpPr>
          <p:spPr>
            <a:xfrm>
              <a:off x="9311758" y="1987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9" name="pt49499"/>
            <p:cNvSpPr/>
            <p:nvPr/>
          </p:nvSpPr>
          <p:spPr>
            <a:xfrm>
              <a:off x="9211498" y="2163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0" name="pt49500"/>
            <p:cNvSpPr/>
            <p:nvPr/>
          </p:nvSpPr>
          <p:spPr>
            <a:xfrm>
              <a:off x="8312152" y="2459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1" name="pt49501"/>
            <p:cNvSpPr/>
            <p:nvPr/>
          </p:nvSpPr>
          <p:spPr>
            <a:xfrm>
              <a:off x="8717243" y="2340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2" name="pt49502"/>
            <p:cNvSpPr/>
            <p:nvPr/>
          </p:nvSpPr>
          <p:spPr>
            <a:xfrm>
              <a:off x="8473354" y="2247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3" name="pt49503"/>
            <p:cNvSpPr/>
            <p:nvPr/>
          </p:nvSpPr>
          <p:spPr>
            <a:xfrm>
              <a:off x="8383485" y="2156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4" name="pt49504"/>
            <p:cNvSpPr/>
            <p:nvPr/>
          </p:nvSpPr>
          <p:spPr>
            <a:xfrm>
              <a:off x="8473354" y="2438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5" name="pt49505"/>
            <p:cNvSpPr/>
            <p:nvPr/>
          </p:nvSpPr>
          <p:spPr>
            <a:xfrm>
              <a:off x="9344232" y="2175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6" name="pt49506"/>
            <p:cNvSpPr/>
            <p:nvPr/>
          </p:nvSpPr>
          <p:spPr>
            <a:xfrm>
              <a:off x="9568642" y="2362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7" name="pt49507"/>
            <p:cNvSpPr/>
            <p:nvPr/>
          </p:nvSpPr>
          <p:spPr>
            <a:xfrm>
              <a:off x="9214649" y="2045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8" name="pt49508"/>
            <p:cNvSpPr/>
            <p:nvPr/>
          </p:nvSpPr>
          <p:spPr>
            <a:xfrm>
              <a:off x="9103798" y="2001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9" name="pt49509"/>
            <p:cNvSpPr/>
            <p:nvPr/>
          </p:nvSpPr>
          <p:spPr>
            <a:xfrm>
              <a:off x="8878445" y="1913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0" name="pt49510"/>
            <p:cNvSpPr/>
            <p:nvPr/>
          </p:nvSpPr>
          <p:spPr>
            <a:xfrm>
              <a:off x="8996835" y="1978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1" name="pt49511"/>
            <p:cNvSpPr/>
            <p:nvPr/>
          </p:nvSpPr>
          <p:spPr>
            <a:xfrm>
              <a:off x="8434097" y="2407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2" name="pt49512"/>
            <p:cNvSpPr/>
            <p:nvPr/>
          </p:nvSpPr>
          <p:spPr>
            <a:xfrm>
              <a:off x="9199436" y="196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3" name="pt49513"/>
            <p:cNvSpPr/>
            <p:nvPr/>
          </p:nvSpPr>
          <p:spPr>
            <a:xfrm>
              <a:off x="8473354" y="2252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4" name="pt49514"/>
            <p:cNvSpPr/>
            <p:nvPr/>
          </p:nvSpPr>
          <p:spPr>
            <a:xfrm>
              <a:off x="8788576" y="2242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5" name="pt49515"/>
            <p:cNvSpPr/>
            <p:nvPr/>
          </p:nvSpPr>
          <p:spPr>
            <a:xfrm>
              <a:off x="8810596" y="2049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6" name="pt49516"/>
            <p:cNvSpPr/>
            <p:nvPr/>
          </p:nvSpPr>
          <p:spPr>
            <a:xfrm>
              <a:off x="8993208" y="2185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7" name="pt49517"/>
            <p:cNvSpPr/>
            <p:nvPr/>
          </p:nvSpPr>
          <p:spPr>
            <a:xfrm>
              <a:off x="9065758" y="2041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8" name="pt49518"/>
            <p:cNvSpPr/>
            <p:nvPr/>
          </p:nvSpPr>
          <p:spPr>
            <a:xfrm>
              <a:off x="8799930" y="2020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9" name="pt49519"/>
            <p:cNvSpPr/>
            <p:nvPr/>
          </p:nvSpPr>
          <p:spPr>
            <a:xfrm>
              <a:off x="9489373" y="2432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0" name="pt49520"/>
            <p:cNvSpPr/>
            <p:nvPr/>
          </p:nvSpPr>
          <p:spPr>
            <a:xfrm>
              <a:off x="8595298" y="2225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1" name="pt49521"/>
            <p:cNvSpPr/>
            <p:nvPr/>
          </p:nvSpPr>
          <p:spPr>
            <a:xfrm>
              <a:off x="8627374" y="2163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2" name="pt49522"/>
            <p:cNvSpPr/>
            <p:nvPr/>
          </p:nvSpPr>
          <p:spPr>
            <a:xfrm>
              <a:off x="8612066" y="2081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3" name="pt49523"/>
            <p:cNvSpPr/>
            <p:nvPr/>
          </p:nvSpPr>
          <p:spPr>
            <a:xfrm>
              <a:off x="8595298" y="2147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4" name="pt49524"/>
            <p:cNvSpPr/>
            <p:nvPr/>
          </p:nvSpPr>
          <p:spPr>
            <a:xfrm>
              <a:off x="9494750" y="2588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5" name="pt49525"/>
            <p:cNvSpPr/>
            <p:nvPr/>
          </p:nvSpPr>
          <p:spPr>
            <a:xfrm>
              <a:off x="9200002" y="1991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6" name="pt49526"/>
            <p:cNvSpPr/>
            <p:nvPr/>
          </p:nvSpPr>
          <p:spPr>
            <a:xfrm>
              <a:off x="9130078" y="2177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7" name="pt49527"/>
            <p:cNvSpPr/>
            <p:nvPr/>
          </p:nvSpPr>
          <p:spPr>
            <a:xfrm>
              <a:off x="8945023" y="1790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8" name="pt49528"/>
            <p:cNvSpPr/>
            <p:nvPr/>
          </p:nvSpPr>
          <p:spPr>
            <a:xfrm>
              <a:off x="8312152" y="2571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9" name="pt49529"/>
            <p:cNvSpPr/>
            <p:nvPr/>
          </p:nvSpPr>
          <p:spPr>
            <a:xfrm>
              <a:off x="9612243" y="2246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0" name="pt49530"/>
            <p:cNvSpPr/>
            <p:nvPr/>
          </p:nvSpPr>
          <p:spPr>
            <a:xfrm>
              <a:off x="8434097" y="2291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1" name="pt49531"/>
            <p:cNvSpPr/>
            <p:nvPr/>
          </p:nvSpPr>
          <p:spPr>
            <a:xfrm>
              <a:off x="8956678" y="1892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2" name="pt49532"/>
            <p:cNvSpPr/>
            <p:nvPr/>
          </p:nvSpPr>
          <p:spPr>
            <a:xfrm>
              <a:off x="9201130" y="1972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3" name="pt49533"/>
            <p:cNvSpPr/>
            <p:nvPr/>
          </p:nvSpPr>
          <p:spPr>
            <a:xfrm>
              <a:off x="8595298" y="2245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4" name="pt49534"/>
            <p:cNvSpPr/>
            <p:nvPr/>
          </p:nvSpPr>
          <p:spPr>
            <a:xfrm>
              <a:off x="8888696" y="2088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5" name="pt49535"/>
            <p:cNvSpPr/>
            <p:nvPr/>
          </p:nvSpPr>
          <p:spPr>
            <a:xfrm>
              <a:off x="8595298" y="2138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6" name="pt49536"/>
            <p:cNvSpPr/>
            <p:nvPr/>
          </p:nvSpPr>
          <p:spPr>
            <a:xfrm>
              <a:off x="9310856" y="2052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7" name="pt49537"/>
            <p:cNvSpPr/>
            <p:nvPr/>
          </p:nvSpPr>
          <p:spPr>
            <a:xfrm>
              <a:off x="9139900" y="2070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8" name="pt49538"/>
            <p:cNvSpPr/>
            <p:nvPr/>
          </p:nvSpPr>
          <p:spPr>
            <a:xfrm>
              <a:off x="8749319" y="2233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9" name="pt49539"/>
            <p:cNvSpPr/>
            <p:nvPr/>
          </p:nvSpPr>
          <p:spPr>
            <a:xfrm>
              <a:off x="9050561" y="2052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0" name="pt49540"/>
            <p:cNvSpPr/>
            <p:nvPr/>
          </p:nvSpPr>
          <p:spPr>
            <a:xfrm>
              <a:off x="8505430" y="2449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1" name="pt49541"/>
            <p:cNvSpPr/>
            <p:nvPr/>
          </p:nvSpPr>
          <p:spPr>
            <a:xfrm>
              <a:off x="9062080" y="1754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2" name="pt49542"/>
            <p:cNvSpPr/>
            <p:nvPr/>
          </p:nvSpPr>
          <p:spPr>
            <a:xfrm>
              <a:off x="9062080" y="1706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3" name="pt49543"/>
            <p:cNvSpPr/>
            <p:nvPr/>
          </p:nvSpPr>
          <p:spPr>
            <a:xfrm>
              <a:off x="8666631" y="2419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4" name="pt49544"/>
            <p:cNvSpPr/>
            <p:nvPr/>
          </p:nvSpPr>
          <p:spPr>
            <a:xfrm>
              <a:off x="8788576" y="2263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5" name="pt49545"/>
            <p:cNvSpPr/>
            <p:nvPr/>
          </p:nvSpPr>
          <p:spPr>
            <a:xfrm>
              <a:off x="8595298" y="2240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6" name="pt49546"/>
            <p:cNvSpPr/>
            <p:nvPr/>
          </p:nvSpPr>
          <p:spPr>
            <a:xfrm>
              <a:off x="9211498" y="2149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7" name="pt49547"/>
            <p:cNvSpPr/>
            <p:nvPr/>
          </p:nvSpPr>
          <p:spPr>
            <a:xfrm>
              <a:off x="8312152" y="2227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8" name="pt49548"/>
            <p:cNvSpPr/>
            <p:nvPr/>
          </p:nvSpPr>
          <p:spPr>
            <a:xfrm>
              <a:off x="9347687" y="209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9" name="pt49549"/>
            <p:cNvSpPr/>
            <p:nvPr/>
          </p:nvSpPr>
          <p:spPr>
            <a:xfrm>
              <a:off x="8825472" y="2010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0" name="pt49550"/>
            <p:cNvSpPr/>
            <p:nvPr/>
          </p:nvSpPr>
          <p:spPr>
            <a:xfrm>
              <a:off x="8825472" y="1887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1" name="pt49551"/>
            <p:cNvSpPr/>
            <p:nvPr/>
          </p:nvSpPr>
          <p:spPr>
            <a:xfrm>
              <a:off x="8677986" y="2359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2" name="pt49552"/>
            <p:cNvSpPr/>
            <p:nvPr/>
          </p:nvSpPr>
          <p:spPr>
            <a:xfrm>
              <a:off x="9313250" y="1855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3" name="pt49553"/>
            <p:cNvSpPr/>
            <p:nvPr/>
          </p:nvSpPr>
          <p:spPr>
            <a:xfrm>
              <a:off x="8805344" y="2389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4" name="pt49554"/>
            <p:cNvSpPr/>
            <p:nvPr/>
          </p:nvSpPr>
          <p:spPr>
            <a:xfrm>
              <a:off x="8627374" y="2226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5" name="pt49555"/>
            <p:cNvSpPr/>
            <p:nvPr/>
          </p:nvSpPr>
          <p:spPr>
            <a:xfrm>
              <a:off x="9005590" y="1868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6" name="pt49556"/>
            <p:cNvSpPr/>
            <p:nvPr/>
          </p:nvSpPr>
          <p:spPr>
            <a:xfrm>
              <a:off x="9325863" y="2227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7" name="pt49557"/>
            <p:cNvSpPr/>
            <p:nvPr/>
          </p:nvSpPr>
          <p:spPr>
            <a:xfrm>
              <a:off x="9109567" y="173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8" name="pt49558"/>
            <p:cNvSpPr/>
            <p:nvPr/>
          </p:nvSpPr>
          <p:spPr>
            <a:xfrm>
              <a:off x="9511026" y="2641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9" name="pt49559"/>
            <p:cNvSpPr/>
            <p:nvPr/>
          </p:nvSpPr>
          <p:spPr>
            <a:xfrm>
              <a:off x="9003873" y="201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0" name="pt49560"/>
            <p:cNvSpPr/>
            <p:nvPr/>
          </p:nvSpPr>
          <p:spPr>
            <a:xfrm>
              <a:off x="8741831" y="2420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1" name="pt49561"/>
            <p:cNvSpPr/>
            <p:nvPr/>
          </p:nvSpPr>
          <p:spPr>
            <a:xfrm>
              <a:off x="8776438" y="2058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2" name="pt49562"/>
            <p:cNvSpPr/>
            <p:nvPr/>
          </p:nvSpPr>
          <p:spPr>
            <a:xfrm>
              <a:off x="9121452" y="1996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3" name="pt49563"/>
            <p:cNvSpPr/>
            <p:nvPr/>
          </p:nvSpPr>
          <p:spPr>
            <a:xfrm>
              <a:off x="8843532" y="2141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4" name="pt49564"/>
            <p:cNvSpPr/>
            <p:nvPr/>
          </p:nvSpPr>
          <p:spPr>
            <a:xfrm>
              <a:off x="8473354" y="2299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5" name="pt49565"/>
            <p:cNvSpPr/>
            <p:nvPr/>
          </p:nvSpPr>
          <p:spPr>
            <a:xfrm>
              <a:off x="9167813" y="2101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6" name="pt49566"/>
            <p:cNvSpPr/>
            <p:nvPr/>
          </p:nvSpPr>
          <p:spPr>
            <a:xfrm>
              <a:off x="9371637" y="2186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7" name="pt49567"/>
            <p:cNvSpPr/>
            <p:nvPr/>
          </p:nvSpPr>
          <p:spPr>
            <a:xfrm>
              <a:off x="9047895" y="192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8" name="pt49568"/>
            <p:cNvSpPr/>
            <p:nvPr/>
          </p:nvSpPr>
          <p:spPr>
            <a:xfrm>
              <a:off x="9697445" y="1819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9" name="pt49569"/>
            <p:cNvSpPr/>
            <p:nvPr/>
          </p:nvSpPr>
          <p:spPr>
            <a:xfrm>
              <a:off x="9008973" y="1838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0" name="pt49570"/>
            <p:cNvSpPr/>
            <p:nvPr/>
          </p:nvSpPr>
          <p:spPr>
            <a:xfrm>
              <a:off x="8734011" y="2123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1" name="pt49571"/>
            <p:cNvSpPr/>
            <p:nvPr/>
          </p:nvSpPr>
          <p:spPr>
            <a:xfrm>
              <a:off x="8794345" y="2097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2" name="pt49572"/>
            <p:cNvSpPr/>
            <p:nvPr/>
          </p:nvSpPr>
          <p:spPr>
            <a:xfrm>
              <a:off x="8641456" y="2076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3" name="pt49573"/>
            <p:cNvSpPr/>
            <p:nvPr/>
          </p:nvSpPr>
          <p:spPr>
            <a:xfrm>
              <a:off x="8749319" y="2194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4" name="pt49574"/>
            <p:cNvSpPr/>
            <p:nvPr/>
          </p:nvSpPr>
          <p:spPr>
            <a:xfrm>
              <a:off x="8947416" y="1948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5" name="pt49575"/>
            <p:cNvSpPr/>
            <p:nvPr/>
          </p:nvSpPr>
          <p:spPr>
            <a:xfrm>
              <a:off x="8871263" y="2054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6" name="pt49576"/>
            <p:cNvSpPr/>
            <p:nvPr/>
          </p:nvSpPr>
          <p:spPr>
            <a:xfrm>
              <a:off x="8830164" y="2000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7" name="pt49577"/>
            <p:cNvSpPr/>
            <p:nvPr/>
          </p:nvSpPr>
          <p:spPr>
            <a:xfrm>
              <a:off x="9195417" y="1995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8" name="pt49578"/>
            <p:cNvSpPr/>
            <p:nvPr/>
          </p:nvSpPr>
          <p:spPr>
            <a:xfrm>
              <a:off x="9282477" y="2021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9" name="pt49579"/>
            <p:cNvSpPr/>
            <p:nvPr/>
          </p:nvSpPr>
          <p:spPr>
            <a:xfrm>
              <a:off x="9028011" y="1640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0" name="pt49580"/>
            <p:cNvSpPr/>
            <p:nvPr/>
          </p:nvSpPr>
          <p:spPr>
            <a:xfrm>
              <a:off x="9767243" y="2436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1" name="pt49581"/>
            <p:cNvSpPr/>
            <p:nvPr/>
          </p:nvSpPr>
          <p:spPr>
            <a:xfrm>
              <a:off x="9130917" y="2123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2" name="pt49582"/>
            <p:cNvSpPr/>
            <p:nvPr/>
          </p:nvSpPr>
          <p:spPr>
            <a:xfrm>
              <a:off x="8383485" y="2577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3" name="pt49583"/>
            <p:cNvSpPr/>
            <p:nvPr/>
          </p:nvSpPr>
          <p:spPr>
            <a:xfrm>
              <a:off x="9530995" y="2722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4" name="pt49584"/>
            <p:cNvSpPr/>
            <p:nvPr/>
          </p:nvSpPr>
          <p:spPr>
            <a:xfrm>
              <a:off x="9106706" y="1908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5" name="pt49585"/>
            <p:cNvSpPr/>
            <p:nvPr/>
          </p:nvSpPr>
          <p:spPr>
            <a:xfrm>
              <a:off x="8666631" y="2239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6" name="pt49586"/>
            <p:cNvSpPr/>
            <p:nvPr/>
          </p:nvSpPr>
          <p:spPr>
            <a:xfrm>
              <a:off x="8641456" y="2170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7" name="pt49587"/>
            <p:cNvSpPr/>
            <p:nvPr/>
          </p:nvSpPr>
          <p:spPr>
            <a:xfrm>
              <a:off x="9349631" y="2132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8" name="pt49588"/>
            <p:cNvSpPr/>
            <p:nvPr/>
          </p:nvSpPr>
          <p:spPr>
            <a:xfrm>
              <a:off x="8763400" y="1992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9" name="pt49589"/>
            <p:cNvSpPr/>
            <p:nvPr/>
          </p:nvSpPr>
          <p:spPr>
            <a:xfrm>
              <a:off x="8975889" y="2202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0" name="pt49590"/>
            <p:cNvSpPr/>
            <p:nvPr/>
          </p:nvSpPr>
          <p:spPr>
            <a:xfrm>
              <a:off x="9171842" y="1956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1" name="pt49591"/>
            <p:cNvSpPr/>
            <p:nvPr/>
          </p:nvSpPr>
          <p:spPr>
            <a:xfrm>
              <a:off x="8654494" y="2523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2" name="pt49592"/>
            <p:cNvSpPr/>
            <p:nvPr/>
          </p:nvSpPr>
          <p:spPr>
            <a:xfrm>
              <a:off x="8977900" y="2306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3" name="pt49593"/>
            <p:cNvSpPr/>
            <p:nvPr/>
          </p:nvSpPr>
          <p:spPr>
            <a:xfrm>
              <a:off x="9146922" y="2064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4" name="pt49594"/>
            <p:cNvSpPr/>
            <p:nvPr/>
          </p:nvSpPr>
          <p:spPr>
            <a:xfrm>
              <a:off x="9666217" y="2130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5" name="pt49595"/>
            <p:cNvSpPr/>
            <p:nvPr/>
          </p:nvSpPr>
          <p:spPr>
            <a:xfrm>
              <a:off x="9051878" y="1836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6" name="pt49596"/>
            <p:cNvSpPr/>
            <p:nvPr/>
          </p:nvSpPr>
          <p:spPr>
            <a:xfrm>
              <a:off x="8434097" y="2430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7" name="pt49597"/>
            <p:cNvSpPr/>
            <p:nvPr/>
          </p:nvSpPr>
          <p:spPr>
            <a:xfrm>
              <a:off x="8961132" y="2150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8" name="pt49598"/>
            <p:cNvSpPr/>
            <p:nvPr/>
          </p:nvSpPr>
          <p:spPr>
            <a:xfrm>
              <a:off x="8312152" y="2071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9" name="pt49599"/>
            <p:cNvSpPr/>
            <p:nvPr/>
          </p:nvSpPr>
          <p:spPr>
            <a:xfrm>
              <a:off x="8805344" y="2065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0" name="pt49600"/>
            <p:cNvSpPr/>
            <p:nvPr/>
          </p:nvSpPr>
          <p:spPr>
            <a:xfrm>
              <a:off x="9811851" y="2492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1" name="pt49601"/>
            <p:cNvSpPr/>
            <p:nvPr/>
          </p:nvSpPr>
          <p:spPr>
            <a:xfrm>
              <a:off x="8867559" y="1917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2" name="pt49602"/>
            <p:cNvSpPr/>
            <p:nvPr/>
          </p:nvSpPr>
          <p:spPr>
            <a:xfrm>
              <a:off x="9053186" y="1737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3" name="pt49603"/>
            <p:cNvSpPr/>
            <p:nvPr/>
          </p:nvSpPr>
          <p:spPr>
            <a:xfrm>
              <a:off x="9206663" y="2046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4" name="pt49604"/>
            <p:cNvSpPr/>
            <p:nvPr/>
          </p:nvSpPr>
          <p:spPr>
            <a:xfrm>
              <a:off x="9206663" y="2065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5" name="pt49605"/>
            <p:cNvSpPr/>
            <p:nvPr/>
          </p:nvSpPr>
          <p:spPr>
            <a:xfrm>
              <a:off x="8312152" y="2381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6" name="pt49606"/>
            <p:cNvSpPr/>
            <p:nvPr/>
          </p:nvSpPr>
          <p:spPr>
            <a:xfrm>
              <a:off x="8576763" y="2337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7" name="pt49607"/>
            <p:cNvSpPr/>
            <p:nvPr/>
          </p:nvSpPr>
          <p:spPr>
            <a:xfrm>
              <a:off x="8641456" y="1970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8" name="pt49608"/>
            <p:cNvSpPr/>
            <p:nvPr/>
          </p:nvSpPr>
          <p:spPr>
            <a:xfrm>
              <a:off x="9340963" y="2240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9" name="pt49609"/>
            <p:cNvSpPr/>
            <p:nvPr/>
          </p:nvSpPr>
          <p:spPr>
            <a:xfrm>
              <a:off x="8799930" y="2166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0" name="pt49610"/>
            <p:cNvSpPr/>
            <p:nvPr/>
          </p:nvSpPr>
          <p:spPr>
            <a:xfrm>
              <a:off x="8782612" y="2303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1" name="pt49611"/>
            <p:cNvSpPr/>
            <p:nvPr/>
          </p:nvSpPr>
          <p:spPr>
            <a:xfrm>
              <a:off x="9415399" y="2304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2" name="pt49612"/>
            <p:cNvSpPr/>
            <p:nvPr/>
          </p:nvSpPr>
          <p:spPr>
            <a:xfrm>
              <a:off x="8855955" y="2209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3" name="pt49613"/>
            <p:cNvSpPr/>
            <p:nvPr/>
          </p:nvSpPr>
          <p:spPr>
            <a:xfrm>
              <a:off x="8788576" y="2322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4" name="pt49614"/>
            <p:cNvSpPr/>
            <p:nvPr/>
          </p:nvSpPr>
          <p:spPr>
            <a:xfrm>
              <a:off x="9431288" y="1893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5" name="pt49615"/>
            <p:cNvSpPr/>
            <p:nvPr/>
          </p:nvSpPr>
          <p:spPr>
            <a:xfrm>
              <a:off x="8741831" y="2096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6" name="pt49616"/>
            <p:cNvSpPr/>
            <p:nvPr/>
          </p:nvSpPr>
          <p:spPr>
            <a:xfrm>
              <a:off x="8830164" y="2201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7" name="pt49617"/>
            <p:cNvSpPr/>
            <p:nvPr/>
          </p:nvSpPr>
          <p:spPr>
            <a:xfrm>
              <a:off x="9171842" y="2021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8" name="pt49618"/>
            <p:cNvSpPr/>
            <p:nvPr/>
          </p:nvSpPr>
          <p:spPr>
            <a:xfrm>
              <a:off x="9345474" y="2195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9" name="pt49619"/>
            <p:cNvSpPr/>
            <p:nvPr/>
          </p:nvSpPr>
          <p:spPr>
            <a:xfrm>
              <a:off x="9010641" y="1883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0" name="pt49620"/>
            <p:cNvSpPr/>
            <p:nvPr/>
          </p:nvSpPr>
          <p:spPr>
            <a:xfrm>
              <a:off x="8815695" y="2164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1" name="pt49621"/>
            <p:cNvSpPr/>
            <p:nvPr/>
          </p:nvSpPr>
          <p:spPr>
            <a:xfrm>
              <a:off x="9202808" y="1945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2" name="pt49622"/>
            <p:cNvSpPr/>
            <p:nvPr/>
          </p:nvSpPr>
          <p:spPr>
            <a:xfrm>
              <a:off x="8843532" y="2150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3" name="pt49623"/>
            <p:cNvSpPr/>
            <p:nvPr/>
          </p:nvSpPr>
          <p:spPr>
            <a:xfrm>
              <a:off x="9312057" y="1798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4" name="pt49624"/>
            <p:cNvSpPr/>
            <p:nvPr/>
          </p:nvSpPr>
          <p:spPr>
            <a:xfrm>
              <a:off x="9217744" y="2120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5" name="pt49625"/>
            <p:cNvSpPr/>
            <p:nvPr/>
          </p:nvSpPr>
          <p:spPr>
            <a:xfrm>
              <a:off x="8963317" y="2069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6" name="pt49626"/>
            <p:cNvSpPr/>
            <p:nvPr/>
          </p:nvSpPr>
          <p:spPr>
            <a:xfrm>
              <a:off x="8505430" y="2464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7" name="pt49627"/>
            <p:cNvSpPr/>
            <p:nvPr/>
          </p:nvSpPr>
          <p:spPr>
            <a:xfrm>
              <a:off x="9208828" y="216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8" name="pt49628"/>
            <p:cNvSpPr/>
            <p:nvPr/>
          </p:nvSpPr>
          <p:spPr>
            <a:xfrm>
              <a:off x="8987622" y="2209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9" name="pt49629"/>
            <p:cNvSpPr/>
            <p:nvPr/>
          </p:nvSpPr>
          <p:spPr>
            <a:xfrm>
              <a:off x="9377920" y="2198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0" name="pt49630"/>
            <p:cNvSpPr/>
            <p:nvPr/>
          </p:nvSpPr>
          <p:spPr>
            <a:xfrm>
              <a:off x="9324474" y="2176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1" name="pt49631"/>
            <p:cNvSpPr/>
            <p:nvPr/>
          </p:nvSpPr>
          <p:spPr>
            <a:xfrm>
              <a:off x="8612066" y="2238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2" name="pt49632"/>
            <p:cNvSpPr/>
            <p:nvPr/>
          </p:nvSpPr>
          <p:spPr>
            <a:xfrm>
              <a:off x="9978328" y="2462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3" name="pt49633"/>
            <p:cNvSpPr/>
            <p:nvPr/>
          </p:nvSpPr>
          <p:spPr>
            <a:xfrm>
              <a:off x="8612066" y="2249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4" name="pt49634"/>
            <p:cNvSpPr/>
            <p:nvPr/>
          </p:nvSpPr>
          <p:spPr>
            <a:xfrm>
              <a:off x="8830164" y="1989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5" name="pt49635"/>
            <p:cNvSpPr/>
            <p:nvPr/>
          </p:nvSpPr>
          <p:spPr>
            <a:xfrm>
              <a:off x="8505430" y="2243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6" name="pt49636"/>
            <p:cNvSpPr/>
            <p:nvPr/>
          </p:nvSpPr>
          <p:spPr>
            <a:xfrm>
              <a:off x="9244718" y="2143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7" name="pt49637"/>
            <p:cNvSpPr/>
            <p:nvPr/>
          </p:nvSpPr>
          <p:spPr>
            <a:xfrm>
              <a:off x="9119675" y="1963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8" name="pt49638"/>
            <p:cNvSpPr/>
            <p:nvPr/>
          </p:nvSpPr>
          <p:spPr>
            <a:xfrm>
              <a:off x="8734011" y="2266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9" name="pt49639"/>
            <p:cNvSpPr/>
            <p:nvPr/>
          </p:nvSpPr>
          <p:spPr>
            <a:xfrm>
              <a:off x="8996835" y="1990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0" name="pt49640"/>
            <p:cNvSpPr/>
            <p:nvPr/>
          </p:nvSpPr>
          <p:spPr>
            <a:xfrm>
              <a:off x="9135874" y="2005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1" name="pt49641"/>
            <p:cNvSpPr/>
            <p:nvPr/>
          </p:nvSpPr>
          <p:spPr>
            <a:xfrm>
              <a:off x="9235717" y="1803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2" name="pt49642"/>
            <p:cNvSpPr/>
            <p:nvPr/>
          </p:nvSpPr>
          <p:spPr>
            <a:xfrm>
              <a:off x="9146155" y="2046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3" name="pt49643"/>
            <p:cNvSpPr/>
            <p:nvPr/>
          </p:nvSpPr>
          <p:spPr>
            <a:xfrm>
              <a:off x="8954408" y="1786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4" name="pt49644"/>
            <p:cNvSpPr/>
            <p:nvPr/>
          </p:nvSpPr>
          <p:spPr>
            <a:xfrm>
              <a:off x="8878445" y="1924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5" name="pt49645"/>
            <p:cNvSpPr/>
            <p:nvPr/>
          </p:nvSpPr>
          <p:spPr>
            <a:xfrm>
              <a:off x="8825472" y="2001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6" name="pt49646"/>
            <p:cNvSpPr/>
            <p:nvPr/>
          </p:nvSpPr>
          <p:spPr>
            <a:xfrm>
              <a:off x="8383485" y="2335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7" name="pt49647"/>
            <p:cNvSpPr/>
            <p:nvPr/>
          </p:nvSpPr>
          <p:spPr>
            <a:xfrm>
              <a:off x="9724502" y="2088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8" name="pt49648"/>
            <p:cNvSpPr/>
            <p:nvPr/>
          </p:nvSpPr>
          <p:spPr>
            <a:xfrm>
              <a:off x="9143835" y="2161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9" name="pt49649"/>
            <p:cNvSpPr/>
            <p:nvPr/>
          </p:nvSpPr>
          <p:spPr>
            <a:xfrm>
              <a:off x="8996835" y="2015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0" name="pt49650"/>
            <p:cNvSpPr/>
            <p:nvPr/>
          </p:nvSpPr>
          <p:spPr>
            <a:xfrm>
              <a:off x="8383485" y="2522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1" name="pt49651"/>
            <p:cNvSpPr/>
            <p:nvPr/>
          </p:nvSpPr>
          <p:spPr>
            <a:xfrm>
              <a:off x="8532549" y="2577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2" name="pt49652"/>
            <p:cNvSpPr/>
            <p:nvPr/>
          </p:nvSpPr>
          <p:spPr>
            <a:xfrm>
              <a:off x="8312152" y="2752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3" name="pt49653"/>
            <p:cNvSpPr/>
            <p:nvPr/>
          </p:nvSpPr>
          <p:spPr>
            <a:xfrm>
              <a:off x="9162993" y="2038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4" name="pt49654"/>
            <p:cNvSpPr/>
            <p:nvPr/>
          </p:nvSpPr>
          <p:spPr>
            <a:xfrm>
              <a:off x="8867559" y="1861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5" name="pt49655"/>
            <p:cNvSpPr/>
            <p:nvPr/>
          </p:nvSpPr>
          <p:spPr>
            <a:xfrm>
              <a:off x="8916289" y="2044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6" name="pt49656"/>
            <p:cNvSpPr/>
            <p:nvPr/>
          </p:nvSpPr>
          <p:spPr>
            <a:xfrm>
              <a:off x="8627374" y="218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7" name="pt49657"/>
            <p:cNvSpPr/>
            <p:nvPr/>
          </p:nvSpPr>
          <p:spPr>
            <a:xfrm>
              <a:off x="8666631" y="2467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8" name="pt49658"/>
            <p:cNvSpPr/>
            <p:nvPr/>
          </p:nvSpPr>
          <p:spPr>
            <a:xfrm>
              <a:off x="8473354" y="2504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9" name="pt49659"/>
            <p:cNvSpPr/>
            <p:nvPr/>
          </p:nvSpPr>
          <p:spPr>
            <a:xfrm>
              <a:off x="8312152" y="2461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0" name="pt49660"/>
            <p:cNvSpPr/>
            <p:nvPr/>
          </p:nvSpPr>
          <p:spPr>
            <a:xfrm>
              <a:off x="8717243" y="2267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1" name="pt49661"/>
            <p:cNvSpPr/>
            <p:nvPr/>
          </p:nvSpPr>
          <p:spPr>
            <a:xfrm>
              <a:off x="8843532" y="2022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2" name="pt49662"/>
            <p:cNvSpPr/>
            <p:nvPr/>
          </p:nvSpPr>
          <p:spPr>
            <a:xfrm>
              <a:off x="9028011" y="1716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3" name="pt49663"/>
            <p:cNvSpPr/>
            <p:nvPr/>
          </p:nvSpPr>
          <p:spPr>
            <a:xfrm>
              <a:off x="8383485" y="2381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4" name="pt49664"/>
            <p:cNvSpPr/>
            <p:nvPr/>
          </p:nvSpPr>
          <p:spPr>
            <a:xfrm>
              <a:off x="9564416" y="2221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5" name="pt49665"/>
            <p:cNvSpPr/>
            <p:nvPr/>
          </p:nvSpPr>
          <p:spPr>
            <a:xfrm>
              <a:off x="8627374" y="250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6" name="pt49666"/>
            <p:cNvSpPr/>
            <p:nvPr/>
          </p:nvSpPr>
          <p:spPr>
            <a:xfrm>
              <a:off x="8956678" y="1896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7" name="pt49667"/>
            <p:cNvSpPr/>
            <p:nvPr/>
          </p:nvSpPr>
          <p:spPr>
            <a:xfrm>
              <a:off x="8556041" y="2466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8" name="pt49668"/>
            <p:cNvSpPr/>
            <p:nvPr/>
          </p:nvSpPr>
          <p:spPr>
            <a:xfrm>
              <a:off x="9094774" y="1885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9" name="pt49669"/>
            <p:cNvSpPr/>
            <p:nvPr/>
          </p:nvSpPr>
          <p:spPr>
            <a:xfrm>
              <a:off x="8741831" y="2245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0" name="pt49670"/>
            <p:cNvSpPr/>
            <p:nvPr/>
          </p:nvSpPr>
          <p:spPr>
            <a:xfrm>
              <a:off x="9047895" y="1806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1" name="pt49671"/>
            <p:cNvSpPr/>
            <p:nvPr/>
          </p:nvSpPr>
          <p:spPr>
            <a:xfrm>
              <a:off x="9024978" y="1856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2" name="pt49672"/>
            <p:cNvSpPr/>
            <p:nvPr/>
          </p:nvSpPr>
          <p:spPr>
            <a:xfrm>
              <a:off x="8612066" y="218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3" name="pt49673"/>
            <p:cNvSpPr/>
            <p:nvPr/>
          </p:nvSpPr>
          <p:spPr>
            <a:xfrm>
              <a:off x="9217232" y="2080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4" name="pt49674"/>
            <p:cNvSpPr/>
            <p:nvPr/>
          </p:nvSpPr>
          <p:spPr>
            <a:xfrm>
              <a:off x="8688651" y="2462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5" name="pt49675"/>
            <p:cNvSpPr/>
            <p:nvPr/>
          </p:nvSpPr>
          <p:spPr>
            <a:xfrm>
              <a:off x="9666217" y="1836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6" name="pt49676"/>
            <p:cNvSpPr/>
            <p:nvPr/>
          </p:nvSpPr>
          <p:spPr>
            <a:xfrm>
              <a:off x="8532549" y="2416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7" name="pt49677"/>
            <p:cNvSpPr/>
            <p:nvPr/>
          </p:nvSpPr>
          <p:spPr>
            <a:xfrm>
              <a:off x="8654494" y="2298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8" name="pt49678"/>
            <p:cNvSpPr/>
            <p:nvPr/>
          </p:nvSpPr>
          <p:spPr>
            <a:xfrm>
              <a:off x="8698707" y="2331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9" name="pt49679"/>
            <p:cNvSpPr/>
            <p:nvPr/>
          </p:nvSpPr>
          <p:spPr>
            <a:xfrm>
              <a:off x="9301896" y="1819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0" name="pt49680"/>
            <p:cNvSpPr/>
            <p:nvPr/>
          </p:nvSpPr>
          <p:spPr>
            <a:xfrm>
              <a:off x="9007289" y="1789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1" name="pt49681"/>
            <p:cNvSpPr/>
            <p:nvPr/>
          </p:nvSpPr>
          <p:spPr>
            <a:xfrm>
              <a:off x="9116975" y="1758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2" name="pt49682"/>
            <p:cNvSpPr/>
            <p:nvPr/>
          </p:nvSpPr>
          <p:spPr>
            <a:xfrm>
              <a:off x="8874891" y="2142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3" name="pt49683"/>
            <p:cNvSpPr/>
            <p:nvPr/>
          </p:nvSpPr>
          <p:spPr>
            <a:xfrm>
              <a:off x="8963317" y="2021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4" name="pt49684"/>
            <p:cNvSpPr/>
            <p:nvPr/>
          </p:nvSpPr>
          <p:spPr>
            <a:xfrm>
              <a:off x="9097834" y="2076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5" name="pt49685"/>
            <p:cNvSpPr/>
            <p:nvPr/>
          </p:nvSpPr>
          <p:spPr>
            <a:xfrm>
              <a:off x="9005590" y="1876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6" name="pt49686"/>
            <p:cNvSpPr/>
            <p:nvPr/>
          </p:nvSpPr>
          <p:spPr>
            <a:xfrm>
              <a:off x="8788576" y="2343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7" name="pt49687"/>
            <p:cNvSpPr/>
            <p:nvPr/>
          </p:nvSpPr>
          <p:spPr>
            <a:xfrm>
              <a:off x="8312152" y="233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8" name="pt49688"/>
            <p:cNvSpPr/>
            <p:nvPr/>
          </p:nvSpPr>
          <p:spPr>
            <a:xfrm>
              <a:off x="9568642" y="2512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9" name="pt49689"/>
            <p:cNvSpPr/>
            <p:nvPr/>
          </p:nvSpPr>
          <p:spPr>
            <a:xfrm>
              <a:off x="8312152" y="2556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0" name="pt49690"/>
            <p:cNvSpPr/>
            <p:nvPr/>
          </p:nvSpPr>
          <p:spPr>
            <a:xfrm>
              <a:off x="9514089" y="2582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1" name="pt49691"/>
            <p:cNvSpPr/>
            <p:nvPr/>
          </p:nvSpPr>
          <p:spPr>
            <a:xfrm>
              <a:off x="9289758" y="1655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2" name="pt49692"/>
            <p:cNvSpPr/>
            <p:nvPr/>
          </p:nvSpPr>
          <p:spPr>
            <a:xfrm>
              <a:off x="9797577" y="2572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3" name="pt49693"/>
            <p:cNvSpPr/>
            <p:nvPr/>
          </p:nvSpPr>
          <p:spPr>
            <a:xfrm>
              <a:off x="8965476" y="2048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4" name="pt49694"/>
            <p:cNvSpPr/>
            <p:nvPr/>
          </p:nvSpPr>
          <p:spPr>
            <a:xfrm>
              <a:off x="8556041" y="2508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5" name="pt49695"/>
            <p:cNvSpPr/>
            <p:nvPr/>
          </p:nvSpPr>
          <p:spPr>
            <a:xfrm>
              <a:off x="9414733" y="2050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6" name="pt49696"/>
            <p:cNvSpPr/>
            <p:nvPr/>
          </p:nvSpPr>
          <p:spPr>
            <a:xfrm>
              <a:off x="9066967" y="2255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7" name="pt49697"/>
            <p:cNvSpPr/>
            <p:nvPr/>
          </p:nvSpPr>
          <p:spPr>
            <a:xfrm>
              <a:off x="8977900" y="2320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8" name="pt49698"/>
            <p:cNvSpPr/>
            <p:nvPr/>
          </p:nvSpPr>
          <p:spPr>
            <a:xfrm>
              <a:off x="8612066" y="2146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9" name="pt49699"/>
            <p:cNvSpPr/>
            <p:nvPr/>
          </p:nvSpPr>
          <p:spPr>
            <a:xfrm>
              <a:off x="9045188" y="1940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0" name="pt49700"/>
            <p:cNvSpPr/>
            <p:nvPr/>
          </p:nvSpPr>
          <p:spPr>
            <a:xfrm>
              <a:off x="9167133" y="2117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1" name="pt49701"/>
            <p:cNvSpPr/>
            <p:nvPr/>
          </p:nvSpPr>
          <p:spPr>
            <a:xfrm>
              <a:off x="8995031" y="2146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2" name="pt49702"/>
            <p:cNvSpPr/>
            <p:nvPr/>
          </p:nvSpPr>
          <p:spPr>
            <a:xfrm>
              <a:off x="9201130" y="1993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3" name="pt49703"/>
            <p:cNvSpPr/>
            <p:nvPr/>
          </p:nvSpPr>
          <p:spPr>
            <a:xfrm>
              <a:off x="8979888" y="2204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4" name="pt49704"/>
            <p:cNvSpPr/>
            <p:nvPr/>
          </p:nvSpPr>
          <p:spPr>
            <a:xfrm>
              <a:off x="8641456" y="2058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5" name="pt49705"/>
            <p:cNvSpPr/>
            <p:nvPr/>
          </p:nvSpPr>
          <p:spPr>
            <a:xfrm>
              <a:off x="9376059" y="2144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6" name="pt49706"/>
            <p:cNvSpPr/>
            <p:nvPr/>
          </p:nvSpPr>
          <p:spPr>
            <a:xfrm>
              <a:off x="9311758" y="1981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7" name="pt49707"/>
            <p:cNvSpPr/>
            <p:nvPr/>
          </p:nvSpPr>
          <p:spPr>
            <a:xfrm>
              <a:off x="8741831" y="2236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8" name="pt49708"/>
            <p:cNvSpPr/>
            <p:nvPr/>
          </p:nvSpPr>
          <p:spPr>
            <a:xfrm>
              <a:off x="8901496" y="1903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9" name="pt49709"/>
            <p:cNvSpPr/>
            <p:nvPr/>
          </p:nvSpPr>
          <p:spPr>
            <a:xfrm>
              <a:off x="8383485" y="2577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0" name="pt49710"/>
            <p:cNvSpPr/>
            <p:nvPr/>
          </p:nvSpPr>
          <p:spPr>
            <a:xfrm>
              <a:off x="9346461" y="1903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1" name="pt49711"/>
            <p:cNvSpPr/>
            <p:nvPr/>
          </p:nvSpPr>
          <p:spPr>
            <a:xfrm>
              <a:off x="8996835" y="1914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2" name="pt49712"/>
            <p:cNvSpPr/>
            <p:nvPr/>
          </p:nvSpPr>
          <p:spPr>
            <a:xfrm>
              <a:off x="9117880" y="2170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3" name="pt49713"/>
            <p:cNvSpPr/>
            <p:nvPr/>
          </p:nvSpPr>
          <p:spPr>
            <a:xfrm>
              <a:off x="9162993" y="2089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4" name="pt49714"/>
            <p:cNvSpPr/>
            <p:nvPr/>
          </p:nvSpPr>
          <p:spPr>
            <a:xfrm>
              <a:off x="9176429" y="1877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5" name="pt49715"/>
            <p:cNvSpPr/>
            <p:nvPr/>
          </p:nvSpPr>
          <p:spPr>
            <a:xfrm>
              <a:off x="9221288" y="1834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6" name="pt49716"/>
            <p:cNvSpPr/>
            <p:nvPr/>
          </p:nvSpPr>
          <p:spPr>
            <a:xfrm>
              <a:off x="8977900" y="2309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7" name="pt49717"/>
            <p:cNvSpPr/>
            <p:nvPr/>
          </p:nvSpPr>
          <p:spPr>
            <a:xfrm>
              <a:off x="9200002" y="1996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8" name="pt49718"/>
            <p:cNvSpPr/>
            <p:nvPr/>
          </p:nvSpPr>
          <p:spPr>
            <a:xfrm>
              <a:off x="9064541" y="1765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9" name="pt49719"/>
            <p:cNvSpPr/>
            <p:nvPr/>
          </p:nvSpPr>
          <p:spPr>
            <a:xfrm>
              <a:off x="9116066" y="1701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0" name="pt49720"/>
            <p:cNvSpPr/>
            <p:nvPr/>
          </p:nvSpPr>
          <p:spPr>
            <a:xfrm>
              <a:off x="8641456" y="2110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1" name="pt49721"/>
            <p:cNvSpPr/>
            <p:nvPr/>
          </p:nvSpPr>
          <p:spPr>
            <a:xfrm>
              <a:off x="8666631" y="2314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2" name="pt49722"/>
            <p:cNvSpPr/>
            <p:nvPr/>
          </p:nvSpPr>
          <p:spPr>
            <a:xfrm>
              <a:off x="8688651" y="2449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3" name="pt49723"/>
            <p:cNvSpPr/>
            <p:nvPr/>
          </p:nvSpPr>
          <p:spPr>
            <a:xfrm>
              <a:off x="9311758" y="1963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4" name="pt49724"/>
            <p:cNvSpPr/>
            <p:nvPr/>
          </p:nvSpPr>
          <p:spPr>
            <a:xfrm>
              <a:off x="9201130" y="2027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5" name="pt49725"/>
            <p:cNvSpPr/>
            <p:nvPr/>
          </p:nvSpPr>
          <p:spPr>
            <a:xfrm>
              <a:off x="8434097" y="2456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6" name="pt49726"/>
            <p:cNvSpPr/>
            <p:nvPr/>
          </p:nvSpPr>
          <p:spPr>
            <a:xfrm>
              <a:off x="8749319" y="2044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7" name="pt49727"/>
            <p:cNvSpPr/>
            <p:nvPr/>
          </p:nvSpPr>
          <p:spPr>
            <a:xfrm>
              <a:off x="8859909" y="1903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8" name="pt49728"/>
            <p:cNvSpPr/>
            <p:nvPr/>
          </p:nvSpPr>
          <p:spPr>
            <a:xfrm>
              <a:off x="9138300" y="2145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9" name="pt49729"/>
            <p:cNvSpPr/>
            <p:nvPr/>
          </p:nvSpPr>
          <p:spPr>
            <a:xfrm>
              <a:off x="8666631" y="2506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0" name="pt49730"/>
            <p:cNvSpPr/>
            <p:nvPr/>
          </p:nvSpPr>
          <p:spPr>
            <a:xfrm>
              <a:off x="8794345" y="2134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1" name="pt49731"/>
            <p:cNvSpPr/>
            <p:nvPr/>
          </p:nvSpPr>
          <p:spPr>
            <a:xfrm>
              <a:off x="8830164" y="2026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2" name="pt49732"/>
            <p:cNvSpPr/>
            <p:nvPr/>
          </p:nvSpPr>
          <p:spPr>
            <a:xfrm>
              <a:off x="8505430" y="2544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3" name="pt49733"/>
            <p:cNvSpPr/>
            <p:nvPr/>
          </p:nvSpPr>
          <p:spPr>
            <a:xfrm>
              <a:off x="8576763" y="2374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4" name="pt49734"/>
            <p:cNvSpPr/>
            <p:nvPr/>
          </p:nvSpPr>
          <p:spPr>
            <a:xfrm>
              <a:off x="8434097" y="2266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5" name="pt49735"/>
            <p:cNvSpPr/>
            <p:nvPr/>
          </p:nvSpPr>
          <p:spPr>
            <a:xfrm>
              <a:off x="9094774" y="1800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6" name="pt49736"/>
            <p:cNvSpPr/>
            <p:nvPr/>
          </p:nvSpPr>
          <p:spPr>
            <a:xfrm>
              <a:off x="8434097" y="2609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7" name="pt49737"/>
            <p:cNvSpPr/>
            <p:nvPr/>
          </p:nvSpPr>
          <p:spPr>
            <a:xfrm>
              <a:off x="9414733" y="2242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8" name="pt49738"/>
            <p:cNvSpPr/>
            <p:nvPr/>
          </p:nvSpPr>
          <p:spPr>
            <a:xfrm>
              <a:off x="9087421" y="1746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9" name="pt49739"/>
            <p:cNvSpPr/>
            <p:nvPr/>
          </p:nvSpPr>
          <p:spPr>
            <a:xfrm>
              <a:off x="8830164" y="2053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0" name="pt49740"/>
            <p:cNvSpPr/>
            <p:nvPr/>
          </p:nvSpPr>
          <p:spPr>
            <a:xfrm>
              <a:off x="8612066" y="2182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1" name="pt49741"/>
            <p:cNvSpPr/>
            <p:nvPr/>
          </p:nvSpPr>
          <p:spPr>
            <a:xfrm>
              <a:off x="8505430" y="2386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2" name="pt49742"/>
            <p:cNvSpPr/>
            <p:nvPr/>
          </p:nvSpPr>
          <p:spPr>
            <a:xfrm>
              <a:off x="8312152" y="2141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3" name="pt49743"/>
            <p:cNvSpPr/>
            <p:nvPr/>
          </p:nvSpPr>
          <p:spPr>
            <a:xfrm>
              <a:off x="8312152" y="2469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4" name="pt49744"/>
            <p:cNvSpPr/>
            <p:nvPr/>
          </p:nvSpPr>
          <p:spPr>
            <a:xfrm>
              <a:off x="9312057" y="1939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5" name="pt49745"/>
            <p:cNvSpPr/>
            <p:nvPr/>
          </p:nvSpPr>
          <p:spPr>
            <a:xfrm>
              <a:off x="8863776" y="2129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6" name="pt49746"/>
            <p:cNvSpPr/>
            <p:nvPr/>
          </p:nvSpPr>
          <p:spPr>
            <a:xfrm>
              <a:off x="8741831" y="2199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7" name="pt49747"/>
            <p:cNvSpPr/>
            <p:nvPr/>
          </p:nvSpPr>
          <p:spPr>
            <a:xfrm>
              <a:off x="8734011" y="197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8" name="pt49748"/>
            <p:cNvSpPr/>
            <p:nvPr/>
          </p:nvSpPr>
          <p:spPr>
            <a:xfrm>
              <a:off x="8312152" y="226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9" name="pt49749"/>
            <p:cNvSpPr/>
            <p:nvPr/>
          </p:nvSpPr>
          <p:spPr>
            <a:xfrm>
              <a:off x="8794345" y="2135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0" name="pt49750"/>
            <p:cNvSpPr/>
            <p:nvPr/>
          </p:nvSpPr>
          <p:spPr>
            <a:xfrm>
              <a:off x="8782612" y="2223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1" name="pt49751"/>
            <p:cNvSpPr/>
            <p:nvPr/>
          </p:nvSpPr>
          <p:spPr>
            <a:xfrm>
              <a:off x="9377920" y="2214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2" name="pt49752"/>
            <p:cNvSpPr/>
            <p:nvPr/>
          </p:nvSpPr>
          <p:spPr>
            <a:xfrm>
              <a:off x="9289758" y="1750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3" name="pt49753"/>
            <p:cNvSpPr/>
            <p:nvPr/>
          </p:nvSpPr>
          <p:spPr>
            <a:xfrm>
              <a:off x="8627374" y="2309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4" name="pt49754"/>
            <p:cNvSpPr/>
            <p:nvPr/>
          </p:nvSpPr>
          <p:spPr>
            <a:xfrm>
              <a:off x="9514089" y="2620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5" name="pt49755"/>
            <p:cNvSpPr/>
            <p:nvPr/>
          </p:nvSpPr>
          <p:spPr>
            <a:xfrm>
              <a:off x="8383485" y="217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6" name="pt49756"/>
            <p:cNvSpPr/>
            <p:nvPr/>
          </p:nvSpPr>
          <p:spPr>
            <a:xfrm>
              <a:off x="8688651" y="2387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7" name="pt49757"/>
            <p:cNvSpPr/>
            <p:nvPr/>
          </p:nvSpPr>
          <p:spPr>
            <a:xfrm>
              <a:off x="9573244" y="2289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8" name="pt49758"/>
            <p:cNvSpPr/>
            <p:nvPr/>
          </p:nvSpPr>
          <p:spPr>
            <a:xfrm>
              <a:off x="8595298" y="2157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9" name="pt49759"/>
            <p:cNvSpPr/>
            <p:nvPr/>
          </p:nvSpPr>
          <p:spPr>
            <a:xfrm>
              <a:off x="8666631" y="2401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0" name="pt49760"/>
            <p:cNvSpPr/>
            <p:nvPr/>
          </p:nvSpPr>
          <p:spPr>
            <a:xfrm>
              <a:off x="9116975" y="1730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1" name="pt49761"/>
            <p:cNvSpPr/>
            <p:nvPr/>
          </p:nvSpPr>
          <p:spPr>
            <a:xfrm>
              <a:off x="9623193" y="2309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2" name="pt49762"/>
            <p:cNvSpPr/>
            <p:nvPr/>
          </p:nvSpPr>
          <p:spPr>
            <a:xfrm>
              <a:off x="9811851" y="2630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3" name="pt49763"/>
            <p:cNvSpPr/>
            <p:nvPr/>
          </p:nvSpPr>
          <p:spPr>
            <a:xfrm>
              <a:off x="8627374" y="2339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4" name="pt49764"/>
            <p:cNvSpPr/>
            <p:nvPr/>
          </p:nvSpPr>
          <p:spPr>
            <a:xfrm>
              <a:off x="8805344" y="2103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5" name="pt49765"/>
            <p:cNvSpPr/>
            <p:nvPr/>
          </p:nvSpPr>
          <p:spPr>
            <a:xfrm>
              <a:off x="9167133" y="2061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6" name="pt49766"/>
            <p:cNvSpPr/>
            <p:nvPr/>
          </p:nvSpPr>
          <p:spPr>
            <a:xfrm>
              <a:off x="8576763" y="2416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7" name="pt49767"/>
            <p:cNvSpPr/>
            <p:nvPr/>
          </p:nvSpPr>
          <p:spPr>
            <a:xfrm>
              <a:off x="8805344" y="2012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8" name="pt49768"/>
            <p:cNvSpPr/>
            <p:nvPr/>
          </p:nvSpPr>
          <p:spPr>
            <a:xfrm>
              <a:off x="9055774" y="1876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9" name="pt49769"/>
            <p:cNvSpPr/>
            <p:nvPr/>
          </p:nvSpPr>
          <p:spPr>
            <a:xfrm>
              <a:off x="8641456" y="2110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0" name="pt49770"/>
            <p:cNvSpPr/>
            <p:nvPr/>
          </p:nvSpPr>
          <p:spPr>
            <a:xfrm>
              <a:off x="9310856" y="1972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1" name="pt49771"/>
            <p:cNvSpPr/>
            <p:nvPr/>
          </p:nvSpPr>
          <p:spPr>
            <a:xfrm>
              <a:off x="9160178" y="2139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2" name="pt49772"/>
            <p:cNvSpPr/>
            <p:nvPr/>
          </p:nvSpPr>
          <p:spPr>
            <a:xfrm>
              <a:off x="8776438" y="2067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3" name="pt49773"/>
            <p:cNvSpPr/>
            <p:nvPr/>
          </p:nvSpPr>
          <p:spPr>
            <a:xfrm>
              <a:off x="9461505" y="2204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4" name="pt49774"/>
            <p:cNvSpPr/>
            <p:nvPr/>
          </p:nvSpPr>
          <p:spPr>
            <a:xfrm>
              <a:off x="8473354" y="2297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5" name="pt49775"/>
            <p:cNvSpPr/>
            <p:nvPr/>
          </p:nvSpPr>
          <p:spPr>
            <a:xfrm>
              <a:off x="8312152" y="2677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6" name="pt49776"/>
            <p:cNvSpPr/>
            <p:nvPr/>
          </p:nvSpPr>
          <p:spPr>
            <a:xfrm>
              <a:off x="9080864" y="1699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7" name="pt49777"/>
            <p:cNvSpPr/>
            <p:nvPr/>
          </p:nvSpPr>
          <p:spPr>
            <a:xfrm>
              <a:off x="8532549" y="2493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8" name="pt49778"/>
            <p:cNvSpPr/>
            <p:nvPr/>
          </p:nvSpPr>
          <p:spPr>
            <a:xfrm>
              <a:off x="8788576" y="2402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9" name="pt49779"/>
            <p:cNvSpPr/>
            <p:nvPr/>
          </p:nvSpPr>
          <p:spPr>
            <a:xfrm>
              <a:off x="8805344" y="2039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0" name="pt49780"/>
            <p:cNvSpPr/>
            <p:nvPr/>
          </p:nvSpPr>
          <p:spPr>
            <a:xfrm>
              <a:off x="9143835" y="2080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1" name="pt49781"/>
            <p:cNvSpPr/>
            <p:nvPr/>
          </p:nvSpPr>
          <p:spPr>
            <a:xfrm>
              <a:off x="9311758" y="1992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2" name="pt49782"/>
            <p:cNvSpPr/>
            <p:nvPr/>
          </p:nvSpPr>
          <p:spPr>
            <a:xfrm>
              <a:off x="9435194" y="1991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3" name="pt49783"/>
            <p:cNvSpPr/>
            <p:nvPr/>
          </p:nvSpPr>
          <p:spPr>
            <a:xfrm>
              <a:off x="9117880" y="2199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4" name="pt49784"/>
            <p:cNvSpPr/>
            <p:nvPr/>
          </p:nvSpPr>
          <p:spPr>
            <a:xfrm>
              <a:off x="8505430" y="2462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5" name="pt49785"/>
            <p:cNvSpPr/>
            <p:nvPr/>
          </p:nvSpPr>
          <p:spPr>
            <a:xfrm>
              <a:off x="9726386" y="2269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6" name="pt49786"/>
            <p:cNvSpPr/>
            <p:nvPr/>
          </p:nvSpPr>
          <p:spPr>
            <a:xfrm>
              <a:off x="9578717" y="2346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7" name="pt49787"/>
            <p:cNvSpPr/>
            <p:nvPr/>
          </p:nvSpPr>
          <p:spPr>
            <a:xfrm>
              <a:off x="9536594" y="170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8" name="pt49788"/>
            <p:cNvSpPr/>
            <p:nvPr/>
          </p:nvSpPr>
          <p:spPr>
            <a:xfrm>
              <a:off x="9121452" y="2190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9" name="pt49789"/>
            <p:cNvSpPr/>
            <p:nvPr/>
          </p:nvSpPr>
          <p:spPr>
            <a:xfrm>
              <a:off x="9480986" y="2179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0" name="pt49790"/>
            <p:cNvSpPr/>
            <p:nvPr/>
          </p:nvSpPr>
          <p:spPr>
            <a:xfrm>
              <a:off x="8556041" y="2424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1" name="pt49791"/>
            <p:cNvSpPr/>
            <p:nvPr/>
          </p:nvSpPr>
          <p:spPr>
            <a:xfrm>
              <a:off x="8763400" y="2283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2" name="pt49792"/>
            <p:cNvSpPr/>
            <p:nvPr/>
          </p:nvSpPr>
          <p:spPr>
            <a:xfrm>
              <a:off x="8763400" y="2143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3" name="pt49793"/>
            <p:cNvSpPr/>
            <p:nvPr/>
          </p:nvSpPr>
          <p:spPr>
            <a:xfrm>
              <a:off x="8763400" y="2088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4" name="pt49794"/>
            <p:cNvSpPr/>
            <p:nvPr/>
          </p:nvSpPr>
          <p:spPr>
            <a:xfrm>
              <a:off x="8874891" y="1999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5" name="pt49795"/>
            <p:cNvSpPr/>
            <p:nvPr/>
          </p:nvSpPr>
          <p:spPr>
            <a:xfrm>
              <a:off x="9270010" y="2069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6" name="pt49796"/>
            <p:cNvSpPr/>
            <p:nvPr/>
          </p:nvSpPr>
          <p:spPr>
            <a:xfrm>
              <a:off x="9075206" y="2177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7" name="pt49797"/>
            <p:cNvSpPr/>
            <p:nvPr/>
          </p:nvSpPr>
          <p:spPr>
            <a:xfrm>
              <a:off x="9143835" y="2087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8" name="pt49798"/>
            <p:cNvSpPr/>
            <p:nvPr/>
          </p:nvSpPr>
          <p:spPr>
            <a:xfrm>
              <a:off x="8847771" y="2324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9" name="pt49799"/>
            <p:cNvSpPr/>
            <p:nvPr/>
          </p:nvSpPr>
          <p:spPr>
            <a:xfrm>
              <a:off x="8881929" y="2277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0" name="pt49800"/>
            <p:cNvSpPr/>
            <p:nvPr/>
          </p:nvSpPr>
          <p:spPr>
            <a:xfrm>
              <a:off x="8741831" y="1991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1" name="pt49801"/>
            <p:cNvSpPr/>
            <p:nvPr/>
          </p:nvSpPr>
          <p:spPr>
            <a:xfrm>
              <a:off x="9285982" y="1734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2" name="pt49802"/>
            <p:cNvSpPr/>
            <p:nvPr/>
          </p:nvSpPr>
          <p:spPr>
            <a:xfrm>
              <a:off x="8776438" y="200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3" name="pt49803"/>
            <p:cNvSpPr/>
            <p:nvPr/>
          </p:nvSpPr>
          <p:spPr>
            <a:xfrm>
              <a:off x="9350114" y="2177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4" name="pt49804"/>
            <p:cNvSpPr/>
            <p:nvPr/>
          </p:nvSpPr>
          <p:spPr>
            <a:xfrm>
              <a:off x="8954408" y="1861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5" name="pt49805"/>
            <p:cNvSpPr/>
            <p:nvPr/>
          </p:nvSpPr>
          <p:spPr>
            <a:xfrm>
              <a:off x="8434097" y="2407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6" name="pt49806"/>
            <p:cNvSpPr/>
            <p:nvPr/>
          </p:nvSpPr>
          <p:spPr>
            <a:xfrm>
              <a:off x="9515130" y="2555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7" name="pt49807"/>
            <p:cNvSpPr/>
            <p:nvPr/>
          </p:nvSpPr>
          <p:spPr>
            <a:xfrm>
              <a:off x="9440320" y="1859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8" name="pt49808"/>
            <p:cNvSpPr/>
            <p:nvPr/>
          </p:nvSpPr>
          <p:spPr>
            <a:xfrm>
              <a:off x="8961132" y="2124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9" name="pt49809"/>
            <p:cNvSpPr/>
            <p:nvPr/>
          </p:nvSpPr>
          <p:spPr>
            <a:xfrm>
              <a:off x="8612066" y="2157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0" name="pt49810"/>
            <p:cNvSpPr/>
            <p:nvPr/>
          </p:nvSpPr>
          <p:spPr>
            <a:xfrm>
              <a:off x="9176429" y="1886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1" name="pt49811"/>
            <p:cNvSpPr/>
            <p:nvPr/>
          </p:nvSpPr>
          <p:spPr>
            <a:xfrm>
              <a:off x="9250331" y="2151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2" name="pt49812"/>
            <p:cNvSpPr/>
            <p:nvPr/>
          </p:nvSpPr>
          <p:spPr>
            <a:xfrm>
              <a:off x="8763400" y="2299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3" name="pt49813"/>
            <p:cNvSpPr/>
            <p:nvPr/>
          </p:nvSpPr>
          <p:spPr>
            <a:xfrm>
              <a:off x="8977900" y="2349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4" name="pt49814"/>
            <p:cNvSpPr/>
            <p:nvPr/>
          </p:nvSpPr>
          <p:spPr>
            <a:xfrm>
              <a:off x="9834193" y="2327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5" name="pt49815"/>
            <p:cNvSpPr/>
            <p:nvPr/>
          </p:nvSpPr>
          <p:spPr>
            <a:xfrm>
              <a:off x="8688651" y="2278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6" name="pt49816"/>
            <p:cNvSpPr/>
            <p:nvPr/>
          </p:nvSpPr>
          <p:spPr>
            <a:xfrm>
              <a:off x="8947416" y="1991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7" name="pt49817"/>
            <p:cNvSpPr/>
            <p:nvPr/>
          </p:nvSpPr>
          <p:spPr>
            <a:xfrm>
              <a:off x="8312152" y="2653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8" name="pt49818"/>
            <p:cNvSpPr/>
            <p:nvPr/>
          </p:nvSpPr>
          <p:spPr>
            <a:xfrm>
              <a:off x="8434097" y="2309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9" name="pt49819"/>
            <p:cNvSpPr/>
            <p:nvPr/>
          </p:nvSpPr>
          <p:spPr>
            <a:xfrm>
              <a:off x="8749319" y="2258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0" name="pt49820"/>
            <p:cNvSpPr/>
            <p:nvPr/>
          </p:nvSpPr>
          <p:spPr>
            <a:xfrm>
              <a:off x="8921875" y="1878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1" name="pt49821"/>
            <p:cNvSpPr/>
            <p:nvPr/>
          </p:nvSpPr>
          <p:spPr>
            <a:xfrm>
              <a:off x="8961132" y="2007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2" name="pt49822"/>
            <p:cNvSpPr/>
            <p:nvPr/>
          </p:nvSpPr>
          <p:spPr>
            <a:xfrm>
              <a:off x="8556041" y="2433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3" name="pt49823"/>
            <p:cNvSpPr/>
            <p:nvPr/>
          </p:nvSpPr>
          <p:spPr>
            <a:xfrm>
              <a:off x="9211498" y="2083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4" name="pt49824"/>
            <p:cNvSpPr/>
            <p:nvPr/>
          </p:nvSpPr>
          <p:spPr>
            <a:xfrm>
              <a:off x="9285286" y="1605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5" name="pt49825"/>
            <p:cNvSpPr/>
            <p:nvPr/>
          </p:nvSpPr>
          <p:spPr>
            <a:xfrm>
              <a:off x="9444456" y="1869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6" name="pt49826"/>
            <p:cNvSpPr/>
            <p:nvPr/>
          </p:nvSpPr>
          <p:spPr>
            <a:xfrm>
              <a:off x="8977900" y="2326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7" name="pt49827"/>
            <p:cNvSpPr/>
            <p:nvPr/>
          </p:nvSpPr>
          <p:spPr>
            <a:xfrm>
              <a:off x="8874891" y="201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8" name="pt49828"/>
            <p:cNvSpPr/>
            <p:nvPr/>
          </p:nvSpPr>
          <p:spPr>
            <a:xfrm>
              <a:off x="8595298" y="2306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9" name="pt49829"/>
            <p:cNvSpPr/>
            <p:nvPr/>
          </p:nvSpPr>
          <p:spPr>
            <a:xfrm>
              <a:off x="9065758" y="205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0" name="pt49830"/>
            <p:cNvSpPr/>
            <p:nvPr/>
          </p:nvSpPr>
          <p:spPr>
            <a:xfrm>
              <a:off x="9051878" y="1800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1" name="pt49831"/>
            <p:cNvSpPr/>
            <p:nvPr/>
          </p:nvSpPr>
          <p:spPr>
            <a:xfrm>
              <a:off x="8641456" y="2009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2" name="pt49832"/>
            <p:cNvSpPr/>
            <p:nvPr/>
          </p:nvSpPr>
          <p:spPr>
            <a:xfrm>
              <a:off x="9095800" y="1885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3" name="pt49833"/>
            <p:cNvSpPr/>
            <p:nvPr/>
          </p:nvSpPr>
          <p:spPr>
            <a:xfrm>
              <a:off x="8965476" y="2068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4" name="pt49834"/>
            <p:cNvSpPr/>
            <p:nvPr/>
          </p:nvSpPr>
          <p:spPr>
            <a:xfrm>
              <a:off x="9206663" y="2011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5" name="pt49835"/>
            <p:cNvSpPr/>
            <p:nvPr/>
          </p:nvSpPr>
          <p:spPr>
            <a:xfrm>
              <a:off x="8383485" y="238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6" name="pt49836"/>
            <p:cNvSpPr/>
            <p:nvPr/>
          </p:nvSpPr>
          <p:spPr>
            <a:xfrm>
              <a:off x="8855955" y="2029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7" name="pt49837"/>
            <p:cNvSpPr/>
            <p:nvPr/>
          </p:nvSpPr>
          <p:spPr>
            <a:xfrm>
              <a:off x="8666631" y="2442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8" name="pt49838"/>
            <p:cNvSpPr/>
            <p:nvPr/>
          </p:nvSpPr>
          <p:spPr>
            <a:xfrm>
              <a:off x="9297726" y="1894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9" name="pt49839"/>
            <p:cNvSpPr/>
            <p:nvPr/>
          </p:nvSpPr>
          <p:spPr>
            <a:xfrm>
              <a:off x="9135874" y="2036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0" name="pt49840"/>
            <p:cNvSpPr/>
            <p:nvPr/>
          </p:nvSpPr>
          <p:spPr>
            <a:xfrm>
              <a:off x="8473354" y="2600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1" name="pt49841"/>
            <p:cNvSpPr/>
            <p:nvPr/>
          </p:nvSpPr>
          <p:spPr>
            <a:xfrm>
              <a:off x="8717243" y="2492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2" name="pt49842"/>
            <p:cNvSpPr/>
            <p:nvPr/>
          </p:nvSpPr>
          <p:spPr>
            <a:xfrm>
              <a:off x="9530995" y="2473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3" name="pt49843"/>
            <p:cNvSpPr/>
            <p:nvPr/>
          </p:nvSpPr>
          <p:spPr>
            <a:xfrm>
              <a:off x="9978328" y="2597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4" name="pt49844"/>
            <p:cNvSpPr/>
            <p:nvPr/>
          </p:nvSpPr>
          <p:spPr>
            <a:xfrm>
              <a:off x="8473354" y="2322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5" name="pt49845"/>
            <p:cNvSpPr/>
            <p:nvPr/>
          </p:nvSpPr>
          <p:spPr>
            <a:xfrm>
              <a:off x="8505430" y="2429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6" name="pt49846"/>
            <p:cNvSpPr/>
            <p:nvPr/>
          </p:nvSpPr>
          <p:spPr>
            <a:xfrm>
              <a:off x="9414733" y="2239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7" name="pt49847"/>
            <p:cNvSpPr/>
            <p:nvPr/>
          </p:nvSpPr>
          <p:spPr>
            <a:xfrm>
              <a:off x="9095800" y="1818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8" name="pt49848"/>
            <p:cNvSpPr/>
            <p:nvPr/>
          </p:nvSpPr>
          <p:spPr>
            <a:xfrm>
              <a:off x="9167133" y="2257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9" name="pt49849"/>
            <p:cNvSpPr/>
            <p:nvPr/>
          </p:nvSpPr>
          <p:spPr>
            <a:xfrm>
              <a:off x="8891985" y="2181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0" name="pt49850"/>
            <p:cNvSpPr/>
            <p:nvPr/>
          </p:nvSpPr>
          <p:spPr>
            <a:xfrm>
              <a:off x="9218255" y="1986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1" name="pt49851"/>
            <p:cNvSpPr/>
            <p:nvPr/>
          </p:nvSpPr>
          <p:spPr>
            <a:xfrm>
              <a:off x="9282477" y="2128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2" name="pt49852"/>
            <p:cNvSpPr/>
            <p:nvPr/>
          </p:nvSpPr>
          <p:spPr>
            <a:xfrm>
              <a:off x="8556041" y="2426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3" name="pt49853"/>
            <p:cNvSpPr/>
            <p:nvPr/>
          </p:nvSpPr>
          <p:spPr>
            <a:xfrm>
              <a:off x="8312152" y="2420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4" name="pt49854"/>
            <p:cNvSpPr/>
            <p:nvPr/>
          </p:nvSpPr>
          <p:spPr>
            <a:xfrm>
              <a:off x="8627374" y="2446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5" name="pt49855"/>
            <p:cNvSpPr/>
            <p:nvPr/>
          </p:nvSpPr>
          <p:spPr>
            <a:xfrm>
              <a:off x="8881929" y="2264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6" name="pt49856"/>
            <p:cNvSpPr/>
            <p:nvPr/>
          </p:nvSpPr>
          <p:spPr>
            <a:xfrm>
              <a:off x="9275251" y="1958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7" name="pt49857"/>
            <p:cNvSpPr/>
            <p:nvPr/>
          </p:nvSpPr>
          <p:spPr>
            <a:xfrm>
              <a:off x="9229609" y="180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8" name="pt49858"/>
            <p:cNvSpPr/>
            <p:nvPr/>
          </p:nvSpPr>
          <p:spPr>
            <a:xfrm>
              <a:off x="8312152" y="214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9" name="pt49859"/>
            <p:cNvSpPr/>
            <p:nvPr/>
          </p:nvSpPr>
          <p:spPr>
            <a:xfrm>
              <a:off x="9230563" y="178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0" name="pt49860"/>
            <p:cNvSpPr/>
            <p:nvPr/>
          </p:nvSpPr>
          <p:spPr>
            <a:xfrm>
              <a:off x="8434097" y="2392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1" name="pt49861"/>
            <p:cNvSpPr/>
            <p:nvPr/>
          </p:nvSpPr>
          <p:spPr>
            <a:xfrm>
              <a:off x="9344232" y="2084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2" name="pt49862"/>
            <p:cNvSpPr/>
            <p:nvPr/>
          </p:nvSpPr>
          <p:spPr>
            <a:xfrm>
              <a:off x="8473354" y="2272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3" name="pt49863"/>
            <p:cNvSpPr/>
            <p:nvPr/>
          </p:nvSpPr>
          <p:spPr>
            <a:xfrm>
              <a:off x="8888696" y="2248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4" name="pt49864"/>
            <p:cNvSpPr/>
            <p:nvPr/>
          </p:nvSpPr>
          <p:spPr>
            <a:xfrm>
              <a:off x="9607397" y="2179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5" name="pt49865"/>
            <p:cNvSpPr/>
            <p:nvPr/>
          </p:nvSpPr>
          <p:spPr>
            <a:xfrm>
              <a:off x="8913428" y="2139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6" name="pt49866"/>
            <p:cNvSpPr/>
            <p:nvPr/>
          </p:nvSpPr>
          <p:spPr>
            <a:xfrm>
              <a:off x="9515130" y="2472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7" name="pt49867"/>
            <p:cNvSpPr/>
            <p:nvPr/>
          </p:nvSpPr>
          <p:spPr>
            <a:xfrm>
              <a:off x="8612066" y="241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8" name="pt49868"/>
            <p:cNvSpPr/>
            <p:nvPr/>
          </p:nvSpPr>
          <p:spPr>
            <a:xfrm>
              <a:off x="9652594" y="2189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9" name="pt49869"/>
            <p:cNvSpPr/>
            <p:nvPr/>
          </p:nvSpPr>
          <p:spPr>
            <a:xfrm>
              <a:off x="8473354" y="2074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0" name="pt49870"/>
            <p:cNvSpPr/>
            <p:nvPr/>
          </p:nvSpPr>
          <p:spPr>
            <a:xfrm>
              <a:off x="8898383" y="2119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1" name="pt49871"/>
            <p:cNvSpPr/>
            <p:nvPr/>
          </p:nvSpPr>
          <p:spPr>
            <a:xfrm>
              <a:off x="9143835" y="2031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2" name="pt49872"/>
            <p:cNvSpPr/>
            <p:nvPr/>
          </p:nvSpPr>
          <p:spPr>
            <a:xfrm>
              <a:off x="8505430" y="2612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3" name="pt49873"/>
            <p:cNvSpPr/>
            <p:nvPr/>
          </p:nvSpPr>
          <p:spPr>
            <a:xfrm>
              <a:off x="8688651" y="2394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4" name="pt49874"/>
            <p:cNvSpPr/>
            <p:nvPr/>
          </p:nvSpPr>
          <p:spPr>
            <a:xfrm>
              <a:off x="9393280" y="2058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5" name="pt49875"/>
            <p:cNvSpPr/>
            <p:nvPr/>
          </p:nvSpPr>
          <p:spPr>
            <a:xfrm>
              <a:off x="9502520" y="2393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6" name="pt49876"/>
            <p:cNvSpPr/>
            <p:nvPr/>
          </p:nvSpPr>
          <p:spPr>
            <a:xfrm>
              <a:off x="8961132" y="2066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7" name="pt49877"/>
            <p:cNvSpPr/>
            <p:nvPr/>
          </p:nvSpPr>
          <p:spPr>
            <a:xfrm>
              <a:off x="9310856" y="2010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8" name="pt49878"/>
            <p:cNvSpPr/>
            <p:nvPr/>
          </p:nvSpPr>
          <p:spPr>
            <a:xfrm>
              <a:off x="8473354" y="2367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9" name="pt49879"/>
            <p:cNvSpPr/>
            <p:nvPr/>
          </p:nvSpPr>
          <p:spPr>
            <a:xfrm>
              <a:off x="9376059" y="2101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0" name="pt49880"/>
            <p:cNvSpPr/>
            <p:nvPr/>
          </p:nvSpPr>
          <p:spPr>
            <a:xfrm>
              <a:off x="9301896" y="1808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1" name="pt49881"/>
            <p:cNvSpPr/>
            <p:nvPr/>
          </p:nvSpPr>
          <p:spPr>
            <a:xfrm>
              <a:off x="9603616" y="2327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2" name="pt49882"/>
            <p:cNvSpPr/>
            <p:nvPr/>
          </p:nvSpPr>
          <p:spPr>
            <a:xfrm>
              <a:off x="8383485" y="2164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3" name="pt49883"/>
            <p:cNvSpPr/>
            <p:nvPr/>
          </p:nvSpPr>
          <p:spPr>
            <a:xfrm>
              <a:off x="8717243" y="2344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4" name="pt49884"/>
            <p:cNvSpPr/>
            <p:nvPr/>
          </p:nvSpPr>
          <p:spPr>
            <a:xfrm>
              <a:off x="9573785" y="2202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5" name="pt49885"/>
            <p:cNvSpPr/>
            <p:nvPr/>
          </p:nvSpPr>
          <p:spPr>
            <a:xfrm>
              <a:off x="9785747" y="2479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6" name="pt49886"/>
            <p:cNvSpPr/>
            <p:nvPr/>
          </p:nvSpPr>
          <p:spPr>
            <a:xfrm>
              <a:off x="9230563" y="1829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7" name="pt49887"/>
            <p:cNvSpPr/>
            <p:nvPr/>
          </p:nvSpPr>
          <p:spPr>
            <a:xfrm>
              <a:off x="9188912" y="1956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8" name="pt49888"/>
            <p:cNvSpPr/>
            <p:nvPr/>
          </p:nvSpPr>
          <p:spPr>
            <a:xfrm>
              <a:off x="8996835" y="1913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9" name="pt49889"/>
            <p:cNvSpPr/>
            <p:nvPr/>
          </p:nvSpPr>
          <p:spPr>
            <a:xfrm>
              <a:off x="8677986" y="2307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0" name="pt49890"/>
            <p:cNvSpPr/>
            <p:nvPr/>
          </p:nvSpPr>
          <p:spPr>
            <a:xfrm>
              <a:off x="9018749" y="1942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1" name="pt49891"/>
            <p:cNvSpPr/>
            <p:nvPr/>
          </p:nvSpPr>
          <p:spPr>
            <a:xfrm>
              <a:off x="9049233" y="1871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2" name="pt49892"/>
            <p:cNvSpPr/>
            <p:nvPr/>
          </p:nvSpPr>
          <p:spPr>
            <a:xfrm>
              <a:off x="9195417" y="2078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3" name="pt49893"/>
            <p:cNvSpPr/>
            <p:nvPr/>
          </p:nvSpPr>
          <p:spPr>
            <a:xfrm>
              <a:off x="8825472" y="2241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4" name="pt49894"/>
            <p:cNvSpPr/>
            <p:nvPr/>
          </p:nvSpPr>
          <p:spPr>
            <a:xfrm>
              <a:off x="8891985" y="2123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5" name="pt49895"/>
            <p:cNvSpPr/>
            <p:nvPr/>
          </p:nvSpPr>
          <p:spPr>
            <a:xfrm>
              <a:off x="9028011" y="1635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6" name="pt49896"/>
            <p:cNvSpPr/>
            <p:nvPr/>
          </p:nvSpPr>
          <p:spPr>
            <a:xfrm>
              <a:off x="8996835" y="1974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7" name="pt49897"/>
            <p:cNvSpPr/>
            <p:nvPr/>
          </p:nvSpPr>
          <p:spPr>
            <a:xfrm>
              <a:off x="9205570" y="2203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8" name="pt49898"/>
            <p:cNvSpPr/>
            <p:nvPr/>
          </p:nvSpPr>
          <p:spPr>
            <a:xfrm>
              <a:off x="8434097" y="2380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9" name="pt49899"/>
            <p:cNvSpPr/>
            <p:nvPr/>
          </p:nvSpPr>
          <p:spPr>
            <a:xfrm>
              <a:off x="9207749" y="2149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0" name="pt49900"/>
            <p:cNvSpPr/>
            <p:nvPr/>
          </p:nvSpPr>
          <p:spPr>
            <a:xfrm>
              <a:off x="8312152" y="2421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1" name="pt49901"/>
            <p:cNvSpPr/>
            <p:nvPr/>
          </p:nvSpPr>
          <p:spPr>
            <a:xfrm>
              <a:off x="8383485" y="2152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2" name="pt49902"/>
            <p:cNvSpPr/>
            <p:nvPr/>
          </p:nvSpPr>
          <p:spPr>
            <a:xfrm>
              <a:off x="8473354" y="2348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3" name="pt49903"/>
            <p:cNvSpPr/>
            <p:nvPr/>
          </p:nvSpPr>
          <p:spPr>
            <a:xfrm>
              <a:off x="9408619" y="2084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4" name="pt49904"/>
            <p:cNvSpPr/>
            <p:nvPr/>
          </p:nvSpPr>
          <p:spPr>
            <a:xfrm>
              <a:off x="8901496" y="1895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5" name="pt49905"/>
            <p:cNvSpPr/>
            <p:nvPr/>
          </p:nvSpPr>
          <p:spPr>
            <a:xfrm>
              <a:off x="8556041" y="2469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6" name="pt49906"/>
            <p:cNvSpPr/>
            <p:nvPr/>
          </p:nvSpPr>
          <p:spPr>
            <a:xfrm>
              <a:off x="8741831" y="2267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7" name="pt49907"/>
            <p:cNvSpPr/>
            <p:nvPr/>
          </p:nvSpPr>
          <p:spPr>
            <a:xfrm>
              <a:off x="8595298" y="2336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8" name="pt49908"/>
            <p:cNvSpPr/>
            <p:nvPr/>
          </p:nvSpPr>
          <p:spPr>
            <a:xfrm>
              <a:off x="8874891" y="2031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9" name="pt49909"/>
            <p:cNvSpPr/>
            <p:nvPr/>
          </p:nvSpPr>
          <p:spPr>
            <a:xfrm>
              <a:off x="8698707" y="2471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0" name="pt49910"/>
            <p:cNvSpPr/>
            <p:nvPr/>
          </p:nvSpPr>
          <p:spPr>
            <a:xfrm>
              <a:off x="8666631" y="2347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1" name="pt49911"/>
            <p:cNvSpPr/>
            <p:nvPr/>
          </p:nvSpPr>
          <p:spPr>
            <a:xfrm>
              <a:off x="9095800" y="2011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2" name="pt49912"/>
            <p:cNvSpPr/>
            <p:nvPr/>
          </p:nvSpPr>
          <p:spPr>
            <a:xfrm>
              <a:off x="8556041" y="2368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3" name="pt49913"/>
            <p:cNvSpPr/>
            <p:nvPr/>
          </p:nvSpPr>
          <p:spPr>
            <a:xfrm>
              <a:off x="9095800" y="1916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4" name="pt49914"/>
            <p:cNvSpPr/>
            <p:nvPr/>
          </p:nvSpPr>
          <p:spPr>
            <a:xfrm>
              <a:off x="8383485" y="2211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5" name="pt49915"/>
            <p:cNvSpPr/>
            <p:nvPr/>
          </p:nvSpPr>
          <p:spPr>
            <a:xfrm>
              <a:off x="8810596" y="2054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6" name="pt49916"/>
            <p:cNvSpPr/>
            <p:nvPr/>
          </p:nvSpPr>
          <p:spPr>
            <a:xfrm>
              <a:off x="9297726" y="197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7" name="pt49917"/>
            <p:cNvSpPr/>
            <p:nvPr/>
          </p:nvSpPr>
          <p:spPr>
            <a:xfrm>
              <a:off x="9275251" y="2073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8" name="pt49918"/>
            <p:cNvSpPr/>
            <p:nvPr/>
          </p:nvSpPr>
          <p:spPr>
            <a:xfrm>
              <a:off x="9066967" y="2192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9" name="pt49919"/>
            <p:cNvSpPr/>
            <p:nvPr/>
          </p:nvSpPr>
          <p:spPr>
            <a:xfrm>
              <a:off x="9047895" y="1806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0" name="pt49920"/>
            <p:cNvSpPr/>
            <p:nvPr/>
          </p:nvSpPr>
          <p:spPr>
            <a:xfrm>
              <a:off x="8595298" y="209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1" name="pt49921"/>
            <p:cNvSpPr/>
            <p:nvPr/>
          </p:nvSpPr>
          <p:spPr>
            <a:xfrm>
              <a:off x="8654494" y="2558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2" name="pt49922"/>
            <p:cNvSpPr/>
            <p:nvPr/>
          </p:nvSpPr>
          <p:spPr>
            <a:xfrm>
              <a:off x="8556041" y="2368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3" name="pt49923"/>
            <p:cNvSpPr/>
            <p:nvPr/>
          </p:nvSpPr>
          <p:spPr>
            <a:xfrm>
              <a:off x="8698707" y="2423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4" name="pt49924"/>
            <p:cNvSpPr/>
            <p:nvPr/>
          </p:nvSpPr>
          <p:spPr>
            <a:xfrm>
              <a:off x="9376059" y="2134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5" name="pt49925"/>
            <p:cNvSpPr/>
            <p:nvPr/>
          </p:nvSpPr>
          <p:spPr>
            <a:xfrm>
              <a:off x="9072891" y="2190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6" name="pt49926"/>
            <p:cNvSpPr/>
            <p:nvPr/>
          </p:nvSpPr>
          <p:spPr>
            <a:xfrm>
              <a:off x="8434097" y="2406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7" name="pt49927"/>
            <p:cNvSpPr/>
            <p:nvPr/>
          </p:nvSpPr>
          <p:spPr>
            <a:xfrm>
              <a:off x="9083077" y="1708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8" name="pt49928"/>
            <p:cNvSpPr/>
            <p:nvPr/>
          </p:nvSpPr>
          <p:spPr>
            <a:xfrm>
              <a:off x="9509182" y="2413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9" name="pt49929"/>
            <p:cNvSpPr/>
            <p:nvPr/>
          </p:nvSpPr>
          <p:spPr>
            <a:xfrm>
              <a:off x="9024978" y="1973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0" name="pt49930"/>
            <p:cNvSpPr/>
            <p:nvPr/>
          </p:nvSpPr>
          <p:spPr>
            <a:xfrm>
              <a:off x="8839187" y="2091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1" name="pt49931"/>
            <p:cNvSpPr/>
            <p:nvPr/>
          </p:nvSpPr>
          <p:spPr>
            <a:xfrm>
              <a:off x="8627374" y="2237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2" name="pt49932"/>
            <p:cNvSpPr/>
            <p:nvPr/>
          </p:nvSpPr>
          <p:spPr>
            <a:xfrm>
              <a:off x="8312152" y="2353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3" name="pt49933"/>
            <p:cNvSpPr/>
            <p:nvPr/>
          </p:nvSpPr>
          <p:spPr>
            <a:xfrm>
              <a:off x="9881517" y="2737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4" name="pt49934"/>
            <p:cNvSpPr/>
            <p:nvPr/>
          </p:nvSpPr>
          <p:spPr>
            <a:xfrm>
              <a:off x="9190113" y="1934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5" name="pt49935"/>
            <p:cNvSpPr/>
            <p:nvPr/>
          </p:nvSpPr>
          <p:spPr>
            <a:xfrm>
              <a:off x="9055774" y="1748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6" name="pt49936"/>
            <p:cNvSpPr/>
            <p:nvPr/>
          </p:nvSpPr>
          <p:spPr>
            <a:xfrm>
              <a:off x="8921875" y="2074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7" name="pt49937"/>
            <p:cNvSpPr/>
            <p:nvPr/>
          </p:nvSpPr>
          <p:spPr>
            <a:xfrm>
              <a:off x="9167813" y="2047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8" name="pt49938"/>
            <p:cNvSpPr/>
            <p:nvPr/>
          </p:nvSpPr>
          <p:spPr>
            <a:xfrm>
              <a:off x="9279262" y="2164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9" name="pt49939"/>
            <p:cNvSpPr/>
            <p:nvPr/>
          </p:nvSpPr>
          <p:spPr>
            <a:xfrm>
              <a:off x="8993208" y="2125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0" name="pt49940"/>
            <p:cNvSpPr/>
            <p:nvPr/>
          </p:nvSpPr>
          <p:spPr>
            <a:xfrm>
              <a:off x="9378331" y="2116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1" name="pt49941"/>
            <p:cNvSpPr/>
            <p:nvPr/>
          </p:nvSpPr>
          <p:spPr>
            <a:xfrm>
              <a:off x="8612066" y="230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2" name="pt49942"/>
            <p:cNvSpPr/>
            <p:nvPr/>
          </p:nvSpPr>
          <p:spPr>
            <a:xfrm>
              <a:off x="8830164" y="2309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3" name="pt49943"/>
            <p:cNvSpPr/>
            <p:nvPr/>
          </p:nvSpPr>
          <p:spPr>
            <a:xfrm>
              <a:off x="9018749" y="1995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4" name="pt49944"/>
            <p:cNvSpPr/>
            <p:nvPr/>
          </p:nvSpPr>
          <p:spPr>
            <a:xfrm>
              <a:off x="8901496" y="193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5" name="pt49945"/>
            <p:cNvSpPr/>
            <p:nvPr/>
          </p:nvSpPr>
          <p:spPr>
            <a:xfrm>
              <a:off x="9351314" y="2253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6" name="pt49946"/>
            <p:cNvSpPr/>
            <p:nvPr/>
          </p:nvSpPr>
          <p:spPr>
            <a:xfrm>
              <a:off x="8434097" y="232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7" name="pt49947"/>
            <p:cNvSpPr/>
            <p:nvPr/>
          </p:nvSpPr>
          <p:spPr>
            <a:xfrm>
              <a:off x="9106706" y="2021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8" name="pt49948"/>
            <p:cNvSpPr/>
            <p:nvPr/>
          </p:nvSpPr>
          <p:spPr>
            <a:xfrm>
              <a:off x="8965476" y="2075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9" name="pt49949"/>
            <p:cNvSpPr/>
            <p:nvPr/>
          </p:nvSpPr>
          <p:spPr>
            <a:xfrm>
              <a:off x="8770040" y="2087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0" name="pt49950"/>
            <p:cNvSpPr/>
            <p:nvPr/>
          </p:nvSpPr>
          <p:spPr>
            <a:xfrm>
              <a:off x="8855955" y="2156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1" name="pt49951"/>
            <p:cNvSpPr/>
            <p:nvPr/>
          </p:nvSpPr>
          <p:spPr>
            <a:xfrm>
              <a:off x="9045188" y="1958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2" name="pt49952"/>
            <p:cNvSpPr/>
            <p:nvPr/>
          </p:nvSpPr>
          <p:spPr>
            <a:xfrm>
              <a:off x="8734011" y="2267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3" name="pt49953"/>
            <p:cNvSpPr/>
            <p:nvPr/>
          </p:nvSpPr>
          <p:spPr>
            <a:xfrm>
              <a:off x="9452582" y="1802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4" name="pt49954"/>
            <p:cNvSpPr/>
            <p:nvPr/>
          </p:nvSpPr>
          <p:spPr>
            <a:xfrm>
              <a:off x="8871263" y="2102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5" name="pt49955"/>
            <p:cNvSpPr/>
            <p:nvPr/>
          </p:nvSpPr>
          <p:spPr>
            <a:xfrm>
              <a:off x="8874891" y="1914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6" name="pt49956"/>
            <p:cNvSpPr/>
            <p:nvPr/>
          </p:nvSpPr>
          <p:spPr>
            <a:xfrm>
              <a:off x="9117880" y="2155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7" name="pt49957"/>
            <p:cNvSpPr/>
            <p:nvPr/>
          </p:nvSpPr>
          <p:spPr>
            <a:xfrm>
              <a:off x="8763400" y="2140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8" name="pt49958"/>
            <p:cNvSpPr/>
            <p:nvPr/>
          </p:nvSpPr>
          <p:spPr>
            <a:xfrm>
              <a:off x="9010641" y="2080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9" name="pt49959"/>
            <p:cNvSpPr/>
            <p:nvPr/>
          </p:nvSpPr>
          <p:spPr>
            <a:xfrm>
              <a:off x="9003873" y="1938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0" name="pt49960"/>
            <p:cNvSpPr/>
            <p:nvPr/>
          </p:nvSpPr>
          <p:spPr>
            <a:xfrm>
              <a:off x="8825472" y="2119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1" name="pt49961"/>
            <p:cNvSpPr/>
            <p:nvPr/>
          </p:nvSpPr>
          <p:spPr>
            <a:xfrm>
              <a:off x="9087421" y="1918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2" name="pt49962"/>
            <p:cNvSpPr/>
            <p:nvPr/>
          </p:nvSpPr>
          <p:spPr>
            <a:xfrm>
              <a:off x="9069361" y="2188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3" name="pt49963"/>
            <p:cNvSpPr/>
            <p:nvPr/>
          </p:nvSpPr>
          <p:spPr>
            <a:xfrm>
              <a:off x="8947416" y="1992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4" name="pt49964"/>
            <p:cNvSpPr/>
            <p:nvPr/>
          </p:nvSpPr>
          <p:spPr>
            <a:xfrm>
              <a:off x="9214649" y="204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5" name="pt49965"/>
            <p:cNvSpPr/>
            <p:nvPr/>
          </p:nvSpPr>
          <p:spPr>
            <a:xfrm>
              <a:off x="8961132" y="213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6" name="pt49966"/>
            <p:cNvSpPr/>
            <p:nvPr/>
          </p:nvSpPr>
          <p:spPr>
            <a:xfrm>
              <a:off x="9349631" y="2124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7" name="pt49967"/>
            <p:cNvSpPr/>
            <p:nvPr/>
          </p:nvSpPr>
          <p:spPr>
            <a:xfrm>
              <a:off x="9160178" y="2135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8" name="pt49968"/>
            <p:cNvSpPr/>
            <p:nvPr/>
          </p:nvSpPr>
          <p:spPr>
            <a:xfrm>
              <a:off x="8776438" y="2026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9" name="pt49969"/>
            <p:cNvSpPr/>
            <p:nvPr/>
          </p:nvSpPr>
          <p:spPr>
            <a:xfrm>
              <a:off x="8749319" y="2268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0" name="pt49970"/>
            <p:cNvSpPr/>
            <p:nvPr/>
          </p:nvSpPr>
          <p:spPr>
            <a:xfrm>
              <a:off x="8383485" y="2425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1" name="pt49971"/>
            <p:cNvSpPr/>
            <p:nvPr/>
          </p:nvSpPr>
          <p:spPr>
            <a:xfrm>
              <a:off x="8627374" y="2413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2" name="pt49972"/>
            <p:cNvSpPr/>
            <p:nvPr/>
          </p:nvSpPr>
          <p:spPr>
            <a:xfrm>
              <a:off x="8556041" y="2429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3" name="pt49973"/>
            <p:cNvSpPr/>
            <p:nvPr/>
          </p:nvSpPr>
          <p:spPr>
            <a:xfrm>
              <a:off x="8717243" y="2251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4" name="pt49974"/>
            <p:cNvSpPr/>
            <p:nvPr/>
          </p:nvSpPr>
          <p:spPr>
            <a:xfrm>
              <a:off x="9092704" y="2023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5" name="pt49975"/>
            <p:cNvSpPr/>
            <p:nvPr/>
          </p:nvSpPr>
          <p:spPr>
            <a:xfrm>
              <a:off x="8975889" y="2199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6" name="pt49976"/>
            <p:cNvSpPr/>
            <p:nvPr/>
          </p:nvSpPr>
          <p:spPr>
            <a:xfrm>
              <a:off x="9603616" y="2304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7" name="pt49977"/>
            <p:cNvSpPr/>
            <p:nvPr/>
          </p:nvSpPr>
          <p:spPr>
            <a:xfrm>
              <a:off x="8708219" y="2289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8" name="pt49978"/>
            <p:cNvSpPr/>
            <p:nvPr/>
          </p:nvSpPr>
          <p:spPr>
            <a:xfrm>
              <a:off x="8839187" y="2095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9" name="pt49979"/>
            <p:cNvSpPr/>
            <p:nvPr/>
          </p:nvSpPr>
          <p:spPr>
            <a:xfrm>
              <a:off x="8961132" y="2050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0" name="pt49980"/>
            <p:cNvSpPr/>
            <p:nvPr/>
          </p:nvSpPr>
          <p:spPr>
            <a:xfrm>
              <a:off x="9254944" y="2137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1" name="pt49981"/>
            <p:cNvSpPr/>
            <p:nvPr/>
          </p:nvSpPr>
          <p:spPr>
            <a:xfrm>
              <a:off x="8595298" y="2298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2" name="pt49982"/>
            <p:cNvSpPr/>
            <p:nvPr/>
          </p:nvSpPr>
          <p:spPr>
            <a:xfrm>
              <a:off x="8312152" y="2324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3" name="pt49983"/>
            <p:cNvSpPr/>
            <p:nvPr/>
          </p:nvSpPr>
          <p:spPr>
            <a:xfrm>
              <a:off x="8749319" y="2158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4" name="pt49984"/>
            <p:cNvSpPr/>
            <p:nvPr/>
          </p:nvSpPr>
          <p:spPr>
            <a:xfrm>
              <a:off x="8961132" y="2127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5" name="pt49985"/>
            <p:cNvSpPr/>
            <p:nvPr/>
          </p:nvSpPr>
          <p:spPr>
            <a:xfrm>
              <a:off x="8763400" y="217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6" name="pt49986"/>
            <p:cNvSpPr/>
            <p:nvPr/>
          </p:nvSpPr>
          <p:spPr>
            <a:xfrm>
              <a:off x="9354634" y="2187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7" name="pt49987"/>
            <p:cNvSpPr/>
            <p:nvPr/>
          </p:nvSpPr>
          <p:spPr>
            <a:xfrm>
              <a:off x="8770040" y="2008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8" name="pt49988"/>
            <p:cNvSpPr/>
            <p:nvPr/>
          </p:nvSpPr>
          <p:spPr>
            <a:xfrm>
              <a:off x="8995031" y="2099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9" name="pt49989"/>
            <p:cNvSpPr/>
            <p:nvPr/>
          </p:nvSpPr>
          <p:spPr>
            <a:xfrm>
              <a:off x="9378331" y="2083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0" name="pt49990"/>
            <p:cNvSpPr/>
            <p:nvPr/>
          </p:nvSpPr>
          <p:spPr>
            <a:xfrm>
              <a:off x="8788576" y="232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1" name="pt49991"/>
            <p:cNvSpPr/>
            <p:nvPr/>
          </p:nvSpPr>
          <p:spPr>
            <a:xfrm>
              <a:off x="9209365" y="2244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2" name="pt49992"/>
            <p:cNvSpPr/>
            <p:nvPr/>
          </p:nvSpPr>
          <p:spPr>
            <a:xfrm>
              <a:off x="8312152" y="2424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3" name="pt49993"/>
            <p:cNvSpPr/>
            <p:nvPr/>
          </p:nvSpPr>
          <p:spPr>
            <a:xfrm>
              <a:off x="8556041" y="2445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4" name="pt49994"/>
            <p:cNvSpPr/>
            <p:nvPr/>
          </p:nvSpPr>
          <p:spPr>
            <a:xfrm>
              <a:off x="9091660" y="1843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5" name="pt49995"/>
            <p:cNvSpPr/>
            <p:nvPr/>
          </p:nvSpPr>
          <p:spPr>
            <a:xfrm>
              <a:off x="9229609" y="1914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6" name="pt49996"/>
            <p:cNvSpPr/>
            <p:nvPr/>
          </p:nvSpPr>
          <p:spPr>
            <a:xfrm>
              <a:off x="9202808" y="1969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7" name="pt49997"/>
            <p:cNvSpPr/>
            <p:nvPr/>
          </p:nvSpPr>
          <p:spPr>
            <a:xfrm>
              <a:off x="9068168" y="2324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8" name="pt49998"/>
            <p:cNvSpPr/>
            <p:nvPr/>
          </p:nvSpPr>
          <p:spPr>
            <a:xfrm>
              <a:off x="8975889" y="2194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9" name="pt49999"/>
            <p:cNvSpPr/>
            <p:nvPr/>
          </p:nvSpPr>
          <p:spPr>
            <a:xfrm>
              <a:off x="8878445" y="1747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0" name="pt50000"/>
            <p:cNvSpPr/>
            <p:nvPr/>
          </p:nvSpPr>
          <p:spPr>
            <a:xfrm>
              <a:off x="9097834" y="1960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1" name="pt50001"/>
            <p:cNvSpPr/>
            <p:nvPr/>
          </p:nvSpPr>
          <p:spPr>
            <a:xfrm>
              <a:off x="8987622" y="2239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2" name="pt50002"/>
            <p:cNvSpPr/>
            <p:nvPr/>
          </p:nvSpPr>
          <p:spPr>
            <a:xfrm>
              <a:off x="9509182" y="2382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3" name="pt50003"/>
            <p:cNvSpPr/>
            <p:nvPr/>
          </p:nvSpPr>
          <p:spPr>
            <a:xfrm>
              <a:off x="8654494" y="2458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4" name="pt50004"/>
            <p:cNvSpPr/>
            <p:nvPr/>
          </p:nvSpPr>
          <p:spPr>
            <a:xfrm>
              <a:off x="8383485" y="2253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5" name="pt50005"/>
            <p:cNvSpPr/>
            <p:nvPr/>
          </p:nvSpPr>
          <p:spPr>
            <a:xfrm>
              <a:off x="8312152" y="263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6" name="pt50006"/>
            <p:cNvSpPr/>
            <p:nvPr/>
          </p:nvSpPr>
          <p:spPr>
            <a:xfrm>
              <a:off x="8612066" y="2273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7" name="pt50007"/>
            <p:cNvSpPr/>
            <p:nvPr/>
          </p:nvSpPr>
          <p:spPr>
            <a:xfrm>
              <a:off x="9092704" y="1874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8" name="pt50008"/>
            <p:cNvSpPr/>
            <p:nvPr/>
          </p:nvSpPr>
          <p:spPr>
            <a:xfrm>
              <a:off x="8961132" y="2141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9" name="pt50009"/>
            <p:cNvSpPr/>
            <p:nvPr/>
          </p:nvSpPr>
          <p:spPr>
            <a:xfrm>
              <a:off x="9106706" y="1886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0" name="pt50010"/>
            <p:cNvSpPr/>
            <p:nvPr/>
          </p:nvSpPr>
          <p:spPr>
            <a:xfrm>
              <a:off x="8987622" y="2269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1" name="pt50011"/>
            <p:cNvSpPr/>
            <p:nvPr/>
          </p:nvSpPr>
          <p:spPr>
            <a:xfrm>
              <a:off x="8627374" y="2325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2" name="pt50012"/>
            <p:cNvSpPr/>
            <p:nvPr/>
          </p:nvSpPr>
          <p:spPr>
            <a:xfrm>
              <a:off x="8921875" y="2122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3" name="pt50013"/>
            <p:cNvSpPr/>
            <p:nvPr/>
          </p:nvSpPr>
          <p:spPr>
            <a:xfrm>
              <a:off x="8556041" y="242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4" name="pt50014"/>
            <p:cNvSpPr/>
            <p:nvPr/>
          </p:nvSpPr>
          <p:spPr>
            <a:xfrm>
              <a:off x="9427293" y="1938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5" name="pt50015"/>
            <p:cNvSpPr/>
            <p:nvPr/>
          </p:nvSpPr>
          <p:spPr>
            <a:xfrm>
              <a:off x="8666631" y="2379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6" name="pt50016"/>
            <p:cNvSpPr/>
            <p:nvPr/>
          </p:nvSpPr>
          <p:spPr>
            <a:xfrm>
              <a:off x="9577860" y="265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7" name="pt50017"/>
            <p:cNvSpPr/>
            <p:nvPr/>
          </p:nvSpPr>
          <p:spPr>
            <a:xfrm>
              <a:off x="9254944" y="2080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8" name="pt50018"/>
            <p:cNvSpPr/>
            <p:nvPr/>
          </p:nvSpPr>
          <p:spPr>
            <a:xfrm>
              <a:off x="8776438" y="204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9" name="pt50019"/>
            <p:cNvSpPr/>
            <p:nvPr/>
          </p:nvSpPr>
          <p:spPr>
            <a:xfrm>
              <a:off x="8859909" y="1898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0" name="pt50020"/>
            <p:cNvSpPr/>
            <p:nvPr/>
          </p:nvSpPr>
          <p:spPr>
            <a:xfrm>
              <a:off x="9124084" y="2105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1" name="pt50021"/>
            <p:cNvSpPr/>
            <p:nvPr/>
          </p:nvSpPr>
          <p:spPr>
            <a:xfrm>
              <a:off x="8688651" y="2451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2" name="pt50022"/>
            <p:cNvSpPr/>
            <p:nvPr/>
          </p:nvSpPr>
          <p:spPr>
            <a:xfrm>
              <a:off x="9092704" y="2051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3" name="pt50023"/>
            <p:cNvSpPr/>
            <p:nvPr/>
          </p:nvSpPr>
          <p:spPr>
            <a:xfrm>
              <a:off x="9452582" y="1918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4" name="pt50024"/>
            <p:cNvSpPr/>
            <p:nvPr/>
          </p:nvSpPr>
          <p:spPr>
            <a:xfrm>
              <a:off x="8921875" y="2135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5" name="pt50025"/>
            <p:cNvSpPr/>
            <p:nvPr/>
          </p:nvSpPr>
          <p:spPr>
            <a:xfrm>
              <a:off x="8505430" y="2311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6" name="pt50026"/>
            <p:cNvSpPr/>
            <p:nvPr/>
          </p:nvSpPr>
          <p:spPr>
            <a:xfrm>
              <a:off x="8505430" y="2343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7" name="pt50027"/>
            <p:cNvSpPr/>
            <p:nvPr/>
          </p:nvSpPr>
          <p:spPr>
            <a:xfrm>
              <a:off x="9146922" y="1982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8" name="pt50028"/>
            <p:cNvSpPr/>
            <p:nvPr/>
          </p:nvSpPr>
          <p:spPr>
            <a:xfrm>
              <a:off x="8975889" y="215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9" name="pt50029"/>
            <p:cNvSpPr/>
            <p:nvPr/>
          </p:nvSpPr>
          <p:spPr>
            <a:xfrm>
              <a:off x="8763400" y="2239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0" name="pt50030"/>
            <p:cNvSpPr/>
            <p:nvPr/>
          </p:nvSpPr>
          <p:spPr>
            <a:xfrm>
              <a:off x="9038234" y="1823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1" name="pt50031"/>
            <p:cNvSpPr/>
            <p:nvPr/>
          </p:nvSpPr>
          <p:spPr>
            <a:xfrm>
              <a:off x="8641456" y="2062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2" name="pt50032"/>
            <p:cNvSpPr/>
            <p:nvPr/>
          </p:nvSpPr>
          <p:spPr>
            <a:xfrm>
              <a:off x="9350114" y="2103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3" name="pt50033"/>
            <p:cNvSpPr/>
            <p:nvPr/>
          </p:nvSpPr>
          <p:spPr>
            <a:xfrm>
              <a:off x="8312152" y="2450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4" name="pt50034"/>
            <p:cNvSpPr/>
            <p:nvPr/>
          </p:nvSpPr>
          <p:spPr>
            <a:xfrm>
              <a:off x="8698707" y="2317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5" name="pt50035"/>
            <p:cNvSpPr/>
            <p:nvPr/>
          </p:nvSpPr>
          <p:spPr>
            <a:xfrm>
              <a:off x="9538421" y="1909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6" name="pt50036"/>
            <p:cNvSpPr/>
            <p:nvPr/>
          </p:nvSpPr>
          <p:spPr>
            <a:xfrm>
              <a:off x="8627374" y="2355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7" name="pt50037"/>
            <p:cNvSpPr/>
            <p:nvPr/>
          </p:nvSpPr>
          <p:spPr>
            <a:xfrm>
              <a:off x="8708219" y="2148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8" name="pt50038"/>
            <p:cNvSpPr/>
            <p:nvPr/>
          </p:nvSpPr>
          <p:spPr>
            <a:xfrm>
              <a:off x="8947416" y="1978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9" name="pt50039"/>
            <p:cNvSpPr/>
            <p:nvPr/>
          </p:nvSpPr>
          <p:spPr>
            <a:xfrm>
              <a:off x="8741831" y="2217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0" name="pt50040"/>
            <p:cNvSpPr/>
            <p:nvPr/>
          </p:nvSpPr>
          <p:spPr>
            <a:xfrm>
              <a:off x="9135057" y="2004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1" name="pt50041"/>
            <p:cNvSpPr/>
            <p:nvPr/>
          </p:nvSpPr>
          <p:spPr>
            <a:xfrm>
              <a:off x="8473354" y="2308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2" name="pt50042"/>
            <p:cNvSpPr/>
            <p:nvPr/>
          </p:nvSpPr>
          <p:spPr>
            <a:xfrm>
              <a:off x="9143835" y="1905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3" name="pt50043"/>
            <p:cNvSpPr/>
            <p:nvPr/>
          </p:nvSpPr>
          <p:spPr>
            <a:xfrm>
              <a:off x="9564416" y="2157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4" name="pt50044"/>
            <p:cNvSpPr/>
            <p:nvPr/>
          </p:nvSpPr>
          <p:spPr>
            <a:xfrm>
              <a:off x="9564416" y="2303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5" name="pt50045"/>
            <p:cNvSpPr/>
            <p:nvPr/>
          </p:nvSpPr>
          <p:spPr>
            <a:xfrm>
              <a:off x="8878445" y="2009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6" name="pt50046"/>
            <p:cNvSpPr/>
            <p:nvPr/>
          </p:nvSpPr>
          <p:spPr>
            <a:xfrm>
              <a:off x="9480986" y="2128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7" name="pt50047"/>
            <p:cNvSpPr/>
            <p:nvPr/>
          </p:nvSpPr>
          <p:spPr>
            <a:xfrm>
              <a:off x="9086345" y="1721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8" name="pt50048"/>
            <p:cNvSpPr/>
            <p:nvPr/>
          </p:nvSpPr>
          <p:spPr>
            <a:xfrm>
              <a:off x="8505430" y="246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9" name="pt50049"/>
            <p:cNvSpPr/>
            <p:nvPr/>
          </p:nvSpPr>
          <p:spPr>
            <a:xfrm>
              <a:off x="9697445" y="1782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0" name="pt50050"/>
            <p:cNvSpPr/>
            <p:nvPr/>
          </p:nvSpPr>
          <p:spPr>
            <a:xfrm>
              <a:off x="8627374" y="2283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1" name="pt50051"/>
            <p:cNvSpPr/>
            <p:nvPr/>
          </p:nvSpPr>
          <p:spPr>
            <a:xfrm>
              <a:off x="9292119" y="1817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2" name="pt50052"/>
            <p:cNvSpPr/>
            <p:nvPr/>
          </p:nvSpPr>
          <p:spPr>
            <a:xfrm>
              <a:off x="9530995" y="2526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3" name="pt50053"/>
            <p:cNvSpPr/>
            <p:nvPr/>
          </p:nvSpPr>
          <p:spPr>
            <a:xfrm>
              <a:off x="8556041" y="2229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4" name="pt50054"/>
            <p:cNvSpPr/>
            <p:nvPr/>
          </p:nvSpPr>
          <p:spPr>
            <a:xfrm>
              <a:off x="8734011" y="2141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5" name="pt50055"/>
            <p:cNvSpPr/>
            <p:nvPr/>
          </p:nvSpPr>
          <p:spPr>
            <a:xfrm>
              <a:off x="9325863" y="2119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6" name="pt50056"/>
            <p:cNvSpPr/>
            <p:nvPr/>
          </p:nvSpPr>
          <p:spPr>
            <a:xfrm>
              <a:off x="8641456" y="2101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7" name="pt50057"/>
            <p:cNvSpPr/>
            <p:nvPr/>
          </p:nvSpPr>
          <p:spPr>
            <a:xfrm>
              <a:off x="9502520" y="2347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8" name="pt50058"/>
            <p:cNvSpPr/>
            <p:nvPr/>
          </p:nvSpPr>
          <p:spPr>
            <a:xfrm>
              <a:off x="8945023" y="1797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9" name="pt50059"/>
            <p:cNvSpPr/>
            <p:nvPr/>
          </p:nvSpPr>
          <p:spPr>
            <a:xfrm>
              <a:off x="9049233" y="1780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0" name="pt50060"/>
            <p:cNvSpPr/>
            <p:nvPr/>
          </p:nvSpPr>
          <p:spPr>
            <a:xfrm>
              <a:off x="9018749" y="2052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1" name="pt50061"/>
            <p:cNvSpPr/>
            <p:nvPr/>
          </p:nvSpPr>
          <p:spPr>
            <a:xfrm>
              <a:off x="9095800" y="1868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2" name="pt50062"/>
            <p:cNvSpPr/>
            <p:nvPr/>
          </p:nvSpPr>
          <p:spPr>
            <a:xfrm>
              <a:off x="8859909" y="2085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3" name="pt50063"/>
            <p:cNvSpPr/>
            <p:nvPr/>
          </p:nvSpPr>
          <p:spPr>
            <a:xfrm>
              <a:off x="9767243" y="2466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4" name="pt50064"/>
            <p:cNvSpPr/>
            <p:nvPr/>
          </p:nvSpPr>
          <p:spPr>
            <a:xfrm>
              <a:off x="9448910" y="1785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5" name="pt50065"/>
            <p:cNvSpPr/>
            <p:nvPr/>
          </p:nvSpPr>
          <p:spPr>
            <a:xfrm>
              <a:off x="8312152" y="2600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6" name="pt50066"/>
            <p:cNvSpPr/>
            <p:nvPr/>
          </p:nvSpPr>
          <p:spPr>
            <a:xfrm>
              <a:off x="9547911" y="1645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7" name="pt50067"/>
            <p:cNvSpPr/>
            <p:nvPr/>
          </p:nvSpPr>
          <p:spPr>
            <a:xfrm>
              <a:off x="8810596" y="2028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8" name="pt50068"/>
            <p:cNvSpPr/>
            <p:nvPr/>
          </p:nvSpPr>
          <p:spPr>
            <a:xfrm>
              <a:off x="9106706" y="2138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9" name="pt50069"/>
            <p:cNvSpPr/>
            <p:nvPr/>
          </p:nvSpPr>
          <p:spPr>
            <a:xfrm>
              <a:off x="9062080" y="1793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0" name="pt50070"/>
            <p:cNvSpPr/>
            <p:nvPr/>
          </p:nvSpPr>
          <p:spPr>
            <a:xfrm>
              <a:off x="8871263" y="1894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1" name="pt50071"/>
            <p:cNvSpPr/>
            <p:nvPr/>
          </p:nvSpPr>
          <p:spPr>
            <a:xfrm>
              <a:off x="8698707" y="2410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2" name="pt50072"/>
            <p:cNvSpPr/>
            <p:nvPr/>
          </p:nvSpPr>
          <p:spPr>
            <a:xfrm>
              <a:off x="8312152" y="2382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3" name="pt50073"/>
            <p:cNvSpPr/>
            <p:nvPr/>
          </p:nvSpPr>
          <p:spPr>
            <a:xfrm>
              <a:off x="8749319" y="2230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4" name="pt50074"/>
            <p:cNvSpPr/>
            <p:nvPr/>
          </p:nvSpPr>
          <p:spPr>
            <a:xfrm>
              <a:off x="9198297" y="2121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5" name="pt50075"/>
            <p:cNvSpPr/>
            <p:nvPr/>
          </p:nvSpPr>
          <p:spPr>
            <a:xfrm>
              <a:off x="9024978" y="1891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6" name="pt50076"/>
            <p:cNvSpPr/>
            <p:nvPr/>
          </p:nvSpPr>
          <p:spPr>
            <a:xfrm>
              <a:off x="8859909" y="2001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7" name="pt50077"/>
            <p:cNvSpPr/>
            <p:nvPr/>
          </p:nvSpPr>
          <p:spPr>
            <a:xfrm>
              <a:off x="8770040" y="2118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8" name="pt50078"/>
            <p:cNvSpPr/>
            <p:nvPr/>
          </p:nvSpPr>
          <p:spPr>
            <a:xfrm>
              <a:off x="8666631" y="2408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9" name="pt50079"/>
            <p:cNvSpPr/>
            <p:nvPr/>
          </p:nvSpPr>
          <p:spPr>
            <a:xfrm>
              <a:off x="8776438" y="2028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0" name="pt50080"/>
            <p:cNvSpPr/>
            <p:nvPr/>
          </p:nvSpPr>
          <p:spPr>
            <a:xfrm>
              <a:off x="9195417" y="1966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1" name="pt50081"/>
            <p:cNvSpPr/>
            <p:nvPr/>
          </p:nvSpPr>
          <p:spPr>
            <a:xfrm>
              <a:off x="9285286" y="1771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2" name="pt50082"/>
            <p:cNvSpPr/>
            <p:nvPr/>
          </p:nvSpPr>
          <p:spPr>
            <a:xfrm>
              <a:off x="8666631" y="2235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3" name="pt50083"/>
            <p:cNvSpPr/>
            <p:nvPr/>
          </p:nvSpPr>
          <p:spPr>
            <a:xfrm>
              <a:off x="8888696" y="2216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4" name="pt50084"/>
            <p:cNvSpPr/>
            <p:nvPr/>
          </p:nvSpPr>
          <p:spPr>
            <a:xfrm>
              <a:off x="9055774" y="1708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5" name="pt50085"/>
            <p:cNvSpPr/>
            <p:nvPr/>
          </p:nvSpPr>
          <p:spPr>
            <a:xfrm>
              <a:off x="9574258" y="2373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6" name="pt50086"/>
            <p:cNvSpPr/>
            <p:nvPr/>
          </p:nvSpPr>
          <p:spPr>
            <a:xfrm>
              <a:off x="8989504" y="2302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7" name="pt50087"/>
            <p:cNvSpPr/>
            <p:nvPr/>
          </p:nvSpPr>
          <p:spPr>
            <a:xfrm>
              <a:off x="8749319" y="2366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8" name="pt50088"/>
            <p:cNvSpPr/>
            <p:nvPr/>
          </p:nvSpPr>
          <p:spPr>
            <a:xfrm>
              <a:off x="9538421" y="1795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9" name="pt50089"/>
            <p:cNvSpPr/>
            <p:nvPr/>
          </p:nvSpPr>
          <p:spPr>
            <a:xfrm>
              <a:off x="9109567" y="176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0" name="pt50090"/>
            <p:cNvSpPr/>
            <p:nvPr/>
          </p:nvSpPr>
          <p:spPr>
            <a:xfrm>
              <a:off x="8839187" y="2119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1" name="pt50091"/>
            <p:cNvSpPr/>
            <p:nvPr/>
          </p:nvSpPr>
          <p:spPr>
            <a:xfrm>
              <a:off x="8505430" y="2467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2" name="pt50092"/>
            <p:cNvSpPr/>
            <p:nvPr/>
          </p:nvSpPr>
          <p:spPr>
            <a:xfrm>
              <a:off x="8763400" y="2163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3" name="pt50093"/>
            <p:cNvSpPr/>
            <p:nvPr/>
          </p:nvSpPr>
          <p:spPr>
            <a:xfrm>
              <a:off x="8654494" y="2406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4" name="pt50094"/>
            <p:cNvSpPr/>
            <p:nvPr/>
          </p:nvSpPr>
          <p:spPr>
            <a:xfrm>
              <a:off x="8794345" y="2040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5" name="pt50095"/>
            <p:cNvSpPr/>
            <p:nvPr/>
          </p:nvSpPr>
          <p:spPr>
            <a:xfrm>
              <a:off x="9500379" y="2536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6" name="pt50096"/>
            <p:cNvSpPr/>
            <p:nvPr/>
          </p:nvSpPr>
          <p:spPr>
            <a:xfrm>
              <a:off x="8937640" y="1760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7" name="pt50097"/>
            <p:cNvSpPr/>
            <p:nvPr/>
          </p:nvSpPr>
          <p:spPr>
            <a:xfrm>
              <a:off x="9065758" y="2068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8" name="pt50098"/>
            <p:cNvSpPr/>
            <p:nvPr/>
          </p:nvSpPr>
          <p:spPr>
            <a:xfrm>
              <a:off x="8945023" y="1752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9" name="pt50099"/>
            <p:cNvSpPr/>
            <p:nvPr/>
          </p:nvSpPr>
          <p:spPr>
            <a:xfrm>
              <a:off x="8947416" y="2008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0" name="pt50100"/>
            <p:cNvSpPr/>
            <p:nvPr/>
          </p:nvSpPr>
          <p:spPr>
            <a:xfrm>
              <a:off x="8881929" y="2217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1" name="pt50101"/>
            <p:cNvSpPr/>
            <p:nvPr/>
          </p:nvSpPr>
          <p:spPr>
            <a:xfrm>
              <a:off x="8810596" y="2142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2" name="pt50102"/>
            <p:cNvSpPr/>
            <p:nvPr/>
          </p:nvSpPr>
          <p:spPr>
            <a:xfrm>
              <a:off x="8505430" y="244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3" name="pt50103"/>
            <p:cNvSpPr/>
            <p:nvPr/>
          </p:nvSpPr>
          <p:spPr>
            <a:xfrm>
              <a:off x="9190113" y="1972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4" name="pt50104"/>
            <p:cNvSpPr/>
            <p:nvPr/>
          </p:nvSpPr>
          <p:spPr>
            <a:xfrm>
              <a:off x="8874891" y="2006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5" name="pt50105"/>
            <p:cNvSpPr/>
            <p:nvPr/>
          </p:nvSpPr>
          <p:spPr>
            <a:xfrm>
              <a:off x="8473354" y="2121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6" name="pt50106"/>
            <p:cNvSpPr/>
            <p:nvPr/>
          </p:nvSpPr>
          <p:spPr>
            <a:xfrm>
              <a:off x="8666631" y="2405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7" name="pt50107"/>
            <p:cNvSpPr/>
            <p:nvPr/>
          </p:nvSpPr>
          <p:spPr>
            <a:xfrm>
              <a:off x="8945023" y="1759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8" name="pt50108"/>
            <p:cNvSpPr/>
            <p:nvPr/>
          </p:nvSpPr>
          <p:spPr>
            <a:xfrm>
              <a:off x="8996835" y="2074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9" name="pt50109"/>
            <p:cNvSpPr/>
            <p:nvPr/>
          </p:nvSpPr>
          <p:spPr>
            <a:xfrm>
              <a:off x="9143835" y="2021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0" name="pt50110"/>
            <p:cNvSpPr/>
            <p:nvPr/>
          </p:nvSpPr>
          <p:spPr>
            <a:xfrm>
              <a:off x="8556041" y="2454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1" name="pt50111"/>
            <p:cNvSpPr/>
            <p:nvPr/>
          </p:nvSpPr>
          <p:spPr>
            <a:xfrm>
              <a:off x="8956678" y="192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2" name="pt50112"/>
            <p:cNvSpPr/>
            <p:nvPr/>
          </p:nvSpPr>
          <p:spPr>
            <a:xfrm>
              <a:off x="9697445" y="1334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3" name="pt50113"/>
            <p:cNvSpPr/>
            <p:nvPr/>
          </p:nvSpPr>
          <p:spPr>
            <a:xfrm>
              <a:off x="9167133" y="2015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4" name="pt50114"/>
            <p:cNvSpPr/>
            <p:nvPr/>
          </p:nvSpPr>
          <p:spPr>
            <a:xfrm>
              <a:off x="9647779" y="2105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5" name="pt50115"/>
            <p:cNvSpPr/>
            <p:nvPr/>
          </p:nvSpPr>
          <p:spPr>
            <a:xfrm>
              <a:off x="9489373" y="2591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6" name="pt50116"/>
            <p:cNvSpPr/>
            <p:nvPr/>
          </p:nvSpPr>
          <p:spPr>
            <a:xfrm>
              <a:off x="8595298" y="2157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7" name="pt50117"/>
            <p:cNvSpPr/>
            <p:nvPr/>
          </p:nvSpPr>
          <p:spPr>
            <a:xfrm>
              <a:off x="8881929" y="2271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8" name="pt50118"/>
            <p:cNvSpPr/>
            <p:nvPr/>
          </p:nvSpPr>
          <p:spPr>
            <a:xfrm>
              <a:off x="8698707" y="2411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9" name="pt50119"/>
            <p:cNvSpPr/>
            <p:nvPr/>
          </p:nvSpPr>
          <p:spPr>
            <a:xfrm>
              <a:off x="8734011" y="1991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0" name="pt50120"/>
            <p:cNvSpPr/>
            <p:nvPr/>
          </p:nvSpPr>
          <p:spPr>
            <a:xfrm>
              <a:off x="8805344" y="2077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1" name="pt50121"/>
            <p:cNvSpPr/>
            <p:nvPr/>
          </p:nvSpPr>
          <p:spPr>
            <a:xfrm>
              <a:off x="8741831" y="2340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2" name="pt50122"/>
            <p:cNvSpPr/>
            <p:nvPr/>
          </p:nvSpPr>
          <p:spPr>
            <a:xfrm>
              <a:off x="9195417" y="1992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3" name="pt50123"/>
            <p:cNvSpPr/>
            <p:nvPr/>
          </p:nvSpPr>
          <p:spPr>
            <a:xfrm>
              <a:off x="8505430" y="2373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4" name="pt50124"/>
            <p:cNvSpPr/>
            <p:nvPr/>
          </p:nvSpPr>
          <p:spPr>
            <a:xfrm>
              <a:off x="8434097" y="2421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5" name="pt50125"/>
            <p:cNvSpPr/>
            <p:nvPr/>
          </p:nvSpPr>
          <p:spPr>
            <a:xfrm>
              <a:off x="9454989" y="1882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6" name="pt50126"/>
            <p:cNvSpPr/>
            <p:nvPr/>
          </p:nvSpPr>
          <p:spPr>
            <a:xfrm>
              <a:off x="9351314" y="2287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7" name="pt50127"/>
            <p:cNvSpPr/>
            <p:nvPr/>
          </p:nvSpPr>
          <p:spPr>
            <a:xfrm>
              <a:off x="9028011" y="1883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8" name="pt50128"/>
            <p:cNvSpPr/>
            <p:nvPr/>
          </p:nvSpPr>
          <p:spPr>
            <a:xfrm>
              <a:off x="8612066" y="2384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9" name="pt50129"/>
            <p:cNvSpPr/>
            <p:nvPr/>
          </p:nvSpPr>
          <p:spPr>
            <a:xfrm>
              <a:off x="9371637" y="2191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0" name="pt50130"/>
            <p:cNvSpPr/>
            <p:nvPr/>
          </p:nvSpPr>
          <p:spPr>
            <a:xfrm>
              <a:off x="8473354" y="2356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1" name="pt50131"/>
            <p:cNvSpPr/>
            <p:nvPr/>
          </p:nvSpPr>
          <p:spPr>
            <a:xfrm>
              <a:off x="9087421" y="1793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2" name="pt50132"/>
            <p:cNvSpPr/>
            <p:nvPr/>
          </p:nvSpPr>
          <p:spPr>
            <a:xfrm>
              <a:off x="8627374" y="2267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3" name="pt50133"/>
            <p:cNvSpPr/>
            <p:nvPr/>
          </p:nvSpPr>
          <p:spPr>
            <a:xfrm>
              <a:off x="8878445" y="2082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4" name="pt50134"/>
            <p:cNvSpPr/>
            <p:nvPr/>
          </p:nvSpPr>
          <p:spPr>
            <a:xfrm>
              <a:off x="8965476" y="208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5" name="pt50135"/>
            <p:cNvSpPr/>
            <p:nvPr/>
          </p:nvSpPr>
          <p:spPr>
            <a:xfrm>
              <a:off x="8532549" y="2538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6" name="pt50136"/>
            <p:cNvSpPr/>
            <p:nvPr/>
          </p:nvSpPr>
          <p:spPr>
            <a:xfrm>
              <a:off x="8847771" y="2079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7" name="pt50137"/>
            <p:cNvSpPr/>
            <p:nvPr/>
          </p:nvSpPr>
          <p:spPr>
            <a:xfrm>
              <a:off x="8641456" y="2169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8" name="pt50138"/>
            <p:cNvSpPr/>
            <p:nvPr/>
          </p:nvSpPr>
          <p:spPr>
            <a:xfrm>
              <a:off x="9452717" y="1884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9" name="pt50139"/>
            <p:cNvSpPr/>
            <p:nvPr/>
          </p:nvSpPr>
          <p:spPr>
            <a:xfrm>
              <a:off x="9178998" y="1766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0" name="pt50140"/>
            <p:cNvSpPr/>
            <p:nvPr/>
          </p:nvSpPr>
          <p:spPr>
            <a:xfrm>
              <a:off x="8782612" y="2131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1" name="pt50141"/>
            <p:cNvSpPr/>
            <p:nvPr/>
          </p:nvSpPr>
          <p:spPr>
            <a:xfrm>
              <a:off x="9440320" y="1845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2" name="pt50142"/>
            <p:cNvSpPr/>
            <p:nvPr/>
          </p:nvSpPr>
          <p:spPr>
            <a:xfrm>
              <a:off x="9055774" y="1745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3" name="pt50143"/>
            <p:cNvSpPr/>
            <p:nvPr/>
          </p:nvSpPr>
          <p:spPr>
            <a:xfrm>
              <a:off x="8556041" y="255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4" name="pt50144"/>
            <p:cNvSpPr/>
            <p:nvPr/>
          </p:nvSpPr>
          <p:spPr>
            <a:xfrm>
              <a:off x="8473354" y="2409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5" name="pt50145"/>
            <p:cNvSpPr/>
            <p:nvPr/>
          </p:nvSpPr>
          <p:spPr>
            <a:xfrm>
              <a:off x="8874891" y="2049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6" name="pt50146"/>
            <p:cNvSpPr/>
            <p:nvPr/>
          </p:nvSpPr>
          <p:spPr>
            <a:xfrm>
              <a:off x="9047895" y="1738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7" name="pt50147"/>
            <p:cNvSpPr/>
            <p:nvPr/>
          </p:nvSpPr>
          <p:spPr>
            <a:xfrm>
              <a:off x="8825472" y="1994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8" name="pt50148"/>
            <p:cNvSpPr/>
            <p:nvPr/>
          </p:nvSpPr>
          <p:spPr>
            <a:xfrm>
              <a:off x="8770040" y="2056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9" name="pt50149"/>
            <p:cNvSpPr/>
            <p:nvPr/>
          </p:nvSpPr>
          <p:spPr>
            <a:xfrm>
              <a:off x="9564416" y="2303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0" name="pt50150"/>
            <p:cNvSpPr/>
            <p:nvPr/>
          </p:nvSpPr>
          <p:spPr>
            <a:xfrm>
              <a:off x="8794345" y="2085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1" name="pt50151"/>
            <p:cNvSpPr/>
            <p:nvPr/>
          </p:nvSpPr>
          <p:spPr>
            <a:xfrm>
              <a:off x="8977900" y="2341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2" name="pt50152"/>
            <p:cNvSpPr/>
            <p:nvPr/>
          </p:nvSpPr>
          <p:spPr>
            <a:xfrm>
              <a:off x="9464046" y="1971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3" name="pt50153"/>
            <p:cNvSpPr/>
            <p:nvPr/>
          </p:nvSpPr>
          <p:spPr>
            <a:xfrm>
              <a:off x="8717243" y="2198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4" name="pt50154"/>
            <p:cNvSpPr/>
            <p:nvPr/>
          </p:nvSpPr>
          <p:spPr>
            <a:xfrm>
              <a:off x="8473354" y="2368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5" name="pt50155"/>
            <p:cNvSpPr/>
            <p:nvPr/>
          </p:nvSpPr>
          <p:spPr>
            <a:xfrm>
              <a:off x="8473354" y="2266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6" name="pt50156"/>
            <p:cNvSpPr/>
            <p:nvPr/>
          </p:nvSpPr>
          <p:spPr>
            <a:xfrm>
              <a:off x="8576763" y="2393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7" name="pt50157"/>
            <p:cNvSpPr/>
            <p:nvPr/>
          </p:nvSpPr>
          <p:spPr>
            <a:xfrm>
              <a:off x="8830164" y="2081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8" name="pt50158"/>
            <p:cNvSpPr/>
            <p:nvPr/>
          </p:nvSpPr>
          <p:spPr>
            <a:xfrm>
              <a:off x="9547911" y="1699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9" name="pt50159"/>
            <p:cNvSpPr/>
            <p:nvPr/>
          </p:nvSpPr>
          <p:spPr>
            <a:xfrm>
              <a:off x="8595298" y="2213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0" name="pt50160"/>
            <p:cNvSpPr/>
            <p:nvPr/>
          </p:nvSpPr>
          <p:spPr>
            <a:xfrm>
              <a:off x="8595298" y="2340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1" name="pt50161"/>
            <p:cNvSpPr/>
            <p:nvPr/>
          </p:nvSpPr>
          <p:spPr>
            <a:xfrm>
              <a:off x="9265000" y="2020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2" name="pt50162"/>
            <p:cNvSpPr/>
            <p:nvPr/>
          </p:nvSpPr>
          <p:spPr>
            <a:xfrm>
              <a:off x="9146922" y="2091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3" name="pt50163"/>
            <p:cNvSpPr/>
            <p:nvPr/>
          </p:nvSpPr>
          <p:spPr>
            <a:xfrm>
              <a:off x="9653069" y="247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4" name="pt50164"/>
            <p:cNvSpPr/>
            <p:nvPr/>
          </p:nvSpPr>
          <p:spPr>
            <a:xfrm>
              <a:off x="9106706" y="1963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5" name="pt50165"/>
            <p:cNvSpPr/>
            <p:nvPr/>
          </p:nvSpPr>
          <p:spPr>
            <a:xfrm>
              <a:off x="8383485" y="2347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6" name="pt50166"/>
            <p:cNvSpPr/>
            <p:nvPr/>
          </p:nvSpPr>
          <p:spPr>
            <a:xfrm>
              <a:off x="8717243" y="2366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7" name="pt50167"/>
            <p:cNvSpPr/>
            <p:nvPr/>
          </p:nvSpPr>
          <p:spPr>
            <a:xfrm>
              <a:off x="8677986" y="2442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8" name="pt50168"/>
            <p:cNvSpPr/>
            <p:nvPr/>
          </p:nvSpPr>
          <p:spPr>
            <a:xfrm>
              <a:off x="9297726" y="1995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9" name="pt50169"/>
            <p:cNvSpPr/>
            <p:nvPr/>
          </p:nvSpPr>
          <p:spPr>
            <a:xfrm>
              <a:off x="8627374" y="2287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0" name="pt50170"/>
            <p:cNvSpPr/>
            <p:nvPr/>
          </p:nvSpPr>
          <p:spPr>
            <a:xfrm>
              <a:off x="8654494" y="2386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1" name="pt50171"/>
            <p:cNvSpPr/>
            <p:nvPr/>
          </p:nvSpPr>
          <p:spPr>
            <a:xfrm>
              <a:off x="8505430" y="250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2" name="pt50172"/>
            <p:cNvSpPr/>
            <p:nvPr/>
          </p:nvSpPr>
          <p:spPr>
            <a:xfrm>
              <a:off x="8505430" y="2374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3" name="pt50173"/>
            <p:cNvSpPr/>
            <p:nvPr/>
          </p:nvSpPr>
          <p:spPr>
            <a:xfrm>
              <a:off x="9371637" y="2184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4" name="pt50174"/>
            <p:cNvSpPr/>
            <p:nvPr/>
          </p:nvSpPr>
          <p:spPr>
            <a:xfrm>
              <a:off x="8312152" y="2400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5" name="pt50175"/>
            <p:cNvSpPr/>
            <p:nvPr/>
          </p:nvSpPr>
          <p:spPr>
            <a:xfrm>
              <a:off x="8741831" y="2240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6" name="pt50176"/>
            <p:cNvSpPr/>
            <p:nvPr/>
          </p:nvSpPr>
          <p:spPr>
            <a:xfrm>
              <a:off x="8532549" y="2448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7" name="pt50177"/>
            <p:cNvSpPr/>
            <p:nvPr/>
          </p:nvSpPr>
          <p:spPr>
            <a:xfrm>
              <a:off x="8998621" y="1968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8" name="pt50178"/>
            <p:cNvSpPr/>
            <p:nvPr/>
          </p:nvSpPr>
          <p:spPr>
            <a:xfrm>
              <a:off x="8913428" y="2072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9" name="pt50179"/>
            <p:cNvSpPr/>
            <p:nvPr/>
          </p:nvSpPr>
          <p:spPr>
            <a:xfrm>
              <a:off x="9135057" y="2018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0" name="pt50180"/>
            <p:cNvSpPr/>
            <p:nvPr/>
          </p:nvSpPr>
          <p:spPr>
            <a:xfrm>
              <a:off x="9038234" y="1796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1" name="pt50181"/>
            <p:cNvSpPr/>
            <p:nvPr/>
          </p:nvSpPr>
          <p:spPr>
            <a:xfrm>
              <a:off x="8825472" y="2184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2" name="pt50182"/>
            <p:cNvSpPr/>
            <p:nvPr/>
          </p:nvSpPr>
          <p:spPr>
            <a:xfrm>
              <a:off x="9811851" y="2569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3" name="pt50183"/>
            <p:cNvSpPr/>
            <p:nvPr/>
          </p:nvSpPr>
          <p:spPr>
            <a:xfrm>
              <a:off x="8312152" y="2206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4" name="pt50184"/>
            <p:cNvSpPr/>
            <p:nvPr/>
          </p:nvSpPr>
          <p:spPr>
            <a:xfrm>
              <a:off x="8505430" y="2424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5" name="pt50185"/>
            <p:cNvSpPr/>
            <p:nvPr/>
          </p:nvSpPr>
          <p:spPr>
            <a:xfrm>
              <a:off x="9382590" y="2068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6" name="pt50186"/>
            <p:cNvSpPr/>
            <p:nvPr/>
          </p:nvSpPr>
          <p:spPr>
            <a:xfrm>
              <a:off x="8688651" y="2412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7" name="pt50187"/>
            <p:cNvSpPr/>
            <p:nvPr/>
          </p:nvSpPr>
          <p:spPr>
            <a:xfrm>
              <a:off x="8996835" y="2030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8" name="pt50188"/>
            <p:cNvSpPr/>
            <p:nvPr/>
          </p:nvSpPr>
          <p:spPr>
            <a:xfrm>
              <a:off x="8996835" y="1977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9" name="pt50189"/>
            <p:cNvSpPr/>
            <p:nvPr/>
          </p:nvSpPr>
          <p:spPr>
            <a:xfrm>
              <a:off x="8981853" y="2270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0" name="pt50190"/>
            <p:cNvSpPr/>
            <p:nvPr/>
          </p:nvSpPr>
          <p:spPr>
            <a:xfrm>
              <a:off x="8734011" y="2340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1" name="pt50191"/>
            <p:cNvSpPr/>
            <p:nvPr/>
          </p:nvSpPr>
          <p:spPr>
            <a:xfrm>
              <a:off x="8576763" y="2308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2" name="pt50192"/>
            <p:cNvSpPr/>
            <p:nvPr/>
          </p:nvSpPr>
          <p:spPr>
            <a:xfrm>
              <a:off x="8312152" y="2499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3" name="pt50193"/>
            <p:cNvSpPr/>
            <p:nvPr/>
          </p:nvSpPr>
          <p:spPr>
            <a:xfrm>
              <a:off x="8677986" y="2366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4" name="pt50194"/>
            <p:cNvSpPr/>
            <p:nvPr/>
          </p:nvSpPr>
          <p:spPr>
            <a:xfrm>
              <a:off x="8505430" y="2389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5" name="pt50195"/>
            <p:cNvSpPr/>
            <p:nvPr/>
          </p:nvSpPr>
          <p:spPr>
            <a:xfrm>
              <a:off x="8677986" y="2248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6" name="pt50196"/>
            <p:cNvSpPr/>
            <p:nvPr/>
          </p:nvSpPr>
          <p:spPr>
            <a:xfrm>
              <a:off x="9109567" y="1937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7" name="pt50197"/>
            <p:cNvSpPr/>
            <p:nvPr/>
          </p:nvSpPr>
          <p:spPr>
            <a:xfrm>
              <a:off x="8612066" y="219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8" name="pt50198"/>
            <p:cNvSpPr/>
            <p:nvPr/>
          </p:nvSpPr>
          <p:spPr>
            <a:xfrm>
              <a:off x="9219272" y="1858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9" name="pt50199"/>
            <p:cNvSpPr/>
            <p:nvPr/>
          </p:nvSpPr>
          <p:spPr>
            <a:xfrm>
              <a:off x="8641456" y="2236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0" name="pt50200"/>
            <p:cNvSpPr/>
            <p:nvPr/>
          </p:nvSpPr>
          <p:spPr>
            <a:xfrm>
              <a:off x="8977900" y="2323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1" name="pt50201"/>
            <p:cNvSpPr/>
            <p:nvPr/>
          </p:nvSpPr>
          <p:spPr>
            <a:xfrm>
              <a:off x="8595298" y="2256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2" name="pt50202"/>
            <p:cNvSpPr/>
            <p:nvPr/>
          </p:nvSpPr>
          <p:spPr>
            <a:xfrm>
              <a:off x="8996835" y="2007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3" name="pt50203"/>
            <p:cNvSpPr/>
            <p:nvPr/>
          </p:nvSpPr>
          <p:spPr>
            <a:xfrm>
              <a:off x="9435194" y="1982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4" name="pt50204"/>
            <p:cNvSpPr/>
            <p:nvPr/>
          </p:nvSpPr>
          <p:spPr>
            <a:xfrm>
              <a:off x="9554821" y="2361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5" name="pt50205"/>
            <p:cNvSpPr/>
            <p:nvPr/>
          </p:nvSpPr>
          <p:spPr>
            <a:xfrm>
              <a:off x="8907564" y="1873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6" name="pt50206"/>
            <p:cNvSpPr/>
            <p:nvPr/>
          </p:nvSpPr>
          <p:spPr>
            <a:xfrm>
              <a:off x="8627374" y="217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7" name="pt50207"/>
            <p:cNvSpPr/>
            <p:nvPr/>
          </p:nvSpPr>
          <p:spPr>
            <a:xfrm>
              <a:off x="8855955" y="1923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8" name="pt50208"/>
            <p:cNvSpPr/>
            <p:nvPr/>
          </p:nvSpPr>
          <p:spPr>
            <a:xfrm>
              <a:off x="8505430" y="2337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9" name="pt50209"/>
            <p:cNvSpPr/>
            <p:nvPr/>
          </p:nvSpPr>
          <p:spPr>
            <a:xfrm>
              <a:off x="9065758" y="1997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0" name="pt50210"/>
            <p:cNvSpPr/>
            <p:nvPr/>
          </p:nvSpPr>
          <p:spPr>
            <a:xfrm>
              <a:off x="8763400" y="2132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1" name="pt50211"/>
            <p:cNvSpPr/>
            <p:nvPr/>
          </p:nvSpPr>
          <p:spPr>
            <a:xfrm>
              <a:off x="8434097" y="239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2" name="pt50212"/>
            <p:cNvSpPr/>
            <p:nvPr/>
          </p:nvSpPr>
          <p:spPr>
            <a:xfrm>
              <a:off x="9489373" y="2591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3" name="pt50213"/>
            <p:cNvSpPr/>
            <p:nvPr/>
          </p:nvSpPr>
          <p:spPr>
            <a:xfrm>
              <a:off x="8505430" y="2481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4" name="pt50214"/>
            <p:cNvSpPr/>
            <p:nvPr/>
          </p:nvSpPr>
          <p:spPr>
            <a:xfrm>
              <a:off x="8556041" y="2448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5" name="pt50215"/>
            <p:cNvSpPr/>
            <p:nvPr/>
          </p:nvSpPr>
          <p:spPr>
            <a:xfrm>
              <a:off x="9057053" y="1838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6" name="pt50216"/>
            <p:cNvSpPr/>
            <p:nvPr/>
          </p:nvSpPr>
          <p:spPr>
            <a:xfrm>
              <a:off x="8805344" y="2035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7" name="pt50217"/>
            <p:cNvSpPr/>
            <p:nvPr/>
          </p:nvSpPr>
          <p:spPr>
            <a:xfrm>
              <a:off x="8473354" y="2280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8" name="pt50218"/>
            <p:cNvSpPr/>
            <p:nvPr/>
          </p:nvSpPr>
          <p:spPr>
            <a:xfrm>
              <a:off x="9249051" y="2072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9" name="pt50219"/>
            <p:cNvSpPr/>
            <p:nvPr/>
          </p:nvSpPr>
          <p:spPr>
            <a:xfrm>
              <a:off x="8677986" y="2321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0" name="pt50220"/>
            <p:cNvSpPr/>
            <p:nvPr/>
          </p:nvSpPr>
          <p:spPr>
            <a:xfrm>
              <a:off x="8954408" y="1845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1" name="pt50221"/>
            <p:cNvSpPr/>
            <p:nvPr/>
          </p:nvSpPr>
          <p:spPr>
            <a:xfrm>
              <a:off x="9347687" y="2247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2" name="pt50222"/>
            <p:cNvSpPr/>
            <p:nvPr/>
          </p:nvSpPr>
          <p:spPr>
            <a:xfrm>
              <a:off x="8505430" y="2343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3" name="pt50223"/>
            <p:cNvSpPr/>
            <p:nvPr/>
          </p:nvSpPr>
          <p:spPr>
            <a:xfrm>
              <a:off x="8473354" y="2425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4" name="pt50224"/>
            <p:cNvSpPr/>
            <p:nvPr/>
          </p:nvSpPr>
          <p:spPr>
            <a:xfrm>
              <a:off x="8834733" y="2202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5" name="pt50225"/>
            <p:cNvSpPr/>
            <p:nvPr/>
          </p:nvSpPr>
          <p:spPr>
            <a:xfrm>
              <a:off x="9349631" y="2077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6" name="pt50226"/>
            <p:cNvSpPr/>
            <p:nvPr/>
          </p:nvSpPr>
          <p:spPr>
            <a:xfrm>
              <a:off x="8977900" y="2369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7" name="pt50227"/>
            <p:cNvSpPr/>
            <p:nvPr/>
          </p:nvSpPr>
          <p:spPr>
            <a:xfrm>
              <a:off x="8434097" y="2443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8" name="pt50228"/>
            <p:cNvSpPr/>
            <p:nvPr/>
          </p:nvSpPr>
          <p:spPr>
            <a:xfrm>
              <a:off x="8770040" y="2169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9" name="pt50229"/>
            <p:cNvSpPr/>
            <p:nvPr/>
          </p:nvSpPr>
          <p:spPr>
            <a:xfrm>
              <a:off x="9554821" y="2162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0" name="pt50230"/>
            <p:cNvSpPr/>
            <p:nvPr/>
          </p:nvSpPr>
          <p:spPr>
            <a:xfrm>
              <a:off x="8473354" y="2367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1" name="pt50231"/>
            <p:cNvSpPr/>
            <p:nvPr/>
          </p:nvSpPr>
          <p:spPr>
            <a:xfrm>
              <a:off x="8505430" y="2393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2" name="pt50232"/>
            <p:cNvSpPr/>
            <p:nvPr/>
          </p:nvSpPr>
          <p:spPr>
            <a:xfrm>
              <a:off x="9408619" y="2271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3" name="pt50233"/>
            <p:cNvSpPr/>
            <p:nvPr/>
          </p:nvSpPr>
          <p:spPr>
            <a:xfrm>
              <a:off x="9514089" y="2423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4" name="pt50234"/>
            <p:cNvSpPr/>
            <p:nvPr/>
          </p:nvSpPr>
          <p:spPr>
            <a:xfrm>
              <a:off x="9160178" y="2124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5" name="pt50235"/>
            <p:cNvSpPr/>
            <p:nvPr/>
          </p:nvSpPr>
          <p:spPr>
            <a:xfrm>
              <a:off x="8666631" y="2399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6" name="pt50236"/>
            <p:cNvSpPr/>
            <p:nvPr/>
          </p:nvSpPr>
          <p:spPr>
            <a:xfrm>
              <a:off x="8312152" y="2390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7" name="pt50237"/>
            <p:cNvSpPr/>
            <p:nvPr/>
          </p:nvSpPr>
          <p:spPr>
            <a:xfrm>
              <a:off x="8473354" y="2377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8" name="pt50238"/>
            <p:cNvSpPr/>
            <p:nvPr/>
          </p:nvSpPr>
          <p:spPr>
            <a:xfrm>
              <a:off x="9244718" y="2103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9" name="pt50239"/>
            <p:cNvSpPr/>
            <p:nvPr/>
          </p:nvSpPr>
          <p:spPr>
            <a:xfrm>
              <a:off x="9382590" y="2154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0" name="pt50240"/>
            <p:cNvSpPr/>
            <p:nvPr/>
          </p:nvSpPr>
          <p:spPr>
            <a:xfrm>
              <a:off x="8788576" y="2421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1" name="pt50241"/>
            <p:cNvSpPr/>
            <p:nvPr/>
          </p:nvSpPr>
          <p:spPr>
            <a:xfrm>
              <a:off x="9749896" y="2135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2" name="pt50242"/>
            <p:cNvSpPr/>
            <p:nvPr/>
          </p:nvSpPr>
          <p:spPr>
            <a:xfrm>
              <a:off x="9349631" y="2187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3" name="pt50243"/>
            <p:cNvSpPr/>
            <p:nvPr/>
          </p:nvSpPr>
          <p:spPr>
            <a:xfrm>
              <a:off x="8312152" y="2439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4" name="pt50244"/>
            <p:cNvSpPr/>
            <p:nvPr/>
          </p:nvSpPr>
          <p:spPr>
            <a:xfrm>
              <a:off x="9051878" y="1820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5" name="pt50245"/>
            <p:cNvSpPr/>
            <p:nvPr/>
          </p:nvSpPr>
          <p:spPr>
            <a:xfrm>
              <a:off x="8881929" y="223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6" name="pt50246"/>
            <p:cNvSpPr/>
            <p:nvPr/>
          </p:nvSpPr>
          <p:spPr>
            <a:xfrm>
              <a:off x="8788576" y="2421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7" name="pt50247"/>
            <p:cNvSpPr/>
            <p:nvPr/>
          </p:nvSpPr>
          <p:spPr>
            <a:xfrm>
              <a:off x="8312152" y="2481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8" name="pt50248"/>
            <p:cNvSpPr/>
            <p:nvPr/>
          </p:nvSpPr>
          <p:spPr>
            <a:xfrm>
              <a:off x="8473354" y="2347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9" name="pt50249"/>
            <p:cNvSpPr/>
            <p:nvPr/>
          </p:nvSpPr>
          <p:spPr>
            <a:xfrm>
              <a:off x="9450688" y="1984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0" name="pt50250"/>
            <p:cNvSpPr/>
            <p:nvPr/>
          </p:nvSpPr>
          <p:spPr>
            <a:xfrm>
              <a:off x="8770040" y="2100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1" name="pt50251"/>
            <p:cNvSpPr/>
            <p:nvPr/>
          </p:nvSpPr>
          <p:spPr>
            <a:xfrm>
              <a:off x="8825472" y="1964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2" name="pt50252"/>
            <p:cNvSpPr/>
            <p:nvPr/>
          </p:nvSpPr>
          <p:spPr>
            <a:xfrm>
              <a:off x="9003873" y="1999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3" name="pt50253"/>
            <p:cNvSpPr/>
            <p:nvPr/>
          </p:nvSpPr>
          <p:spPr>
            <a:xfrm>
              <a:off x="8717243" y="2346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4" name="pt50254"/>
            <p:cNvSpPr/>
            <p:nvPr/>
          </p:nvSpPr>
          <p:spPr>
            <a:xfrm>
              <a:off x="9117880" y="2078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5" name="pt50255"/>
            <p:cNvSpPr/>
            <p:nvPr/>
          </p:nvSpPr>
          <p:spPr>
            <a:xfrm>
              <a:off x="8913428" y="2040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6" name="pt50256"/>
            <p:cNvSpPr/>
            <p:nvPr/>
          </p:nvSpPr>
          <p:spPr>
            <a:xfrm>
              <a:off x="9254530" y="2074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7" name="pt50257"/>
            <p:cNvSpPr/>
            <p:nvPr/>
          </p:nvSpPr>
          <p:spPr>
            <a:xfrm>
              <a:off x="8505430" y="2544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8" name="pt50258"/>
            <p:cNvSpPr/>
            <p:nvPr/>
          </p:nvSpPr>
          <p:spPr>
            <a:xfrm>
              <a:off x="8612066" y="2238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9" name="pt50259"/>
            <p:cNvSpPr/>
            <p:nvPr/>
          </p:nvSpPr>
          <p:spPr>
            <a:xfrm>
              <a:off x="8834733" y="2225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0" name="pt50260"/>
            <p:cNvSpPr/>
            <p:nvPr/>
          </p:nvSpPr>
          <p:spPr>
            <a:xfrm>
              <a:off x="9121452" y="2042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1" name="pt50261"/>
            <p:cNvSpPr/>
            <p:nvPr/>
          </p:nvSpPr>
          <p:spPr>
            <a:xfrm>
              <a:off x="8725827" y="2253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2" name="pt50262"/>
            <p:cNvSpPr/>
            <p:nvPr/>
          </p:nvSpPr>
          <p:spPr>
            <a:xfrm>
              <a:off x="8913428" y="2052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3" name="pt50263"/>
            <p:cNvSpPr/>
            <p:nvPr/>
          </p:nvSpPr>
          <p:spPr>
            <a:xfrm>
              <a:off x="8505430" y="2342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4" name="pt50264"/>
            <p:cNvSpPr/>
            <p:nvPr/>
          </p:nvSpPr>
          <p:spPr>
            <a:xfrm>
              <a:off x="8434097" y="2432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5" name="pt50265"/>
            <p:cNvSpPr/>
            <p:nvPr/>
          </p:nvSpPr>
          <p:spPr>
            <a:xfrm>
              <a:off x="9435343" y="1894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6" name="pt50266"/>
            <p:cNvSpPr/>
            <p:nvPr/>
          </p:nvSpPr>
          <p:spPr>
            <a:xfrm>
              <a:off x="9168491" y="2046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7" name="pt50267"/>
            <p:cNvSpPr/>
            <p:nvPr/>
          </p:nvSpPr>
          <p:spPr>
            <a:xfrm>
              <a:off x="8312152" y="2227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8" name="pt50268"/>
            <p:cNvSpPr/>
            <p:nvPr/>
          </p:nvSpPr>
          <p:spPr>
            <a:xfrm>
              <a:off x="8904556" y="2048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9" name="pt50269"/>
            <p:cNvSpPr/>
            <p:nvPr/>
          </p:nvSpPr>
          <p:spPr>
            <a:xfrm>
              <a:off x="8981853" y="2234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0" name="pt50270"/>
            <p:cNvSpPr/>
            <p:nvPr/>
          </p:nvSpPr>
          <p:spPr>
            <a:xfrm>
              <a:off x="9094774" y="2010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1" name="pt50271"/>
            <p:cNvSpPr/>
            <p:nvPr/>
          </p:nvSpPr>
          <p:spPr>
            <a:xfrm>
              <a:off x="8612066" y="2337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2" name="pt50272"/>
            <p:cNvSpPr/>
            <p:nvPr/>
          </p:nvSpPr>
          <p:spPr>
            <a:xfrm>
              <a:off x="9146922" y="2061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3" name="pt50273"/>
            <p:cNvSpPr/>
            <p:nvPr/>
          </p:nvSpPr>
          <p:spPr>
            <a:xfrm>
              <a:off x="8473354" y="2437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4" name="pt50274"/>
            <p:cNvSpPr/>
            <p:nvPr/>
          </p:nvSpPr>
          <p:spPr>
            <a:xfrm>
              <a:off x="9146155" y="2080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5" name="pt50275"/>
            <p:cNvSpPr/>
            <p:nvPr/>
          </p:nvSpPr>
          <p:spPr>
            <a:xfrm>
              <a:off x="8312152" y="2418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6" name="pt50276"/>
            <p:cNvSpPr/>
            <p:nvPr/>
          </p:nvSpPr>
          <p:spPr>
            <a:xfrm>
              <a:off x="8782612" y="2214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7" name="pt50277"/>
            <p:cNvSpPr/>
            <p:nvPr/>
          </p:nvSpPr>
          <p:spPr>
            <a:xfrm>
              <a:off x="8473354" y="2222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8" name="pt50278"/>
            <p:cNvSpPr/>
            <p:nvPr/>
          </p:nvSpPr>
          <p:spPr>
            <a:xfrm>
              <a:off x="8961132" y="2062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9" name="pt50279"/>
            <p:cNvSpPr/>
            <p:nvPr/>
          </p:nvSpPr>
          <p:spPr>
            <a:xfrm>
              <a:off x="9767243" y="2473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0" name="pt50280"/>
            <p:cNvSpPr/>
            <p:nvPr/>
          </p:nvSpPr>
          <p:spPr>
            <a:xfrm>
              <a:off x="9124084" y="2229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1" name="pt50281"/>
            <p:cNvSpPr/>
            <p:nvPr/>
          </p:nvSpPr>
          <p:spPr>
            <a:xfrm>
              <a:off x="8855955" y="2221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2" name="pt50282"/>
            <p:cNvSpPr/>
            <p:nvPr/>
          </p:nvSpPr>
          <p:spPr>
            <a:xfrm>
              <a:off x="9663884" y="2165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3" name="pt50283"/>
            <p:cNvSpPr/>
            <p:nvPr/>
          </p:nvSpPr>
          <p:spPr>
            <a:xfrm>
              <a:off x="9603616" y="2410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4" name="pt50284"/>
            <p:cNvSpPr/>
            <p:nvPr/>
          </p:nvSpPr>
          <p:spPr>
            <a:xfrm>
              <a:off x="8734011" y="2202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5" name="pt50285"/>
            <p:cNvSpPr/>
            <p:nvPr/>
          </p:nvSpPr>
          <p:spPr>
            <a:xfrm>
              <a:off x="8947416" y="2014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6" name="pt50286"/>
            <p:cNvSpPr/>
            <p:nvPr/>
          </p:nvSpPr>
          <p:spPr>
            <a:xfrm>
              <a:off x="8473354" y="2417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7" name="pt50287"/>
            <p:cNvSpPr/>
            <p:nvPr/>
          </p:nvSpPr>
          <p:spPr>
            <a:xfrm>
              <a:off x="8556041" y="2235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8" name="pt50288"/>
            <p:cNvSpPr/>
            <p:nvPr/>
          </p:nvSpPr>
          <p:spPr>
            <a:xfrm>
              <a:off x="8532549" y="248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9" name="pt50289"/>
            <p:cNvSpPr/>
            <p:nvPr/>
          </p:nvSpPr>
          <p:spPr>
            <a:xfrm>
              <a:off x="8734011" y="2184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0" name="pt50290"/>
            <p:cNvSpPr/>
            <p:nvPr/>
          </p:nvSpPr>
          <p:spPr>
            <a:xfrm>
              <a:off x="8434097" y="2286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1" name="pt50291"/>
            <p:cNvSpPr/>
            <p:nvPr/>
          </p:nvSpPr>
          <p:spPr>
            <a:xfrm>
              <a:off x="9435194" y="2022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2" name="pt50292"/>
            <p:cNvSpPr/>
            <p:nvPr/>
          </p:nvSpPr>
          <p:spPr>
            <a:xfrm>
              <a:off x="9530995" y="2553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3" name="pt50293"/>
            <p:cNvSpPr/>
            <p:nvPr/>
          </p:nvSpPr>
          <p:spPr>
            <a:xfrm>
              <a:off x="8847771" y="2110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4" name="pt50294"/>
            <p:cNvSpPr/>
            <p:nvPr/>
          </p:nvSpPr>
          <p:spPr>
            <a:xfrm>
              <a:off x="8782612" y="2205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5" name="pt50295"/>
            <p:cNvSpPr/>
            <p:nvPr/>
          </p:nvSpPr>
          <p:spPr>
            <a:xfrm>
              <a:off x="8505430" y="2627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6" name="pt50296"/>
            <p:cNvSpPr/>
            <p:nvPr/>
          </p:nvSpPr>
          <p:spPr>
            <a:xfrm>
              <a:off x="8881929" y="2173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7" name="pt50297"/>
            <p:cNvSpPr/>
            <p:nvPr/>
          </p:nvSpPr>
          <p:spPr>
            <a:xfrm>
              <a:off x="8383485" y="2301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8" name="pt50298"/>
            <p:cNvSpPr/>
            <p:nvPr/>
          </p:nvSpPr>
          <p:spPr>
            <a:xfrm>
              <a:off x="9106706" y="2142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9" name="pt50299"/>
            <p:cNvSpPr/>
            <p:nvPr/>
          </p:nvSpPr>
          <p:spPr>
            <a:xfrm>
              <a:off x="9051878" y="1825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0" name="pt50300"/>
            <p:cNvSpPr/>
            <p:nvPr/>
          </p:nvSpPr>
          <p:spPr>
            <a:xfrm>
              <a:off x="9408964" y="2104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1" name="pt50301"/>
            <p:cNvSpPr/>
            <p:nvPr/>
          </p:nvSpPr>
          <p:spPr>
            <a:xfrm>
              <a:off x="9062080" y="172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2" name="pt50302"/>
            <p:cNvSpPr/>
            <p:nvPr/>
          </p:nvSpPr>
          <p:spPr>
            <a:xfrm>
              <a:off x="8788576" y="2280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3" name="pt50303"/>
            <p:cNvSpPr/>
            <p:nvPr/>
          </p:nvSpPr>
          <p:spPr>
            <a:xfrm>
              <a:off x="9021891" y="1614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4" name="pt50304"/>
            <p:cNvSpPr/>
            <p:nvPr/>
          </p:nvSpPr>
          <p:spPr>
            <a:xfrm>
              <a:off x="8434097" y="2370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5" name="pt50305"/>
            <p:cNvSpPr/>
            <p:nvPr/>
          </p:nvSpPr>
          <p:spPr>
            <a:xfrm>
              <a:off x="8717243" y="2290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6" name="pt50306"/>
            <p:cNvSpPr/>
            <p:nvPr/>
          </p:nvSpPr>
          <p:spPr>
            <a:xfrm>
              <a:off x="8383485" y="2527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7" name="pt50307"/>
            <p:cNvSpPr/>
            <p:nvPr/>
          </p:nvSpPr>
          <p:spPr>
            <a:xfrm>
              <a:off x="9250331" y="2121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8" name="pt50308"/>
            <p:cNvSpPr/>
            <p:nvPr/>
          </p:nvSpPr>
          <p:spPr>
            <a:xfrm>
              <a:off x="8641456" y="2171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9" name="pt50309"/>
            <p:cNvSpPr/>
            <p:nvPr/>
          </p:nvSpPr>
          <p:spPr>
            <a:xfrm>
              <a:off x="8830164" y="2037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0" name="pt50310"/>
            <p:cNvSpPr/>
            <p:nvPr/>
          </p:nvSpPr>
          <p:spPr>
            <a:xfrm>
              <a:off x="8627374" y="2383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1" name="pt50311"/>
            <p:cNvSpPr/>
            <p:nvPr/>
          </p:nvSpPr>
          <p:spPr>
            <a:xfrm>
              <a:off x="8677986" y="2314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2" name="pt50312"/>
            <p:cNvSpPr/>
            <p:nvPr/>
          </p:nvSpPr>
          <p:spPr>
            <a:xfrm>
              <a:off x="8595298" y="226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3" name="pt50313"/>
            <p:cNvSpPr/>
            <p:nvPr/>
          </p:nvSpPr>
          <p:spPr>
            <a:xfrm>
              <a:off x="8312152" y="2276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4" name="pt50314"/>
            <p:cNvSpPr/>
            <p:nvPr/>
          </p:nvSpPr>
          <p:spPr>
            <a:xfrm>
              <a:off x="8749319" y="2199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5" name="pt50315"/>
            <p:cNvSpPr/>
            <p:nvPr/>
          </p:nvSpPr>
          <p:spPr>
            <a:xfrm>
              <a:off x="8881929" y="2209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6" name="pt50316"/>
            <p:cNvSpPr/>
            <p:nvPr/>
          </p:nvSpPr>
          <p:spPr>
            <a:xfrm>
              <a:off x="8782612" y="2330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7" name="pt50317"/>
            <p:cNvSpPr/>
            <p:nvPr/>
          </p:nvSpPr>
          <p:spPr>
            <a:xfrm>
              <a:off x="9107665" y="1935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8" name="pt50318"/>
            <p:cNvSpPr/>
            <p:nvPr/>
          </p:nvSpPr>
          <p:spPr>
            <a:xfrm>
              <a:off x="8741831" y="2288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9" name="pt50319"/>
            <p:cNvSpPr/>
            <p:nvPr/>
          </p:nvSpPr>
          <p:spPr>
            <a:xfrm>
              <a:off x="9176429" y="1835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0" name="pt50320"/>
            <p:cNvSpPr/>
            <p:nvPr/>
          </p:nvSpPr>
          <p:spPr>
            <a:xfrm>
              <a:off x="8932540" y="2106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1" name="pt50321"/>
            <p:cNvSpPr/>
            <p:nvPr/>
          </p:nvSpPr>
          <p:spPr>
            <a:xfrm>
              <a:off x="8473354" y="2545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2" name="pt50322"/>
            <p:cNvSpPr/>
            <p:nvPr/>
          </p:nvSpPr>
          <p:spPr>
            <a:xfrm>
              <a:off x="9260646" y="2240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3" name="pt50323"/>
            <p:cNvSpPr/>
            <p:nvPr/>
          </p:nvSpPr>
          <p:spPr>
            <a:xfrm>
              <a:off x="8874891" y="2249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4" name="pt50324"/>
            <p:cNvSpPr/>
            <p:nvPr/>
          </p:nvSpPr>
          <p:spPr>
            <a:xfrm>
              <a:off x="8898383" y="2060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5" name="pt50325"/>
            <p:cNvSpPr/>
            <p:nvPr/>
          </p:nvSpPr>
          <p:spPr>
            <a:xfrm>
              <a:off x="9167813" y="2122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6" name="pt50326"/>
            <p:cNvSpPr/>
            <p:nvPr/>
          </p:nvSpPr>
          <p:spPr>
            <a:xfrm>
              <a:off x="9024978" y="1923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7" name="pt50327"/>
            <p:cNvSpPr/>
            <p:nvPr/>
          </p:nvSpPr>
          <p:spPr>
            <a:xfrm>
              <a:off x="9515130" y="2524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8" name="pt50328"/>
            <p:cNvSpPr/>
            <p:nvPr/>
          </p:nvSpPr>
          <p:spPr>
            <a:xfrm>
              <a:off x="9279262" y="206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9" name="pt50329"/>
            <p:cNvSpPr/>
            <p:nvPr/>
          </p:nvSpPr>
          <p:spPr>
            <a:xfrm>
              <a:off x="8688651" y="2480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0" name="pt50330"/>
            <p:cNvSpPr/>
            <p:nvPr/>
          </p:nvSpPr>
          <p:spPr>
            <a:xfrm>
              <a:off x="8975889" y="2221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1" name="pt50331"/>
            <p:cNvSpPr/>
            <p:nvPr/>
          </p:nvSpPr>
          <p:spPr>
            <a:xfrm>
              <a:off x="9524498" y="2509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2" name="pt50332"/>
            <p:cNvSpPr/>
            <p:nvPr/>
          </p:nvSpPr>
          <p:spPr>
            <a:xfrm>
              <a:off x="8556041" y="2377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3" name="pt50333"/>
            <p:cNvSpPr/>
            <p:nvPr/>
          </p:nvSpPr>
          <p:spPr>
            <a:xfrm>
              <a:off x="8977900" y="2328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4" name="pt50334"/>
            <p:cNvSpPr/>
            <p:nvPr/>
          </p:nvSpPr>
          <p:spPr>
            <a:xfrm>
              <a:off x="8698707" y="2417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5" name="pt50335"/>
            <p:cNvSpPr/>
            <p:nvPr/>
          </p:nvSpPr>
          <p:spPr>
            <a:xfrm>
              <a:off x="8383485" y="2419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6" name="pt50336"/>
            <p:cNvSpPr/>
            <p:nvPr/>
          </p:nvSpPr>
          <p:spPr>
            <a:xfrm>
              <a:off x="8641456" y="2155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7" name="pt50337"/>
            <p:cNvSpPr/>
            <p:nvPr/>
          </p:nvSpPr>
          <p:spPr>
            <a:xfrm>
              <a:off x="8383485" y="2292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8" name="pt50338"/>
            <p:cNvSpPr/>
            <p:nvPr/>
          </p:nvSpPr>
          <p:spPr>
            <a:xfrm>
              <a:off x="8473354" y="2510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9" name="pt50339"/>
            <p:cNvSpPr/>
            <p:nvPr/>
          </p:nvSpPr>
          <p:spPr>
            <a:xfrm>
              <a:off x="9208828" y="2109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0" name="pt50340"/>
            <p:cNvSpPr/>
            <p:nvPr/>
          </p:nvSpPr>
          <p:spPr>
            <a:xfrm>
              <a:off x="8312152" y="250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1" name="pt50341"/>
            <p:cNvSpPr/>
            <p:nvPr/>
          </p:nvSpPr>
          <p:spPr>
            <a:xfrm>
              <a:off x="9045188" y="1940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2" name="pt50342"/>
            <p:cNvSpPr/>
            <p:nvPr/>
          </p:nvSpPr>
          <p:spPr>
            <a:xfrm>
              <a:off x="9155869" y="2043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3" name="pt50343"/>
            <p:cNvSpPr/>
            <p:nvPr/>
          </p:nvSpPr>
          <p:spPr>
            <a:xfrm>
              <a:off x="9057053" y="1835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4" name="pt50344"/>
            <p:cNvSpPr/>
            <p:nvPr/>
          </p:nvSpPr>
          <p:spPr>
            <a:xfrm>
              <a:off x="9175781" y="2064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5" name="pt50345"/>
            <p:cNvSpPr/>
            <p:nvPr/>
          </p:nvSpPr>
          <p:spPr>
            <a:xfrm>
              <a:off x="8810596" y="2034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6" name="pt50346"/>
            <p:cNvSpPr/>
            <p:nvPr/>
          </p:nvSpPr>
          <p:spPr>
            <a:xfrm>
              <a:off x="8874891" y="1978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7" name="pt50347"/>
            <p:cNvSpPr/>
            <p:nvPr/>
          </p:nvSpPr>
          <p:spPr>
            <a:xfrm>
              <a:off x="9564416" y="2306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8" name="pt50348"/>
            <p:cNvSpPr/>
            <p:nvPr/>
          </p:nvSpPr>
          <p:spPr>
            <a:xfrm>
              <a:off x="8763400" y="2148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9" name="pt50349"/>
            <p:cNvSpPr/>
            <p:nvPr/>
          </p:nvSpPr>
          <p:spPr>
            <a:xfrm>
              <a:off x="9530995" y="2377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0" name="pt50350"/>
            <p:cNvSpPr/>
            <p:nvPr/>
          </p:nvSpPr>
          <p:spPr>
            <a:xfrm>
              <a:off x="8612066" y="2312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1" name="pt50351"/>
            <p:cNvSpPr/>
            <p:nvPr/>
          </p:nvSpPr>
          <p:spPr>
            <a:xfrm>
              <a:off x="8888696" y="2200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2" name="pt50352"/>
            <p:cNvSpPr/>
            <p:nvPr/>
          </p:nvSpPr>
          <p:spPr>
            <a:xfrm>
              <a:off x="8921875" y="2118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3" name="pt50353"/>
            <p:cNvSpPr/>
            <p:nvPr/>
          </p:nvSpPr>
          <p:spPr>
            <a:xfrm>
              <a:off x="9536594" y="1932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4" name="pt50354"/>
            <p:cNvSpPr/>
            <p:nvPr/>
          </p:nvSpPr>
          <p:spPr>
            <a:xfrm>
              <a:off x="8505430" y="2605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5" name="pt50355"/>
            <p:cNvSpPr/>
            <p:nvPr/>
          </p:nvSpPr>
          <p:spPr>
            <a:xfrm>
              <a:off x="8935109" y="2138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6" name="pt50356"/>
            <p:cNvSpPr/>
            <p:nvPr/>
          </p:nvSpPr>
          <p:spPr>
            <a:xfrm>
              <a:off x="9688802" y="2414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7" name="pt50357"/>
            <p:cNvSpPr/>
            <p:nvPr/>
          </p:nvSpPr>
          <p:spPr>
            <a:xfrm>
              <a:off x="9207749" y="2074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8" name="pt50358"/>
            <p:cNvSpPr/>
            <p:nvPr/>
          </p:nvSpPr>
          <p:spPr>
            <a:xfrm>
              <a:off x="8916289" y="2185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9" name="pt50359"/>
            <p:cNvSpPr/>
            <p:nvPr/>
          </p:nvSpPr>
          <p:spPr>
            <a:xfrm>
              <a:off x="9024978" y="1989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0" name="pt50360"/>
            <p:cNvSpPr/>
            <p:nvPr/>
          </p:nvSpPr>
          <p:spPr>
            <a:xfrm>
              <a:off x="8810596" y="2018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1" name="pt50361"/>
            <p:cNvSpPr/>
            <p:nvPr/>
          </p:nvSpPr>
          <p:spPr>
            <a:xfrm>
              <a:off x="8312152" y="2441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2" name="pt50362"/>
            <p:cNvSpPr/>
            <p:nvPr/>
          </p:nvSpPr>
          <p:spPr>
            <a:xfrm>
              <a:off x="9010641" y="1868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3" name="pt50363"/>
            <p:cNvSpPr/>
            <p:nvPr/>
          </p:nvSpPr>
          <p:spPr>
            <a:xfrm>
              <a:off x="9573244" y="2247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4" name="pt50364"/>
            <p:cNvSpPr/>
            <p:nvPr/>
          </p:nvSpPr>
          <p:spPr>
            <a:xfrm>
              <a:off x="8734011" y="2210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5" name="pt50365"/>
            <p:cNvSpPr/>
            <p:nvPr/>
          </p:nvSpPr>
          <p:spPr>
            <a:xfrm>
              <a:off x="8895213" y="2206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6" name="pt50366"/>
            <p:cNvSpPr/>
            <p:nvPr/>
          </p:nvSpPr>
          <p:spPr>
            <a:xfrm>
              <a:off x="8434097" y="2549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7" name="pt50367"/>
            <p:cNvSpPr/>
            <p:nvPr/>
          </p:nvSpPr>
          <p:spPr>
            <a:xfrm>
              <a:off x="9106706" y="2087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8" name="pt50368"/>
            <p:cNvSpPr/>
            <p:nvPr/>
          </p:nvSpPr>
          <p:spPr>
            <a:xfrm>
              <a:off x="9092704" y="185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9" name="pt50369"/>
            <p:cNvSpPr/>
            <p:nvPr/>
          </p:nvSpPr>
          <p:spPr>
            <a:xfrm>
              <a:off x="8383485" y="2190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0" name="pt50370"/>
            <p:cNvSpPr/>
            <p:nvPr/>
          </p:nvSpPr>
          <p:spPr>
            <a:xfrm>
              <a:off x="9500379" y="2476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1" name="pt50371"/>
            <p:cNvSpPr/>
            <p:nvPr/>
          </p:nvSpPr>
          <p:spPr>
            <a:xfrm>
              <a:off x="8839187" y="2258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2" name="pt50372"/>
            <p:cNvSpPr/>
            <p:nvPr/>
          </p:nvSpPr>
          <p:spPr>
            <a:xfrm>
              <a:off x="8839187" y="2358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3" name="pt50373"/>
            <p:cNvSpPr/>
            <p:nvPr/>
          </p:nvSpPr>
          <p:spPr>
            <a:xfrm>
              <a:off x="8825472" y="2027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4" name="pt50374"/>
            <p:cNvSpPr/>
            <p:nvPr/>
          </p:nvSpPr>
          <p:spPr>
            <a:xfrm>
              <a:off x="9381988" y="2067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5" name="pt50375"/>
            <p:cNvSpPr/>
            <p:nvPr/>
          </p:nvSpPr>
          <p:spPr>
            <a:xfrm>
              <a:off x="9176429" y="1843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6" name="pt50376"/>
            <p:cNvSpPr/>
            <p:nvPr/>
          </p:nvSpPr>
          <p:spPr>
            <a:xfrm>
              <a:off x="9344232" y="2191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7" name="pt50377"/>
            <p:cNvSpPr/>
            <p:nvPr/>
          </p:nvSpPr>
          <p:spPr>
            <a:xfrm>
              <a:off x="8576763" y="2290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8" name="pt50378"/>
            <p:cNvSpPr/>
            <p:nvPr/>
          </p:nvSpPr>
          <p:spPr>
            <a:xfrm>
              <a:off x="9047895" y="1946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9" name="pt50379"/>
            <p:cNvSpPr/>
            <p:nvPr/>
          </p:nvSpPr>
          <p:spPr>
            <a:xfrm>
              <a:off x="8977900" y="2292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0" name="pt50380"/>
            <p:cNvSpPr/>
            <p:nvPr/>
          </p:nvSpPr>
          <p:spPr>
            <a:xfrm>
              <a:off x="9135057" y="1997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1" name="pt50381"/>
            <p:cNvSpPr/>
            <p:nvPr/>
          </p:nvSpPr>
          <p:spPr>
            <a:xfrm>
              <a:off x="9135057" y="2013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2" name="pt50382"/>
            <p:cNvSpPr/>
            <p:nvPr/>
          </p:nvSpPr>
          <p:spPr>
            <a:xfrm>
              <a:off x="9311758" y="2048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3" name="pt50383"/>
            <p:cNvSpPr/>
            <p:nvPr/>
          </p:nvSpPr>
          <p:spPr>
            <a:xfrm>
              <a:off x="9097834" y="2094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4" name="pt50384"/>
            <p:cNvSpPr/>
            <p:nvPr/>
          </p:nvSpPr>
          <p:spPr>
            <a:xfrm>
              <a:off x="9433552" y="1938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5" name="pt50385"/>
            <p:cNvSpPr/>
            <p:nvPr/>
          </p:nvSpPr>
          <p:spPr>
            <a:xfrm>
              <a:off x="9386161" y="2030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6" name="pt50386"/>
            <p:cNvSpPr/>
            <p:nvPr/>
          </p:nvSpPr>
          <p:spPr>
            <a:xfrm>
              <a:off x="8595298" y="2333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7" name="pt50387"/>
            <p:cNvSpPr/>
            <p:nvPr/>
          </p:nvSpPr>
          <p:spPr>
            <a:xfrm>
              <a:off x="9051878" y="1723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8" name="pt50388"/>
            <p:cNvSpPr/>
            <p:nvPr/>
          </p:nvSpPr>
          <p:spPr>
            <a:xfrm>
              <a:off x="8641456" y="2171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9" name="pt50389"/>
            <p:cNvSpPr/>
            <p:nvPr/>
          </p:nvSpPr>
          <p:spPr>
            <a:xfrm>
              <a:off x="9139900" y="2063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0" name="pt50390"/>
            <p:cNvSpPr/>
            <p:nvPr/>
          </p:nvSpPr>
          <p:spPr>
            <a:xfrm>
              <a:off x="8666631" y="225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1" name="pt50391"/>
            <p:cNvSpPr/>
            <p:nvPr/>
          </p:nvSpPr>
          <p:spPr>
            <a:xfrm>
              <a:off x="8878445" y="1979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2" name="pt50392"/>
            <p:cNvSpPr/>
            <p:nvPr/>
          </p:nvSpPr>
          <p:spPr>
            <a:xfrm>
              <a:off x="8741831" y="2293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3" name="pt50393"/>
            <p:cNvSpPr/>
            <p:nvPr/>
          </p:nvSpPr>
          <p:spPr>
            <a:xfrm>
              <a:off x="8855955" y="2111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4" name="pt50394"/>
            <p:cNvSpPr/>
            <p:nvPr/>
          </p:nvSpPr>
          <p:spPr>
            <a:xfrm>
              <a:off x="8434097" y="2315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5" name="pt50395"/>
            <p:cNvSpPr/>
            <p:nvPr/>
          </p:nvSpPr>
          <p:spPr>
            <a:xfrm>
              <a:off x="8434097" y="2374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6" name="pt50396"/>
            <p:cNvSpPr/>
            <p:nvPr/>
          </p:nvSpPr>
          <p:spPr>
            <a:xfrm>
              <a:off x="8383485" y="2284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7" name="pt50397"/>
            <p:cNvSpPr/>
            <p:nvPr/>
          </p:nvSpPr>
          <p:spPr>
            <a:xfrm>
              <a:off x="8734011" y="2236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8" name="pt50398"/>
            <p:cNvSpPr/>
            <p:nvPr/>
          </p:nvSpPr>
          <p:spPr>
            <a:xfrm>
              <a:off x="9498107" y="2313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9" name="pt50399"/>
            <p:cNvSpPr/>
            <p:nvPr/>
          </p:nvSpPr>
          <p:spPr>
            <a:xfrm>
              <a:off x="9282831" y="1956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0" name="pt50400"/>
            <p:cNvSpPr/>
            <p:nvPr/>
          </p:nvSpPr>
          <p:spPr>
            <a:xfrm>
              <a:off x="8698707" y="2228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1" name="pt50401"/>
            <p:cNvSpPr/>
            <p:nvPr/>
          </p:nvSpPr>
          <p:spPr>
            <a:xfrm>
              <a:off x="8810596" y="2112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2" name="pt50402"/>
            <p:cNvSpPr/>
            <p:nvPr/>
          </p:nvSpPr>
          <p:spPr>
            <a:xfrm>
              <a:off x="9384781" y="2086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3" name="pt50403"/>
            <p:cNvSpPr/>
            <p:nvPr/>
          </p:nvSpPr>
          <p:spPr>
            <a:xfrm>
              <a:off x="8855955" y="2075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4" name="pt50404"/>
            <p:cNvSpPr/>
            <p:nvPr/>
          </p:nvSpPr>
          <p:spPr>
            <a:xfrm>
              <a:off x="8921875" y="1961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5" name="pt50405"/>
            <p:cNvSpPr/>
            <p:nvPr/>
          </p:nvSpPr>
          <p:spPr>
            <a:xfrm>
              <a:off x="8898383" y="2161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6" name="pt50406"/>
            <p:cNvSpPr/>
            <p:nvPr/>
          </p:nvSpPr>
          <p:spPr>
            <a:xfrm>
              <a:off x="8666631" y="2396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7" name="pt50407"/>
            <p:cNvSpPr/>
            <p:nvPr/>
          </p:nvSpPr>
          <p:spPr>
            <a:xfrm>
              <a:off x="9578717" y="227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8" name="pt50408"/>
            <p:cNvSpPr/>
            <p:nvPr/>
          </p:nvSpPr>
          <p:spPr>
            <a:xfrm>
              <a:off x="9065758" y="2044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9" name="pt50409"/>
            <p:cNvSpPr/>
            <p:nvPr/>
          </p:nvSpPr>
          <p:spPr>
            <a:xfrm>
              <a:off x="8505430" y="244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0" name="pt50410"/>
            <p:cNvSpPr/>
            <p:nvPr/>
          </p:nvSpPr>
          <p:spPr>
            <a:xfrm>
              <a:off x="8741831" y="2255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1" name="pt50411"/>
            <p:cNvSpPr/>
            <p:nvPr/>
          </p:nvSpPr>
          <p:spPr>
            <a:xfrm>
              <a:off x="9311758" y="2060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2" name="pt50412"/>
            <p:cNvSpPr/>
            <p:nvPr/>
          </p:nvSpPr>
          <p:spPr>
            <a:xfrm>
              <a:off x="8434097" y="2482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3" name="pt50413"/>
            <p:cNvSpPr/>
            <p:nvPr/>
          </p:nvSpPr>
          <p:spPr>
            <a:xfrm>
              <a:off x="9301896" y="184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4" name="pt50414"/>
            <p:cNvSpPr/>
            <p:nvPr/>
          </p:nvSpPr>
          <p:spPr>
            <a:xfrm>
              <a:off x="9124084" y="2016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5" name="pt50415"/>
            <p:cNvSpPr/>
            <p:nvPr/>
          </p:nvSpPr>
          <p:spPr>
            <a:xfrm>
              <a:off x="8937640" y="1735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6" name="pt50416"/>
            <p:cNvSpPr/>
            <p:nvPr/>
          </p:nvSpPr>
          <p:spPr>
            <a:xfrm>
              <a:off x="8688651" y="2361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7" name="pt50417"/>
            <p:cNvSpPr/>
            <p:nvPr/>
          </p:nvSpPr>
          <p:spPr>
            <a:xfrm>
              <a:off x="8312152" y="2007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8" name="pt50418"/>
            <p:cNvSpPr/>
            <p:nvPr/>
          </p:nvSpPr>
          <p:spPr>
            <a:xfrm>
              <a:off x="8641456" y="2085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9" name="pt50419"/>
            <p:cNvSpPr/>
            <p:nvPr/>
          </p:nvSpPr>
          <p:spPr>
            <a:xfrm>
              <a:off x="9564416" y="2302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0" name="pt50420"/>
            <p:cNvSpPr/>
            <p:nvPr/>
          </p:nvSpPr>
          <p:spPr>
            <a:xfrm>
              <a:off x="8434097" y="2436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1" name="pt50421"/>
            <p:cNvSpPr/>
            <p:nvPr/>
          </p:nvSpPr>
          <p:spPr>
            <a:xfrm>
              <a:off x="8708219" y="2235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2" name="pt50422"/>
            <p:cNvSpPr/>
            <p:nvPr/>
          </p:nvSpPr>
          <p:spPr>
            <a:xfrm>
              <a:off x="8312152" y="2409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3" name="pt50423"/>
            <p:cNvSpPr/>
            <p:nvPr/>
          </p:nvSpPr>
          <p:spPr>
            <a:xfrm>
              <a:off x="8688651" y="2370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4" name="pt50424"/>
            <p:cNvSpPr/>
            <p:nvPr/>
          </p:nvSpPr>
          <p:spPr>
            <a:xfrm>
              <a:off x="8576763" y="2291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5" name="pt50425"/>
            <p:cNvSpPr/>
            <p:nvPr/>
          </p:nvSpPr>
          <p:spPr>
            <a:xfrm>
              <a:off x="8881929" y="232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6" name="pt50426"/>
            <p:cNvSpPr/>
            <p:nvPr/>
          </p:nvSpPr>
          <p:spPr>
            <a:xfrm>
              <a:off x="9879673" y="2538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7" name="pt50427"/>
            <p:cNvSpPr/>
            <p:nvPr/>
          </p:nvSpPr>
          <p:spPr>
            <a:xfrm>
              <a:off x="9083077" y="1690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8" name="pt50428"/>
            <p:cNvSpPr/>
            <p:nvPr/>
          </p:nvSpPr>
          <p:spPr>
            <a:xfrm>
              <a:off x="8666631" y="2457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9" name="pt50429"/>
            <p:cNvSpPr/>
            <p:nvPr/>
          </p:nvSpPr>
          <p:spPr>
            <a:xfrm>
              <a:off x="8677986" y="2380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0" name="pt50430"/>
            <p:cNvSpPr/>
            <p:nvPr/>
          </p:nvSpPr>
          <p:spPr>
            <a:xfrm>
              <a:off x="9834193" y="2447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1" name="pt50431"/>
            <p:cNvSpPr/>
            <p:nvPr/>
          </p:nvSpPr>
          <p:spPr>
            <a:xfrm>
              <a:off x="9318519" y="1841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2" name="pt50432"/>
            <p:cNvSpPr/>
            <p:nvPr/>
          </p:nvSpPr>
          <p:spPr>
            <a:xfrm>
              <a:off x="9060837" y="1706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3" name="pt50433"/>
            <p:cNvSpPr/>
            <p:nvPr/>
          </p:nvSpPr>
          <p:spPr>
            <a:xfrm>
              <a:off x="8473354" y="2164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4" name="pt50434"/>
            <p:cNvSpPr/>
            <p:nvPr/>
          </p:nvSpPr>
          <p:spPr>
            <a:xfrm>
              <a:off x="8383485" y="220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5" name="pt50435"/>
            <p:cNvSpPr/>
            <p:nvPr/>
          </p:nvSpPr>
          <p:spPr>
            <a:xfrm>
              <a:off x="9092704" y="2147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6" name="pt50436"/>
            <p:cNvSpPr/>
            <p:nvPr/>
          </p:nvSpPr>
          <p:spPr>
            <a:xfrm>
              <a:off x="9045188" y="1849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7" name="pt50437"/>
            <p:cNvSpPr/>
            <p:nvPr/>
          </p:nvSpPr>
          <p:spPr>
            <a:xfrm>
              <a:off x="8989504" y="2159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8" name="pt50438"/>
            <p:cNvSpPr/>
            <p:nvPr/>
          </p:nvSpPr>
          <p:spPr>
            <a:xfrm>
              <a:off x="9167133" y="2068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9" name="pt50439"/>
            <p:cNvSpPr/>
            <p:nvPr/>
          </p:nvSpPr>
          <p:spPr>
            <a:xfrm>
              <a:off x="8904556" y="2061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0" name="pt50440"/>
            <p:cNvSpPr/>
            <p:nvPr/>
          </p:nvSpPr>
          <p:spPr>
            <a:xfrm>
              <a:off x="9666217" y="2245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1" name="pt50441"/>
            <p:cNvSpPr/>
            <p:nvPr/>
          </p:nvSpPr>
          <p:spPr>
            <a:xfrm>
              <a:off x="9117880" y="2069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2" name="pt50442"/>
            <p:cNvSpPr/>
            <p:nvPr/>
          </p:nvSpPr>
          <p:spPr>
            <a:xfrm>
              <a:off x="8935109" y="2145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3" name="pt50443"/>
            <p:cNvSpPr/>
            <p:nvPr/>
          </p:nvSpPr>
          <p:spPr>
            <a:xfrm>
              <a:off x="9688802" y="2302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4" name="pt50444"/>
            <p:cNvSpPr/>
            <p:nvPr/>
          </p:nvSpPr>
          <p:spPr>
            <a:xfrm>
              <a:off x="9201130" y="2048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5" name="pt50445"/>
            <p:cNvSpPr/>
            <p:nvPr/>
          </p:nvSpPr>
          <p:spPr>
            <a:xfrm>
              <a:off x="9003873" y="1969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6" name="pt50446"/>
            <p:cNvSpPr/>
            <p:nvPr/>
          </p:nvSpPr>
          <p:spPr>
            <a:xfrm>
              <a:off x="9087421" y="1708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7" name="pt50447"/>
            <p:cNvSpPr/>
            <p:nvPr/>
          </p:nvSpPr>
          <p:spPr>
            <a:xfrm>
              <a:off x="9347687" y="2201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8" name="pt50448"/>
            <p:cNvSpPr/>
            <p:nvPr/>
          </p:nvSpPr>
          <p:spPr>
            <a:xfrm>
              <a:off x="8612066" y="221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9" name="pt50449"/>
            <p:cNvSpPr/>
            <p:nvPr/>
          </p:nvSpPr>
          <p:spPr>
            <a:xfrm>
              <a:off x="9028011" y="1658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0" name="pt50450"/>
            <p:cNvSpPr/>
            <p:nvPr/>
          </p:nvSpPr>
          <p:spPr>
            <a:xfrm>
              <a:off x="9119675" y="2176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1" name="pt50451"/>
            <p:cNvSpPr/>
            <p:nvPr/>
          </p:nvSpPr>
          <p:spPr>
            <a:xfrm>
              <a:off x="8799930" y="2123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2" name="pt50452"/>
            <p:cNvSpPr/>
            <p:nvPr/>
          </p:nvSpPr>
          <p:spPr>
            <a:xfrm>
              <a:off x="8505430" y="2511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3" name="pt50453"/>
            <p:cNvSpPr/>
            <p:nvPr/>
          </p:nvSpPr>
          <p:spPr>
            <a:xfrm>
              <a:off x="8532549" y="2452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4" name="pt50454"/>
            <p:cNvSpPr/>
            <p:nvPr/>
          </p:nvSpPr>
          <p:spPr>
            <a:xfrm>
              <a:off x="9138300" y="2192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5" name="pt50455"/>
            <p:cNvSpPr/>
            <p:nvPr/>
          </p:nvSpPr>
          <p:spPr>
            <a:xfrm>
              <a:off x="8788576" y="2406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6" name="pt50456"/>
            <p:cNvSpPr/>
            <p:nvPr/>
          </p:nvSpPr>
          <p:spPr>
            <a:xfrm>
              <a:off x="8947416" y="1946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7" name="pt50457"/>
            <p:cNvSpPr/>
            <p:nvPr/>
          </p:nvSpPr>
          <p:spPr>
            <a:xfrm>
              <a:off x="8434097" y="2399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8" name="pt50458"/>
            <p:cNvSpPr/>
            <p:nvPr/>
          </p:nvSpPr>
          <p:spPr>
            <a:xfrm>
              <a:off x="8749319" y="2110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9" name="pt50459"/>
            <p:cNvSpPr/>
            <p:nvPr/>
          </p:nvSpPr>
          <p:spPr>
            <a:xfrm>
              <a:off x="8576763" y="2329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0" name="pt50460"/>
            <p:cNvSpPr/>
            <p:nvPr/>
          </p:nvSpPr>
          <p:spPr>
            <a:xfrm>
              <a:off x="9051878" y="1787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1" name="pt50461"/>
            <p:cNvSpPr/>
            <p:nvPr/>
          </p:nvSpPr>
          <p:spPr>
            <a:xfrm>
              <a:off x="8505430" y="2506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2" name="pt50462"/>
            <p:cNvSpPr/>
            <p:nvPr/>
          </p:nvSpPr>
          <p:spPr>
            <a:xfrm>
              <a:off x="8556041" y="2442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3" name="pt50463"/>
            <p:cNvSpPr/>
            <p:nvPr/>
          </p:nvSpPr>
          <p:spPr>
            <a:xfrm>
              <a:off x="9329422" y="2096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4" name="pt50464"/>
            <p:cNvSpPr/>
            <p:nvPr/>
          </p:nvSpPr>
          <p:spPr>
            <a:xfrm>
              <a:off x="9511026" y="2439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5" name="pt50465"/>
            <p:cNvSpPr/>
            <p:nvPr/>
          </p:nvSpPr>
          <p:spPr>
            <a:xfrm>
              <a:off x="9106706" y="1964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6" name="pt50466"/>
            <p:cNvSpPr/>
            <p:nvPr/>
          </p:nvSpPr>
          <p:spPr>
            <a:xfrm>
              <a:off x="8473354" y="2322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7" name="pt50467"/>
            <p:cNvSpPr/>
            <p:nvPr/>
          </p:nvSpPr>
          <p:spPr>
            <a:xfrm>
              <a:off x="8505430" y="2346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8" name="pt50468"/>
            <p:cNvSpPr/>
            <p:nvPr/>
          </p:nvSpPr>
          <p:spPr>
            <a:xfrm>
              <a:off x="8788576" y="2251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9" name="pt50469"/>
            <p:cNvSpPr/>
            <p:nvPr/>
          </p:nvSpPr>
          <p:spPr>
            <a:xfrm>
              <a:off x="9285286" y="1809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0" name="pt50470"/>
            <p:cNvSpPr/>
            <p:nvPr/>
          </p:nvSpPr>
          <p:spPr>
            <a:xfrm>
              <a:off x="9218764" y="1842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1" name="pt50471"/>
            <p:cNvSpPr/>
            <p:nvPr/>
          </p:nvSpPr>
          <p:spPr>
            <a:xfrm>
              <a:off x="8556041" y="2585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2" name="pt50472"/>
            <p:cNvSpPr/>
            <p:nvPr/>
          </p:nvSpPr>
          <p:spPr>
            <a:xfrm>
              <a:off x="8505430" y="2326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3" name="pt50473"/>
            <p:cNvSpPr/>
            <p:nvPr/>
          </p:nvSpPr>
          <p:spPr>
            <a:xfrm>
              <a:off x="8867559" y="2024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4" name="pt50474"/>
            <p:cNvSpPr/>
            <p:nvPr/>
          </p:nvSpPr>
          <p:spPr>
            <a:xfrm>
              <a:off x="8576763" y="2202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5" name="pt50475"/>
            <p:cNvSpPr/>
            <p:nvPr/>
          </p:nvSpPr>
          <p:spPr>
            <a:xfrm>
              <a:off x="9371637" y="2199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6" name="pt50476"/>
            <p:cNvSpPr/>
            <p:nvPr/>
          </p:nvSpPr>
          <p:spPr>
            <a:xfrm>
              <a:off x="9218255" y="1836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7" name="pt50477"/>
            <p:cNvSpPr/>
            <p:nvPr/>
          </p:nvSpPr>
          <p:spPr>
            <a:xfrm>
              <a:off x="8855955" y="2147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8" name="pt50478"/>
            <p:cNvSpPr/>
            <p:nvPr/>
          </p:nvSpPr>
          <p:spPr>
            <a:xfrm>
              <a:off x="8927288" y="2086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9" name="pt50479"/>
            <p:cNvSpPr/>
            <p:nvPr/>
          </p:nvSpPr>
          <p:spPr>
            <a:xfrm>
              <a:off x="9005590" y="1852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0" name="pt50480"/>
            <p:cNvSpPr/>
            <p:nvPr/>
          </p:nvSpPr>
          <p:spPr>
            <a:xfrm>
              <a:off x="9176429" y="1841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1" name="pt50481"/>
            <p:cNvSpPr/>
            <p:nvPr/>
          </p:nvSpPr>
          <p:spPr>
            <a:xfrm>
              <a:off x="8901496" y="1563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2" name="pt50482"/>
            <p:cNvSpPr/>
            <p:nvPr/>
          </p:nvSpPr>
          <p:spPr>
            <a:xfrm>
              <a:off x="9217744" y="2101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3" name="pt50483"/>
            <p:cNvSpPr/>
            <p:nvPr/>
          </p:nvSpPr>
          <p:spPr>
            <a:xfrm>
              <a:off x="9325863" y="2189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4" name="pt50484"/>
            <p:cNvSpPr/>
            <p:nvPr/>
          </p:nvSpPr>
          <p:spPr>
            <a:xfrm>
              <a:off x="9282831" y="2104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5" name="pt50485"/>
            <p:cNvSpPr/>
            <p:nvPr/>
          </p:nvSpPr>
          <p:spPr>
            <a:xfrm>
              <a:off x="8612066" y="2169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6" name="pt50486"/>
            <p:cNvSpPr/>
            <p:nvPr/>
          </p:nvSpPr>
          <p:spPr>
            <a:xfrm>
              <a:off x="8556041" y="2433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7" name="pt50487"/>
            <p:cNvSpPr/>
            <p:nvPr/>
          </p:nvSpPr>
          <p:spPr>
            <a:xfrm>
              <a:off x="9143835" y="2006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8" name="pt50488"/>
            <p:cNvSpPr/>
            <p:nvPr/>
          </p:nvSpPr>
          <p:spPr>
            <a:xfrm>
              <a:off x="8763400" y="2264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9" name="pt50489"/>
            <p:cNvSpPr/>
            <p:nvPr/>
          </p:nvSpPr>
          <p:spPr>
            <a:xfrm>
              <a:off x="8698707" y="2377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0" name="pt50490"/>
            <p:cNvSpPr/>
            <p:nvPr/>
          </p:nvSpPr>
          <p:spPr>
            <a:xfrm>
              <a:off x="9143835" y="2104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1" name="pt50491"/>
            <p:cNvSpPr/>
            <p:nvPr/>
          </p:nvSpPr>
          <p:spPr>
            <a:xfrm>
              <a:off x="8895213" y="2207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2" name="pt50492"/>
            <p:cNvSpPr/>
            <p:nvPr/>
          </p:nvSpPr>
          <p:spPr>
            <a:xfrm>
              <a:off x="8859909" y="2111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3" name="pt50493"/>
            <p:cNvSpPr/>
            <p:nvPr/>
          </p:nvSpPr>
          <p:spPr>
            <a:xfrm>
              <a:off x="9109567" y="1928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4" name="pt50494"/>
            <p:cNvSpPr/>
            <p:nvPr/>
          </p:nvSpPr>
          <p:spPr>
            <a:xfrm>
              <a:off x="9347687" y="2189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5" name="pt50495"/>
            <p:cNvSpPr/>
            <p:nvPr/>
          </p:nvSpPr>
          <p:spPr>
            <a:xfrm>
              <a:off x="8919104" y="2081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6" name="pt50496"/>
            <p:cNvSpPr/>
            <p:nvPr/>
          </p:nvSpPr>
          <p:spPr>
            <a:xfrm>
              <a:off x="8810596" y="2226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7" name="pt50497"/>
            <p:cNvSpPr/>
            <p:nvPr/>
          </p:nvSpPr>
          <p:spPr>
            <a:xfrm>
              <a:off x="9512564" y="2375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8" name="pt50498"/>
            <p:cNvSpPr/>
            <p:nvPr/>
          </p:nvSpPr>
          <p:spPr>
            <a:xfrm>
              <a:off x="9347687" y="2094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9" name="pt50499"/>
            <p:cNvSpPr/>
            <p:nvPr/>
          </p:nvSpPr>
          <p:spPr>
            <a:xfrm>
              <a:off x="8971798" y="2142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0" name="pt50500"/>
            <p:cNvSpPr/>
            <p:nvPr/>
          </p:nvSpPr>
          <p:spPr>
            <a:xfrm>
              <a:off x="8688651" y="2442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1" name="pt50501"/>
            <p:cNvSpPr/>
            <p:nvPr/>
          </p:nvSpPr>
          <p:spPr>
            <a:xfrm>
              <a:off x="8935109" y="2142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2" name="pt50502"/>
            <p:cNvSpPr/>
            <p:nvPr/>
          </p:nvSpPr>
          <p:spPr>
            <a:xfrm>
              <a:off x="9205570" y="2031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3" name="pt50503"/>
            <p:cNvSpPr/>
            <p:nvPr/>
          </p:nvSpPr>
          <p:spPr>
            <a:xfrm>
              <a:off x="8312152" y="2686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4" name="pt50504"/>
            <p:cNvSpPr/>
            <p:nvPr/>
          </p:nvSpPr>
          <p:spPr>
            <a:xfrm>
              <a:off x="8383485" y="2047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5" name="pt50505"/>
            <p:cNvSpPr/>
            <p:nvPr/>
          </p:nvSpPr>
          <p:spPr>
            <a:xfrm>
              <a:off x="9408619" y="2231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6" name="pt50506"/>
            <p:cNvSpPr/>
            <p:nvPr/>
          </p:nvSpPr>
          <p:spPr>
            <a:xfrm>
              <a:off x="8473354" y="2375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7" name="pt50507"/>
            <p:cNvSpPr/>
            <p:nvPr/>
          </p:nvSpPr>
          <p:spPr>
            <a:xfrm>
              <a:off x="9811851" y="2650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8" name="pt50508"/>
            <p:cNvSpPr/>
            <p:nvPr/>
          </p:nvSpPr>
          <p:spPr>
            <a:xfrm>
              <a:off x="9344232" y="2222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9" name="pt50509"/>
            <p:cNvSpPr/>
            <p:nvPr/>
          </p:nvSpPr>
          <p:spPr>
            <a:xfrm>
              <a:off x="8741831" y="2218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0" name="pt50510"/>
            <p:cNvSpPr/>
            <p:nvPr/>
          </p:nvSpPr>
          <p:spPr>
            <a:xfrm>
              <a:off x="9047895" y="1847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1" name="pt50511"/>
            <p:cNvSpPr/>
            <p:nvPr/>
          </p:nvSpPr>
          <p:spPr>
            <a:xfrm>
              <a:off x="8776438" y="2078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2" name="pt50512"/>
            <p:cNvSpPr/>
            <p:nvPr/>
          </p:nvSpPr>
          <p:spPr>
            <a:xfrm>
              <a:off x="8987622" y="2203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3" name="pt50513"/>
            <p:cNvSpPr/>
            <p:nvPr/>
          </p:nvSpPr>
          <p:spPr>
            <a:xfrm>
              <a:off x="8473354" y="2473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4" name="pt50514"/>
            <p:cNvSpPr/>
            <p:nvPr/>
          </p:nvSpPr>
          <p:spPr>
            <a:xfrm>
              <a:off x="8312152" y="2542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5" name="pt50515"/>
            <p:cNvSpPr/>
            <p:nvPr/>
          </p:nvSpPr>
          <p:spPr>
            <a:xfrm>
              <a:off x="9574258" y="2203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6" name="pt50516"/>
            <p:cNvSpPr/>
            <p:nvPr/>
          </p:nvSpPr>
          <p:spPr>
            <a:xfrm>
              <a:off x="9653069" y="2332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7" name="pt50517"/>
            <p:cNvSpPr/>
            <p:nvPr/>
          </p:nvSpPr>
          <p:spPr>
            <a:xfrm>
              <a:off x="8312152" y="2450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8" name="pt50518"/>
            <p:cNvSpPr/>
            <p:nvPr/>
          </p:nvSpPr>
          <p:spPr>
            <a:xfrm>
              <a:off x="9106706" y="2010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9" name="pt50519"/>
            <p:cNvSpPr/>
            <p:nvPr/>
          </p:nvSpPr>
          <p:spPr>
            <a:xfrm>
              <a:off x="9143835" y="218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0" name="pt50520"/>
            <p:cNvSpPr/>
            <p:nvPr/>
          </p:nvSpPr>
          <p:spPr>
            <a:xfrm>
              <a:off x="8815695" y="2064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1" name="pt50521"/>
            <p:cNvSpPr/>
            <p:nvPr/>
          </p:nvSpPr>
          <p:spPr>
            <a:xfrm>
              <a:off x="9018749" y="200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2" name="pt50522"/>
            <p:cNvSpPr/>
            <p:nvPr/>
          </p:nvSpPr>
          <p:spPr>
            <a:xfrm>
              <a:off x="9144612" y="1998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3" name="pt50523"/>
            <p:cNvSpPr/>
            <p:nvPr/>
          </p:nvSpPr>
          <p:spPr>
            <a:xfrm>
              <a:off x="8312152" y="2442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4" name="pt50524"/>
            <p:cNvSpPr/>
            <p:nvPr/>
          </p:nvSpPr>
          <p:spPr>
            <a:xfrm>
              <a:off x="8505430" y="2401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5" name="pt50525"/>
            <p:cNvSpPr/>
            <p:nvPr/>
          </p:nvSpPr>
          <p:spPr>
            <a:xfrm>
              <a:off x="9143835" y="2016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6" name="pt50526"/>
            <p:cNvSpPr/>
            <p:nvPr/>
          </p:nvSpPr>
          <p:spPr>
            <a:xfrm>
              <a:off x="8654494" y="2363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7" name="pt50527"/>
            <p:cNvSpPr/>
            <p:nvPr/>
          </p:nvSpPr>
          <p:spPr>
            <a:xfrm>
              <a:off x="8688651" y="2322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8" name="pt50528"/>
            <p:cNvSpPr/>
            <p:nvPr/>
          </p:nvSpPr>
          <p:spPr>
            <a:xfrm>
              <a:off x="8977900" y="2279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9" name="pt50529"/>
            <p:cNvSpPr/>
            <p:nvPr/>
          </p:nvSpPr>
          <p:spPr>
            <a:xfrm>
              <a:off x="8312152" y="2231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0" name="pt50530"/>
            <p:cNvSpPr/>
            <p:nvPr/>
          </p:nvSpPr>
          <p:spPr>
            <a:xfrm>
              <a:off x="9349631" y="2288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1" name="pt50531"/>
            <p:cNvSpPr/>
            <p:nvPr/>
          </p:nvSpPr>
          <p:spPr>
            <a:xfrm>
              <a:off x="8977900" y="2330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2" name="pt50532"/>
            <p:cNvSpPr/>
            <p:nvPr/>
          </p:nvSpPr>
          <p:spPr>
            <a:xfrm>
              <a:off x="9238466" y="1882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3" name="pt50533"/>
            <p:cNvSpPr/>
            <p:nvPr/>
          </p:nvSpPr>
          <p:spPr>
            <a:xfrm>
              <a:off x="8556041" y="2588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4" name="pt50534"/>
            <p:cNvSpPr/>
            <p:nvPr/>
          </p:nvSpPr>
          <p:spPr>
            <a:xfrm>
              <a:off x="8725827" y="2212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5" name="pt50535"/>
            <p:cNvSpPr/>
            <p:nvPr/>
          </p:nvSpPr>
          <p:spPr>
            <a:xfrm>
              <a:off x="8434097" y="2292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6" name="pt50536"/>
            <p:cNvSpPr/>
            <p:nvPr/>
          </p:nvSpPr>
          <p:spPr>
            <a:xfrm>
              <a:off x="8473354" y="2323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7" name="pt50537"/>
            <p:cNvSpPr/>
            <p:nvPr/>
          </p:nvSpPr>
          <p:spPr>
            <a:xfrm>
              <a:off x="9577860" y="2464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8" name="pt50538"/>
            <p:cNvSpPr/>
            <p:nvPr/>
          </p:nvSpPr>
          <p:spPr>
            <a:xfrm>
              <a:off x="8878445" y="1886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9" name="pt50539"/>
            <p:cNvSpPr/>
            <p:nvPr/>
          </p:nvSpPr>
          <p:spPr>
            <a:xfrm>
              <a:off x="8851911" y="2056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0" name="pt50540"/>
            <p:cNvSpPr/>
            <p:nvPr/>
          </p:nvSpPr>
          <p:spPr>
            <a:xfrm>
              <a:off x="9653069" y="2686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1" name="pt50541"/>
            <p:cNvSpPr/>
            <p:nvPr/>
          </p:nvSpPr>
          <p:spPr>
            <a:xfrm>
              <a:off x="8312152" y="2545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2" name="pt50542"/>
            <p:cNvSpPr/>
            <p:nvPr/>
          </p:nvSpPr>
          <p:spPr>
            <a:xfrm>
              <a:off x="8847771" y="210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3" name="pt50543"/>
            <p:cNvSpPr/>
            <p:nvPr/>
          </p:nvSpPr>
          <p:spPr>
            <a:xfrm>
              <a:off x="8641456" y="2044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4" name="pt50544"/>
            <p:cNvSpPr/>
            <p:nvPr/>
          </p:nvSpPr>
          <p:spPr>
            <a:xfrm>
              <a:off x="9078622" y="1857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5" name="pt50545"/>
            <p:cNvSpPr/>
            <p:nvPr/>
          </p:nvSpPr>
          <p:spPr>
            <a:xfrm>
              <a:off x="9396086" y="2036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6" name="pt50546"/>
            <p:cNvSpPr/>
            <p:nvPr/>
          </p:nvSpPr>
          <p:spPr>
            <a:xfrm>
              <a:off x="8473354" y="2258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7" name="pt50547"/>
            <p:cNvSpPr/>
            <p:nvPr/>
          </p:nvSpPr>
          <p:spPr>
            <a:xfrm>
              <a:off x="8666631" y="2366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8" name="pt50548"/>
            <p:cNvSpPr/>
            <p:nvPr/>
          </p:nvSpPr>
          <p:spPr>
            <a:xfrm>
              <a:off x="9178998" y="1992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9" name="pt50549"/>
            <p:cNvSpPr/>
            <p:nvPr/>
          </p:nvSpPr>
          <p:spPr>
            <a:xfrm>
              <a:off x="8741831" y="2305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0" name="pt50550"/>
            <p:cNvSpPr/>
            <p:nvPr/>
          </p:nvSpPr>
          <p:spPr>
            <a:xfrm>
              <a:off x="9654228" y="2286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1" name="pt50551"/>
            <p:cNvSpPr/>
            <p:nvPr/>
          </p:nvSpPr>
          <p:spPr>
            <a:xfrm>
              <a:off x="8937640" y="1646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2" name="pt50552"/>
            <p:cNvSpPr/>
            <p:nvPr/>
          </p:nvSpPr>
          <p:spPr>
            <a:xfrm>
              <a:off x="9097834" y="2135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3" name="pt50553"/>
            <p:cNvSpPr/>
            <p:nvPr/>
          </p:nvSpPr>
          <p:spPr>
            <a:xfrm>
              <a:off x="9209365" y="2133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4" name="pt50554"/>
            <p:cNvSpPr/>
            <p:nvPr/>
          </p:nvSpPr>
          <p:spPr>
            <a:xfrm>
              <a:off x="9064541" y="1767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5" name="pt50555"/>
            <p:cNvSpPr/>
            <p:nvPr/>
          </p:nvSpPr>
          <p:spPr>
            <a:xfrm>
              <a:off x="8383485" y="2579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6" name="pt50556"/>
            <p:cNvSpPr/>
            <p:nvPr/>
          </p:nvSpPr>
          <p:spPr>
            <a:xfrm>
              <a:off x="8825472" y="2157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7" name="pt50557"/>
            <p:cNvSpPr/>
            <p:nvPr/>
          </p:nvSpPr>
          <p:spPr>
            <a:xfrm>
              <a:off x="9143835" y="2090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8" name="pt50558"/>
            <p:cNvSpPr/>
            <p:nvPr/>
          </p:nvSpPr>
          <p:spPr>
            <a:xfrm>
              <a:off x="9577860" y="2250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9" name="pt50559"/>
            <p:cNvSpPr/>
            <p:nvPr/>
          </p:nvSpPr>
          <p:spPr>
            <a:xfrm>
              <a:off x="9347687" y="2110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0" name="pt50560"/>
            <p:cNvSpPr/>
            <p:nvPr/>
          </p:nvSpPr>
          <p:spPr>
            <a:xfrm>
              <a:off x="8595298" y="2214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1" name="pt50561"/>
            <p:cNvSpPr/>
            <p:nvPr/>
          </p:nvSpPr>
          <p:spPr>
            <a:xfrm>
              <a:off x="9376059" y="2097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2" name="pt50562"/>
            <p:cNvSpPr/>
            <p:nvPr/>
          </p:nvSpPr>
          <p:spPr>
            <a:xfrm>
              <a:off x="9241172" y="1895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3" name="pt50563"/>
            <p:cNvSpPr/>
            <p:nvPr/>
          </p:nvSpPr>
          <p:spPr>
            <a:xfrm>
              <a:off x="8505430" y="2420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4" name="pt50564"/>
            <p:cNvSpPr/>
            <p:nvPr/>
          </p:nvSpPr>
          <p:spPr>
            <a:xfrm>
              <a:off x="9202808" y="2097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5" name="pt50565"/>
            <p:cNvSpPr/>
            <p:nvPr/>
          </p:nvSpPr>
          <p:spPr>
            <a:xfrm>
              <a:off x="8776438" y="1988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6" name="pt50566"/>
            <p:cNvSpPr/>
            <p:nvPr/>
          </p:nvSpPr>
          <p:spPr>
            <a:xfrm>
              <a:off x="9376059" y="2156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7" name="pt50567"/>
            <p:cNvSpPr/>
            <p:nvPr/>
          </p:nvSpPr>
          <p:spPr>
            <a:xfrm>
              <a:off x="9201130" y="2029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8" name="pt50568"/>
            <p:cNvSpPr/>
            <p:nvPr/>
          </p:nvSpPr>
          <p:spPr>
            <a:xfrm>
              <a:off x="8434097" y="2509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9" name="pt50569"/>
            <p:cNvSpPr/>
            <p:nvPr/>
          </p:nvSpPr>
          <p:spPr>
            <a:xfrm>
              <a:off x="8688651" y="2308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0" name="pt50570"/>
            <p:cNvSpPr/>
            <p:nvPr/>
          </p:nvSpPr>
          <p:spPr>
            <a:xfrm>
              <a:off x="8434097" y="2269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1" name="pt50571"/>
            <p:cNvSpPr/>
            <p:nvPr/>
          </p:nvSpPr>
          <p:spPr>
            <a:xfrm>
              <a:off x="8312152" y="2544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2" name="pt50572"/>
            <p:cNvSpPr/>
            <p:nvPr/>
          </p:nvSpPr>
          <p:spPr>
            <a:xfrm>
              <a:off x="9530304" y="2474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3" name="pt50573"/>
            <p:cNvSpPr/>
            <p:nvPr/>
          </p:nvSpPr>
          <p:spPr>
            <a:xfrm>
              <a:off x="9440320" y="2026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4" name="pt50574"/>
            <p:cNvSpPr/>
            <p:nvPr/>
          </p:nvSpPr>
          <p:spPr>
            <a:xfrm>
              <a:off x="8921875" y="2142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5" name="pt50575"/>
            <p:cNvSpPr/>
            <p:nvPr/>
          </p:nvSpPr>
          <p:spPr>
            <a:xfrm>
              <a:off x="8839187" y="2215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6" name="pt50576"/>
            <p:cNvSpPr/>
            <p:nvPr/>
          </p:nvSpPr>
          <p:spPr>
            <a:xfrm>
              <a:off x="9139900" y="2070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7" name="pt50577"/>
            <p:cNvSpPr/>
            <p:nvPr/>
          </p:nvSpPr>
          <p:spPr>
            <a:xfrm>
              <a:off x="8312152" y="2627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8" name="pt50578"/>
            <p:cNvSpPr/>
            <p:nvPr/>
          </p:nvSpPr>
          <p:spPr>
            <a:xfrm>
              <a:off x="9654228" y="2273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9" name="pt50579"/>
            <p:cNvSpPr/>
            <p:nvPr/>
          </p:nvSpPr>
          <p:spPr>
            <a:xfrm>
              <a:off x="9128386" y="2103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0" name="pt50580"/>
            <p:cNvSpPr/>
            <p:nvPr/>
          </p:nvSpPr>
          <p:spPr>
            <a:xfrm>
              <a:off x="9121452" y="2261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1" name="pt50581"/>
            <p:cNvSpPr/>
            <p:nvPr/>
          </p:nvSpPr>
          <p:spPr>
            <a:xfrm>
              <a:off x="8312152" y="2434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2" name="pt50582"/>
            <p:cNvSpPr/>
            <p:nvPr/>
          </p:nvSpPr>
          <p:spPr>
            <a:xfrm>
              <a:off x="8505430" y="2562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3" name="pt50583"/>
            <p:cNvSpPr/>
            <p:nvPr/>
          </p:nvSpPr>
          <p:spPr>
            <a:xfrm>
              <a:off x="9350114" y="2177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4" name="pt50584"/>
            <p:cNvSpPr/>
            <p:nvPr/>
          </p:nvSpPr>
          <p:spPr>
            <a:xfrm>
              <a:off x="8473354" y="2222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5" name="pt50585"/>
            <p:cNvSpPr/>
            <p:nvPr/>
          </p:nvSpPr>
          <p:spPr>
            <a:xfrm>
              <a:off x="9318519" y="1804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6" name="pt50586"/>
            <p:cNvSpPr/>
            <p:nvPr/>
          </p:nvSpPr>
          <p:spPr>
            <a:xfrm>
              <a:off x="9135057" y="2224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7" name="pt50587"/>
            <p:cNvSpPr/>
            <p:nvPr/>
          </p:nvSpPr>
          <p:spPr>
            <a:xfrm>
              <a:off x="8834733" y="2271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8" name="pt50588"/>
            <p:cNvSpPr/>
            <p:nvPr/>
          </p:nvSpPr>
          <p:spPr>
            <a:xfrm>
              <a:off x="8916289" y="2036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9" name="pt50589"/>
            <p:cNvSpPr/>
            <p:nvPr/>
          </p:nvSpPr>
          <p:spPr>
            <a:xfrm>
              <a:off x="8942596" y="1986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0" name="pt50590"/>
            <p:cNvSpPr/>
            <p:nvPr/>
          </p:nvSpPr>
          <p:spPr>
            <a:xfrm>
              <a:off x="9051878" y="1930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1" name="pt50591"/>
            <p:cNvSpPr/>
            <p:nvPr/>
          </p:nvSpPr>
          <p:spPr>
            <a:xfrm>
              <a:off x="8859909" y="1857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2" name="pt50592"/>
            <p:cNvSpPr/>
            <p:nvPr/>
          </p:nvSpPr>
          <p:spPr>
            <a:xfrm>
              <a:off x="8383485" y="2348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3" name="pt50593"/>
            <p:cNvSpPr/>
            <p:nvPr/>
          </p:nvSpPr>
          <p:spPr>
            <a:xfrm>
              <a:off x="8717243" y="2296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4" name="pt50594"/>
            <p:cNvSpPr/>
            <p:nvPr/>
          </p:nvSpPr>
          <p:spPr>
            <a:xfrm>
              <a:off x="9201130" y="1944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5" name="pt50595"/>
            <p:cNvSpPr/>
            <p:nvPr/>
          </p:nvSpPr>
          <p:spPr>
            <a:xfrm>
              <a:off x="8749319" y="2194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6" name="pt50596"/>
            <p:cNvSpPr/>
            <p:nvPr/>
          </p:nvSpPr>
          <p:spPr>
            <a:xfrm>
              <a:off x="8847771" y="2082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7" name="pt50597"/>
            <p:cNvSpPr/>
            <p:nvPr/>
          </p:nvSpPr>
          <p:spPr>
            <a:xfrm>
              <a:off x="9228169" y="1822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8" name="pt50598"/>
            <p:cNvSpPr/>
            <p:nvPr/>
          </p:nvSpPr>
          <p:spPr>
            <a:xfrm>
              <a:off x="8505430" y="2460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9" name="pt50599"/>
            <p:cNvSpPr/>
            <p:nvPr/>
          </p:nvSpPr>
          <p:spPr>
            <a:xfrm>
              <a:off x="9240724" y="1826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0" name="pt50600"/>
            <p:cNvSpPr/>
            <p:nvPr/>
          </p:nvSpPr>
          <p:spPr>
            <a:xfrm>
              <a:off x="9240724" y="1935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1" name="pt50601"/>
            <p:cNvSpPr/>
            <p:nvPr/>
          </p:nvSpPr>
          <p:spPr>
            <a:xfrm>
              <a:off x="8383485" y="2367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2" name="pt50602"/>
            <p:cNvSpPr/>
            <p:nvPr/>
          </p:nvSpPr>
          <p:spPr>
            <a:xfrm>
              <a:off x="9217744" y="2132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3" name="pt50603"/>
            <p:cNvSpPr/>
            <p:nvPr/>
          </p:nvSpPr>
          <p:spPr>
            <a:xfrm>
              <a:off x="9244278" y="1927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4" name="pt50604"/>
            <p:cNvSpPr/>
            <p:nvPr/>
          </p:nvSpPr>
          <p:spPr>
            <a:xfrm>
              <a:off x="8839187" y="2118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5" name="pt50605"/>
            <p:cNvSpPr/>
            <p:nvPr/>
          </p:nvSpPr>
          <p:spPr>
            <a:xfrm>
              <a:off x="9573244" y="2164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6" name="pt50606"/>
            <p:cNvSpPr/>
            <p:nvPr/>
          </p:nvSpPr>
          <p:spPr>
            <a:xfrm>
              <a:off x="8830164" y="2165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7" name="pt50607"/>
            <p:cNvSpPr/>
            <p:nvPr/>
          </p:nvSpPr>
          <p:spPr>
            <a:xfrm>
              <a:off x="8810596" y="2057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8" name="pt50608"/>
            <p:cNvSpPr/>
            <p:nvPr/>
          </p:nvSpPr>
          <p:spPr>
            <a:xfrm>
              <a:off x="8505430" y="2313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9" name="pt50609"/>
            <p:cNvSpPr/>
            <p:nvPr/>
          </p:nvSpPr>
          <p:spPr>
            <a:xfrm>
              <a:off x="9091660" y="1845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0" name="pt50610"/>
            <p:cNvSpPr/>
            <p:nvPr/>
          </p:nvSpPr>
          <p:spPr>
            <a:xfrm>
              <a:off x="8312152" y="2433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1" name="pt50611"/>
            <p:cNvSpPr/>
            <p:nvPr/>
          </p:nvSpPr>
          <p:spPr>
            <a:xfrm>
              <a:off x="8763400" y="2300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2" name="pt50612"/>
            <p:cNvSpPr/>
            <p:nvPr/>
          </p:nvSpPr>
          <p:spPr>
            <a:xfrm>
              <a:off x="9117880" y="2197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3" name="pt50613"/>
            <p:cNvSpPr/>
            <p:nvPr/>
          </p:nvSpPr>
          <p:spPr>
            <a:xfrm>
              <a:off x="8505430" y="2357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4" name="pt50614"/>
            <p:cNvSpPr/>
            <p:nvPr/>
          </p:nvSpPr>
          <p:spPr>
            <a:xfrm>
              <a:off x="8963317" y="2085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5" name="pt50615"/>
            <p:cNvSpPr/>
            <p:nvPr/>
          </p:nvSpPr>
          <p:spPr>
            <a:xfrm>
              <a:off x="8383485" y="2175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6" name="pt50616"/>
            <p:cNvSpPr/>
            <p:nvPr/>
          </p:nvSpPr>
          <p:spPr>
            <a:xfrm>
              <a:off x="8627374" y="2314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7" name="pt50617"/>
            <p:cNvSpPr/>
            <p:nvPr/>
          </p:nvSpPr>
          <p:spPr>
            <a:xfrm>
              <a:off x="8895213" y="2212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8" name="pt50618"/>
            <p:cNvSpPr/>
            <p:nvPr/>
          </p:nvSpPr>
          <p:spPr>
            <a:xfrm>
              <a:off x="9070546" y="2316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9" name="pt50619"/>
            <p:cNvSpPr/>
            <p:nvPr/>
          </p:nvSpPr>
          <p:spPr>
            <a:xfrm>
              <a:off x="8434097" y="2318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0" name="pt50620"/>
            <p:cNvSpPr/>
            <p:nvPr/>
          </p:nvSpPr>
          <p:spPr>
            <a:xfrm>
              <a:off x="8612066" y="2249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1" name="pt50621"/>
            <p:cNvSpPr/>
            <p:nvPr/>
          </p:nvSpPr>
          <p:spPr>
            <a:xfrm>
              <a:off x="8810596" y="2200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2" name="pt50622"/>
            <p:cNvSpPr/>
            <p:nvPr/>
          </p:nvSpPr>
          <p:spPr>
            <a:xfrm>
              <a:off x="8434097" y="2335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3" name="pt50623"/>
            <p:cNvSpPr/>
            <p:nvPr/>
          </p:nvSpPr>
          <p:spPr>
            <a:xfrm>
              <a:off x="8677986" y="2451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4" name="pt50624"/>
            <p:cNvSpPr/>
            <p:nvPr/>
          </p:nvSpPr>
          <p:spPr>
            <a:xfrm>
              <a:off x="8666631" y="2367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5" name="pt50625"/>
            <p:cNvSpPr/>
            <p:nvPr/>
          </p:nvSpPr>
          <p:spPr>
            <a:xfrm>
              <a:off x="9285982" y="1722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6" name="pt50626"/>
            <p:cNvSpPr/>
            <p:nvPr/>
          </p:nvSpPr>
          <p:spPr>
            <a:xfrm>
              <a:off x="8874891" y="1959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7" name="pt50627"/>
            <p:cNvSpPr/>
            <p:nvPr/>
          </p:nvSpPr>
          <p:spPr>
            <a:xfrm>
              <a:off x="8595298" y="2218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8" name="pt50628"/>
            <p:cNvSpPr/>
            <p:nvPr/>
          </p:nvSpPr>
          <p:spPr>
            <a:xfrm>
              <a:off x="9053186" y="1692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9" name="pt50629"/>
            <p:cNvSpPr/>
            <p:nvPr/>
          </p:nvSpPr>
          <p:spPr>
            <a:xfrm>
              <a:off x="9024978" y="1905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0" name="pt50630"/>
            <p:cNvSpPr/>
            <p:nvPr/>
          </p:nvSpPr>
          <p:spPr>
            <a:xfrm>
              <a:off x="8312152" y="2604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1" name="pt50631"/>
            <p:cNvSpPr/>
            <p:nvPr/>
          </p:nvSpPr>
          <p:spPr>
            <a:xfrm>
              <a:off x="8987622" y="2253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2" name="pt50632"/>
            <p:cNvSpPr/>
            <p:nvPr/>
          </p:nvSpPr>
          <p:spPr>
            <a:xfrm>
              <a:off x="8741831" y="2141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3" name="pt50633"/>
            <p:cNvSpPr/>
            <p:nvPr/>
          </p:nvSpPr>
          <p:spPr>
            <a:xfrm>
              <a:off x="8985720" y="2291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4" name="pt50634"/>
            <p:cNvSpPr/>
            <p:nvPr/>
          </p:nvSpPr>
          <p:spPr>
            <a:xfrm>
              <a:off x="9072891" y="2211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5" name="pt50635"/>
            <p:cNvSpPr/>
            <p:nvPr/>
          </p:nvSpPr>
          <p:spPr>
            <a:xfrm>
              <a:off x="8312152" y="2365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6" name="pt50636"/>
            <p:cNvSpPr/>
            <p:nvPr/>
          </p:nvSpPr>
          <p:spPr>
            <a:xfrm>
              <a:off x="9076352" y="2227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7" name="pt50637"/>
            <p:cNvSpPr/>
            <p:nvPr/>
          </p:nvSpPr>
          <p:spPr>
            <a:xfrm>
              <a:off x="9279262" y="2068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8" name="pt50638"/>
            <p:cNvSpPr/>
            <p:nvPr/>
          </p:nvSpPr>
          <p:spPr>
            <a:xfrm>
              <a:off x="9452582" y="1917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9" name="pt50639"/>
            <p:cNvSpPr/>
            <p:nvPr/>
          </p:nvSpPr>
          <p:spPr>
            <a:xfrm>
              <a:off x="8973855" y="2134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0" name="pt50640"/>
            <p:cNvSpPr/>
            <p:nvPr/>
          </p:nvSpPr>
          <p:spPr>
            <a:xfrm>
              <a:off x="8505430" y="2448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1" name="pt50641"/>
            <p:cNvSpPr/>
            <p:nvPr/>
          </p:nvSpPr>
          <p:spPr>
            <a:xfrm>
              <a:off x="8935109" y="2049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2" name="pt50642"/>
            <p:cNvSpPr/>
            <p:nvPr/>
          </p:nvSpPr>
          <p:spPr>
            <a:xfrm>
              <a:off x="8641456" y="2022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3" name="pt50643"/>
            <p:cNvSpPr/>
            <p:nvPr/>
          </p:nvSpPr>
          <p:spPr>
            <a:xfrm>
              <a:off x="8770040" y="2161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4" name="pt50644"/>
            <p:cNvSpPr/>
            <p:nvPr/>
          </p:nvSpPr>
          <p:spPr>
            <a:xfrm>
              <a:off x="9117880" y="2200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5" name="pt50645"/>
            <p:cNvSpPr/>
            <p:nvPr/>
          </p:nvSpPr>
          <p:spPr>
            <a:xfrm>
              <a:off x="9028011" y="177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6" name="pt50646"/>
            <p:cNvSpPr/>
            <p:nvPr/>
          </p:nvSpPr>
          <p:spPr>
            <a:xfrm>
              <a:off x="8734011" y="2237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7" name="pt50647"/>
            <p:cNvSpPr/>
            <p:nvPr/>
          </p:nvSpPr>
          <p:spPr>
            <a:xfrm>
              <a:off x="9055774" y="1779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8" name="pt50648"/>
            <p:cNvSpPr/>
            <p:nvPr/>
          </p:nvSpPr>
          <p:spPr>
            <a:xfrm>
              <a:off x="8473354" y="2367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9" name="pt50649"/>
            <p:cNvSpPr/>
            <p:nvPr/>
          </p:nvSpPr>
          <p:spPr>
            <a:xfrm>
              <a:off x="9688802" y="2536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0" name="pt50650"/>
            <p:cNvSpPr/>
            <p:nvPr/>
          </p:nvSpPr>
          <p:spPr>
            <a:xfrm>
              <a:off x="8627374" y="2254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1" name="pt50651"/>
            <p:cNvSpPr/>
            <p:nvPr/>
          </p:nvSpPr>
          <p:spPr>
            <a:xfrm>
              <a:off x="8505430" y="2477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2" name="pt50652"/>
            <p:cNvSpPr/>
            <p:nvPr/>
          </p:nvSpPr>
          <p:spPr>
            <a:xfrm>
              <a:off x="8741831" y="2192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3" name="pt50653"/>
            <p:cNvSpPr/>
            <p:nvPr/>
          </p:nvSpPr>
          <p:spPr>
            <a:xfrm>
              <a:off x="8688651" y="2463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4" name="pt50654"/>
            <p:cNvSpPr/>
            <p:nvPr/>
          </p:nvSpPr>
          <p:spPr>
            <a:xfrm>
              <a:off x="8830164" y="2232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5" name="pt50655"/>
            <p:cNvSpPr/>
            <p:nvPr/>
          </p:nvSpPr>
          <p:spPr>
            <a:xfrm>
              <a:off x="9444456" y="1961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6" name="pt50656"/>
            <p:cNvSpPr/>
            <p:nvPr/>
          </p:nvSpPr>
          <p:spPr>
            <a:xfrm>
              <a:off x="9064541" y="1766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7" name="pt50657"/>
            <p:cNvSpPr/>
            <p:nvPr/>
          </p:nvSpPr>
          <p:spPr>
            <a:xfrm>
              <a:off x="9603616" y="2309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8" name="pt50658"/>
            <p:cNvSpPr/>
            <p:nvPr/>
          </p:nvSpPr>
          <p:spPr>
            <a:xfrm>
              <a:off x="9070546" y="2192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9" name="pt50659"/>
            <p:cNvSpPr/>
            <p:nvPr/>
          </p:nvSpPr>
          <p:spPr>
            <a:xfrm>
              <a:off x="9697445" y="1421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0" name="pt50660"/>
            <p:cNvSpPr/>
            <p:nvPr/>
          </p:nvSpPr>
          <p:spPr>
            <a:xfrm>
              <a:off x="9066967" y="2325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1" name="pt50661"/>
            <p:cNvSpPr/>
            <p:nvPr/>
          </p:nvSpPr>
          <p:spPr>
            <a:xfrm>
              <a:off x="9577860" y="2553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2" name="pt50662"/>
            <p:cNvSpPr/>
            <p:nvPr/>
          </p:nvSpPr>
          <p:spPr>
            <a:xfrm>
              <a:off x="8847771" y="2071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3" name="pt50663"/>
            <p:cNvSpPr/>
            <p:nvPr/>
          </p:nvSpPr>
          <p:spPr>
            <a:xfrm>
              <a:off x="9219272" y="1795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4" name="pt50664"/>
            <p:cNvSpPr/>
            <p:nvPr/>
          </p:nvSpPr>
          <p:spPr>
            <a:xfrm>
              <a:off x="8473354" y="2316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5" name="pt50665"/>
            <p:cNvSpPr/>
            <p:nvPr/>
          </p:nvSpPr>
          <p:spPr>
            <a:xfrm>
              <a:off x="8749319" y="2111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6" name="pt50666"/>
            <p:cNvSpPr/>
            <p:nvPr/>
          </p:nvSpPr>
          <p:spPr>
            <a:xfrm>
              <a:off x="9200002" y="194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7" name="pt50667"/>
            <p:cNvSpPr/>
            <p:nvPr/>
          </p:nvSpPr>
          <p:spPr>
            <a:xfrm>
              <a:off x="8434097" y="2352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8" name="pt50668"/>
            <p:cNvSpPr/>
            <p:nvPr/>
          </p:nvSpPr>
          <p:spPr>
            <a:xfrm>
              <a:off x="9049233" y="1875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9" name="pt50669"/>
            <p:cNvSpPr/>
            <p:nvPr/>
          </p:nvSpPr>
          <p:spPr>
            <a:xfrm>
              <a:off x="8434097" y="2408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0" name="pt50670"/>
            <p:cNvSpPr/>
            <p:nvPr/>
          </p:nvSpPr>
          <p:spPr>
            <a:xfrm>
              <a:off x="8708219" y="214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1" name="pt50671"/>
            <p:cNvSpPr/>
            <p:nvPr/>
          </p:nvSpPr>
          <p:spPr>
            <a:xfrm>
              <a:off x="8979888" y="2308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2" name="pt50672"/>
            <p:cNvSpPr/>
            <p:nvPr/>
          </p:nvSpPr>
          <p:spPr>
            <a:xfrm>
              <a:off x="9135057" y="2200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3" name="pt50673"/>
            <p:cNvSpPr/>
            <p:nvPr/>
          </p:nvSpPr>
          <p:spPr>
            <a:xfrm>
              <a:off x="9328879" y="2176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4" name="pt50674"/>
            <p:cNvSpPr/>
            <p:nvPr/>
          </p:nvSpPr>
          <p:spPr>
            <a:xfrm>
              <a:off x="8843532" y="1972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5" name="pt50675"/>
            <p:cNvSpPr/>
            <p:nvPr/>
          </p:nvSpPr>
          <p:spPr>
            <a:xfrm>
              <a:off x="8576763" y="2422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6" name="pt50676"/>
            <p:cNvSpPr/>
            <p:nvPr/>
          </p:nvSpPr>
          <p:spPr>
            <a:xfrm>
              <a:off x="9024978" y="2072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7" name="pt50677"/>
            <p:cNvSpPr/>
            <p:nvPr/>
          </p:nvSpPr>
          <p:spPr>
            <a:xfrm>
              <a:off x="8434097" y="2408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8" name="pt50678"/>
            <p:cNvSpPr/>
            <p:nvPr/>
          </p:nvSpPr>
          <p:spPr>
            <a:xfrm>
              <a:off x="9881517" y="2349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9" name="pt50679"/>
            <p:cNvSpPr/>
            <p:nvPr/>
          </p:nvSpPr>
          <p:spPr>
            <a:xfrm>
              <a:off x="8794345" y="212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0" name="pt50680"/>
            <p:cNvSpPr/>
            <p:nvPr/>
          </p:nvSpPr>
          <p:spPr>
            <a:xfrm>
              <a:off x="9366003" y="2165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1" name="pt50681"/>
            <p:cNvSpPr/>
            <p:nvPr/>
          </p:nvSpPr>
          <p:spPr>
            <a:xfrm>
              <a:off x="9135874" y="1952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2" name="pt50682"/>
            <p:cNvSpPr/>
            <p:nvPr/>
          </p:nvSpPr>
          <p:spPr>
            <a:xfrm>
              <a:off x="9070546" y="2263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3" name="pt50683"/>
            <p:cNvSpPr/>
            <p:nvPr/>
          </p:nvSpPr>
          <p:spPr>
            <a:xfrm>
              <a:off x="8556041" y="2496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4" name="pt50684"/>
            <p:cNvSpPr/>
            <p:nvPr/>
          </p:nvSpPr>
          <p:spPr>
            <a:xfrm>
              <a:off x="8677986" y="2298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5" name="pt50685"/>
            <p:cNvSpPr/>
            <p:nvPr/>
          </p:nvSpPr>
          <p:spPr>
            <a:xfrm>
              <a:off x="9135874" y="2055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6" name="pt50686"/>
            <p:cNvSpPr/>
            <p:nvPr/>
          </p:nvSpPr>
          <p:spPr>
            <a:xfrm>
              <a:off x="8874891" y="1972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7" name="pt50687"/>
            <p:cNvSpPr/>
            <p:nvPr/>
          </p:nvSpPr>
          <p:spPr>
            <a:xfrm>
              <a:off x="8505430" y="2433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8" name="pt50688"/>
            <p:cNvSpPr/>
            <p:nvPr/>
          </p:nvSpPr>
          <p:spPr>
            <a:xfrm>
              <a:off x="8961132" y="2120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9" name="pt50689"/>
            <p:cNvSpPr/>
            <p:nvPr/>
          </p:nvSpPr>
          <p:spPr>
            <a:xfrm>
              <a:off x="8963317" y="2066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0" name="pt50690"/>
            <p:cNvSpPr/>
            <p:nvPr/>
          </p:nvSpPr>
          <p:spPr>
            <a:xfrm>
              <a:off x="9103798" y="1925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1" name="pt50691"/>
            <p:cNvSpPr/>
            <p:nvPr/>
          </p:nvSpPr>
          <p:spPr>
            <a:xfrm>
              <a:off x="8776438" y="2247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2" name="pt50692"/>
            <p:cNvSpPr/>
            <p:nvPr/>
          </p:nvSpPr>
          <p:spPr>
            <a:xfrm>
              <a:off x="9003873" y="2070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3" name="pt50693"/>
            <p:cNvSpPr/>
            <p:nvPr/>
          </p:nvSpPr>
          <p:spPr>
            <a:xfrm>
              <a:off x="8627374" y="2251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4" name="pt50694"/>
            <p:cNvSpPr/>
            <p:nvPr/>
          </p:nvSpPr>
          <p:spPr>
            <a:xfrm>
              <a:off x="8312152" y="2419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5" name="pt50695"/>
            <p:cNvSpPr/>
            <p:nvPr/>
          </p:nvSpPr>
          <p:spPr>
            <a:xfrm>
              <a:off x="8434097" y="2545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6" name="pt50696"/>
            <p:cNvSpPr/>
            <p:nvPr/>
          </p:nvSpPr>
          <p:spPr>
            <a:xfrm>
              <a:off x="8799930" y="2041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7" name="pt50697"/>
            <p:cNvSpPr/>
            <p:nvPr/>
          </p:nvSpPr>
          <p:spPr>
            <a:xfrm>
              <a:off x="8927288" y="2050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8" name="pt50698"/>
            <p:cNvSpPr/>
            <p:nvPr/>
          </p:nvSpPr>
          <p:spPr>
            <a:xfrm>
              <a:off x="8434097" y="2373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9" name="pt50699"/>
            <p:cNvSpPr/>
            <p:nvPr/>
          </p:nvSpPr>
          <p:spPr>
            <a:xfrm>
              <a:off x="9124084" y="2253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0" name="pt50700"/>
            <p:cNvSpPr/>
            <p:nvPr/>
          </p:nvSpPr>
          <p:spPr>
            <a:xfrm>
              <a:off x="8556041" y="2339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1" name="pt50701"/>
            <p:cNvSpPr/>
            <p:nvPr/>
          </p:nvSpPr>
          <p:spPr>
            <a:xfrm>
              <a:off x="8770040" y="2259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2" name="pt50702"/>
            <p:cNvSpPr/>
            <p:nvPr/>
          </p:nvSpPr>
          <p:spPr>
            <a:xfrm>
              <a:off x="9249051" y="2059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3" name="pt50703"/>
            <p:cNvSpPr/>
            <p:nvPr/>
          </p:nvSpPr>
          <p:spPr>
            <a:xfrm>
              <a:off x="9176429" y="1836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4" name="pt50704"/>
            <p:cNvSpPr/>
            <p:nvPr/>
          </p:nvSpPr>
          <p:spPr>
            <a:xfrm>
              <a:off x="9480986" y="2070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5" name="pt50705"/>
            <p:cNvSpPr/>
            <p:nvPr/>
          </p:nvSpPr>
          <p:spPr>
            <a:xfrm>
              <a:off x="8874891" y="1994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6" name="pt50706"/>
            <p:cNvSpPr/>
            <p:nvPr/>
          </p:nvSpPr>
          <p:spPr>
            <a:xfrm>
              <a:off x="9162993" y="2182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7" name="pt50707"/>
            <p:cNvSpPr/>
            <p:nvPr/>
          </p:nvSpPr>
          <p:spPr>
            <a:xfrm>
              <a:off x="9254944" y="2171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8" name="pt50708"/>
            <p:cNvSpPr/>
            <p:nvPr/>
          </p:nvSpPr>
          <p:spPr>
            <a:xfrm>
              <a:off x="8641456" y="2127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9" name="pt50709"/>
            <p:cNvSpPr/>
            <p:nvPr/>
          </p:nvSpPr>
          <p:spPr>
            <a:xfrm>
              <a:off x="8595298" y="2245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0" name="pt50710"/>
            <p:cNvSpPr/>
            <p:nvPr/>
          </p:nvSpPr>
          <p:spPr>
            <a:xfrm>
              <a:off x="8312152" y="2543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1" name="pt50711"/>
            <p:cNvSpPr/>
            <p:nvPr/>
          </p:nvSpPr>
          <p:spPr>
            <a:xfrm>
              <a:off x="8725827" y="2251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2" name="pt50712"/>
            <p:cNvSpPr/>
            <p:nvPr/>
          </p:nvSpPr>
          <p:spPr>
            <a:xfrm>
              <a:off x="8612066" y="2384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3" name="pt50713"/>
            <p:cNvSpPr/>
            <p:nvPr/>
          </p:nvSpPr>
          <p:spPr>
            <a:xfrm>
              <a:off x="8843532" y="2041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4" name="pt50714"/>
            <p:cNvSpPr/>
            <p:nvPr/>
          </p:nvSpPr>
          <p:spPr>
            <a:xfrm>
              <a:off x="9135874" y="2040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5" name="pt50715"/>
            <p:cNvSpPr/>
            <p:nvPr/>
          </p:nvSpPr>
          <p:spPr>
            <a:xfrm>
              <a:off x="9344232" y="2177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6" name="pt50716"/>
            <p:cNvSpPr/>
            <p:nvPr/>
          </p:nvSpPr>
          <p:spPr>
            <a:xfrm>
              <a:off x="8595298" y="2262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7" name="pt50717"/>
            <p:cNvSpPr/>
            <p:nvPr/>
          </p:nvSpPr>
          <p:spPr>
            <a:xfrm>
              <a:off x="9530995" y="2458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8" name="pt50718"/>
            <p:cNvSpPr/>
            <p:nvPr/>
          </p:nvSpPr>
          <p:spPr>
            <a:xfrm>
              <a:off x="8830164" y="2123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9" name="pt50719"/>
            <p:cNvSpPr/>
            <p:nvPr/>
          </p:nvSpPr>
          <p:spPr>
            <a:xfrm>
              <a:off x="8556041" y="245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0" name="pt50720"/>
            <p:cNvSpPr/>
            <p:nvPr/>
          </p:nvSpPr>
          <p:spPr>
            <a:xfrm>
              <a:off x="8942596" y="1847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1" name="pt50721"/>
            <p:cNvSpPr/>
            <p:nvPr/>
          </p:nvSpPr>
          <p:spPr>
            <a:xfrm>
              <a:off x="8859909" y="2120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2" name="pt50722"/>
            <p:cNvSpPr/>
            <p:nvPr/>
          </p:nvSpPr>
          <p:spPr>
            <a:xfrm>
              <a:off x="8977900" y="2346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3" name="pt50723"/>
            <p:cNvSpPr/>
            <p:nvPr/>
          </p:nvSpPr>
          <p:spPr>
            <a:xfrm>
              <a:off x="8954408" y="1784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4" name="pt50724"/>
            <p:cNvSpPr/>
            <p:nvPr/>
          </p:nvSpPr>
          <p:spPr>
            <a:xfrm>
              <a:off x="9292119" y="1929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5" name="pt50725"/>
            <p:cNvSpPr/>
            <p:nvPr/>
          </p:nvSpPr>
          <p:spPr>
            <a:xfrm>
              <a:off x="8867559" y="1935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6" name="pt50726"/>
            <p:cNvSpPr/>
            <p:nvPr/>
          </p:nvSpPr>
          <p:spPr>
            <a:xfrm>
              <a:off x="9094774" y="1858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7" name="pt50727"/>
            <p:cNvSpPr/>
            <p:nvPr/>
          </p:nvSpPr>
          <p:spPr>
            <a:xfrm>
              <a:off x="8434097" y="2214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8" name="pt50728"/>
            <p:cNvSpPr/>
            <p:nvPr/>
          </p:nvSpPr>
          <p:spPr>
            <a:xfrm>
              <a:off x="8434097" y="2335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9" name="pt50729"/>
            <p:cNvSpPr/>
            <p:nvPr/>
          </p:nvSpPr>
          <p:spPr>
            <a:xfrm>
              <a:off x="9095800" y="1815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0" name="pt50730"/>
            <p:cNvSpPr/>
            <p:nvPr/>
          </p:nvSpPr>
          <p:spPr>
            <a:xfrm>
              <a:off x="9647779" y="2107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1" name="pt50731"/>
            <p:cNvSpPr/>
            <p:nvPr/>
          </p:nvSpPr>
          <p:spPr>
            <a:xfrm>
              <a:off x="8810596" y="2040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2" name="pt50732"/>
            <p:cNvSpPr/>
            <p:nvPr/>
          </p:nvSpPr>
          <p:spPr>
            <a:xfrm>
              <a:off x="8855955" y="1969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3" name="pt50733"/>
            <p:cNvSpPr/>
            <p:nvPr/>
          </p:nvSpPr>
          <p:spPr>
            <a:xfrm>
              <a:off x="9214649" y="2080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4" name="pt50734"/>
            <p:cNvSpPr/>
            <p:nvPr/>
          </p:nvSpPr>
          <p:spPr>
            <a:xfrm>
              <a:off x="8473354" y="2190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5" name="pt50735"/>
            <p:cNvSpPr/>
            <p:nvPr/>
          </p:nvSpPr>
          <p:spPr>
            <a:xfrm>
              <a:off x="8654494" y="248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6" name="pt50736"/>
            <p:cNvSpPr/>
            <p:nvPr/>
          </p:nvSpPr>
          <p:spPr>
            <a:xfrm>
              <a:off x="8532549" y="2457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7" name="pt50737"/>
            <p:cNvSpPr/>
            <p:nvPr/>
          </p:nvSpPr>
          <p:spPr>
            <a:xfrm>
              <a:off x="8505430" y="2322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8" name="pt50738"/>
            <p:cNvSpPr/>
            <p:nvPr/>
          </p:nvSpPr>
          <p:spPr>
            <a:xfrm>
              <a:off x="9094774" y="2069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9" name="pt50739"/>
            <p:cNvSpPr/>
            <p:nvPr/>
          </p:nvSpPr>
          <p:spPr>
            <a:xfrm>
              <a:off x="9564416" y="2225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0" name="pt50740"/>
            <p:cNvSpPr/>
            <p:nvPr/>
          </p:nvSpPr>
          <p:spPr>
            <a:xfrm>
              <a:off x="8734011" y="2122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1" name="pt50741"/>
            <p:cNvSpPr/>
            <p:nvPr/>
          </p:nvSpPr>
          <p:spPr>
            <a:xfrm>
              <a:off x="8312152" y="2432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2" name="pt50742"/>
            <p:cNvSpPr/>
            <p:nvPr/>
          </p:nvSpPr>
          <p:spPr>
            <a:xfrm>
              <a:off x="9666217" y="1760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3" name="pt50743"/>
            <p:cNvSpPr/>
            <p:nvPr/>
          </p:nvSpPr>
          <p:spPr>
            <a:xfrm>
              <a:off x="8770040" y="2126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4" name="pt50744"/>
            <p:cNvSpPr/>
            <p:nvPr/>
          </p:nvSpPr>
          <p:spPr>
            <a:xfrm>
              <a:off x="9020327" y="1761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5" name="pt50745"/>
            <p:cNvSpPr/>
            <p:nvPr/>
          </p:nvSpPr>
          <p:spPr>
            <a:xfrm>
              <a:off x="9377920" y="2144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6" name="pt50746"/>
            <p:cNvSpPr/>
            <p:nvPr/>
          </p:nvSpPr>
          <p:spPr>
            <a:xfrm>
              <a:off x="9051878" y="1794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7" name="pt50747"/>
            <p:cNvSpPr/>
            <p:nvPr/>
          </p:nvSpPr>
          <p:spPr>
            <a:xfrm>
              <a:off x="9301578" y="2001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8" name="pt50748"/>
            <p:cNvSpPr/>
            <p:nvPr/>
          </p:nvSpPr>
          <p:spPr>
            <a:xfrm>
              <a:off x="9051878" y="1761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9" name="pt50749"/>
            <p:cNvSpPr/>
            <p:nvPr/>
          </p:nvSpPr>
          <p:spPr>
            <a:xfrm>
              <a:off x="8975889" y="2161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0" name="pt50750"/>
            <p:cNvSpPr/>
            <p:nvPr/>
          </p:nvSpPr>
          <p:spPr>
            <a:xfrm>
              <a:off x="8904556" y="2005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1" name="pt50751"/>
            <p:cNvSpPr/>
            <p:nvPr/>
          </p:nvSpPr>
          <p:spPr>
            <a:xfrm>
              <a:off x="9697445" y="1846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2" name="pt50752"/>
            <p:cNvSpPr/>
            <p:nvPr/>
          </p:nvSpPr>
          <p:spPr>
            <a:xfrm>
              <a:off x="8830164" y="1907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3" name="pt50753"/>
            <p:cNvSpPr/>
            <p:nvPr/>
          </p:nvSpPr>
          <p:spPr>
            <a:xfrm>
              <a:off x="8383485" y="2350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4" name="pt50754"/>
            <p:cNvSpPr/>
            <p:nvPr/>
          </p:nvSpPr>
          <p:spPr>
            <a:xfrm>
              <a:off x="8473354" y="2296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5" name="pt50755"/>
            <p:cNvSpPr/>
            <p:nvPr/>
          </p:nvSpPr>
          <p:spPr>
            <a:xfrm>
              <a:off x="9349631" y="2075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6" name="pt50756"/>
            <p:cNvSpPr/>
            <p:nvPr/>
          </p:nvSpPr>
          <p:spPr>
            <a:xfrm>
              <a:off x="9500379" y="2335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7" name="pt50757"/>
            <p:cNvSpPr/>
            <p:nvPr/>
          </p:nvSpPr>
          <p:spPr>
            <a:xfrm>
              <a:off x="9047895" y="1813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8" name="pt50758"/>
            <p:cNvSpPr/>
            <p:nvPr/>
          </p:nvSpPr>
          <p:spPr>
            <a:xfrm>
              <a:off x="8776438" y="2092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9" name="pt50759"/>
            <p:cNvSpPr/>
            <p:nvPr/>
          </p:nvSpPr>
          <p:spPr>
            <a:xfrm>
              <a:off x="8776438" y="2046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0" name="pt50760"/>
            <p:cNvSpPr/>
            <p:nvPr/>
          </p:nvSpPr>
          <p:spPr>
            <a:xfrm>
              <a:off x="9303159" y="2094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1" name="pt50761"/>
            <p:cNvSpPr/>
            <p:nvPr/>
          </p:nvSpPr>
          <p:spPr>
            <a:xfrm>
              <a:off x="8641456" y="2180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2" name="pt50762"/>
            <p:cNvSpPr/>
            <p:nvPr/>
          </p:nvSpPr>
          <p:spPr>
            <a:xfrm>
              <a:off x="8473354" y="2315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3" name="pt50763"/>
            <p:cNvSpPr/>
            <p:nvPr/>
          </p:nvSpPr>
          <p:spPr>
            <a:xfrm>
              <a:off x="8505430" y="2496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4" name="pt50764"/>
            <p:cNvSpPr/>
            <p:nvPr/>
          </p:nvSpPr>
          <p:spPr>
            <a:xfrm>
              <a:off x="8666631" y="233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5" name="pt50765"/>
            <p:cNvSpPr/>
            <p:nvPr/>
          </p:nvSpPr>
          <p:spPr>
            <a:xfrm>
              <a:off x="8805344" y="2051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6" name="pt50766"/>
            <p:cNvSpPr/>
            <p:nvPr/>
          </p:nvSpPr>
          <p:spPr>
            <a:xfrm>
              <a:off x="8383485" y="2289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7" name="pt50767"/>
            <p:cNvSpPr/>
            <p:nvPr/>
          </p:nvSpPr>
          <p:spPr>
            <a:xfrm>
              <a:off x="8654494" y="2509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8" name="pt50768"/>
            <p:cNvSpPr/>
            <p:nvPr/>
          </p:nvSpPr>
          <p:spPr>
            <a:xfrm>
              <a:off x="8666631" y="2465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9" name="pt50769"/>
            <p:cNvSpPr/>
            <p:nvPr/>
          </p:nvSpPr>
          <p:spPr>
            <a:xfrm>
              <a:off x="9254530" y="2139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0" name="pt50770"/>
            <p:cNvSpPr/>
            <p:nvPr/>
          </p:nvSpPr>
          <p:spPr>
            <a:xfrm>
              <a:off x="9452717" y="1908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1" name="pt50771"/>
            <p:cNvSpPr/>
            <p:nvPr/>
          </p:nvSpPr>
          <p:spPr>
            <a:xfrm>
              <a:off x="8627374" y="2282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2" name="pt50772"/>
            <p:cNvSpPr/>
            <p:nvPr/>
          </p:nvSpPr>
          <p:spPr>
            <a:xfrm>
              <a:off x="8867559" y="1996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3" name="pt50773"/>
            <p:cNvSpPr/>
            <p:nvPr/>
          </p:nvSpPr>
          <p:spPr>
            <a:xfrm>
              <a:off x="8996835" y="2002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4" name="pt50774"/>
            <p:cNvSpPr/>
            <p:nvPr/>
          </p:nvSpPr>
          <p:spPr>
            <a:xfrm>
              <a:off x="9095800" y="1889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5" name="pt50775"/>
            <p:cNvSpPr/>
            <p:nvPr/>
          </p:nvSpPr>
          <p:spPr>
            <a:xfrm>
              <a:off x="8383485" y="2491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6" name="pt50776"/>
            <p:cNvSpPr/>
            <p:nvPr/>
          </p:nvSpPr>
          <p:spPr>
            <a:xfrm>
              <a:off x="9064541" y="1761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7" name="pt50777"/>
            <p:cNvSpPr/>
            <p:nvPr/>
          </p:nvSpPr>
          <p:spPr>
            <a:xfrm>
              <a:off x="9324474" y="2177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8" name="pt50778"/>
            <p:cNvSpPr/>
            <p:nvPr/>
          </p:nvSpPr>
          <p:spPr>
            <a:xfrm>
              <a:off x="8698707" y="2190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9" name="pt50779"/>
            <p:cNvSpPr/>
            <p:nvPr/>
          </p:nvSpPr>
          <p:spPr>
            <a:xfrm>
              <a:off x="8979888" y="2280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0" name="pt50780"/>
            <p:cNvSpPr/>
            <p:nvPr/>
          </p:nvSpPr>
          <p:spPr>
            <a:xfrm>
              <a:off x="9135057" y="2096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1" name="pt50781"/>
            <p:cNvSpPr/>
            <p:nvPr/>
          </p:nvSpPr>
          <p:spPr>
            <a:xfrm>
              <a:off x="9292119" y="183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2" name="pt50782"/>
            <p:cNvSpPr/>
            <p:nvPr/>
          </p:nvSpPr>
          <p:spPr>
            <a:xfrm>
              <a:off x="9024978" y="1863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3" name="pt50783"/>
            <p:cNvSpPr/>
            <p:nvPr/>
          </p:nvSpPr>
          <p:spPr>
            <a:xfrm>
              <a:off x="8434097" y="256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4" name="pt50784"/>
            <p:cNvSpPr/>
            <p:nvPr/>
          </p:nvSpPr>
          <p:spPr>
            <a:xfrm>
              <a:off x="8677986" y="2451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5" name="pt50785"/>
            <p:cNvSpPr/>
            <p:nvPr/>
          </p:nvSpPr>
          <p:spPr>
            <a:xfrm>
              <a:off x="8963317" y="2041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6" name="pt50786"/>
            <p:cNvSpPr/>
            <p:nvPr/>
          </p:nvSpPr>
          <p:spPr>
            <a:xfrm>
              <a:off x="9008973" y="1825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7" name="pt50787"/>
            <p:cNvSpPr/>
            <p:nvPr/>
          </p:nvSpPr>
          <p:spPr>
            <a:xfrm>
              <a:off x="8556041" y="2546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8" name="pt50788"/>
            <p:cNvSpPr/>
            <p:nvPr/>
          </p:nvSpPr>
          <p:spPr>
            <a:xfrm>
              <a:off x="9178998" y="1798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9" name="pt50789"/>
            <p:cNvSpPr/>
            <p:nvPr/>
          </p:nvSpPr>
          <p:spPr>
            <a:xfrm>
              <a:off x="9188912" y="1810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0" name="pt50790"/>
            <p:cNvSpPr/>
            <p:nvPr/>
          </p:nvSpPr>
          <p:spPr>
            <a:xfrm>
              <a:off x="9109567" y="1744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1" name="pt50791"/>
            <p:cNvSpPr/>
            <p:nvPr/>
          </p:nvSpPr>
          <p:spPr>
            <a:xfrm>
              <a:off x="9195417" y="2001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2" name="pt50792"/>
            <p:cNvSpPr/>
            <p:nvPr/>
          </p:nvSpPr>
          <p:spPr>
            <a:xfrm>
              <a:off x="8996835" y="2019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3" name="pt50793"/>
            <p:cNvSpPr/>
            <p:nvPr/>
          </p:nvSpPr>
          <p:spPr>
            <a:xfrm>
              <a:off x="9028011" y="1789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4" name="pt50794"/>
            <p:cNvSpPr/>
            <p:nvPr/>
          </p:nvSpPr>
          <p:spPr>
            <a:xfrm>
              <a:off x="8312152" y="2661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5" name="pt50795"/>
            <p:cNvSpPr/>
            <p:nvPr/>
          </p:nvSpPr>
          <p:spPr>
            <a:xfrm>
              <a:off x="8776438" y="2027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6" name="pt50796"/>
            <p:cNvSpPr/>
            <p:nvPr/>
          </p:nvSpPr>
          <p:spPr>
            <a:xfrm>
              <a:off x="9260646" y="2316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7" name="pt50797"/>
            <p:cNvSpPr/>
            <p:nvPr/>
          </p:nvSpPr>
          <p:spPr>
            <a:xfrm>
              <a:off x="8788576" y="2352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8" name="pt50798"/>
            <p:cNvSpPr/>
            <p:nvPr/>
          </p:nvSpPr>
          <p:spPr>
            <a:xfrm>
              <a:off x="9202808" y="2062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9" name="pt50799"/>
            <p:cNvSpPr/>
            <p:nvPr/>
          </p:nvSpPr>
          <p:spPr>
            <a:xfrm>
              <a:off x="9301896" y="1879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0" name="pt50800"/>
            <p:cNvSpPr/>
            <p:nvPr/>
          </p:nvSpPr>
          <p:spPr>
            <a:xfrm>
              <a:off x="9107665" y="1871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1" name="pt50801"/>
            <p:cNvSpPr/>
            <p:nvPr/>
          </p:nvSpPr>
          <p:spPr>
            <a:xfrm>
              <a:off x="9205570" y="2047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2" name="pt50802"/>
            <p:cNvSpPr/>
            <p:nvPr/>
          </p:nvSpPr>
          <p:spPr>
            <a:xfrm>
              <a:off x="8688651" y="231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3" name="pt50803"/>
            <p:cNvSpPr/>
            <p:nvPr/>
          </p:nvSpPr>
          <p:spPr>
            <a:xfrm>
              <a:off x="9206663" y="2065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4" name="pt50804"/>
            <p:cNvSpPr/>
            <p:nvPr/>
          </p:nvSpPr>
          <p:spPr>
            <a:xfrm>
              <a:off x="8677986" y="2234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5" name="pt50805"/>
            <p:cNvSpPr/>
            <p:nvPr/>
          </p:nvSpPr>
          <p:spPr>
            <a:xfrm>
              <a:off x="8815695" y="2081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6" name="pt50806"/>
            <p:cNvSpPr/>
            <p:nvPr/>
          </p:nvSpPr>
          <p:spPr>
            <a:xfrm>
              <a:off x="8473354" y="2428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7" name="pt50807"/>
            <p:cNvSpPr/>
            <p:nvPr/>
          </p:nvSpPr>
          <p:spPr>
            <a:xfrm>
              <a:off x="8505430" y="2391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8" name="pt50808"/>
            <p:cNvSpPr/>
            <p:nvPr/>
          </p:nvSpPr>
          <p:spPr>
            <a:xfrm>
              <a:off x="8717243" y="2419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9" name="pt50809"/>
            <p:cNvSpPr/>
            <p:nvPr/>
          </p:nvSpPr>
          <p:spPr>
            <a:xfrm>
              <a:off x="8556041" y="2485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0" name="pt50810"/>
            <p:cNvSpPr/>
            <p:nvPr/>
          </p:nvSpPr>
          <p:spPr>
            <a:xfrm>
              <a:off x="8834733" y="2248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1" name="pt50811"/>
            <p:cNvSpPr/>
            <p:nvPr/>
          </p:nvSpPr>
          <p:spPr>
            <a:xfrm>
              <a:off x="9229609" y="1878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2" name="pt50812"/>
            <p:cNvSpPr/>
            <p:nvPr/>
          </p:nvSpPr>
          <p:spPr>
            <a:xfrm>
              <a:off x="9047895" y="1936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3" name="pt50813"/>
            <p:cNvSpPr/>
            <p:nvPr/>
          </p:nvSpPr>
          <p:spPr>
            <a:xfrm>
              <a:off x="8666631" y="2392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4" name="pt50814"/>
            <p:cNvSpPr/>
            <p:nvPr/>
          </p:nvSpPr>
          <p:spPr>
            <a:xfrm>
              <a:off x="8977900" y="2255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5" name="pt50815"/>
            <p:cNvSpPr/>
            <p:nvPr/>
          </p:nvSpPr>
          <p:spPr>
            <a:xfrm>
              <a:off x="8473354" y="2329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6" name="pt50816"/>
            <p:cNvSpPr/>
            <p:nvPr/>
          </p:nvSpPr>
          <p:spPr>
            <a:xfrm>
              <a:off x="8434097" y="2467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7" name="pt50817"/>
            <p:cNvSpPr/>
            <p:nvPr/>
          </p:nvSpPr>
          <p:spPr>
            <a:xfrm>
              <a:off x="9072891" y="2195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8" name="pt50818"/>
            <p:cNvSpPr/>
            <p:nvPr/>
          </p:nvSpPr>
          <p:spPr>
            <a:xfrm>
              <a:off x="8859909" y="2029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9" name="pt50819"/>
            <p:cNvSpPr/>
            <p:nvPr/>
          </p:nvSpPr>
          <p:spPr>
            <a:xfrm>
              <a:off x="9087421" y="1812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0" name="pt50820"/>
            <p:cNvSpPr/>
            <p:nvPr/>
          </p:nvSpPr>
          <p:spPr>
            <a:xfrm>
              <a:off x="9249051" y="2073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1" name="pt50821"/>
            <p:cNvSpPr/>
            <p:nvPr/>
          </p:nvSpPr>
          <p:spPr>
            <a:xfrm>
              <a:off x="8734011" y="2204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2" name="pt50822"/>
            <p:cNvSpPr/>
            <p:nvPr/>
          </p:nvSpPr>
          <p:spPr>
            <a:xfrm>
              <a:off x="9377920" y="1909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3" name="pt50823"/>
            <p:cNvSpPr/>
            <p:nvPr/>
          </p:nvSpPr>
          <p:spPr>
            <a:xfrm>
              <a:off x="9435343" y="1933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4" name="pt50824"/>
            <p:cNvSpPr/>
            <p:nvPr/>
          </p:nvSpPr>
          <p:spPr>
            <a:xfrm>
              <a:off x="8612066" y="2000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5" name="pt50825"/>
            <p:cNvSpPr/>
            <p:nvPr/>
          </p:nvSpPr>
          <p:spPr>
            <a:xfrm>
              <a:off x="9055774" y="1760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6" name="pt50826"/>
            <p:cNvSpPr/>
            <p:nvPr/>
          </p:nvSpPr>
          <p:spPr>
            <a:xfrm>
              <a:off x="9289758" y="1717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7" name="pt50827"/>
            <p:cNvSpPr/>
            <p:nvPr/>
          </p:nvSpPr>
          <p:spPr>
            <a:xfrm>
              <a:off x="9143835" y="2087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8" name="pt50828"/>
            <p:cNvSpPr/>
            <p:nvPr/>
          </p:nvSpPr>
          <p:spPr>
            <a:xfrm>
              <a:off x="9097834" y="2027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9" name="pt50829"/>
            <p:cNvSpPr/>
            <p:nvPr/>
          </p:nvSpPr>
          <p:spPr>
            <a:xfrm>
              <a:off x="8725827" y="2277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0" name="pt50830"/>
            <p:cNvSpPr/>
            <p:nvPr/>
          </p:nvSpPr>
          <p:spPr>
            <a:xfrm>
              <a:off x="8927288" y="1890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1" name="pt50831"/>
            <p:cNvSpPr/>
            <p:nvPr/>
          </p:nvSpPr>
          <p:spPr>
            <a:xfrm>
              <a:off x="8677986" y="2396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2" name="pt50832"/>
            <p:cNvSpPr/>
            <p:nvPr/>
          </p:nvSpPr>
          <p:spPr>
            <a:xfrm>
              <a:off x="9075206" y="2252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3" name="pt50833"/>
            <p:cNvSpPr/>
            <p:nvPr/>
          </p:nvSpPr>
          <p:spPr>
            <a:xfrm>
              <a:off x="8949778" y="2001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4" name="pt50834"/>
            <p:cNvSpPr/>
            <p:nvPr/>
          </p:nvSpPr>
          <p:spPr>
            <a:xfrm>
              <a:off x="8595298" y="2172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5" name="pt50835"/>
            <p:cNvSpPr/>
            <p:nvPr/>
          </p:nvSpPr>
          <p:spPr>
            <a:xfrm>
              <a:off x="9097834" y="1923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6" name="pt50836"/>
            <p:cNvSpPr/>
            <p:nvPr/>
          </p:nvSpPr>
          <p:spPr>
            <a:xfrm>
              <a:off x="8505430" y="2398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7" name="pt50837"/>
            <p:cNvSpPr/>
            <p:nvPr/>
          </p:nvSpPr>
          <p:spPr>
            <a:xfrm>
              <a:off x="8995031" y="2074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8" name="pt50838"/>
            <p:cNvSpPr/>
            <p:nvPr/>
          </p:nvSpPr>
          <p:spPr>
            <a:xfrm>
              <a:off x="9382590" y="1988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9" name="pt50839"/>
            <p:cNvSpPr/>
            <p:nvPr/>
          </p:nvSpPr>
          <p:spPr>
            <a:xfrm>
              <a:off x="9427293" y="1986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0" name="pt50840"/>
            <p:cNvSpPr/>
            <p:nvPr/>
          </p:nvSpPr>
          <p:spPr>
            <a:xfrm>
              <a:off x="9386161" y="2087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1" name="pt50841"/>
            <p:cNvSpPr/>
            <p:nvPr/>
          </p:nvSpPr>
          <p:spPr>
            <a:xfrm>
              <a:off x="8434097" y="2429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2" name="pt50842"/>
            <p:cNvSpPr/>
            <p:nvPr/>
          </p:nvSpPr>
          <p:spPr>
            <a:xfrm>
              <a:off x="8312152" y="2462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3" name="pt50843"/>
            <p:cNvSpPr/>
            <p:nvPr/>
          </p:nvSpPr>
          <p:spPr>
            <a:xfrm>
              <a:off x="9205570" y="2090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4" name="pt50844"/>
            <p:cNvSpPr/>
            <p:nvPr/>
          </p:nvSpPr>
          <p:spPr>
            <a:xfrm>
              <a:off x="8698707" y="2395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5" name="pt50845"/>
            <p:cNvSpPr/>
            <p:nvPr/>
          </p:nvSpPr>
          <p:spPr>
            <a:xfrm>
              <a:off x="8383485" y="2358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6" name="pt50846"/>
            <p:cNvSpPr/>
            <p:nvPr/>
          </p:nvSpPr>
          <p:spPr>
            <a:xfrm>
              <a:off x="8881929" y="2217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7" name="pt50847"/>
            <p:cNvSpPr/>
            <p:nvPr/>
          </p:nvSpPr>
          <p:spPr>
            <a:xfrm>
              <a:off x="8935109" y="2010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8" name="pt50848"/>
            <p:cNvSpPr/>
            <p:nvPr/>
          </p:nvSpPr>
          <p:spPr>
            <a:xfrm>
              <a:off x="8612066" y="2341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9" name="pt50849"/>
            <p:cNvSpPr/>
            <p:nvPr/>
          </p:nvSpPr>
          <p:spPr>
            <a:xfrm>
              <a:off x="9070546" y="2255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0" name="pt50850"/>
            <p:cNvSpPr/>
            <p:nvPr/>
          </p:nvSpPr>
          <p:spPr>
            <a:xfrm>
              <a:off x="9688802" y="2329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1" name="pt50851"/>
            <p:cNvSpPr/>
            <p:nvPr/>
          </p:nvSpPr>
          <p:spPr>
            <a:xfrm>
              <a:off x="9080864" y="1847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2" name="pt50852"/>
            <p:cNvSpPr/>
            <p:nvPr/>
          </p:nvSpPr>
          <p:spPr>
            <a:xfrm>
              <a:off x="8677986" y="2425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3" name="pt50853"/>
            <p:cNvSpPr/>
            <p:nvPr/>
          </p:nvSpPr>
          <p:spPr>
            <a:xfrm>
              <a:off x="8734011" y="214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4" name="pt50854"/>
            <p:cNvSpPr/>
            <p:nvPr/>
          </p:nvSpPr>
          <p:spPr>
            <a:xfrm>
              <a:off x="9078622" y="1680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5" name="pt50855"/>
            <p:cNvSpPr/>
            <p:nvPr/>
          </p:nvSpPr>
          <p:spPr>
            <a:xfrm>
              <a:off x="9035373" y="1443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6" name="pt50856"/>
            <p:cNvSpPr/>
            <p:nvPr/>
          </p:nvSpPr>
          <p:spPr>
            <a:xfrm>
              <a:off x="9433552" y="1572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7" name="pt50857"/>
            <p:cNvSpPr/>
            <p:nvPr/>
          </p:nvSpPr>
          <p:spPr>
            <a:xfrm>
              <a:off x="9697445" y="1411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8" name="pt50858"/>
            <p:cNvSpPr/>
            <p:nvPr/>
          </p:nvSpPr>
          <p:spPr>
            <a:xfrm>
              <a:off x="8756500" y="2103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9" name="pt50859"/>
            <p:cNvSpPr/>
            <p:nvPr/>
          </p:nvSpPr>
          <p:spPr>
            <a:xfrm>
              <a:off x="9217232" y="2184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0" name="pt50860"/>
            <p:cNvSpPr/>
            <p:nvPr/>
          </p:nvSpPr>
          <p:spPr>
            <a:xfrm>
              <a:off x="8688651" y="2498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1" name="pt50861"/>
            <p:cNvSpPr/>
            <p:nvPr/>
          </p:nvSpPr>
          <p:spPr>
            <a:xfrm>
              <a:off x="8947416" y="1944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2" name="pt50862"/>
            <p:cNvSpPr/>
            <p:nvPr/>
          </p:nvSpPr>
          <p:spPr>
            <a:xfrm>
              <a:off x="8312152" y="2481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3" name="pt50863"/>
            <p:cNvSpPr/>
            <p:nvPr/>
          </p:nvSpPr>
          <p:spPr>
            <a:xfrm>
              <a:off x="9452582" y="1835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4" name="pt50864"/>
            <p:cNvSpPr/>
            <p:nvPr/>
          </p:nvSpPr>
          <p:spPr>
            <a:xfrm>
              <a:off x="9010641" y="2023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5" name="pt50865"/>
            <p:cNvSpPr/>
            <p:nvPr/>
          </p:nvSpPr>
          <p:spPr>
            <a:xfrm>
              <a:off x="9420641" y="1943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6" name="pt50866"/>
            <p:cNvSpPr/>
            <p:nvPr/>
          </p:nvSpPr>
          <p:spPr>
            <a:xfrm>
              <a:off x="9200002" y="2050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7" name="pt50867"/>
            <p:cNvSpPr/>
            <p:nvPr/>
          </p:nvSpPr>
          <p:spPr>
            <a:xfrm>
              <a:off x="9568642" y="2339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8" name="pt50868"/>
            <p:cNvSpPr/>
            <p:nvPr/>
          </p:nvSpPr>
          <p:spPr>
            <a:xfrm>
              <a:off x="8556041" y="2356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9" name="pt50869"/>
            <p:cNvSpPr/>
            <p:nvPr/>
          </p:nvSpPr>
          <p:spPr>
            <a:xfrm>
              <a:off x="8788576" y="2237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0" name="pt50870"/>
            <p:cNvSpPr/>
            <p:nvPr/>
          </p:nvSpPr>
          <p:spPr>
            <a:xfrm>
              <a:off x="8770040" y="2100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1" name="pt50871"/>
            <p:cNvSpPr/>
            <p:nvPr/>
          </p:nvSpPr>
          <p:spPr>
            <a:xfrm>
              <a:off x="9176429" y="1869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2" name="pt50872"/>
            <p:cNvSpPr/>
            <p:nvPr/>
          </p:nvSpPr>
          <p:spPr>
            <a:xfrm>
              <a:off x="9301896" y="1886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3" name="pt50873"/>
            <p:cNvSpPr/>
            <p:nvPr/>
          </p:nvSpPr>
          <p:spPr>
            <a:xfrm>
              <a:off x="9024978" y="192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4" name="pt50874"/>
            <p:cNvSpPr/>
            <p:nvPr/>
          </p:nvSpPr>
          <p:spPr>
            <a:xfrm>
              <a:off x="9161591" y="2037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5" name="pt50875"/>
            <p:cNvSpPr/>
            <p:nvPr/>
          </p:nvSpPr>
          <p:spPr>
            <a:xfrm>
              <a:off x="9051878" y="1761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6" name="pt50876"/>
            <p:cNvSpPr/>
            <p:nvPr/>
          </p:nvSpPr>
          <p:spPr>
            <a:xfrm>
              <a:off x="9076352" y="2205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7" name="pt50877"/>
            <p:cNvSpPr/>
            <p:nvPr/>
          </p:nvSpPr>
          <p:spPr>
            <a:xfrm>
              <a:off x="9020327" y="1887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8" name="pt50878"/>
            <p:cNvSpPr/>
            <p:nvPr/>
          </p:nvSpPr>
          <p:spPr>
            <a:xfrm>
              <a:off x="8708219" y="2232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9" name="pt50879"/>
            <p:cNvSpPr/>
            <p:nvPr/>
          </p:nvSpPr>
          <p:spPr>
            <a:xfrm>
              <a:off x="8717243" y="2360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0" name="pt50880"/>
            <p:cNvSpPr/>
            <p:nvPr/>
          </p:nvSpPr>
          <p:spPr>
            <a:xfrm>
              <a:off x="8677986" y="2313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1" name="pt50881"/>
            <p:cNvSpPr/>
            <p:nvPr/>
          </p:nvSpPr>
          <p:spPr>
            <a:xfrm>
              <a:off x="8954408" y="1825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2" name="pt50882"/>
            <p:cNvSpPr/>
            <p:nvPr/>
          </p:nvSpPr>
          <p:spPr>
            <a:xfrm>
              <a:off x="9188912" y="1955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3" name="pt50883"/>
            <p:cNvSpPr/>
            <p:nvPr/>
          </p:nvSpPr>
          <p:spPr>
            <a:xfrm>
              <a:off x="9301896" y="19426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4" name="pt50884"/>
            <p:cNvSpPr/>
            <p:nvPr/>
          </p:nvSpPr>
          <p:spPr>
            <a:xfrm>
              <a:off x="8641456" y="2183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5" name="pt50885"/>
            <p:cNvSpPr/>
            <p:nvPr/>
          </p:nvSpPr>
          <p:spPr>
            <a:xfrm>
              <a:off x="8505430" y="235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6" name="pt50886"/>
            <p:cNvSpPr/>
            <p:nvPr/>
          </p:nvSpPr>
          <p:spPr>
            <a:xfrm>
              <a:off x="9109567" y="1765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7" name="pt50887"/>
            <p:cNvSpPr/>
            <p:nvPr/>
          </p:nvSpPr>
          <p:spPr>
            <a:xfrm>
              <a:off x="9087421" y="1949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8" name="pt50888"/>
            <p:cNvSpPr/>
            <p:nvPr/>
          </p:nvSpPr>
          <p:spPr>
            <a:xfrm>
              <a:off x="8776438" y="2006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9" name="pt50889"/>
            <p:cNvSpPr/>
            <p:nvPr/>
          </p:nvSpPr>
          <p:spPr>
            <a:xfrm>
              <a:off x="8998621" y="2020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0" name="pt50890"/>
            <p:cNvSpPr/>
            <p:nvPr/>
          </p:nvSpPr>
          <p:spPr>
            <a:xfrm>
              <a:off x="8312152" y="2577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1" name="pt50891"/>
            <p:cNvSpPr/>
            <p:nvPr/>
          </p:nvSpPr>
          <p:spPr>
            <a:xfrm>
              <a:off x="8810596" y="2124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2" name="pt50892"/>
            <p:cNvSpPr/>
            <p:nvPr/>
          </p:nvSpPr>
          <p:spPr>
            <a:xfrm>
              <a:off x="8763400" y="2033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3" name="pt50893"/>
            <p:cNvSpPr/>
            <p:nvPr/>
          </p:nvSpPr>
          <p:spPr>
            <a:xfrm>
              <a:off x="8881929" y="219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4" name="pt50894"/>
            <p:cNvSpPr/>
            <p:nvPr/>
          </p:nvSpPr>
          <p:spPr>
            <a:xfrm>
              <a:off x="8717243" y="231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5" name="pt50895"/>
            <p:cNvSpPr/>
            <p:nvPr/>
          </p:nvSpPr>
          <p:spPr>
            <a:xfrm>
              <a:off x="9124084" y="1975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6" name="pt50896"/>
            <p:cNvSpPr/>
            <p:nvPr/>
          </p:nvSpPr>
          <p:spPr>
            <a:xfrm>
              <a:off x="9237554" y="1874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7" name="pt50897"/>
            <p:cNvSpPr/>
            <p:nvPr/>
          </p:nvSpPr>
          <p:spPr>
            <a:xfrm>
              <a:off x="9146155" y="2057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8" name="pt50898"/>
            <p:cNvSpPr/>
            <p:nvPr/>
          </p:nvSpPr>
          <p:spPr>
            <a:xfrm>
              <a:off x="8473354" y="2458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9" name="pt50899"/>
            <p:cNvSpPr/>
            <p:nvPr/>
          </p:nvSpPr>
          <p:spPr>
            <a:xfrm>
              <a:off x="9201130" y="1965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0" name="pt50900"/>
            <p:cNvSpPr/>
            <p:nvPr/>
          </p:nvSpPr>
          <p:spPr>
            <a:xfrm>
              <a:off x="8595298" y="2271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1" name="pt50901"/>
            <p:cNvSpPr/>
            <p:nvPr/>
          </p:nvSpPr>
          <p:spPr>
            <a:xfrm>
              <a:off x="9092704" y="1921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2" name="pt50902"/>
            <p:cNvSpPr/>
            <p:nvPr/>
          </p:nvSpPr>
          <p:spPr>
            <a:xfrm>
              <a:off x="8312152" y="2349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3" name="pt50903"/>
            <p:cNvSpPr/>
            <p:nvPr/>
          </p:nvSpPr>
          <p:spPr>
            <a:xfrm>
              <a:off x="8708219" y="2366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4" name="pt50904"/>
            <p:cNvSpPr/>
            <p:nvPr/>
          </p:nvSpPr>
          <p:spPr>
            <a:xfrm>
              <a:off x="8556041" y="2432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5" name="pt50905"/>
            <p:cNvSpPr/>
            <p:nvPr/>
          </p:nvSpPr>
          <p:spPr>
            <a:xfrm>
              <a:off x="8666631" y="2422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6" name="pt50906"/>
            <p:cNvSpPr/>
            <p:nvPr/>
          </p:nvSpPr>
          <p:spPr>
            <a:xfrm>
              <a:off x="8556041" y="2486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7" name="pt50907"/>
            <p:cNvSpPr/>
            <p:nvPr/>
          </p:nvSpPr>
          <p:spPr>
            <a:xfrm>
              <a:off x="8820652" y="2301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8" name="pt50908"/>
            <p:cNvSpPr/>
            <p:nvPr/>
          </p:nvSpPr>
          <p:spPr>
            <a:xfrm>
              <a:off x="9087421" y="1773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9" name="pt50909"/>
            <p:cNvSpPr/>
            <p:nvPr/>
          </p:nvSpPr>
          <p:spPr>
            <a:xfrm>
              <a:off x="8654494" y="2465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0" name="pt50910"/>
            <p:cNvSpPr/>
            <p:nvPr/>
          </p:nvSpPr>
          <p:spPr>
            <a:xfrm>
              <a:off x="9509182" y="2441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1" name="pt50911"/>
            <p:cNvSpPr/>
            <p:nvPr/>
          </p:nvSpPr>
          <p:spPr>
            <a:xfrm>
              <a:off x="8473354" y="2459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2" name="pt50912"/>
            <p:cNvSpPr/>
            <p:nvPr/>
          </p:nvSpPr>
          <p:spPr>
            <a:xfrm>
              <a:off x="8576763" y="2313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3" name="pt50913"/>
            <p:cNvSpPr/>
            <p:nvPr/>
          </p:nvSpPr>
          <p:spPr>
            <a:xfrm>
              <a:off x="9350114" y="2109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4" name="pt50914"/>
            <p:cNvSpPr/>
            <p:nvPr/>
          </p:nvSpPr>
          <p:spPr>
            <a:xfrm>
              <a:off x="9094774" y="1893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5" name="pt50915"/>
            <p:cNvSpPr/>
            <p:nvPr/>
          </p:nvSpPr>
          <p:spPr>
            <a:xfrm>
              <a:off x="8998621" y="1989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6" name="pt50916"/>
            <p:cNvSpPr/>
            <p:nvPr/>
          </p:nvSpPr>
          <p:spPr>
            <a:xfrm>
              <a:off x="8874891" y="1973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7" name="pt50917"/>
            <p:cNvSpPr/>
            <p:nvPr/>
          </p:nvSpPr>
          <p:spPr>
            <a:xfrm>
              <a:off x="8383485" y="2223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8" name="pt50918"/>
            <p:cNvSpPr/>
            <p:nvPr/>
          </p:nvSpPr>
          <p:spPr>
            <a:xfrm>
              <a:off x="9354634" y="2272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9" name="pt50919"/>
            <p:cNvSpPr/>
            <p:nvPr/>
          </p:nvSpPr>
          <p:spPr>
            <a:xfrm>
              <a:off x="9217744" y="2156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0" name="pt50920"/>
            <p:cNvSpPr/>
            <p:nvPr/>
          </p:nvSpPr>
          <p:spPr>
            <a:xfrm>
              <a:off x="9345474" y="2074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1" name="pt50921"/>
            <p:cNvSpPr/>
            <p:nvPr/>
          </p:nvSpPr>
          <p:spPr>
            <a:xfrm>
              <a:off x="9498107" y="2453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2" name="pt50922"/>
            <p:cNvSpPr/>
            <p:nvPr/>
          </p:nvSpPr>
          <p:spPr>
            <a:xfrm>
              <a:off x="8820652" y="2247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3" name="pt50923"/>
            <p:cNvSpPr/>
            <p:nvPr/>
          </p:nvSpPr>
          <p:spPr>
            <a:xfrm>
              <a:off x="9240724" y="2020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4" name="pt50924"/>
            <p:cNvSpPr/>
            <p:nvPr/>
          </p:nvSpPr>
          <p:spPr>
            <a:xfrm>
              <a:off x="8825472" y="2047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5" name="pt50925"/>
            <p:cNvSpPr/>
            <p:nvPr/>
          </p:nvSpPr>
          <p:spPr>
            <a:xfrm>
              <a:off x="9433552" y="1814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6" name="pt50926"/>
            <p:cNvSpPr/>
            <p:nvPr/>
          </p:nvSpPr>
          <p:spPr>
            <a:xfrm>
              <a:off x="8473354" y="2374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7" name="pt50927"/>
            <p:cNvSpPr/>
            <p:nvPr/>
          </p:nvSpPr>
          <p:spPr>
            <a:xfrm>
              <a:off x="9219272" y="1899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8" name="pt50928"/>
            <p:cNvSpPr/>
            <p:nvPr/>
          </p:nvSpPr>
          <p:spPr>
            <a:xfrm>
              <a:off x="8641456" y="2110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9" name="pt50929"/>
            <p:cNvSpPr/>
            <p:nvPr/>
          </p:nvSpPr>
          <p:spPr>
            <a:xfrm>
              <a:off x="8945023" y="1708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0" name="pt50930"/>
            <p:cNvSpPr/>
            <p:nvPr/>
          </p:nvSpPr>
          <p:spPr>
            <a:xfrm>
              <a:off x="8627374" y="2337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1" name="pt50931"/>
            <p:cNvSpPr/>
            <p:nvPr/>
          </p:nvSpPr>
          <p:spPr>
            <a:xfrm>
              <a:off x="8688651" y="2406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2" name="pt50932"/>
            <p:cNvSpPr/>
            <p:nvPr/>
          </p:nvSpPr>
          <p:spPr>
            <a:xfrm>
              <a:off x="8654494" y="2305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3" name="pt50933"/>
            <p:cNvSpPr/>
            <p:nvPr/>
          </p:nvSpPr>
          <p:spPr>
            <a:xfrm>
              <a:off x="9155869" y="2025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4" name="pt50934"/>
            <p:cNvSpPr/>
            <p:nvPr/>
          </p:nvSpPr>
          <p:spPr>
            <a:xfrm>
              <a:off x="8782612" y="2266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5" name="pt50935"/>
            <p:cNvSpPr/>
            <p:nvPr/>
          </p:nvSpPr>
          <p:spPr>
            <a:xfrm>
              <a:off x="8979888" y="2341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6" name="pt50936"/>
            <p:cNvSpPr/>
            <p:nvPr/>
          </p:nvSpPr>
          <p:spPr>
            <a:xfrm>
              <a:off x="8473354" y="2372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7" name="pt50937"/>
            <p:cNvSpPr/>
            <p:nvPr/>
          </p:nvSpPr>
          <p:spPr>
            <a:xfrm>
              <a:off x="8434097" y="2520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8" name="pt50938"/>
            <p:cNvSpPr/>
            <p:nvPr/>
          </p:nvSpPr>
          <p:spPr>
            <a:xfrm>
              <a:off x="9396086" y="2139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9" name="pt50939"/>
            <p:cNvSpPr/>
            <p:nvPr/>
          </p:nvSpPr>
          <p:spPr>
            <a:xfrm>
              <a:off x="9332911" y="2275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0" name="pt50940"/>
            <p:cNvSpPr/>
            <p:nvPr/>
          </p:nvSpPr>
          <p:spPr>
            <a:xfrm>
              <a:off x="9062080" y="1813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1" name="pt50941"/>
            <p:cNvSpPr/>
            <p:nvPr/>
          </p:nvSpPr>
          <p:spPr>
            <a:xfrm>
              <a:off x="8895213" y="2185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2" name="pt50942"/>
            <p:cNvSpPr/>
            <p:nvPr/>
          </p:nvSpPr>
          <p:spPr>
            <a:xfrm>
              <a:off x="8688651" y="2346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3" name="pt50943"/>
            <p:cNvSpPr/>
            <p:nvPr/>
          </p:nvSpPr>
          <p:spPr>
            <a:xfrm>
              <a:off x="9209365" y="2102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4" name="pt50944"/>
            <p:cNvSpPr/>
            <p:nvPr/>
          </p:nvSpPr>
          <p:spPr>
            <a:xfrm>
              <a:off x="8782612" y="2181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5" name="pt50945"/>
            <p:cNvSpPr/>
            <p:nvPr/>
          </p:nvSpPr>
          <p:spPr>
            <a:xfrm>
              <a:off x="9530304" y="2510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6" name="pt50946"/>
            <p:cNvSpPr/>
            <p:nvPr/>
          </p:nvSpPr>
          <p:spPr>
            <a:xfrm>
              <a:off x="9654228" y="2287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7" name="pt50947"/>
            <p:cNvSpPr/>
            <p:nvPr/>
          </p:nvSpPr>
          <p:spPr>
            <a:xfrm>
              <a:off x="8434097" y="2354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8" name="pt50948"/>
            <p:cNvSpPr/>
            <p:nvPr/>
          </p:nvSpPr>
          <p:spPr>
            <a:xfrm>
              <a:off x="8473354" y="2359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9" name="pt50949"/>
            <p:cNvSpPr/>
            <p:nvPr/>
          </p:nvSpPr>
          <p:spPr>
            <a:xfrm>
              <a:off x="8874891" y="2274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0" name="pt50950"/>
            <p:cNvSpPr/>
            <p:nvPr/>
          </p:nvSpPr>
          <p:spPr>
            <a:xfrm>
              <a:off x="9749896" y="2077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1" name="pt50951"/>
            <p:cNvSpPr/>
            <p:nvPr/>
          </p:nvSpPr>
          <p:spPr>
            <a:xfrm>
              <a:off x="8725827" y="2277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2" name="pt50952"/>
            <p:cNvSpPr/>
            <p:nvPr/>
          </p:nvSpPr>
          <p:spPr>
            <a:xfrm>
              <a:off x="9500379" y="2480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3" name="pt50953"/>
            <p:cNvSpPr/>
            <p:nvPr/>
          </p:nvSpPr>
          <p:spPr>
            <a:xfrm>
              <a:off x="8312152" y="2601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4" name="pt50954"/>
            <p:cNvSpPr/>
            <p:nvPr/>
          </p:nvSpPr>
          <p:spPr>
            <a:xfrm>
              <a:off x="8921875" y="2164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5" name="pt50955"/>
            <p:cNvSpPr/>
            <p:nvPr/>
          </p:nvSpPr>
          <p:spPr>
            <a:xfrm>
              <a:off x="8996835" y="1924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6" name="pt50956"/>
            <p:cNvSpPr/>
            <p:nvPr/>
          </p:nvSpPr>
          <p:spPr>
            <a:xfrm>
              <a:off x="9382590" y="2025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7" name="pt50957"/>
            <p:cNvSpPr/>
            <p:nvPr/>
          </p:nvSpPr>
          <p:spPr>
            <a:xfrm>
              <a:off x="8947416" y="1911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8" name="pt50958"/>
            <p:cNvSpPr/>
            <p:nvPr/>
          </p:nvSpPr>
          <p:spPr>
            <a:xfrm>
              <a:off x="8987622" y="2242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9" name="pt50959"/>
            <p:cNvSpPr/>
            <p:nvPr/>
          </p:nvSpPr>
          <p:spPr>
            <a:xfrm>
              <a:off x="8473354" y="2336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0" name="pt50960"/>
            <p:cNvSpPr/>
            <p:nvPr/>
          </p:nvSpPr>
          <p:spPr>
            <a:xfrm>
              <a:off x="9253280" y="2182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1" name="pt50961"/>
            <p:cNvSpPr/>
            <p:nvPr/>
          </p:nvSpPr>
          <p:spPr>
            <a:xfrm>
              <a:off x="8937640" y="1876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2" name="pt50962"/>
            <p:cNvSpPr/>
            <p:nvPr/>
          </p:nvSpPr>
          <p:spPr>
            <a:xfrm>
              <a:off x="9121452" y="2082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3" name="pt50963"/>
            <p:cNvSpPr/>
            <p:nvPr/>
          </p:nvSpPr>
          <p:spPr>
            <a:xfrm>
              <a:off x="9511026" y="2360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4" name="pt50964"/>
            <p:cNvSpPr/>
            <p:nvPr/>
          </p:nvSpPr>
          <p:spPr>
            <a:xfrm>
              <a:off x="9097834" y="1926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5" name="pt50965"/>
            <p:cNvSpPr/>
            <p:nvPr/>
          </p:nvSpPr>
          <p:spPr>
            <a:xfrm>
              <a:off x="9240724" y="1869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6" name="pt50966"/>
            <p:cNvSpPr/>
            <p:nvPr/>
          </p:nvSpPr>
          <p:spPr>
            <a:xfrm>
              <a:off x="8776438" y="2033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7" name="pt50967"/>
            <p:cNvSpPr/>
            <p:nvPr/>
          </p:nvSpPr>
          <p:spPr>
            <a:xfrm>
              <a:off x="9524498" y="2503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8" name="pt50968"/>
            <p:cNvSpPr/>
            <p:nvPr/>
          </p:nvSpPr>
          <p:spPr>
            <a:xfrm>
              <a:off x="8867559" y="1973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9" name="pt50969"/>
            <p:cNvSpPr/>
            <p:nvPr/>
          </p:nvSpPr>
          <p:spPr>
            <a:xfrm>
              <a:off x="8810596" y="2252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0" name="pt50970"/>
            <p:cNvSpPr/>
            <p:nvPr/>
          </p:nvSpPr>
          <p:spPr>
            <a:xfrm>
              <a:off x="9094774" y="1884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1" name="pt50971"/>
            <p:cNvSpPr/>
            <p:nvPr/>
          </p:nvSpPr>
          <p:spPr>
            <a:xfrm>
              <a:off x="8937640" y="1959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2" name="pt50972"/>
            <p:cNvSpPr/>
            <p:nvPr/>
          </p:nvSpPr>
          <p:spPr>
            <a:xfrm>
              <a:off x="9292119" y="1933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3" name="pt50973"/>
            <p:cNvSpPr/>
            <p:nvPr/>
          </p:nvSpPr>
          <p:spPr>
            <a:xfrm>
              <a:off x="9138300" y="2057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4" name="pt50974"/>
            <p:cNvSpPr/>
            <p:nvPr/>
          </p:nvSpPr>
          <p:spPr>
            <a:xfrm>
              <a:off x="8312152" y="2334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5" name="pt50975"/>
            <p:cNvSpPr/>
            <p:nvPr/>
          </p:nvSpPr>
          <p:spPr>
            <a:xfrm>
              <a:off x="8937640" y="1738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6" name="pt50976"/>
            <p:cNvSpPr/>
            <p:nvPr/>
          </p:nvSpPr>
          <p:spPr>
            <a:xfrm>
              <a:off x="9121452" y="2116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7" name="pt50977"/>
            <p:cNvSpPr/>
            <p:nvPr/>
          </p:nvSpPr>
          <p:spPr>
            <a:xfrm>
              <a:off x="8556041" y="2465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8" name="pt50978"/>
            <p:cNvSpPr/>
            <p:nvPr/>
          </p:nvSpPr>
          <p:spPr>
            <a:xfrm>
              <a:off x="9003873" y="2070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9" name="pt50979"/>
            <p:cNvSpPr/>
            <p:nvPr/>
          </p:nvSpPr>
          <p:spPr>
            <a:xfrm>
              <a:off x="9444456" y="1796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0" name="pt50980"/>
            <p:cNvSpPr/>
            <p:nvPr/>
          </p:nvSpPr>
          <p:spPr>
            <a:xfrm>
              <a:off x="8505430" y="2497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1" name="pt50981"/>
            <p:cNvSpPr/>
            <p:nvPr/>
          </p:nvSpPr>
          <p:spPr>
            <a:xfrm>
              <a:off x="9250331" y="2137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2" name="pt50982"/>
            <p:cNvSpPr/>
            <p:nvPr/>
          </p:nvSpPr>
          <p:spPr>
            <a:xfrm>
              <a:off x="8312152" y="2405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3" name="pt50983"/>
            <p:cNvSpPr/>
            <p:nvPr/>
          </p:nvSpPr>
          <p:spPr>
            <a:xfrm>
              <a:off x="9208828" y="2112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4" name="pt50984"/>
            <p:cNvSpPr/>
            <p:nvPr/>
          </p:nvSpPr>
          <p:spPr>
            <a:xfrm>
              <a:off x="8708219" y="2427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5" name="pt50985"/>
            <p:cNvSpPr/>
            <p:nvPr/>
          </p:nvSpPr>
          <p:spPr>
            <a:xfrm>
              <a:off x="9139900" y="2012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6" name="pt50986"/>
            <p:cNvSpPr/>
            <p:nvPr/>
          </p:nvSpPr>
          <p:spPr>
            <a:xfrm>
              <a:off x="8556041" y="2514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7" name="pt50987"/>
            <p:cNvSpPr/>
            <p:nvPr/>
          </p:nvSpPr>
          <p:spPr>
            <a:xfrm>
              <a:off x="9435194" y="2008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8" name="pt50988"/>
            <p:cNvSpPr/>
            <p:nvPr/>
          </p:nvSpPr>
          <p:spPr>
            <a:xfrm>
              <a:off x="8383485" y="2507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9" name="pt50989"/>
            <p:cNvSpPr/>
            <p:nvPr/>
          </p:nvSpPr>
          <p:spPr>
            <a:xfrm>
              <a:off x="9349631" y="2192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0" name="pt50990"/>
            <p:cNvSpPr/>
            <p:nvPr/>
          </p:nvSpPr>
          <p:spPr>
            <a:xfrm>
              <a:off x="9190113" y="1907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1" name="pt50991"/>
            <p:cNvSpPr/>
            <p:nvPr/>
          </p:nvSpPr>
          <p:spPr>
            <a:xfrm>
              <a:off x="8763400" y="2219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2" name="pt50992"/>
            <p:cNvSpPr/>
            <p:nvPr/>
          </p:nvSpPr>
          <p:spPr>
            <a:xfrm>
              <a:off x="8981853" y="2184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3" name="pt50993"/>
            <p:cNvSpPr/>
            <p:nvPr/>
          </p:nvSpPr>
          <p:spPr>
            <a:xfrm>
              <a:off x="9238466" y="1840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4" name="pt50994"/>
            <p:cNvSpPr/>
            <p:nvPr/>
          </p:nvSpPr>
          <p:spPr>
            <a:xfrm>
              <a:off x="8971798" y="2104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5" name="pt50995"/>
            <p:cNvSpPr/>
            <p:nvPr/>
          </p:nvSpPr>
          <p:spPr>
            <a:xfrm>
              <a:off x="9381988" y="2029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6" name="pt50996"/>
            <p:cNvSpPr/>
            <p:nvPr/>
          </p:nvSpPr>
          <p:spPr>
            <a:xfrm>
              <a:off x="8749319" y="2241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7" name="pt50997"/>
            <p:cNvSpPr/>
            <p:nvPr/>
          </p:nvSpPr>
          <p:spPr>
            <a:xfrm>
              <a:off x="8874891" y="2015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8" name="pt50998"/>
            <p:cNvSpPr/>
            <p:nvPr/>
          </p:nvSpPr>
          <p:spPr>
            <a:xfrm>
              <a:off x="8942596" y="1909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9" name="pt50999"/>
            <p:cNvSpPr/>
            <p:nvPr/>
          </p:nvSpPr>
          <p:spPr>
            <a:xfrm>
              <a:off x="8770040" y="2027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0" name="pt51000"/>
            <p:cNvSpPr/>
            <p:nvPr/>
          </p:nvSpPr>
          <p:spPr>
            <a:xfrm>
              <a:off x="9091660" y="1964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1" name="pt51001"/>
            <p:cNvSpPr/>
            <p:nvPr/>
          </p:nvSpPr>
          <p:spPr>
            <a:xfrm>
              <a:off x="8654494" y="2479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2" name="pt51002"/>
            <p:cNvSpPr/>
            <p:nvPr/>
          </p:nvSpPr>
          <p:spPr>
            <a:xfrm>
              <a:off x="9578717" y="2465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3" name="pt51003"/>
            <p:cNvSpPr/>
            <p:nvPr/>
          </p:nvSpPr>
          <p:spPr>
            <a:xfrm>
              <a:off x="9647779" y="2230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4" name="pt51004"/>
            <p:cNvSpPr/>
            <p:nvPr/>
          </p:nvSpPr>
          <p:spPr>
            <a:xfrm>
              <a:off x="9106706" y="1902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5" name="pt51005"/>
            <p:cNvSpPr/>
            <p:nvPr/>
          </p:nvSpPr>
          <p:spPr>
            <a:xfrm>
              <a:off x="8770040" y="2051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6" name="pt51006"/>
            <p:cNvSpPr/>
            <p:nvPr/>
          </p:nvSpPr>
          <p:spPr>
            <a:xfrm>
              <a:off x="9124084" y="2257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7" name="pt51007"/>
            <p:cNvSpPr/>
            <p:nvPr/>
          </p:nvSpPr>
          <p:spPr>
            <a:xfrm>
              <a:off x="9028011" y="1610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8" name="pt51008"/>
            <p:cNvSpPr/>
            <p:nvPr/>
          </p:nvSpPr>
          <p:spPr>
            <a:xfrm>
              <a:off x="9190113" y="1917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9" name="pt51009"/>
            <p:cNvSpPr/>
            <p:nvPr/>
          </p:nvSpPr>
          <p:spPr>
            <a:xfrm>
              <a:off x="8576763" y="2491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0" name="pt51010"/>
            <p:cNvSpPr/>
            <p:nvPr/>
          </p:nvSpPr>
          <p:spPr>
            <a:xfrm>
              <a:off x="9167813" y="2105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1" name="pt51011"/>
            <p:cNvSpPr/>
            <p:nvPr/>
          </p:nvSpPr>
          <p:spPr>
            <a:xfrm>
              <a:off x="8855955" y="2166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2" name="pt51012"/>
            <p:cNvSpPr/>
            <p:nvPr/>
          </p:nvSpPr>
          <p:spPr>
            <a:xfrm>
              <a:off x="8913428" y="2140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3" name="pt51013"/>
            <p:cNvSpPr/>
            <p:nvPr/>
          </p:nvSpPr>
          <p:spPr>
            <a:xfrm>
              <a:off x="8595298" y="2320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4" name="pt51014"/>
            <p:cNvSpPr/>
            <p:nvPr/>
          </p:nvSpPr>
          <p:spPr>
            <a:xfrm>
              <a:off x="8473354" y="2423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5" name="pt51015"/>
            <p:cNvSpPr/>
            <p:nvPr/>
          </p:nvSpPr>
          <p:spPr>
            <a:xfrm>
              <a:off x="8595298" y="2281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6" name="pt51016"/>
            <p:cNvSpPr/>
            <p:nvPr/>
          </p:nvSpPr>
          <p:spPr>
            <a:xfrm>
              <a:off x="8312152" y="2327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7" name="pt51017"/>
            <p:cNvSpPr/>
            <p:nvPr/>
          </p:nvSpPr>
          <p:spPr>
            <a:xfrm>
              <a:off x="9612243" y="2338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8" name="pt51018"/>
            <p:cNvSpPr/>
            <p:nvPr/>
          </p:nvSpPr>
          <p:spPr>
            <a:xfrm>
              <a:off x="8749319" y="2086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9" name="pt51019"/>
            <p:cNvSpPr/>
            <p:nvPr/>
          </p:nvSpPr>
          <p:spPr>
            <a:xfrm>
              <a:off x="8576763" y="2520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0" name="pt51020"/>
            <p:cNvSpPr/>
            <p:nvPr/>
          </p:nvSpPr>
          <p:spPr>
            <a:xfrm>
              <a:off x="8612066" y="2379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1" name="pt51021"/>
            <p:cNvSpPr/>
            <p:nvPr/>
          </p:nvSpPr>
          <p:spPr>
            <a:xfrm>
              <a:off x="9039647" y="1909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2" name="pt51022"/>
            <p:cNvSpPr/>
            <p:nvPr/>
          </p:nvSpPr>
          <p:spPr>
            <a:xfrm>
              <a:off x="8654494" y="2382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3" name="pt51023"/>
            <p:cNvSpPr/>
            <p:nvPr/>
          </p:nvSpPr>
          <p:spPr>
            <a:xfrm>
              <a:off x="8473354" y="2328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4" name="pt51024"/>
            <p:cNvSpPr/>
            <p:nvPr/>
          </p:nvSpPr>
          <p:spPr>
            <a:xfrm>
              <a:off x="8505430" y="2584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5" name="pt51025"/>
            <p:cNvSpPr/>
            <p:nvPr/>
          </p:nvSpPr>
          <p:spPr>
            <a:xfrm>
              <a:off x="8698707" y="2335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6" name="pt51026"/>
            <p:cNvSpPr/>
            <p:nvPr/>
          </p:nvSpPr>
          <p:spPr>
            <a:xfrm>
              <a:off x="9292119" y="2051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7" name="pt51027"/>
            <p:cNvSpPr/>
            <p:nvPr/>
          </p:nvSpPr>
          <p:spPr>
            <a:xfrm>
              <a:off x="8810596" y="2043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8" name="pt51028"/>
            <p:cNvSpPr/>
            <p:nvPr/>
          </p:nvSpPr>
          <p:spPr>
            <a:xfrm>
              <a:off x="8810596" y="2087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9" name="pt51029"/>
            <p:cNvSpPr/>
            <p:nvPr/>
          </p:nvSpPr>
          <p:spPr>
            <a:xfrm>
              <a:off x="8834733" y="2301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0" name="pt51030"/>
            <p:cNvSpPr/>
            <p:nvPr/>
          </p:nvSpPr>
          <p:spPr>
            <a:xfrm>
              <a:off x="8851911" y="2037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1" name="pt51031"/>
            <p:cNvSpPr/>
            <p:nvPr/>
          </p:nvSpPr>
          <p:spPr>
            <a:xfrm>
              <a:off x="9047895" y="1776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2" name="pt51032"/>
            <p:cNvSpPr/>
            <p:nvPr/>
          </p:nvSpPr>
          <p:spPr>
            <a:xfrm>
              <a:off x="9070546" y="2151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3" name="pt51033"/>
            <p:cNvSpPr/>
            <p:nvPr/>
          </p:nvSpPr>
          <p:spPr>
            <a:xfrm>
              <a:off x="9881517" y="2528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4" name="pt51034"/>
            <p:cNvSpPr/>
            <p:nvPr/>
          </p:nvSpPr>
          <p:spPr>
            <a:xfrm>
              <a:off x="8971798" y="2116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5" name="pt51035"/>
            <p:cNvSpPr/>
            <p:nvPr/>
          </p:nvSpPr>
          <p:spPr>
            <a:xfrm>
              <a:off x="9065758" y="2032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6" name="pt51036"/>
            <p:cNvSpPr/>
            <p:nvPr/>
          </p:nvSpPr>
          <p:spPr>
            <a:xfrm>
              <a:off x="8595298" y="2117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7" name="pt51037"/>
            <p:cNvSpPr/>
            <p:nvPr/>
          </p:nvSpPr>
          <p:spPr>
            <a:xfrm>
              <a:off x="8556041" y="2473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8" name="pt51038"/>
            <p:cNvSpPr/>
            <p:nvPr/>
          </p:nvSpPr>
          <p:spPr>
            <a:xfrm>
              <a:off x="8895213" y="241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9" name="pt51039"/>
            <p:cNvSpPr/>
            <p:nvPr/>
          </p:nvSpPr>
          <p:spPr>
            <a:xfrm>
              <a:off x="9301578" y="1917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0" name="pt51040"/>
            <p:cNvSpPr/>
            <p:nvPr/>
          </p:nvSpPr>
          <p:spPr>
            <a:xfrm>
              <a:off x="9452717" y="185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1" name="pt51041"/>
            <p:cNvSpPr/>
            <p:nvPr/>
          </p:nvSpPr>
          <p:spPr>
            <a:xfrm>
              <a:off x="9146922" y="1959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2" name="pt51042"/>
            <p:cNvSpPr/>
            <p:nvPr/>
          </p:nvSpPr>
          <p:spPr>
            <a:xfrm>
              <a:off x="8741831" y="2302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3" name="pt51043"/>
            <p:cNvSpPr/>
            <p:nvPr/>
          </p:nvSpPr>
          <p:spPr>
            <a:xfrm>
              <a:off x="8312152" y="2594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4" name="pt51044"/>
            <p:cNvSpPr/>
            <p:nvPr/>
          </p:nvSpPr>
          <p:spPr>
            <a:xfrm>
              <a:off x="8782612" y="2217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5" name="pt51045"/>
            <p:cNvSpPr/>
            <p:nvPr/>
          </p:nvSpPr>
          <p:spPr>
            <a:xfrm>
              <a:off x="8913428" y="2176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6" name="pt51046"/>
            <p:cNvSpPr/>
            <p:nvPr/>
          </p:nvSpPr>
          <p:spPr>
            <a:xfrm>
              <a:off x="9244718" y="220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7" name="pt51047"/>
            <p:cNvSpPr/>
            <p:nvPr/>
          </p:nvSpPr>
          <p:spPr>
            <a:xfrm>
              <a:off x="9087421" y="1841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8" name="pt51048"/>
            <p:cNvSpPr/>
            <p:nvPr/>
          </p:nvSpPr>
          <p:spPr>
            <a:xfrm>
              <a:off x="9008973" y="1789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9" name="pt51049"/>
            <p:cNvSpPr/>
            <p:nvPr/>
          </p:nvSpPr>
          <p:spPr>
            <a:xfrm>
              <a:off x="9205570" y="2182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0" name="pt51050"/>
            <p:cNvSpPr/>
            <p:nvPr/>
          </p:nvSpPr>
          <p:spPr>
            <a:xfrm>
              <a:off x="8312152" y="2432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1" name="pt51051"/>
            <p:cNvSpPr/>
            <p:nvPr/>
          </p:nvSpPr>
          <p:spPr>
            <a:xfrm>
              <a:off x="8820652" y="2220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2" name="pt51052"/>
            <p:cNvSpPr/>
            <p:nvPr/>
          </p:nvSpPr>
          <p:spPr>
            <a:xfrm>
              <a:off x="9325863" y="2137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3" name="pt51053"/>
            <p:cNvSpPr/>
            <p:nvPr/>
          </p:nvSpPr>
          <p:spPr>
            <a:xfrm>
              <a:off x="8383485" y="2239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4" name="pt51054"/>
            <p:cNvSpPr/>
            <p:nvPr/>
          </p:nvSpPr>
          <p:spPr>
            <a:xfrm>
              <a:off x="8434097" y="2432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5" name="pt51055"/>
            <p:cNvSpPr/>
            <p:nvPr/>
          </p:nvSpPr>
          <p:spPr>
            <a:xfrm>
              <a:off x="9217744" y="2083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6" name="pt51056"/>
            <p:cNvSpPr/>
            <p:nvPr/>
          </p:nvSpPr>
          <p:spPr>
            <a:xfrm>
              <a:off x="9265000" y="1981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7" name="pt51057"/>
            <p:cNvSpPr/>
            <p:nvPr/>
          </p:nvSpPr>
          <p:spPr>
            <a:xfrm>
              <a:off x="8641456" y="2116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8" name="pt51058"/>
            <p:cNvSpPr/>
            <p:nvPr/>
          </p:nvSpPr>
          <p:spPr>
            <a:xfrm>
              <a:off x="8867559" y="2176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9" name="pt51059"/>
            <p:cNvSpPr/>
            <p:nvPr/>
          </p:nvSpPr>
          <p:spPr>
            <a:xfrm>
              <a:off x="8717243" y="2336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0" name="pt51060"/>
            <p:cNvSpPr/>
            <p:nvPr/>
          </p:nvSpPr>
          <p:spPr>
            <a:xfrm>
              <a:off x="8977900" y="2341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1" name="pt51061"/>
            <p:cNvSpPr/>
            <p:nvPr/>
          </p:nvSpPr>
          <p:spPr>
            <a:xfrm>
              <a:off x="9117880" y="1998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2" name="pt51062"/>
            <p:cNvSpPr/>
            <p:nvPr/>
          </p:nvSpPr>
          <p:spPr>
            <a:xfrm>
              <a:off x="9546496" y="1865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3" name="pt51063"/>
            <p:cNvSpPr/>
            <p:nvPr/>
          </p:nvSpPr>
          <p:spPr>
            <a:xfrm>
              <a:off x="9328879" y="2086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4" name="pt51064"/>
            <p:cNvSpPr/>
            <p:nvPr/>
          </p:nvSpPr>
          <p:spPr>
            <a:xfrm>
              <a:off x="9200002" y="199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5" name="pt51065"/>
            <p:cNvSpPr/>
            <p:nvPr/>
          </p:nvSpPr>
          <p:spPr>
            <a:xfrm>
              <a:off x="9214649" y="2022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6" name="pt51066"/>
            <p:cNvSpPr/>
            <p:nvPr/>
          </p:nvSpPr>
          <p:spPr>
            <a:xfrm>
              <a:off x="8741831" y="2152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7" name="pt51067"/>
            <p:cNvSpPr/>
            <p:nvPr/>
          </p:nvSpPr>
          <p:spPr>
            <a:xfrm>
              <a:off x="9062080" y="1769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8" name="pt51068"/>
            <p:cNvSpPr/>
            <p:nvPr/>
          </p:nvSpPr>
          <p:spPr>
            <a:xfrm>
              <a:off x="8434097" y="2639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9" name="pt51069"/>
            <p:cNvSpPr/>
            <p:nvPr/>
          </p:nvSpPr>
          <p:spPr>
            <a:xfrm>
              <a:off x="8863776" y="2028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0" name="pt51070"/>
            <p:cNvSpPr/>
            <p:nvPr/>
          </p:nvSpPr>
          <p:spPr>
            <a:xfrm>
              <a:off x="8677986" y="2370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1" name="pt51071"/>
            <p:cNvSpPr/>
            <p:nvPr/>
          </p:nvSpPr>
          <p:spPr>
            <a:xfrm>
              <a:off x="8979888" y="2306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2" name="pt51072"/>
            <p:cNvSpPr/>
            <p:nvPr/>
          </p:nvSpPr>
          <p:spPr>
            <a:xfrm>
              <a:off x="8825472" y="2007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3" name="pt51073"/>
            <p:cNvSpPr/>
            <p:nvPr/>
          </p:nvSpPr>
          <p:spPr>
            <a:xfrm>
              <a:off x="8473354" y="2356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4" name="pt51074"/>
            <p:cNvSpPr/>
            <p:nvPr/>
          </p:nvSpPr>
          <p:spPr>
            <a:xfrm>
              <a:off x="9028011" y="1654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5" name="pt51075"/>
            <p:cNvSpPr/>
            <p:nvPr/>
          </p:nvSpPr>
          <p:spPr>
            <a:xfrm>
              <a:off x="9106706" y="2030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6" name="pt51076"/>
            <p:cNvSpPr/>
            <p:nvPr/>
          </p:nvSpPr>
          <p:spPr>
            <a:xfrm>
              <a:off x="8505430" y="2447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7" name="pt51077"/>
            <p:cNvSpPr/>
            <p:nvPr/>
          </p:nvSpPr>
          <p:spPr>
            <a:xfrm>
              <a:off x="8874891" y="1946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8" name="pt51078"/>
            <p:cNvSpPr/>
            <p:nvPr/>
          </p:nvSpPr>
          <p:spPr>
            <a:xfrm>
              <a:off x="8998621" y="2014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9" name="pt51079"/>
            <p:cNvSpPr/>
            <p:nvPr/>
          </p:nvSpPr>
          <p:spPr>
            <a:xfrm>
              <a:off x="8847771" y="2111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0" name="pt51080"/>
            <p:cNvSpPr/>
            <p:nvPr/>
          </p:nvSpPr>
          <p:spPr>
            <a:xfrm>
              <a:off x="8612066" y="1983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1" name="pt51081"/>
            <p:cNvSpPr/>
            <p:nvPr/>
          </p:nvSpPr>
          <p:spPr>
            <a:xfrm>
              <a:off x="8505430" y="2440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2" name="pt51082"/>
            <p:cNvSpPr/>
            <p:nvPr/>
          </p:nvSpPr>
          <p:spPr>
            <a:xfrm>
              <a:off x="9218764" y="1850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3" name="pt51083"/>
            <p:cNvSpPr/>
            <p:nvPr/>
          </p:nvSpPr>
          <p:spPr>
            <a:xfrm>
              <a:off x="8473354" y="2156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4" name="pt51084"/>
            <p:cNvSpPr/>
            <p:nvPr/>
          </p:nvSpPr>
          <p:spPr>
            <a:xfrm>
              <a:off x="8979888" y="2357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5" name="pt51085"/>
            <p:cNvSpPr/>
            <p:nvPr/>
          </p:nvSpPr>
          <p:spPr>
            <a:xfrm>
              <a:off x="8904556" y="1712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6" name="pt51086"/>
            <p:cNvSpPr/>
            <p:nvPr/>
          </p:nvSpPr>
          <p:spPr>
            <a:xfrm>
              <a:off x="8749319" y="2182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7" name="pt51087"/>
            <p:cNvSpPr/>
            <p:nvPr/>
          </p:nvSpPr>
          <p:spPr>
            <a:xfrm>
              <a:off x="8312152" y="2414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8" name="pt51088"/>
            <p:cNvSpPr/>
            <p:nvPr/>
          </p:nvSpPr>
          <p:spPr>
            <a:xfrm>
              <a:off x="8312152" y="2265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9" name="pt51089"/>
            <p:cNvSpPr/>
            <p:nvPr/>
          </p:nvSpPr>
          <p:spPr>
            <a:xfrm>
              <a:off x="8434097" y="236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0" name="pt51090"/>
            <p:cNvSpPr/>
            <p:nvPr/>
          </p:nvSpPr>
          <p:spPr>
            <a:xfrm>
              <a:off x="9244278" y="1864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1" name="pt51091"/>
            <p:cNvSpPr/>
            <p:nvPr/>
          </p:nvSpPr>
          <p:spPr>
            <a:xfrm>
              <a:off x="8945023" y="1747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2" name="pt51092"/>
            <p:cNvSpPr/>
            <p:nvPr/>
          </p:nvSpPr>
          <p:spPr>
            <a:xfrm>
              <a:off x="8505430" y="2374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3" name="pt51093"/>
            <p:cNvSpPr/>
            <p:nvPr/>
          </p:nvSpPr>
          <p:spPr>
            <a:xfrm>
              <a:off x="8996835" y="1931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4" name="pt51094"/>
            <p:cNvSpPr/>
            <p:nvPr/>
          </p:nvSpPr>
          <p:spPr>
            <a:xfrm>
              <a:off x="8996835" y="2007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5" name="pt51095"/>
            <p:cNvSpPr/>
            <p:nvPr/>
          </p:nvSpPr>
          <p:spPr>
            <a:xfrm>
              <a:off x="8312152" y="2356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6" name="pt51096"/>
            <p:cNvSpPr/>
            <p:nvPr/>
          </p:nvSpPr>
          <p:spPr>
            <a:xfrm>
              <a:off x="9066967" y="2138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7" name="pt51097"/>
            <p:cNvSpPr/>
            <p:nvPr/>
          </p:nvSpPr>
          <p:spPr>
            <a:xfrm>
              <a:off x="9018749" y="1938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8" name="pt51098"/>
            <p:cNvSpPr/>
            <p:nvPr/>
          </p:nvSpPr>
          <p:spPr>
            <a:xfrm>
              <a:off x="8641456" y="2206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9" name="pt51099"/>
            <p:cNvSpPr/>
            <p:nvPr/>
          </p:nvSpPr>
          <p:spPr>
            <a:xfrm>
              <a:off x="8945023" y="1794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0" name="pt51100"/>
            <p:cNvSpPr/>
            <p:nvPr/>
          </p:nvSpPr>
          <p:spPr>
            <a:xfrm>
              <a:off x="9038234" y="1833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1" name="pt51101"/>
            <p:cNvSpPr/>
            <p:nvPr/>
          </p:nvSpPr>
          <p:spPr>
            <a:xfrm>
              <a:off x="8677986" y="2175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2" name="pt51102"/>
            <p:cNvSpPr/>
            <p:nvPr/>
          </p:nvSpPr>
          <p:spPr>
            <a:xfrm>
              <a:off x="8830164" y="2081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3" name="pt51103"/>
            <p:cNvSpPr/>
            <p:nvPr/>
          </p:nvSpPr>
          <p:spPr>
            <a:xfrm>
              <a:off x="9078622" y="1693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4" name="pt51104"/>
            <p:cNvSpPr/>
            <p:nvPr/>
          </p:nvSpPr>
          <p:spPr>
            <a:xfrm>
              <a:off x="8505430" y="236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5" name="pt51105"/>
            <p:cNvSpPr/>
            <p:nvPr/>
          </p:nvSpPr>
          <p:spPr>
            <a:xfrm>
              <a:off x="9057053" y="1840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6" name="pt51106"/>
            <p:cNvSpPr/>
            <p:nvPr/>
          </p:nvSpPr>
          <p:spPr>
            <a:xfrm>
              <a:off x="9408619" y="2237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7" name="pt51107"/>
            <p:cNvSpPr/>
            <p:nvPr/>
          </p:nvSpPr>
          <p:spPr>
            <a:xfrm>
              <a:off x="9546496" y="2133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8" name="pt51108"/>
            <p:cNvSpPr/>
            <p:nvPr/>
          </p:nvSpPr>
          <p:spPr>
            <a:xfrm>
              <a:off x="9155869" y="2087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9" name="pt51109"/>
            <p:cNvSpPr/>
            <p:nvPr/>
          </p:nvSpPr>
          <p:spPr>
            <a:xfrm>
              <a:off x="8954408" y="1897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0" name="pt51110"/>
            <p:cNvSpPr/>
            <p:nvPr/>
          </p:nvSpPr>
          <p:spPr>
            <a:xfrm>
              <a:off x="9431288" y="182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1" name="pt51111"/>
            <p:cNvSpPr/>
            <p:nvPr/>
          </p:nvSpPr>
          <p:spPr>
            <a:xfrm>
              <a:off x="9279262" y="2058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2" name="pt51112"/>
            <p:cNvSpPr/>
            <p:nvPr/>
          </p:nvSpPr>
          <p:spPr>
            <a:xfrm>
              <a:off x="9714526" y="1838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3" name="pt51113"/>
            <p:cNvSpPr/>
            <p:nvPr/>
          </p:nvSpPr>
          <p:spPr>
            <a:xfrm>
              <a:off x="8627374" y="2049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4" name="pt51114"/>
            <p:cNvSpPr/>
            <p:nvPr/>
          </p:nvSpPr>
          <p:spPr>
            <a:xfrm>
              <a:off x="9254530" y="2110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5" name="pt51115"/>
            <p:cNvSpPr/>
            <p:nvPr/>
          </p:nvSpPr>
          <p:spPr>
            <a:xfrm>
              <a:off x="8921875" y="2202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6" name="pt51116"/>
            <p:cNvSpPr/>
            <p:nvPr/>
          </p:nvSpPr>
          <p:spPr>
            <a:xfrm>
              <a:off x="8888696" y="2257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7" name="pt51117"/>
            <p:cNvSpPr/>
            <p:nvPr/>
          </p:nvSpPr>
          <p:spPr>
            <a:xfrm>
              <a:off x="9190113" y="2023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8" name="pt51118"/>
            <p:cNvSpPr/>
            <p:nvPr/>
          </p:nvSpPr>
          <p:spPr>
            <a:xfrm>
              <a:off x="9065758" y="2063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9" name="pt51119"/>
            <p:cNvSpPr/>
            <p:nvPr/>
          </p:nvSpPr>
          <p:spPr>
            <a:xfrm>
              <a:off x="8855955" y="2261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0" name="pt51120"/>
            <p:cNvSpPr/>
            <p:nvPr/>
          </p:nvSpPr>
          <p:spPr>
            <a:xfrm>
              <a:off x="9065758" y="2052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1" name="pt51121"/>
            <p:cNvSpPr/>
            <p:nvPr/>
          </p:nvSpPr>
          <p:spPr>
            <a:xfrm>
              <a:off x="8770040" y="2045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2" name="pt51122"/>
            <p:cNvSpPr/>
            <p:nvPr/>
          </p:nvSpPr>
          <p:spPr>
            <a:xfrm>
              <a:off x="8312152" y="2269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3" name="pt51123"/>
            <p:cNvSpPr/>
            <p:nvPr/>
          </p:nvSpPr>
          <p:spPr>
            <a:xfrm>
              <a:off x="8881929" y="218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4" name="pt51124"/>
            <p:cNvSpPr/>
            <p:nvPr/>
          </p:nvSpPr>
          <p:spPr>
            <a:xfrm>
              <a:off x="8434097" y="2490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5" name="pt51125"/>
            <p:cNvSpPr/>
            <p:nvPr/>
          </p:nvSpPr>
          <p:spPr>
            <a:xfrm>
              <a:off x="9238466" y="1950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6" name="pt51126"/>
            <p:cNvSpPr/>
            <p:nvPr/>
          </p:nvSpPr>
          <p:spPr>
            <a:xfrm>
              <a:off x="8863776" y="1958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7" name="pt51127"/>
            <p:cNvSpPr/>
            <p:nvPr/>
          </p:nvSpPr>
          <p:spPr>
            <a:xfrm>
              <a:off x="8473354" y="232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8" name="pt51128"/>
            <p:cNvSpPr/>
            <p:nvPr/>
          </p:nvSpPr>
          <p:spPr>
            <a:xfrm>
              <a:off x="9714526" y="1282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9" name="pt51129"/>
            <p:cNvSpPr/>
            <p:nvPr/>
          </p:nvSpPr>
          <p:spPr>
            <a:xfrm>
              <a:off x="8963317" y="2110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0" name="pt51130"/>
            <p:cNvSpPr/>
            <p:nvPr/>
          </p:nvSpPr>
          <p:spPr>
            <a:xfrm>
              <a:off x="8734011" y="2134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1" name="pt51131"/>
            <p:cNvSpPr/>
            <p:nvPr/>
          </p:nvSpPr>
          <p:spPr>
            <a:xfrm>
              <a:off x="8881929" y="2266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2" name="pt51132"/>
            <p:cNvSpPr/>
            <p:nvPr/>
          </p:nvSpPr>
          <p:spPr>
            <a:xfrm>
              <a:off x="9346461" y="2041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3" name="pt51133"/>
            <p:cNvSpPr/>
            <p:nvPr/>
          </p:nvSpPr>
          <p:spPr>
            <a:xfrm>
              <a:off x="9340963" y="2284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4" name="pt51134"/>
            <p:cNvSpPr/>
            <p:nvPr/>
          </p:nvSpPr>
          <p:spPr>
            <a:xfrm>
              <a:off x="8937640" y="1904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5" name="pt51135"/>
            <p:cNvSpPr/>
            <p:nvPr/>
          </p:nvSpPr>
          <p:spPr>
            <a:xfrm>
              <a:off x="8830164" y="2176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6" name="pt51136"/>
            <p:cNvSpPr/>
            <p:nvPr/>
          </p:nvSpPr>
          <p:spPr>
            <a:xfrm>
              <a:off x="8612066" y="2410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7" name="pt51137"/>
            <p:cNvSpPr/>
            <p:nvPr/>
          </p:nvSpPr>
          <p:spPr>
            <a:xfrm>
              <a:off x="8383485" y="2536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8" name="pt51138"/>
            <p:cNvSpPr/>
            <p:nvPr/>
          </p:nvSpPr>
          <p:spPr>
            <a:xfrm>
              <a:off x="9654228" y="2417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9" name="pt51139"/>
            <p:cNvSpPr/>
            <p:nvPr/>
          </p:nvSpPr>
          <p:spPr>
            <a:xfrm>
              <a:off x="9167133" y="2124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0" name="pt51140"/>
            <p:cNvSpPr/>
            <p:nvPr/>
          </p:nvSpPr>
          <p:spPr>
            <a:xfrm>
              <a:off x="8677986" y="2326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1" name="pt51141"/>
            <p:cNvSpPr/>
            <p:nvPr/>
          </p:nvSpPr>
          <p:spPr>
            <a:xfrm>
              <a:off x="9221288" y="1795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2" name="pt51142"/>
            <p:cNvSpPr/>
            <p:nvPr/>
          </p:nvSpPr>
          <p:spPr>
            <a:xfrm>
              <a:off x="8677986" y="2360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3" name="pt51143"/>
            <p:cNvSpPr/>
            <p:nvPr/>
          </p:nvSpPr>
          <p:spPr>
            <a:xfrm>
              <a:off x="8763400" y="2154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4" name="pt51144"/>
            <p:cNvSpPr/>
            <p:nvPr/>
          </p:nvSpPr>
          <p:spPr>
            <a:xfrm>
              <a:off x="8312152" y="2308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5" name="pt51145"/>
            <p:cNvSpPr/>
            <p:nvPr/>
          </p:nvSpPr>
          <p:spPr>
            <a:xfrm>
              <a:off x="9116975" y="1746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6" name="pt51146"/>
            <p:cNvSpPr/>
            <p:nvPr/>
          </p:nvSpPr>
          <p:spPr>
            <a:xfrm>
              <a:off x="9028011" y="1436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7" name="pt51147"/>
            <p:cNvSpPr/>
            <p:nvPr/>
          </p:nvSpPr>
          <p:spPr>
            <a:xfrm>
              <a:off x="8641456" y="2033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8" name="pt51148"/>
            <p:cNvSpPr/>
            <p:nvPr/>
          </p:nvSpPr>
          <p:spPr>
            <a:xfrm>
              <a:off x="8830164" y="211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9" name="pt51149"/>
            <p:cNvSpPr/>
            <p:nvPr/>
          </p:nvSpPr>
          <p:spPr>
            <a:xfrm>
              <a:off x="8839187" y="2134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0" name="pt51150"/>
            <p:cNvSpPr/>
            <p:nvPr/>
          </p:nvSpPr>
          <p:spPr>
            <a:xfrm>
              <a:off x="9095800" y="1981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1" name="pt51151"/>
            <p:cNvSpPr/>
            <p:nvPr/>
          </p:nvSpPr>
          <p:spPr>
            <a:xfrm>
              <a:off x="8473354" y="2178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2" name="pt51152"/>
            <p:cNvSpPr/>
            <p:nvPr/>
          </p:nvSpPr>
          <p:spPr>
            <a:xfrm>
              <a:off x="9285982" y="1730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3" name="pt51153"/>
            <p:cNvSpPr/>
            <p:nvPr/>
          </p:nvSpPr>
          <p:spPr>
            <a:xfrm>
              <a:off x="8725827" y="2136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4" name="pt51154"/>
            <p:cNvSpPr/>
            <p:nvPr/>
          </p:nvSpPr>
          <p:spPr>
            <a:xfrm>
              <a:off x="8312152" y="2396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5" name="pt51155"/>
            <p:cNvSpPr/>
            <p:nvPr/>
          </p:nvSpPr>
          <p:spPr>
            <a:xfrm>
              <a:off x="8312152" y="2310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6" name="pt51156"/>
            <p:cNvSpPr/>
            <p:nvPr/>
          </p:nvSpPr>
          <p:spPr>
            <a:xfrm>
              <a:off x="8576763" y="2426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7" name="pt51157"/>
            <p:cNvSpPr/>
            <p:nvPr/>
          </p:nvSpPr>
          <p:spPr>
            <a:xfrm>
              <a:off x="8556041" y="2483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8" name="pt51158"/>
            <p:cNvSpPr/>
            <p:nvPr/>
          </p:nvSpPr>
          <p:spPr>
            <a:xfrm>
              <a:off x="8641456" y="2253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9" name="pt51159"/>
            <p:cNvSpPr/>
            <p:nvPr/>
          </p:nvSpPr>
          <p:spPr>
            <a:xfrm>
              <a:off x="9595084" y="2140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0" name="pt51160"/>
            <p:cNvSpPr/>
            <p:nvPr/>
          </p:nvSpPr>
          <p:spPr>
            <a:xfrm>
              <a:off x="8874891" y="2002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1" name="pt51161"/>
            <p:cNvSpPr/>
            <p:nvPr/>
          </p:nvSpPr>
          <p:spPr>
            <a:xfrm>
              <a:off x="9109567" y="1735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2" name="pt51162"/>
            <p:cNvSpPr/>
            <p:nvPr/>
          </p:nvSpPr>
          <p:spPr>
            <a:xfrm>
              <a:off x="8383485" y="2168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3" name="pt51163"/>
            <p:cNvSpPr/>
            <p:nvPr/>
          </p:nvSpPr>
          <p:spPr>
            <a:xfrm>
              <a:off x="8312152" y="2550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4" name="pt51164"/>
            <p:cNvSpPr/>
            <p:nvPr/>
          </p:nvSpPr>
          <p:spPr>
            <a:xfrm>
              <a:off x="8556041" y="2363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5" name="pt51165"/>
            <p:cNvSpPr/>
            <p:nvPr/>
          </p:nvSpPr>
          <p:spPr>
            <a:xfrm>
              <a:off x="9666217" y="1821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6" name="pt51166"/>
            <p:cNvSpPr/>
            <p:nvPr/>
          </p:nvSpPr>
          <p:spPr>
            <a:xfrm>
              <a:off x="9221288" y="1816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7" name="pt51167"/>
            <p:cNvSpPr/>
            <p:nvPr/>
          </p:nvSpPr>
          <p:spPr>
            <a:xfrm>
              <a:off x="8688651" y="2508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8" name="pt51168"/>
            <p:cNvSpPr/>
            <p:nvPr/>
          </p:nvSpPr>
          <p:spPr>
            <a:xfrm>
              <a:off x="9028011" y="1707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9" name="pt51169"/>
            <p:cNvSpPr/>
            <p:nvPr/>
          </p:nvSpPr>
          <p:spPr>
            <a:xfrm>
              <a:off x="8688651" y="2432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0" name="pt51170"/>
            <p:cNvSpPr/>
            <p:nvPr/>
          </p:nvSpPr>
          <p:spPr>
            <a:xfrm>
              <a:off x="9221288" y="1839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1" name="pt51171"/>
            <p:cNvSpPr/>
            <p:nvPr/>
          </p:nvSpPr>
          <p:spPr>
            <a:xfrm>
              <a:off x="8734011" y="2190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2" name="pt51172"/>
            <p:cNvSpPr/>
            <p:nvPr/>
          </p:nvSpPr>
          <p:spPr>
            <a:xfrm>
              <a:off x="9143835" y="2026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3" name="pt51173"/>
            <p:cNvSpPr/>
            <p:nvPr/>
          </p:nvSpPr>
          <p:spPr>
            <a:xfrm>
              <a:off x="9167813" y="207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4" name="pt51174"/>
            <p:cNvSpPr/>
            <p:nvPr/>
          </p:nvSpPr>
          <p:spPr>
            <a:xfrm>
              <a:off x="8794345" y="1983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5" name="pt51175"/>
            <p:cNvSpPr/>
            <p:nvPr/>
          </p:nvSpPr>
          <p:spPr>
            <a:xfrm>
              <a:off x="9489373" y="2551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6" name="pt51176"/>
            <p:cNvSpPr/>
            <p:nvPr/>
          </p:nvSpPr>
          <p:spPr>
            <a:xfrm>
              <a:off x="8473354" y="2261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7" name="pt51177"/>
            <p:cNvSpPr/>
            <p:nvPr/>
          </p:nvSpPr>
          <p:spPr>
            <a:xfrm>
              <a:off x="8383485" y="2402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8" name="pt51178"/>
            <p:cNvSpPr/>
            <p:nvPr/>
          </p:nvSpPr>
          <p:spPr>
            <a:xfrm>
              <a:off x="8312152" y="2443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9" name="pt51179"/>
            <p:cNvSpPr/>
            <p:nvPr/>
          </p:nvSpPr>
          <p:spPr>
            <a:xfrm>
              <a:off x="9138300" y="2182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0" name="pt51180"/>
            <p:cNvSpPr/>
            <p:nvPr/>
          </p:nvSpPr>
          <p:spPr>
            <a:xfrm>
              <a:off x="9396086" y="2063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1" name="pt51181"/>
            <p:cNvSpPr/>
            <p:nvPr/>
          </p:nvSpPr>
          <p:spPr>
            <a:xfrm>
              <a:off x="8654494" y="2394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2" name="pt51182"/>
            <p:cNvSpPr/>
            <p:nvPr/>
          </p:nvSpPr>
          <p:spPr>
            <a:xfrm>
              <a:off x="8932540" y="2049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3" name="pt51183"/>
            <p:cNvSpPr/>
            <p:nvPr/>
          </p:nvSpPr>
          <p:spPr>
            <a:xfrm>
              <a:off x="8312152" y="2486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4" name="pt51184"/>
            <p:cNvSpPr/>
            <p:nvPr/>
          </p:nvSpPr>
          <p:spPr>
            <a:xfrm>
              <a:off x="8473354" y="2334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5" name="pt51185"/>
            <p:cNvSpPr/>
            <p:nvPr/>
          </p:nvSpPr>
          <p:spPr>
            <a:xfrm>
              <a:off x="9230563" y="1855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6" name="pt51186"/>
            <p:cNvSpPr/>
            <p:nvPr/>
          </p:nvSpPr>
          <p:spPr>
            <a:xfrm>
              <a:off x="8717243" y="2350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7" name="pt51187"/>
            <p:cNvSpPr/>
            <p:nvPr/>
          </p:nvSpPr>
          <p:spPr>
            <a:xfrm>
              <a:off x="9607397" y="2267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8" name="pt51188"/>
            <p:cNvSpPr/>
            <p:nvPr/>
          </p:nvSpPr>
          <p:spPr>
            <a:xfrm>
              <a:off x="8312152" y="2539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9" name="pt51189"/>
            <p:cNvSpPr/>
            <p:nvPr/>
          </p:nvSpPr>
          <p:spPr>
            <a:xfrm>
              <a:off x="9515130" y="2420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0" name="pt51190"/>
            <p:cNvSpPr/>
            <p:nvPr/>
          </p:nvSpPr>
          <p:spPr>
            <a:xfrm>
              <a:off x="8956678" y="1915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1" name="pt51191"/>
            <p:cNvSpPr/>
            <p:nvPr/>
          </p:nvSpPr>
          <p:spPr>
            <a:xfrm>
              <a:off x="9749896" y="2006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2" name="pt51192"/>
            <p:cNvSpPr/>
            <p:nvPr/>
          </p:nvSpPr>
          <p:spPr>
            <a:xfrm>
              <a:off x="9530995" y="2411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3" name="pt51193"/>
            <p:cNvSpPr/>
            <p:nvPr/>
          </p:nvSpPr>
          <p:spPr>
            <a:xfrm>
              <a:off x="9697445" y="1388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4" name="pt51194"/>
            <p:cNvSpPr/>
            <p:nvPr/>
          </p:nvSpPr>
          <p:spPr>
            <a:xfrm>
              <a:off x="9978328" y="2550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5" name="pt51195"/>
            <p:cNvSpPr/>
            <p:nvPr/>
          </p:nvSpPr>
          <p:spPr>
            <a:xfrm>
              <a:off x="8576763" y="2408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6" name="pt51196"/>
            <p:cNvSpPr/>
            <p:nvPr/>
          </p:nvSpPr>
          <p:spPr>
            <a:xfrm>
              <a:off x="9028011" y="1835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7" name="pt51197"/>
            <p:cNvSpPr/>
            <p:nvPr/>
          </p:nvSpPr>
          <p:spPr>
            <a:xfrm>
              <a:off x="8776438" y="2024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8" name="pt51198"/>
            <p:cNvSpPr/>
            <p:nvPr/>
          </p:nvSpPr>
          <p:spPr>
            <a:xfrm>
              <a:off x="8805344" y="2363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9" name="pt51199"/>
            <p:cNvSpPr/>
            <p:nvPr/>
          </p:nvSpPr>
          <p:spPr>
            <a:xfrm>
              <a:off x="9021891" y="167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0" name="pt51200"/>
            <p:cNvSpPr/>
            <p:nvPr/>
          </p:nvSpPr>
          <p:spPr>
            <a:xfrm>
              <a:off x="8756500" y="1969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1" name="pt51201"/>
            <p:cNvSpPr/>
            <p:nvPr/>
          </p:nvSpPr>
          <p:spPr>
            <a:xfrm>
              <a:off x="8312152" y="2417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2" name="pt51202"/>
            <p:cNvSpPr/>
            <p:nvPr/>
          </p:nvSpPr>
          <p:spPr>
            <a:xfrm>
              <a:off x="8805344" y="2227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3" name="pt51203"/>
            <p:cNvSpPr/>
            <p:nvPr/>
          </p:nvSpPr>
          <p:spPr>
            <a:xfrm>
              <a:off x="8505430" y="2302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4" name="pt51204"/>
            <p:cNvSpPr/>
            <p:nvPr/>
          </p:nvSpPr>
          <p:spPr>
            <a:xfrm>
              <a:off x="8895213" y="2245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5" name="pt51205"/>
            <p:cNvSpPr/>
            <p:nvPr/>
          </p:nvSpPr>
          <p:spPr>
            <a:xfrm>
              <a:off x="9124084" y="2072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6" name="pt51206"/>
            <p:cNvSpPr/>
            <p:nvPr/>
          </p:nvSpPr>
          <p:spPr>
            <a:xfrm>
              <a:off x="8935109" y="2105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7" name="pt51207"/>
            <p:cNvSpPr/>
            <p:nvPr/>
          </p:nvSpPr>
          <p:spPr>
            <a:xfrm>
              <a:off x="8312152" y="2670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8" name="pt51208"/>
            <p:cNvSpPr/>
            <p:nvPr/>
          </p:nvSpPr>
          <p:spPr>
            <a:xfrm>
              <a:off x="9324474" y="209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9" name="pt51209"/>
            <p:cNvSpPr/>
            <p:nvPr/>
          </p:nvSpPr>
          <p:spPr>
            <a:xfrm>
              <a:off x="9206663" y="2007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0" name="pt51210"/>
            <p:cNvSpPr/>
            <p:nvPr/>
          </p:nvSpPr>
          <p:spPr>
            <a:xfrm>
              <a:off x="9340963" y="2105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1" name="pt51211"/>
            <p:cNvSpPr/>
            <p:nvPr/>
          </p:nvSpPr>
          <p:spPr>
            <a:xfrm>
              <a:off x="8741831" y="2242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2" name="pt51212"/>
            <p:cNvSpPr/>
            <p:nvPr/>
          </p:nvSpPr>
          <p:spPr>
            <a:xfrm>
              <a:off x="8556041" y="2426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3" name="pt51213"/>
            <p:cNvSpPr/>
            <p:nvPr/>
          </p:nvSpPr>
          <p:spPr>
            <a:xfrm>
              <a:off x="8825472" y="2031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4" name="pt51214"/>
            <p:cNvSpPr/>
            <p:nvPr/>
          </p:nvSpPr>
          <p:spPr>
            <a:xfrm>
              <a:off x="8956678" y="1875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5" name="pt51215"/>
            <p:cNvSpPr/>
            <p:nvPr/>
          </p:nvSpPr>
          <p:spPr>
            <a:xfrm>
              <a:off x="8937640" y="1862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6" name="pt51216"/>
            <p:cNvSpPr/>
            <p:nvPr/>
          </p:nvSpPr>
          <p:spPr>
            <a:xfrm>
              <a:off x="8383485" y="2361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7" name="pt51217"/>
            <p:cNvSpPr/>
            <p:nvPr/>
          </p:nvSpPr>
          <p:spPr>
            <a:xfrm>
              <a:off x="9230563" y="1981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8" name="pt51218"/>
            <p:cNvSpPr/>
            <p:nvPr/>
          </p:nvSpPr>
          <p:spPr>
            <a:xfrm>
              <a:off x="9135057" y="2085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9" name="pt51219"/>
            <p:cNvSpPr/>
            <p:nvPr/>
          </p:nvSpPr>
          <p:spPr>
            <a:xfrm>
              <a:off x="8627374" y="2298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0" name="pt51220"/>
            <p:cNvSpPr/>
            <p:nvPr/>
          </p:nvSpPr>
          <p:spPr>
            <a:xfrm>
              <a:off x="9214649" y="2060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1" name="pt51221"/>
            <p:cNvSpPr/>
            <p:nvPr/>
          </p:nvSpPr>
          <p:spPr>
            <a:xfrm>
              <a:off x="9454989" y="1863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2" name="pt51222"/>
            <p:cNvSpPr/>
            <p:nvPr/>
          </p:nvSpPr>
          <p:spPr>
            <a:xfrm>
              <a:off x="9349631" y="2175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3" name="pt51223"/>
            <p:cNvSpPr/>
            <p:nvPr/>
          </p:nvSpPr>
          <p:spPr>
            <a:xfrm>
              <a:off x="8556041" y="2519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4" name="pt51224"/>
            <p:cNvSpPr/>
            <p:nvPr/>
          </p:nvSpPr>
          <p:spPr>
            <a:xfrm>
              <a:off x="8641456" y="2150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5" name="pt51225"/>
            <p:cNvSpPr/>
            <p:nvPr/>
          </p:nvSpPr>
          <p:spPr>
            <a:xfrm>
              <a:off x="9254530" y="2157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6" name="pt51226"/>
            <p:cNvSpPr/>
            <p:nvPr/>
          </p:nvSpPr>
          <p:spPr>
            <a:xfrm>
              <a:off x="8749319" y="2130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7" name="pt51227"/>
            <p:cNvSpPr/>
            <p:nvPr/>
          </p:nvSpPr>
          <p:spPr>
            <a:xfrm>
              <a:off x="9202808" y="2185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8" name="pt51228"/>
            <p:cNvSpPr/>
            <p:nvPr/>
          </p:nvSpPr>
          <p:spPr>
            <a:xfrm>
              <a:off x="9035373" y="138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9" name="pt51229"/>
            <p:cNvSpPr/>
            <p:nvPr/>
          </p:nvSpPr>
          <p:spPr>
            <a:xfrm>
              <a:off x="8698707" y="2357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0" name="pt51230"/>
            <p:cNvSpPr/>
            <p:nvPr/>
          </p:nvSpPr>
          <p:spPr>
            <a:xfrm>
              <a:off x="8595298" y="2146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1" name="pt51231"/>
            <p:cNvSpPr/>
            <p:nvPr/>
          </p:nvSpPr>
          <p:spPr>
            <a:xfrm>
              <a:off x="9080864" y="1986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2" name="pt51232"/>
            <p:cNvSpPr/>
            <p:nvPr/>
          </p:nvSpPr>
          <p:spPr>
            <a:xfrm>
              <a:off x="8434097" y="2540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3" name="pt51233"/>
            <p:cNvSpPr/>
            <p:nvPr/>
          </p:nvSpPr>
          <p:spPr>
            <a:xfrm>
              <a:off x="8641456" y="2049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4" name="pt51234"/>
            <p:cNvSpPr/>
            <p:nvPr/>
          </p:nvSpPr>
          <p:spPr>
            <a:xfrm>
              <a:off x="8383485" y="2454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5" name="pt51235"/>
            <p:cNvSpPr/>
            <p:nvPr/>
          </p:nvSpPr>
          <p:spPr>
            <a:xfrm>
              <a:off x="9003873" y="1992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6" name="pt51236"/>
            <p:cNvSpPr/>
            <p:nvPr/>
          </p:nvSpPr>
          <p:spPr>
            <a:xfrm>
              <a:off x="8595298" y="2330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7" name="pt51237"/>
            <p:cNvSpPr/>
            <p:nvPr/>
          </p:nvSpPr>
          <p:spPr>
            <a:xfrm>
              <a:off x="9635986" y="2302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8" name="pt51238"/>
            <p:cNvSpPr/>
            <p:nvPr/>
          </p:nvSpPr>
          <p:spPr>
            <a:xfrm>
              <a:off x="8855955" y="2189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9" name="pt51239"/>
            <p:cNvSpPr/>
            <p:nvPr/>
          </p:nvSpPr>
          <p:spPr>
            <a:xfrm>
              <a:off x="9208828" y="2117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0" name="pt51240"/>
            <p:cNvSpPr/>
            <p:nvPr/>
          </p:nvSpPr>
          <p:spPr>
            <a:xfrm>
              <a:off x="9135057" y="2009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1" name="pt51241"/>
            <p:cNvSpPr/>
            <p:nvPr/>
          </p:nvSpPr>
          <p:spPr>
            <a:xfrm>
              <a:off x="8995031" y="1997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2" name="pt51242"/>
            <p:cNvSpPr/>
            <p:nvPr/>
          </p:nvSpPr>
          <p:spPr>
            <a:xfrm>
              <a:off x="9075206" y="2240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3" name="pt51243"/>
            <p:cNvSpPr/>
            <p:nvPr/>
          </p:nvSpPr>
          <p:spPr>
            <a:xfrm>
              <a:off x="9103798" y="2115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4" name="pt51244"/>
            <p:cNvSpPr/>
            <p:nvPr/>
          </p:nvSpPr>
          <p:spPr>
            <a:xfrm>
              <a:off x="8839187" y="2075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5" name="pt51245"/>
            <p:cNvSpPr/>
            <p:nvPr/>
          </p:nvSpPr>
          <p:spPr>
            <a:xfrm>
              <a:off x="9070546" y="2084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6" name="pt51246"/>
            <p:cNvSpPr/>
            <p:nvPr/>
          </p:nvSpPr>
          <p:spPr>
            <a:xfrm>
              <a:off x="8627374" y="2262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7" name="pt51247"/>
            <p:cNvSpPr/>
            <p:nvPr/>
          </p:nvSpPr>
          <p:spPr>
            <a:xfrm>
              <a:off x="8954408" y="1820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8" name="pt51248"/>
            <p:cNvSpPr/>
            <p:nvPr/>
          </p:nvSpPr>
          <p:spPr>
            <a:xfrm>
              <a:off x="9551860" y="1868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9" name="pt51249"/>
            <p:cNvSpPr/>
            <p:nvPr/>
          </p:nvSpPr>
          <p:spPr>
            <a:xfrm>
              <a:off x="8505430" y="2312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0" name="pt51250"/>
            <p:cNvSpPr/>
            <p:nvPr/>
          </p:nvSpPr>
          <p:spPr>
            <a:xfrm>
              <a:off x="9106706" y="1963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1" name="pt51251"/>
            <p:cNvSpPr/>
            <p:nvPr/>
          </p:nvSpPr>
          <p:spPr>
            <a:xfrm>
              <a:off x="8901496" y="1878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2" name="pt51252"/>
            <p:cNvSpPr/>
            <p:nvPr/>
          </p:nvSpPr>
          <p:spPr>
            <a:xfrm>
              <a:off x="8505430" y="2354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3" name="pt51253"/>
            <p:cNvSpPr/>
            <p:nvPr/>
          </p:nvSpPr>
          <p:spPr>
            <a:xfrm>
              <a:off x="8383485" y="2535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4" name="pt51254"/>
            <p:cNvSpPr/>
            <p:nvPr/>
          </p:nvSpPr>
          <p:spPr>
            <a:xfrm>
              <a:off x="9106706" y="1932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5" name="pt51255"/>
            <p:cNvSpPr/>
            <p:nvPr/>
          </p:nvSpPr>
          <p:spPr>
            <a:xfrm>
              <a:off x="9480986" y="2251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6" name="pt51256"/>
            <p:cNvSpPr/>
            <p:nvPr/>
          </p:nvSpPr>
          <p:spPr>
            <a:xfrm>
              <a:off x="8677986" y="2438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7" name="pt51257"/>
            <p:cNvSpPr/>
            <p:nvPr/>
          </p:nvSpPr>
          <p:spPr>
            <a:xfrm>
              <a:off x="9502520" y="2371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8" name="pt51258"/>
            <p:cNvSpPr/>
            <p:nvPr/>
          </p:nvSpPr>
          <p:spPr>
            <a:xfrm>
              <a:off x="8763400" y="2126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9" name="pt51259"/>
            <p:cNvSpPr/>
            <p:nvPr/>
          </p:nvSpPr>
          <p:spPr>
            <a:xfrm>
              <a:off x="9797577" y="2678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0" name="pt51260"/>
            <p:cNvSpPr/>
            <p:nvPr/>
          </p:nvSpPr>
          <p:spPr>
            <a:xfrm>
              <a:off x="8505430" y="2501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1" name="pt51261"/>
            <p:cNvSpPr/>
            <p:nvPr/>
          </p:nvSpPr>
          <p:spPr>
            <a:xfrm>
              <a:off x="8907564" y="1892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2" name="pt51262"/>
            <p:cNvSpPr/>
            <p:nvPr/>
          </p:nvSpPr>
          <p:spPr>
            <a:xfrm>
              <a:off x="9075206" y="2177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3" name="pt51263"/>
            <p:cNvSpPr/>
            <p:nvPr/>
          </p:nvSpPr>
          <p:spPr>
            <a:xfrm>
              <a:off x="8794345" y="2021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4" name="pt51264"/>
            <p:cNvSpPr/>
            <p:nvPr/>
          </p:nvSpPr>
          <p:spPr>
            <a:xfrm>
              <a:off x="9241172" y="1952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5" name="pt51265"/>
            <p:cNvSpPr/>
            <p:nvPr/>
          </p:nvSpPr>
          <p:spPr>
            <a:xfrm>
              <a:off x="8505430" y="2336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6" name="pt51266"/>
            <p:cNvSpPr/>
            <p:nvPr/>
          </p:nvSpPr>
          <p:spPr>
            <a:xfrm>
              <a:off x="8935109" y="2099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7" name="pt51267"/>
            <p:cNvSpPr/>
            <p:nvPr/>
          </p:nvSpPr>
          <p:spPr>
            <a:xfrm>
              <a:off x="8641456" y="2033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8" name="pt51268"/>
            <p:cNvSpPr/>
            <p:nvPr/>
          </p:nvSpPr>
          <p:spPr>
            <a:xfrm>
              <a:off x="9546496" y="1839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9" name="pt51269"/>
            <p:cNvSpPr/>
            <p:nvPr/>
          </p:nvSpPr>
          <p:spPr>
            <a:xfrm>
              <a:off x="9444456" y="1811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0" name="pt51270"/>
            <p:cNvSpPr/>
            <p:nvPr/>
          </p:nvSpPr>
          <p:spPr>
            <a:xfrm>
              <a:off x="9282477" y="1953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1" name="pt51271"/>
            <p:cNvSpPr/>
            <p:nvPr/>
          </p:nvSpPr>
          <p:spPr>
            <a:xfrm>
              <a:off x="8434097" y="2471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2" name="pt51272"/>
            <p:cNvSpPr/>
            <p:nvPr/>
          </p:nvSpPr>
          <p:spPr>
            <a:xfrm>
              <a:off x="8595298" y="2225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3" name="pt51273"/>
            <p:cNvSpPr/>
            <p:nvPr/>
          </p:nvSpPr>
          <p:spPr>
            <a:xfrm>
              <a:off x="9207749" y="2055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4" name="pt51274"/>
            <p:cNvSpPr/>
            <p:nvPr/>
          </p:nvSpPr>
          <p:spPr>
            <a:xfrm>
              <a:off x="9057053" y="1677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5" name="pt51275"/>
            <p:cNvSpPr/>
            <p:nvPr/>
          </p:nvSpPr>
          <p:spPr>
            <a:xfrm>
              <a:off x="8881929" y="2231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6" name="pt51276"/>
            <p:cNvSpPr/>
            <p:nvPr/>
          </p:nvSpPr>
          <p:spPr>
            <a:xfrm>
              <a:off x="8975889" y="2197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7" name="pt51277"/>
            <p:cNvSpPr/>
            <p:nvPr/>
          </p:nvSpPr>
          <p:spPr>
            <a:xfrm>
              <a:off x="8717243" y="225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8" name="pt51278"/>
            <p:cNvSpPr/>
            <p:nvPr/>
          </p:nvSpPr>
          <p:spPr>
            <a:xfrm>
              <a:off x="9282831" y="1927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9" name="pt51279"/>
            <p:cNvSpPr/>
            <p:nvPr/>
          </p:nvSpPr>
          <p:spPr>
            <a:xfrm>
              <a:off x="9724502" y="2185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0" name="pt51280"/>
            <p:cNvSpPr/>
            <p:nvPr/>
          </p:nvSpPr>
          <p:spPr>
            <a:xfrm>
              <a:off x="8878445" y="1982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1" name="pt51281"/>
            <p:cNvSpPr/>
            <p:nvPr/>
          </p:nvSpPr>
          <p:spPr>
            <a:xfrm>
              <a:off x="9697445" y="1831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2" name="pt51282"/>
            <p:cNvSpPr/>
            <p:nvPr/>
          </p:nvSpPr>
          <p:spPr>
            <a:xfrm>
              <a:off x="9167813" y="1978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3" name="pt51283"/>
            <p:cNvSpPr/>
            <p:nvPr/>
          </p:nvSpPr>
          <p:spPr>
            <a:xfrm>
              <a:off x="8749319" y="216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4" name="pt51284"/>
            <p:cNvSpPr/>
            <p:nvPr/>
          </p:nvSpPr>
          <p:spPr>
            <a:xfrm>
              <a:off x="8708219" y="2178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5" name="pt51285"/>
            <p:cNvSpPr/>
            <p:nvPr/>
          </p:nvSpPr>
          <p:spPr>
            <a:xfrm>
              <a:off x="8830164" y="2074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6" name="pt51286"/>
            <p:cNvSpPr/>
            <p:nvPr/>
          </p:nvSpPr>
          <p:spPr>
            <a:xfrm>
              <a:off x="9324474" y="2223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7" name="pt51287"/>
            <p:cNvSpPr/>
            <p:nvPr/>
          </p:nvSpPr>
          <p:spPr>
            <a:xfrm>
              <a:off x="8830164" y="2095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8" name="pt51288"/>
            <p:cNvSpPr/>
            <p:nvPr/>
          </p:nvSpPr>
          <p:spPr>
            <a:xfrm>
              <a:off x="8556041" y="2476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9" name="pt51289"/>
            <p:cNvSpPr/>
            <p:nvPr/>
          </p:nvSpPr>
          <p:spPr>
            <a:xfrm>
              <a:off x="9143835" y="2094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0" name="pt51290"/>
            <p:cNvSpPr/>
            <p:nvPr/>
          </p:nvSpPr>
          <p:spPr>
            <a:xfrm>
              <a:off x="8677986" y="2458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1" name="pt51291"/>
            <p:cNvSpPr/>
            <p:nvPr/>
          </p:nvSpPr>
          <p:spPr>
            <a:xfrm>
              <a:off x="9121452" y="2049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2" name="pt51292"/>
            <p:cNvSpPr/>
            <p:nvPr/>
          </p:nvSpPr>
          <p:spPr>
            <a:xfrm>
              <a:off x="9064541" y="1819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3" name="pt51293"/>
            <p:cNvSpPr/>
            <p:nvPr/>
          </p:nvSpPr>
          <p:spPr>
            <a:xfrm>
              <a:off x="9209365" y="2123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4" name="pt51294"/>
            <p:cNvSpPr/>
            <p:nvPr/>
          </p:nvSpPr>
          <p:spPr>
            <a:xfrm>
              <a:off x="8556041" y="2340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5" name="pt51295"/>
            <p:cNvSpPr/>
            <p:nvPr/>
          </p:nvSpPr>
          <p:spPr>
            <a:xfrm>
              <a:off x="8987622" y="2243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6" name="pt51296"/>
            <p:cNvSpPr/>
            <p:nvPr/>
          </p:nvSpPr>
          <p:spPr>
            <a:xfrm>
              <a:off x="9265000" y="1930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7" name="pt51297"/>
            <p:cNvSpPr/>
            <p:nvPr/>
          </p:nvSpPr>
          <p:spPr>
            <a:xfrm>
              <a:off x="8312152" y="2421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8" name="pt51298"/>
            <p:cNvSpPr/>
            <p:nvPr/>
          </p:nvSpPr>
          <p:spPr>
            <a:xfrm>
              <a:off x="9440320" y="1884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9" name="pt51299"/>
            <p:cNvSpPr/>
            <p:nvPr/>
          </p:nvSpPr>
          <p:spPr>
            <a:xfrm>
              <a:off x="9289758" y="1727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0" name="pt51300"/>
            <p:cNvSpPr/>
            <p:nvPr/>
          </p:nvSpPr>
          <p:spPr>
            <a:xfrm>
              <a:off x="8654494" y="2435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1" name="pt51301"/>
            <p:cNvSpPr/>
            <p:nvPr/>
          </p:nvSpPr>
          <p:spPr>
            <a:xfrm>
              <a:off x="9028011" y="1801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2" name="pt51302"/>
            <p:cNvSpPr/>
            <p:nvPr/>
          </p:nvSpPr>
          <p:spPr>
            <a:xfrm>
              <a:off x="8595298" y="2252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3" name="pt51303"/>
            <p:cNvSpPr/>
            <p:nvPr/>
          </p:nvSpPr>
          <p:spPr>
            <a:xfrm>
              <a:off x="9070546" y="2252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4" name="pt51304"/>
            <p:cNvSpPr/>
            <p:nvPr/>
          </p:nvSpPr>
          <p:spPr>
            <a:xfrm>
              <a:off x="9094774" y="1860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5" name="pt51305"/>
            <p:cNvSpPr/>
            <p:nvPr/>
          </p:nvSpPr>
          <p:spPr>
            <a:xfrm>
              <a:off x="8825472" y="2001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6" name="pt51306"/>
            <p:cNvSpPr/>
            <p:nvPr/>
          </p:nvSpPr>
          <p:spPr>
            <a:xfrm>
              <a:off x="8898383" y="2073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7" name="pt51307"/>
            <p:cNvSpPr/>
            <p:nvPr/>
          </p:nvSpPr>
          <p:spPr>
            <a:xfrm>
              <a:off x="9005590" y="1790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8" name="pt51308"/>
            <p:cNvSpPr/>
            <p:nvPr/>
          </p:nvSpPr>
          <p:spPr>
            <a:xfrm>
              <a:off x="8763400" y="2273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9" name="pt51309"/>
            <p:cNvSpPr/>
            <p:nvPr/>
          </p:nvSpPr>
          <p:spPr>
            <a:xfrm>
              <a:off x="8895213" y="2407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0" name="pt51310"/>
            <p:cNvSpPr/>
            <p:nvPr/>
          </p:nvSpPr>
          <p:spPr>
            <a:xfrm>
              <a:off x="8855955" y="2158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1" name="pt51311"/>
            <p:cNvSpPr/>
            <p:nvPr/>
          </p:nvSpPr>
          <p:spPr>
            <a:xfrm>
              <a:off x="8987622" y="2316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2" name="pt51312"/>
            <p:cNvSpPr/>
            <p:nvPr/>
          </p:nvSpPr>
          <p:spPr>
            <a:xfrm>
              <a:off x="9110510" y="1727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3" name="pt51313"/>
            <p:cNvSpPr/>
            <p:nvPr/>
          </p:nvSpPr>
          <p:spPr>
            <a:xfrm>
              <a:off x="8825472" y="2067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4" name="pt51314"/>
            <p:cNvSpPr/>
            <p:nvPr/>
          </p:nvSpPr>
          <p:spPr>
            <a:xfrm>
              <a:off x="9349631" y="2146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5" name="pt51315"/>
            <p:cNvSpPr/>
            <p:nvPr/>
          </p:nvSpPr>
          <p:spPr>
            <a:xfrm>
              <a:off x="9244718" y="2069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6" name="pt51316"/>
            <p:cNvSpPr/>
            <p:nvPr/>
          </p:nvSpPr>
          <p:spPr>
            <a:xfrm>
              <a:off x="8576763" y="2459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7" name="pt51317"/>
            <p:cNvSpPr/>
            <p:nvPr/>
          </p:nvSpPr>
          <p:spPr>
            <a:xfrm>
              <a:off x="9785747" y="2646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8" name="pt51318"/>
            <p:cNvSpPr/>
            <p:nvPr/>
          </p:nvSpPr>
          <p:spPr>
            <a:xfrm>
              <a:off x="9530995" y="2417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9" name="pt51319"/>
            <p:cNvSpPr/>
            <p:nvPr/>
          </p:nvSpPr>
          <p:spPr>
            <a:xfrm>
              <a:off x="8473354" y="2407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0" name="pt51320"/>
            <p:cNvSpPr/>
            <p:nvPr/>
          </p:nvSpPr>
          <p:spPr>
            <a:xfrm>
              <a:off x="8576763" y="2431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1" name="pt51321"/>
            <p:cNvSpPr/>
            <p:nvPr/>
          </p:nvSpPr>
          <p:spPr>
            <a:xfrm>
              <a:off x="8576763" y="2434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2" name="pt51322"/>
            <p:cNvSpPr/>
            <p:nvPr/>
          </p:nvSpPr>
          <p:spPr>
            <a:xfrm>
              <a:off x="9087421" y="1819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3" name="pt51323"/>
            <p:cNvSpPr/>
            <p:nvPr/>
          </p:nvSpPr>
          <p:spPr>
            <a:xfrm>
              <a:off x="8855955" y="1906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4" name="pt51324"/>
            <p:cNvSpPr/>
            <p:nvPr/>
          </p:nvSpPr>
          <p:spPr>
            <a:xfrm>
              <a:off x="9024978" y="200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5" name="pt51325"/>
            <p:cNvSpPr/>
            <p:nvPr/>
          </p:nvSpPr>
          <p:spPr>
            <a:xfrm>
              <a:off x="8810596" y="2353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6" name="pt51326"/>
            <p:cNvSpPr/>
            <p:nvPr/>
          </p:nvSpPr>
          <p:spPr>
            <a:xfrm>
              <a:off x="8956678" y="1904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7" name="pt51327"/>
            <p:cNvSpPr/>
            <p:nvPr/>
          </p:nvSpPr>
          <p:spPr>
            <a:xfrm>
              <a:off x="8576763" y="2353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8" name="pt51328"/>
            <p:cNvSpPr/>
            <p:nvPr/>
          </p:nvSpPr>
          <p:spPr>
            <a:xfrm>
              <a:off x="9053186" y="1756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9" name="pt51329"/>
            <p:cNvSpPr/>
            <p:nvPr/>
          </p:nvSpPr>
          <p:spPr>
            <a:xfrm>
              <a:off x="8312152" y="2346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0" name="pt51330"/>
            <p:cNvSpPr/>
            <p:nvPr/>
          </p:nvSpPr>
          <p:spPr>
            <a:xfrm>
              <a:off x="9060837" y="1761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1" name="pt51331"/>
            <p:cNvSpPr/>
            <p:nvPr/>
          </p:nvSpPr>
          <p:spPr>
            <a:xfrm>
              <a:off x="9415399" y="2167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2" name="pt51332"/>
            <p:cNvSpPr/>
            <p:nvPr/>
          </p:nvSpPr>
          <p:spPr>
            <a:xfrm>
              <a:off x="8688651" y="2311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3" name="pt51333"/>
            <p:cNvSpPr/>
            <p:nvPr/>
          </p:nvSpPr>
          <p:spPr>
            <a:xfrm>
              <a:off x="8576763" y="2272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4" name="pt51334"/>
            <p:cNvSpPr/>
            <p:nvPr/>
          </p:nvSpPr>
          <p:spPr>
            <a:xfrm>
              <a:off x="8666631" y="2033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5" name="pt51335"/>
            <p:cNvSpPr/>
            <p:nvPr/>
          </p:nvSpPr>
          <p:spPr>
            <a:xfrm>
              <a:off x="8954408" y="1819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6" name="pt51336"/>
            <p:cNvSpPr/>
            <p:nvPr/>
          </p:nvSpPr>
          <p:spPr>
            <a:xfrm>
              <a:off x="8505430" y="2507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7" name="pt51337"/>
            <p:cNvSpPr/>
            <p:nvPr/>
          </p:nvSpPr>
          <p:spPr>
            <a:xfrm>
              <a:off x="8312152" y="2668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8" name="pt51338"/>
            <p:cNvSpPr/>
            <p:nvPr/>
          </p:nvSpPr>
          <p:spPr>
            <a:xfrm>
              <a:off x="8434097" y="2252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9" name="pt51339"/>
            <p:cNvSpPr/>
            <p:nvPr/>
          </p:nvSpPr>
          <p:spPr>
            <a:xfrm>
              <a:off x="8810596" y="2277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0" name="pt51340"/>
            <p:cNvSpPr/>
            <p:nvPr/>
          </p:nvSpPr>
          <p:spPr>
            <a:xfrm>
              <a:off x="8907564" y="1846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1" name="pt51341"/>
            <p:cNvSpPr/>
            <p:nvPr/>
          </p:nvSpPr>
          <p:spPr>
            <a:xfrm>
              <a:off x="8595298" y="2261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2" name="pt51342"/>
            <p:cNvSpPr/>
            <p:nvPr/>
          </p:nvSpPr>
          <p:spPr>
            <a:xfrm>
              <a:off x="8825472" y="2176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3" name="pt51343"/>
            <p:cNvSpPr/>
            <p:nvPr/>
          </p:nvSpPr>
          <p:spPr>
            <a:xfrm>
              <a:off x="8965476" y="2067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4" name="pt51344"/>
            <p:cNvSpPr/>
            <p:nvPr/>
          </p:nvSpPr>
          <p:spPr>
            <a:xfrm>
              <a:off x="9697445" y="1873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5" name="pt51345"/>
            <p:cNvSpPr/>
            <p:nvPr/>
          </p:nvSpPr>
          <p:spPr>
            <a:xfrm>
              <a:off x="8434097" y="2400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6" name="pt51346"/>
            <p:cNvSpPr/>
            <p:nvPr/>
          </p:nvSpPr>
          <p:spPr>
            <a:xfrm>
              <a:off x="9035373" y="1383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7" name="pt51347"/>
            <p:cNvSpPr/>
            <p:nvPr/>
          </p:nvSpPr>
          <p:spPr>
            <a:xfrm>
              <a:off x="9094774" y="1973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8" name="pt51348"/>
            <p:cNvSpPr/>
            <p:nvPr/>
          </p:nvSpPr>
          <p:spPr>
            <a:xfrm>
              <a:off x="8763400" y="2170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9" name="pt51349"/>
            <p:cNvSpPr/>
            <p:nvPr/>
          </p:nvSpPr>
          <p:spPr>
            <a:xfrm>
              <a:off x="9121452" y="2035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0" name="pt51350"/>
            <p:cNvSpPr/>
            <p:nvPr/>
          </p:nvSpPr>
          <p:spPr>
            <a:xfrm>
              <a:off x="8945023" y="1709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1" name="pt51351"/>
            <p:cNvSpPr/>
            <p:nvPr/>
          </p:nvSpPr>
          <p:spPr>
            <a:xfrm>
              <a:off x="9332911" y="2236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2" name="pt51352"/>
            <p:cNvSpPr/>
            <p:nvPr/>
          </p:nvSpPr>
          <p:spPr>
            <a:xfrm>
              <a:off x="8473354" y="2459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3" name="pt51353"/>
            <p:cNvSpPr/>
            <p:nvPr/>
          </p:nvSpPr>
          <p:spPr>
            <a:xfrm>
              <a:off x="8627374" y="2277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4" name="pt51354"/>
            <p:cNvSpPr/>
            <p:nvPr/>
          </p:nvSpPr>
          <p:spPr>
            <a:xfrm>
              <a:off x="8576763" y="2477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5" name="pt51355"/>
            <p:cNvSpPr/>
            <p:nvPr/>
          </p:nvSpPr>
          <p:spPr>
            <a:xfrm>
              <a:off x="8977900" y="2306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6" name="pt51356"/>
            <p:cNvSpPr/>
            <p:nvPr/>
          </p:nvSpPr>
          <p:spPr>
            <a:xfrm>
              <a:off x="9199436" y="2017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7" name="pt51357"/>
            <p:cNvSpPr/>
            <p:nvPr/>
          </p:nvSpPr>
          <p:spPr>
            <a:xfrm>
              <a:off x="8935109" y="2065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8" name="pt51358"/>
            <p:cNvSpPr/>
            <p:nvPr/>
          </p:nvSpPr>
          <p:spPr>
            <a:xfrm>
              <a:off x="8312152" y="2449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9" name="pt51359"/>
            <p:cNvSpPr/>
            <p:nvPr/>
          </p:nvSpPr>
          <p:spPr>
            <a:xfrm>
              <a:off x="8473354" y="2243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0" name="pt51360"/>
            <p:cNvSpPr/>
            <p:nvPr/>
          </p:nvSpPr>
          <p:spPr>
            <a:xfrm>
              <a:off x="8698707" y="2352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1" name="pt51361"/>
            <p:cNvSpPr/>
            <p:nvPr/>
          </p:nvSpPr>
          <p:spPr>
            <a:xfrm>
              <a:off x="8741831" y="2104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2" name="pt51362"/>
            <p:cNvSpPr/>
            <p:nvPr/>
          </p:nvSpPr>
          <p:spPr>
            <a:xfrm>
              <a:off x="9205570" y="203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3" name="pt51363"/>
            <p:cNvSpPr/>
            <p:nvPr/>
          </p:nvSpPr>
          <p:spPr>
            <a:xfrm>
              <a:off x="8383485" y="2327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4" name="pt51364"/>
            <p:cNvSpPr/>
            <p:nvPr/>
          </p:nvSpPr>
          <p:spPr>
            <a:xfrm>
              <a:off x="9092704" y="1932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5" name="pt51365"/>
            <p:cNvSpPr/>
            <p:nvPr/>
          </p:nvSpPr>
          <p:spPr>
            <a:xfrm>
              <a:off x="9135874" y="1986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6" name="pt51366"/>
            <p:cNvSpPr/>
            <p:nvPr/>
          </p:nvSpPr>
          <p:spPr>
            <a:xfrm>
              <a:off x="8881929" y="2151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7" name="pt51367"/>
            <p:cNvSpPr/>
            <p:nvPr/>
          </p:nvSpPr>
          <p:spPr>
            <a:xfrm>
              <a:off x="8898383" y="2077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8" name="pt51368"/>
            <p:cNvSpPr/>
            <p:nvPr/>
          </p:nvSpPr>
          <p:spPr>
            <a:xfrm>
              <a:off x="9292119" y="1984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9" name="pt51369"/>
            <p:cNvSpPr/>
            <p:nvPr/>
          </p:nvSpPr>
          <p:spPr>
            <a:xfrm>
              <a:off x="8956678" y="1812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0" name="pt51370"/>
            <p:cNvSpPr/>
            <p:nvPr/>
          </p:nvSpPr>
          <p:spPr>
            <a:xfrm>
              <a:off x="9121452" y="2201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1" name="pt51371"/>
            <p:cNvSpPr/>
            <p:nvPr/>
          </p:nvSpPr>
          <p:spPr>
            <a:xfrm>
              <a:off x="8312152" y="247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2" name="pt51372"/>
            <p:cNvSpPr/>
            <p:nvPr/>
          </p:nvSpPr>
          <p:spPr>
            <a:xfrm>
              <a:off x="8641456" y="2099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3" name="pt51373"/>
            <p:cNvSpPr/>
            <p:nvPr/>
          </p:nvSpPr>
          <p:spPr>
            <a:xfrm>
              <a:off x="8556041" y="2602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4" name="pt51374"/>
            <p:cNvSpPr/>
            <p:nvPr/>
          </p:nvSpPr>
          <p:spPr>
            <a:xfrm>
              <a:off x="8612066" y="2286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5" name="pt51375"/>
            <p:cNvSpPr/>
            <p:nvPr/>
          </p:nvSpPr>
          <p:spPr>
            <a:xfrm>
              <a:off x="8473354" y="232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6" name="pt51376"/>
            <p:cNvSpPr/>
            <p:nvPr/>
          </p:nvSpPr>
          <p:spPr>
            <a:xfrm>
              <a:off x="8312152" y="2428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7" name="pt51377"/>
            <p:cNvSpPr/>
            <p:nvPr/>
          </p:nvSpPr>
          <p:spPr>
            <a:xfrm>
              <a:off x="9578717" y="2487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8" name="pt51378"/>
            <p:cNvSpPr/>
            <p:nvPr/>
          </p:nvSpPr>
          <p:spPr>
            <a:xfrm>
              <a:off x="9332911" y="2252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9" name="pt51379"/>
            <p:cNvSpPr/>
            <p:nvPr/>
          </p:nvSpPr>
          <p:spPr>
            <a:xfrm>
              <a:off x="9209365" y="2115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0" name="pt51380"/>
            <p:cNvSpPr/>
            <p:nvPr/>
          </p:nvSpPr>
          <p:spPr>
            <a:xfrm>
              <a:off x="8810596" y="222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1" name="pt51381"/>
            <p:cNvSpPr/>
            <p:nvPr/>
          </p:nvSpPr>
          <p:spPr>
            <a:xfrm>
              <a:off x="8971798" y="2110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2" name="pt51382"/>
            <p:cNvSpPr/>
            <p:nvPr/>
          </p:nvSpPr>
          <p:spPr>
            <a:xfrm>
              <a:off x="8734011" y="2048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3" name="pt51383"/>
            <p:cNvSpPr/>
            <p:nvPr/>
          </p:nvSpPr>
          <p:spPr>
            <a:xfrm>
              <a:off x="9623193" y="2181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4" name="pt51384"/>
            <p:cNvSpPr/>
            <p:nvPr/>
          </p:nvSpPr>
          <p:spPr>
            <a:xfrm>
              <a:off x="8971798" y="2060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5" name="pt51385"/>
            <p:cNvSpPr/>
            <p:nvPr/>
          </p:nvSpPr>
          <p:spPr>
            <a:xfrm>
              <a:off x="8913428" y="2156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6" name="pt51386"/>
            <p:cNvSpPr/>
            <p:nvPr/>
          </p:nvSpPr>
          <p:spPr>
            <a:xfrm>
              <a:off x="8505430" y="2543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7" name="pt51387"/>
            <p:cNvSpPr/>
            <p:nvPr/>
          </p:nvSpPr>
          <p:spPr>
            <a:xfrm>
              <a:off x="9062080" y="1769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8" name="pt51388"/>
            <p:cNvSpPr/>
            <p:nvPr/>
          </p:nvSpPr>
          <p:spPr>
            <a:xfrm>
              <a:off x="9010641" y="1924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9" name="pt51389"/>
            <p:cNvSpPr/>
            <p:nvPr/>
          </p:nvSpPr>
          <p:spPr>
            <a:xfrm>
              <a:off x="8799930" y="2186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0" name="pt51390"/>
            <p:cNvSpPr/>
            <p:nvPr/>
          </p:nvSpPr>
          <p:spPr>
            <a:xfrm>
              <a:off x="8749319" y="2283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1" name="pt51391"/>
            <p:cNvSpPr/>
            <p:nvPr/>
          </p:nvSpPr>
          <p:spPr>
            <a:xfrm>
              <a:off x="8874891" y="1976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2" name="pt51392"/>
            <p:cNvSpPr/>
            <p:nvPr/>
          </p:nvSpPr>
          <p:spPr>
            <a:xfrm>
              <a:off x="9021891" y="1815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3" name="pt51393"/>
            <p:cNvSpPr/>
            <p:nvPr/>
          </p:nvSpPr>
          <p:spPr>
            <a:xfrm>
              <a:off x="9502520" y="2363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4" name="pt51394"/>
            <p:cNvSpPr/>
            <p:nvPr/>
          </p:nvSpPr>
          <p:spPr>
            <a:xfrm>
              <a:off x="8799930" y="2114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5" name="pt51395"/>
            <p:cNvSpPr/>
            <p:nvPr/>
          </p:nvSpPr>
          <p:spPr>
            <a:xfrm>
              <a:off x="8749319" y="2259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6" name="pt51396"/>
            <p:cNvSpPr/>
            <p:nvPr/>
          </p:nvSpPr>
          <p:spPr>
            <a:xfrm>
              <a:off x="8763400" y="2166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7" name="pt51397"/>
            <p:cNvSpPr/>
            <p:nvPr/>
          </p:nvSpPr>
          <p:spPr>
            <a:xfrm>
              <a:off x="8688651" y="2424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8" name="pt51398"/>
            <p:cNvSpPr/>
            <p:nvPr/>
          </p:nvSpPr>
          <p:spPr>
            <a:xfrm>
              <a:off x="8977900" y="2180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9" name="pt51399"/>
            <p:cNvSpPr/>
            <p:nvPr/>
          </p:nvSpPr>
          <p:spPr>
            <a:xfrm>
              <a:off x="8995031" y="2023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0" name="pt51400"/>
            <p:cNvSpPr/>
            <p:nvPr/>
          </p:nvSpPr>
          <p:spPr>
            <a:xfrm>
              <a:off x="9432499" y="2072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1" name="pt51401"/>
            <p:cNvSpPr/>
            <p:nvPr/>
          </p:nvSpPr>
          <p:spPr>
            <a:xfrm>
              <a:off x="8556041" y="2428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2" name="pt51402"/>
            <p:cNvSpPr/>
            <p:nvPr/>
          </p:nvSpPr>
          <p:spPr>
            <a:xfrm>
              <a:off x="9217744" y="2109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3" name="pt51403"/>
            <p:cNvSpPr/>
            <p:nvPr/>
          </p:nvSpPr>
          <p:spPr>
            <a:xfrm>
              <a:off x="8576763" y="2391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4" name="pt51404"/>
            <p:cNvSpPr/>
            <p:nvPr/>
          </p:nvSpPr>
          <p:spPr>
            <a:xfrm>
              <a:off x="8666631" y="2527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5" name="pt51405"/>
            <p:cNvSpPr/>
            <p:nvPr/>
          </p:nvSpPr>
          <p:spPr>
            <a:xfrm>
              <a:off x="8641456" y="2077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6" name="pt51406"/>
            <p:cNvSpPr/>
            <p:nvPr/>
          </p:nvSpPr>
          <p:spPr>
            <a:xfrm>
              <a:off x="8996835" y="1968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7" name="pt51407"/>
            <p:cNvSpPr/>
            <p:nvPr/>
          </p:nvSpPr>
          <p:spPr>
            <a:xfrm>
              <a:off x="8945023" y="1845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8" name="pt51408"/>
            <p:cNvSpPr/>
            <p:nvPr/>
          </p:nvSpPr>
          <p:spPr>
            <a:xfrm>
              <a:off x="8825472" y="1990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9" name="pt51409"/>
            <p:cNvSpPr/>
            <p:nvPr/>
          </p:nvSpPr>
          <p:spPr>
            <a:xfrm>
              <a:off x="8595298" y="2246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0" name="pt51410"/>
            <p:cNvSpPr/>
            <p:nvPr/>
          </p:nvSpPr>
          <p:spPr>
            <a:xfrm>
              <a:off x="8688651" y="2195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1" name="pt51411"/>
            <p:cNvSpPr/>
            <p:nvPr/>
          </p:nvSpPr>
          <p:spPr>
            <a:xfrm>
              <a:off x="9464046" y="2042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2" name="pt51412"/>
            <p:cNvSpPr/>
            <p:nvPr/>
          </p:nvSpPr>
          <p:spPr>
            <a:xfrm>
              <a:off x="8654494" y="2573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3" name="pt51413"/>
            <p:cNvSpPr/>
            <p:nvPr/>
          </p:nvSpPr>
          <p:spPr>
            <a:xfrm>
              <a:off x="9168491" y="2135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4" name="pt51414"/>
            <p:cNvSpPr/>
            <p:nvPr/>
          </p:nvSpPr>
          <p:spPr>
            <a:xfrm>
              <a:off x="8595298" y="226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5" name="pt51415"/>
            <p:cNvSpPr/>
            <p:nvPr/>
          </p:nvSpPr>
          <p:spPr>
            <a:xfrm>
              <a:off x="8770040" y="2131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6" name="pt51416"/>
            <p:cNvSpPr/>
            <p:nvPr/>
          </p:nvSpPr>
          <p:spPr>
            <a:xfrm>
              <a:off x="8987622" y="2135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7" name="pt51417"/>
            <p:cNvSpPr/>
            <p:nvPr/>
          </p:nvSpPr>
          <p:spPr>
            <a:xfrm>
              <a:off x="8473354" y="227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8" name="pt51418"/>
            <p:cNvSpPr/>
            <p:nvPr/>
          </p:nvSpPr>
          <p:spPr>
            <a:xfrm>
              <a:off x="8756500" y="1959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9" name="pt51419"/>
            <p:cNvSpPr/>
            <p:nvPr/>
          </p:nvSpPr>
          <p:spPr>
            <a:xfrm>
              <a:off x="9206663" y="2185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0" name="pt51420"/>
            <p:cNvSpPr/>
            <p:nvPr/>
          </p:nvSpPr>
          <p:spPr>
            <a:xfrm>
              <a:off x="8867559" y="1983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1" name="pt51421"/>
            <p:cNvSpPr/>
            <p:nvPr/>
          </p:nvSpPr>
          <p:spPr>
            <a:xfrm>
              <a:off x="8698707" y="2522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2" name="pt51422"/>
            <p:cNvSpPr/>
            <p:nvPr/>
          </p:nvSpPr>
          <p:spPr>
            <a:xfrm>
              <a:off x="9265000" y="2062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3" name="pt51423"/>
            <p:cNvSpPr/>
            <p:nvPr/>
          </p:nvSpPr>
          <p:spPr>
            <a:xfrm>
              <a:off x="8576763" y="2392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4" name="pt51424"/>
            <p:cNvSpPr/>
            <p:nvPr/>
          </p:nvSpPr>
          <p:spPr>
            <a:xfrm>
              <a:off x="8576763" y="2336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5" name="pt51425"/>
            <p:cNvSpPr/>
            <p:nvPr/>
          </p:nvSpPr>
          <p:spPr>
            <a:xfrm>
              <a:off x="9238466" y="1916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6" name="pt51426"/>
            <p:cNvSpPr/>
            <p:nvPr/>
          </p:nvSpPr>
          <p:spPr>
            <a:xfrm>
              <a:off x="8782612" y="2283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7" name="pt51427"/>
            <p:cNvSpPr/>
            <p:nvPr/>
          </p:nvSpPr>
          <p:spPr>
            <a:xfrm>
              <a:off x="8839187" y="2135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8" name="pt51428"/>
            <p:cNvSpPr/>
            <p:nvPr/>
          </p:nvSpPr>
          <p:spPr>
            <a:xfrm>
              <a:off x="9366003" y="2091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9" name="pt51429"/>
            <p:cNvSpPr/>
            <p:nvPr/>
          </p:nvSpPr>
          <p:spPr>
            <a:xfrm>
              <a:off x="8556041" y="2442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0" name="pt51430"/>
            <p:cNvSpPr/>
            <p:nvPr/>
          </p:nvSpPr>
          <p:spPr>
            <a:xfrm>
              <a:off x="8895213" y="2164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1" name="pt51431"/>
            <p:cNvSpPr/>
            <p:nvPr/>
          </p:nvSpPr>
          <p:spPr>
            <a:xfrm>
              <a:off x="9654228" y="2387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2" name="pt51432"/>
            <p:cNvSpPr/>
            <p:nvPr/>
          </p:nvSpPr>
          <p:spPr>
            <a:xfrm>
              <a:off x="9066967" y="2294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3" name="pt51433"/>
            <p:cNvSpPr/>
            <p:nvPr/>
          </p:nvSpPr>
          <p:spPr>
            <a:xfrm>
              <a:off x="9028011" y="1643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4" name="pt51434"/>
            <p:cNvSpPr/>
            <p:nvPr/>
          </p:nvSpPr>
          <p:spPr>
            <a:xfrm>
              <a:off x="8847771" y="2043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5" name="pt51435"/>
            <p:cNvSpPr/>
            <p:nvPr/>
          </p:nvSpPr>
          <p:spPr>
            <a:xfrm>
              <a:off x="9083077" y="1695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6" name="pt51436"/>
            <p:cNvSpPr/>
            <p:nvPr/>
          </p:nvSpPr>
          <p:spPr>
            <a:xfrm>
              <a:off x="8763400" y="2334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7" name="pt51437"/>
            <p:cNvSpPr/>
            <p:nvPr/>
          </p:nvSpPr>
          <p:spPr>
            <a:xfrm>
              <a:off x="8627374" y="2277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8" name="pt51438"/>
            <p:cNvSpPr/>
            <p:nvPr/>
          </p:nvSpPr>
          <p:spPr>
            <a:xfrm>
              <a:off x="8666631" y="2350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9" name="pt51439"/>
            <p:cNvSpPr/>
            <p:nvPr/>
          </p:nvSpPr>
          <p:spPr>
            <a:xfrm>
              <a:off x="8383485" y="2207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0" name="pt51440"/>
            <p:cNvSpPr/>
            <p:nvPr/>
          </p:nvSpPr>
          <p:spPr>
            <a:xfrm>
              <a:off x="8666631" y="2424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1" name="pt51441"/>
            <p:cNvSpPr/>
            <p:nvPr/>
          </p:nvSpPr>
          <p:spPr>
            <a:xfrm>
              <a:off x="9003873" y="2038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2" name="pt51442"/>
            <p:cNvSpPr/>
            <p:nvPr/>
          </p:nvSpPr>
          <p:spPr>
            <a:xfrm>
              <a:off x="8749319" y="2291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3" name="pt51443"/>
            <p:cNvSpPr/>
            <p:nvPr/>
          </p:nvSpPr>
          <p:spPr>
            <a:xfrm>
              <a:off x="9107665" y="1878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4" name="pt51444"/>
            <p:cNvSpPr/>
            <p:nvPr/>
          </p:nvSpPr>
          <p:spPr>
            <a:xfrm>
              <a:off x="8749319" y="1985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5" name="pt51445"/>
            <p:cNvSpPr/>
            <p:nvPr/>
          </p:nvSpPr>
          <p:spPr>
            <a:xfrm>
              <a:off x="8820652" y="2178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6" name="pt51446"/>
            <p:cNvSpPr/>
            <p:nvPr/>
          </p:nvSpPr>
          <p:spPr>
            <a:xfrm>
              <a:off x="8973855" y="2030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7" name="pt51447"/>
            <p:cNvSpPr/>
            <p:nvPr/>
          </p:nvSpPr>
          <p:spPr>
            <a:xfrm>
              <a:off x="9244278" y="1943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8" name="pt51448"/>
            <p:cNvSpPr/>
            <p:nvPr/>
          </p:nvSpPr>
          <p:spPr>
            <a:xfrm>
              <a:off x="9155869" y="1958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9" name="pt51449"/>
            <p:cNvSpPr/>
            <p:nvPr/>
          </p:nvSpPr>
          <p:spPr>
            <a:xfrm>
              <a:off x="8958919" y="1854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0" name="pt51450"/>
            <p:cNvSpPr/>
            <p:nvPr/>
          </p:nvSpPr>
          <p:spPr>
            <a:xfrm>
              <a:off x="8383485" y="2361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1" name="pt51451"/>
            <p:cNvSpPr/>
            <p:nvPr/>
          </p:nvSpPr>
          <p:spPr>
            <a:xfrm>
              <a:off x="8776438" y="2067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2" name="pt51452"/>
            <p:cNvSpPr/>
            <p:nvPr/>
          </p:nvSpPr>
          <p:spPr>
            <a:xfrm>
              <a:off x="9509182" y="2577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3" name="pt51453"/>
            <p:cNvSpPr/>
            <p:nvPr/>
          </p:nvSpPr>
          <p:spPr>
            <a:xfrm>
              <a:off x="8383485" y="2374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4" name="pt51454"/>
            <p:cNvSpPr/>
            <p:nvPr/>
          </p:nvSpPr>
          <p:spPr>
            <a:xfrm>
              <a:off x="8312152" y="2360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5" name="pt51455"/>
            <p:cNvSpPr/>
            <p:nvPr/>
          </p:nvSpPr>
          <p:spPr>
            <a:xfrm>
              <a:off x="8312152" y="2486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6" name="pt51456"/>
            <p:cNvSpPr/>
            <p:nvPr/>
          </p:nvSpPr>
          <p:spPr>
            <a:xfrm>
              <a:off x="8977900" y="2383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7" name="pt51457"/>
            <p:cNvSpPr/>
            <p:nvPr/>
          </p:nvSpPr>
          <p:spPr>
            <a:xfrm>
              <a:off x="8945023" y="1782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8" name="pt51458"/>
            <p:cNvSpPr/>
            <p:nvPr/>
          </p:nvSpPr>
          <p:spPr>
            <a:xfrm>
              <a:off x="8799930" y="2092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9" name="pt51459"/>
            <p:cNvSpPr/>
            <p:nvPr/>
          </p:nvSpPr>
          <p:spPr>
            <a:xfrm>
              <a:off x="9038234" y="1458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0" name="pt51460"/>
            <p:cNvSpPr/>
            <p:nvPr/>
          </p:nvSpPr>
          <p:spPr>
            <a:xfrm>
              <a:off x="8312152" y="2232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1" name="pt51461"/>
            <p:cNvSpPr/>
            <p:nvPr/>
          </p:nvSpPr>
          <p:spPr>
            <a:xfrm>
              <a:off x="9376059" y="1952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2" name="pt51462"/>
            <p:cNvSpPr/>
            <p:nvPr/>
          </p:nvSpPr>
          <p:spPr>
            <a:xfrm>
              <a:off x="9607397" y="217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3" name="pt51463"/>
            <p:cNvSpPr/>
            <p:nvPr/>
          </p:nvSpPr>
          <p:spPr>
            <a:xfrm>
              <a:off x="9607397" y="216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4" name="pt51464"/>
            <p:cNvSpPr/>
            <p:nvPr/>
          </p:nvSpPr>
          <p:spPr>
            <a:xfrm>
              <a:off x="9107665" y="1994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5" name="pt51465"/>
            <p:cNvSpPr/>
            <p:nvPr/>
          </p:nvSpPr>
          <p:spPr>
            <a:xfrm>
              <a:off x="8947416" y="1979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6" name="pt51466"/>
            <p:cNvSpPr/>
            <p:nvPr/>
          </p:nvSpPr>
          <p:spPr>
            <a:xfrm>
              <a:off x="8725827" y="2199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7" name="pt51467"/>
            <p:cNvSpPr/>
            <p:nvPr/>
          </p:nvSpPr>
          <p:spPr>
            <a:xfrm>
              <a:off x="8505430" y="252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8" name="pt51468"/>
            <p:cNvSpPr/>
            <p:nvPr/>
          </p:nvSpPr>
          <p:spPr>
            <a:xfrm>
              <a:off x="8556041" y="2372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9" name="pt51469"/>
            <p:cNvSpPr/>
            <p:nvPr/>
          </p:nvSpPr>
          <p:spPr>
            <a:xfrm>
              <a:off x="8756500" y="2033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0" name="pt51470"/>
            <p:cNvSpPr/>
            <p:nvPr/>
          </p:nvSpPr>
          <p:spPr>
            <a:xfrm>
              <a:off x="8794345" y="2019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1" name="pt51471"/>
            <p:cNvSpPr/>
            <p:nvPr/>
          </p:nvSpPr>
          <p:spPr>
            <a:xfrm>
              <a:off x="8830164" y="2128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2" name="pt51472"/>
            <p:cNvSpPr/>
            <p:nvPr/>
          </p:nvSpPr>
          <p:spPr>
            <a:xfrm>
              <a:off x="9146155" y="2104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3" name="pt51473"/>
            <p:cNvSpPr/>
            <p:nvPr/>
          </p:nvSpPr>
          <p:spPr>
            <a:xfrm>
              <a:off x="8434097" y="2407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4" name="pt51474"/>
            <p:cNvSpPr/>
            <p:nvPr/>
          </p:nvSpPr>
          <p:spPr>
            <a:xfrm>
              <a:off x="8825472" y="2157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5" name="pt51475"/>
            <p:cNvSpPr/>
            <p:nvPr/>
          </p:nvSpPr>
          <p:spPr>
            <a:xfrm>
              <a:off x="8898383" y="2080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6" name="pt51476"/>
            <p:cNvSpPr/>
            <p:nvPr/>
          </p:nvSpPr>
          <p:spPr>
            <a:xfrm>
              <a:off x="8434097" y="2362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7" name="pt51477"/>
            <p:cNvSpPr/>
            <p:nvPr/>
          </p:nvSpPr>
          <p:spPr>
            <a:xfrm>
              <a:off x="8505430" y="2636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8" name="pt51478"/>
            <p:cNvSpPr/>
            <p:nvPr/>
          </p:nvSpPr>
          <p:spPr>
            <a:xfrm>
              <a:off x="8312152" y="2392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9" name="pt51479"/>
            <p:cNvSpPr/>
            <p:nvPr/>
          </p:nvSpPr>
          <p:spPr>
            <a:xfrm>
              <a:off x="8770040" y="2229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0" name="pt51480"/>
            <p:cNvSpPr/>
            <p:nvPr/>
          </p:nvSpPr>
          <p:spPr>
            <a:xfrm>
              <a:off x="9167133" y="2121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1" name="pt51481"/>
            <p:cNvSpPr/>
            <p:nvPr/>
          </p:nvSpPr>
          <p:spPr>
            <a:xfrm>
              <a:off x="8843532" y="2044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2" name="pt51482"/>
            <p:cNvSpPr/>
            <p:nvPr/>
          </p:nvSpPr>
          <p:spPr>
            <a:xfrm>
              <a:off x="8312152" y="2524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3" name="pt51483"/>
            <p:cNvSpPr/>
            <p:nvPr/>
          </p:nvSpPr>
          <p:spPr>
            <a:xfrm>
              <a:off x="8434097" y="2264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4" name="pt51484"/>
            <p:cNvSpPr/>
            <p:nvPr/>
          </p:nvSpPr>
          <p:spPr>
            <a:xfrm>
              <a:off x="8901496" y="1833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5" name="pt51485"/>
            <p:cNvSpPr/>
            <p:nvPr/>
          </p:nvSpPr>
          <p:spPr>
            <a:xfrm>
              <a:off x="9143835" y="2088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6" name="pt51486"/>
            <p:cNvSpPr/>
            <p:nvPr/>
          </p:nvSpPr>
          <p:spPr>
            <a:xfrm>
              <a:off x="8505430" y="2467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7" name="pt51487"/>
            <p:cNvSpPr/>
            <p:nvPr/>
          </p:nvSpPr>
          <p:spPr>
            <a:xfrm>
              <a:off x="8312152" y="2574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8" name="pt51488"/>
            <p:cNvSpPr/>
            <p:nvPr/>
          </p:nvSpPr>
          <p:spPr>
            <a:xfrm>
              <a:off x="8688651" y="2310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9" name="pt51489"/>
            <p:cNvSpPr/>
            <p:nvPr/>
          </p:nvSpPr>
          <p:spPr>
            <a:xfrm>
              <a:off x="9536594" y="1762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0" name="pt51490"/>
            <p:cNvSpPr/>
            <p:nvPr/>
          </p:nvSpPr>
          <p:spPr>
            <a:xfrm>
              <a:off x="8666631" y="2528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1" name="pt51491"/>
            <p:cNvSpPr/>
            <p:nvPr/>
          </p:nvSpPr>
          <p:spPr>
            <a:xfrm>
              <a:off x="8641456" y="2096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2" name="pt51492"/>
            <p:cNvSpPr/>
            <p:nvPr/>
          </p:nvSpPr>
          <p:spPr>
            <a:xfrm>
              <a:off x="9415399" y="2092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3" name="pt51493"/>
            <p:cNvSpPr/>
            <p:nvPr/>
          </p:nvSpPr>
          <p:spPr>
            <a:xfrm>
              <a:off x="8996835" y="2070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4" name="pt51494"/>
            <p:cNvSpPr/>
            <p:nvPr/>
          </p:nvSpPr>
          <p:spPr>
            <a:xfrm>
              <a:off x="8434097" y="2474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5" name="pt51495"/>
            <p:cNvSpPr/>
            <p:nvPr/>
          </p:nvSpPr>
          <p:spPr>
            <a:xfrm>
              <a:off x="9332911" y="2184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6" name="pt51496"/>
            <p:cNvSpPr/>
            <p:nvPr/>
          </p:nvSpPr>
          <p:spPr>
            <a:xfrm>
              <a:off x="8505430" y="244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7" name="pt51497"/>
            <p:cNvSpPr/>
            <p:nvPr/>
          </p:nvSpPr>
          <p:spPr>
            <a:xfrm>
              <a:off x="9548926" y="1697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8" name="pt51498"/>
            <p:cNvSpPr/>
            <p:nvPr/>
          </p:nvSpPr>
          <p:spPr>
            <a:xfrm>
              <a:off x="9144612" y="2213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9" name="pt51499"/>
            <p:cNvSpPr/>
            <p:nvPr/>
          </p:nvSpPr>
          <p:spPr>
            <a:xfrm>
              <a:off x="9146155" y="1969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0" name="pt51500"/>
            <p:cNvSpPr/>
            <p:nvPr/>
          </p:nvSpPr>
          <p:spPr>
            <a:xfrm>
              <a:off x="8627374" y="2055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1" name="pt51501"/>
            <p:cNvSpPr/>
            <p:nvPr/>
          </p:nvSpPr>
          <p:spPr>
            <a:xfrm>
              <a:off x="9038234" y="1692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2" name="pt51502"/>
            <p:cNvSpPr/>
            <p:nvPr/>
          </p:nvSpPr>
          <p:spPr>
            <a:xfrm>
              <a:off x="8434097" y="2406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3" name="pt51503"/>
            <p:cNvSpPr/>
            <p:nvPr/>
          </p:nvSpPr>
          <p:spPr>
            <a:xfrm>
              <a:off x="9577860" y="2443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4" name="pt51504"/>
            <p:cNvSpPr/>
            <p:nvPr/>
          </p:nvSpPr>
          <p:spPr>
            <a:xfrm>
              <a:off x="8595298" y="2181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5" name="pt51505"/>
            <p:cNvSpPr/>
            <p:nvPr/>
          </p:nvSpPr>
          <p:spPr>
            <a:xfrm>
              <a:off x="8859909" y="2011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6" name="pt51506"/>
            <p:cNvSpPr/>
            <p:nvPr/>
          </p:nvSpPr>
          <p:spPr>
            <a:xfrm>
              <a:off x="8627374" y="243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7" name="pt51507"/>
            <p:cNvSpPr/>
            <p:nvPr/>
          </p:nvSpPr>
          <p:spPr>
            <a:xfrm>
              <a:off x="8595298" y="2363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8" name="pt51508"/>
            <p:cNvSpPr/>
            <p:nvPr/>
          </p:nvSpPr>
          <p:spPr>
            <a:xfrm>
              <a:off x="8741831" y="2271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9" name="pt51509"/>
            <p:cNvSpPr/>
            <p:nvPr/>
          </p:nvSpPr>
          <p:spPr>
            <a:xfrm>
              <a:off x="8698707" y="2384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0" name="pt51510"/>
            <p:cNvSpPr/>
            <p:nvPr/>
          </p:nvSpPr>
          <p:spPr>
            <a:xfrm>
              <a:off x="8641456" y="2196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1" name="pt51511"/>
            <p:cNvSpPr/>
            <p:nvPr/>
          </p:nvSpPr>
          <p:spPr>
            <a:xfrm>
              <a:off x="8995031" y="2112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2" name="pt51512"/>
            <p:cNvSpPr/>
            <p:nvPr/>
          </p:nvSpPr>
          <p:spPr>
            <a:xfrm>
              <a:off x="8612066" y="2432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3" name="pt51513"/>
            <p:cNvSpPr/>
            <p:nvPr/>
          </p:nvSpPr>
          <p:spPr>
            <a:xfrm>
              <a:off x="9143835" y="2067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4" name="pt51514"/>
            <p:cNvSpPr/>
            <p:nvPr/>
          </p:nvSpPr>
          <p:spPr>
            <a:xfrm>
              <a:off x="8688651" y="2315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5" name="pt51515"/>
            <p:cNvSpPr/>
            <p:nvPr/>
          </p:nvSpPr>
          <p:spPr>
            <a:xfrm>
              <a:off x="8473354" y="2335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6" name="pt51516"/>
            <p:cNvSpPr/>
            <p:nvPr/>
          </p:nvSpPr>
          <p:spPr>
            <a:xfrm>
              <a:off x="9160178" y="2028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7" name="pt51517"/>
            <p:cNvSpPr/>
            <p:nvPr/>
          </p:nvSpPr>
          <p:spPr>
            <a:xfrm>
              <a:off x="8641456" y="200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8" name="pt51518"/>
            <p:cNvSpPr/>
            <p:nvPr/>
          </p:nvSpPr>
          <p:spPr>
            <a:xfrm>
              <a:off x="8473354" y="215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9" name="pt51519"/>
            <p:cNvSpPr/>
            <p:nvPr/>
          </p:nvSpPr>
          <p:spPr>
            <a:xfrm>
              <a:off x="8612066" y="2054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0" name="pt51520"/>
            <p:cNvSpPr/>
            <p:nvPr/>
          </p:nvSpPr>
          <p:spPr>
            <a:xfrm>
              <a:off x="9035373" y="1290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1" name="pt51521"/>
            <p:cNvSpPr/>
            <p:nvPr/>
          </p:nvSpPr>
          <p:spPr>
            <a:xfrm>
              <a:off x="9028011" y="1775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2" name="pt51522"/>
            <p:cNvSpPr/>
            <p:nvPr/>
          </p:nvSpPr>
          <p:spPr>
            <a:xfrm>
              <a:off x="8312152" y="2521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3" name="pt51523"/>
            <p:cNvSpPr/>
            <p:nvPr/>
          </p:nvSpPr>
          <p:spPr>
            <a:xfrm>
              <a:off x="9060837" y="1623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4" name="pt51524"/>
            <p:cNvSpPr/>
            <p:nvPr/>
          </p:nvSpPr>
          <p:spPr>
            <a:xfrm>
              <a:off x="8921875" y="1905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5" name="pt51525"/>
            <p:cNvSpPr/>
            <p:nvPr/>
          </p:nvSpPr>
          <p:spPr>
            <a:xfrm>
              <a:off x="9167813" y="2151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6" name="pt51526"/>
            <p:cNvSpPr/>
            <p:nvPr/>
          </p:nvSpPr>
          <p:spPr>
            <a:xfrm>
              <a:off x="8654494" y="2379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7" name="pt51527"/>
            <p:cNvSpPr/>
            <p:nvPr/>
          </p:nvSpPr>
          <p:spPr>
            <a:xfrm>
              <a:off x="8434097" y="2365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8" name="pt51528"/>
            <p:cNvSpPr/>
            <p:nvPr/>
          </p:nvSpPr>
          <p:spPr>
            <a:xfrm>
              <a:off x="8881929" y="2257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9" name="pt51529"/>
            <p:cNvSpPr/>
            <p:nvPr/>
          </p:nvSpPr>
          <p:spPr>
            <a:xfrm>
              <a:off x="8741831" y="2401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0" name="pt51530"/>
            <p:cNvSpPr/>
            <p:nvPr/>
          </p:nvSpPr>
          <p:spPr>
            <a:xfrm>
              <a:off x="9080864" y="1808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1" name="pt51531"/>
            <p:cNvSpPr/>
            <p:nvPr/>
          </p:nvSpPr>
          <p:spPr>
            <a:xfrm>
              <a:off x="9028011" y="1812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2" name="pt51532"/>
            <p:cNvSpPr/>
            <p:nvPr/>
          </p:nvSpPr>
          <p:spPr>
            <a:xfrm>
              <a:off x="9530995" y="2508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3" name="pt51533"/>
            <p:cNvSpPr/>
            <p:nvPr/>
          </p:nvSpPr>
          <p:spPr>
            <a:xfrm>
              <a:off x="8688651" y="2256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4" name="pt51534"/>
            <p:cNvSpPr/>
            <p:nvPr/>
          </p:nvSpPr>
          <p:spPr>
            <a:xfrm>
              <a:off x="8434097" y="2464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5" name="pt51535"/>
            <p:cNvSpPr/>
            <p:nvPr/>
          </p:nvSpPr>
          <p:spPr>
            <a:xfrm>
              <a:off x="9244718" y="2080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6" name="pt51536"/>
            <p:cNvSpPr/>
            <p:nvPr/>
          </p:nvSpPr>
          <p:spPr>
            <a:xfrm>
              <a:off x="8788576" y="2314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7" name="pt51537"/>
            <p:cNvSpPr/>
            <p:nvPr/>
          </p:nvSpPr>
          <p:spPr>
            <a:xfrm>
              <a:off x="9538421" y="2115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8" name="pt51538"/>
            <p:cNvSpPr/>
            <p:nvPr/>
          </p:nvSpPr>
          <p:spPr>
            <a:xfrm>
              <a:off x="8698707" y="2493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9" name="pt51539"/>
            <p:cNvSpPr/>
            <p:nvPr/>
          </p:nvSpPr>
          <p:spPr>
            <a:xfrm>
              <a:off x="9010641" y="1903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0" name="pt51540"/>
            <p:cNvSpPr/>
            <p:nvPr/>
          </p:nvSpPr>
          <p:spPr>
            <a:xfrm>
              <a:off x="8434097" y="2384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1" name="pt51541"/>
            <p:cNvSpPr/>
            <p:nvPr/>
          </p:nvSpPr>
          <p:spPr>
            <a:xfrm>
              <a:off x="9265000" y="2096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2" name="pt51542"/>
            <p:cNvSpPr/>
            <p:nvPr/>
          </p:nvSpPr>
          <p:spPr>
            <a:xfrm>
              <a:off x="8859909" y="1825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3" name="pt51543"/>
            <p:cNvSpPr/>
            <p:nvPr/>
          </p:nvSpPr>
          <p:spPr>
            <a:xfrm>
              <a:off x="8987622" y="2227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4" name="pt51544"/>
            <p:cNvSpPr/>
            <p:nvPr/>
          </p:nvSpPr>
          <p:spPr>
            <a:xfrm>
              <a:off x="8985720" y="2305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5" name="pt51545"/>
            <p:cNvSpPr/>
            <p:nvPr/>
          </p:nvSpPr>
          <p:spPr>
            <a:xfrm>
              <a:off x="8749319" y="196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6" name="pt51546"/>
            <p:cNvSpPr/>
            <p:nvPr/>
          </p:nvSpPr>
          <p:spPr>
            <a:xfrm>
              <a:off x="8556041" y="2576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7" name="pt51547"/>
            <p:cNvSpPr/>
            <p:nvPr/>
          </p:nvSpPr>
          <p:spPr>
            <a:xfrm>
              <a:off x="8312152" y="256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8" name="pt51548"/>
            <p:cNvSpPr/>
            <p:nvPr/>
          </p:nvSpPr>
          <p:spPr>
            <a:xfrm>
              <a:off x="8717243" y="2275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9" name="pt51549"/>
            <p:cNvSpPr/>
            <p:nvPr/>
          </p:nvSpPr>
          <p:spPr>
            <a:xfrm>
              <a:off x="8434097" y="2188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0" name="pt51550"/>
            <p:cNvSpPr/>
            <p:nvPr/>
          </p:nvSpPr>
          <p:spPr>
            <a:xfrm>
              <a:off x="8874891" y="1963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1" name="pt51551"/>
            <p:cNvSpPr/>
            <p:nvPr/>
          </p:nvSpPr>
          <p:spPr>
            <a:xfrm>
              <a:off x="8434097" y="2375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2" name="pt51552"/>
            <p:cNvSpPr/>
            <p:nvPr/>
          </p:nvSpPr>
          <p:spPr>
            <a:xfrm>
              <a:off x="8763400" y="2362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3" name="pt51553"/>
            <p:cNvSpPr/>
            <p:nvPr/>
          </p:nvSpPr>
          <p:spPr>
            <a:xfrm>
              <a:off x="9433552" y="2161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4" name="pt51554"/>
            <p:cNvSpPr/>
            <p:nvPr/>
          </p:nvSpPr>
          <p:spPr>
            <a:xfrm>
              <a:off x="8383485" y="2457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5" name="pt51555"/>
            <p:cNvSpPr/>
            <p:nvPr/>
          </p:nvSpPr>
          <p:spPr>
            <a:xfrm>
              <a:off x="9045188" y="1847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6" name="pt51556"/>
            <p:cNvSpPr/>
            <p:nvPr/>
          </p:nvSpPr>
          <p:spPr>
            <a:xfrm>
              <a:off x="8312152" y="2505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7" name="pt51557"/>
            <p:cNvSpPr/>
            <p:nvPr/>
          </p:nvSpPr>
          <p:spPr>
            <a:xfrm>
              <a:off x="8717243" y="2300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8" name="pt51558"/>
            <p:cNvSpPr/>
            <p:nvPr/>
          </p:nvSpPr>
          <p:spPr>
            <a:xfrm>
              <a:off x="9595084" y="2283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9" name="pt51559"/>
            <p:cNvSpPr/>
            <p:nvPr/>
          </p:nvSpPr>
          <p:spPr>
            <a:xfrm>
              <a:off x="8576763" y="2416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0" name="pt51560"/>
            <p:cNvSpPr/>
            <p:nvPr/>
          </p:nvSpPr>
          <p:spPr>
            <a:xfrm>
              <a:off x="9289758" y="169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1" name="pt51561"/>
            <p:cNvSpPr/>
            <p:nvPr/>
          </p:nvSpPr>
          <p:spPr>
            <a:xfrm>
              <a:off x="8698707" y="2471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2" name="pt51562"/>
            <p:cNvSpPr/>
            <p:nvPr/>
          </p:nvSpPr>
          <p:spPr>
            <a:xfrm>
              <a:off x="8898383" y="2064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3" name="pt51563"/>
            <p:cNvSpPr/>
            <p:nvPr/>
          </p:nvSpPr>
          <p:spPr>
            <a:xfrm>
              <a:off x="9035373" y="1363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4" name="pt51564"/>
            <p:cNvSpPr/>
            <p:nvPr/>
          </p:nvSpPr>
          <p:spPr>
            <a:xfrm>
              <a:off x="9433552" y="1951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5" name="pt51565"/>
            <p:cNvSpPr/>
            <p:nvPr/>
          </p:nvSpPr>
          <p:spPr>
            <a:xfrm>
              <a:off x="9107665" y="1984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6" name="pt51566"/>
            <p:cNvSpPr/>
            <p:nvPr/>
          </p:nvSpPr>
          <p:spPr>
            <a:xfrm>
              <a:off x="8434097" y="2354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7" name="pt51567"/>
            <p:cNvSpPr/>
            <p:nvPr/>
          </p:nvSpPr>
          <p:spPr>
            <a:xfrm>
              <a:off x="8881929" y="2255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8" name="pt51568"/>
            <p:cNvSpPr/>
            <p:nvPr/>
          </p:nvSpPr>
          <p:spPr>
            <a:xfrm>
              <a:off x="9218255" y="1923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9" name="pt51569"/>
            <p:cNvSpPr/>
            <p:nvPr/>
          </p:nvSpPr>
          <p:spPr>
            <a:xfrm>
              <a:off x="8961132" y="2098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0" name="pt51570"/>
            <p:cNvSpPr/>
            <p:nvPr/>
          </p:nvSpPr>
          <p:spPr>
            <a:xfrm>
              <a:off x="8935109" y="2037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1" name="pt51571"/>
            <p:cNvSpPr/>
            <p:nvPr/>
          </p:nvSpPr>
          <p:spPr>
            <a:xfrm>
              <a:off x="9075206" y="2212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2" name="pt51572"/>
            <p:cNvSpPr/>
            <p:nvPr/>
          </p:nvSpPr>
          <p:spPr>
            <a:xfrm>
              <a:off x="8820652" y="2200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3" name="pt51573"/>
            <p:cNvSpPr/>
            <p:nvPr/>
          </p:nvSpPr>
          <p:spPr>
            <a:xfrm>
              <a:off x="9420641" y="2185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4" name="pt51574"/>
            <p:cNvSpPr/>
            <p:nvPr/>
          </p:nvSpPr>
          <p:spPr>
            <a:xfrm>
              <a:off x="9444456" y="1915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5" name="pt51575"/>
            <p:cNvSpPr/>
            <p:nvPr/>
          </p:nvSpPr>
          <p:spPr>
            <a:xfrm>
              <a:off x="8688651" y="233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6" name="pt51576"/>
            <p:cNvSpPr/>
            <p:nvPr/>
          </p:nvSpPr>
          <p:spPr>
            <a:xfrm>
              <a:off x="8717243" y="2127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7" name="pt51577"/>
            <p:cNvSpPr/>
            <p:nvPr/>
          </p:nvSpPr>
          <p:spPr>
            <a:xfrm>
              <a:off x="8907564" y="2004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8" name="pt51578"/>
            <p:cNvSpPr/>
            <p:nvPr/>
          </p:nvSpPr>
          <p:spPr>
            <a:xfrm>
              <a:off x="9228169" y="1887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9" name="pt51579"/>
            <p:cNvSpPr/>
            <p:nvPr/>
          </p:nvSpPr>
          <p:spPr>
            <a:xfrm>
              <a:off x="8947416" y="1922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0" name="pt51580"/>
            <p:cNvSpPr/>
            <p:nvPr/>
          </p:nvSpPr>
          <p:spPr>
            <a:xfrm>
              <a:off x="8763400" y="2293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1" name="pt51581"/>
            <p:cNvSpPr/>
            <p:nvPr/>
          </p:nvSpPr>
          <p:spPr>
            <a:xfrm>
              <a:off x="8688651" y="2383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2" name="pt51582"/>
            <p:cNvSpPr/>
            <p:nvPr/>
          </p:nvSpPr>
          <p:spPr>
            <a:xfrm>
              <a:off x="9051878" y="1775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3" name="pt51583"/>
            <p:cNvSpPr/>
            <p:nvPr/>
          </p:nvSpPr>
          <p:spPr>
            <a:xfrm>
              <a:off x="8312152" y="2459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4" name="pt51584"/>
            <p:cNvSpPr/>
            <p:nvPr/>
          </p:nvSpPr>
          <p:spPr>
            <a:xfrm>
              <a:off x="9530995" y="2556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5" name="pt51585"/>
            <p:cNvSpPr/>
            <p:nvPr/>
          </p:nvSpPr>
          <p:spPr>
            <a:xfrm>
              <a:off x="9020327" y="1875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6" name="pt51586"/>
            <p:cNvSpPr/>
            <p:nvPr/>
          </p:nvSpPr>
          <p:spPr>
            <a:xfrm>
              <a:off x="8794345" y="2112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7" name="pt51587"/>
            <p:cNvSpPr/>
            <p:nvPr/>
          </p:nvSpPr>
          <p:spPr>
            <a:xfrm>
              <a:off x="8956678" y="1790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8" name="pt51588"/>
            <p:cNvSpPr/>
            <p:nvPr/>
          </p:nvSpPr>
          <p:spPr>
            <a:xfrm>
              <a:off x="8794345" y="2132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9" name="pt51589"/>
            <p:cNvSpPr/>
            <p:nvPr/>
          </p:nvSpPr>
          <p:spPr>
            <a:xfrm>
              <a:off x="9049233" y="1864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0" name="pt51590"/>
            <p:cNvSpPr/>
            <p:nvPr/>
          </p:nvSpPr>
          <p:spPr>
            <a:xfrm>
              <a:off x="9218764" y="1888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1" name="pt51591"/>
            <p:cNvSpPr/>
            <p:nvPr/>
          </p:nvSpPr>
          <p:spPr>
            <a:xfrm>
              <a:off x="8741831" y="226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2" name="pt51592"/>
            <p:cNvSpPr/>
            <p:nvPr/>
          </p:nvSpPr>
          <p:spPr>
            <a:xfrm>
              <a:off x="8473354" y="238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3" name="pt51593"/>
            <p:cNvSpPr/>
            <p:nvPr/>
          </p:nvSpPr>
          <p:spPr>
            <a:xfrm>
              <a:off x="8556041" y="2532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4" name="pt51594"/>
            <p:cNvSpPr/>
            <p:nvPr/>
          </p:nvSpPr>
          <p:spPr>
            <a:xfrm>
              <a:off x="8810596" y="2196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5" name="pt51595"/>
            <p:cNvSpPr/>
            <p:nvPr/>
          </p:nvSpPr>
          <p:spPr>
            <a:xfrm>
              <a:off x="8741831" y="2180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6" name="pt51596"/>
            <p:cNvSpPr/>
            <p:nvPr/>
          </p:nvSpPr>
          <p:spPr>
            <a:xfrm>
              <a:off x="8312152" y="2465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7" name="pt51597"/>
            <p:cNvSpPr/>
            <p:nvPr/>
          </p:nvSpPr>
          <p:spPr>
            <a:xfrm>
              <a:off x="8927288" y="2119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8" name="pt51598"/>
            <p:cNvSpPr/>
            <p:nvPr/>
          </p:nvSpPr>
          <p:spPr>
            <a:xfrm>
              <a:off x="8383485" y="2413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9" name="pt51599"/>
            <p:cNvSpPr/>
            <p:nvPr/>
          </p:nvSpPr>
          <p:spPr>
            <a:xfrm>
              <a:off x="9078622" y="1827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0" name="pt51600"/>
            <p:cNvSpPr/>
            <p:nvPr/>
          </p:nvSpPr>
          <p:spPr>
            <a:xfrm>
              <a:off x="8434097" y="2438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1" name="pt51601"/>
            <p:cNvSpPr/>
            <p:nvPr/>
          </p:nvSpPr>
          <p:spPr>
            <a:xfrm>
              <a:off x="9217744" y="2108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2" name="pt51602"/>
            <p:cNvSpPr/>
            <p:nvPr/>
          </p:nvSpPr>
          <p:spPr>
            <a:xfrm>
              <a:off x="8770040" y="2144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3" name="pt51603"/>
            <p:cNvSpPr/>
            <p:nvPr/>
          </p:nvSpPr>
          <p:spPr>
            <a:xfrm>
              <a:off x="8734011" y="2187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4" name="pt51604"/>
            <p:cNvSpPr/>
            <p:nvPr/>
          </p:nvSpPr>
          <p:spPr>
            <a:xfrm>
              <a:off x="8576763" y="2332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5" name="pt51605"/>
            <p:cNvSpPr/>
            <p:nvPr/>
          </p:nvSpPr>
          <p:spPr>
            <a:xfrm>
              <a:off x="9094774" y="1972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6" name="pt51606"/>
            <p:cNvSpPr/>
            <p:nvPr/>
          </p:nvSpPr>
          <p:spPr>
            <a:xfrm>
              <a:off x="8688651" y="2401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7" name="pt51607"/>
            <p:cNvSpPr/>
            <p:nvPr/>
          </p:nvSpPr>
          <p:spPr>
            <a:xfrm>
              <a:off x="8434097" y="2408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8" name="pt51608"/>
            <p:cNvSpPr/>
            <p:nvPr/>
          </p:nvSpPr>
          <p:spPr>
            <a:xfrm>
              <a:off x="9124084" y="1989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9" name="pt51609"/>
            <p:cNvSpPr/>
            <p:nvPr/>
          </p:nvSpPr>
          <p:spPr>
            <a:xfrm>
              <a:off x="9167133" y="2104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0" name="pt51610"/>
            <p:cNvSpPr/>
            <p:nvPr/>
          </p:nvSpPr>
          <p:spPr>
            <a:xfrm>
              <a:off x="9217744" y="2079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1" name="pt51611"/>
            <p:cNvSpPr/>
            <p:nvPr/>
          </p:nvSpPr>
          <p:spPr>
            <a:xfrm>
              <a:off x="8434097" y="2524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2" name="pt51612"/>
            <p:cNvSpPr/>
            <p:nvPr/>
          </p:nvSpPr>
          <p:spPr>
            <a:xfrm>
              <a:off x="9448910" y="1957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3" name="pt51613"/>
            <p:cNvSpPr/>
            <p:nvPr/>
          </p:nvSpPr>
          <p:spPr>
            <a:xfrm>
              <a:off x="8979888" y="2228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4" name="pt51614"/>
            <p:cNvSpPr/>
            <p:nvPr/>
          </p:nvSpPr>
          <p:spPr>
            <a:xfrm>
              <a:off x="8987622" y="2262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5" name="pt51615"/>
            <p:cNvSpPr/>
            <p:nvPr/>
          </p:nvSpPr>
          <p:spPr>
            <a:xfrm>
              <a:off x="9143835" y="2245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6" name="pt51616"/>
            <p:cNvSpPr/>
            <p:nvPr/>
          </p:nvSpPr>
          <p:spPr>
            <a:xfrm>
              <a:off x="8947416" y="1952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7" name="pt51617"/>
            <p:cNvSpPr/>
            <p:nvPr/>
          </p:nvSpPr>
          <p:spPr>
            <a:xfrm>
              <a:off x="8717243" y="2209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8" name="pt51618"/>
            <p:cNvSpPr/>
            <p:nvPr/>
          </p:nvSpPr>
          <p:spPr>
            <a:xfrm>
              <a:off x="9168491" y="2158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9" name="pt51619"/>
            <p:cNvSpPr/>
            <p:nvPr/>
          </p:nvSpPr>
          <p:spPr>
            <a:xfrm>
              <a:off x="8312152" y="2462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0" name="pt51620"/>
            <p:cNvSpPr/>
            <p:nvPr/>
          </p:nvSpPr>
          <p:spPr>
            <a:xfrm>
              <a:off x="8741831" y="223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1" name="pt51621"/>
            <p:cNvSpPr/>
            <p:nvPr/>
          </p:nvSpPr>
          <p:spPr>
            <a:xfrm>
              <a:off x="9051878" y="1838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2" name="pt51622"/>
            <p:cNvSpPr/>
            <p:nvPr/>
          </p:nvSpPr>
          <p:spPr>
            <a:xfrm>
              <a:off x="9538421" y="1834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3" name="pt51623"/>
            <p:cNvSpPr/>
            <p:nvPr/>
          </p:nvSpPr>
          <p:spPr>
            <a:xfrm>
              <a:off x="9038234" y="1865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4" name="pt51624"/>
            <p:cNvSpPr/>
            <p:nvPr/>
          </p:nvSpPr>
          <p:spPr>
            <a:xfrm>
              <a:off x="9612243" y="2443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5" name="pt51625"/>
            <p:cNvSpPr/>
            <p:nvPr/>
          </p:nvSpPr>
          <p:spPr>
            <a:xfrm>
              <a:off x="9324474" y="2219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6" name="pt51626"/>
            <p:cNvSpPr/>
            <p:nvPr/>
          </p:nvSpPr>
          <p:spPr>
            <a:xfrm>
              <a:off x="8612066" y="2140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7" name="pt51627"/>
            <p:cNvSpPr/>
            <p:nvPr/>
          </p:nvSpPr>
          <p:spPr>
            <a:xfrm>
              <a:off x="8863776" y="2213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8" name="pt51628"/>
            <p:cNvSpPr/>
            <p:nvPr/>
          </p:nvSpPr>
          <p:spPr>
            <a:xfrm>
              <a:off x="9879673" y="2541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9" name="pt51629"/>
            <p:cNvSpPr/>
            <p:nvPr/>
          </p:nvSpPr>
          <p:spPr>
            <a:xfrm>
              <a:off x="8859909" y="1916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0" name="pt51630"/>
            <p:cNvSpPr/>
            <p:nvPr/>
          </p:nvSpPr>
          <p:spPr>
            <a:xfrm>
              <a:off x="8937640" y="1873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1" name="pt51631"/>
            <p:cNvSpPr/>
            <p:nvPr/>
          </p:nvSpPr>
          <p:spPr>
            <a:xfrm>
              <a:off x="8895213" y="2186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2" name="pt51632"/>
            <p:cNvSpPr/>
            <p:nvPr/>
          </p:nvSpPr>
          <p:spPr>
            <a:xfrm>
              <a:off x="9176429" y="1783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3" name="pt51633"/>
            <p:cNvSpPr/>
            <p:nvPr/>
          </p:nvSpPr>
          <p:spPr>
            <a:xfrm>
              <a:off x="8532549" y="2338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4" name="pt51634"/>
            <p:cNvSpPr/>
            <p:nvPr/>
          </p:nvSpPr>
          <p:spPr>
            <a:xfrm>
              <a:off x="8666631" y="2349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5" name="pt51635"/>
            <p:cNvSpPr/>
            <p:nvPr/>
          </p:nvSpPr>
          <p:spPr>
            <a:xfrm>
              <a:off x="8595298" y="2248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6" name="pt51636"/>
            <p:cNvSpPr/>
            <p:nvPr/>
          </p:nvSpPr>
          <p:spPr>
            <a:xfrm>
              <a:off x="8612066" y="2277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7" name="pt51637"/>
            <p:cNvSpPr/>
            <p:nvPr/>
          </p:nvSpPr>
          <p:spPr>
            <a:xfrm>
              <a:off x="8312152" y="2463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8" name="pt51638"/>
            <p:cNvSpPr/>
            <p:nvPr/>
          </p:nvSpPr>
          <p:spPr>
            <a:xfrm>
              <a:off x="8473354" y="2334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9" name="pt51639"/>
            <p:cNvSpPr/>
            <p:nvPr/>
          </p:nvSpPr>
          <p:spPr>
            <a:xfrm>
              <a:off x="9371637" y="2154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0" name="pt51640"/>
            <p:cNvSpPr/>
            <p:nvPr/>
          </p:nvSpPr>
          <p:spPr>
            <a:xfrm>
              <a:off x="8383485" y="2297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1" name="pt51641"/>
            <p:cNvSpPr/>
            <p:nvPr/>
          </p:nvSpPr>
          <p:spPr>
            <a:xfrm>
              <a:off x="9106706" y="2119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2" name="pt51642"/>
            <p:cNvSpPr/>
            <p:nvPr/>
          </p:nvSpPr>
          <p:spPr>
            <a:xfrm>
              <a:off x="8881929" y="2257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3" name="pt51643"/>
            <p:cNvSpPr/>
            <p:nvPr/>
          </p:nvSpPr>
          <p:spPr>
            <a:xfrm>
              <a:off x="8556041" y="2262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4" name="pt51644"/>
            <p:cNvSpPr/>
            <p:nvPr/>
          </p:nvSpPr>
          <p:spPr>
            <a:xfrm>
              <a:off x="8312152" y="2301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5" name="pt51645"/>
            <p:cNvSpPr/>
            <p:nvPr/>
          </p:nvSpPr>
          <p:spPr>
            <a:xfrm>
              <a:off x="8627374" y="2173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6" name="pt51646"/>
            <p:cNvSpPr/>
            <p:nvPr/>
          </p:nvSpPr>
          <p:spPr>
            <a:xfrm>
              <a:off x="8782612" y="2304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7" name="pt51647"/>
            <p:cNvSpPr/>
            <p:nvPr/>
          </p:nvSpPr>
          <p:spPr>
            <a:xfrm>
              <a:off x="8741831" y="2265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8" name="pt51648"/>
            <p:cNvSpPr/>
            <p:nvPr/>
          </p:nvSpPr>
          <p:spPr>
            <a:xfrm>
              <a:off x="8505430" y="2328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9" name="pt51649"/>
            <p:cNvSpPr/>
            <p:nvPr/>
          </p:nvSpPr>
          <p:spPr>
            <a:xfrm>
              <a:off x="9146155" y="2075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0" name="pt51650"/>
            <p:cNvSpPr/>
            <p:nvPr/>
          </p:nvSpPr>
          <p:spPr>
            <a:xfrm>
              <a:off x="9202808" y="2144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1" name="pt51651"/>
            <p:cNvSpPr/>
            <p:nvPr/>
          </p:nvSpPr>
          <p:spPr>
            <a:xfrm>
              <a:off x="8987622" y="2169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2" name="pt51652"/>
            <p:cNvSpPr/>
            <p:nvPr/>
          </p:nvSpPr>
          <p:spPr>
            <a:xfrm>
              <a:off x="8810596" y="2081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3" name="pt51653"/>
            <p:cNvSpPr/>
            <p:nvPr/>
          </p:nvSpPr>
          <p:spPr>
            <a:xfrm>
              <a:off x="9045188" y="1865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4" name="pt51654"/>
            <p:cNvSpPr/>
            <p:nvPr/>
          </p:nvSpPr>
          <p:spPr>
            <a:xfrm>
              <a:off x="9070546" y="2216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5" name="pt51655"/>
            <p:cNvSpPr/>
            <p:nvPr/>
          </p:nvSpPr>
          <p:spPr>
            <a:xfrm>
              <a:off x="9047895" y="182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6" name="pt51656"/>
            <p:cNvSpPr/>
            <p:nvPr/>
          </p:nvSpPr>
          <p:spPr>
            <a:xfrm>
              <a:off x="8963317" y="2084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7" name="pt51657"/>
            <p:cNvSpPr/>
            <p:nvPr/>
          </p:nvSpPr>
          <p:spPr>
            <a:xfrm>
              <a:off x="9176429" y="1827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8" name="pt51658"/>
            <p:cNvSpPr/>
            <p:nvPr/>
          </p:nvSpPr>
          <p:spPr>
            <a:xfrm>
              <a:off x="9066967" y="2200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9" name="pt51659"/>
            <p:cNvSpPr/>
            <p:nvPr/>
          </p:nvSpPr>
          <p:spPr>
            <a:xfrm>
              <a:off x="8641456" y="2010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0" name="pt51660"/>
            <p:cNvSpPr/>
            <p:nvPr/>
          </p:nvSpPr>
          <p:spPr>
            <a:xfrm>
              <a:off x="9595084" y="2209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1" name="pt51661"/>
            <p:cNvSpPr/>
            <p:nvPr/>
          </p:nvSpPr>
          <p:spPr>
            <a:xfrm>
              <a:off x="8839187" y="2140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2" name="pt51662"/>
            <p:cNvSpPr/>
            <p:nvPr/>
          </p:nvSpPr>
          <p:spPr>
            <a:xfrm>
              <a:off x="8749319" y="1966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3" name="pt51663"/>
            <p:cNvSpPr/>
            <p:nvPr/>
          </p:nvSpPr>
          <p:spPr>
            <a:xfrm>
              <a:off x="9724502" y="2354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4" name="pt51664"/>
            <p:cNvSpPr/>
            <p:nvPr/>
          </p:nvSpPr>
          <p:spPr>
            <a:xfrm>
              <a:off x="8677986" y="2493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5" name="pt51665"/>
            <p:cNvSpPr/>
            <p:nvPr/>
          </p:nvSpPr>
          <p:spPr>
            <a:xfrm>
              <a:off x="9086345" y="1757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6" name="pt51666"/>
            <p:cNvSpPr/>
            <p:nvPr/>
          </p:nvSpPr>
          <p:spPr>
            <a:xfrm>
              <a:off x="9324474" y="2235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7" name="pt51667"/>
            <p:cNvSpPr/>
            <p:nvPr/>
          </p:nvSpPr>
          <p:spPr>
            <a:xfrm>
              <a:off x="8867559" y="1908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8" name="pt51668"/>
            <p:cNvSpPr/>
            <p:nvPr/>
          </p:nvSpPr>
          <p:spPr>
            <a:xfrm>
              <a:off x="8677986" y="2394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9" name="pt51669"/>
            <p:cNvSpPr/>
            <p:nvPr/>
          </p:nvSpPr>
          <p:spPr>
            <a:xfrm>
              <a:off x="9005590" y="1802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0" name="pt51670"/>
            <p:cNvSpPr/>
            <p:nvPr/>
          </p:nvSpPr>
          <p:spPr>
            <a:xfrm>
              <a:off x="9279262" y="2090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1" name="pt51671"/>
            <p:cNvSpPr/>
            <p:nvPr/>
          </p:nvSpPr>
          <p:spPr>
            <a:xfrm>
              <a:off x="8434097" y="2502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2" name="pt51672"/>
            <p:cNvSpPr/>
            <p:nvPr/>
          </p:nvSpPr>
          <p:spPr>
            <a:xfrm>
              <a:off x="8312152" y="2492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3" name="pt51673"/>
            <p:cNvSpPr/>
            <p:nvPr/>
          </p:nvSpPr>
          <p:spPr>
            <a:xfrm>
              <a:off x="9229609" y="1831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4" name="pt51674"/>
            <p:cNvSpPr/>
            <p:nvPr/>
          </p:nvSpPr>
          <p:spPr>
            <a:xfrm>
              <a:off x="8942596" y="1884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5" name="pt51675"/>
            <p:cNvSpPr/>
            <p:nvPr/>
          </p:nvSpPr>
          <p:spPr>
            <a:xfrm>
              <a:off x="8907564" y="213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6" name="pt51676"/>
            <p:cNvSpPr/>
            <p:nvPr/>
          </p:nvSpPr>
          <p:spPr>
            <a:xfrm>
              <a:off x="8830164" y="2003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7" name="pt51677"/>
            <p:cNvSpPr/>
            <p:nvPr/>
          </p:nvSpPr>
          <p:spPr>
            <a:xfrm>
              <a:off x="9047895" y="1928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8" name="pt51678"/>
            <p:cNvSpPr/>
            <p:nvPr/>
          </p:nvSpPr>
          <p:spPr>
            <a:xfrm>
              <a:off x="8595298" y="2107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9" name="pt51679"/>
            <p:cNvSpPr/>
            <p:nvPr/>
          </p:nvSpPr>
          <p:spPr>
            <a:xfrm>
              <a:off x="8383485" y="2359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0" name="pt51680"/>
            <p:cNvSpPr/>
            <p:nvPr/>
          </p:nvSpPr>
          <p:spPr>
            <a:xfrm>
              <a:off x="8312152" y="2505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1" name="pt51681"/>
            <p:cNvSpPr/>
            <p:nvPr/>
          </p:nvSpPr>
          <p:spPr>
            <a:xfrm>
              <a:off x="9086345" y="1684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2" name="pt51682"/>
            <p:cNvSpPr/>
            <p:nvPr/>
          </p:nvSpPr>
          <p:spPr>
            <a:xfrm>
              <a:off x="8505430" y="2298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3" name="pt51683"/>
            <p:cNvSpPr/>
            <p:nvPr/>
          </p:nvSpPr>
          <p:spPr>
            <a:xfrm>
              <a:off x="8383485" y="2372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4" name="pt51684"/>
            <p:cNvSpPr/>
            <p:nvPr/>
          </p:nvSpPr>
          <p:spPr>
            <a:xfrm>
              <a:off x="9324474" y="2144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5" name="pt51685"/>
            <p:cNvSpPr/>
            <p:nvPr/>
          </p:nvSpPr>
          <p:spPr>
            <a:xfrm>
              <a:off x="8473354" y="2220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6" name="pt51686"/>
            <p:cNvSpPr/>
            <p:nvPr/>
          </p:nvSpPr>
          <p:spPr>
            <a:xfrm>
              <a:off x="9055774" y="1765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7" name="pt51687"/>
            <p:cNvSpPr/>
            <p:nvPr/>
          </p:nvSpPr>
          <p:spPr>
            <a:xfrm>
              <a:off x="9106706" y="2128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8" name="pt51688"/>
            <p:cNvSpPr/>
            <p:nvPr/>
          </p:nvSpPr>
          <p:spPr>
            <a:xfrm>
              <a:off x="8595298" y="2280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9" name="pt51689"/>
            <p:cNvSpPr/>
            <p:nvPr/>
          </p:nvSpPr>
          <p:spPr>
            <a:xfrm>
              <a:off x="9208828" y="2107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0" name="pt51690"/>
            <p:cNvSpPr/>
            <p:nvPr/>
          </p:nvSpPr>
          <p:spPr>
            <a:xfrm>
              <a:off x="9396086" y="1959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1" name="pt51691"/>
            <p:cNvSpPr/>
            <p:nvPr/>
          </p:nvSpPr>
          <p:spPr>
            <a:xfrm>
              <a:off x="9095800" y="1878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2" name="pt51692"/>
            <p:cNvSpPr/>
            <p:nvPr/>
          </p:nvSpPr>
          <p:spPr>
            <a:xfrm>
              <a:off x="8749319" y="2093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3" name="pt51693"/>
            <p:cNvSpPr/>
            <p:nvPr/>
          </p:nvSpPr>
          <p:spPr>
            <a:xfrm>
              <a:off x="9530304" y="2454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4" name="pt51694"/>
            <p:cNvSpPr/>
            <p:nvPr/>
          </p:nvSpPr>
          <p:spPr>
            <a:xfrm>
              <a:off x="8312152" y="2635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5" name="pt51695"/>
            <p:cNvSpPr/>
            <p:nvPr/>
          </p:nvSpPr>
          <p:spPr>
            <a:xfrm>
              <a:off x="8434097" y="2469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6" name="pt51696"/>
            <p:cNvSpPr/>
            <p:nvPr/>
          </p:nvSpPr>
          <p:spPr>
            <a:xfrm>
              <a:off x="9444456" y="2011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7" name="pt51697"/>
            <p:cNvSpPr/>
            <p:nvPr/>
          </p:nvSpPr>
          <p:spPr>
            <a:xfrm>
              <a:off x="8949778" y="1899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8" name="pt51698"/>
            <p:cNvSpPr/>
            <p:nvPr/>
          </p:nvSpPr>
          <p:spPr>
            <a:xfrm>
              <a:off x="8556041" y="2384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9" name="pt51699"/>
            <p:cNvSpPr/>
            <p:nvPr/>
          </p:nvSpPr>
          <p:spPr>
            <a:xfrm>
              <a:off x="9003873" y="2030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0" name="pt51700"/>
            <p:cNvSpPr/>
            <p:nvPr/>
          </p:nvSpPr>
          <p:spPr>
            <a:xfrm>
              <a:off x="8505430" y="245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1" name="pt51701"/>
            <p:cNvSpPr/>
            <p:nvPr/>
          </p:nvSpPr>
          <p:spPr>
            <a:xfrm>
              <a:off x="9057053" y="1687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2" name="pt51702"/>
            <p:cNvSpPr/>
            <p:nvPr/>
          </p:nvSpPr>
          <p:spPr>
            <a:xfrm>
              <a:off x="8788576" y="2212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3" name="pt51703"/>
            <p:cNvSpPr/>
            <p:nvPr/>
          </p:nvSpPr>
          <p:spPr>
            <a:xfrm>
              <a:off x="8971798" y="2058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4" name="pt51704"/>
            <p:cNvSpPr/>
            <p:nvPr/>
          </p:nvSpPr>
          <p:spPr>
            <a:xfrm>
              <a:off x="8921875" y="2105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5" name="pt51705"/>
            <p:cNvSpPr/>
            <p:nvPr/>
          </p:nvSpPr>
          <p:spPr>
            <a:xfrm>
              <a:off x="8734011" y="2199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6" name="pt51706"/>
            <p:cNvSpPr/>
            <p:nvPr/>
          </p:nvSpPr>
          <p:spPr>
            <a:xfrm>
              <a:off x="8698707" y="2312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7" name="pt51707"/>
            <p:cNvSpPr/>
            <p:nvPr/>
          </p:nvSpPr>
          <p:spPr>
            <a:xfrm>
              <a:off x="9045188" y="1900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8" name="pt51708"/>
            <p:cNvSpPr/>
            <p:nvPr/>
          </p:nvSpPr>
          <p:spPr>
            <a:xfrm>
              <a:off x="8725827" y="2235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9" name="pt51709"/>
            <p:cNvSpPr/>
            <p:nvPr/>
          </p:nvSpPr>
          <p:spPr>
            <a:xfrm>
              <a:off x="8383485" y="220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0" name="pt51710"/>
            <p:cNvSpPr/>
            <p:nvPr/>
          </p:nvSpPr>
          <p:spPr>
            <a:xfrm>
              <a:off x="9076352" y="2083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1" name="pt51711"/>
            <p:cNvSpPr/>
            <p:nvPr/>
          </p:nvSpPr>
          <p:spPr>
            <a:xfrm>
              <a:off x="8698707" y="2337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2" name="pt51712"/>
            <p:cNvSpPr/>
            <p:nvPr/>
          </p:nvSpPr>
          <p:spPr>
            <a:xfrm>
              <a:off x="9130917" y="2087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3" name="pt51713"/>
            <p:cNvSpPr/>
            <p:nvPr/>
          </p:nvSpPr>
          <p:spPr>
            <a:xfrm>
              <a:off x="8556041" y="2412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4" name="pt51714"/>
            <p:cNvSpPr/>
            <p:nvPr/>
          </p:nvSpPr>
          <p:spPr>
            <a:xfrm>
              <a:off x="9135057" y="2013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5" name="pt51715"/>
            <p:cNvSpPr/>
            <p:nvPr/>
          </p:nvSpPr>
          <p:spPr>
            <a:xfrm>
              <a:off x="9106706" y="1941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6" name="pt51716"/>
            <p:cNvSpPr/>
            <p:nvPr/>
          </p:nvSpPr>
          <p:spPr>
            <a:xfrm>
              <a:off x="8312152" y="2392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7" name="pt51717"/>
            <p:cNvSpPr/>
            <p:nvPr/>
          </p:nvSpPr>
          <p:spPr>
            <a:xfrm>
              <a:off x="8312152" y="2443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8" name="pt51718"/>
            <p:cNvSpPr/>
            <p:nvPr/>
          </p:nvSpPr>
          <p:spPr>
            <a:xfrm>
              <a:off x="8312152" y="2564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9" name="pt51719"/>
            <p:cNvSpPr/>
            <p:nvPr/>
          </p:nvSpPr>
          <p:spPr>
            <a:xfrm>
              <a:off x="9068168" y="2188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0" name="pt51720"/>
            <p:cNvSpPr/>
            <p:nvPr/>
          </p:nvSpPr>
          <p:spPr>
            <a:xfrm>
              <a:off x="9514089" y="2692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1" name="pt51721"/>
            <p:cNvSpPr/>
            <p:nvPr/>
          </p:nvSpPr>
          <p:spPr>
            <a:xfrm>
              <a:off x="8881929" y="2197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2" name="pt51722"/>
            <p:cNvSpPr/>
            <p:nvPr/>
          </p:nvSpPr>
          <p:spPr>
            <a:xfrm>
              <a:off x="8312152" y="2429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3" name="pt51723"/>
            <p:cNvSpPr/>
            <p:nvPr/>
          </p:nvSpPr>
          <p:spPr>
            <a:xfrm>
              <a:off x="8312152" y="2375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4" name="pt51724"/>
            <p:cNvSpPr/>
            <p:nvPr/>
          </p:nvSpPr>
          <p:spPr>
            <a:xfrm>
              <a:off x="8810596" y="2282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5" name="pt51725"/>
            <p:cNvSpPr/>
            <p:nvPr/>
          </p:nvSpPr>
          <p:spPr>
            <a:xfrm>
              <a:off x="8763400" y="2050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6" name="pt51726"/>
            <p:cNvSpPr/>
            <p:nvPr/>
          </p:nvSpPr>
          <p:spPr>
            <a:xfrm>
              <a:off x="8815695" y="2159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7" name="pt51727"/>
            <p:cNvSpPr/>
            <p:nvPr/>
          </p:nvSpPr>
          <p:spPr>
            <a:xfrm>
              <a:off x="8627374" y="2310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8" name="pt51728"/>
            <p:cNvSpPr/>
            <p:nvPr/>
          </p:nvSpPr>
          <p:spPr>
            <a:xfrm>
              <a:off x="9094774" y="1818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9" name="pt51729"/>
            <p:cNvSpPr/>
            <p:nvPr/>
          </p:nvSpPr>
          <p:spPr>
            <a:xfrm>
              <a:off x="9066967" y="2306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0" name="pt51730"/>
            <p:cNvSpPr/>
            <p:nvPr/>
          </p:nvSpPr>
          <p:spPr>
            <a:xfrm>
              <a:off x="8383485" y="2351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1" name="pt51731"/>
            <p:cNvSpPr/>
            <p:nvPr/>
          </p:nvSpPr>
          <p:spPr>
            <a:xfrm>
              <a:off x="8556041" y="2462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2" name="pt51732"/>
            <p:cNvSpPr/>
            <p:nvPr/>
          </p:nvSpPr>
          <p:spPr>
            <a:xfrm>
              <a:off x="8505430" y="2384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3" name="pt51733"/>
            <p:cNvSpPr/>
            <p:nvPr/>
          </p:nvSpPr>
          <p:spPr>
            <a:xfrm>
              <a:off x="9086345" y="1734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4" name="pt51734"/>
            <p:cNvSpPr/>
            <p:nvPr/>
          </p:nvSpPr>
          <p:spPr>
            <a:xfrm>
              <a:off x="8677986" y="2491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5" name="pt51735"/>
            <p:cNvSpPr/>
            <p:nvPr/>
          </p:nvSpPr>
          <p:spPr>
            <a:xfrm>
              <a:off x="9143835" y="2062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6" name="pt51736"/>
            <p:cNvSpPr/>
            <p:nvPr/>
          </p:nvSpPr>
          <p:spPr>
            <a:xfrm>
              <a:off x="9130078" y="2180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7" name="pt51737"/>
            <p:cNvSpPr/>
            <p:nvPr/>
          </p:nvSpPr>
          <p:spPr>
            <a:xfrm>
              <a:off x="8312152" y="2465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8" name="pt51738"/>
            <p:cNvSpPr/>
            <p:nvPr/>
          </p:nvSpPr>
          <p:spPr>
            <a:xfrm>
              <a:off x="9612243" y="2265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9" name="pt51739"/>
            <p:cNvSpPr/>
            <p:nvPr/>
          </p:nvSpPr>
          <p:spPr>
            <a:xfrm>
              <a:off x="9070546" y="2230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0" name="pt51740"/>
            <p:cNvSpPr/>
            <p:nvPr/>
          </p:nvSpPr>
          <p:spPr>
            <a:xfrm>
              <a:off x="8595298" y="228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1" name="pt51741"/>
            <p:cNvSpPr/>
            <p:nvPr/>
          </p:nvSpPr>
          <p:spPr>
            <a:xfrm>
              <a:off x="8717243" y="2269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2" name="pt51742"/>
            <p:cNvSpPr/>
            <p:nvPr/>
          </p:nvSpPr>
          <p:spPr>
            <a:xfrm>
              <a:off x="9144612" y="2070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3" name="pt51743"/>
            <p:cNvSpPr/>
            <p:nvPr/>
          </p:nvSpPr>
          <p:spPr>
            <a:xfrm>
              <a:off x="8942596" y="1840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4" name="pt51744"/>
            <p:cNvSpPr/>
            <p:nvPr/>
          </p:nvSpPr>
          <p:spPr>
            <a:xfrm>
              <a:off x="9198297" y="2072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5" name="pt51745"/>
            <p:cNvSpPr/>
            <p:nvPr/>
          </p:nvSpPr>
          <p:spPr>
            <a:xfrm>
              <a:off x="8576763" y="2293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6" name="pt51746"/>
            <p:cNvSpPr/>
            <p:nvPr/>
          </p:nvSpPr>
          <p:spPr>
            <a:xfrm>
              <a:off x="8937640" y="1630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7" name="pt51747"/>
            <p:cNvSpPr/>
            <p:nvPr/>
          </p:nvSpPr>
          <p:spPr>
            <a:xfrm>
              <a:off x="8505430" y="2465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8" name="pt51748"/>
            <p:cNvSpPr/>
            <p:nvPr/>
          </p:nvSpPr>
          <p:spPr>
            <a:xfrm>
              <a:off x="9124084" y="1999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9" name="pt51749"/>
            <p:cNvSpPr/>
            <p:nvPr/>
          </p:nvSpPr>
          <p:spPr>
            <a:xfrm>
              <a:off x="8799930" y="2121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0" name="pt51750"/>
            <p:cNvSpPr/>
            <p:nvPr/>
          </p:nvSpPr>
          <p:spPr>
            <a:xfrm>
              <a:off x="9217232" y="2073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1" name="pt51751"/>
            <p:cNvSpPr/>
            <p:nvPr/>
          </p:nvSpPr>
          <p:spPr>
            <a:xfrm>
              <a:off x="9435194" y="1988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2" name="pt51752"/>
            <p:cNvSpPr/>
            <p:nvPr/>
          </p:nvSpPr>
          <p:spPr>
            <a:xfrm>
              <a:off x="9205570" y="2236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3" name="pt51753"/>
            <p:cNvSpPr/>
            <p:nvPr/>
          </p:nvSpPr>
          <p:spPr>
            <a:xfrm>
              <a:off x="8383485" y="2391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4" name="pt51754"/>
            <p:cNvSpPr/>
            <p:nvPr/>
          </p:nvSpPr>
          <p:spPr>
            <a:xfrm>
              <a:off x="8898383" y="209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5" name="pt51755"/>
            <p:cNvSpPr/>
            <p:nvPr/>
          </p:nvSpPr>
          <p:spPr>
            <a:xfrm>
              <a:off x="8505430" y="2467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6" name="pt51756"/>
            <p:cNvSpPr/>
            <p:nvPr/>
          </p:nvSpPr>
          <p:spPr>
            <a:xfrm>
              <a:off x="9028011" y="1735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7" name="pt51757"/>
            <p:cNvSpPr/>
            <p:nvPr/>
          </p:nvSpPr>
          <p:spPr>
            <a:xfrm>
              <a:off x="8891985" y="2098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8" name="pt51758"/>
            <p:cNvSpPr/>
            <p:nvPr/>
          </p:nvSpPr>
          <p:spPr>
            <a:xfrm>
              <a:off x="8963317" y="205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9" name="pt51759"/>
            <p:cNvSpPr/>
            <p:nvPr/>
          </p:nvSpPr>
          <p:spPr>
            <a:xfrm>
              <a:off x="9432499" y="2021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0" name="pt51760"/>
            <p:cNvSpPr/>
            <p:nvPr/>
          </p:nvSpPr>
          <p:spPr>
            <a:xfrm>
              <a:off x="8898383" y="1981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1" name="pt51761"/>
            <p:cNvSpPr/>
            <p:nvPr/>
          </p:nvSpPr>
          <p:spPr>
            <a:xfrm>
              <a:off x="9139900" y="2054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2" name="pt51762"/>
            <p:cNvSpPr/>
            <p:nvPr/>
          </p:nvSpPr>
          <p:spPr>
            <a:xfrm>
              <a:off x="9124084" y="2191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3" name="pt51763"/>
            <p:cNvSpPr/>
            <p:nvPr/>
          </p:nvSpPr>
          <p:spPr>
            <a:xfrm>
              <a:off x="9176429" y="1777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4" name="pt51764"/>
            <p:cNvSpPr/>
            <p:nvPr/>
          </p:nvSpPr>
          <p:spPr>
            <a:xfrm>
              <a:off x="9310856" y="1969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5" name="pt51765"/>
            <p:cNvSpPr/>
            <p:nvPr/>
          </p:nvSpPr>
          <p:spPr>
            <a:xfrm>
              <a:off x="9143835" y="2033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6" name="pt51766"/>
            <p:cNvSpPr/>
            <p:nvPr/>
          </p:nvSpPr>
          <p:spPr>
            <a:xfrm>
              <a:off x="9103798" y="2002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7" name="pt51767"/>
            <p:cNvSpPr/>
            <p:nvPr/>
          </p:nvSpPr>
          <p:spPr>
            <a:xfrm>
              <a:off x="8383485" y="250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8" name="pt51768"/>
            <p:cNvSpPr/>
            <p:nvPr/>
          </p:nvSpPr>
          <p:spPr>
            <a:xfrm>
              <a:off x="8576763" y="2319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9" name="pt51769"/>
            <p:cNvSpPr/>
            <p:nvPr/>
          </p:nvSpPr>
          <p:spPr>
            <a:xfrm>
              <a:off x="9500379" y="2441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0" name="pt51770"/>
            <p:cNvSpPr/>
            <p:nvPr/>
          </p:nvSpPr>
          <p:spPr>
            <a:xfrm>
              <a:off x="9440320" y="1897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1" name="pt51771"/>
            <p:cNvSpPr/>
            <p:nvPr/>
          </p:nvSpPr>
          <p:spPr>
            <a:xfrm>
              <a:off x="9663884" y="2204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2" name="pt51772"/>
            <p:cNvSpPr/>
            <p:nvPr/>
          </p:nvSpPr>
          <p:spPr>
            <a:xfrm>
              <a:off x="8595298" y="2097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3" name="pt51773"/>
            <p:cNvSpPr/>
            <p:nvPr/>
          </p:nvSpPr>
          <p:spPr>
            <a:xfrm>
              <a:off x="8839187" y="2207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4" name="pt51774"/>
            <p:cNvSpPr/>
            <p:nvPr/>
          </p:nvSpPr>
          <p:spPr>
            <a:xfrm>
              <a:off x="8688651" y="2329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5" name="pt51775"/>
            <p:cNvSpPr/>
            <p:nvPr/>
          </p:nvSpPr>
          <p:spPr>
            <a:xfrm>
              <a:off x="8383485" y="2595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6" name="pt51776"/>
            <p:cNvSpPr/>
            <p:nvPr/>
          </p:nvSpPr>
          <p:spPr>
            <a:xfrm>
              <a:off x="9378331" y="2137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7" name="pt51777"/>
            <p:cNvSpPr/>
            <p:nvPr/>
          </p:nvSpPr>
          <p:spPr>
            <a:xfrm>
              <a:off x="9205570" y="2083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8" name="pt51778"/>
            <p:cNvSpPr/>
            <p:nvPr/>
          </p:nvSpPr>
          <p:spPr>
            <a:xfrm>
              <a:off x="9146155" y="2036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9" name="pt51779"/>
            <p:cNvSpPr/>
            <p:nvPr/>
          </p:nvSpPr>
          <p:spPr>
            <a:xfrm>
              <a:off x="8595298" y="218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0" name="pt51780"/>
            <p:cNvSpPr/>
            <p:nvPr/>
          </p:nvSpPr>
          <p:spPr>
            <a:xfrm>
              <a:off x="9160178" y="1994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1" name="pt51781"/>
            <p:cNvSpPr/>
            <p:nvPr/>
          </p:nvSpPr>
          <p:spPr>
            <a:xfrm>
              <a:off x="8904556" y="1747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2" name="pt51782"/>
            <p:cNvSpPr/>
            <p:nvPr/>
          </p:nvSpPr>
          <p:spPr>
            <a:xfrm>
              <a:off x="8717243" y="2209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3" name="pt51783"/>
            <p:cNvSpPr/>
            <p:nvPr/>
          </p:nvSpPr>
          <p:spPr>
            <a:xfrm>
              <a:off x="9078622" y="1693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4" name="pt51784"/>
            <p:cNvSpPr/>
            <p:nvPr/>
          </p:nvSpPr>
          <p:spPr>
            <a:xfrm>
              <a:off x="8985720" y="2239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5" name="pt51785"/>
            <p:cNvSpPr/>
            <p:nvPr/>
          </p:nvSpPr>
          <p:spPr>
            <a:xfrm>
              <a:off x="8312152" y="2629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6" name="pt51786"/>
            <p:cNvSpPr/>
            <p:nvPr/>
          </p:nvSpPr>
          <p:spPr>
            <a:xfrm>
              <a:off x="9381988" y="2069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7" name="pt51787"/>
            <p:cNvSpPr/>
            <p:nvPr/>
          </p:nvSpPr>
          <p:spPr>
            <a:xfrm>
              <a:off x="9697445" y="1836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8" name="pt51788"/>
            <p:cNvSpPr/>
            <p:nvPr/>
          </p:nvSpPr>
          <p:spPr>
            <a:xfrm>
              <a:off x="8830164" y="2123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9" name="pt51789"/>
            <p:cNvSpPr/>
            <p:nvPr/>
          </p:nvSpPr>
          <p:spPr>
            <a:xfrm>
              <a:off x="8932540" y="2075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0" name="pt51790"/>
            <p:cNvSpPr/>
            <p:nvPr/>
          </p:nvSpPr>
          <p:spPr>
            <a:xfrm>
              <a:off x="8595298" y="2316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1" name="pt51791"/>
            <p:cNvSpPr/>
            <p:nvPr/>
          </p:nvSpPr>
          <p:spPr>
            <a:xfrm>
              <a:off x="9146922" y="2121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2" name="pt51792"/>
            <p:cNvSpPr/>
            <p:nvPr/>
          </p:nvSpPr>
          <p:spPr>
            <a:xfrm>
              <a:off x="9435194" y="1964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3" name="pt51793"/>
            <p:cNvSpPr/>
            <p:nvPr/>
          </p:nvSpPr>
          <p:spPr>
            <a:xfrm>
              <a:off x="8749319" y="2055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4" name="pt51794"/>
            <p:cNvSpPr/>
            <p:nvPr/>
          </p:nvSpPr>
          <p:spPr>
            <a:xfrm>
              <a:off x="9351314" y="2230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5" name="pt51795"/>
            <p:cNvSpPr/>
            <p:nvPr/>
          </p:nvSpPr>
          <p:spPr>
            <a:xfrm>
              <a:off x="8904556" y="2030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6" name="pt51796"/>
            <p:cNvSpPr/>
            <p:nvPr/>
          </p:nvSpPr>
          <p:spPr>
            <a:xfrm>
              <a:off x="8505430" y="2393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7" name="pt51797"/>
            <p:cNvSpPr/>
            <p:nvPr/>
          </p:nvSpPr>
          <p:spPr>
            <a:xfrm>
              <a:off x="8654494" y="2411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8" name="pt51798"/>
            <p:cNvSpPr/>
            <p:nvPr/>
          </p:nvSpPr>
          <p:spPr>
            <a:xfrm>
              <a:off x="8901496" y="1895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9" name="pt51799"/>
            <p:cNvSpPr/>
            <p:nvPr/>
          </p:nvSpPr>
          <p:spPr>
            <a:xfrm>
              <a:off x="8954408" y="1852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0" name="pt51800"/>
            <p:cNvSpPr/>
            <p:nvPr/>
          </p:nvSpPr>
          <p:spPr>
            <a:xfrm>
              <a:off x="8312152" y="2434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1" name="pt51801"/>
            <p:cNvSpPr/>
            <p:nvPr/>
          </p:nvSpPr>
          <p:spPr>
            <a:xfrm>
              <a:off x="8989504" y="2284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2" name="pt51802"/>
            <p:cNvSpPr/>
            <p:nvPr/>
          </p:nvSpPr>
          <p:spPr>
            <a:xfrm>
              <a:off x="9371637" y="220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3" name="pt51803"/>
            <p:cNvSpPr/>
            <p:nvPr/>
          </p:nvSpPr>
          <p:spPr>
            <a:xfrm>
              <a:off x="8688651" y="2355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4" name="pt51804"/>
            <p:cNvSpPr/>
            <p:nvPr/>
          </p:nvSpPr>
          <p:spPr>
            <a:xfrm>
              <a:off x="9095800" y="1872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5" name="pt51805"/>
            <p:cNvSpPr/>
            <p:nvPr/>
          </p:nvSpPr>
          <p:spPr>
            <a:xfrm>
              <a:off x="8921875" y="206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6" name="pt51806"/>
            <p:cNvSpPr/>
            <p:nvPr/>
          </p:nvSpPr>
          <p:spPr>
            <a:xfrm>
              <a:off x="8725827" y="2080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7" name="pt51807"/>
            <p:cNvSpPr/>
            <p:nvPr/>
          </p:nvSpPr>
          <p:spPr>
            <a:xfrm>
              <a:off x="8741831" y="2038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8" name="pt51808"/>
            <p:cNvSpPr/>
            <p:nvPr/>
          </p:nvSpPr>
          <p:spPr>
            <a:xfrm>
              <a:off x="9448910" y="1799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9" name="pt51809"/>
            <p:cNvSpPr/>
            <p:nvPr/>
          </p:nvSpPr>
          <p:spPr>
            <a:xfrm>
              <a:off x="8383485" y="2300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0" name="pt51810"/>
            <p:cNvSpPr/>
            <p:nvPr/>
          </p:nvSpPr>
          <p:spPr>
            <a:xfrm>
              <a:off x="8641456" y="2103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1" name="pt51811"/>
            <p:cNvSpPr/>
            <p:nvPr/>
          </p:nvSpPr>
          <p:spPr>
            <a:xfrm>
              <a:off x="9433552" y="1911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2" name="pt51812"/>
            <p:cNvSpPr/>
            <p:nvPr/>
          </p:nvSpPr>
          <p:spPr>
            <a:xfrm>
              <a:off x="8904556" y="199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3" name="pt51813"/>
            <p:cNvSpPr/>
            <p:nvPr/>
          </p:nvSpPr>
          <p:spPr>
            <a:xfrm>
              <a:off x="8975889" y="2163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4" name="pt51814"/>
            <p:cNvSpPr/>
            <p:nvPr/>
          </p:nvSpPr>
          <p:spPr>
            <a:xfrm>
              <a:off x="8677986" y="2268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5" name="pt51815"/>
            <p:cNvSpPr/>
            <p:nvPr/>
          </p:nvSpPr>
          <p:spPr>
            <a:xfrm>
              <a:off x="9515130" y="2547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6" name="pt51816"/>
            <p:cNvSpPr/>
            <p:nvPr/>
          </p:nvSpPr>
          <p:spPr>
            <a:xfrm>
              <a:off x="8654494" y="2517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7" name="pt51817"/>
            <p:cNvSpPr/>
            <p:nvPr/>
          </p:nvSpPr>
          <p:spPr>
            <a:xfrm>
              <a:off x="9130917" y="2097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8" name="pt51818"/>
            <p:cNvSpPr/>
            <p:nvPr/>
          </p:nvSpPr>
          <p:spPr>
            <a:xfrm>
              <a:off x="9244718" y="2131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9" name="pt51819"/>
            <p:cNvSpPr/>
            <p:nvPr/>
          </p:nvSpPr>
          <p:spPr>
            <a:xfrm>
              <a:off x="8383485" y="2179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0" name="pt51820"/>
            <p:cNvSpPr/>
            <p:nvPr/>
          </p:nvSpPr>
          <p:spPr>
            <a:xfrm>
              <a:off x="8698707" y="2375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1" name="pt51821"/>
            <p:cNvSpPr/>
            <p:nvPr/>
          </p:nvSpPr>
          <p:spPr>
            <a:xfrm>
              <a:off x="9301896" y="1831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2" name="pt51822"/>
            <p:cNvSpPr/>
            <p:nvPr/>
          </p:nvSpPr>
          <p:spPr>
            <a:xfrm>
              <a:off x="8556041" y="2497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3" name="pt51823"/>
            <p:cNvSpPr/>
            <p:nvPr/>
          </p:nvSpPr>
          <p:spPr>
            <a:xfrm>
              <a:off x="8895213" y="2274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4" name="pt51824"/>
            <p:cNvSpPr/>
            <p:nvPr/>
          </p:nvSpPr>
          <p:spPr>
            <a:xfrm>
              <a:off x="9285982" y="2007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5" name="pt51825"/>
            <p:cNvSpPr/>
            <p:nvPr/>
          </p:nvSpPr>
          <p:spPr>
            <a:xfrm>
              <a:off x="8947416" y="2022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6" name="pt51826"/>
            <p:cNvSpPr/>
            <p:nvPr/>
          </p:nvSpPr>
          <p:spPr>
            <a:xfrm>
              <a:off x="9253280" y="2040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7" name="pt51827"/>
            <p:cNvSpPr/>
            <p:nvPr/>
          </p:nvSpPr>
          <p:spPr>
            <a:xfrm>
              <a:off x="9005590" y="186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8" name="pt51828"/>
            <p:cNvSpPr/>
            <p:nvPr/>
          </p:nvSpPr>
          <p:spPr>
            <a:xfrm>
              <a:off x="9500379" y="2525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9" name="pt51829"/>
            <p:cNvSpPr/>
            <p:nvPr/>
          </p:nvSpPr>
          <p:spPr>
            <a:xfrm>
              <a:off x="8859909" y="185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0" name="pt51830"/>
            <p:cNvSpPr/>
            <p:nvPr/>
          </p:nvSpPr>
          <p:spPr>
            <a:xfrm>
              <a:off x="8945023" y="180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1" name="pt51831"/>
            <p:cNvSpPr/>
            <p:nvPr/>
          </p:nvSpPr>
          <p:spPr>
            <a:xfrm>
              <a:off x="9087421" y="1982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2" name="pt51832"/>
            <p:cNvSpPr/>
            <p:nvPr/>
          </p:nvSpPr>
          <p:spPr>
            <a:xfrm>
              <a:off x="8895213" y="2184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3" name="pt51833"/>
            <p:cNvSpPr/>
            <p:nvPr/>
          </p:nvSpPr>
          <p:spPr>
            <a:xfrm>
              <a:off x="9797577" y="2420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4" name="pt51834"/>
            <p:cNvSpPr/>
            <p:nvPr/>
          </p:nvSpPr>
          <p:spPr>
            <a:xfrm>
              <a:off x="8698707" y="2397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5" name="pt51835"/>
            <p:cNvSpPr/>
            <p:nvPr/>
          </p:nvSpPr>
          <p:spPr>
            <a:xfrm>
              <a:off x="8654494" y="2433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6" name="pt51836"/>
            <p:cNvSpPr/>
            <p:nvPr/>
          </p:nvSpPr>
          <p:spPr>
            <a:xfrm>
              <a:off x="9647779" y="210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7" name="pt51837"/>
            <p:cNvSpPr/>
            <p:nvPr/>
          </p:nvSpPr>
          <p:spPr>
            <a:xfrm>
              <a:off x="8863776" y="2014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8" name="pt51838"/>
            <p:cNvSpPr/>
            <p:nvPr/>
          </p:nvSpPr>
          <p:spPr>
            <a:xfrm>
              <a:off x="8641456" y="2019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9" name="pt51839"/>
            <p:cNvSpPr/>
            <p:nvPr/>
          </p:nvSpPr>
          <p:spPr>
            <a:xfrm>
              <a:off x="9285286" y="1781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0" name="pt51840"/>
            <p:cNvSpPr/>
            <p:nvPr/>
          </p:nvSpPr>
          <p:spPr>
            <a:xfrm>
              <a:off x="8677986" y="2423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1" name="pt51841"/>
            <p:cNvSpPr/>
            <p:nvPr/>
          </p:nvSpPr>
          <p:spPr>
            <a:xfrm>
              <a:off x="8947416" y="1964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2" name="pt51842"/>
            <p:cNvSpPr/>
            <p:nvPr/>
          </p:nvSpPr>
          <p:spPr>
            <a:xfrm>
              <a:off x="9285982" y="1973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3" name="pt51843"/>
            <p:cNvSpPr/>
            <p:nvPr/>
          </p:nvSpPr>
          <p:spPr>
            <a:xfrm>
              <a:off x="9161591" y="2197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4" name="pt51844"/>
            <p:cNvSpPr/>
            <p:nvPr/>
          </p:nvSpPr>
          <p:spPr>
            <a:xfrm>
              <a:off x="8595298" y="2153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5" name="pt51845"/>
            <p:cNvSpPr/>
            <p:nvPr/>
          </p:nvSpPr>
          <p:spPr>
            <a:xfrm>
              <a:off x="8627374" y="2244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6" name="pt51846"/>
            <p:cNvSpPr/>
            <p:nvPr/>
          </p:nvSpPr>
          <p:spPr>
            <a:xfrm>
              <a:off x="9260646" y="2142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7" name="pt51847"/>
            <p:cNvSpPr/>
            <p:nvPr/>
          </p:nvSpPr>
          <p:spPr>
            <a:xfrm>
              <a:off x="8312152" y="2497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8" name="pt51848"/>
            <p:cNvSpPr/>
            <p:nvPr/>
          </p:nvSpPr>
          <p:spPr>
            <a:xfrm>
              <a:off x="8776438" y="2088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9" name="pt51849"/>
            <p:cNvSpPr/>
            <p:nvPr/>
          </p:nvSpPr>
          <p:spPr>
            <a:xfrm>
              <a:off x="8776438" y="2078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0" name="pt51850"/>
            <p:cNvSpPr/>
            <p:nvPr/>
          </p:nvSpPr>
          <p:spPr>
            <a:xfrm>
              <a:off x="8763400" y="2093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1" name="pt51851"/>
            <p:cNvSpPr/>
            <p:nvPr/>
          </p:nvSpPr>
          <p:spPr>
            <a:xfrm>
              <a:off x="9076352" y="210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2" name="pt51852"/>
            <p:cNvSpPr/>
            <p:nvPr/>
          </p:nvSpPr>
          <p:spPr>
            <a:xfrm>
              <a:off x="9195417" y="1941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3" name="pt51853"/>
            <p:cNvSpPr/>
            <p:nvPr/>
          </p:nvSpPr>
          <p:spPr>
            <a:xfrm>
              <a:off x="8312152" y="2459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4" name="pt51854"/>
            <p:cNvSpPr/>
            <p:nvPr/>
          </p:nvSpPr>
          <p:spPr>
            <a:xfrm>
              <a:off x="9530304" y="2428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5" name="pt51855"/>
            <p:cNvSpPr/>
            <p:nvPr/>
          </p:nvSpPr>
          <p:spPr>
            <a:xfrm>
              <a:off x="8666631" y="2384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6" name="pt51856"/>
            <p:cNvSpPr/>
            <p:nvPr/>
          </p:nvSpPr>
          <p:spPr>
            <a:xfrm>
              <a:off x="9007289" y="1905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7" name="pt51857"/>
            <p:cNvSpPr/>
            <p:nvPr/>
          </p:nvSpPr>
          <p:spPr>
            <a:xfrm>
              <a:off x="9452717" y="1917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8" name="pt51858"/>
            <p:cNvSpPr/>
            <p:nvPr/>
          </p:nvSpPr>
          <p:spPr>
            <a:xfrm>
              <a:off x="9135874" y="1994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9" name="pt51859"/>
            <p:cNvSpPr/>
            <p:nvPr/>
          </p:nvSpPr>
          <p:spPr>
            <a:xfrm>
              <a:off x="8312152" y="2433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0" name="pt51860"/>
            <p:cNvSpPr/>
            <p:nvPr/>
          </p:nvSpPr>
          <p:spPr>
            <a:xfrm>
              <a:off x="8921875" y="2322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1" name="pt51861"/>
            <p:cNvSpPr/>
            <p:nvPr/>
          </p:nvSpPr>
          <p:spPr>
            <a:xfrm>
              <a:off x="8843532" y="2043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2" name="pt51862"/>
            <p:cNvSpPr/>
            <p:nvPr/>
          </p:nvSpPr>
          <p:spPr>
            <a:xfrm>
              <a:off x="9275251" y="1984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3" name="pt51863"/>
            <p:cNvSpPr/>
            <p:nvPr/>
          </p:nvSpPr>
          <p:spPr>
            <a:xfrm>
              <a:off x="8975889" y="2223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4" name="pt51864"/>
            <p:cNvSpPr/>
            <p:nvPr/>
          </p:nvSpPr>
          <p:spPr>
            <a:xfrm>
              <a:off x="8958919" y="1905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5" name="pt51865"/>
            <p:cNvSpPr/>
            <p:nvPr/>
          </p:nvSpPr>
          <p:spPr>
            <a:xfrm>
              <a:off x="9053186" y="1712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6" name="pt51866"/>
            <p:cNvSpPr/>
            <p:nvPr/>
          </p:nvSpPr>
          <p:spPr>
            <a:xfrm>
              <a:off x="8595298" y="2317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7" name="pt51867"/>
            <p:cNvSpPr/>
            <p:nvPr/>
          </p:nvSpPr>
          <p:spPr>
            <a:xfrm>
              <a:off x="9024978" y="1877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8" name="pt51868"/>
            <p:cNvSpPr/>
            <p:nvPr/>
          </p:nvSpPr>
          <p:spPr>
            <a:xfrm>
              <a:off x="8788576" y="2292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9" name="pt51869"/>
            <p:cNvSpPr/>
            <p:nvPr/>
          </p:nvSpPr>
          <p:spPr>
            <a:xfrm>
              <a:off x="8576763" y="2466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0" name="pt51870"/>
            <p:cNvSpPr/>
            <p:nvPr/>
          </p:nvSpPr>
          <p:spPr>
            <a:xfrm>
              <a:off x="8666631" y="2404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1" name="pt51871"/>
            <p:cNvSpPr/>
            <p:nvPr/>
          </p:nvSpPr>
          <p:spPr>
            <a:xfrm>
              <a:off x="9244278" y="2035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2" name="pt51872"/>
            <p:cNvSpPr/>
            <p:nvPr/>
          </p:nvSpPr>
          <p:spPr>
            <a:xfrm>
              <a:off x="9109567" y="1727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3" name="pt51873"/>
            <p:cNvSpPr/>
            <p:nvPr/>
          </p:nvSpPr>
          <p:spPr>
            <a:xfrm>
              <a:off x="9028011" y="1823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4" name="pt51874"/>
            <p:cNvSpPr/>
            <p:nvPr/>
          </p:nvSpPr>
          <p:spPr>
            <a:xfrm>
              <a:off x="9028011" y="1737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5" name="pt51875"/>
            <p:cNvSpPr/>
            <p:nvPr/>
          </p:nvSpPr>
          <p:spPr>
            <a:xfrm>
              <a:off x="8947416" y="2027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6" name="pt51876"/>
            <p:cNvSpPr/>
            <p:nvPr/>
          </p:nvSpPr>
          <p:spPr>
            <a:xfrm>
              <a:off x="9190113" y="1926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7" name="pt51877"/>
            <p:cNvSpPr/>
            <p:nvPr/>
          </p:nvSpPr>
          <p:spPr>
            <a:xfrm>
              <a:off x="8749319" y="2091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8" name="pt51878"/>
            <p:cNvSpPr/>
            <p:nvPr/>
          </p:nvSpPr>
          <p:spPr>
            <a:xfrm>
              <a:off x="8612066" y="2354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9" name="pt51879"/>
            <p:cNvSpPr/>
            <p:nvPr/>
          </p:nvSpPr>
          <p:spPr>
            <a:xfrm>
              <a:off x="9324474" y="2179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0" name="pt51880"/>
            <p:cNvSpPr/>
            <p:nvPr/>
          </p:nvSpPr>
          <p:spPr>
            <a:xfrm>
              <a:off x="9217744" y="2103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1" name="pt51881"/>
            <p:cNvSpPr/>
            <p:nvPr/>
          </p:nvSpPr>
          <p:spPr>
            <a:xfrm>
              <a:off x="9697445" y="1644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2" name="pt51882"/>
            <p:cNvSpPr/>
            <p:nvPr/>
          </p:nvSpPr>
          <p:spPr>
            <a:xfrm>
              <a:off x="9652594" y="2403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3" name="pt51883"/>
            <p:cNvSpPr/>
            <p:nvPr/>
          </p:nvSpPr>
          <p:spPr>
            <a:xfrm>
              <a:off x="8612066" y="2268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4" name="pt51884"/>
            <p:cNvSpPr/>
            <p:nvPr/>
          </p:nvSpPr>
          <p:spPr>
            <a:xfrm>
              <a:off x="8627374" y="2257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5" name="pt51885"/>
            <p:cNvSpPr/>
            <p:nvPr/>
          </p:nvSpPr>
          <p:spPr>
            <a:xfrm>
              <a:off x="8576763" y="2431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6" name="pt51886"/>
            <p:cNvSpPr/>
            <p:nvPr/>
          </p:nvSpPr>
          <p:spPr>
            <a:xfrm>
              <a:off x="9195417" y="2127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7" name="pt51887"/>
            <p:cNvSpPr/>
            <p:nvPr/>
          </p:nvSpPr>
          <p:spPr>
            <a:xfrm>
              <a:off x="8881929" y="2298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8" name="pt51888"/>
            <p:cNvSpPr/>
            <p:nvPr/>
          </p:nvSpPr>
          <p:spPr>
            <a:xfrm>
              <a:off x="9377920" y="2089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9" name="pt51889"/>
            <p:cNvSpPr/>
            <p:nvPr/>
          </p:nvSpPr>
          <p:spPr>
            <a:xfrm>
              <a:off x="9345474" y="2009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0" name="pt51890"/>
            <p:cNvSpPr/>
            <p:nvPr/>
          </p:nvSpPr>
          <p:spPr>
            <a:xfrm>
              <a:off x="9349631" y="2255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1" name="pt51891"/>
            <p:cNvSpPr/>
            <p:nvPr/>
          </p:nvSpPr>
          <p:spPr>
            <a:xfrm>
              <a:off x="9328879" y="2146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2" name="pt51892"/>
            <p:cNvSpPr/>
            <p:nvPr/>
          </p:nvSpPr>
          <p:spPr>
            <a:xfrm>
              <a:off x="9124084" y="2044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3" name="pt51893"/>
            <p:cNvSpPr/>
            <p:nvPr/>
          </p:nvSpPr>
          <p:spPr>
            <a:xfrm>
              <a:off x="8937640" y="1769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4" name="pt51894"/>
            <p:cNvSpPr/>
            <p:nvPr/>
          </p:nvSpPr>
          <p:spPr>
            <a:xfrm>
              <a:off x="9205570" y="216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5" name="pt51895"/>
            <p:cNvSpPr/>
            <p:nvPr/>
          </p:nvSpPr>
          <p:spPr>
            <a:xfrm>
              <a:off x="9382590" y="2165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6" name="pt51896"/>
            <p:cNvSpPr/>
            <p:nvPr/>
          </p:nvSpPr>
          <p:spPr>
            <a:xfrm>
              <a:off x="8473354" y="2358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7" name="pt51897"/>
            <p:cNvSpPr/>
            <p:nvPr/>
          </p:nvSpPr>
          <p:spPr>
            <a:xfrm>
              <a:off x="9171842" y="2010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8" name="pt51898"/>
            <p:cNvSpPr/>
            <p:nvPr/>
          </p:nvSpPr>
          <p:spPr>
            <a:xfrm>
              <a:off x="9199436" y="1955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9" name="pt51899"/>
            <p:cNvSpPr/>
            <p:nvPr/>
          </p:nvSpPr>
          <p:spPr>
            <a:xfrm>
              <a:off x="9635986" y="2234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0" name="pt51900"/>
            <p:cNvSpPr/>
            <p:nvPr/>
          </p:nvSpPr>
          <p:spPr>
            <a:xfrm>
              <a:off x="9595084" y="2223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1" name="pt51901"/>
            <p:cNvSpPr/>
            <p:nvPr/>
          </p:nvSpPr>
          <p:spPr>
            <a:xfrm>
              <a:off x="8898383" y="2129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2" name="pt51902"/>
            <p:cNvSpPr/>
            <p:nvPr/>
          </p:nvSpPr>
          <p:spPr>
            <a:xfrm>
              <a:off x="8434097" y="2439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3" name="pt51903"/>
            <p:cNvSpPr/>
            <p:nvPr/>
          </p:nvSpPr>
          <p:spPr>
            <a:xfrm>
              <a:off x="8505430" y="2552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4" name="pt51904"/>
            <p:cNvSpPr/>
            <p:nvPr/>
          </p:nvSpPr>
          <p:spPr>
            <a:xfrm>
              <a:off x="9205570" y="2056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5" name="pt51905"/>
            <p:cNvSpPr/>
            <p:nvPr/>
          </p:nvSpPr>
          <p:spPr>
            <a:xfrm>
              <a:off x="9354634" y="2072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6" name="pt51906"/>
            <p:cNvSpPr/>
            <p:nvPr/>
          </p:nvSpPr>
          <p:spPr>
            <a:xfrm>
              <a:off x="8810596" y="2218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7" name="pt51907"/>
            <p:cNvSpPr/>
            <p:nvPr/>
          </p:nvSpPr>
          <p:spPr>
            <a:xfrm>
              <a:off x="8763400" y="2116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8" name="pt51908"/>
            <p:cNvSpPr/>
            <p:nvPr/>
          </p:nvSpPr>
          <p:spPr>
            <a:xfrm>
              <a:off x="9135874" y="2032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9" name="pt51909"/>
            <p:cNvSpPr/>
            <p:nvPr/>
          </p:nvSpPr>
          <p:spPr>
            <a:xfrm>
              <a:off x="9230563" y="1880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0" name="pt51910"/>
            <p:cNvSpPr/>
            <p:nvPr/>
          </p:nvSpPr>
          <p:spPr>
            <a:xfrm>
              <a:off x="8698707" y="2442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1" name="pt51911"/>
            <p:cNvSpPr/>
            <p:nvPr/>
          </p:nvSpPr>
          <p:spPr>
            <a:xfrm>
              <a:off x="8895213" y="2166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2" name="pt51912"/>
            <p:cNvSpPr/>
            <p:nvPr/>
          </p:nvSpPr>
          <p:spPr>
            <a:xfrm>
              <a:off x="9167133" y="2014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3" name="pt51913"/>
            <p:cNvSpPr/>
            <p:nvPr/>
          </p:nvSpPr>
          <p:spPr>
            <a:xfrm>
              <a:off x="8532549" y="2390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4" name="pt51914"/>
            <p:cNvSpPr/>
            <p:nvPr/>
          </p:nvSpPr>
          <p:spPr>
            <a:xfrm>
              <a:off x="8595298" y="2311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5" name="pt51915"/>
            <p:cNvSpPr/>
            <p:nvPr/>
          </p:nvSpPr>
          <p:spPr>
            <a:xfrm>
              <a:off x="8556041" y="2491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6" name="pt51916"/>
            <p:cNvSpPr/>
            <p:nvPr/>
          </p:nvSpPr>
          <p:spPr>
            <a:xfrm>
              <a:off x="8627374" y="2138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7" name="pt51917"/>
            <p:cNvSpPr/>
            <p:nvPr/>
          </p:nvSpPr>
          <p:spPr>
            <a:xfrm>
              <a:off x="8666631" y="2361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8" name="pt51918"/>
            <p:cNvSpPr/>
            <p:nvPr/>
          </p:nvSpPr>
          <p:spPr>
            <a:xfrm>
              <a:off x="9666217" y="1961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9" name="pt51919"/>
            <p:cNvSpPr/>
            <p:nvPr/>
          </p:nvSpPr>
          <p:spPr>
            <a:xfrm>
              <a:off x="9515130" y="2566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0" name="pt51920"/>
            <p:cNvSpPr/>
            <p:nvPr/>
          </p:nvSpPr>
          <p:spPr>
            <a:xfrm>
              <a:off x="9282477" y="2152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1" name="pt51921"/>
            <p:cNvSpPr/>
            <p:nvPr/>
          </p:nvSpPr>
          <p:spPr>
            <a:xfrm>
              <a:off x="9168491" y="2034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2" name="pt51922"/>
            <p:cNvSpPr/>
            <p:nvPr/>
          </p:nvSpPr>
          <p:spPr>
            <a:xfrm>
              <a:off x="8383485" y="2483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3" name="pt51923"/>
            <p:cNvSpPr/>
            <p:nvPr/>
          </p:nvSpPr>
          <p:spPr>
            <a:xfrm>
              <a:off x="8654494" y="2416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4" name="pt51924"/>
            <p:cNvSpPr/>
            <p:nvPr/>
          </p:nvSpPr>
          <p:spPr>
            <a:xfrm>
              <a:off x="9010641" y="1932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5" name="pt51925"/>
            <p:cNvSpPr/>
            <p:nvPr/>
          </p:nvSpPr>
          <p:spPr>
            <a:xfrm>
              <a:off x="8595298" y="2309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6" name="pt51926"/>
            <p:cNvSpPr/>
            <p:nvPr/>
          </p:nvSpPr>
          <p:spPr>
            <a:xfrm>
              <a:off x="9578717" y="2220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7" name="pt51927"/>
            <p:cNvSpPr/>
            <p:nvPr/>
          </p:nvSpPr>
          <p:spPr>
            <a:xfrm>
              <a:off x="9452717" y="1840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8" name="pt51928"/>
            <p:cNvSpPr/>
            <p:nvPr/>
          </p:nvSpPr>
          <p:spPr>
            <a:xfrm>
              <a:off x="8627374" y="227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9" name="pt51929"/>
            <p:cNvSpPr/>
            <p:nvPr/>
          </p:nvSpPr>
          <p:spPr>
            <a:xfrm>
              <a:off x="9028011" y="1709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0" name="pt51930"/>
            <p:cNvSpPr/>
            <p:nvPr/>
          </p:nvSpPr>
          <p:spPr>
            <a:xfrm>
              <a:off x="8434097" y="2435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1" name="pt51931"/>
            <p:cNvSpPr/>
            <p:nvPr/>
          </p:nvSpPr>
          <p:spPr>
            <a:xfrm>
              <a:off x="9480986" y="2087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2" name="pt51932"/>
            <p:cNvSpPr/>
            <p:nvPr/>
          </p:nvSpPr>
          <p:spPr>
            <a:xfrm>
              <a:off x="9340963" y="2184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3" name="pt51933"/>
            <p:cNvSpPr/>
            <p:nvPr/>
          </p:nvSpPr>
          <p:spPr>
            <a:xfrm>
              <a:off x="9207749" y="2097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4" name="pt51934"/>
            <p:cNvSpPr/>
            <p:nvPr/>
          </p:nvSpPr>
          <p:spPr>
            <a:xfrm>
              <a:off x="8627374" y="2371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5" name="pt51935"/>
            <p:cNvSpPr/>
            <p:nvPr/>
          </p:nvSpPr>
          <p:spPr>
            <a:xfrm>
              <a:off x="9200002" y="1957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6" name="pt51936"/>
            <p:cNvSpPr/>
            <p:nvPr/>
          </p:nvSpPr>
          <p:spPr>
            <a:xfrm>
              <a:off x="8956678" y="187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7" name="pt51937"/>
            <p:cNvSpPr/>
            <p:nvPr/>
          </p:nvSpPr>
          <p:spPr>
            <a:xfrm>
              <a:off x="9291111" y="1797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8" name="pt51938"/>
            <p:cNvSpPr/>
            <p:nvPr/>
          </p:nvSpPr>
          <p:spPr>
            <a:xfrm>
              <a:off x="9218255" y="1809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9" name="pt51939"/>
            <p:cNvSpPr/>
            <p:nvPr/>
          </p:nvSpPr>
          <p:spPr>
            <a:xfrm>
              <a:off x="8756500" y="2057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0" name="pt51940"/>
            <p:cNvSpPr/>
            <p:nvPr/>
          </p:nvSpPr>
          <p:spPr>
            <a:xfrm>
              <a:off x="9055774" y="1740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1" name="pt51941"/>
            <p:cNvSpPr/>
            <p:nvPr/>
          </p:nvSpPr>
          <p:spPr>
            <a:xfrm>
              <a:off x="8505430" y="2440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2" name="pt51942"/>
            <p:cNvSpPr/>
            <p:nvPr/>
          </p:nvSpPr>
          <p:spPr>
            <a:xfrm>
              <a:off x="8473354" y="2262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3" name="pt51943"/>
            <p:cNvSpPr/>
            <p:nvPr/>
          </p:nvSpPr>
          <p:spPr>
            <a:xfrm>
              <a:off x="8473354" y="2228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4" name="pt51944"/>
            <p:cNvSpPr/>
            <p:nvPr/>
          </p:nvSpPr>
          <p:spPr>
            <a:xfrm>
              <a:off x="9055774" y="159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5" name="pt51945"/>
            <p:cNvSpPr/>
            <p:nvPr/>
          </p:nvSpPr>
          <p:spPr>
            <a:xfrm>
              <a:off x="8627374" y="2170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6" name="pt51946"/>
            <p:cNvSpPr/>
            <p:nvPr/>
          </p:nvSpPr>
          <p:spPr>
            <a:xfrm>
              <a:off x="8505430" y="2520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7" name="pt51947"/>
            <p:cNvSpPr/>
            <p:nvPr/>
          </p:nvSpPr>
          <p:spPr>
            <a:xfrm>
              <a:off x="8995031" y="2101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8" name="pt51948"/>
            <p:cNvSpPr/>
            <p:nvPr/>
          </p:nvSpPr>
          <p:spPr>
            <a:xfrm>
              <a:off x="8945023" y="1829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9" name="pt51949"/>
            <p:cNvSpPr/>
            <p:nvPr/>
          </p:nvSpPr>
          <p:spPr>
            <a:xfrm>
              <a:off x="8998621" y="2046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0" name="pt51950"/>
            <p:cNvSpPr/>
            <p:nvPr/>
          </p:nvSpPr>
          <p:spPr>
            <a:xfrm>
              <a:off x="8794345" y="2234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1" name="pt51951"/>
            <p:cNvSpPr/>
            <p:nvPr/>
          </p:nvSpPr>
          <p:spPr>
            <a:xfrm>
              <a:off x="8863776" y="2024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2" name="pt51952"/>
            <p:cNvSpPr/>
            <p:nvPr/>
          </p:nvSpPr>
          <p:spPr>
            <a:xfrm>
              <a:off x="8473354" y="2304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3" name="pt51953"/>
            <p:cNvSpPr/>
            <p:nvPr/>
          </p:nvSpPr>
          <p:spPr>
            <a:xfrm>
              <a:off x="8927288" y="2035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4" name="pt51954"/>
            <p:cNvSpPr/>
            <p:nvPr/>
          </p:nvSpPr>
          <p:spPr>
            <a:xfrm>
              <a:off x="8907564" y="1576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5" name="pt51955"/>
            <p:cNvSpPr/>
            <p:nvPr/>
          </p:nvSpPr>
          <p:spPr>
            <a:xfrm>
              <a:off x="9433552" y="1717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6" name="pt51956"/>
            <p:cNvSpPr/>
            <p:nvPr/>
          </p:nvSpPr>
          <p:spPr>
            <a:xfrm>
              <a:off x="9103798" y="2005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7" name="pt51957"/>
            <p:cNvSpPr/>
            <p:nvPr/>
          </p:nvSpPr>
          <p:spPr>
            <a:xfrm>
              <a:off x="8776438" y="2099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8" name="pt51958"/>
            <p:cNvSpPr/>
            <p:nvPr/>
          </p:nvSpPr>
          <p:spPr>
            <a:xfrm>
              <a:off x="8383485" y="2423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9" name="pt51959"/>
            <p:cNvSpPr/>
            <p:nvPr/>
          </p:nvSpPr>
          <p:spPr>
            <a:xfrm>
              <a:off x="8505430" y="2265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0" name="pt51960"/>
            <p:cNvSpPr/>
            <p:nvPr/>
          </p:nvSpPr>
          <p:spPr>
            <a:xfrm>
              <a:off x="8741831" y="2205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1" name="pt51961"/>
            <p:cNvSpPr/>
            <p:nvPr/>
          </p:nvSpPr>
          <p:spPr>
            <a:xfrm>
              <a:off x="9087421" y="194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2" name="pt51962"/>
            <p:cNvSpPr/>
            <p:nvPr/>
          </p:nvSpPr>
          <p:spPr>
            <a:xfrm>
              <a:off x="9208828" y="2069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3" name="pt51963"/>
            <p:cNvSpPr/>
            <p:nvPr/>
          </p:nvSpPr>
          <p:spPr>
            <a:xfrm>
              <a:off x="8312152" y="2471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4" name="pt51964"/>
            <p:cNvSpPr/>
            <p:nvPr/>
          </p:nvSpPr>
          <p:spPr>
            <a:xfrm>
              <a:off x="9376059" y="2141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5" name="pt51965"/>
            <p:cNvSpPr/>
            <p:nvPr/>
          </p:nvSpPr>
          <p:spPr>
            <a:xfrm>
              <a:off x="8916289" y="2003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6" name="pt51966"/>
            <p:cNvSpPr/>
            <p:nvPr/>
          </p:nvSpPr>
          <p:spPr>
            <a:xfrm>
              <a:off x="9047895" y="1934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7" name="pt51967"/>
            <p:cNvSpPr/>
            <p:nvPr/>
          </p:nvSpPr>
          <p:spPr>
            <a:xfrm>
              <a:off x="9124084" y="2171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8" name="pt51968"/>
            <p:cNvSpPr/>
            <p:nvPr/>
          </p:nvSpPr>
          <p:spPr>
            <a:xfrm>
              <a:off x="9292119" y="184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9" name="pt51969"/>
            <p:cNvSpPr/>
            <p:nvPr/>
          </p:nvSpPr>
          <p:spPr>
            <a:xfrm>
              <a:off x="9050561" y="1895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0" name="pt51970"/>
            <p:cNvSpPr/>
            <p:nvPr/>
          </p:nvSpPr>
          <p:spPr>
            <a:xfrm>
              <a:off x="8810596" y="2244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1" name="pt51971"/>
            <p:cNvSpPr/>
            <p:nvPr/>
          </p:nvSpPr>
          <p:spPr>
            <a:xfrm>
              <a:off x="8434097" y="2304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2" name="pt51972"/>
            <p:cNvSpPr/>
            <p:nvPr/>
          </p:nvSpPr>
          <p:spPr>
            <a:xfrm>
              <a:off x="9244718" y="2102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3" name="pt51973"/>
            <p:cNvSpPr/>
            <p:nvPr/>
          </p:nvSpPr>
          <p:spPr>
            <a:xfrm>
              <a:off x="9072891" y="2207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4" name="pt51974"/>
            <p:cNvSpPr/>
            <p:nvPr/>
          </p:nvSpPr>
          <p:spPr>
            <a:xfrm>
              <a:off x="8383485" y="2354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5" name="pt51975"/>
            <p:cNvSpPr/>
            <p:nvPr/>
          </p:nvSpPr>
          <p:spPr>
            <a:xfrm>
              <a:off x="8698707" y="2371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6" name="pt51976"/>
            <p:cNvSpPr/>
            <p:nvPr/>
          </p:nvSpPr>
          <p:spPr>
            <a:xfrm>
              <a:off x="8782612" y="2190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7" name="pt51977"/>
            <p:cNvSpPr/>
            <p:nvPr/>
          </p:nvSpPr>
          <p:spPr>
            <a:xfrm>
              <a:off x="8937640" y="1820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8" name="pt51978"/>
            <p:cNvSpPr/>
            <p:nvPr/>
          </p:nvSpPr>
          <p:spPr>
            <a:xfrm>
              <a:off x="9202808" y="1982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9" name="pt51979"/>
            <p:cNvSpPr/>
            <p:nvPr/>
          </p:nvSpPr>
          <p:spPr>
            <a:xfrm>
              <a:off x="9538421" y="1833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0" name="pt51980"/>
            <p:cNvSpPr/>
            <p:nvPr/>
          </p:nvSpPr>
          <p:spPr>
            <a:xfrm>
              <a:off x="9235717" y="1769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1" name="pt51981"/>
            <p:cNvSpPr/>
            <p:nvPr/>
          </p:nvSpPr>
          <p:spPr>
            <a:xfrm>
              <a:off x="8434097" y="2496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2" name="pt51982"/>
            <p:cNvSpPr/>
            <p:nvPr/>
          </p:nvSpPr>
          <p:spPr>
            <a:xfrm>
              <a:off x="8473354" y="2243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3" name="pt51983"/>
            <p:cNvSpPr/>
            <p:nvPr/>
          </p:nvSpPr>
          <p:spPr>
            <a:xfrm>
              <a:off x="9107665" y="1993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4" name="pt51984"/>
            <p:cNvSpPr/>
            <p:nvPr/>
          </p:nvSpPr>
          <p:spPr>
            <a:xfrm>
              <a:off x="8916289" y="199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5" name="pt51985"/>
            <p:cNvSpPr/>
            <p:nvPr/>
          </p:nvSpPr>
          <p:spPr>
            <a:xfrm>
              <a:off x="9724502" y="1993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6" name="pt51986"/>
            <p:cNvSpPr/>
            <p:nvPr/>
          </p:nvSpPr>
          <p:spPr>
            <a:xfrm>
              <a:off x="8505430" y="2533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7" name="pt51987"/>
            <p:cNvSpPr/>
            <p:nvPr/>
          </p:nvSpPr>
          <p:spPr>
            <a:xfrm>
              <a:off x="9250331" y="2222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8" name="pt51988"/>
            <p:cNvSpPr/>
            <p:nvPr/>
          </p:nvSpPr>
          <p:spPr>
            <a:xfrm>
              <a:off x="8556041" y="2491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9" name="pt51989"/>
            <p:cNvSpPr/>
            <p:nvPr/>
          </p:nvSpPr>
          <p:spPr>
            <a:xfrm>
              <a:off x="8717243" y="2247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0" name="pt51990"/>
            <p:cNvSpPr/>
            <p:nvPr/>
          </p:nvSpPr>
          <p:spPr>
            <a:xfrm>
              <a:off x="9003873" y="2019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1" name="pt51991"/>
            <p:cNvSpPr/>
            <p:nvPr/>
          </p:nvSpPr>
          <p:spPr>
            <a:xfrm>
              <a:off x="8987622" y="2302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2" name="pt51992"/>
            <p:cNvSpPr/>
            <p:nvPr/>
          </p:nvSpPr>
          <p:spPr>
            <a:xfrm>
              <a:off x="8839187" y="2391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3" name="pt51993"/>
            <p:cNvSpPr/>
            <p:nvPr/>
          </p:nvSpPr>
          <p:spPr>
            <a:xfrm>
              <a:off x="9028011" y="1514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4" name="pt51994"/>
            <p:cNvSpPr/>
            <p:nvPr/>
          </p:nvSpPr>
          <p:spPr>
            <a:xfrm>
              <a:off x="9595084" y="2352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5" name="pt51995"/>
            <p:cNvSpPr/>
            <p:nvPr/>
          </p:nvSpPr>
          <p:spPr>
            <a:xfrm>
              <a:off x="9548926" y="1749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6" name="pt51996"/>
            <p:cNvSpPr/>
            <p:nvPr/>
          </p:nvSpPr>
          <p:spPr>
            <a:xfrm>
              <a:off x="9055774" y="1829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7" name="pt51997"/>
            <p:cNvSpPr/>
            <p:nvPr/>
          </p:nvSpPr>
          <p:spPr>
            <a:xfrm>
              <a:off x="9230563" y="1705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8" name="pt51998"/>
            <p:cNvSpPr/>
            <p:nvPr/>
          </p:nvSpPr>
          <p:spPr>
            <a:xfrm>
              <a:off x="9072891" y="2288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9" name="pt51999"/>
            <p:cNvSpPr/>
            <p:nvPr/>
          </p:nvSpPr>
          <p:spPr>
            <a:xfrm>
              <a:off x="8820652" y="2019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0" name="pt52000"/>
            <p:cNvSpPr/>
            <p:nvPr/>
          </p:nvSpPr>
          <p:spPr>
            <a:xfrm>
              <a:off x="8859909" y="1855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1" name="pt52001"/>
            <p:cNvSpPr/>
            <p:nvPr/>
          </p:nvSpPr>
          <p:spPr>
            <a:xfrm>
              <a:off x="8942596" y="1937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2" name="pt52002"/>
            <p:cNvSpPr/>
            <p:nvPr/>
          </p:nvSpPr>
          <p:spPr>
            <a:xfrm>
              <a:off x="8434097" y="2440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3" name="pt52003"/>
            <p:cNvSpPr/>
            <p:nvPr/>
          </p:nvSpPr>
          <p:spPr>
            <a:xfrm>
              <a:off x="8473354" y="2352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4" name="pt52004"/>
            <p:cNvSpPr/>
            <p:nvPr/>
          </p:nvSpPr>
          <p:spPr>
            <a:xfrm>
              <a:off x="8898383" y="2065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5" name="pt52005"/>
            <p:cNvSpPr/>
            <p:nvPr/>
          </p:nvSpPr>
          <p:spPr>
            <a:xfrm>
              <a:off x="8312152" y="2567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6" name="pt52006"/>
            <p:cNvSpPr/>
            <p:nvPr/>
          </p:nvSpPr>
          <p:spPr>
            <a:xfrm>
              <a:off x="9512564" y="2412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7" name="pt52007"/>
            <p:cNvSpPr/>
            <p:nvPr/>
          </p:nvSpPr>
          <p:spPr>
            <a:xfrm>
              <a:off x="9065758" y="1988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8" name="pt52008"/>
            <p:cNvSpPr/>
            <p:nvPr/>
          </p:nvSpPr>
          <p:spPr>
            <a:xfrm>
              <a:off x="9053186" y="1657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9" name="pt52009"/>
            <p:cNvSpPr/>
            <p:nvPr/>
          </p:nvSpPr>
          <p:spPr>
            <a:xfrm>
              <a:off x="9200002" y="1889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0" name="pt52010"/>
            <p:cNvSpPr/>
            <p:nvPr/>
          </p:nvSpPr>
          <p:spPr>
            <a:xfrm>
              <a:off x="9038234" y="1838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1" name="pt52011"/>
            <p:cNvSpPr/>
            <p:nvPr/>
          </p:nvSpPr>
          <p:spPr>
            <a:xfrm>
              <a:off x="8830164" y="2035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2" name="pt52012"/>
            <p:cNvSpPr/>
            <p:nvPr/>
          </p:nvSpPr>
          <p:spPr>
            <a:xfrm>
              <a:off x="9524498" y="2498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3" name="pt52013"/>
            <p:cNvSpPr/>
            <p:nvPr/>
          </p:nvSpPr>
          <p:spPr>
            <a:xfrm>
              <a:off x="9386161" y="2120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4" name="pt52014"/>
            <p:cNvSpPr/>
            <p:nvPr/>
          </p:nvSpPr>
          <p:spPr>
            <a:xfrm>
              <a:off x="8965476" y="2088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5" name="pt52015"/>
            <p:cNvSpPr/>
            <p:nvPr/>
          </p:nvSpPr>
          <p:spPr>
            <a:xfrm>
              <a:off x="8688651" y="2559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6" name="pt52016"/>
            <p:cNvSpPr/>
            <p:nvPr/>
          </p:nvSpPr>
          <p:spPr>
            <a:xfrm>
              <a:off x="8895213" y="2235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7" name="pt52017"/>
            <p:cNvSpPr/>
            <p:nvPr/>
          </p:nvSpPr>
          <p:spPr>
            <a:xfrm>
              <a:off x="8312152" y="2400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8" name="pt52018"/>
            <p:cNvSpPr/>
            <p:nvPr/>
          </p:nvSpPr>
          <p:spPr>
            <a:xfrm>
              <a:off x="8627374" y="2265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9" name="pt52019"/>
            <p:cNvSpPr/>
            <p:nvPr/>
          </p:nvSpPr>
          <p:spPr>
            <a:xfrm>
              <a:off x="8788576" y="2281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0" name="pt52020"/>
            <p:cNvSpPr/>
            <p:nvPr/>
          </p:nvSpPr>
          <p:spPr>
            <a:xfrm>
              <a:off x="8788576" y="2366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1" name="pt52021"/>
            <p:cNvSpPr/>
            <p:nvPr/>
          </p:nvSpPr>
          <p:spPr>
            <a:xfrm>
              <a:off x="8505430" y="2378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2" name="pt52022"/>
            <p:cNvSpPr/>
            <p:nvPr/>
          </p:nvSpPr>
          <p:spPr>
            <a:xfrm>
              <a:off x="8904556" y="1923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3" name="pt52023"/>
            <p:cNvSpPr/>
            <p:nvPr/>
          </p:nvSpPr>
          <p:spPr>
            <a:xfrm>
              <a:off x="8383485" y="2307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4" name="pt52024"/>
            <p:cNvSpPr/>
            <p:nvPr/>
          </p:nvSpPr>
          <p:spPr>
            <a:xfrm>
              <a:off x="8717243" y="2190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5" name="pt52025"/>
            <p:cNvSpPr/>
            <p:nvPr/>
          </p:nvSpPr>
          <p:spPr>
            <a:xfrm>
              <a:off x="9195417" y="1932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6" name="pt52026"/>
            <p:cNvSpPr/>
            <p:nvPr/>
          </p:nvSpPr>
          <p:spPr>
            <a:xfrm>
              <a:off x="8556041" y="2570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7" name="pt52027"/>
            <p:cNvSpPr/>
            <p:nvPr/>
          </p:nvSpPr>
          <p:spPr>
            <a:xfrm>
              <a:off x="8556041" y="2504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8" name="pt52028"/>
            <p:cNvSpPr/>
            <p:nvPr/>
          </p:nvSpPr>
          <p:spPr>
            <a:xfrm>
              <a:off x="9055774" y="1671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9" name="pt52029"/>
            <p:cNvSpPr/>
            <p:nvPr/>
          </p:nvSpPr>
          <p:spPr>
            <a:xfrm>
              <a:off x="8901496" y="1876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0" name="pt52030"/>
            <p:cNvSpPr/>
            <p:nvPr/>
          </p:nvSpPr>
          <p:spPr>
            <a:xfrm>
              <a:off x="8473354" y="2240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1" name="pt52031"/>
            <p:cNvSpPr/>
            <p:nvPr/>
          </p:nvSpPr>
          <p:spPr>
            <a:xfrm>
              <a:off x="9086345" y="1722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2" name="pt52032"/>
            <p:cNvSpPr/>
            <p:nvPr/>
          </p:nvSpPr>
          <p:spPr>
            <a:xfrm>
              <a:off x="9051878" y="1834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3" name="pt52033"/>
            <p:cNvSpPr/>
            <p:nvPr/>
          </p:nvSpPr>
          <p:spPr>
            <a:xfrm>
              <a:off x="8904556" y="1976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4" name="pt52034"/>
            <p:cNvSpPr/>
            <p:nvPr/>
          </p:nvSpPr>
          <p:spPr>
            <a:xfrm>
              <a:off x="8782612" y="2223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5" name="pt52035"/>
            <p:cNvSpPr/>
            <p:nvPr/>
          </p:nvSpPr>
          <p:spPr>
            <a:xfrm>
              <a:off x="9500379" y="2275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6" name="pt52036"/>
            <p:cNvSpPr/>
            <p:nvPr/>
          </p:nvSpPr>
          <p:spPr>
            <a:xfrm>
              <a:off x="8666631" y="2475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7" name="pt52037"/>
            <p:cNvSpPr/>
            <p:nvPr/>
          </p:nvSpPr>
          <p:spPr>
            <a:xfrm>
              <a:off x="8971798" y="2158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8" name="pt52038"/>
            <p:cNvSpPr/>
            <p:nvPr/>
          </p:nvSpPr>
          <p:spPr>
            <a:xfrm>
              <a:off x="9241172" y="1942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9" name="pt52039"/>
            <p:cNvSpPr/>
            <p:nvPr/>
          </p:nvSpPr>
          <p:spPr>
            <a:xfrm>
              <a:off x="9066967" y="2167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0" name="pt52040"/>
            <p:cNvSpPr/>
            <p:nvPr/>
          </p:nvSpPr>
          <p:spPr>
            <a:xfrm>
              <a:off x="8505430" y="2329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1" name="pt52041"/>
            <p:cNvSpPr/>
            <p:nvPr/>
          </p:nvSpPr>
          <p:spPr>
            <a:xfrm>
              <a:off x="8851911" y="2238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2" name="pt52042"/>
            <p:cNvSpPr/>
            <p:nvPr/>
          </p:nvSpPr>
          <p:spPr>
            <a:xfrm>
              <a:off x="9448910" y="1951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3" name="pt52043"/>
            <p:cNvSpPr/>
            <p:nvPr/>
          </p:nvSpPr>
          <p:spPr>
            <a:xfrm>
              <a:off x="8434097" y="2388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4" name="pt52044"/>
            <p:cNvSpPr/>
            <p:nvPr/>
          </p:nvSpPr>
          <p:spPr>
            <a:xfrm>
              <a:off x="9244278" y="1933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5" name="pt52045"/>
            <p:cNvSpPr/>
            <p:nvPr/>
          </p:nvSpPr>
          <p:spPr>
            <a:xfrm>
              <a:off x="8825472" y="1986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6" name="pt52046"/>
            <p:cNvSpPr/>
            <p:nvPr/>
          </p:nvSpPr>
          <p:spPr>
            <a:xfrm>
              <a:off x="8505430" y="2534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7" name="pt52047"/>
            <p:cNvSpPr/>
            <p:nvPr/>
          </p:nvSpPr>
          <p:spPr>
            <a:xfrm>
              <a:off x="8383485" y="2293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8" name="pt52048"/>
            <p:cNvSpPr/>
            <p:nvPr/>
          </p:nvSpPr>
          <p:spPr>
            <a:xfrm>
              <a:off x="8654494" y="2440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9" name="pt52049"/>
            <p:cNvSpPr/>
            <p:nvPr/>
          </p:nvSpPr>
          <p:spPr>
            <a:xfrm>
              <a:off x="8961132" y="2174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0" name="pt52050"/>
            <p:cNvSpPr/>
            <p:nvPr/>
          </p:nvSpPr>
          <p:spPr>
            <a:xfrm>
              <a:off x="9075206" y="2265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1" name="pt52051"/>
            <p:cNvSpPr/>
            <p:nvPr/>
          </p:nvSpPr>
          <p:spPr>
            <a:xfrm>
              <a:off x="9489373" y="2473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2" name="pt52052"/>
            <p:cNvSpPr/>
            <p:nvPr/>
          </p:nvSpPr>
          <p:spPr>
            <a:xfrm>
              <a:off x="8641456" y="2130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3" name="pt52053"/>
            <p:cNvSpPr/>
            <p:nvPr/>
          </p:nvSpPr>
          <p:spPr>
            <a:xfrm>
              <a:off x="8996835" y="1993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4" name="pt52054"/>
            <p:cNvSpPr/>
            <p:nvPr/>
          </p:nvSpPr>
          <p:spPr>
            <a:xfrm>
              <a:off x="9415399" y="2160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5" name="pt52055"/>
            <p:cNvSpPr/>
            <p:nvPr/>
          </p:nvSpPr>
          <p:spPr>
            <a:xfrm>
              <a:off x="8805344" y="2316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6" name="pt52056"/>
            <p:cNvSpPr/>
            <p:nvPr/>
          </p:nvSpPr>
          <p:spPr>
            <a:xfrm>
              <a:off x="8312152" y="2456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7" name="pt52057"/>
            <p:cNvSpPr/>
            <p:nvPr/>
          </p:nvSpPr>
          <p:spPr>
            <a:xfrm>
              <a:off x="8717243" y="2258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8" name="pt52058"/>
            <p:cNvSpPr/>
            <p:nvPr/>
          </p:nvSpPr>
          <p:spPr>
            <a:xfrm>
              <a:off x="8874891" y="2269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9" name="pt52059"/>
            <p:cNvSpPr/>
            <p:nvPr/>
          </p:nvSpPr>
          <p:spPr>
            <a:xfrm>
              <a:off x="9427293" y="2032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0" name="pt52060"/>
            <p:cNvSpPr/>
            <p:nvPr/>
          </p:nvSpPr>
          <p:spPr>
            <a:xfrm>
              <a:off x="9078622" y="1680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1" name="pt52061"/>
            <p:cNvSpPr/>
            <p:nvPr/>
          </p:nvSpPr>
          <p:spPr>
            <a:xfrm>
              <a:off x="8688651" y="2354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2" name="pt52062"/>
            <p:cNvSpPr/>
            <p:nvPr/>
          </p:nvSpPr>
          <p:spPr>
            <a:xfrm>
              <a:off x="8888696" y="2124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3" name="pt52063"/>
            <p:cNvSpPr/>
            <p:nvPr/>
          </p:nvSpPr>
          <p:spPr>
            <a:xfrm>
              <a:off x="8312152" y="2455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4" name="pt52064"/>
            <p:cNvSpPr/>
            <p:nvPr/>
          </p:nvSpPr>
          <p:spPr>
            <a:xfrm>
              <a:off x="8788576" y="2246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5" name="pt52065"/>
            <p:cNvSpPr/>
            <p:nvPr/>
          </p:nvSpPr>
          <p:spPr>
            <a:xfrm>
              <a:off x="9005590" y="1959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6" name="pt52066"/>
            <p:cNvSpPr/>
            <p:nvPr/>
          </p:nvSpPr>
          <p:spPr>
            <a:xfrm>
              <a:off x="8888696" y="2164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7" name="pt52067"/>
            <p:cNvSpPr/>
            <p:nvPr/>
          </p:nvSpPr>
          <p:spPr>
            <a:xfrm>
              <a:off x="8888696" y="230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8" name="pt52068"/>
            <p:cNvSpPr/>
            <p:nvPr/>
          </p:nvSpPr>
          <p:spPr>
            <a:xfrm>
              <a:off x="8505430" y="2367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9" name="pt52069"/>
            <p:cNvSpPr/>
            <p:nvPr/>
          </p:nvSpPr>
          <p:spPr>
            <a:xfrm>
              <a:off x="9577860" y="2515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0" name="pt52070"/>
            <p:cNvSpPr/>
            <p:nvPr/>
          </p:nvSpPr>
          <p:spPr>
            <a:xfrm>
              <a:off x="8383485" y="2491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1" name="pt52071"/>
            <p:cNvSpPr/>
            <p:nvPr/>
          </p:nvSpPr>
          <p:spPr>
            <a:xfrm>
              <a:off x="9310856" y="2059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2" name="pt52072"/>
            <p:cNvSpPr/>
            <p:nvPr/>
          </p:nvSpPr>
          <p:spPr>
            <a:xfrm>
              <a:off x="8627374" y="2373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3" name="pt52073"/>
            <p:cNvSpPr/>
            <p:nvPr/>
          </p:nvSpPr>
          <p:spPr>
            <a:xfrm>
              <a:off x="9117880" y="1956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4" name="pt52074"/>
            <p:cNvSpPr/>
            <p:nvPr/>
          </p:nvSpPr>
          <p:spPr>
            <a:xfrm>
              <a:off x="9054485" y="1757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5" name="pt52075"/>
            <p:cNvSpPr/>
            <p:nvPr/>
          </p:nvSpPr>
          <p:spPr>
            <a:xfrm>
              <a:off x="9087421" y="1825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6" name="pt52076"/>
            <p:cNvSpPr/>
            <p:nvPr/>
          </p:nvSpPr>
          <p:spPr>
            <a:xfrm>
              <a:off x="8734011" y="2168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7" name="pt52077"/>
            <p:cNvSpPr/>
            <p:nvPr/>
          </p:nvSpPr>
          <p:spPr>
            <a:xfrm>
              <a:off x="8627374" y="2183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8" name="pt52078"/>
            <p:cNvSpPr/>
            <p:nvPr/>
          </p:nvSpPr>
          <p:spPr>
            <a:xfrm>
              <a:off x="9524498" y="250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9" name="pt52079"/>
            <p:cNvSpPr/>
            <p:nvPr/>
          </p:nvSpPr>
          <p:spPr>
            <a:xfrm>
              <a:off x="8881929" y="224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0" name="pt52080"/>
            <p:cNvSpPr/>
            <p:nvPr/>
          </p:nvSpPr>
          <p:spPr>
            <a:xfrm>
              <a:off x="8473354" y="2208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1" name="pt52081"/>
            <p:cNvSpPr/>
            <p:nvPr/>
          </p:nvSpPr>
          <p:spPr>
            <a:xfrm>
              <a:off x="8708219" y="2357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2" name="pt52082"/>
            <p:cNvSpPr/>
            <p:nvPr/>
          </p:nvSpPr>
          <p:spPr>
            <a:xfrm>
              <a:off x="9285286" y="1723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3" name="pt52083"/>
            <p:cNvSpPr/>
            <p:nvPr/>
          </p:nvSpPr>
          <p:spPr>
            <a:xfrm>
              <a:off x="8312152" y="256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4" name="pt52084"/>
            <p:cNvSpPr/>
            <p:nvPr/>
          </p:nvSpPr>
          <p:spPr>
            <a:xfrm>
              <a:off x="8698707" y="2402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5" name="pt52085"/>
            <p:cNvSpPr/>
            <p:nvPr/>
          </p:nvSpPr>
          <p:spPr>
            <a:xfrm>
              <a:off x="8473354" y="2319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6" name="pt52086"/>
            <p:cNvSpPr/>
            <p:nvPr/>
          </p:nvSpPr>
          <p:spPr>
            <a:xfrm>
              <a:off x="9195417" y="1890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7" name="pt52087"/>
            <p:cNvSpPr/>
            <p:nvPr/>
          </p:nvSpPr>
          <p:spPr>
            <a:xfrm>
              <a:off x="8595298" y="2190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8" name="pt52088"/>
            <p:cNvSpPr/>
            <p:nvPr/>
          </p:nvSpPr>
          <p:spPr>
            <a:xfrm>
              <a:off x="9028011" y="1788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9" name="pt52089"/>
            <p:cNvSpPr/>
            <p:nvPr/>
          </p:nvSpPr>
          <p:spPr>
            <a:xfrm>
              <a:off x="8312152" y="2359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0" name="pt52090"/>
            <p:cNvSpPr/>
            <p:nvPr/>
          </p:nvSpPr>
          <p:spPr>
            <a:xfrm>
              <a:off x="9116975" y="1857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1" name="pt52091"/>
            <p:cNvSpPr/>
            <p:nvPr/>
          </p:nvSpPr>
          <p:spPr>
            <a:xfrm>
              <a:off x="9697445" y="1782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2" name="pt52092"/>
            <p:cNvSpPr/>
            <p:nvPr/>
          </p:nvSpPr>
          <p:spPr>
            <a:xfrm>
              <a:off x="9116066" y="1594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3" name="pt52093"/>
            <p:cNvSpPr/>
            <p:nvPr/>
          </p:nvSpPr>
          <p:spPr>
            <a:xfrm>
              <a:off x="8654494" y="2438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4" name="pt52094"/>
            <p:cNvSpPr/>
            <p:nvPr/>
          </p:nvSpPr>
          <p:spPr>
            <a:xfrm>
              <a:off x="8312152" y="2394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5" name="pt52095"/>
            <p:cNvSpPr/>
            <p:nvPr/>
          </p:nvSpPr>
          <p:spPr>
            <a:xfrm>
              <a:off x="9038234" y="1748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6" name="pt52096"/>
            <p:cNvSpPr/>
            <p:nvPr/>
          </p:nvSpPr>
          <p:spPr>
            <a:xfrm>
              <a:off x="9381988" y="2077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7" name="pt52097"/>
            <p:cNvSpPr/>
            <p:nvPr/>
          </p:nvSpPr>
          <p:spPr>
            <a:xfrm>
              <a:off x="8627374" y="2262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8" name="pt52098"/>
            <p:cNvSpPr/>
            <p:nvPr/>
          </p:nvSpPr>
          <p:spPr>
            <a:xfrm>
              <a:off x="9076352" y="2153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9" name="pt52099"/>
            <p:cNvSpPr/>
            <p:nvPr/>
          </p:nvSpPr>
          <p:spPr>
            <a:xfrm>
              <a:off x="9431288" y="1764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0" name="pt52100"/>
            <p:cNvSpPr/>
            <p:nvPr/>
          </p:nvSpPr>
          <p:spPr>
            <a:xfrm>
              <a:off x="8825472" y="1912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1" name="pt52101"/>
            <p:cNvSpPr/>
            <p:nvPr/>
          </p:nvSpPr>
          <p:spPr>
            <a:xfrm>
              <a:off x="8901496" y="1833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2" name="pt52102"/>
            <p:cNvSpPr/>
            <p:nvPr/>
          </p:nvSpPr>
          <p:spPr>
            <a:xfrm>
              <a:off x="8810596" y="2187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3" name="pt52103"/>
            <p:cNvSpPr/>
            <p:nvPr/>
          </p:nvSpPr>
          <p:spPr>
            <a:xfrm>
              <a:off x="8556041" y="2569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4" name="pt52104"/>
            <p:cNvSpPr/>
            <p:nvPr/>
          </p:nvSpPr>
          <p:spPr>
            <a:xfrm>
              <a:off x="8913428" y="1966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5" name="pt52105"/>
            <p:cNvSpPr/>
            <p:nvPr/>
          </p:nvSpPr>
          <p:spPr>
            <a:xfrm>
              <a:off x="9228169" y="1852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6" name="pt52106"/>
            <p:cNvSpPr/>
            <p:nvPr/>
          </p:nvSpPr>
          <p:spPr>
            <a:xfrm>
              <a:off x="9879673" y="2421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7" name="pt52107"/>
            <p:cNvSpPr/>
            <p:nvPr/>
          </p:nvSpPr>
          <p:spPr>
            <a:xfrm>
              <a:off x="9354634" y="2205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8" name="pt52108"/>
            <p:cNvSpPr/>
            <p:nvPr/>
          </p:nvSpPr>
          <p:spPr>
            <a:xfrm>
              <a:off x="8434097" y="2394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9" name="pt52109"/>
            <p:cNvSpPr/>
            <p:nvPr/>
          </p:nvSpPr>
          <p:spPr>
            <a:xfrm>
              <a:off x="8641456" y="207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0" name="pt52110"/>
            <p:cNvSpPr/>
            <p:nvPr/>
          </p:nvSpPr>
          <p:spPr>
            <a:xfrm>
              <a:off x="9515130" y="2514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1" name="pt52111"/>
            <p:cNvSpPr/>
            <p:nvPr/>
          </p:nvSpPr>
          <p:spPr>
            <a:xfrm>
              <a:off x="8919104" y="2124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2" name="pt52112"/>
            <p:cNvSpPr/>
            <p:nvPr/>
          </p:nvSpPr>
          <p:spPr>
            <a:xfrm>
              <a:off x="9440320" y="1880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3" name="pt52113"/>
            <p:cNvSpPr/>
            <p:nvPr/>
          </p:nvSpPr>
          <p:spPr>
            <a:xfrm>
              <a:off x="9573244" y="2339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4" name="pt52114"/>
            <p:cNvSpPr/>
            <p:nvPr/>
          </p:nvSpPr>
          <p:spPr>
            <a:xfrm>
              <a:off x="9654228" y="2247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5" name="pt52115"/>
            <p:cNvSpPr/>
            <p:nvPr/>
          </p:nvSpPr>
          <p:spPr>
            <a:xfrm>
              <a:off x="8805344" y="1861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6" name="pt52116"/>
            <p:cNvSpPr/>
            <p:nvPr/>
          </p:nvSpPr>
          <p:spPr>
            <a:xfrm>
              <a:off x="8473354" y="2238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7" name="pt52117"/>
            <p:cNvSpPr/>
            <p:nvPr/>
          </p:nvSpPr>
          <p:spPr>
            <a:xfrm>
              <a:off x="9201130" y="2050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8" name="pt52118"/>
            <p:cNvSpPr/>
            <p:nvPr/>
          </p:nvSpPr>
          <p:spPr>
            <a:xfrm>
              <a:off x="8859909" y="2073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9" name="pt52119"/>
            <p:cNvSpPr/>
            <p:nvPr/>
          </p:nvSpPr>
          <p:spPr>
            <a:xfrm>
              <a:off x="8874891" y="2234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0" name="pt52120"/>
            <p:cNvSpPr/>
            <p:nvPr/>
          </p:nvSpPr>
          <p:spPr>
            <a:xfrm>
              <a:off x="8867559" y="1999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1" name="pt52121"/>
            <p:cNvSpPr/>
            <p:nvPr/>
          </p:nvSpPr>
          <p:spPr>
            <a:xfrm>
              <a:off x="8763400" y="2176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2" name="pt52122"/>
            <p:cNvSpPr/>
            <p:nvPr/>
          </p:nvSpPr>
          <p:spPr>
            <a:xfrm>
              <a:off x="8927288" y="2068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3" name="pt52123"/>
            <p:cNvSpPr/>
            <p:nvPr/>
          </p:nvSpPr>
          <p:spPr>
            <a:xfrm>
              <a:off x="8473354" y="2290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4" name="pt52124"/>
            <p:cNvSpPr/>
            <p:nvPr/>
          </p:nvSpPr>
          <p:spPr>
            <a:xfrm>
              <a:off x="9448910" y="1935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5" name="pt52125"/>
            <p:cNvSpPr/>
            <p:nvPr/>
          </p:nvSpPr>
          <p:spPr>
            <a:xfrm>
              <a:off x="8975889" y="2237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6" name="pt52126"/>
            <p:cNvSpPr/>
            <p:nvPr/>
          </p:nvSpPr>
          <p:spPr>
            <a:xfrm>
              <a:off x="8993208" y="2065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7" name="pt52127"/>
            <p:cNvSpPr/>
            <p:nvPr/>
          </p:nvSpPr>
          <p:spPr>
            <a:xfrm>
              <a:off x="9021891" y="1812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8" name="pt52128"/>
            <p:cNvSpPr/>
            <p:nvPr/>
          </p:nvSpPr>
          <p:spPr>
            <a:xfrm>
              <a:off x="8958919" y="1894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9" name="pt52129"/>
            <p:cNvSpPr/>
            <p:nvPr/>
          </p:nvSpPr>
          <p:spPr>
            <a:xfrm>
              <a:off x="9097834" y="1895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0" name="pt52130"/>
            <p:cNvSpPr/>
            <p:nvPr/>
          </p:nvSpPr>
          <p:spPr>
            <a:xfrm>
              <a:off x="9435194" y="1938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1" name="pt52131"/>
            <p:cNvSpPr/>
            <p:nvPr/>
          </p:nvSpPr>
          <p:spPr>
            <a:xfrm>
              <a:off x="8312152" y="2490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2" name="pt52132"/>
            <p:cNvSpPr/>
            <p:nvPr/>
          </p:nvSpPr>
          <p:spPr>
            <a:xfrm>
              <a:off x="8965476" y="2059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3" name="pt52133"/>
            <p:cNvSpPr/>
            <p:nvPr/>
          </p:nvSpPr>
          <p:spPr>
            <a:xfrm>
              <a:off x="9206663" y="2136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4" name="pt52134"/>
            <p:cNvSpPr/>
            <p:nvPr/>
          </p:nvSpPr>
          <p:spPr>
            <a:xfrm>
              <a:off x="8641456" y="214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5" name="pt52135"/>
            <p:cNvSpPr/>
            <p:nvPr/>
          </p:nvSpPr>
          <p:spPr>
            <a:xfrm>
              <a:off x="9095800" y="1853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6" name="pt52136"/>
            <p:cNvSpPr/>
            <p:nvPr/>
          </p:nvSpPr>
          <p:spPr>
            <a:xfrm>
              <a:off x="8383485" y="2443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7" name="pt52137"/>
            <p:cNvSpPr/>
            <p:nvPr/>
          </p:nvSpPr>
          <p:spPr>
            <a:xfrm>
              <a:off x="9135874" y="2038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8" name="pt52138"/>
            <p:cNvSpPr/>
            <p:nvPr/>
          </p:nvSpPr>
          <p:spPr>
            <a:xfrm>
              <a:off x="9312057" y="1824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9" name="pt52139"/>
            <p:cNvSpPr/>
            <p:nvPr/>
          </p:nvSpPr>
          <p:spPr>
            <a:xfrm>
              <a:off x="9452717" y="1853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0" name="pt52140"/>
            <p:cNvSpPr/>
            <p:nvPr/>
          </p:nvSpPr>
          <p:spPr>
            <a:xfrm>
              <a:off x="9275251" y="2111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1" name="pt52141"/>
            <p:cNvSpPr/>
            <p:nvPr/>
          </p:nvSpPr>
          <p:spPr>
            <a:xfrm>
              <a:off x="9340963" y="2190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2" name="pt52142"/>
            <p:cNvSpPr/>
            <p:nvPr/>
          </p:nvSpPr>
          <p:spPr>
            <a:xfrm>
              <a:off x="9086345" y="1721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3" name="pt52143"/>
            <p:cNvSpPr/>
            <p:nvPr/>
          </p:nvSpPr>
          <p:spPr>
            <a:xfrm>
              <a:off x="9538421" y="1778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4" name="pt52144"/>
            <p:cNvSpPr/>
            <p:nvPr/>
          </p:nvSpPr>
          <p:spPr>
            <a:xfrm>
              <a:off x="8505430" y="2339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5" name="pt52145"/>
            <p:cNvSpPr/>
            <p:nvPr/>
          </p:nvSpPr>
          <p:spPr>
            <a:xfrm>
              <a:off x="9167813" y="2257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6" name="pt52146"/>
            <p:cNvSpPr/>
            <p:nvPr/>
          </p:nvSpPr>
          <p:spPr>
            <a:xfrm>
              <a:off x="9066967" y="2163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7" name="pt52147"/>
            <p:cNvSpPr/>
            <p:nvPr/>
          </p:nvSpPr>
          <p:spPr>
            <a:xfrm>
              <a:off x="8612066" y="2273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8" name="pt52148"/>
            <p:cNvSpPr/>
            <p:nvPr/>
          </p:nvSpPr>
          <p:spPr>
            <a:xfrm>
              <a:off x="9087421" y="1946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9" name="pt52149"/>
            <p:cNvSpPr/>
            <p:nvPr/>
          </p:nvSpPr>
          <p:spPr>
            <a:xfrm>
              <a:off x="9244278" y="1921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0" name="pt52150"/>
            <p:cNvSpPr/>
            <p:nvPr/>
          </p:nvSpPr>
          <p:spPr>
            <a:xfrm>
              <a:off x="8312152" y="2376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1" name="pt52151"/>
            <p:cNvSpPr/>
            <p:nvPr/>
          </p:nvSpPr>
          <p:spPr>
            <a:xfrm>
              <a:off x="8954408" y="1807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2" name="pt52152"/>
            <p:cNvSpPr/>
            <p:nvPr/>
          </p:nvSpPr>
          <p:spPr>
            <a:xfrm>
              <a:off x="8641456" y="2076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3" name="pt52153"/>
            <p:cNvSpPr/>
            <p:nvPr/>
          </p:nvSpPr>
          <p:spPr>
            <a:xfrm>
              <a:off x="9663884" y="2326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4" name="pt52154"/>
            <p:cNvSpPr/>
            <p:nvPr/>
          </p:nvSpPr>
          <p:spPr>
            <a:xfrm>
              <a:off x="9301896" y="1796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5" name="pt52155"/>
            <p:cNvSpPr/>
            <p:nvPr/>
          </p:nvSpPr>
          <p:spPr>
            <a:xfrm>
              <a:off x="8473354" y="2281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6" name="pt52156"/>
            <p:cNvSpPr/>
            <p:nvPr/>
          </p:nvSpPr>
          <p:spPr>
            <a:xfrm>
              <a:off x="9121452" y="221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7" name="pt52157"/>
            <p:cNvSpPr/>
            <p:nvPr/>
          </p:nvSpPr>
          <p:spPr>
            <a:xfrm>
              <a:off x="8627374" y="2292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8" name="pt52158"/>
            <p:cNvSpPr/>
            <p:nvPr/>
          </p:nvSpPr>
          <p:spPr>
            <a:xfrm>
              <a:off x="8916289" y="2115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9" name="pt52159"/>
            <p:cNvSpPr/>
            <p:nvPr/>
          </p:nvSpPr>
          <p:spPr>
            <a:xfrm>
              <a:off x="8556041" y="2437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0" name="pt52160"/>
            <p:cNvSpPr/>
            <p:nvPr/>
          </p:nvSpPr>
          <p:spPr>
            <a:xfrm>
              <a:off x="8996835" y="1980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1" name="pt52161"/>
            <p:cNvSpPr/>
            <p:nvPr/>
          </p:nvSpPr>
          <p:spPr>
            <a:xfrm>
              <a:off x="9515130" y="2562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2" name="pt52162"/>
            <p:cNvSpPr/>
            <p:nvPr/>
          </p:nvSpPr>
          <p:spPr>
            <a:xfrm>
              <a:off x="8434097" y="2370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3" name="pt52163"/>
            <p:cNvSpPr/>
            <p:nvPr/>
          </p:nvSpPr>
          <p:spPr>
            <a:xfrm>
              <a:off x="9007289" y="1895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4" name="pt52164"/>
            <p:cNvSpPr/>
            <p:nvPr/>
          </p:nvSpPr>
          <p:spPr>
            <a:xfrm>
              <a:off x="9301578" y="1933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5" name="pt52165"/>
            <p:cNvSpPr/>
            <p:nvPr/>
          </p:nvSpPr>
          <p:spPr>
            <a:xfrm>
              <a:off x="8383485" y="2352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6" name="pt52166"/>
            <p:cNvSpPr/>
            <p:nvPr/>
          </p:nvSpPr>
          <p:spPr>
            <a:xfrm>
              <a:off x="9047895" y="1946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7" name="pt52167"/>
            <p:cNvSpPr/>
            <p:nvPr/>
          </p:nvSpPr>
          <p:spPr>
            <a:xfrm>
              <a:off x="9064541" y="1720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8" name="pt52168"/>
            <p:cNvSpPr/>
            <p:nvPr/>
          </p:nvSpPr>
          <p:spPr>
            <a:xfrm>
              <a:off x="8947416" y="2096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9" name="pt52169"/>
            <p:cNvSpPr/>
            <p:nvPr/>
          </p:nvSpPr>
          <p:spPr>
            <a:xfrm>
              <a:off x="8383485" y="2213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0" name="pt52170"/>
            <p:cNvSpPr/>
            <p:nvPr/>
          </p:nvSpPr>
          <p:spPr>
            <a:xfrm>
              <a:off x="8734011" y="2118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1" name="pt52171"/>
            <p:cNvSpPr/>
            <p:nvPr/>
          </p:nvSpPr>
          <p:spPr>
            <a:xfrm>
              <a:off x="8855955" y="2126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2" name="pt52172"/>
            <p:cNvSpPr/>
            <p:nvPr/>
          </p:nvSpPr>
          <p:spPr>
            <a:xfrm>
              <a:off x="9218764" y="1881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3" name="pt52173"/>
            <p:cNvSpPr/>
            <p:nvPr/>
          </p:nvSpPr>
          <p:spPr>
            <a:xfrm>
              <a:off x="9297726" y="1985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4" name="pt52174"/>
            <p:cNvSpPr/>
            <p:nvPr/>
          </p:nvSpPr>
          <p:spPr>
            <a:xfrm>
              <a:off x="9663884" y="2322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5" name="pt52175"/>
            <p:cNvSpPr/>
            <p:nvPr/>
          </p:nvSpPr>
          <p:spPr>
            <a:xfrm>
              <a:off x="8916289" y="2158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6" name="pt52176"/>
            <p:cNvSpPr/>
            <p:nvPr/>
          </p:nvSpPr>
          <p:spPr>
            <a:xfrm>
              <a:off x="8979888" y="2314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7" name="pt52177"/>
            <p:cNvSpPr/>
            <p:nvPr/>
          </p:nvSpPr>
          <p:spPr>
            <a:xfrm>
              <a:off x="8434097" y="2312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8" name="pt52178"/>
            <p:cNvSpPr/>
            <p:nvPr/>
          </p:nvSpPr>
          <p:spPr>
            <a:xfrm>
              <a:off x="9211498" y="2058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9" name="pt52179"/>
            <p:cNvSpPr/>
            <p:nvPr/>
          </p:nvSpPr>
          <p:spPr>
            <a:xfrm>
              <a:off x="8820652" y="2163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0" name="pt52180"/>
            <p:cNvSpPr/>
            <p:nvPr/>
          </p:nvSpPr>
          <p:spPr>
            <a:xfrm>
              <a:off x="9797577" y="2497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1" name="pt52181"/>
            <p:cNvSpPr/>
            <p:nvPr/>
          </p:nvSpPr>
          <p:spPr>
            <a:xfrm>
              <a:off x="9028011" y="1709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2" name="pt52182"/>
            <p:cNvSpPr/>
            <p:nvPr/>
          </p:nvSpPr>
          <p:spPr>
            <a:xfrm>
              <a:off x="9045188" y="1908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3" name="pt52183"/>
            <p:cNvSpPr/>
            <p:nvPr/>
          </p:nvSpPr>
          <p:spPr>
            <a:xfrm>
              <a:off x="8749319" y="2042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4" name="pt52184"/>
            <p:cNvSpPr/>
            <p:nvPr/>
          </p:nvSpPr>
          <p:spPr>
            <a:xfrm>
              <a:off x="9285286" y="181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5" name="pt52185"/>
            <p:cNvSpPr/>
            <p:nvPr/>
          </p:nvSpPr>
          <p:spPr>
            <a:xfrm>
              <a:off x="8788576" y="2432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6" name="pt52186"/>
            <p:cNvSpPr/>
            <p:nvPr/>
          </p:nvSpPr>
          <p:spPr>
            <a:xfrm>
              <a:off x="8312152" y="2446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7" name="pt52187"/>
            <p:cNvSpPr/>
            <p:nvPr/>
          </p:nvSpPr>
          <p:spPr>
            <a:xfrm>
              <a:off x="9138300" y="2129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8" name="pt52188"/>
            <p:cNvSpPr/>
            <p:nvPr/>
          </p:nvSpPr>
          <p:spPr>
            <a:xfrm>
              <a:off x="9206663" y="2299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9" name="pt52189"/>
            <p:cNvSpPr/>
            <p:nvPr/>
          </p:nvSpPr>
          <p:spPr>
            <a:xfrm>
              <a:off x="9117880" y="2242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0" name="pt52190"/>
            <p:cNvSpPr/>
            <p:nvPr/>
          </p:nvSpPr>
          <p:spPr>
            <a:xfrm>
              <a:off x="8749319" y="2226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1" name="pt52191"/>
            <p:cNvSpPr/>
            <p:nvPr/>
          </p:nvSpPr>
          <p:spPr>
            <a:xfrm>
              <a:off x="8434097" y="2266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2" name="pt52192"/>
            <p:cNvSpPr/>
            <p:nvPr/>
          </p:nvSpPr>
          <p:spPr>
            <a:xfrm>
              <a:off x="8881929" y="217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3" name="pt52193"/>
            <p:cNvSpPr/>
            <p:nvPr/>
          </p:nvSpPr>
          <p:spPr>
            <a:xfrm>
              <a:off x="8965476" y="2083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4" name="pt52194"/>
            <p:cNvSpPr/>
            <p:nvPr/>
          </p:nvSpPr>
          <p:spPr>
            <a:xfrm>
              <a:off x="8717243" y="2325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5" name="pt52195"/>
            <p:cNvSpPr/>
            <p:nvPr/>
          </p:nvSpPr>
          <p:spPr>
            <a:xfrm>
              <a:off x="8881929" y="2197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6" name="pt52196"/>
            <p:cNvSpPr/>
            <p:nvPr/>
          </p:nvSpPr>
          <p:spPr>
            <a:xfrm>
              <a:off x="8859909" y="2215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7" name="pt52197"/>
            <p:cNvSpPr/>
            <p:nvPr/>
          </p:nvSpPr>
          <p:spPr>
            <a:xfrm>
              <a:off x="9514089" y="2478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8" name="pt52198"/>
            <p:cNvSpPr/>
            <p:nvPr/>
          </p:nvSpPr>
          <p:spPr>
            <a:xfrm>
              <a:off x="8717243" y="2029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9" name="pt52199"/>
            <p:cNvSpPr/>
            <p:nvPr/>
          </p:nvSpPr>
          <p:spPr>
            <a:xfrm>
              <a:off x="9209365" y="2081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0" name="pt52200"/>
            <p:cNvSpPr/>
            <p:nvPr/>
          </p:nvSpPr>
          <p:spPr>
            <a:xfrm>
              <a:off x="8688651" y="2362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1" name="pt52201"/>
            <p:cNvSpPr/>
            <p:nvPr/>
          </p:nvSpPr>
          <p:spPr>
            <a:xfrm>
              <a:off x="8473354" y="2334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2" name="pt52202"/>
            <p:cNvSpPr/>
            <p:nvPr/>
          </p:nvSpPr>
          <p:spPr>
            <a:xfrm>
              <a:off x="9095800" y="1874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3" name="pt52203"/>
            <p:cNvSpPr/>
            <p:nvPr/>
          </p:nvSpPr>
          <p:spPr>
            <a:xfrm>
              <a:off x="8627374" y="225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4" name="pt52204"/>
            <p:cNvSpPr/>
            <p:nvPr/>
          </p:nvSpPr>
          <p:spPr>
            <a:xfrm>
              <a:off x="8717243" y="2167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5" name="pt52205"/>
            <p:cNvSpPr/>
            <p:nvPr/>
          </p:nvSpPr>
          <p:spPr>
            <a:xfrm>
              <a:off x="8595298" y="2047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6" name="pt52206"/>
            <p:cNvSpPr/>
            <p:nvPr/>
          </p:nvSpPr>
          <p:spPr>
            <a:xfrm>
              <a:off x="8505430" y="2347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7" name="pt52207"/>
            <p:cNvSpPr/>
            <p:nvPr/>
          </p:nvSpPr>
          <p:spPr>
            <a:xfrm>
              <a:off x="8839187" y="2106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8" name="pt52208"/>
            <p:cNvSpPr/>
            <p:nvPr/>
          </p:nvSpPr>
          <p:spPr>
            <a:xfrm>
              <a:off x="8698707" y="2399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9" name="pt52209"/>
            <p:cNvSpPr/>
            <p:nvPr/>
          </p:nvSpPr>
          <p:spPr>
            <a:xfrm>
              <a:off x="8981853" y="2290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0" name="pt52210"/>
            <p:cNvSpPr/>
            <p:nvPr/>
          </p:nvSpPr>
          <p:spPr>
            <a:xfrm>
              <a:off x="9028011" y="1618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1" name="pt52211"/>
            <p:cNvSpPr/>
            <p:nvPr/>
          </p:nvSpPr>
          <p:spPr>
            <a:xfrm>
              <a:off x="9347687" y="2164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2" name="pt52212"/>
            <p:cNvSpPr/>
            <p:nvPr/>
          </p:nvSpPr>
          <p:spPr>
            <a:xfrm>
              <a:off x="8698707" y="2328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3" name="pt52213"/>
            <p:cNvSpPr/>
            <p:nvPr/>
          </p:nvSpPr>
          <p:spPr>
            <a:xfrm>
              <a:off x="9595084" y="2215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4" name="pt52214"/>
            <p:cNvSpPr/>
            <p:nvPr/>
          </p:nvSpPr>
          <p:spPr>
            <a:xfrm>
              <a:off x="8473354" y="2273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5" name="pt52215"/>
            <p:cNvSpPr/>
            <p:nvPr/>
          </p:nvSpPr>
          <p:spPr>
            <a:xfrm>
              <a:off x="8383485" y="2330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6" name="pt52216"/>
            <p:cNvSpPr/>
            <p:nvPr/>
          </p:nvSpPr>
          <p:spPr>
            <a:xfrm>
              <a:off x="8505430" y="2457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7" name="pt52217"/>
            <p:cNvSpPr/>
            <p:nvPr/>
          </p:nvSpPr>
          <p:spPr>
            <a:xfrm>
              <a:off x="8434097" y="2593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8" name="pt52218"/>
            <p:cNvSpPr/>
            <p:nvPr/>
          </p:nvSpPr>
          <p:spPr>
            <a:xfrm>
              <a:off x="8995031" y="2149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9" name="pt52219"/>
            <p:cNvSpPr/>
            <p:nvPr/>
          </p:nvSpPr>
          <p:spPr>
            <a:xfrm>
              <a:off x="9124084" y="2039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0" name="pt52220"/>
            <p:cNvSpPr/>
            <p:nvPr/>
          </p:nvSpPr>
          <p:spPr>
            <a:xfrm>
              <a:off x="8612066" y="2056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1" name="pt52221"/>
            <p:cNvSpPr/>
            <p:nvPr/>
          </p:nvSpPr>
          <p:spPr>
            <a:xfrm>
              <a:off x="8612066" y="2100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2" name="pt52222"/>
            <p:cNvSpPr/>
            <p:nvPr/>
          </p:nvSpPr>
          <p:spPr>
            <a:xfrm>
              <a:off x="8993208" y="2107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3" name="pt52223"/>
            <p:cNvSpPr/>
            <p:nvPr/>
          </p:nvSpPr>
          <p:spPr>
            <a:xfrm>
              <a:off x="8741831" y="2326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4" name="pt52224"/>
            <p:cNvSpPr/>
            <p:nvPr/>
          </p:nvSpPr>
          <p:spPr>
            <a:xfrm>
              <a:off x="8434097" y="2134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5" name="pt52225"/>
            <p:cNvSpPr/>
            <p:nvPr/>
          </p:nvSpPr>
          <p:spPr>
            <a:xfrm>
              <a:off x="8830164" y="2248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6" name="pt52226"/>
            <p:cNvSpPr/>
            <p:nvPr/>
          </p:nvSpPr>
          <p:spPr>
            <a:xfrm>
              <a:off x="9010641" y="1954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7" name="pt52227"/>
            <p:cNvSpPr/>
            <p:nvPr/>
          </p:nvSpPr>
          <p:spPr>
            <a:xfrm>
              <a:off x="9408964" y="2198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8" name="pt52228"/>
            <p:cNvSpPr/>
            <p:nvPr/>
          </p:nvSpPr>
          <p:spPr>
            <a:xfrm>
              <a:off x="8434097" y="2476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9" name="pt52229"/>
            <p:cNvSpPr/>
            <p:nvPr/>
          </p:nvSpPr>
          <p:spPr>
            <a:xfrm>
              <a:off x="8904556" y="2120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0" name="pt52230"/>
            <p:cNvSpPr/>
            <p:nvPr/>
          </p:nvSpPr>
          <p:spPr>
            <a:xfrm>
              <a:off x="9178998" y="1920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1" name="pt52231"/>
            <p:cNvSpPr/>
            <p:nvPr/>
          </p:nvSpPr>
          <p:spPr>
            <a:xfrm>
              <a:off x="8677986" y="238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2" name="pt52232"/>
            <p:cNvSpPr/>
            <p:nvPr/>
          </p:nvSpPr>
          <p:spPr>
            <a:xfrm>
              <a:off x="9218764" y="1833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3" name="pt52233"/>
            <p:cNvSpPr/>
            <p:nvPr/>
          </p:nvSpPr>
          <p:spPr>
            <a:xfrm>
              <a:off x="8595298" y="2216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4" name="pt52234"/>
            <p:cNvSpPr/>
            <p:nvPr/>
          </p:nvSpPr>
          <p:spPr>
            <a:xfrm>
              <a:off x="8383485" y="2323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5" name="pt52235"/>
            <p:cNvSpPr/>
            <p:nvPr/>
          </p:nvSpPr>
          <p:spPr>
            <a:xfrm>
              <a:off x="8505430" y="2346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6" name="pt52236"/>
            <p:cNvSpPr/>
            <p:nvPr/>
          </p:nvSpPr>
          <p:spPr>
            <a:xfrm>
              <a:off x="8505430" y="2495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7" name="pt52237"/>
            <p:cNvSpPr/>
            <p:nvPr/>
          </p:nvSpPr>
          <p:spPr>
            <a:xfrm>
              <a:off x="8612066" y="2332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8" name="pt52238"/>
            <p:cNvSpPr/>
            <p:nvPr/>
          </p:nvSpPr>
          <p:spPr>
            <a:xfrm>
              <a:off x="9109567" y="1706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9" name="pt52239"/>
            <p:cNvSpPr/>
            <p:nvPr/>
          </p:nvSpPr>
          <p:spPr>
            <a:xfrm>
              <a:off x="8641456" y="2063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0" name="pt52240"/>
            <p:cNvSpPr/>
            <p:nvPr/>
          </p:nvSpPr>
          <p:spPr>
            <a:xfrm>
              <a:off x="8383485" y="2468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1" name="pt52241"/>
            <p:cNvSpPr/>
            <p:nvPr/>
          </p:nvSpPr>
          <p:spPr>
            <a:xfrm>
              <a:off x="9450688" y="2033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2" name="pt52242"/>
            <p:cNvSpPr/>
            <p:nvPr/>
          </p:nvSpPr>
          <p:spPr>
            <a:xfrm>
              <a:off x="8741831" y="2200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3" name="pt52243"/>
            <p:cNvSpPr/>
            <p:nvPr/>
          </p:nvSpPr>
          <p:spPr>
            <a:xfrm>
              <a:off x="8688651" y="2383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4" name="pt52244"/>
            <p:cNvSpPr/>
            <p:nvPr/>
          </p:nvSpPr>
          <p:spPr>
            <a:xfrm>
              <a:off x="8810596" y="2219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5" name="pt52245"/>
            <p:cNvSpPr/>
            <p:nvPr/>
          </p:nvSpPr>
          <p:spPr>
            <a:xfrm>
              <a:off x="8556041" y="23241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6" name="pt52246"/>
            <p:cNvSpPr/>
            <p:nvPr/>
          </p:nvSpPr>
          <p:spPr>
            <a:xfrm>
              <a:off x="9143835" y="2078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7" name="pt52247"/>
            <p:cNvSpPr/>
            <p:nvPr/>
          </p:nvSpPr>
          <p:spPr>
            <a:xfrm>
              <a:off x="9168491" y="2049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8" name="pt52248"/>
            <p:cNvSpPr/>
            <p:nvPr/>
          </p:nvSpPr>
          <p:spPr>
            <a:xfrm>
              <a:off x="9124084" y="2210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9" name="pt52249"/>
            <p:cNvSpPr/>
            <p:nvPr/>
          </p:nvSpPr>
          <p:spPr>
            <a:xfrm>
              <a:off x="8595298" y="2290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0" name="pt52250"/>
            <p:cNvSpPr/>
            <p:nvPr/>
          </p:nvSpPr>
          <p:spPr>
            <a:xfrm>
              <a:off x="9435194" y="2011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1" name="pt52251"/>
            <p:cNvSpPr/>
            <p:nvPr/>
          </p:nvSpPr>
          <p:spPr>
            <a:xfrm>
              <a:off x="8612066" y="2260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2" name="pt52252"/>
            <p:cNvSpPr/>
            <p:nvPr/>
          </p:nvSpPr>
          <p:spPr>
            <a:xfrm>
              <a:off x="8904556" y="2034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3" name="pt52253"/>
            <p:cNvSpPr/>
            <p:nvPr/>
          </p:nvSpPr>
          <p:spPr>
            <a:xfrm>
              <a:off x="8763400" y="224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4" name="pt52254"/>
            <p:cNvSpPr/>
            <p:nvPr/>
          </p:nvSpPr>
          <p:spPr>
            <a:xfrm>
              <a:off x="8935109" y="2162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5" name="pt52255"/>
            <p:cNvSpPr/>
            <p:nvPr/>
          </p:nvSpPr>
          <p:spPr>
            <a:xfrm>
              <a:off x="8763400" y="2338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6" name="pt52256"/>
            <p:cNvSpPr/>
            <p:nvPr/>
          </p:nvSpPr>
          <p:spPr>
            <a:xfrm>
              <a:off x="8963317" y="2114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7" name="pt52257"/>
            <p:cNvSpPr/>
            <p:nvPr/>
          </p:nvSpPr>
          <p:spPr>
            <a:xfrm>
              <a:off x="8505430" y="2501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8" name="pt52258"/>
            <p:cNvSpPr/>
            <p:nvPr/>
          </p:nvSpPr>
          <p:spPr>
            <a:xfrm>
              <a:off x="8505430" y="2483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9" name="pt52259"/>
            <p:cNvSpPr/>
            <p:nvPr/>
          </p:nvSpPr>
          <p:spPr>
            <a:xfrm>
              <a:off x="8956678" y="1881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0" name="pt52260"/>
            <p:cNvSpPr/>
            <p:nvPr/>
          </p:nvSpPr>
          <p:spPr>
            <a:xfrm>
              <a:off x="8734011" y="2282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1" name="pt52261"/>
            <p:cNvSpPr/>
            <p:nvPr/>
          </p:nvSpPr>
          <p:spPr>
            <a:xfrm>
              <a:off x="9431288" y="2093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2" name="pt52262"/>
            <p:cNvSpPr/>
            <p:nvPr/>
          </p:nvSpPr>
          <p:spPr>
            <a:xfrm>
              <a:off x="8919104" y="207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3" name="pt52263"/>
            <p:cNvSpPr/>
            <p:nvPr/>
          </p:nvSpPr>
          <p:spPr>
            <a:xfrm>
              <a:off x="8383485" y="2350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4" name="pt52264"/>
            <p:cNvSpPr/>
            <p:nvPr/>
          </p:nvSpPr>
          <p:spPr>
            <a:xfrm>
              <a:off x="8981853" y="2226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5" name="pt52265"/>
            <p:cNvSpPr/>
            <p:nvPr/>
          </p:nvSpPr>
          <p:spPr>
            <a:xfrm>
              <a:off x="9144612" y="2151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6" name="pt52266"/>
            <p:cNvSpPr/>
            <p:nvPr/>
          </p:nvSpPr>
          <p:spPr>
            <a:xfrm>
              <a:off x="8947416" y="1979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7" name="pt52267"/>
            <p:cNvSpPr/>
            <p:nvPr/>
          </p:nvSpPr>
          <p:spPr>
            <a:xfrm>
              <a:off x="8749319" y="2390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8" name="pt52268"/>
            <p:cNvSpPr/>
            <p:nvPr/>
          </p:nvSpPr>
          <p:spPr>
            <a:xfrm>
              <a:off x="8810596" y="2119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9" name="pt52269"/>
            <p:cNvSpPr/>
            <p:nvPr/>
          </p:nvSpPr>
          <p:spPr>
            <a:xfrm>
              <a:off x="8949778" y="1994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0" name="pt52270"/>
            <p:cNvSpPr/>
            <p:nvPr/>
          </p:nvSpPr>
          <p:spPr>
            <a:xfrm>
              <a:off x="8717243" y="2303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1" name="pt52271"/>
            <p:cNvSpPr/>
            <p:nvPr/>
          </p:nvSpPr>
          <p:spPr>
            <a:xfrm>
              <a:off x="8904556" y="2156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2" name="pt52272"/>
            <p:cNvSpPr/>
            <p:nvPr/>
          </p:nvSpPr>
          <p:spPr>
            <a:xfrm>
              <a:off x="8698707" y="2210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3" name="pt52273"/>
            <p:cNvSpPr/>
            <p:nvPr/>
          </p:nvSpPr>
          <p:spPr>
            <a:xfrm>
              <a:off x="8913428" y="2015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4" name="pt52274"/>
            <p:cNvSpPr/>
            <p:nvPr/>
          </p:nvSpPr>
          <p:spPr>
            <a:xfrm>
              <a:off x="8532549" y="2438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5" name="pt52275"/>
            <p:cNvSpPr/>
            <p:nvPr/>
          </p:nvSpPr>
          <p:spPr>
            <a:xfrm>
              <a:off x="8708219" y="2352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6" name="pt52276"/>
            <p:cNvSpPr/>
            <p:nvPr/>
          </p:nvSpPr>
          <p:spPr>
            <a:xfrm>
              <a:off x="8942596" y="1788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7" name="pt52277"/>
            <p:cNvSpPr/>
            <p:nvPr/>
          </p:nvSpPr>
          <p:spPr>
            <a:xfrm>
              <a:off x="8971798" y="2115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8" name="pt52278"/>
            <p:cNvSpPr/>
            <p:nvPr/>
          </p:nvSpPr>
          <p:spPr>
            <a:xfrm>
              <a:off x="8888696" y="2168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9" name="pt52279"/>
            <p:cNvSpPr/>
            <p:nvPr/>
          </p:nvSpPr>
          <p:spPr>
            <a:xfrm>
              <a:off x="8763400" y="2365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0" name="pt52280"/>
            <p:cNvSpPr/>
            <p:nvPr/>
          </p:nvSpPr>
          <p:spPr>
            <a:xfrm>
              <a:off x="8888696" y="2164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1" name="pt52281"/>
            <p:cNvSpPr/>
            <p:nvPr/>
          </p:nvSpPr>
          <p:spPr>
            <a:xfrm>
              <a:off x="8878445" y="1881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2" name="pt52282"/>
            <p:cNvSpPr/>
            <p:nvPr/>
          </p:nvSpPr>
          <p:spPr>
            <a:xfrm>
              <a:off x="8505430" y="2270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3" name="pt52283"/>
            <p:cNvSpPr/>
            <p:nvPr/>
          </p:nvSpPr>
          <p:spPr>
            <a:xfrm>
              <a:off x="8627374" y="2314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4" name="pt52284"/>
            <p:cNvSpPr/>
            <p:nvPr/>
          </p:nvSpPr>
          <p:spPr>
            <a:xfrm>
              <a:off x="9024978" y="1883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5" name="pt52285"/>
            <p:cNvSpPr/>
            <p:nvPr/>
          </p:nvSpPr>
          <p:spPr>
            <a:xfrm>
              <a:off x="8312152" y="2467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6" name="pt52286"/>
            <p:cNvSpPr/>
            <p:nvPr/>
          </p:nvSpPr>
          <p:spPr>
            <a:xfrm>
              <a:off x="9205570" y="2105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7" name="pt52287"/>
            <p:cNvSpPr/>
            <p:nvPr/>
          </p:nvSpPr>
          <p:spPr>
            <a:xfrm>
              <a:off x="8830164" y="219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8" name="pt52288"/>
            <p:cNvSpPr/>
            <p:nvPr/>
          </p:nvSpPr>
          <p:spPr>
            <a:xfrm>
              <a:off x="8576763" y="2311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9" name="pt52289"/>
            <p:cNvSpPr/>
            <p:nvPr/>
          </p:nvSpPr>
          <p:spPr>
            <a:xfrm>
              <a:off x="9055774" y="1849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0" name="pt52290"/>
            <p:cNvSpPr/>
            <p:nvPr/>
          </p:nvSpPr>
          <p:spPr>
            <a:xfrm>
              <a:off x="8763400" y="2195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1" name="pt52291"/>
            <p:cNvSpPr/>
            <p:nvPr/>
          </p:nvSpPr>
          <p:spPr>
            <a:xfrm>
              <a:off x="8627374" y="2208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2" name="pt52292"/>
            <p:cNvSpPr/>
            <p:nvPr/>
          </p:nvSpPr>
          <p:spPr>
            <a:xfrm>
              <a:off x="8949778" y="1983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3" name="pt52293"/>
            <p:cNvSpPr/>
            <p:nvPr/>
          </p:nvSpPr>
          <p:spPr>
            <a:xfrm>
              <a:off x="9377920" y="1942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4" name="pt52294"/>
            <p:cNvSpPr/>
            <p:nvPr/>
          </p:nvSpPr>
          <p:spPr>
            <a:xfrm>
              <a:off x="8654494" y="2481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5" name="pt52295"/>
            <p:cNvSpPr/>
            <p:nvPr/>
          </p:nvSpPr>
          <p:spPr>
            <a:xfrm>
              <a:off x="9128386" y="2061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6" name="pt52296"/>
            <p:cNvSpPr/>
            <p:nvPr/>
          </p:nvSpPr>
          <p:spPr>
            <a:xfrm>
              <a:off x="9214649" y="2328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7" name="pt52297"/>
            <p:cNvSpPr/>
            <p:nvPr/>
          </p:nvSpPr>
          <p:spPr>
            <a:xfrm>
              <a:off x="8505430" y="2446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8" name="pt52298"/>
            <p:cNvSpPr/>
            <p:nvPr/>
          </p:nvSpPr>
          <p:spPr>
            <a:xfrm>
              <a:off x="8717243" y="2283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9" name="pt52299"/>
            <p:cNvSpPr/>
            <p:nvPr/>
          </p:nvSpPr>
          <p:spPr>
            <a:xfrm>
              <a:off x="9396086" y="2099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0" name="pt52300"/>
            <p:cNvSpPr/>
            <p:nvPr/>
          </p:nvSpPr>
          <p:spPr>
            <a:xfrm>
              <a:off x="8434097" y="244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1" name="pt52301"/>
            <p:cNvSpPr/>
            <p:nvPr/>
          </p:nvSpPr>
          <p:spPr>
            <a:xfrm>
              <a:off x="9211498" y="2202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2" name="pt52302"/>
            <p:cNvSpPr/>
            <p:nvPr/>
          </p:nvSpPr>
          <p:spPr>
            <a:xfrm>
              <a:off x="8878445" y="2027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3" name="pt52303"/>
            <p:cNvSpPr/>
            <p:nvPr/>
          </p:nvSpPr>
          <p:spPr>
            <a:xfrm>
              <a:off x="9249051" y="2088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4" name="pt52304"/>
            <p:cNvSpPr/>
            <p:nvPr/>
          </p:nvSpPr>
          <p:spPr>
            <a:xfrm>
              <a:off x="8979888" y="2324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5" name="pt52305"/>
            <p:cNvSpPr/>
            <p:nvPr/>
          </p:nvSpPr>
          <p:spPr>
            <a:xfrm>
              <a:off x="8843532" y="1943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6" name="pt52306"/>
            <p:cNvSpPr/>
            <p:nvPr/>
          </p:nvSpPr>
          <p:spPr>
            <a:xfrm>
              <a:off x="8867559" y="1842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7" name="pt52307"/>
            <p:cNvSpPr/>
            <p:nvPr/>
          </p:nvSpPr>
          <p:spPr>
            <a:xfrm>
              <a:off x="8312152" y="2326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8" name="pt52308"/>
            <p:cNvSpPr/>
            <p:nvPr/>
          </p:nvSpPr>
          <p:spPr>
            <a:xfrm>
              <a:off x="9094774" y="1899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9" name="pt52309"/>
            <p:cNvSpPr/>
            <p:nvPr/>
          </p:nvSpPr>
          <p:spPr>
            <a:xfrm>
              <a:off x="8677986" y="2316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0" name="pt52310"/>
            <p:cNvSpPr/>
            <p:nvPr/>
          </p:nvSpPr>
          <p:spPr>
            <a:xfrm>
              <a:off x="9135057" y="1990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1" name="pt52311"/>
            <p:cNvSpPr/>
            <p:nvPr/>
          </p:nvSpPr>
          <p:spPr>
            <a:xfrm>
              <a:off x="9349631" y="2148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2" name="pt52312"/>
            <p:cNvSpPr/>
            <p:nvPr/>
          </p:nvSpPr>
          <p:spPr>
            <a:xfrm>
              <a:off x="9350114" y="210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3" name="pt52313"/>
            <p:cNvSpPr/>
            <p:nvPr/>
          </p:nvSpPr>
          <p:spPr>
            <a:xfrm>
              <a:off x="8505430" y="2555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4" name="pt52314"/>
            <p:cNvSpPr/>
            <p:nvPr/>
          </p:nvSpPr>
          <p:spPr>
            <a:xfrm>
              <a:off x="9279262" y="2028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5" name="pt52315"/>
            <p:cNvSpPr/>
            <p:nvPr/>
          </p:nvSpPr>
          <p:spPr>
            <a:xfrm>
              <a:off x="8975889" y="2209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6" name="pt52316"/>
            <p:cNvSpPr/>
            <p:nvPr/>
          </p:nvSpPr>
          <p:spPr>
            <a:xfrm>
              <a:off x="9106706" y="1868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7" name="pt52317"/>
            <p:cNvSpPr/>
            <p:nvPr/>
          </p:nvSpPr>
          <p:spPr>
            <a:xfrm>
              <a:off x="8383485" y="2259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8" name="pt52318"/>
            <p:cNvSpPr/>
            <p:nvPr/>
          </p:nvSpPr>
          <p:spPr>
            <a:xfrm>
              <a:off x="8749319" y="2010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9" name="pt52319"/>
            <p:cNvSpPr/>
            <p:nvPr/>
          </p:nvSpPr>
          <p:spPr>
            <a:xfrm>
              <a:off x="8810596" y="2133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0" name="pt52320"/>
            <p:cNvSpPr/>
            <p:nvPr/>
          </p:nvSpPr>
          <p:spPr>
            <a:xfrm>
              <a:off x="9005590" y="1858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1" name="pt52321"/>
            <p:cNvSpPr/>
            <p:nvPr/>
          </p:nvSpPr>
          <p:spPr>
            <a:xfrm>
              <a:off x="9749896" y="2238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2" name="pt52322"/>
            <p:cNvSpPr/>
            <p:nvPr/>
          </p:nvSpPr>
          <p:spPr>
            <a:xfrm>
              <a:off x="8874891" y="1978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3" name="pt52323"/>
            <p:cNvSpPr/>
            <p:nvPr/>
          </p:nvSpPr>
          <p:spPr>
            <a:xfrm>
              <a:off x="8975889" y="2237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4" name="pt52324"/>
            <p:cNvSpPr/>
            <p:nvPr/>
          </p:nvSpPr>
          <p:spPr>
            <a:xfrm>
              <a:off x="8434097" y="2432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5" name="pt52325"/>
            <p:cNvSpPr/>
            <p:nvPr/>
          </p:nvSpPr>
          <p:spPr>
            <a:xfrm>
              <a:off x="8383485" y="2353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6" name="pt52326"/>
            <p:cNvSpPr/>
            <p:nvPr/>
          </p:nvSpPr>
          <p:spPr>
            <a:xfrm>
              <a:off x="8576763" y="2425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7" name="pt52327"/>
            <p:cNvSpPr/>
            <p:nvPr/>
          </p:nvSpPr>
          <p:spPr>
            <a:xfrm>
              <a:off x="9461505" y="2056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8" name="pt52328"/>
            <p:cNvSpPr/>
            <p:nvPr/>
          </p:nvSpPr>
          <p:spPr>
            <a:xfrm>
              <a:off x="9452582" y="1970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9" name="pt52329"/>
            <p:cNvSpPr/>
            <p:nvPr/>
          </p:nvSpPr>
          <p:spPr>
            <a:xfrm>
              <a:off x="9060837" y="1724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0" name="pt52330"/>
            <p:cNvSpPr/>
            <p:nvPr/>
          </p:nvSpPr>
          <p:spPr>
            <a:xfrm>
              <a:off x="9121452" y="2192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1" name="pt52331"/>
            <p:cNvSpPr/>
            <p:nvPr/>
          </p:nvSpPr>
          <p:spPr>
            <a:xfrm>
              <a:off x="9107665" y="1981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2" name="pt52332"/>
            <p:cNvSpPr/>
            <p:nvPr/>
          </p:nvSpPr>
          <p:spPr>
            <a:xfrm>
              <a:off x="8505430" y="2275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3" name="pt52333"/>
            <p:cNvSpPr/>
            <p:nvPr/>
          </p:nvSpPr>
          <p:spPr>
            <a:xfrm>
              <a:off x="9094774" y="1858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4" name="pt52334"/>
            <p:cNvSpPr/>
            <p:nvPr/>
          </p:nvSpPr>
          <p:spPr>
            <a:xfrm>
              <a:off x="8576763" y="2183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5" name="pt52335"/>
            <p:cNvSpPr/>
            <p:nvPr/>
          </p:nvSpPr>
          <p:spPr>
            <a:xfrm>
              <a:off x="8741831" y="2139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6" name="pt52336"/>
            <p:cNvSpPr/>
            <p:nvPr/>
          </p:nvSpPr>
          <p:spPr>
            <a:xfrm>
              <a:off x="9188912" y="1857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7" name="pt52337"/>
            <p:cNvSpPr/>
            <p:nvPr/>
          </p:nvSpPr>
          <p:spPr>
            <a:xfrm>
              <a:off x="9811851" y="2537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8" name="pt52338"/>
            <p:cNvSpPr/>
            <p:nvPr/>
          </p:nvSpPr>
          <p:spPr>
            <a:xfrm>
              <a:off x="9408964" y="207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9" name="pt52339"/>
            <p:cNvSpPr/>
            <p:nvPr/>
          </p:nvSpPr>
          <p:spPr>
            <a:xfrm>
              <a:off x="8641456" y="2114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0" name="pt52340"/>
            <p:cNvSpPr/>
            <p:nvPr/>
          </p:nvSpPr>
          <p:spPr>
            <a:xfrm>
              <a:off x="8383485" y="2375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1" name="pt52341"/>
            <p:cNvSpPr/>
            <p:nvPr/>
          </p:nvSpPr>
          <p:spPr>
            <a:xfrm>
              <a:off x="9062080" y="1702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2" name="pt52342"/>
            <p:cNvSpPr/>
            <p:nvPr/>
          </p:nvSpPr>
          <p:spPr>
            <a:xfrm>
              <a:off x="8312152" y="2386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3" name="pt52343"/>
            <p:cNvSpPr/>
            <p:nvPr/>
          </p:nvSpPr>
          <p:spPr>
            <a:xfrm>
              <a:off x="8945023" y="1845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4" name="pt52344"/>
            <p:cNvSpPr/>
            <p:nvPr/>
          </p:nvSpPr>
          <p:spPr>
            <a:xfrm>
              <a:off x="8595298" y="2251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5" name="pt52345"/>
            <p:cNvSpPr/>
            <p:nvPr/>
          </p:nvSpPr>
          <p:spPr>
            <a:xfrm>
              <a:off x="8749319" y="227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6" name="pt52346"/>
            <p:cNvSpPr/>
            <p:nvPr/>
          </p:nvSpPr>
          <p:spPr>
            <a:xfrm>
              <a:off x="9171842" y="2100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7" name="pt52347"/>
            <p:cNvSpPr/>
            <p:nvPr/>
          </p:nvSpPr>
          <p:spPr>
            <a:xfrm>
              <a:off x="8312152" y="2492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8" name="pt52348"/>
            <p:cNvSpPr/>
            <p:nvPr/>
          </p:nvSpPr>
          <p:spPr>
            <a:xfrm>
              <a:off x="8473354" y="223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9" name="pt52349"/>
            <p:cNvSpPr/>
            <p:nvPr/>
          </p:nvSpPr>
          <p:spPr>
            <a:xfrm>
              <a:off x="8794345" y="2137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0" name="pt52350"/>
            <p:cNvSpPr/>
            <p:nvPr/>
          </p:nvSpPr>
          <p:spPr>
            <a:xfrm>
              <a:off x="8688651" y="2323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1" name="pt52351"/>
            <p:cNvSpPr/>
            <p:nvPr/>
          </p:nvSpPr>
          <p:spPr>
            <a:xfrm>
              <a:off x="8763400" y="2124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2" name="pt52352"/>
            <p:cNvSpPr/>
            <p:nvPr/>
          </p:nvSpPr>
          <p:spPr>
            <a:xfrm>
              <a:off x="9128386" y="1995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3" name="pt52353"/>
            <p:cNvSpPr/>
            <p:nvPr/>
          </p:nvSpPr>
          <p:spPr>
            <a:xfrm>
              <a:off x="8576763" y="2360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4" name="pt52354"/>
            <p:cNvSpPr/>
            <p:nvPr/>
          </p:nvSpPr>
          <p:spPr>
            <a:xfrm>
              <a:off x="9603616" y="2409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5" name="pt52355"/>
            <p:cNvSpPr/>
            <p:nvPr/>
          </p:nvSpPr>
          <p:spPr>
            <a:xfrm>
              <a:off x="9218255" y="1912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6" name="pt52356"/>
            <p:cNvSpPr/>
            <p:nvPr/>
          </p:nvSpPr>
          <p:spPr>
            <a:xfrm>
              <a:off x="8975889" y="2094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7" name="pt52357"/>
            <p:cNvSpPr/>
            <p:nvPr/>
          </p:nvSpPr>
          <p:spPr>
            <a:xfrm>
              <a:off x="8612066" y="2364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8" name="pt52358"/>
            <p:cNvSpPr/>
            <p:nvPr/>
          </p:nvSpPr>
          <p:spPr>
            <a:xfrm>
              <a:off x="8556041" y="2464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9" name="pt52359"/>
            <p:cNvSpPr/>
            <p:nvPr/>
          </p:nvSpPr>
          <p:spPr>
            <a:xfrm>
              <a:off x="8961132" y="2083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0" name="pt52360"/>
            <p:cNvSpPr/>
            <p:nvPr/>
          </p:nvSpPr>
          <p:spPr>
            <a:xfrm>
              <a:off x="8595298" y="205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1" name="pt52361"/>
            <p:cNvSpPr/>
            <p:nvPr/>
          </p:nvSpPr>
          <p:spPr>
            <a:xfrm>
              <a:off x="8627374" y="2373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2" name="pt52362"/>
            <p:cNvSpPr/>
            <p:nvPr/>
          </p:nvSpPr>
          <p:spPr>
            <a:xfrm>
              <a:off x="9138300" y="2008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3" name="pt52363"/>
            <p:cNvSpPr/>
            <p:nvPr/>
          </p:nvSpPr>
          <p:spPr>
            <a:xfrm>
              <a:off x="8878445" y="2108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4" name="pt52364"/>
            <p:cNvSpPr/>
            <p:nvPr/>
          </p:nvSpPr>
          <p:spPr>
            <a:xfrm>
              <a:off x="9062080" y="1733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5" name="pt52365"/>
            <p:cNvSpPr/>
            <p:nvPr/>
          </p:nvSpPr>
          <p:spPr>
            <a:xfrm>
              <a:off x="9028011" y="1789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6" name="pt52366"/>
            <p:cNvSpPr/>
            <p:nvPr/>
          </p:nvSpPr>
          <p:spPr>
            <a:xfrm>
              <a:off x="9414733" y="2156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7" name="pt52367"/>
            <p:cNvSpPr/>
            <p:nvPr/>
          </p:nvSpPr>
          <p:spPr>
            <a:xfrm>
              <a:off x="9188912" y="1882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8" name="pt52368"/>
            <p:cNvSpPr/>
            <p:nvPr/>
          </p:nvSpPr>
          <p:spPr>
            <a:xfrm>
              <a:off x="8666631" y="2371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9" name="pt52369"/>
            <p:cNvSpPr/>
            <p:nvPr/>
          </p:nvSpPr>
          <p:spPr>
            <a:xfrm>
              <a:off x="8825472" y="1990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0" name="pt52370"/>
            <p:cNvSpPr/>
            <p:nvPr/>
          </p:nvSpPr>
          <p:spPr>
            <a:xfrm>
              <a:off x="8956678" y="1964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1" name="pt52371"/>
            <p:cNvSpPr/>
            <p:nvPr/>
          </p:nvSpPr>
          <p:spPr>
            <a:xfrm>
              <a:off x="8855955" y="2198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2" name="pt52372"/>
            <p:cNvSpPr/>
            <p:nvPr/>
          </p:nvSpPr>
          <p:spPr>
            <a:xfrm>
              <a:off x="8612066" y="2291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3" name="pt52373"/>
            <p:cNvSpPr/>
            <p:nvPr/>
          </p:nvSpPr>
          <p:spPr>
            <a:xfrm>
              <a:off x="9028011" y="1559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4" name="pt52374"/>
            <p:cNvSpPr/>
            <p:nvPr/>
          </p:nvSpPr>
          <p:spPr>
            <a:xfrm>
              <a:off x="9254944" y="2213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5" name="pt52375"/>
            <p:cNvSpPr/>
            <p:nvPr/>
          </p:nvSpPr>
          <p:spPr>
            <a:xfrm>
              <a:off x="9072891" y="225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6" name="pt52376"/>
            <p:cNvSpPr/>
            <p:nvPr/>
          </p:nvSpPr>
          <p:spPr>
            <a:xfrm>
              <a:off x="8919104" y="2290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7" name="pt52377"/>
            <p:cNvSpPr/>
            <p:nvPr/>
          </p:nvSpPr>
          <p:spPr>
            <a:xfrm>
              <a:off x="9138300" y="2045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8" name="pt52378"/>
            <p:cNvSpPr/>
            <p:nvPr/>
          </p:nvSpPr>
          <p:spPr>
            <a:xfrm>
              <a:off x="8473354" y="2388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9" name="pt52379"/>
            <p:cNvSpPr/>
            <p:nvPr/>
          </p:nvSpPr>
          <p:spPr>
            <a:xfrm>
              <a:off x="9207749" y="2073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0" name="pt52380"/>
            <p:cNvSpPr/>
            <p:nvPr/>
          </p:nvSpPr>
          <p:spPr>
            <a:xfrm>
              <a:off x="8595298" y="2225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1" name="pt52381"/>
            <p:cNvSpPr/>
            <p:nvPr/>
          </p:nvSpPr>
          <p:spPr>
            <a:xfrm>
              <a:off x="8383485" y="2284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2" name="pt52382"/>
            <p:cNvSpPr/>
            <p:nvPr/>
          </p:nvSpPr>
          <p:spPr>
            <a:xfrm>
              <a:off x="8434097" y="2505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3" name="pt52383"/>
            <p:cNvSpPr/>
            <p:nvPr/>
          </p:nvSpPr>
          <p:spPr>
            <a:xfrm>
              <a:off x="9039647" y="1967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4" name="pt52384"/>
            <p:cNvSpPr/>
            <p:nvPr/>
          </p:nvSpPr>
          <p:spPr>
            <a:xfrm>
              <a:off x="8830164" y="2329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5" name="pt52385"/>
            <p:cNvSpPr/>
            <p:nvPr/>
          </p:nvSpPr>
          <p:spPr>
            <a:xfrm>
              <a:off x="9143835" y="2040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6" name="pt52386"/>
            <p:cNvSpPr/>
            <p:nvPr/>
          </p:nvSpPr>
          <p:spPr>
            <a:xfrm>
              <a:off x="9038234" y="1842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7" name="pt52387"/>
            <p:cNvSpPr/>
            <p:nvPr/>
          </p:nvSpPr>
          <p:spPr>
            <a:xfrm>
              <a:off x="9663884" y="2377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8" name="pt52388"/>
            <p:cNvSpPr/>
            <p:nvPr/>
          </p:nvSpPr>
          <p:spPr>
            <a:xfrm>
              <a:off x="9072891" y="2168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9" name="pt52389"/>
            <p:cNvSpPr/>
            <p:nvPr/>
          </p:nvSpPr>
          <p:spPr>
            <a:xfrm>
              <a:off x="8776438" y="2008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0" name="pt52390"/>
            <p:cNvSpPr/>
            <p:nvPr/>
          </p:nvSpPr>
          <p:spPr>
            <a:xfrm>
              <a:off x="8677986" y="2360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1" name="pt52391"/>
            <p:cNvSpPr/>
            <p:nvPr/>
          </p:nvSpPr>
          <p:spPr>
            <a:xfrm>
              <a:off x="8863776" y="2119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2" name="pt52392"/>
            <p:cNvSpPr/>
            <p:nvPr/>
          </p:nvSpPr>
          <p:spPr>
            <a:xfrm>
              <a:off x="9524498" y="2460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3" name="pt52393"/>
            <p:cNvSpPr/>
            <p:nvPr/>
          </p:nvSpPr>
          <p:spPr>
            <a:xfrm>
              <a:off x="8874891" y="2184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4" name="pt52394"/>
            <p:cNvSpPr/>
            <p:nvPr/>
          </p:nvSpPr>
          <p:spPr>
            <a:xfrm>
              <a:off x="8810596" y="2088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5" name="pt52395"/>
            <p:cNvSpPr/>
            <p:nvPr/>
          </p:nvSpPr>
          <p:spPr>
            <a:xfrm>
              <a:off x="8383485" y="2323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6" name="pt52396"/>
            <p:cNvSpPr/>
            <p:nvPr/>
          </p:nvSpPr>
          <p:spPr>
            <a:xfrm>
              <a:off x="8505430" y="2371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7" name="pt52397"/>
            <p:cNvSpPr/>
            <p:nvPr/>
          </p:nvSpPr>
          <p:spPr>
            <a:xfrm>
              <a:off x="9324474" y="2062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8" name="pt52398"/>
            <p:cNvSpPr/>
            <p:nvPr/>
          </p:nvSpPr>
          <p:spPr>
            <a:xfrm>
              <a:off x="8971798" y="2100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9" name="pt52399"/>
            <p:cNvSpPr/>
            <p:nvPr/>
          </p:nvSpPr>
          <p:spPr>
            <a:xfrm>
              <a:off x="8641456" y="1917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0" name="pt52400"/>
            <p:cNvSpPr/>
            <p:nvPr/>
          </p:nvSpPr>
          <p:spPr>
            <a:xfrm>
              <a:off x="8312152" y="2459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1" name="pt52401"/>
            <p:cNvSpPr/>
            <p:nvPr/>
          </p:nvSpPr>
          <p:spPr>
            <a:xfrm>
              <a:off x="8434097" y="2385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2" name="pt52402"/>
            <p:cNvSpPr/>
            <p:nvPr/>
          </p:nvSpPr>
          <p:spPr>
            <a:xfrm>
              <a:off x="8830164" y="2010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3" name="pt52403"/>
            <p:cNvSpPr/>
            <p:nvPr/>
          </p:nvSpPr>
          <p:spPr>
            <a:xfrm>
              <a:off x="8963317" y="1985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4" name="pt52404"/>
            <p:cNvSpPr/>
            <p:nvPr/>
          </p:nvSpPr>
          <p:spPr>
            <a:xfrm>
              <a:off x="9301578" y="2071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5" name="pt52405"/>
            <p:cNvSpPr/>
            <p:nvPr/>
          </p:nvSpPr>
          <p:spPr>
            <a:xfrm>
              <a:off x="8756500" y="2079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6" name="pt52406"/>
            <p:cNvSpPr/>
            <p:nvPr/>
          </p:nvSpPr>
          <p:spPr>
            <a:xfrm>
              <a:off x="8312152" y="2413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7" name="pt52407"/>
            <p:cNvSpPr/>
            <p:nvPr/>
          </p:nvSpPr>
          <p:spPr>
            <a:xfrm>
              <a:off x="8749319" y="2149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8" name="pt52408"/>
            <p:cNvSpPr/>
            <p:nvPr/>
          </p:nvSpPr>
          <p:spPr>
            <a:xfrm>
              <a:off x="9461505" y="1984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9" name="pt52409"/>
            <p:cNvSpPr/>
            <p:nvPr/>
          </p:nvSpPr>
          <p:spPr>
            <a:xfrm>
              <a:off x="8904556" y="2039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0" name="pt52410"/>
            <p:cNvSpPr/>
            <p:nvPr/>
          </p:nvSpPr>
          <p:spPr>
            <a:xfrm>
              <a:off x="9431288" y="2030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1" name="pt52411"/>
            <p:cNvSpPr/>
            <p:nvPr/>
          </p:nvSpPr>
          <p:spPr>
            <a:xfrm>
              <a:off x="8776438" y="2057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2" name="pt52412"/>
            <p:cNvSpPr/>
            <p:nvPr/>
          </p:nvSpPr>
          <p:spPr>
            <a:xfrm>
              <a:off x="9109567" y="1943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3" name="pt52413"/>
            <p:cNvSpPr/>
            <p:nvPr/>
          </p:nvSpPr>
          <p:spPr>
            <a:xfrm>
              <a:off x="8947416" y="2017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4" name="pt52414"/>
            <p:cNvSpPr/>
            <p:nvPr/>
          </p:nvSpPr>
          <p:spPr>
            <a:xfrm>
              <a:off x="8947416" y="1985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5" name="pt52415"/>
            <p:cNvSpPr/>
            <p:nvPr/>
          </p:nvSpPr>
          <p:spPr>
            <a:xfrm>
              <a:off x="9538421" y="1636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6" name="pt52416"/>
            <p:cNvSpPr/>
            <p:nvPr/>
          </p:nvSpPr>
          <p:spPr>
            <a:xfrm>
              <a:off x="8985720" y="2350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7" name="pt52417"/>
            <p:cNvSpPr/>
            <p:nvPr/>
          </p:nvSpPr>
          <p:spPr>
            <a:xfrm>
              <a:off x="8749319" y="2088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8" name="pt52418"/>
            <p:cNvSpPr/>
            <p:nvPr/>
          </p:nvSpPr>
          <p:spPr>
            <a:xfrm>
              <a:off x="8717243" y="2131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9" name="pt52419"/>
            <p:cNvSpPr/>
            <p:nvPr/>
          </p:nvSpPr>
          <p:spPr>
            <a:xfrm>
              <a:off x="9797577" y="2562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0" name="pt52420"/>
            <p:cNvSpPr/>
            <p:nvPr/>
          </p:nvSpPr>
          <p:spPr>
            <a:xfrm>
              <a:off x="8996835" y="1946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1" name="pt52421"/>
            <p:cNvSpPr/>
            <p:nvPr/>
          </p:nvSpPr>
          <p:spPr>
            <a:xfrm>
              <a:off x="9055774" y="1709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2" name="pt52422"/>
            <p:cNvSpPr/>
            <p:nvPr/>
          </p:nvSpPr>
          <p:spPr>
            <a:xfrm>
              <a:off x="8473354" y="2496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3" name="pt52423"/>
            <p:cNvSpPr/>
            <p:nvPr/>
          </p:nvSpPr>
          <p:spPr>
            <a:xfrm>
              <a:off x="8749319" y="2141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4" name="pt52424"/>
            <p:cNvSpPr/>
            <p:nvPr/>
          </p:nvSpPr>
          <p:spPr>
            <a:xfrm>
              <a:off x="8677986" y="2329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5" name="pt52425"/>
            <p:cNvSpPr/>
            <p:nvPr/>
          </p:nvSpPr>
          <p:spPr>
            <a:xfrm>
              <a:off x="8717243" y="2225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6" name="pt52426"/>
            <p:cNvSpPr/>
            <p:nvPr/>
          </p:nvSpPr>
          <p:spPr>
            <a:xfrm>
              <a:off x="8576763" y="2325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7" name="pt52427"/>
            <p:cNvSpPr/>
            <p:nvPr/>
          </p:nvSpPr>
          <p:spPr>
            <a:xfrm>
              <a:off x="9078622" y="1695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8" name="pt52428"/>
            <p:cNvSpPr/>
            <p:nvPr/>
          </p:nvSpPr>
          <p:spPr>
            <a:xfrm>
              <a:off x="8734011" y="2137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9" name="pt52429"/>
            <p:cNvSpPr/>
            <p:nvPr/>
          </p:nvSpPr>
          <p:spPr>
            <a:xfrm>
              <a:off x="8717243" y="2296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0" name="pt52430"/>
            <p:cNvSpPr/>
            <p:nvPr/>
          </p:nvSpPr>
          <p:spPr>
            <a:xfrm>
              <a:off x="9285286" y="1748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1" name="pt52431"/>
            <p:cNvSpPr/>
            <p:nvPr/>
          </p:nvSpPr>
          <p:spPr>
            <a:xfrm>
              <a:off x="9065758" y="1992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2" name="pt52432"/>
            <p:cNvSpPr/>
            <p:nvPr/>
          </p:nvSpPr>
          <p:spPr>
            <a:xfrm>
              <a:off x="8505430" y="2481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3" name="pt52433"/>
            <p:cNvSpPr/>
            <p:nvPr/>
          </p:nvSpPr>
          <p:spPr>
            <a:xfrm>
              <a:off x="9325863" y="213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4" name="pt52434"/>
            <p:cNvSpPr/>
            <p:nvPr/>
          </p:nvSpPr>
          <p:spPr>
            <a:xfrm>
              <a:off x="8641456" y="2255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5" name="pt52435"/>
            <p:cNvSpPr/>
            <p:nvPr/>
          </p:nvSpPr>
          <p:spPr>
            <a:xfrm>
              <a:off x="8627374" y="2245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6" name="pt52436"/>
            <p:cNvSpPr/>
            <p:nvPr/>
          </p:nvSpPr>
          <p:spPr>
            <a:xfrm>
              <a:off x="9167133" y="2116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7" name="pt52437"/>
            <p:cNvSpPr/>
            <p:nvPr/>
          </p:nvSpPr>
          <p:spPr>
            <a:xfrm>
              <a:off x="8888696" y="2181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8" name="pt52438"/>
            <p:cNvSpPr/>
            <p:nvPr/>
          </p:nvSpPr>
          <p:spPr>
            <a:xfrm>
              <a:off x="9301896" y="1834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9" name="pt52439"/>
            <p:cNvSpPr/>
            <p:nvPr/>
          </p:nvSpPr>
          <p:spPr>
            <a:xfrm>
              <a:off x="8734011" y="2265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0" name="pt52440"/>
            <p:cNvSpPr/>
            <p:nvPr/>
          </p:nvSpPr>
          <p:spPr>
            <a:xfrm>
              <a:off x="8996835" y="1948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1" name="pt52441"/>
            <p:cNvSpPr/>
            <p:nvPr/>
          </p:nvSpPr>
          <p:spPr>
            <a:xfrm>
              <a:off x="8859909" y="1912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2" name="pt52442"/>
            <p:cNvSpPr/>
            <p:nvPr/>
          </p:nvSpPr>
          <p:spPr>
            <a:xfrm>
              <a:off x="9666217" y="1893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3" name="pt52443"/>
            <p:cNvSpPr/>
            <p:nvPr/>
          </p:nvSpPr>
          <p:spPr>
            <a:xfrm>
              <a:off x="9546496" y="1951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4" name="pt52444"/>
            <p:cNvSpPr/>
            <p:nvPr/>
          </p:nvSpPr>
          <p:spPr>
            <a:xfrm>
              <a:off x="9452717" y="1860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5" name="pt52445"/>
            <p:cNvSpPr/>
            <p:nvPr/>
          </p:nvSpPr>
          <p:spPr>
            <a:xfrm>
              <a:off x="8505430" y="2503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6" name="pt52446"/>
            <p:cNvSpPr/>
            <p:nvPr/>
          </p:nvSpPr>
          <p:spPr>
            <a:xfrm>
              <a:off x="8532549" y="2477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7" name="pt52447"/>
            <p:cNvSpPr/>
            <p:nvPr/>
          </p:nvSpPr>
          <p:spPr>
            <a:xfrm>
              <a:off x="8770040" y="2103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8" name="pt52448"/>
            <p:cNvSpPr/>
            <p:nvPr/>
          </p:nvSpPr>
          <p:spPr>
            <a:xfrm>
              <a:off x="8595298" y="2304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9" name="pt52449"/>
            <p:cNvSpPr/>
            <p:nvPr/>
          </p:nvSpPr>
          <p:spPr>
            <a:xfrm>
              <a:off x="8904556" y="1891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0" name="pt52450"/>
            <p:cNvSpPr/>
            <p:nvPr/>
          </p:nvSpPr>
          <p:spPr>
            <a:xfrm>
              <a:off x="8947416" y="1924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1" name="pt52451"/>
            <p:cNvSpPr/>
            <p:nvPr/>
          </p:nvSpPr>
          <p:spPr>
            <a:xfrm>
              <a:off x="8641456" y="2185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2" name="pt52452"/>
            <p:cNvSpPr/>
            <p:nvPr/>
          </p:nvSpPr>
          <p:spPr>
            <a:xfrm>
              <a:off x="9235717" y="1858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3" name="pt52453"/>
            <p:cNvSpPr/>
            <p:nvPr/>
          </p:nvSpPr>
          <p:spPr>
            <a:xfrm>
              <a:off x="9018749" y="2013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4" name="pt52454"/>
            <p:cNvSpPr/>
            <p:nvPr/>
          </p:nvSpPr>
          <p:spPr>
            <a:xfrm>
              <a:off x="9038234" y="1711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5" name="pt52455"/>
            <p:cNvSpPr/>
            <p:nvPr/>
          </p:nvSpPr>
          <p:spPr>
            <a:xfrm>
              <a:off x="8825472" y="2045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6" name="pt52456"/>
            <p:cNvSpPr/>
            <p:nvPr/>
          </p:nvSpPr>
          <p:spPr>
            <a:xfrm>
              <a:off x="8654494" y="2354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7" name="pt52457"/>
            <p:cNvSpPr/>
            <p:nvPr/>
          </p:nvSpPr>
          <p:spPr>
            <a:xfrm>
              <a:off x="8871263" y="210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8" name="pt52458"/>
            <p:cNvSpPr/>
            <p:nvPr/>
          </p:nvSpPr>
          <p:spPr>
            <a:xfrm>
              <a:off x="8717243" y="2218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9" name="pt52459"/>
            <p:cNvSpPr/>
            <p:nvPr/>
          </p:nvSpPr>
          <p:spPr>
            <a:xfrm>
              <a:off x="9167133" y="2051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0" name="pt52460"/>
            <p:cNvSpPr/>
            <p:nvPr/>
          </p:nvSpPr>
          <p:spPr>
            <a:xfrm>
              <a:off x="9663884" y="2433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1" name="pt52461"/>
            <p:cNvSpPr/>
            <p:nvPr/>
          </p:nvSpPr>
          <p:spPr>
            <a:xfrm>
              <a:off x="8904556" y="2113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2" name="pt52462"/>
            <p:cNvSpPr/>
            <p:nvPr/>
          </p:nvSpPr>
          <p:spPr>
            <a:xfrm>
              <a:off x="8654494" y="2393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3" name="pt52463"/>
            <p:cNvSpPr/>
            <p:nvPr/>
          </p:nvSpPr>
          <p:spPr>
            <a:xfrm>
              <a:off x="9062080" y="1757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4" name="pt52464"/>
            <p:cNvSpPr/>
            <p:nvPr/>
          </p:nvSpPr>
          <p:spPr>
            <a:xfrm>
              <a:off x="8863776" y="2024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5" name="pt52465"/>
            <p:cNvSpPr/>
            <p:nvPr/>
          </p:nvSpPr>
          <p:spPr>
            <a:xfrm>
              <a:off x="8763400" y="2238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6" name="pt52466"/>
            <p:cNvSpPr/>
            <p:nvPr/>
          </p:nvSpPr>
          <p:spPr>
            <a:xfrm>
              <a:off x="8916289" y="1911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7" name="pt52467"/>
            <p:cNvSpPr/>
            <p:nvPr/>
          </p:nvSpPr>
          <p:spPr>
            <a:xfrm>
              <a:off x="8763400" y="2144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8" name="pt52468"/>
            <p:cNvSpPr/>
            <p:nvPr/>
          </p:nvSpPr>
          <p:spPr>
            <a:xfrm>
              <a:off x="8987622" y="2251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9" name="pt52469"/>
            <p:cNvSpPr/>
            <p:nvPr/>
          </p:nvSpPr>
          <p:spPr>
            <a:xfrm>
              <a:off x="9143835" y="2045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0" name="pt52470"/>
            <p:cNvSpPr/>
            <p:nvPr/>
          </p:nvSpPr>
          <p:spPr>
            <a:xfrm>
              <a:off x="8763400" y="2106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1" name="pt52471"/>
            <p:cNvSpPr/>
            <p:nvPr/>
          </p:nvSpPr>
          <p:spPr>
            <a:xfrm>
              <a:off x="8473354" y="2322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2" name="pt52472"/>
            <p:cNvSpPr/>
            <p:nvPr/>
          </p:nvSpPr>
          <p:spPr>
            <a:xfrm>
              <a:off x="9195417" y="1905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3" name="pt52473"/>
            <p:cNvSpPr/>
            <p:nvPr/>
          </p:nvSpPr>
          <p:spPr>
            <a:xfrm>
              <a:off x="9121452" y="2209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4" name="pt52474"/>
            <p:cNvSpPr/>
            <p:nvPr/>
          </p:nvSpPr>
          <p:spPr>
            <a:xfrm>
              <a:off x="8627374" y="2337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5" name="pt52475"/>
            <p:cNvSpPr/>
            <p:nvPr/>
          </p:nvSpPr>
          <p:spPr>
            <a:xfrm>
              <a:off x="8776438" y="2045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6" name="pt52476"/>
            <p:cNvSpPr/>
            <p:nvPr/>
          </p:nvSpPr>
          <p:spPr>
            <a:xfrm>
              <a:off x="8996835" y="1989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7" name="pt52477"/>
            <p:cNvSpPr/>
            <p:nvPr/>
          </p:nvSpPr>
          <p:spPr>
            <a:xfrm>
              <a:off x="8843532" y="2019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8" name="pt52478"/>
            <p:cNvSpPr/>
            <p:nvPr/>
          </p:nvSpPr>
          <p:spPr>
            <a:xfrm>
              <a:off x="8935109" y="1961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9" name="pt52479"/>
            <p:cNvSpPr/>
            <p:nvPr/>
          </p:nvSpPr>
          <p:spPr>
            <a:xfrm>
              <a:off x="9282477" y="2055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0" name="pt52480"/>
            <p:cNvSpPr/>
            <p:nvPr/>
          </p:nvSpPr>
          <p:spPr>
            <a:xfrm>
              <a:off x="9109567" y="1713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1" name="pt52481"/>
            <p:cNvSpPr/>
            <p:nvPr/>
          </p:nvSpPr>
          <p:spPr>
            <a:xfrm>
              <a:off x="9376059" y="2160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2" name="pt52482"/>
            <p:cNvSpPr/>
            <p:nvPr/>
          </p:nvSpPr>
          <p:spPr>
            <a:xfrm>
              <a:off x="8595298" y="2101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3" name="pt52483"/>
            <p:cNvSpPr/>
            <p:nvPr/>
          </p:nvSpPr>
          <p:spPr>
            <a:xfrm>
              <a:off x="8627374" y="2355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4" name="pt52484"/>
            <p:cNvSpPr/>
            <p:nvPr/>
          </p:nvSpPr>
          <p:spPr>
            <a:xfrm>
              <a:off x="8916289" y="2117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5" name="pt52485"/>
            <p:cNvSpPr/>
            <p:nvPr/>
          </p:nvSpPr>
          <p:spPr>
            <a:xfrm>
              <a:off x="9396086" y="2111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6" name="pt52486"/>
            <p:cNvSpPr/>
            <p:nvPr/>
          </p:nvSpPr>
          <p:spPr>
            <a:xfrm>
              <a:off x="8770040" y="2151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7" name="pt52487"/>
            <p:cNvSpPr/>
            <p:nvPr/>
          </p:nvSpPr>
          <p:spPr>
            <a:xfrm>
              <a:off x="9201130" y="2042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8" name="pt52488"/>
            <p:cNvSpPr/>
            <p:nvPr/>
          </p:nvSpPr>
          <p:spPr>
            <a:xfrm>
              <a:off x="9055774" y="1676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9" name="pt52489"/>
            <p:cNvSpPr/>
            <p:nvPr/>
          </p:nvSpPr>
          <p:spPr>
            <a:xfrm>
              <a:off x="8677986" y="2462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0" name="pt52490"/>
            <p:cNvSpPr/>
            <p:nvPr/>
          </p:nvSpPr>
          <p:spPr>
            <a:xfrm>
              <a:off x="8434097" y="2571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1" name="pt52491"/>
            <p:cNvSpPr/>
            <p:nvPr/>
          </p:nvSpPr>
          <p:spPr>
            <a:xfrm>
              <a:off x="8825472" y="1983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2" name="pt52492"/>
            <p:cNvSpPr/>
            <p:nvPr/>
          </p:nvSpPr>
          <p:spPr>
            <a:xfrm>
              <a:off x="8434097" y="2390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3" name="pt52493"/>
            <p:cNvSpPr/>
            <p:nvPr/>
          </p:nvSpPr>
          <p:spPr>
            <a:xfrm>
              <a:off x="9010641" y="1977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4" name="pt52494"/>
            <p:cNvSpPr/>
            <p:nvPr/>
          </p:nvSpPr>
          <p:spPr>
            <a:xfrm>
              <a:off x="8907564" y="1935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5" name="pt52495"/>
            <p:cNvSpPr/>
            <p:nvPr/>
          </p:nvSpPr>
          <p:spPr>
            <a:xfrm>
              <a:off x="8312152" y="2418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6" name="pt52496"/>
            <p:cNvSpPr/>
            <p:nvPr/>
          </p:nvSpPr>
          <p:spPr>
            <a:xfrm>
              <a:off x="9551860" y="1628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7" name="pt52497"/>
            <p:cNvSpPr/>
            <p:nvPr/>
          </p:nvSpPr>
          <p:spPr>
            <a:xfrm>
              <a:off x="8505430" y="2678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8" name="pt52498"/>
            <p:cNvSpPr/>
            <p:nvPr/>
          </p:nvSpPr>
          <p:spPr>
            <a:xfrm>
              <a:off x="9028011" y="1797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9" name="pt52499"/>
            <p:cNvSpPr/>
            <p:nvPr/>
          </p:nvSpPr>
          <p:spPr>
            <a:xfrm>
              <a:off x="8505430" y="2455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0" name="pt52500"/>
            <p:cNvSpPr/>
            <p:nvPr/>
          </p:nvSpPr>
          <p:spPr>
            <a:xfrm>
              <a:off x="8843532" y="2060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1" name="pt52501"/>
            <p:cNvSpPr/>
            <p:nvPr/>
          </p:nvSpPr>
          <p:spPr>
            <a:xfrm>
              <a:off x="9086345" y="1730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2" name="pt52502"/>
            <p:cNvSpPr/>
            <p:nvPr/>
          </p:nvSpPr>
          <p:spPr>
            <a:xfrm>
              <a:off x="8810596" y="2078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3" name="pt52503"/>
            <p:cNvSpPr/>
            <p:nvPr/>
          </p:nvSpPr>
          <p:spPr>
            <a:xfrm>
              <a:off x="9024978" y="2052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4" name="pt52504"/>
            <p:cNvSpPr/>
            <p:nvPr/>
          </p:nvSpPr>
          <p:spPr>
            <a:xfrm>
              <a:off x="8576763" y="2407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5" name="pt52505"/>
            <p:cNvSpPr/>
            <p:nvPr/>
          </p:nvSpPr>
          <p:spPr>
            <a:xfrm>
              <a:off x="8874891" y="1993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6" name="pt52506"/>
            <p:cNvSpPr/>
            <p:nvPr/>
          </p:nvSpPr>
          <p:spPr>
            <a:xfrm>
              <a:off x="9094774" y="1881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7" name="pt52507"/>
            <p:cNvSpPr/>
            <p:nvPr/>
          </p:nvSpPr>
          <p:spPr>
            <a:xfrm>
              <a:off x="8871263" y="2018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8" name="pt52508"/>
            <p:cNvSpPr/>
            <p:nvPr/>
          </p:nvSpPr>
          <p:spPr>
            <a:xfrm>
              <a:off x="8874891" y="1930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9" name="pt52509"/>
            <p:cNvSpPr/>
            <p:nvPr/>
          </p:nvSpPr>
          <p:spPr>
            <a:xfrm>
              <a:off x="8627374" y="2121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0" name="pt52510"/>
            <p:cNvSpPr/>
            <p:nvPr/>
          </p:nvSpPr>
          <p:spPr>
            <a:xfrm>
              <a:off x="9811851" y="2304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1" name="pt52511"/>
            <p:cNvSpPr/>
            <p:nvPr/>
          </p:nvSpPr>
          <p:spPr>
            <a:xfrm>
              <a:off x="9092704" y="1994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2" name="pt52512"/>
            <p:cNvSpPr/>
            <p:nvPr/>
          </p:nvSpPr>
          <p:spPr>
            <a:xfrm>
              <a:off x="8839187" y="2417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3" name="pt52513"/>
            <p:cNvSpPr/>
            <p:nvPr/>
          </p:nvSpPr>
          <p:spPr>
            <a:xfrm>
              <a:off x="9512564" y="2444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4" name="pt52514"/>
            <p:cNvSpPr/>
            <p:nvPr/>
          </p:nvSpPr>
          <p:spPr>
            <a:xfrm>
              <a:off x="9094774" y="1893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5" name="pt52515"/>
            <p:cNvSpPr/>
            <p:nvPr/>
          </p:nvSpPr>
          <p:spPr>
            <a:xfrm>
              <a:off x="8473354" y="2327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6" name="pt52516"/>
            <p:cNvSpPr/>
            <p:nvPr/>
          </p:nvSpPr>
          <p:spPr>
            <a:xfrm>
              <a:off x="9381988" y="2038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7" name="pt52517"/>
            <p:cNvSpPr/>
            <p:nvPr/>
          </p:nvSpPr>
          <p:spPr>
            <a:xfrm>
              <a:off x="8859909" y="1957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8" name="pt52518"/>
            <p:cNvSpPr/>
            <p:nvPr/>
          </p:nvSpPr>
          <p:spPr>
            <a:xfrm>
              <a:off x="9607397" y="2153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9" name="pt52519"/>
            <p:cNvSpPr/>
            <p:nvPr/>
          </p:nvSpPr>
          <p:spPr>
            <a:xfrm>
              <a:off x="9062080" y="1749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0" name="pt52520"/>
            <p:cNvSpPr/>
            <p:nvPr/>
          </p:nvSpPr>
          <p:spPr>
            <a:xfrm>
              <a:off x="8434097" y="2395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1" name="pt52521"/>
            <p:cNvSpPr/>
            <p:nvPr/>
          </p:nvSpPr>
          <p:spPr>
            <a:xfrm>
              <a:off x="8947416" y="2030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2" name="pt52522"/>
            <p:cNvSpPr/>
            <p:nvPr/>
          </p:nvSpPr>
          <p:spPr>
            <a:xfrm>
              <a:off x="8977900" y="2357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3" name="pt52523"/>
            <p:cNvSpPr/>
            <p:nvPr/>
          </p:nvSpPr>
          <p:spPr>
            <a:xfrm>
              <a:off x="8312152" y="2318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4" name="pt52524"/>
            <p:cNvSpPr/>
            <p:nvPr/>
          </p:nvSpPr>
          <p:spPr>
            <a:xfrm>
              <a:off x="8749319" y="1860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5" name="pt52525"/>
            <p:cNvSpPr/>
            <p:nvPr/>
          </p:nvSpPr>
          <p:spPr>
            <a:xfrm>
              <a:off x="8971798" y="2093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6" name="pt52526"/>
            <p:cNvSpPr/>
            <p:nvPr/>
          </p:nvSpPr>
          <p:spPr>
            <a:xfrm>
              <a:off x="8612066" y="2275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7" name="pt52527"/>
            <p:cNvSpPr/>
            <p:nvPr/>
          </p:nvSpPr>
          <p:spPr>
            <a:xfrm>
              <a:off x="8839187" y="2289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8" name="pt52528"/>
            <p:cNvSpPr/>
            <p:nvPr/>
          </p:nvSpPr>
          <p:spPr>
            <a:xfrm>
              <a:off x="8947416" y="1956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9" name="pt52529"/>
            <p:cNvSpPr/>
            <p:nvPr/>
          </p:nvSpPr>
          <p:spPr>
            <a:xfrm>
              <a:off x="8473354" y="2424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0" name="pt52530"/>
            <p:cNvSpPr/>
            <p:nvPr/>
          </p:nvSpPr>
          <p:spPr>
            <a:xfrm>
              <a:off x="9103798" y="2024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1" name="pt52531"/>
            <p:cNvSpPr/>
            <p:nvPr/>
          </p:nvSpPr>
          <p:spPr>
            <a:xfrm>
              <a:off x="8788576" y="2291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2" name="pt52532"/>
            <p:cNvSpPr/>
            <p:nvPr/>
          </p:nvSpPr>
          <p:spPr>
            <a:xfrm>
              <a:off x="9297726" y="1907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3" name="pt52533"/>
            <p:cNvSpPr/>
            <p:nvPr/>
          </p:nvSpPr>
          <p:spPr>
            <a:xfrm>
              <a:off x="9311758" y="1974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4" name="pt52534"/>
            <p:cNvSpPr/>
            <p:nvPr/>
          </p:nvSpPr>
          <p:spPr>
            <a:xfrm>
              <a:off x="9282831" y="2051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5" name="pt52535"/>
            <p:cNvSpPr/>
            <p:nvPr/>
          </p:nvSpPr>
          <p:spPr>
            <a:xfrm>
              <a:off x="9577860" y="2527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6" name="pt52536"/>
            <p:cNvSpPr/>
            <p:nvPr/>
          </p:nvSpPr>
          <p:spPr>
            <a:xfrm>
              <a:off x="9312057" y="1800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7" name="pt52537"/>
            <p:cNvSpPr/>
            <p:nvPr/>
          </p:nvSpPr>
          <p:spPr>
            <a:xfrm>
              <a:off x="8815695" y="208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8" name="pt52538"/>
            <p:cNvSpPr/>
            <p:nvPr/>
          </p:nvSpPr>
          <p:spPr>
            <a:xfrm>
              <a:off x="9202808" y="213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9" name="pt52539"/>
            <p:cNvSpPr/>
            <p:nvPr/>
          </p:nvSpPr>
          <p:spPr>
            <a:xfrm>
              <a:off x="8473354" y="2188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0" name="pt52540"/>
            <p:cNvSpPr/>
            <p:nvPr/>
          </p:nvSpPr>
          <p:spPr>
            <a:xfrm>
              <a:off x="8312152" y="2543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1" name="pt52541"/>
            <p:cNvSpPr/>
            <p:nvPr/>
          </p:nvSpPr>
          <p:spPr>
            <a:xfrm>
              <a:off x="8971798" y="2055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2" name="pt52542"/>
            <p:cNvSpPr/>
            <p:nvPr/>
          </p:nvSpPr>
          <p:spPr>
            <a:xfrm>
              <a:off x="9057053" y="162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3" name="pt52543"/>
            <p:cNvSpPr/>
            <p:nvPr/>
          </p:nvSpPr>
          <p:spPr>
            <a:xfrm>
              <a:off x="8859909" y="2053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4" name="pt52544"/>
            <p:cNvSpPr/>
            <p:nvPr/>
          </p:nvSpPr>
          <p:spPr>
            <a:xfrm>
              <a:off x="8749319" y="2169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5" name="pt52545"/>
            <p:cNvSpPr/>
            <p:nvPr/>
          </p:nvSpPr>
          <p:spPr>
            <a:xfrm>
              <a:off x="8383485" y="2370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6" name="pt52546"/>
            <p:cNvSpPr/>
            <p:nvPr/>
          </p:nvSpPr>
          <p:spPr>
            <a:xfrm>
              <a:off x="9005590" y="1800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7" name="pt52547"/>
            <p:cNvSpPr/>
            <p:nvPr/>
          </p:nvSpPr>
          <p:spPr>
            <a:xfrm>
              <a:off x="8717243" y="2333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8" name="pt52548"/>
            <p:cNvSpPr/>
            <p:nvPr/>
          </p:nvSpPr>
          <p:spPr>
            <a:xfrm>
              <a:off x="9652594" y="2084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9" name="pt52549"/>
            <p:cNvSpPr/>
            <p:nvPr/>
          </p:nvSpPr>
          <p:spPr>
            <a:xfrm>
              <a:off x="8666631" y="2442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0" name="pt52550"/>
            <p:cNvSpPr/>
            <p:nvPr/>
          </p:nvSpPr>
          <p:spPr>
            <a:xfrm>
              <a:off x="8741831" y="2357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1" name="pt52551"/>
            <p:cNvSpPr/>
            <p:nvPr/>
          </p:nvSpPr>
          <p:spPr>
            <a:xfrm>
              <a:off x="9724502" y="2240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2" name="pt52552"/>
            <p:cNvSpPr/>
            <p:nvPr/>
          </p:nvSpPr>
          <p:spPr>
            <a:xfrm>
              <a:off x="8473354" y="2239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3" name="pt52553"/>
            <p:cNvSpPr/>
            <p:nvPr/>
          </p:nvSpPr>
          <p:spPr>
            <a:xfrm>
              <a:off x="8641456" y="2121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4" name="pt52554"/>
            <p:cNvSpPr/>
            <p:nvPr/>
          </p:nvSpPr>
          <p:spPr>
            <a:xfrm>
              <a:off x="8627374" y="2149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5" name="pt52555"/>
            <p:cNvSpPr/>
            <p:nvPr/>
          </p:nvSpPr>
          <p:spPr>
            <a:xfrm>
              <a:off x="8383485" y="2280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6" name="pt52556"/>
            <p:cNvSpPr/>
            <p:nvPr/>
          </p:nvSpPr>
          <p:spPr>
            <a:xfrm>
              <a:off x="8776438" y="200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7" name="pt52557"/>
            <p:cNvSpPr/>
            <p:nvPr/>
          </p:nvSpPr>
          <p:spPr>
            <a:xfrm>
              <a:off x="8698707" y="2375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8" name="pt52558"/>
            <p:cNvSpPr/>
            <p:nvPr/>
          </p:nvSpPr>
          <p:spPr>
            <a:xfrm>
              <a:off x="9070546" y="2129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9" name="pt52559"/>
            <p:cNvSpPr/>
            <p:nvPr/>
          </p:nvSpPr>
          <p:spPr>
            <a:xfrm>
              <a:off x="8979888" y="2336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0" name="pt52560"/>
            <p:cNvSpPr/>
            <p:nvPr/>
          </p:nvSpPr>
          <p:spPr>
            <a:xfrm>
              <a:off x="8888696" y="2292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1" name="pt52561"/>
            <p:cNvSpPr/>
            <p:nvPr/>
          </p:nvSpPr>
          <p:spPr>
            <a:xfrm>
              <a:off x="8956678" y="1919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2" name="pt52562"/>
            <p:cNvSpPr/>
            <p:nvPr/>
          </p:nvSpPr>
          <p:spPr>
            <a:xfrm>
              <a:off x="9138300" y="197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3" name="pt52563"/>
            <p:cNvSpPr/>
            <p:nvPr/>
          </p:nvSpPr>
          <p:spPr>
            <a:xfrm>
              <a:off x="9117880" y="219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4" name="pt52564"/>
            <p:cNvSpPr/>
            <p:nvPr/>
          </p:nvSpPr>
          <p:spPr>
            <a:xfrm>
              <a:off x="8741831" y="2239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5" name="pt52565"/>
            <p:cNvSpPr/>
            <p:nvPr/>
          </p:nvSpPr>
          <p:spPr>
            <a:xfrm>
              <a:off x="8830164" y="2218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6" name="pt52566"/>
            <p:cNvSpPr/>
            <p:nvPr/>
          </p:nvSpPr>
          <p:spPr>
            <a:xfrm>
              <a:off x="9377920" y="2117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7" name="pt52567"/>
            <p:cNvSpPr/>
            <p:nvPr/>
          </p:nvSpPr>
          <p:spPr>
            <a:xfrm>
              <a:off x="9070546" y="2257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8" name="pt52568"/>
            <p:cNvSpPr/>
            <p:nvPr/>
          </p:nvSpPr>
          <p:spPr>
            <a:xfrm>
              <a:off x="8654494" y="2455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9" name="pt52569"/>
            <p:cNvSpPr/>
            <p:nvPr/>
          </p:nvSpPr>
          <p:spPr>
            <a:xfrm>
              <a:off x="8383485" y="235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0" name="pt52570"/>
            <p:cNvSpPr/>
            <p:nvPr/>
          </p:nvSpPr>
          <p:spPr>
            <a:xfrm>
              <a:off x="9265000" y="1825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1" name="pt52571"/>
            <p:cNvSpPr/>
            <p:nvPr/>
          </p:nvSpPr>
          <p:spPr>
            <a:xfrm>
              <a:off x="9282477" y="2188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2" name="pt52572"/>
            <p:cNvSpPr/>
            <p:nvPr/>
          </p:nvSpPr>
          <p:spPr>
            <a:xfrm>
              <a:off x="8995031" y="2036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3" name="pt52573"/>
            <p:cNvSpPr/>
            <p:nvPr/>
          </p:nvSpPr>
          <p:spPr>
            <a:xfrm>
              <a:off x="9062080" y="1745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4" name="pt52574"/>
            <p:cNvSpPr/>
            <p:nvPr/>
          </p:nvSpPr>
          <p:spPr>
            <a:xfrm>
              <a:off x="9128386" y="193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5" name="pt52575"/>
            <p:cNvSpPr/>
            <p:nvPr/>
          </p:nvSpPr>
          <p:spPr>
            <a:xfrm>
              <a:off x="9978328" y="2574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6" name="pt52576"/>
            <p:cNvSpPr/>
            <p:nvPr/>
          </p:nvSpPr>
          <p:spPr>
            <a:xfrm>
              <a:off x="8312152" y="2330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7" name="pt52577"/>
            <p:cNvSpPr/>
            <p:nvPr/>
          </p:nvSpPr>
          <p:spPr>
            <a:xfrm>
              <a:off x="9003873" y="1966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8" name="pt52578"/>
            <p:cNvSpPr/>
            <p:nvPr/>
          </p:nvSpPr>
          <p:spPr>
            <a:xfrm>
              <a:off x="8788576" y="2359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9" name="pt52579"/>
            <p:cNvSpPr/>
            <p:nvPr/>
          </p:nvSpPr>
          <p:spPr>
            <a:xfrm>
              <a:off x="9578717" y="2239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0" name="pt52580"/>
            <p:cNvSpPr/>
            <p:nvPr/>
          </p:nvSpPr>
          <p:spPr>
            <a:xfrm>
              <a:off x="9117880" y="2112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1" name="pt52581"/>
            <p:cNvSpPr/>
            <p:nvPr/>
          </p:nvSpPr>
          <p:spPr>
            <a:xfrm>
              <a:off x="8947416" y="1901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2" name="pt52582"/>
            <p:cNvSpPr/>
            <p:nvPr/>
          </p:nvSpPr>
          <p:spPr>
            <a:xfrm>
              <a:off x="8627374" y="2253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3" name="pt52583"/>
            <p:cNvSpPr/>
            <p:nvPr/>
          </p:nvSpPr>
          <p:spPr>
            <a:xfrm>
              <a:off x="9020327" y="1857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4" name="pt52584"/>
            <p:cNvSpPr/>
            <p:nvPr/>
          </p:nvSpPr>
          <p:spPr>
            <a:xfrm>
              <a:off x="9065758" y="2111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5" name="pt52585"/>
            <p:cNvSpPr/>
            <p:nvPr/>
          </p:nvSpPr>
          <p:spPr>
            <a:xfrm>
              <a:off x="8383485" y="2359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6" name="pt52586"/>
            <p:cNvSpPr/>
            <p:nvPr/>
          </p:nvSpPr>
          <p:spPr>
            <a:xfrm>
              <a:off x="8473354" y="2411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7" name="pt52587"/>
            <p:cNvSpPr/>
            <p:nvPr/>
          </p:nvSpPr>
          <p:spPr>
            <a:xfrm>
              <a:off x="8859909" y="2193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8" name="pt52588"/>
            <p:cNvSpPr/>
            <p:nvPr/>
          </p:nvSpPr>
          <p:spPr>
            <a:xfrm>
              <a:off x="8312152" y="2252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9" name="pt52589"/>
            <p:cNvSpPr/>
            <p:nvPr/>
          </p:nvSpPr>
          <p:spPr>
            <a:xfrm>
              <a:off x="9564416" y="2274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0" name="pt52590"/>
            <p:cNvSpPr/>
            <p:nvPr/>
          </p:nvSpPr>
          <p:spPr>
            <a:xfrm>
              <a:off x="9310253" y="1870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1" name="pt52591"/>
            <p:cNvSpPr/>
            <p:nvPr/>
          </p:nvSpPr>
          <p:spPr>
            <a:xfrm>
              <a:off x="9086345" y="1856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2" name="pt52592"/>
            <p:cNvSpPr/>
            <p:nvPr/>
          </p:nvSpPr>
          <p:spPr>
            <a:xfrm>
              <a:off x="8904556" y="1867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3" name="pt52593"/>
            <p:cNvSpPr/>
            <p:nvPr/>
          </p:nvSpPr>
          <p:spPr>
            <a:xfrm>
              <a:off x="8932540" y="203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4" name="pt52594"/>
            <p:cNvSpPr/>
            <p:nvPr/>
          </p:nvSpPr>
          <p:spPr>
            <a:xfrm>
              <a:off x="8839187" y="2113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5" name="pt52595"/>
            <p:cNvSpPr/>
            <p:nvPr/>
          </p:nvSpPr>
          <p:spPr>
            <a:xfrm>
              <a:off x="8956678" y="1829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6" name="pt52596"/>
            <p:cNvSpPr/>
            <p:nvPr/>
          </p:nvSpPr>
          <p:spPr>
            <a:xfrm>
              <a:off x="8627374" y="2140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7" name="pt52597"/>
            <p:cNvSpPr/>
            <p:nvPr/>
          </p:nvSpPr>
          <p:spPr>
            <a:xfrm>
              <a:off x="8717243" y="2324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8" name="pt52598"/>
            <p:cNvSpPr/>
            <p:nvPr/>
          </p:nvSpPr>
          <p:spPr>
            <a:xfrm>
              <a:off x="8576763" y="2434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9" name="pt52599"/>
            <p:cNvSpPr/>
            <p:nvPr/>
          </p:nvSpPr>
          <p:spPr>
            <a:xfrm>
              <a:off x="9209365" y="2093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0" name="pt52600"/>
            <p:cNvSpPr/>
            <p:nvPr/>
          </p:nvSpPr>
          <p:spPr>
            <a:xfrm>
              <a:off x="9087421" y="1803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1" name="pt52601"/>
            <p:cNvSpPr/>
            <p:nvPr/>
          </p:nvSpPr>
          <p:spPr>
            <a:xfrm>
              <a:off x="8776438" y="2090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2" name="pt52602"/>
            <p:cNvSpPr/>
            <p:nvPr/>
          </p:nvSpPr>
          <p:spPr>
            <a:xfrm>
              <a:off x="8963317" y="2043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3" name="pt52603"/>
            <p:cNvSpPr/>
            <p:nvPr/>
          </p:nvSpPr>
          <p:spPr>
            <a:xfrm>
              <a:off x="8434097" y="2349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4" name="pt52604"/>
            <p:cNvSpPr/>
            <p:nvPr/>
          </p:nvSpPr>
          <p:spPr>
            <a:xfrm>
              <a:off x="8595298" y="2268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5" name="pt52605"/>
            <p:cNvSpPr/>
            <p:nvPr/>
          </p:nvSpPr>
          <p:spPr>
            <a:xfrm>
              <a:off x="9065758" y="2002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6" name="pt52606"/>
            <p:cNvSpPr/>
            <p:nvPr/>
          </p:nvSpPr>
          <p:spPr>
            <a:xfrm>
              <a:off x="8698707" y="2412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7" name="pt52607"/>
            <p:cNvSpPr/>
            <p:nvPr/>
          </p:nvSpPr>
          <p:spPr>
            <a:xfrm>
              <a:off x="8717243" y="2278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8" name="pt52608"/>
            <p:cNvSpPr/>
            <p:nvPr/>
          </p:nvSpPr>
          <p:spPr>
            <a:xfrm>
              <a:off x="8749319" y="1919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9" name="pt52609"/>
            <p:cNvSpPr/>
            <p:nvPr/>
          </p:nvSpPr>
          <p:spPr>
            <a:xfrm>
              <a:off x="8312152" y="2542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0" name="pt52610"/>
            <p:cNvSpPr/>
            <p:nvPr/>
          </p:nvSpPr>
          <p:spPr>
            <a:xfrm>
              <a:off x="8961132" y="2120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1" name="pt52611"/>
            <p:cNvSpPr/>
            <p:nvPr/>
          </p:nvSpPr>
          <p:spPr>
            <a:xfrm>
              <a:off x="9207749" y="2015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2" name="pt52612"/>
            <p:cNvSpPr/>
            <p:nvPr/>
          </p:nvSpPr>
          <p:spPr>
            <a:xfrm>
              <a:off x="8810596" y="2143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3" name="pt52613"/>
            <p:cNvSpPr/>
            <p:nvPr/>
          </p:nvSpPr>
          <p:spPr>
            <a:xfrm>
              <a:off x="9377920" y="2072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4" name="pt52614"/>
            <p:cNvSpPr/>
            <p:nvPr/>
          </p:nvSpPr>
          <p:spPr>
            <a:xfrm>
              <a:off x="8921875" y="2108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5" name="pt52615"/>
            <p:cNvSpPr/>
            <p:nvPr/>
          </p:nvSpPr>
          <p:spPr>
            <a:xfrm>
              <a:off x="8874891" y="218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6" name="pt52616"/>
            <p:cNvSpPr/>
            <p:nvPr/>
          </p:nvSpPr>
          <p:spPr>
            <a:xfrm>
              <a:off x="9005590" y="1889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7" name="pt52617"/>
            <p:cNvSpPr/>
            <p:nvPr/>
          </p:nvSpPr>
          <p:spPr>
            <a:xfrm>
              <a:off x="9536594" y="1728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8" name="pt52618"/>
            <p:cNvSpPr/>
            <p:nvPr/>
          </p:nvSpPr>
          <p:spPr>
            <a:xfrm>
              <a:off x="9386161" y="2056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9" name="pt52619"/>
            <p:cNvSpPr/>
            <p:nvPr/>
          </p:nvSpPr>
          <p:spPr>
            <a:xfrm>
              <a:off x="9697445" y="1879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0" name="pt52620"/>
            <p:cNvSpPr/>
            <p:nvPr/>
          </p:nvSpPr>
          <p:spPr>
            <a:xfrm>
              <a:off x="8961132" y="2115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1" name="pt52621"/>
            <p:cNvSpPr/>
            <p:nvPr/>
          </p:nvSpPr>
          <p:spPr>
            <a:xfrm>
              <a:off x="8556041" y="2449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2" name="pt52622"/>
            <p:cNvSpPr/>
            <p:nvPr/>
          </p:nvSpPr>
          <p:spPr>
            <a:xfrm>
              <a:off x="9346461" y="2107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3" name="pt52623"/>
            <p:cNvSpPr/>
            <p:nvPr/>
          </p:nvSpPr>
          <p:spPr>
            <a:xfrm>
              <a:off x="8874891" y="197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4" name="pt52624"/>
            <p:cNvSpPr/>
            <p:nvPr/>
          </p:nvSpPr>
          <p:spPr>
            <a:xfrm>
              <a:off x="8725827" y="2197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5" name="pt52625"/>
            <p:cNvSpPr/>
            <p:nvPr/>
          </p:nvSpPr>
          <p:spPr>
            <a:xfrm>
              <a:off x="8874891" y="2001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6" name="pt52626"/>
            <p:cNvSpPr/>
            <p:nvPr/>
          </p:nvSpPr>
          <p:spPr>
            <a:xfrm>
              <a:off x="8473354" y="2374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7" name="pt52627"/>
            <p:cNvSpPr/>
            <p:nvPr/>
          </p:nvSpPr>
          <p:spPr>
            <a:xfrm>
              <a:off x="8595298" y="2373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8" name="pt52628"/>
            <p:cNvSpPr/>
            <p:nvPr/>
          </p:nvSpPr>
          <p:spPr>
            <a:xfrm>
              <a:off x="9045188" y="1944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9" name="pt52629"/>
            <p:cNvSpPr/>
            <p:nvPr/>
          </p:nvSpPr>
          <p:spPr>
            <a:xfrm>
              <a:off x="8434097" y="22477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0" name="pt52630"/>
            <p:cNvSpPr/>
            <p:nvPr/>
          </p:nvSpPr>
          <p:spPr>
            <a:xfrm>
              <a:off x="9064541" y="1859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1" name="pt52631"/>
            <p:cNvSpPr/>
            <p:nvPr/>
          </p:nvSpPr>
          <p:spPr>
            <a:xfrm>
              <a:off x="8741831" y="2357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2" name="pt52632"/>
            <p:cNvSpPr/>
            <p:nvPr/>
          </p:nvSpPr>
          <p:spPr>
            <a:xfrm>
              <a:off x="8627374" y="2375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3" name="pt52633"/>
            <p:cNvSpPr/>
            <p:nvPr/>
          </p:nvSpPr>
          <p:spPr>
            <a:xfrm>
              <a:off x="8763400" y="207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4" name="pt52634"/>
            <p:cNvSpPr/>
            <p:nvPr/>
          </p:nvSpPr>
          <p:spPr>
            <a:xfrm>
              <a:off x="8505430" y="2625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5" name="pt52635"/>
            <p:cNvSpPr/>
            <p:nvPr/>
          </p:nvSpPr>
          <p:spPr>
            <a:xfrm>
              <a:off x="9688802" y="2671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6" name="pt52636"/>
            <p:cNvSpPr/>
            <p:nvPr/>
          </p:nvSpPr>
          <p:spPr>
            <a:xfrm>
              <a:off x="9700990" y="1954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7" name="pt52637"/>
            <p:cNvSpPr/>
            <p:nvPr/>
          </p:nvSpPr>
          <p:spPr>
            <a:xfrm>
              <a:off x="9218255" y="1945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8" name="pt52638"/>
            <p:cNvSpPr/>
            <p:nvPr/>
          </p:nvSpPr>
          <p:spPr>
            <a:xfrm>
              <a:off x="8867559" y="1952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9" name="pt52639"/>
            <p:cNvSpPr/>
            <p:nvPr/>
          </p:nvSpPr>
          <p:spPr>
            <a:xfrm>
              <a:off x="9349631" y="2177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0" name="pt52640"/>
            <p:cNvSpPr/>
            <p:nvPr/>
          </p:nvSpPr>
          <p:spPr>
            <a:xfrm>
              <a:off x="8834733" y="2394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1" name="pt52641"/>
            <p:cNvSpPr/>
            <p:nvPr/>
          </p:nvSpPr>
          <p:spPr>
            <a:xfrm>
              <a:off x="9062080" y="1698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2" name="pt52642"/>
            <p:cNvSpPr/>
            <p:nvPr/>
          </p:nvSpPr>
          <p:spPr>
            <a:xfrm>
              <a:off x="8627374" y="2288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3" name="pt52643"/>
            <p:cNvSpPr/>
            <p:nvPr/>
          </p:nvSpPr>
          <p:spPr>
            <a:xfrm>
              <a:off x="9094774" y="1850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4" name="pt52644"/>
            <p:cNvSpPr/>
            <p:nvPr/>
          </p:nvSpPr>
          <p:spPr>
            <a:xfrm>
              <a:off x="8383485" y="2282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5" name="pt52645"/>
            <p:cNvSpPr/>
            <p:nvPr/>
          </p:nvSpPr>
          <p:spPr>
            <a:xfrm>
              <a:off x="8825472" y="2031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6" name="pt52646"/>
            <p:cNvSpPr/>
            <p:nvPr/>
          </p:nvSpPr>
          <p:spPr>
            <a:xfrm>
              <a:off x="8312152" y="2524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7" name="pt52647"/>
            <p:cNvSpPr/>
            <p:nvPr/>
          </p:nvSpPr>
          <p:spPr>
            <a:xfrm>
              <a:off x="8825472" y="2025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8" name="pt52648"/>
            <p:cNvSpPr/>
            <p:nvPr/>
          </p:nvSpPr>
          <p:spPr>
            <a:xfrm>
              <a:off x="8898383" y="2059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9" name="pt52649"/>
            <p:cNvSpPr/>
            <p:nvPr/>
          </p:nvSpPr>
          <p:spPr>
            <a:xfrm>
              <a:off x="8921875" y="2142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0" name="pt52650"/>
            <p:cNvSpPr/>
            <p:nvPr/>
          </p:nvSpPr>
          <p:spPr>
            <a:xfrm>
              <a:off x="9005590" y="1867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1" name="pt52651"/>
            <p:cNvSpPr/>
            <p:nvPr/>
          </p:nvSpPr>
          <p:spPr>
            <a:xfrm>
              <a:off x="9509182" y="2448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2" name="pt52652"/>
            <p:cNvSpPr/>
            <p:nvPr/>
          </p:nvSpPr>
          <p:spPr>
            <a:xfrm>
              <a:off x="9055774" y="169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3" name="pt52653"/>
            <p:cNvSpPr/>
            <p:nvPr/>
          </p:nvSpPr>
          <p:spPr>
            <a:xfrm>
              <a:off x="8312152" y="2393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4" name="pt52654"/>
            <p:cNvSpPr/>
            <p:nvPr/>
          </p:nvSpPr>
          <p:spPr>
            <a:xfrm>
              <a:off x="9021891" y="1848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5" name="pt52655"/>
            <p:cNvSpPr/>
            <p:nvPr/>
          </p:nvSpPr>
          <p:spPr>
            <a:xfrm>
              <a:off x="9021891" y="1849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6" name="pt52656"/>
            <p:cNvSpPr/>
            <p:nvPr/>
          </p:nvSpPr>
          <p:spPr>
            <a:xfrm>
              <a:off x="9480986" y="2109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7" name="pt52657"/>
            <p:cNvSpPr/>
            <p:nvPr/>
          </p:nvSpPr>
          <p:spPr>
            <a:xfrm>
              <a:off x="9498107" y="2403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8" name="pt52658"/>
            <p:cNvSpPr/>
            <p:nvPr/>
          </p:nvSpPr>
          <p:spPr>
            <a:xfrm>
              <a:off x="9097834" y="2074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9" name="pt52659"/>
            <p:cNvSpPr/>
            <p:nvPr/>
          </p:nvSpPr>
          <p:spPr>
            <a:xfrm>
              <a:off x="9087421" y="1974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0" name="pt52660"/>
            <p:cNvSpPr/>
            <p:nvPr/>
          </p:nvSpPr>
          <p:spPr>
            <a:xfrm>
              <a:off x="8932540" y="2104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1" name="pt52661"/>
            <p:cNvSpPr/>
            <p:nvPr/>
          </p:nvSpPr>
          <p:spPr>
            <a:xfrm>
              <a:off x="8654494" y="2347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2" name="pt52662"/>
            <p:cNvSpPr/>
            <p:nvPr/>
          </p:nvSpPr>
          <p:spPr>
            <a:xfrm>
              <a:off x="8312152" y="2439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3" name="pt52663"/>
            <p:cNvSpPr/>
            <p:nvPr/>
          </p:nvSpPr>
          <p:spPr>
            <a:xfrm>
              <a:off x="9209365" y="2078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4" name="pt52664"/>
            <p:cNvSpPr/>
            <p:nvPr/>
          </p:nvSpPr>
          <p:spPr>
            <a:xfrm>
              <a:off x="9055774" y="1707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5" name="pt52665"/>
            <p:cNvSpPr/>
            <p:nvPr/>
          </p:nvSpPr>
          <p:spPr>
            <a:xfrm>
              <a:off x="8473354" y="2240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6" name="pt52666"/>
            <p:cNvSpPr/>
            <p:nvPr/>
          </p:nvSpPr>
          <p:spPr>
            <a:xfrm>
              <a:off x="8839187" y="2176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7" name="pt52667"/>
            <p:cNvSpPr/>
            <p:nvPr/>
          </p:nvSpPr>
          <p:spPr>
            <a:xfrm>
              <a:off x="9332911" y="2211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8" name="pt52668"/>
            <p:cNvSpPr/>
            <p:nvPr/>
          </p:nvSpPr>
          <p:spPr>
            <a:xfrm>
              <a:off x="9049233" y="1863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9" name="pt52669"/>
            <p:cNvSpPr/>
            <p:nvPr/>
          </p:nvSpPr>
          <p:spPr>
            <a:xfrm>
              <a:off x="8810596" y="2139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0" name="pt52670"/>
            <p:cNvSpPr/>
            <p:nvPr/>
          </p:nvSpPr>
          <p:spPr>
            <a:xfrm>
              <a:off x="8810596" y="2034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1" name="pt52671"/>
            <p:cNvSpPr/>
            <p:nvPr/>
          </p:nvSpPr>
          <p:spPr>
            <a:xfrm>
              <a:off x="9024978" y="1897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2" name="pt52672"/>
            <p:cNvSpPr/>
            <p:nvPr/>
          </p:nvSpPr>
          <p:spPr>
            <a:xfrm>
              <a:off x="9146155" y="1985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3" name="pt52673"/>
            <p:cNvSpPr/>
            <p:nvPr/>
          </p:nvSpPr>
          <p:spPr>
            <a:xfrm>
              <a:off x="8975889" y="2168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4" name="pt52674"/>
            <p:cNvSpPr/>
            <p:nvPr/>
          </p:nvSpPr>
          <p:spPr>
            <a:xfrm>
              <a:off x="8901496" y="1948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5" name="pt52675"/>
            <p:cNvSpPr/>
            <p:nvPr/>
          </p:nvSpPr>
          <p:spPr>
            <a:xfrm>
              <a:off x="8913428" y="2043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6" name="pt52676"/>
            <p:cNvSpPr/>
            <p:nvPr/>
          </p:nvSpPr>
          <p:spPr>
            <a:xfrm>
              <a:off x="9607397" y="2273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7" name="pt52677"/>
            <p:cNvSpPr/>
            <p:nvPr/>
          </p:nvSpPr>
          <p:spPr>
            <a:xfrm>
              <a:off x="9480986" y="2162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8" name="pt52678"/>
            <p:cNvSpPr/>
            <p:nvPr/>
          </p:nvSpPr>
          <p:spPr>
            <a:xfrm>
              <a:off x="9119675" y="2186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9" name="pt52679"/>
            <p:cNvSpPr/>
            <p:nvPr/>
          </p:nvSpPr>
          <p:spPr>
            <a:xfrm>
              <a:off x="9448910" y="2055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0" name="pt52680"/>
            <p:cNvSpPr/>
            <p:nvPr/>
          </p:nvSpPr>
          <p:spPr>
            <a:xfrm>
              <a:off x="8782612" y="2215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1" name="pt52681"/>
            <p:cNvSpPr/>
            <p:nvPr/>
          </p:nvSpPr>
          <p:spPr>
            <a:xfrm>
              <a:off x="8595298" y="2242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2" name="pt52682"/>
            <p:cNvSpPr/>
            <p:nvPr/>
          </p:nvSpPr>
          <p:spPr>
            <a:xfrm>
              <a:off x="9161591" y="2037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3" name="pt52683"/>
            <p:cNvSpPr/>
            <p:nvPr/>
          </p:nvSpPr>
          <p:spPr>
            <a:xfrm>
              <a:off x="8312152" y="2362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4" name="pt52684"/>
            <p:cNvSpPr/>
            <p:nvPr/>
          </p:nvSpPr>
          <p:spPr>
            <a:xfrm>
              <a:off x="8312152" y="2441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5" name="pt52685"/>
            <p:cNvSpPr/>
            <p:nvPr/>
          </p:nvSpPr>
          <p:spPr>
            <a:xfrm>
              <a:off x="8741831" y="2188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6" name="pt52686"/>
            <p:cNvSpPr/>
            <p:nvPr/>
          </p:nvSpPr>
          <p:spPr>
            <a:xfrm>
              <a:off x="8763400" y="2166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7" name="pt52687"/>
            <p:cNvSpPr/>
            <p:nvPr/>
          </p:nvSpPr>
          <p:spPr>
            <a:xfrm>
              <a:off x="9241172" y="1956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8" name="pt52688"/>
            <p:cNvSpPr/>
            <p:nvPr/>
          </p:nvSpPr>
          <p:spPr>
            <a:xfrm>
              <a:off x="8505430" y="2339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9" name="pt52689"/>
            <p:cNvSpPr/>
            <p:nvPr/>
          </p:nvSpPr>
          <p:spPr>
            <a:xfrm>
              <a:off x="8312152" y="2613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0" name="pt52690"/>
            <p:cNvSpPr/>
            <p:nvPr/>
          </p:nvSpPr>
          <p:spPr>
            <a:xfrm>
              <a:off x="8878445" y="2018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1" name="pt52691"/>
            <p:cNvSpPr/>
            <p:nvPr/>
          </p:nvSpPr>
          <p:spPr>
            <a:xfrm>
              <a:off x="9299019" y="2065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2" name="pt52692"/>
            <p:cNvSpPr/>
            <p:nvPr/>
          </p:nvSpPr>
          <p:spPr>
            <a:xfrm>
              <a:off x="8717243" y="2275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3" name="pt52693"/>
            <p:cNvSpPr/>
            <p:nvPr/>
          </p:nvSpPr>
          <p:spPr>
            <a:xfrm>
              <a:off x="8874891" y="1981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4" name="pt52694"/>
            <p:cNvSpPr/>
            <p:nvPr/>
          </p:nvSpPr>
          <p:spPr>
            <a:xfrm>
              <a:off x="8595298" y="228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5" name="pt52695"/>
            <p:cNvSpPr/>
            <p:nvPr/>
          </p:nvSpPr>
          <p:spPr>
            <a:xfrm>
              <a:off x="9349631" y="1994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6" name="pt52696"/>
            <p:cNvSpPr/>
            <p:nvPr/>
          </p:nvSpPr>
          <p:spPr>
            <a:xfrm>
              <a:off x="9005590" y="1860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7" name="pt52697"/>
            <p:cNvSpPr/>
            <p:nvPr/>
          </p:nvSpPr>
          <p:spPr>
            <a:xfrm>
              <a:off x="9313250" y="1891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8" name="pt52698"/>
            <p:cNvSpPr/>
            <p:nvPr/>
          </p:nvSpPr>
          <p:spPr>
            <a:xfrm>
              <a:off x="9350114" y="2192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9" name="pt52699"/>
            <p:cNvSpPr/>
            <p:nvPr/>
          </p:nvSpPr>
          <p:spPr>
            <a:xfrm>
              <a:off x="9461505" y="2033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0" name="pt52700"/>
            <p:cNvSpPr/>
            <p:nvPr/>
          </p:nvSpPr>
          <p:spPr>
            <a:xfrm>
              <a:off x="9502520" y="2339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1" name="pt52701"/>
            <p:cNvSpPr/>
            <p:nvPr/>
          </p:nvSpPr>
          <p:spPr>
            <a:xfrm>
              <a:off x="9062080" y="1752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2" name="pt52702"/>
            <p:cNvSpPr/>
            <p:nvPr/>
          </p:nvSpPr>
          <p:spPr>
            <a:xfrm>
              <a:off x="8556041" y="2562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3" name="pt52703"/>
            <p:cNvSpPr/>
            <p:nvPr/>
          </p:nvSpPr>
          <p:spPr>
            <a:xfrm>
              <a:off x="8312152" y="2513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4" name="pt52704"/>
            <p:cNvSpPr/>
            <p:nvPr/>
          </p:nvSpPr>
          <p:spPr>
            <a:xfrm>
              <a:off x="8820652" y="2209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5" name="pt52705"/>
            <p:cNvSpPr/>
            <p:nvPr/>
          </p:nvSpPr>
          <p:spPr>
            <a:xfrm>
              <a:off x="9578717" y="2302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6" name="pt52706"/>
            <p:cNvSpPr/>
            <p:nvPr/>
          </p:nvSpPr>
          <p:spPr>
            <a:xfrm>
              <a:off x="9095800" y="2038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7" name="pt52707"/>
            <p:cNvSpPr/>
            <p:nvPr/>
          </p:nvSpPr>
          <p:spPr>
            <a:xfrm>
              <a:off x="8708219" y="2319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8" name="pt52708"/>
            <p:cNvSpPr/>
            <p:nvPr/>
          </p:nvSpPr>
          <p:spPr>
            <a:xfrm>
              <a:off x="8734011" y="2140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9" name="pt52709"/>
            <p:cNvSpPr/>
            <p:nvPr/>
          </p:nvSpPr>
          <p:spPr>
            <a:xfrm>
              <a:off x="8935109" y="1908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0" name="pt52710"/>
            <p:cNvSpPr/>
            <p:nvPr/>
          </p:nvSpPr>
          <p:spPr>
            <a:xfrm>
              <a:off x="8556041" y="2351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1" name="pt52711"/>
            <p:cNvSpPr/>
            <p:nvPr/>
          </p:nvSpPr>
          <p:spPr>
            <a:xfrm>
              <a:off x="8741831" y="226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2" name="pt52712"/>
            <p:cNvSpPr/>
            <p:nvPr/>
          </p:nvSpPr>
          <p:spPr>
            <a:xfrm>
              <a:off x="8627374" y="2214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3" name="pt52713"/>
            <p:cNvSpPr/>
            <p:nvPr/>
          </p:nvSpPr>
          <p:spPr>
            <a:xfrm>
              <a:off x="8810596" y="2335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4" name="pt52714"/>
            <p:cNvSpPr/>
            <p:nvPr/>
          </p:nvSpPr>
          <p:spPr>
            <a:xfrm>
              <a:off x="9005590" y="1849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5" name="pt52715"/>
            <p:cNvSpPr/>
            <p:nvPr/>
          </p:nvSpPr>
          <p:spPr>
            <a:xfrm>
              <a:off x="8654494" y="2376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6" name="pt52716"/>
            <p:cNvSpPr/>
            <p:nvPr/>
          </p:nvSpPr>
          <p:spPr>
            <a:xfrm>
              <a:off x="8954408" y="1814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7" name="pt52717"/>
            <p:cNvSpPr/>
            <p:nvPr/>
          </p:nvSpPr>
          <p:spPr>
            <a:xfrm>
              <a:off x="8820652" y="2185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8" name="pt52718"/>
            <p:cNvSpPr/>
            <p:nvPr/>
          </p:nvSpPr>
          <p:spPr>
            <a:xfrm>
              <a:off x="8312152" y="2425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9" name="pt52719"/>
            <p:cNvSpPr/>
            <p:nvPr/>
          </p:nvSpPr>
          <p:spPr>
            <a:xfrm>
              <a:off x="9028011" y="1727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0" name="pt52720"/>
            <p:cNvSpPr/>
            <p:nvPr/>
          </p:nvSpPr>
          <p:spPr>
            <a:xfrm>
              <a:off x="8576763" y="2319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1" name="pt52721"/>
            <p:cNvSpPr/>
            <p:nvPr/>
          </p:nvSpPr>
          <p:spPr>
            <a:xfrm>
              <a:off x="8888696" y="2224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2" name="pt52722"/>
            <p:cNvSpPr/>
            <p:nvPr/>
          </p:nvSpPr>
          <p:spPr>
            <a:xfrm>
              <a:off x="8627374" y="2304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3" name="pt52723"/>
            <p:cNvSpPr/>
            <p:nvPr/>
          </p:nvSpPr>
          <p:spPr>
            <a:xfrm>
              <a:off x="8312152" y="2498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4" name="pt52724"/>
            <p:cNvSpPr/>
            <p:nvPr/>
          </p:nvSpPr>
          <p:spPr>
            <a:xfrm>
              <a:off x="9551860" y="1549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5" name="pt52725"/>
            <p:cNvSpPr/>
            <p:nvPr/>
          </p:nvSpPr>
          <p:spPr>
            <a:xfrm>
              <a:off x="8595298" y="2232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6" name="pt52726"/>
            <p:cNvSpPr/>
            <p:nvPr/>
          </p:nvSpPr>
          <p:spPr>
            <a:xfrm>
              <a:off x="8532549" y="2515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7" name="pt52727"/>
            <p:cNvSpPr/>
            <p:nvPr/>
          </p:nvSpPr>
          <p:spPr>
            <a:xfrm>
              <a:off x="8770040" y="2248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8" name="pt52728"/>
            <p:cNvSpPr/>
            <p:nvPr/>
          </p:nvSpPr>
          <p:spPr>
            <a:xfrm>
              <a:off x="8473354" y="2361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9" name="pt52729"/>
            <p:cNvSpPr/>
            <p:nvPr/>
          </p:nvSpPr>
          <p:spPr>
            <a:xfrm>
              <a:off x="8996835" y="2022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0" name="pt52730"/>
            <p:cNvSpPr/>
            <p:nvPr/>
          </p:nvSpPr>
          <p:spPr>
            <a:xfrm>
              <a:off x="9209365" y="2310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1" name="pt52731"/>
            <p:cNvSpPr/>
            <p:nvPr/>
          </p:nvSpPr>
          <p:spPr>
            <a:xfrm>
              <a:off x="9724502" y="2304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2" name="pt52732"/>
            <p:cNvSpPr/>
            <p:nvPr/>
          </p:nvSpPr>
          <p:spPr>
            <a:xfrm>
              <a:off x="9095800" y="1917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3" name="pt52733"/>
            <p:cNvSpPr/>
            <p:nvPr/>
          </p:nvSpPr>
          <p:spPr>
            <a:xfrm>
              <a:off x="9188912" y="1799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4" name="pt52734"/>
            <p:cNvSpPr/>
            <p:nvPr/>
          </p:nvSpPr>
          <p:spPr>
            <a:xfrm>
              <a:off x="8627374" y="2342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5" name="pt52735"/>
            <p:cNvSpPr/>
            <p:nvPr/>
          </p:nvSpPr>
          <p:spPr>
            <a:xfrm>
              <a:off x="8434097" y="2347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6" name="pt52736"/>
            <p:cNvSpPr/>
            <p:nvPr/>
          </p:nvSpPr>
          <p:spPr>
            <a:xfrm>
              <a:off x="8901496" y="1915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7" name="pt52737"/>
            <p:cNvSpPr/>
            <p:nvPr/>
          </p:nvSpPr>
          <p:spPr>
            <a:xfrm>
              <a:off x="8815695" y="2053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8" name="pt52738"/>
            <p:cNvSpPr/>
            <p:nvPr/>
          </p:nvSpPr>
          <p:spPr>
            <a:xfrm>
              <a:off x="8641456" y="2002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9" name="pt52739"/>
            <p:cNvSpPr/>
            <p:nvPr/>
          </p:nvSpPr>
          <p:spPr>
            <a:xfrm>
              <a:off x="9178998" y="1916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0" name="pt52740"/>
            <p:cNvSpPr/>
            <p:nvPr/>
          </p:nvSpPr>
          <p:spPr>
            <a:xfrm>
              <a:off x="9285286" y="1929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1" name="pt52741"/>
            <p:cNvSpPr/>
            <p:nvPr/>
          </p:nvSpPr>
          <p:spPr>
            <a:xfrm>
              <a:off x="8979888" y="2295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2" name="pt52742"/>
            <p:cNvSpPr/>
            <p:nvPr/>
          </p:nvSpPr>
          <p:spPr>
            <a:xfrm>
              <a:off x="8641456" y="2108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3" name="pt52743"/>
            <p:cNvSpPr/>
            <p:nvPr/>
          </p:nvSpPr>
          <p:spPr>
            <a:xfrm>
              <a:off x="8945023" y="1750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4" name="pt52744"/>
            <p:cNvSpPr/>
            <p:nvPr/>
          </p:nvSpPr>
          <p:spPr>
            <a:xfrm>
              <a:off x="9176429" y="1871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5" name="pt52745"/>
            <p:cNvSpPr/>
            <p:nvPr/>
          </p:nvSpPr>
          <p:spPr>
            <a:xfrm>
              <a:off x="9408964" y="2188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6" name="pt52746"/>
            <p:cNvSpPr/>
            <p:nvPr/>
          </p:nvSpPr>
          <p:spPr>
            <a:xfrm>
              <a:off x="8383485" y="2354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7" name="pt52747"/>
            <p:cNvSpPr/>
            <p:nvPr/>
          </p:nvSpPr>
          <p:spPr>
            <a:xfrm>
              <a:off x="8312152" y="2405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8" name="pt52748"/>
            <p:cNvSpPr/>
            <p:nvPr/>
          </p:nvSpPr>
          <p:spPr>
            <a:xfrm>
              <a:off x="9028011" y="1728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9" name="pt52749"/>
            <p:cNvSpPr/>
            <p:nvPr/>
          </p:nvSpPr>
          <p:spPr>
            <a:xfrm>
              <a:off x="8855955" y="2130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0" name="pt52750"/>
            <p:cNvSpPr/>
            <p:nvPr/>
          </p:nvSpPr>
          <p:spPr>
            <a:xfrm>
              <a:off x="8677986" y="2400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1" name="pt52751"/>
            <p:cNvSpPr/>
            <p:nvPr/>
          </p:nvSpPr>
          <p:spPr>
            <a:xfrm>
              <a:off x="8776438" y="207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2" name="pt52752"/>
            <p:cNvSpPr/>
            <p:nvPr/>
          </p:nvSpPr>
          <p:spPr>
            <a:xfrm>
              <a:off x="9254944" y="2219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3" name="pt52753"/>
            <p:cNvSpPr/>
            <p:nvPr/>
          </p:nvSpPr>
          <p:spPr>
            <a:xfrm>
              <a:off x="8995031" y="2047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4" name="pt52754"/>
            <p:cNvSpPr/>
            <p:nvPr/>
          </p:nvSpPr>
          <p:spPr>
            <a:xfrm>
              <a:off x="9431288" y="1732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5" name="pt52755"/>
            <p:cNvSpPr/>
            <p:nvPr/>
          </p:nvSpPr>
          <p:spPr>
            <a:xfrm>
              <a:off x="8312152" y="2297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6" name="pt52756"/>
            <p:cNvSpPr/>
            <p:nvPr/>
          </p:nvSpPr>
          <p:spPr>
            <a:xfrm>
              <a:off x="9205570" y="2023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7" name="pt52757"/>
            <p:cNvSpPr/>
            <p:nvPr/>
          </p:nvSpPr>
          <p:spPr>
            <a:xfrm>
              <a:off x="8473354" y="2455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8" name="pt52758"/>
            <p:cNvSpPr/>
            <p:nvPr/>
          </p:nvSpPr>
          <p:spPr>
            <a:xfrm>
              <a:off x="9797577" y="2369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9" name="pt52759"/>
            <p:cNvSpPr/>
            <p:nvPr/>
          </p:nvSpPr>
          <p:spPr>
            <a:xfrm>
              <a:off x="8937640" y="1899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0" name="pt52760"/>
            <p:cNvSpPr/>
            <p:nvPr/>
          </p:nvSpPr>
          <p:spPr>
            <a:xfrm>
              <a:off x="8776438" y="1952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1" name="pt52761"/>
            <p:cNvSpPr/>
            <p:nvPr/>
          </p:nvSpPr>
          <p:spPr>
            <a:xfrm>
              <a:off x="8612066" y="2303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2" name="pt52762"/>
            <p:cNvSpPr/>
            <p:nvPr/>
          </p:nvSpPr>
          <p:spPr>
            <a:xfrm>
              <a:off x="9007289" y="1886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3" name="pt52763"/>
            <p:cNvSpPr/>
            <p:nvPr/>
          </p:nvSpPr>
          <p:spPr>
            <a:xfrm>
              <a:off x="8725827" y="2166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4" name="pt52764"/>
            <p:cNvSpPr/>
            <p:nvPr/>
          </p:nvSpPr>
          <p:spPr>
            <a:xfrm>
              <a:off x="8788576" y="2384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5" name="pt52765"/>
            <p:cNvSpPr/>
            <p:nvPr/>
          </p:nvSpPr>
          <p:spPr>
            <a:xfrm>
              <a:off x="8556041" y="2323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6" name="pt52766"/>
            <p:cNvSpPr/>
            <p:nvPr/>
          </p:nvSpPr>
          <p:spPr>
            <a:xfrm>
              <a:off x="8383485" y="2187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7" name="pt52767"/>
            <p:cNvSpPr/>
            <p:nvPr/>
          </p:nvSpPr>
          <p:spPr>
            <a:xfrm>
              <a:off x="8963317" y="2046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8" name="pt52768"/>
            <p:cNvSpPr/>
            <p:nvPr/>
          </p:nvSpPr>
          <p:spPr>
            <a:xfrm>
              <a:off x="8312152" y="2470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9" name="pt52769"/>
            <p:cNvSpPr/>
            <p:nvPr/>
          </p:nvSpPr>
          <p:spPr>
            <a:xfrm>
              <a:off x="8698707" y="2459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0" name="pt52770"/>
            <p:cNvSpPr/>
            <p:nvPr/>
          </p:nvSpPr>
          <p:spPr>
            <a:xfrm>
              <a:off x="8788576" y="2323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1" name="pt52771"/>
            <p:cNvSpPr/>
            <p:nvPr/>
          </p:nvSpPr>
          <p:spPr>
            <a:xfrm>
              <a:off x="9500379" y="2470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2" name="pt52772"/>
            <p:cNvSpPr/>
            <p:nvPr/>
          </p:nvSpPr>
          <p:spPr>
            <a:xfrm>
              <a:off x="9207749" y="2107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3" name="pt52773"/>
            <p:cNvSpPr/>
            <p:nvPr/>
          </p:nvSpPr>
          <p:spPr>
            <a:xfrm>
              <a:off x="8576763" y="2226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4" name="pt52774"/>
            <p:cNvSpPr/>
            <p:nvPr/>
          </p:nvSpPr>
          <p:spPr>
            <a:xfrm>
              <a:off x="9201130" y="2039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5" name="pt52775"/>
            <p:cNvSpPr/>
            <p:nvPr/>
          </p:nvSpPr>
          <p:spPr>
            <a:xfrm>
              <a:off x="8666631" y="2311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6" name="pt52776"/>
            <p:cNvSpPr/>
            <p:nvPr/>
          </p:nvSpPr>
          <p:spPr>
            <a:xfrm>
              <a:off x="8627374" y="2188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7" name="pt52777"/>
            <p:cNvSpPr/>
            <p:nvPr/>
          </p:nvSpPr>
          <p:spPr>
            <a:xfrm>
              <a:off x="9103798" y="1945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8" name="pt52778"/>
            <p:cNvSpPr/>
            <p:nvPr/>
          </p:nvSpPr>
          <p:spPr>
            <a:xfrm>
              <a:off x="9206663" y="2017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9" name="pt52779"/>
            <p:cNvSpPr/>
            <p:nvPr/>
          </p:nvSpPr>
          <p:spPr>
            <a:xfrm>
              <a:off x="8859909" y="2123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0" name="pt52780"/>
            <p:cNvSpPr/>
            <p:nvPr/>
          </p:nvSpPr>
          <p:spPr>
            <a:xfrm>
              <a:off x="9663884" y="2440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1" name="pt52781"/>
            <p:cNvSpPr/>
            <p:nvPr/>
          </p:nvSpPr>
          <p:spPr>
            <a:xfrm>
              <a:off x="8820652" y="2220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2" name="pt52782"/>
            <p:cNvSpPr/>
            <p:nvPr/>
          </p:nvSpPr>
          <p:spPr>
            <a:xfrm>
              <a:off x="8954408" y="1849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3" name="pt52783"/>
            <p:cNvSpPr/>
            <p:nvPr/>
          </p:nvSpPr>
          <p:spPr>
            <a:xfrm>
              <a:off x="9797577" y="2442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4" name="pt52784"/>
            <p:cNvSpPr/>
            <p:nvPr/>
          </p:nvSpPr>
          <p:spPr>
            <a:xfrm>
              <a:off x="9452717" y="1767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5" name="pt52785"/>
            <p:cNvSpPr/>
            <p:nvPr/>
          </p:nvSpPr>
          <p:spPr>
            <a:xfrm>
              <a:off x="8654494" y="2494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6" name="pt52786"/>
            <p:cNvSpPr/>
            <p:nvPr/>
          </p:nvSpPr>
          <p:spPr>
            <a:xfrm>
              <a:off x="8717243" y="2184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7" name="pt52787"/>
            <p:cNvSpPr/>
            <p:nvPr/>
          </p:nvSpPr>
          <p:spPr>
            <a:xfrm>
              <a:off x="9087421" y="1845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8" name="pt52788"/>
            <p:cNvSpPr/>
            <p:nvPr/>
          </p:nvSpPr>
          <p:spPr>
            <a:xfrm>
              <a:off x="9221288" y="2034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9" name="pt52789"/>
            <p:cNvSpPr/>
            <p:nvPr/>
          </p:nvSpPr>
          <p:spPr>
            <a:xfrm>
              <a:off x="9382590" y="219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0" name="pt52790"/>
            <p:cNvSpPr/>
            <p:nvPr/>
          </p:nvSpPr>
          <p:spPr>
            <a:xfrm>
              <a:off x="9724502" y="2133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1" name="pt52791"/>
            <p:cNvSpPr/>
            <p:nvPr/>
          </p:nvSpPr>
          <p:spPr>
            <a:xfrm>
              <a:off x="9450688" y="1958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2" name="pt52792"/>
            <p:cNvSpPr/>
            <p:nvPr/>
          </p:nvSpPr>
          <p:spPr>
            <a:xfrm>
              <a:off x="8505430" y="2435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3" name="pt52793"/>
            <p:cNvSpPr/>
            <p:nvPr/>
          </p:nvSpPr>
          <p:spPr>
            <a:xfrm>
              <a:off x="8576763" y="2398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4" name="pt52794"/>
            <p:cNvSpPr/>
            <p:nvPr/>
          </p:nvSpPr>
          <p:spPr>
            <a:xfrm>
              <a:off x="8949778" y="1997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5" name="pt52795"/>
            <p:cNvSpPr/>
            <p:nvPr/>
          </p:nvSpPr>
          <p:spPr>
            <a:xfrm>
              <a:off x="8782612" y="2290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6" name="pt52796"/>
            <p:cNvSpPr/>
            <p:nvPr/>
          </p:nvSpPr>
          <p:spPr>
            <a:xfrm>
              <a:off x="9230563" y="1775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7" name="pt52797"/>
            <p:cNvSpPr/>
            <p:nvPr/>
          </p:nvSpPr>
          <p:spPr>
            <a:xfrm>
              <a:off x="9289758" y="1675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8" name="pt52798"/>
            <p:cNvSpPr/>
            <p:nvPr/>
          </p:nvSpPr>
          <p:spPr>
            <a:xfrm>
              <a:off x="8383485" y="2315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9" name="pt52799"/>
            <p:cNvSpPr/>
            <p:nvPr/>
          </p:nvSpPr>
          <p:spPr>
            <a:xfrm>
              <a:off x="9121452" y="2031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0" name="pt52800"/>
            <p:cNvSpPr/>
            <p:nvPr/>
          </p:nvSpPr>
          <p:spPr>
            <a:xfrm>
              <a:off x="9062080" y="1748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1" name="pt52801"/>
            <p:cNvSpPr/>
            <p:nvPr/>
          </p:nvSpPr>
          <p:spPr>
            <a:xfrm>
              <a:off x="8977900" y="2317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2" name="pt52802"/>
            <p:cNvSpPr/>
            <p:nvPr/>
          </p:nvSpPr>
          <p:spPr>
            <a:xfrm>
              <a:off x="8977900" y="2312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3" name="pt52803"/>
            <p:cNvSpPr/>
            <p:nvPr/>
          </p:nvSpPr>
          <p:spPr>
            <a:xfrm>
              <a:off x="9121452" y="2033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4" name="pt52804"/>
            <p:cNvSpPr/>
            <p:nvPr/>
          </p:nvSpPr>
          <p:spPr>
            <a:xfrm>
              <a:off x="9536594" y="1643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5" name="pt52805"/>
            <p:cNvSpPr/>
            <p:nvPr/>
          </p:nvSpPr>
          <p:spPr>
            <a:xfrm>
              <a:off x="9415399" y="2280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6" name="pt52806"/>
            <p:cNvSpPr/>
            <p:nvPr/>
          </p:nvSpPr>
          <p:spPr>
            <a:xfrm>
              <a:off x="8971798" y="2087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7" name="pt52807"/>
            <p:cNvSpPr/>
            <p:nvPr/>
          </p:nvSpPr>
          <p:spPr>
            <a:xfrm>
              <a:off x="8977900" y="2347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8" name="pt52808"/>
            <p:cNvSpPr/>
            <p:nvPr/>
          </p:nvSpPr>
          <p:spPr>
            <a:xfrm>
              <a:off x="9253280" y="2107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9" name="pt52809"/>
            <p:cNvSpPr/>
            <p:nvPr/>
          </p:nvSpPr>
          <p:spPr>
            <a:xfrm>
              <a:off x="9106706" y="1923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0" name="pt52810"/>
            <p:cNvSpPr/>
            <p:nvPr/>
          </p:nvSpPr>
          <p:spPr>
            <a:xfrm>
              <a:off x="9176429" y="1742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1" name="pt52811"/>
            <p:cNvSpPr/>
            <p:nvPr/>
          </p:nvSpPr>
          <p:spPr>
            <a:xfrm>
              <a:off x="9354634" y="2058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2" name="pt52812"/>
            <p:cNvSpPr/>
            <p:nvPr/>
          </p:nvSpPr>
          <p:spPr>
            <a:xfrm>
              <a:off x="8312152" y="2451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3" name="pt52813"/>
            <p:cNvSpPr/>
            <p:nvPr/>
          </p:nvSpPr>
          <p:spPr>
            <a:xfrm>
              <a:off x="8987622" y="2304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4" name="pt52814"/>
            <p:cNvSpPr/>
            <p:nvPr/>
          </p:nvSpPr>
          <p:spPr>
            <a:xfrm>
              <a:off x="9253280" y="206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5" name="pt52815"/>
            <p:cNvSpPr/>
            <p:nvPr/>
          </p:nvSpPr>
          <p:spPr>
            <a:xfrm>
              <a:off x="9221288" y="1787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6" name="pt52816"/>
            <p:cNvSpPr/>
            <p:nvPr/>
          </p:nvSpPr>
          <p:spPr>
            <a:xfrm>
              <a:off x="8975889" y="2226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7" name="pt52817"/>
            <p:cNvSpPr/>
            <p:nvPr/>
          </p:nvSpPr>
          <p:spPr>
            <a:xfrm>
              <a:off x="9167133" y="2116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8" name="pt52818"/>
            <p:cNvSpPr/>
            <p:nvPr/>
          </p:nvSpPr>
          <p:spPr>
            <a:xfrm>
              <a:off x="9069361" y="2282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9" name="pt52819"/>
            <p:cNvSpPr/>
            <p:nvPr/>
          </p:nvSpPr>
          <p:spPr>
            <a:xfrm>
              <a:off x="8312152" y="2431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0" name="pt52820"/>
            <p:cNvSpPr/>
            <p:nvPr/>
          </p:nvSpPr>
          <p:spPr>
            <a:xfrm>
              <a:off x="8641456" y="2062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1" name="pt52821"/>
            <p:cNvSpPr/>
            <p:nvPr/>
          </p:nvSpPr>
          <p:spPr>
            <a:xfrm>
              <a:off x="8383485" y="2599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2" name="pt52822"/>
            <p:cNvSpPr/>
            <p:nvPr/>
          </p:nvSpPr>
          <p:spPr>
            <a:xfrm>
              <a:off x="8805344" y="2080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3" name="pt52823"/>
            <p:cNvSpPr/>
            <p:nvPr/>
          </p:nvSpPr>
          <p:spPr>
            <a:xfrm>
              <a:off x="9075206" y="2216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4" name="pt52824"/>
            <p:cNvSpPr/>
            <p:nvPr/>
          </p:nvSpPr>
          <p:spPr>
            <a:xfrm>
              <a:off x="9103798" y="1937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5" name="pt52825"/>
            <p:cNvSpPr/>
            <p:nvPr/>
          </p:nvSpPr>
          <p:spPr>
            <a:xfrm>
              <a:off x="9057053" y="1597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6" name="pt52826"/>
            <p:cNvSpPr/>
            <p:nvPr/>
          </p:nvSpPr>
          <p:spPr>
            <a:xfrm>
              <a:off x="9700990" y="1360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7" name="pt52827"/>
            <p:cNvSpPr/>
            <p:nvPr/>
          </p:nvSpPr>
          <p:spPr>
            <a:xfrm>
              <a:off x="8995031" y="2123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8" name="pt52828"/>
            <p:cNvSpPr/>
            <p:nvPr/>
          </p:nvSpPr>
          <p:spPr>
            <a:xfrm>
              <a:off x="9366003" y="2293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9" name="pt52829"/>
            <p:cNvSpPr/>
            <p:nvPr/>
          </p:nvSpPr>
          <p:spPr>
            <a:xfrm>
              <a:off x="8935109" y="2230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0" name="pt52830"/>
            <p:cNvSpPr/>
            <p:nvPr/>
          </p:nvSpPr>
          <p:spPr>
            <a:xfrm>
              <a:off x="8907564" y="1661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1" name="pt52831"/>
            <p:cNvSpPr/>
            <p:nvPr/>
          </p:nvSpPr>
          <p:spPr>
            <a:xfrm>
              <a:off x="9440320" y="1894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2" name="pt52832"/>
            <p:cNvSpPr/>
            <p:nvPr/>
          </p:nvSpPr>
          <p:spPr>
            <a:xfrm>
              <a:off x="8505430" y="2527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3" name="pt52833"/>
            <p:cNvSpPr/>
            <p:nvPr/>
          </p:nvSpPr>
          <p:spPr>
            <a:xfrm>
              <a:off x="9301578" y="2027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4" name="pt52834"/>
            <p:cNvSpPr/>
            <p:nvPr/>
          </p:nvSpPr>
          <p:spPr>
            <a:xfrm>
              <a:off x="8688651" y="2363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5" name="pt52835"/>
            <p:cNvSpPr/>
            <p:nvPr/>
          </p:nvSpPr>
          <p:spPr>
            <a:xfrm>
              <a:off x="8688651" y="2422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6" name="pt52836"/>
            <p:cNvSpPr/>
            <p:nvPr/>
          </p:nvSpPr>
          <p:spPr>
            <a:xfrm>
              <a:off x="9097834" y="1995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7" name="pt52837"/>
            <p:cNvSpPr/>
            <p:nvPr/>
          </p:nvSpPr>
          <p:spPr>
            <a:xfrm>
              <a:off x="9018749" y="2049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8" name="pt52838"/>
            <p:cNvSpPr/>
            <p:nvPr/>
          </p:nvSpPr>
          <p:spPr>
            <a:xfrm>
              <a:off x="9167133" y="2060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9" name="pt52839"/>
            <p:cNvSpPr/>
            <p:nvPr/>
          </p:nvSpPr>
          <p:spPr>
            <a:xfrm>
              <a:off x="8641456" y="2114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0" name="pt52840"/>
            <p:cNvSpPr/>
            <p:nvPr/>
          </p:nvSpPr>
          <p:spPr>
            <a:xfrm>
              <a:off x="9785747" y="2467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1" name="pt52841"/>
            <p:cNvSpPr/>
            <p:nvPr/>
          </p:nvSpPr>
          <p:spPr>
            <a:xfrm>
              <a:off x="8839187" y="2032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2" name="pt52842"/>
            <p:cNvSpPr/>
            <p:nvPr/>
          </p:nvSpPr>
          <p:spPr>
            <a:xfrm>
              <a:off x="9349631" y="2186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3" name="pt52843"/>
            <p:cNvSpPr/>
            <p:nvPr/>
          </p:nvSpPr>
          <p:spPr>
            <a:xfrm>
              <a:off x="8843532" y="2160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4" name="pt52844"/>
            <p:cNvSpPr/>
            <p:nvPr/>
          </p:nvSpPr>
          <p:spPr>
            <a:xfrm>
              <a:off x="8698707" y="2349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5" name="pt52845"/>
            <p:cNvSpPr/>
            <p:nvPr/>
          </p:nvSpPr>
          <p:spPr>
            <a:xfrm>
              <a:off x="8312152" y="2381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6" name="pt52846"/>
            <p:cNvSpPr/>
            <p:nvPr/>
          </p:nvSpPr>
          <p:spPr>
            <a:xfrm>
              <a:off x="9427293" y="205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7" name="pt52847"/>
            <p:cNvSpPr/>
            <p:nvPr/>
          </p:nvSpPr>
          <p:spPr>
            <a:xfrm>
              <a:off x="9020327" y="1825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8" name="pt52848"/>
            <p:cNvSpPr/>
            <p:nvPr/>
          </p:nvSpPr>
          <p:spPr>
            <a:xfrm>
              <a:off x="8677986" y="2325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9" name="pt52849"/>
            <p:cNvSpPr/>
            <p:nvPr/>
          </p:nvSpPr>
          <p:spPr>
            <a:xfrm>
              <a:off x="9254530" y="210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0" name="pt52850"/>
            <p:cNvSpPr/>
            <p:nvPr/>
          </p:nvSpPr>
          <p:spPr>
            <a:xfrm>
              <a:off x="9396086" y="2125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1" name="pt52851"/>
            <p:cNvSpPr/>
            <p:nvPr/>
          </p:nvSpPr>
          <p:spPr>
            <a:xfrm>
              <a:off x="8312152" y="2523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2" name="pt52852"/>
            <p:cNvSpPr/>
            <p:nvPr/>
          </p:nvSpPr>
          <p:spPr>
            <a:xfrm>
              <a:off x="8977900" y="2270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3" name="pt52853"/>
            <p:cNvSpPr/>
            <p:nvPr/>
          </p:nvSpPr>
          <p:spPr>
            <a:xfrm>
              <a:off x="8919104" y="2254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4" name="pt52854"/>
            <p:cNvSpPr/>
            <p:nvPr/>
          </p:nvSpPr>
          <p:spPr>
            <a:xfrm>
              <a:off x="8947416" y="1972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5" name="pt52855"/>
            <p:cNvSpPr/>
            <p:nvPr/>
          </p:nvSpPr>
          <p:spPr>
            <a:xfrm>
              <a:off x="8947416" y="1986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6" name="pt52856"/>
            <p:cNvSpPr/>
            <p:nvPr/>
          </p:nvSpPr>
          <p:spPr>
            <a:xfrm>
              <a:off x="9119675" y="2194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7" name="pt52857"/>
            <p:cNvSpPr/>
            <p:nvPr/>
          </p:nvSpPr>
          <p:spPr>
            <a:xfrm>
              <a:off x="9076352" y="2105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8" name="pt52858"/>
            <p:cNvSpPr/>
            <p:nvPr/>
          </p:nvSpPr>
          <p:spPr>
            <a:xfrm>
              <a:off x="8996835" y="1976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9" name="pt52859"/>
            <p:cNvSpPr/>
            <p:nvPr/>
          </p:nvSpPr>
          <p:spPr>
            <a:xfrm>
              <a:off x="8839187" y="2236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0" name="pt52860"/>
            <p:cNvSpPr/>
            <p:nvPr/>
          </p:nvSpPr>
          <p:spPr>
            <a:xfrm>
              <a:off x="8788576" y="2238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1" name="pt52861"/>
            <p:cNvSpPr/>
            <p:nvPr/>
          </p:nvSpPr>
          <p:spPr>
            <a:xfrm>
              <a:off x="8383485" y="2096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2" name="pt52862"/>
            <p:cNvSpPr/>
            <p:nvPr/>
          </p:nvSpPr>
          <p:spPr>
            <a:xfrm>
              <a:off x="8947416" y="1994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3" name="pt52863"/>
            <p:cNvSpPr/>
            <p:nvPr/>
          </p:nvSpPr>
          <p:spPr>
            <a:xfrm>
              <a:off x="8971798" y="2130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4" name="pt52864"/>
            <p:cNvSpPr/>
            <p:nvPr/>
          </p:nvSpPr>
          <p:spPr>
            <a:xfrm>
              <a:off x="8666631" y="2481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5" name="pt52865"/>
            <p:cNvSpPr/>
            <p:nvPr/>
          </p:nvSpPr>
          <p:spPr>
            <a:xfrm>
              <a:off x="8871263" y="1929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6" name="pt52866"/>
            <p:cNvSpPr/>
            <p:nvPr/>
          </p:nvSpPr>
          <p:spPr>
            <a:xfrm>
              <a:off x="8981853" y="2203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7" name="pt52867"/>
            <p:cNvSpPr/>
            <p:nvPr/>
          </p:nvSpPr>
          <p:spPr>
            <a:xfrm>
              <a:off x="8654494" y="2419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8" name="pt52868"/>
            <p:cNvSpPr/>
            <p:nvPr/>
          </p:nvSpPr>
          <p:spPr>
            <a:xfrm>
              <a:off x="9055774" y="1628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9" name="pt52869"/>
            <p:cNvSpPr/>
            <p:nvPr/>
          </p:nvSpPr>
          <p:spPr>
            <a:xfrm>
              <a:off x="8434097" y="2364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0" name="pt52870"/>
            <p:cNvSpPr/>
            <p:nvPr/>
          </p:nvSpPr>
          <p:spPr>
            <a:xfrm>
              <a:off x="8874891" y="1993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1" name="pt52871"/>
            <p:cNvSpPr/>
            <p:nvPr/>
          </p:nvSpPr>
          <p:spPr>
            <a:xfrm>
              <a:off x="8434097" y="2363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2" name="pt52872"/>
            <p:cNvSpPr/>
            <p:nvPr/>
          </p:nvSpPr>
          <p:spPr>
            <a:xfrm>
              <a:off x="8830164" y="2000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3" name="pt52873"/>
            <p:cNvSpPr/>
            <p:nvPr/>
          </p:nvSpPr>
          <p:spPr>
            <a:xfrm>
              <a:off x="9021891" y="1865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4" name="pt52874"/>
            <p:cNvSpPr/>
            <p:nvPr/>
          </p:nvSpPr>
          <p:spPr>
            <a:xfrm>
              <a:off x="9301578" y="2024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5" name="pt52875"/>
            <p:cNvSpPr/>
            <p:nvPr/>
          </p:nvSpPr>
          <p:spPr>
            <a:xfrm>
              <a:off x="9124084" y="2066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6" name="pt52876"/>
            <p:cNvSpPr/>
            <p:nvPr/>
          </p:nvSpPr>
          <p:spPr>
            <a:xfrm>
              <a:off x="9653069" y="2360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7" name="pt52877"/>
            <p:cNvSpPr/>
            <p:nvPr/>
          </p:nvSpPr>
          <p:spPr>
            <a:xfrm>
              <a:off x="8859909" y="2011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8" name="pt52878"/>
            <p:cNvSpPr/>
            <p:nvPr/>
          </p:nvSpPr>
          <p:spPr>
            <a:xfrm>
              <a:off x="8717243" y="237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9" name="pt52879"/>
            <p:cNvSpPr/>
            <p:nvPr/>
          </p:nvSpPr>
          <p:spPr>
            <a:xfrm>
              <a:off x="9107665" y="1901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0" name="pt52880"/>
            <p:cNvSpPr/>
            <p:nvPr/>
          </p:nvSpPr>
          <p:spPr>
            <a:xfrm>
              <a:off x="9700990" y="1379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1" name="pt52881"/>
            <p:cNvSpPr/>
            <p:nvPr/>
          </p:nvSpPr>
          <p:spPr>
            <a:xfrm>
              <a:off x="8770040" y="2041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2" name="pt52882"/>
            <p:cNvSpPr/>
            <p:nvPr/>
          </p:nvSpPr>
          <p:spPr>
            <a:xfrm>
              <a:off x="9450688" y="1792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3" name="pt52883"/>
            <p:cNvSpPr/>
            <p:nvPr/>
          </p:nvSpPr>
          <p:spPr>
            <a:xfrm>
              <a:off x="9452582" y="1864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4" name="pt52884"/>
            <p:cNvSpPr/>
            <p:nvPr/>
          </p:nvSpPr>
          <p:spPr>
            <a:xfrm>
              <a:off x="9595084" y="2382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5" name="pt52885"/>
            <p:cNvSpPr/>
            <p:nvPr/>
          </p:nvSpPr>
          <p:spPr>
            <a:xfrm>
              <a:off x="8776438" y="2018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6" name="pt52886"/>
            <p:cNvSpPr/>
            <p:nvPr/>
          </p:nvSpPr>
          <p:spPr>
            <a:xfrm>
              <a:off x="8312152" y="2358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7" name="pt52887"/>
            <p:cNvSpPr/>
            <p:nvPr/>
          </p:nvSpPr>
          <p:spPr>
            <a:xfrm>
              <a:off x="9347687" y="2082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8" name="pt52888"/>
            <p:cNvSpPr/>
            <p:nvPr/>
          </p:nvSpPr>
          <p:spPr>
            <a:xfrm>
              <a:off x="8312152" y="2433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9" name="pt52889"/>
            <p:cNvSpPr/>
            <p:nvPr/>
          </p:nvSpPr>
          <p:spPr>
            <a:xfrm>
              <a:off x="9311758" y="1889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0" name="pt52890"/>
            <p:cNvSpPr/>
            <p:nvPr/>
          </p:nvSpPr>
          <p:spPr>
            <a:xfrm>
              <a:off x="8473354" y="2403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1" name="pt52891"/>
            <p:cNvSpPr/>
            <p:nvPr/>
          </p:nvSpPr>
          <p:spPr>
            <a:xfrm>
              <a:off x="8987622" y="2281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2" name="pt52892"/>
            <p:cNvSpPr/>
            <p:nvPr/>
          </p:nvSpPr>
          <p:spPr>
            <a:xfrm>
              <a:off x="9049233" y="1908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3" name="pt52893"/>
            <p:cNvSpPr/>
            <p:nvPr/>
          </p:nvSpPr>
          <p:spPr>
            <a:xfrm>
              <a:off x="8312152" y="2401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4" name="pt52894"/>
            <p:cNvSpPr/>
            <p:nvPr/>
          </p:nvSpPr>
          <p:spPr>
            <a:xfrm>
              <a:off x="9106706" y="1898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5" name="pt52895"/>
            <p:cNvSpPr/>
            <p:nvPr/>
          </p:nvSpPr>
          <p:spPr>
            <a:xfrm>
              <a:off x="8688651" y="2257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6" name="pt52896"/>
            <p:cNvSpPr/>
            <p:nvPr/>
          </p:nvSpPr>
          <p:spPr>
            <a:xfrm>
              <a:off x="9724502" y="2071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7" name="pt52897"/>
            <p:cNvSpPr/>
            <p:nvPr/>
          </p:nvSpPr>
          <p:spPr>
            <a:xfrm>
              <a:off x="8576763" y="2375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8" name="pt52898"/>
            <p:cNvSpPr/>
            <p:nvPr/>
          </p:nvSpPr>
          <p:spPr>
            <a:xfrm>
              <a:off x="8996835" y="1958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9" name="pt52899"/>
            <p:cNvSpPr/>
            <p:nvPr/>
          </p:nvSpPr>
          <p:spPr>
            <a:xfrm>
              <a:off x="8717243" y="2104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0" name="pt52900"/>
            <p:cNvSpPr/>
            <p:nvPr/>
          </p:nvSpPr>
          <p:spPr>
            <a:xfrm>
              <a:off x="9879673" y="2413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1" name="pt52901"/>
            <p:cNvSpPr/>
            <p:nvPr/>
          </p:nvSpPr>
          <p:spPr>
            <a:xfrm>
              <a:off x="8312152" y="2441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2" name="pt52902"/>
            <p:cNvSpPr/>
            <p:nvPr/>
          </p:nvSpPr>
          <p:spPr>
            <a:xfrm>
              <a:off x="9230563" y="1823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3" name="pt52903"/>
            <p:cNvSpPr/>
            <p:nvPr/>
          </p:nvSpPr>
          <p:spPr>
            <a:xfrm>
              <a:off x="8956678" y="1914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4" name="pt52904"/>
            <p:cNvSpPr/>
            <p:nvPr/>
          </p:nvSpPr>
          <p:spPr>
            <a:xfrm>
              <a:off x="9538421" y="1876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5" name="pt52905"/>
            <p:cNvSpPr/>
            <p:nvPr/>
          </p:nvSpPr>
          <p:spPr>
            <a:xfrm>
              <a:off x="8895213" y="2274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6" name="pt52906"/>
            <p:cNvSpPr/>
            <p:nvPr/>
          </p:nvSpPr>
          <p:spPr>
            <a:xfrm>
              <a:off x="9062080" y="1804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7" name="pt52907"/>
            <p:cNvSpPr/>
            <p:nvPr/>
          </p:nvSpPr>
          <p:spPr>
            <a:xfrm>
              <a:off x="9881517" y="2506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8" name="pt52908"/>
            <p:cNvSpPr/>
            <p:nvPr/>
          </p:nvSpPr>
          <p:spPr>
            <a:xfrm>
              <a:off x="8942596" y="174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9" name="pt52909"/>
            <p:cNvSpPr/>
            <p:nvPr/>
          </p:nvSpPr>
          <p:spPr>
            <a:xfrm>
              <a:off x="8871263" y="1958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0" name="pt52910"/>
            <p:cNvSpPr/>
            <p:nvPr/>
          </p:nvSpPr>
          <p:spPr>
            <a:xfrm>
              <a:off x="8961132" y="2102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1" name="pt52911"/>
            <p:cNvSpPr/>
            <p:nvPr/>
          </p:nvSpPr>
          <p:spPr>
            <a:xfrm>
              <a:off x="9382590" y="1997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2" name="pt52912"/>
            <p:cNvSpPr/>
            <p:nvPr/>
          </p:nvSpPr>
          <p:spPr>
            <a:xfrm>
              <a:off x="8576763" y="2219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3" name="pt52913"/>
            <p:cNvSpPr/>
            <p:nvPr/>
          </p:nvSpPr>
          <p:spPr>
            <a:xfrm>
              <a:off x="9049233" y="1873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4" name="pt52914"/>
            <p:cNvSpPr/>
            <p:nvPr/>
          </p:nvSpPr>
          <p:spPr>
            <a:xfrm>
              <a:off x="9311758" y="1973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5" name="pt52915"/>
            <p:cNvSpPr/>
            <p:nvPr/>
          </p:nvSpPr>
          <p:spPr>
            <a:xfrm>
              <a:off x="9086345" y="1854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6" name="pt52916"/>
            <p:cNvSpPr/>
            <p:nvPr/>
          </p:nvSpPr>
          <p:spPr>
            <a:xfrm>
              <a:off x="8312152" y="2345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7" name="pt52917"/>
            <p:cNvSpPr/>
            <p:nvPr/>
          </p:nvSpPr>
          <p:spPr>
            <a:xfrm>
              <a:off x="8855955" y="2030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8" name="pt52918"/>
            <p:cNvSpPr/>
            <p:nvPr/>
          </p:nvSpPr>
          <p:spPr>
            <a:xfrm>
              <a:off x="8867559" y="1867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9" name="pt52919"/>
            <p:cNvSpPr/>
            <p:nvPr/>
          </p:nvSpPr>
          <p:spPr>
            <a:xfrm>
              <a:off x="8987622" y="2257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0" name="pt52920"/>
            <p:cNvSpPr/>
            <p:nvPr/>
          </p:nvSpPr>
          <p:spPr>
            <a:xfrm>
              <a:off x="8612066" y="226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1" name="pt52921"/>
            <p:cNvSpPr/>
            <p:nvPr/>
          </p:nvSpPr>
          <p:spPr>
            <a:xfrm>
              <a:off x="9097834" y="1914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2" name="pt52922"/>
            <p:cNvSpPr/>
            <p:nvPr/>
          </p:nvSpPr>
          <p:spPr>
            <a:xfrm>
              <a:off x="9408964" y="2209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3" name="pt52923"/>
            <p:cNvSpPr/>
            <p:nvPr/>
          </p:nvSpPr>
          <p:spPr>
            <a:xfrm>
              <a:off x="8942596" y="1889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4" name="pt52924"/>
            <p:cNvSpPr/>
            <p:nvPr/>
          </p:nvSpPr>
          <p:spPr>
            <a:xfrm>
              <a:off x="8881929" y="2264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5" name="pt52925"/>
            <p:cNvSpPr/>
            <p:nvPr/>
          </p:nvSpPr>
          <p:spPr>
            <a:xfrm>
              <a:off x="9275251" y="2100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6" name="pt52926"/>
            <p:cNvSpPr/>
            <p:nvPr/>
          </p:nvSpPr>
          <p:spPr>
            <a:xfrm>
              <a:off x="9313250" y="2028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7" name="pt52927"/>
            <p:cNvSpPr/>
            <p:nvPr/>
          </p:nvSpPr>
          <p:spPr>
            <a:xfrm>
              <a:off x="8947416" y="1999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8" name="pt52928"/>
            <p:cNvSpPr/>
            <p:nvPr/>
          </p:nvSpPr>
          <p:spPr>
            <a:xfrm>
              <a:off x="8505430" y="2417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9" name="pt52929"/>
            <p:cNvSpPr/>
            <p:nvPr/>
          </p:nvSpPr>
          <p:spPr>
            <a:xfrm>
              <a:off x="9524498" y="241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0" name="pt52930"/>
            <p:cNvSpPr/>
            <p:nvPr/>
          </p:nvSpPr>
          <p:spPr>
            <a:xfrm>
              <a:off x="8843532" y="2056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1" name="pt52931"/>
            <p:cNvSpPr/>
            <p:nvPr/>
          </p:nvSpPr>
          <p:spPr>
            <a:xfrm>
              <a:off x="8473354" y="2546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2" name="pt52932"/>
            <p:cNvSpPr/>
            <p:nvPr/>
          </p:nvSpPr>
          <p:spPr>
            <a:xfrm>
              <a:off x="8576763" y="235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3" name="pt52933"/>
            <p:cNvSpPr/>
            <p:nvPr/>
          </p:nvSpPr>
          <p:spPr>
            <a:xfrm>
              <a:off x="8595298" y="2351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4" name="pt52934"/>
            <p:cNvSpPr/>
            <p:nvPr/>
          </p:nvSpPr>
          <p:spPr>
            <a:xfrm>
              <a:off x="8859909" y="1920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5" name="pt52935"/>
            <p:cNvSpPr/>
            <p:nvPr/>
          </p:nvSpPr>
          <p:spPr>
            <a:xfrm>
              <a:off x="8888696" y="2201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6" name="pt52936"/>
            <p:cNvSpPr/>
            <p:nvPr/>
          </p:nvSpPr>
          <p:spPr>
            <a:xfrm>
              <a:off x="8776438" y="1960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7" name="pt52937"/>
            <p:cNvSpPr/>
            <p:nvPr/>
          </p:nvSpPr>
          <p:spPr>
            <a:xfrm>
              <a:off x="9396086" y="2005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8" name="pt52938"/>
            <p:cNvSpPr/>
            <p:nvPr/>
          </p:nvSpPr>
          <p:spPr>
            <a:xfrm>
              <a:off x="8904556" y="2061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9" name="pt52939"/>
            <p:cNvSpPr/>
            <p:nvPr/>
          </p:nvSpPr>
          <p:spPr>
            <a:xfrm>
              <a:off x="8383485" y="2309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0" name="pt52940"/>
            <p:cNvSpPr/>
            <p:nvPr/>
          </p:nvSpPr>
          <p:spPr>
            <a:xfrm>
              <a:off x="8770040" y="2007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1" name="pt52941"/>
            <p:cNvSpPr/>
            <p:nvPr/>
          </p:nvSpPr>
          <p:spPr>
            <a:xfrm>
              <a:off x="9282477" y="2194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2" name="pt52942"/>
            <p:cNvSpPr/>
            <p:nvPr/>
          </p:nvSpPr>
          <p:spPr>
            <a:xfrm>
              <a:off x="9010641" y="2050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3" name="pt52943"/>
            <p:cNvSpPr/>
            <p:nvPr/>
          </p:nvSpPr>
          <p:spPr>
            <a:xfrm>
              <a:off x="9652594" y="2126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4" name="pt52944"/>
            <p:cNvSpPr/>
            <p:nvPr/>
          </p:nvSpPr>
          <p:spPr>
            <a:xfrm>
              <a:off x="8763400" y="2139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5" name="pt52945"/>
            <p:cNvSpPr/>
            <p:nvPr/>
          </p:nvSpPr>
          <p:spPr>
            <a:xfrm>
              <a:off x="8505430" y="2414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6" name="pt52946"/>
            <p:cNvSpPr/>
            <p:nvPr/>
          </p:nvSpPr>
          <p:spPr>
            <a:xfrm>
              <a:off x="9066967" y="2213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7" name="pt52947"/>
            <p:cNvSpPr/>
            <p:nvPr/>
          </p:nvSpPr>
          <p:spPr>
            <a:xfrm>
              <a:off x="9171842" y="2170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8" name="pt52948"/>
            <p:cNvSpPr/>
            <p:nvPr/>
          </p:nvSpPr>
          <p:spPr>
            <a:xfrm>
              <a:off x="9879673" y="2439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9" name="pt52949"/>
            <p:cNvSpPr/>
            <p:nvPr/>
          </p:nvSpPr>
          <p:spPr>
            <a:xfrm>
              <a:off x="8805344" y="2225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0" name="pt52950"/>
            <p:cNvSpPr/>
            <p:nvPr/>
          </p:nvSpPr>
          <p:spPr>
            <a:xfrm>
              <a:off x="9480986" y="2228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1" name="pt52951"/>
            <p:cNvSpPr/>
            <p:nvPr/>
          </p:nvSpPr>
          <p:spPr>
            <a:xfrm>
              <a:off x="8556041" y="2541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2" name="pt52952"/>
            <p:cNvSpPr/>
            <p:nvPr/>
          </p:nvSpPr>
          <p:spPr>
            <a:xfrm>
              <a:off x="8794345" y="2122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3" name="pt52953"/>
            <p:cNvSpPr/>
            <p:nvPr/>
          </p:nvSpPr>
          <p:spPr>
            <a:xfrm>
              <a:off x="9623193" y="2163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4" name="pt52954"/>
            <p:cNvSpPr/>
            <p:nvPr/>
          </p:nvSpPr>
          <p:spPr>
            <a:xfrm>
              <a:off x="8956678" y="1950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5" name="pt52955"/>
            <p:cNvSpPr/>
            <p:nvPr/>
          </p:nvSpPr>
          <p:spPr>
            <a:xfrm>
              <a:off x="9190113" y="2037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6" name="pt52956"/>
            <p:cNvSpPr/>
            <p:nvPr/>
          </p:nvSpPr>
          <p:spPr>
            <a:xfrm>
              <a:off x="8473354" y="2267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7" name="pt52957"/>
            <p:cNvSpPr/>
            <p:nvPr/>
          </p:nvSpPr>
          <p:spPr>
            <a:xfrm>
              <a:off x="8677986" y="2319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8" name="pt52958"/>
            <p:cNvSpPr/>
            <p:nvPr/>
          </p:nvSpPr>
          <p:spPr>
            <a:xfrm>
              <a:off x="8383485" y="2055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9" name="pt52959"/>
            <p:cNvSpPr/>
            <p:nvPr/>
          </p:nvSpPr>
          <p:spPr>
            <a:xfrm>
              <a:off x="9666217" y="1821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0" name="pt52960"/>
            <p:cNvSpPr/>
            <p:nvPr/>
          </p:nvSpPr>
          <p:spPr>
            <a:xfrm>
              <a:off x="8434097" y="2247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1" name="pt52961"/>
            <p:cNvSpPr/>
            <p:nvPr/>
          </p:nvSpPr>
          <p:spPr>
            <a:xfrm>
              <a:off x="8654494" y="2371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2" name="pt52962"/>
            <p:cNvSpPr/>
            <p:nvPr/>
          </p:nvSpPr>
          <p:spPr>
            <a:xfrm>
              <a:off x="8874891" y="1985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3" name="pt52963"/>
            <p:cNvSpPr/>
            <p:nvPr/>
          </p:nvSpPr>
          <p:spPr>
            <a:xfrm>
              <a:off x="9005590" y="1829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4" name="pt52964"/>
            <p:cNvSpPr/>
            <p:nvPr/>
          </p:nvSpPr>
          <p:spPr>
            <a:xfrm>
              <a:off x="8820652" y="2212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5" name="pt52965"/>
            <p:cNvSpPr/>
            <p:nvPr/>
          </p:nvSpPr>
          <p:spPr>
            <a:xfrm>
              <a:off x="9653069" y="2422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6" name="pt52966"/>
            <p:cNvSpPr/>
            <p:nvPr/>
          </p:nvSpPr>
          <p:spPr>
            <a:xfrm>
              <a:off x="8847771" y="2078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7" name="pt52967"/>
            <p:cNvSpPr/>
            <p:nvPr/>
          </p:nvSpPr>
          <p:spPr>
            <a:xfrm>
              <a:off x="8312152" y="2534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8" name="pt52968"/>
            <p:cNvSpPr/>
            <p:nvPr/>
          </p:nvSpPr>
          <p:spPr>
            <a:xfrm>
              <a:off x="8788576" y="2393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9" name="pt52969"/>
            <p:cNvSpPr/>
            <p:nvPr/>
          </p:nvSpPr>
          <p:spPr>
            <a:xfrm>
              <a:off x="9070546" y="2333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0" name="pt52970"/>
            <p:cNvSpPr/>
            <p:nvPr/>
          </p:nvSpPr>
          <p:spPr>
            <a:xfrm>
              <a:off x="8810596" y="2145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1" name="pt52971"/>
            <p:cNvSpPr/>
            <p:nvPr/>
          </p:nvSpPr>
          <p:spPr>
            <a:xfrm>
              <a:off x="9240724" y="1907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2" name="pt52972"/>
            <p:cNvSpPr/>
            <p:nvPr/>
          </p:nvSpPr>
          <p:spPr>
            <a:xfrm>
              <a:off x="8749319" y="2288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3" name="pt52973"/>
            <p:cNvSpPr/>
            <p:nvPr/>
          </p:nvSpPr>
          <p:spPr>
            <a:xfrm>
              <a:off x="8612066" y="2223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4" name="pt52974"/>
            <p:cNvSpPr/>
            <p:nvPr/>
          </p:nvSpPr>
          <p:spPr>
            <a:xfrm>
              <a:off x="8741831" y="2109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5" name="pt52975"/>
            <p:cNvSpPr/>
            <p:nvPr/>
          </p:nvSpPr>
          <p:spPr>
            <a:xfrm>
              <a:off x="8654494" y="2497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6" name="pt52976"/>
            <p:cNvSpPr/>
            <p:nvPr/>
          </p:nvSpPr>
          <p:spPr>
            <a:xfrm>
              <a:off x="9303159" y="2033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7" name="pt52977"/>
            <p:cNvSpPr/>
            <p:nvPr/>
          </p:nvSpPr>
          <p:spPr>
            <a:xfrm>
              <a:off x="8916289" y="2153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8" name="pt52978"/>
            <p:cNvSpPr/>
            <p:nvPr/>
          </p:nvSpPr>
          <p:spPr>
            <a:xfrm>
              <a:off x="9435343" y="170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9" name="pt52979"/>
            <p:cNvSpPr/>
            <p:nvPr/>
          </p:nvSpPr>
          <p:spPr>
            <a:xfrm>
              <a:off x="8871263" y="1975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0" name="pt52980"/>
            <p:cNvSpPr/>
            <p:nvPr/>
          </p:nvSpPr>
          <p:spPr>
            <a:xfrm>
              <a:off x="8627374" y="2377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1" name="pt52981"/>
            <p:cNvSpPr/>
            <p:nvPr/>
          </p:nvSpPr>
          <p:spPr>
            <a:xfrm>
              <a:off x="8863776" y="2149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2" name="pt52982"/>
            <p:cNvSpPr/>
            <p:nvPr/>
          </p:nvSpPr>
          <p:spPr>
            <a:xfrm>
              <a:off x="9452582" y="2004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3" name="pt52983"/>
            <p:cNvSpPr/>
            <p:nvPr/>
          </p:nvSpPr>
          <p:spPr>
            <a:xfrm>
              <a:off x="9021891" y="1796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4" name="pt52984"/>
            <p:cNvSpPr/>
            <p:nvPr/>
          </p:nvSpPr>
          <p:spPr>
            <a:xfrm>
              <a:off x="9080864" y="1939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5" name="pt52985"/>
            <p:cNvSpPr/>
            <p:nvPr/>
          </p:nvSpPr>
          <p:spPr>
            <a:xfrm>
              <a:off x="8383485" y="233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6" name="pt52986"/>
            <p:cNvSpPr/>
            <p:nvPr/>
          </p:nvSpPr>
          <p:spPr>
            <a:xfrm>
              <a:off x="8473354" y="2364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7" name="pt52987"/>
            <p:cNvSpPr/>
            <p:nvPr/>
          </p:nvSpPr>
          <p:spPr>
            <a:xfrm>
              <a:off x="9201130" y="1975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8" name="pt52988"/>
            <p:cNvSpPr/>
            <p:nvPr/>
          </p:nvSpPr>
          <p:spPr>
            <a:xfrm>
              <a:off x="8312152" y="2328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9" name="pt52989"/>
            <p:cNvSpPr/>
            <p:nvPr/>
          </p:nvSpPr>
          <p:spPr>
            <a:xfrm>
              <a:off x="8383485" y="2377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0" name="pt52990"/>
            <p:cNvSpPr/>
            <p:nvPr/>
          </p:nvSpPr>
          <p:spPr>
            <a:xfrm>
              <a:off x="8782612" y="2265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1" name="pt52991"/>
            <p:cNvSpPr/>
            <p:nvPr/>
          </p:nvSpPr>
          <p:spPr>
            <a:xfrm>
              <a:off x="8312152" y="2377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2" name="pt52992"/>
            <p:cNvSpPr/>
            <p:nvPr/>
          </p:nvSpPr>
          <p:spPr>
            <a:xfrm>
              <a:off x="9045188" y="1952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3" name="pt52993"/>
            <p:cNvSpPr/>
            <p:nvPr/>
          </p:nvSpPr>
          <p:spPr>
            <a:xfrm>
              <a:off x="8830164" y="2224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4" name="pt52994"/>
            <p:cNvSpPr/>
            <p:nvPr/>
          </p:nvSpPr>
          <p:spPr>
            <a:xfrm>
              <a:off x="9218764" y="1820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5" name="pt52995"/>
            <p:cNvSpPr/>
            <p:nvPr/>
          </p:nvSpPr>
          <p:spPr>
            <a:xfrm>
              <a:off x="9075206" y="211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6" name="pt52996"/>
            <p:cNvSpPr/>
            <p:nvPr/>
          </p:nvSpPr>
          <p:spPr>
            <a:xfrm>
              <a:off x="8312152" y="2256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7" name="pt52997"/>
            <p:cNvSpPr/>
            <p:nvPr/>
          </p:nvSpPr>
          <p:spPr>
            <a:xfrm>
              <a:off x="8595298" y="2110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8" name="pt52998"/>
            <p:cNvSpPr/>
            <p:nvPr/>
          </p:nvSpPr>
          <p:spPr>
            <a:xfrm>
              <a:off x="8981853" y="2332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9" name="pt52999"/>
            <p:cNvSpPr/>
            <p:nvPr/>
          </p:nvSpPr>
          <p:spPr>
            <a:xfrm>
              <a:off x="9249051" y="2069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0" name="pt53000"/>
            <p:cNvSpPr/>
            <p:nvPr/>
          </p:nvSpPr>
          <p:spPr>
            <a:xfrm>
              <a:off x="8834733" y="2237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1" name="pt53001"/>
            <p:cNvSpPr/>
            <p:nvPr/>
          </p:nvSpPr>
          <p:spPr>
            <a:xfrm>
              <a:off x="8881929" y="2254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2" name="pt53002"/>
            <p:cNvSpPr/>
            <p:nvPr/>
          </p:nvSpPr>
          <p:spPr>
            <a:xfrm>
              <a:off x="9494750" y="2633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3" name="pt53003"/>
            <p:cNvSpPr/>
            <p:nvPr/>
          </p:nvSpPr>
          <p:spPr>
            <a:xfrm>
              <a:off x="8505430" y="2331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4" name="pt53004"/>
            <p:cNvSpPr/>
            <p:nvPr/>
          </p:nvSpPr>
          <p:spPr>
            <a:xfrm>
              <a:off x="8776438" y="2131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5" name="pt53005"/>
            <p:cNvSpPr/>
            <p:nvPr/>
          </p:nvSpPr>
          <p:spPr>
            <a:xfrm>
              <a:off x="8627374" y="2277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6" name="pt53006"/>
            <p:cNvSpPr/>
            <p:nvPr/>
          </p:nvSpPr>
          <p:spPr>
            <a:xfrm>
              <a:off x="8956678" y="1934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7" name="pt53007"/>
            <p:cNvSpPr/>
            <p:nvPr/>
          </p:nvSpPr>
          <p:spPr>
            <a:xfrm>
              <a:off x="8859909" y="1904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8" name="pt53008"/>
            <p:cNvSpPr/>
            <p:nvPr/>
          </p:nvSpPr>
          <p:spPr>
            <a:xfrm>
              <a:off x="8434097" y="2424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9" name="pt53009"/>
            <p:cNvSpPr/>
            <p:nvPr/>
          </p:nvSpPr>
          <p:spPr>
            <a:xfrm>
              <a:off x="9749896" y="2143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0" name="pt53010"/>
            <p:cNvSpPr/>
            <p:nvPr/>
          </p:nvSpPr>
          <p:spPr>
            <a:xfrm>
              <a:off x="8383485" y="2427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1" name="pt53011"/>
            <p:cNvSpPr/>
            <p:nvPr/>
          </p:nvSpPr>
          <p:spPr>
            <a:xfrm>
              <a:off x="9285982" y="1781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2" name="pt53012"/>
            <p:cNvSpPr/>
            <p:nvPr/>
          </p:nvSpPr>
          <p:spPr>
            <a:xfrm>
              <a:off x="8434097" y="2442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3" name="pt53013"/>
            <p:cNvSpPr/>
            <p:nvPr/>
          </p:nvSpPr>
          <p:spPr>
            <a:xfrm>
              <a:off x="9080864" y="1750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4" name="pt53014"/>
            <p:cNvSpPr/>
            <p:nvPr/>
          </p:nvSpPr>
          <p:spPr>
            <a:xfrm>
              <a:off x="9265000" y="2093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5" name="pt53015"/>
            <p:cNvSpPr/>
            <p:nvPr/>
          </p:nvSpPr>
          <p:spPr>
            <a:xfrm>
              <a:off x="8312152" y="2418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6" name="pt53016"/>
            <p:cNvSpPr/>
            <p:nvPr/>
          </p:nvSpPr>
          <p:spPr>
            <a:xfrm>
              <a:off x="8945023" y="1814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7" name="pt53017"/>
            <p:cNvSpPr/>
            <p:nvPr/>
          </p:nvSpPr>
          <p:spPr>
            <a:xfrm>
              <a:off x="9198297" y="2004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8" name="pt53018"/>
            <p:cNvSpPr/>
            <p:nvPr/>
          </p:nvSpPr>
          <p:spPr>
            <a:xfrm>
              <a:off x="9415399" y="2124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9" name="pt53019"/>
            <p:cNvSpPr/>
            <p:nvPr/>
          </p:nvSpPr>
          <p:spPr>
            <a:xfrm>
              <a:off x="9311758" y="208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0" name="pt53020"/>
            <p:cNvSpPr/>
            <p:nvPr/>
          </p:nvSpPr>
          <p:spPr>
            <a:xfrm>
              <a:off x="8734011" y="2131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1" name="pt53021"/>
            <p:cNvSpPr/>
            <p:nvPr/>
          </p:nvSpPr>
          <p:spPr>
            <a:xfrm>
              <a:off x="8763400" y="2118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2" name="pt53022"/>
            <p:cNvSpPr/>
            <p:nvPr/>
          </p:nvSpPr>
          <p:spPr>
            <a:xfrm>
              <a:off x="9028011" y="1802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3" name="pt53023"/>
            <p:cNvSpPr/>
            <p:nvPr/>
          </p:nvSpPr>
          <p:spPr>
            <a:xfrm>
              <a:off x="8977900" y="2295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4" name="pt53024"/>
            <p:cNvSpPr/>
            <p:nvPr/>
          </p:nvSpPr>
          <p:spPr>
            <a:xfrm>
              <a:off x="8985720" y="225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5" name="pt53025"/>
            <p:cNvSpPr/>
            <p:nvPr/>
          </p:nvSpPr>
          <p:spPr>
            <a:xfrm>
              <a:off x="9130917" y="1990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6" name="pt53026"/>
            <p:cNvSpPr/>
            <p:nvPr/>
          </p:nvSpPr>
          <p:spPr>
            <a:xfrm>
              <a:off x="8641456" y="2096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7" name="pt53027"/>
            <p:cNvSpPr/>
            <p:nvPr/>
          </p:nvSpPr>
          <p:spPr>
            <a:xfrm>
              <a:off x="9595084" y="2184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8" name="pt53028"/>
            <p:cNvSpPr/>
            <p:nvPr/>
          </p:nvSpPr>
          <p:spPr>
            <a:xfrm>
              <a:off x="8627374" y="2227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9" name="pt53029"/>
            <p:cNvSpPr/>
            <p:nvPr/>
          </p:nvSpPr>
          <p:spPr>
            <a:xfrm>
              <a:off x="8312152" y="2549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0" name="pt53030"/>
            <p:cNvSpPr/>
            <p:nvPr/>
          </p:nvSpPr>
          <p:spPr>
            <a:xfrm>
              <a:off x="9171842" y="2057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1" name="pt53031"/>
            <p:cNvSpPr/>
            <p:nvPr/>
          </p:nvSpPr>
          <p:spPr>
            <a:xfrm>
              <a:off x="8595298" y="2221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2" name="pt53032"/>
            <p:cNvSpPr/>
            <p:nvPr/>
          </p:nvSpPr>
          <p:spPr>
            <a:xfrm>
              <a:off x="8383485" y="2472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3" name="pt53033"/>
            <p:cNvSpPr/>
            <p:nvPr/>
          </p:nvSpPr>
          <p:spPr>
            <a:xfrm>
              <a:off x="8627374" y="2297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4" name="pt53034"/>
            <p:cNvSpPr/>
            <p:nvPr/>
          </p:nvSpPr>
          <p:spPr>
            <a:xfrm>
              <a:off x="9103798" y="2115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5" name="pt53035"/>
            <p:cNvSpPr/>
            <p:nvPr/>
          </p:nvSpPr>
          <p:spPr>
            <a:xfrm>
              <a:off x="9654228" y="228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6" name="pt53036"/>
            <p:cNvSpPr/>
            <p:nvPr/>
          </p:nvSpPr>
          <p:spPr>
            <a:xfrm>
              <a:off x="9297726" y="195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7" name="pt53037"/>
            <p:cNvSpPr/>
            <p:nvPr/>
          </p:nvSpPr>
          <p:spPr>
            <a:xfrm>
              <a:off x="8666631" y="2400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8" name="pt53038"/>
            <p:cNvSpPr/>
            <p:nvPr/>
          </p:nvSpPr>
          <p:spPr>
            <a:xfrm>
              <a:off x="8505430" y="2474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9" name="pt53039"/>
            <p:cNvSpPr/>
            <p:nvPr/>
          </p:nvSpPr>
          <p:spPr>
            <a:xfrm>
              <a:off x="8913428" y="2120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0" name="pt53040"/>
            <p:cNvSpPr/>
            <p:nvPr/>
          </p:nvSpPr>
          <p:spPr>
            <a:xfrm>
              <a:off x="9138300" y="1983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1" name="pt53041"/>
            <p:cNvSpPr/>
            <p:nvPr/>
          </p:nvSpPr>
          <p:spPr>
            <a:xfrm>
              <a:off x="9301578" y="1821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2" name="pt53042"/>
            <p:cNvSpPr/>
            <p:nvPr/>
          </p:nvSpPr>
          <p:spPr>
            <a:xfrm>
              <a:off x="8776438" y="2023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3" name="pt53043"/>
            <p:cNvSpPr/>
            <p:nvPr/>
          </p:nvSpPr>
          <p:spPr>
            <a:xfrm>
              <a:off x="9285982" y="1994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4" name="pt53044"/>
            <p:cNvSpPr/>
            <p:nvPr/>
          </p:nvSpPr>
          <p:spPr>
            <a:xfrm>
              <a:off x="8698707" y="2356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5" name="pt53045"/>
            <p:cNvSpPr/>
            <p:nvPr/>
          </p:nvSpPr>
          <p:spPr>
            <a:xfrm>
              <a:off x="8595298" y="2402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6" name="pt53046"/>
            <p:cNvSpPr/>
            <p:nvPr/>
          </p:nvSpPr>
          <p:spPr>
            <a:xfrm>
              <a:off x="8987622" y="2224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7" name="pt53047"/>
            <p:cNvSpPr/>
            <p:nvPr/>
          </p:nvSpPr>
          <p:spPr>
            <a:xfrm>
              <a:off x="9190113" y="1930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8" name="pt53048"/>
            <p:cNvSpPr/>
            <p:nvPr/>
          </p:nvSpPr>
          <p:spPr>
            <a:xfrm>
              <a:off x="8913428" y="2101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9" name="pt53049"/>
            <p:cNvSpPr/>
            <p:nvPr/>
          </p:nvSpPr>
          <p:spPr>
            <a:xfrm>
              <a:off x="9109567" y="1722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0" name="pt53050"/>
            <p:cNvSpPr/>
            <p:nvPr/>
          </p:nvSpPr>
          <p:spPr>
            <a:xfrm>
              <a:off x="8863776" y="1976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1" name="pt53051"/>
            <p:cNvSpPr/>
            <p:nvPr/>
          </p:nvSpPr>
          <p:spPr>
            <a:xfrm>
              <a:off x="9195417" y="2050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2" name="pt53052"/>
            <p:cNvSpPr/>
            <p:nvPr/>
          </p:nvSpPr>
          <p:spPr>
            <a:xfrm>
              <a:off x="8834733" y="2129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3" name="pt53053"/>
            <p:cNvSpPr/>
            <p:nvPr/>
          </p:nvSpPr>
          <p:spPr>
            <a:xfrm>
              <a:off x="8839187" y="2166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4" name="pt53054"/>
            <p:cNvSpPr/>
            <p:nvPr/>
          </p:nvSpPr>
          <p:spPr>
            <a:xfrm>
              <a:off x="9249051" y="2134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5" name="pt53055"/>
            <p:cNvSpPr/>
            <p:nvPr/>
          </p:nvSpPr>
          <p:spPr>
            <a:xfrm>
              <a:off x="8874891" y="1967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6" name="pt53056"/>
            <p:cNvSpPr/>
            <p:nvPr/>
          </p:nvSpPr>
          <p:spPr>
            <a:xfrm>
              <a:off x="8312152" y="2614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7" name="pt53057"/>
            <p:cNvSpPr/>
            <p:nvPr/>
          </p:nvSpPr>
          <p:spPr>
            <a:xfrm>
              <a:off x="9603616" y="2440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8" name="pt53058"/>
            <p:cNvSpPr/>
            <p:nvPr/>
          </p:nvSpPr>
          <p:spPr>
            <a:xfrm>
              <a:off x="8505430" y="2475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9" name="pt53059"/>
            <p:cNvSpPr/>
            <p:nvPr/>
          </p:nvSpPr>
          <p:spPr>
            <a:xfrm>
              <a:off x="8556041" y="2384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0" name="pt53060"/>
            <p:cNvSpPr/>
            <p:nvPr/>
          </p:nvSpPr>
          <p:spPr>
            <a:xfrm>
              <a:off x="8901496" y="1917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1" name="pt53061"/>
            <p:cNvSpPr/>
            <p:nvPr/>
          </p:nvSpPr>
          <p:spPr>
            <a:xfrm>
              <a:off x="9135057" y="2045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2" name="pt53062"/>
            <p:cNvSpPr/>
            <p:nvPr/>
          </p:nvSpPr>
          <p:spPr>
            <a:xfrm>
              <a:off x="8981853" y="2312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3" name="pt53063"/>
            <p:cNvSpPr/>
            <p:nvPr/>
          </p:nvSpPr>
          <p:spPr>
            <a:xfrm>
              <a:off x="8505430" y="2392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4" name="pt53064"/>
            <p:cNvSpPr/>
            <p:nvPr/>
          </p:nvSpPr>
          <p:spPr>
            <a:xfrm>
              <a:off x="9313250" y="2027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5" name="pt53065"/>
            <p:cNvSpPr/>
            <p:nvPr/>
          </p:nvSpPr>
          <p:spPr>
            <a:xfrm>
              <a:off x="9697445" y="2020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6" name="pt53066"/>
            <p:cNvSpPr/>
            <p:nvPr/>
          </p:nvSpPr>
          <p:spPr>
            <a:xfrm>
              <a:off x="8641456" y="2048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7" name="pt53067"/>
            <p:cNvSpPr/>
            <p:nvPr/>
          </p:nvSpPr>
          <p:spPr>
            <a:xfrm>
              <a:off x="8434097" y="2489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8" name="pt53068"/>
            <p:cNvSpPr/>
            <p:nvPr/>
          </p:nvSpPr>
          <p:spPr>
            <a:xfrm>
              <a:off x="9688802" y="2191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9" name="pt53069"/>
            <p:cNvSpPr/>
            <p:nvPr/>
          </p:nvSpPr>
          <p:spPr>
            <a:xfrm>
              <a:off x="9200002" y="1991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0" name="pt53070"/>
            <p:cNvSpPr/>
            <p:nvPr/>
          </p:nvSpPr>
          <p:spPr>
            <a:xfrm>
              <a:off x="8859909" y="195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1" name="pt53071"/>
            <p:cNvSpPr/>
            <p:nvPr/>
          </p:nvSpPr>
          <p:spPr>
            <a:xfrm>
              <a:off x="9382590" y="2074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2" name="pt53072"/>
            <p:cNvSpPr/>
            <p:nvPr/>
          </p:nvSpPr>
          <p:spPr>
            <a:xfrm>
              <a:off x="8505430" y="2671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3" name="pt53073"/>
            <p:cNvSpPr/>
            <p:nvPr/>
          </p:nvSpPr>
          <p:spPr>
            <a:xfrm>
              <a:off x="8942596" y="1905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4" name="pt53074"/>
            <p:cNvSpPr/>
            <p:nvPr/>
          </p:nvSpPr>
          <p:spPr>
            <a:xfrm>
              <a:off x="8654494" y="2322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5" name="pt53075"/>
            <p:cNvSpPr/>
            <p:nvPr/>
          </p:nvSpPr>
          <p:spPr>
            <a:xfrm>
              <a:off x="9237554" y="1876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6" name="pt53076"/>
            <p:cNvSpPr/>
            <p:nvPr/>
          </p:nvSpPr>
          <p:spPr>
            <a:xfrm>
              <a:off x="8770040" y="2095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7" name="pt53077"/>
            <p:cNvSpPr/>
            <p:nvPr/>
          </p:nvSpPr>
          <p:spPr>
            <a:xfrm>
              <a:off x="8725827" y="2290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8" name="pt53078"/>
            <p:cNvSpPr/>
            <p:nvPr/>
          </p:nvSpPr>
          <p:spPr>
            <a:xfrm>
              <a:off x="8595298" y="2231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9" name="pt53079"/>
            <p:cNvSpPr/>
            <p:nvPr/>
          </p:nvSpPr>
          <p:spPr>
            <a:xfrm>
              <a:off x="9055774" y="1694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0" name="pt53080"/>
            <p:cNvSpPr/>
            <p:nvPr/>
          </p:nvSpPr>
          <p:spPr>
            <a:xfrm>
              <a:off x="9312057" y="1765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1" name="pt53081"/>
            <p:cNvSpPr/>
            <p:nvPr/>
          </p:nvSpPr>
          <p:spPr>
            <a:xfrm>
              <a:off x="8794345" y="2107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2" name="pt53082"/>
            <p:cNvSpPr/>
            <p:nvPr/>
          </p:nvSpPr>
          <p:spPr>
            <a:xfrm>
              <a:off x="8878445" y="2059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3" name="pt53083"/>
            <p:cNvSpPr/>
            <p:nvPr/>
          </p:nvSpPr>
          <p:spPr>
            <a:xfrm>
              <a:off x="8749319" y="2052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4" name="pt53084"/>
            <p:cNvSpPr/>
            <p:nvPr/>
          </p:nvSpPr>
          <p:spPr>
            <a:xfrm>
              <a:off x="8734011" y="2284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5" name="pt53085"/>
            <p:cNvSpPr/>
            <p:nvPr/>
          </p:nvSpPr>
          <p:spPr>
            <a:xfrm>
              <a:off x="8898383" y="2073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6" name="pt53086"/>
            <p:cNvSpPr/>
            <p:nvPr/>
          </p:nvSpPr>
          <p:spPr>
            <a:xfrm>
              <a:off x="9254530" y="2066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7" name="pt53087"/>
            <p:cNvSpPr/>
            <p:nvPr/>
          </p:nvSpPr>
          <p:spPr>
            <a:xfrm>
              <a:off x="9119675" y="2052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8" name="pt53088"/>
            <p:cNvSpPr/>
            <p:nvPr/>
          </p:nvSpPr>
          <p:spPr>
            <a:xfrm>
              <a:off x="9221288" y="1823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9" name="pt53089"/>
            <p:cNvSpPr/>
            <p:nvPr/>
          </p:nvSpPr>
          <p:spPr>
            <a:xfrm>
              <a:off x="9097834" y="1895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0" name="pt53090"/>
            <p:cNvSpPr/>
            <p:nvPr/>
          </p:nvSpPr>
          <p:spPr>
            <a:xfrm>
              <a:off x="9653069" y="2224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1" name="pt53091"/>
            <p:cNvSpPr/>
            <p:nvPr/>
          </p:nvSpPr>
          <p:spPr>
            <a:xfrm>
              <a:off x="9502520" y="2384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2" name="pt53092"/>
            <p:cNvSpPr/>
            <p:nvPr/>
          </p:nvSpPr>
          <p:spPr>
            <a:xfrm>
              <a:off x="9121452" y="2011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3" name="pt53093"/>
            <p:cNvSpPr/>
            <p:nvPr/>
          </p:nvSpPr>
          <p:spPr>
            <a:xfrm>
              <a:off x="9049233" y="1955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4" name="pt53094"/>
            <p:cNvSpPr/>
            <p:nvPr/>
          </p:nvSpPr>
          <p:spPr>
            <a:xfrm>
              <a:off x="8788576" y="2295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5" name="pt53095"/>
            <p:cNvSpPr/>
            <p:nvPr/>
          </p:nvSpPr>
          <p:spPr>
            <a:xfrm>
              <a:off x="8871263" y="213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6" name="pt53096"/>
            <p:cNvSpPr/>
            <p:nvPr/>
          </p:nvSpPr>
          <p:spPr>
            <a:xfrm>
              <a:off x="8312152" y="2510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7" name="pt53097"/>
            <p:cNvSpPr/>
            <p:nvPr/>
          </p:nvSpPr>
          <p:spPr>
            <a:xfrm>
              <a:off x="8505430" y="2633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8" name="pt53098"/>
            <p:cNvSpPr/>
            <p:nvPr/>
          </p:nvSpPr>
          <p:spPr>
            <a:xfrm>
              <a:off x="8434097" y="2328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9" name="pt53099"/>
            <p:cNvSpPr/>
            <p:nvPr/>
          </p:nvSpPr>
          <p:spPr>
            <a:xfrm>
              <a:off x="9811851" y="2481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0" name="pt53100"/>
            <p:cNvSpPr/>
            <p:nvPr/>
          </p:nvSpPr>
          <p:spPr>
            <a:xfrm>
              <a:off x="8878445" y="1931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1" name="pt53101"/>
            <p:cNvSpPr/>
            <p:nvPr/>
          </p:nvSpPr>
          <p:spPr>
            <a:xfrm>
              <a:off x="8741831" y="221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2" name="pt53102"/>
            <p:cNvSpPr/>
            <p:nvPr/>
          </p:nvSpPr>
          <p:spPr>
            <a:xfrm>
              <a:off x="8434097" y="2451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3" name="pt53103"/>
            <p:cNvSpPr/>
            <p:nvPr/>
          </p:nvSpPr>
          <p:spPr>
            <a:xfrm>
              <a:off x="9454989" y="1866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4" name="pt53104"/>
            <p:cNvSpPr/>
            <p:nvPr/>
          </p:nvSpPr>
          <p:spPr>
            <a:xfrm>
              <a:off x="9161591" y="2155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5" name="pt53105"/>
            <p:cNvSpPr/>
            <p:nvPr/>
          </p:nvSpPr>
          <p:spPr>
            <a:xfrm>
              <a:off x="9312057" y="1866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6" name="pt53106"/>
            <p:cNvSpPr/>
            <p:nvPr/>
          </p:nvSpPr>
          <p:spPr>
            <a:xfrm>
              <a:off x="8901496" y="1847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7" name="pt53107"/>
            <p:cNvSpPr/>
            <p:nvPr/>
          </p:nvSpPr>
          <p:spPr>
            <a:xfrm>
              <a:off x="9087421" y="1941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8" name="pt53108"/>
            <p:cNvSpPr/>
            <p:nvPr/>
          </p:nvSpPr>
          <p:spPr>
            <a:xfrm>
              <a:off x="9024978" y="2105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9" name="pt53109"/>
            <p:cNvSpPr/>
            <p:nvPr/>
          </p:nvSpPr>
          <p:spPr>
            <a:xfrm>
              <a:off x="8473354" y="2374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0" name="pt53110"/>
            <p:cNvSpPr/>
            <p:nvPr/>
          </p:nvSpPr>
          <p:spPr>
            <a:xfrm>
              <a:off x="8971798" y="2140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1" name="pt53111"/>
            <p:cNvSpPr/>
            <p:nvPr/>
          </p:nvSpPr>
          <p:spPr>
            <a:xfrm>
              <a:off x="8815695" y="2063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2" name="pt53112"/>
            <p:cNvSpPr/>
            <p:nvPr/>
          </p:nvSpPr>
          <p:spPr>
            <a:xfrm>
              <a:off x="8641456" y="2181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3" name="pt53113"/>
            <p:cNvSpPr/>
            <p:nvPr/>
          </p:nvSpPr>
          <p:spPr>
            <a:xfrm>
              <a:off x="9229609" y="1954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4" name="pt53114"/>
            <p:cNvSpPr/>
            <p:nvPr/>
          </p:nvSpPr>
          <p:spPr>
            <a:xfrm>
              <a:off x="9310253" y="1853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5" name="pt53115"/>
            <p:cNvSpPr/>
            <p:nvPr/>
          </p:nvSpPr>
          <p:spPr>
            <a:xfrm>
              <a:off x="8383485" y="2465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6" name="pt53116"/>
            <p:cNvSpPr/>
            <p:nvPr/>
          </p:nvSpPr>
          <p:spPr>
            <a:xfrm>
              <a:off x="9354634" y="2235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7" name="pt53117"/>
            <p:cNvSpPr/>
            <p:nvPr/>
          </p:nvSpPr>
          <p:spPr>
            <a:xfrm>
              <a:off x="8843532" y="1975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8" name="pt53118"/>
            <p:cNvSpPr/>
            <p:nvPr/>
          </p:nvSpPr>
          <p:spPr>
            <a:xfrm>
              <a:off x="9573785" y="2454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9" name="pt53119"/>
            <p:cNvSpPr/>
            <p:nvPr/>
          </p:nvSpPr>
          <p:spPr>
            <a:xfrm>
              <a:off x="8979888" y="2294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0" name="pt53120"/>
            <p:cNvSpPr/>
            <p:nvPr/>
          </p:nvSpPr>
          <p:spPr>
            <a:xfrm>
              <a:off x="8556041" y="2319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1" name="pt53121"/>
            <p:cNvSpPr/>
            <p:nvPr/>
          </p:nvSpPr>
          <p:spPr>
            <a:xfrm>
              <a:off x="9205570" y="2053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2" name="pt53122"/>
            <p:cNvSpPr/>
            <p:nvPr/>
          </p:nvSpPr>
          <p:spPr>
            <a:xfrm>
              <a:off x="8855955" y="2041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3" name="pt53123"/>
            <p:cNvSpPr/>
            <p:nvPr/>
          </p:nvSpPr>
          <p:spPr>
            <a:xfrm>
              <a:off x="9346461" y="2167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4" name="pt53124"/>
            <p:cNvSpPr/>
            <p:nvPr/>
          </p:nvSpPr>
          <p:spPr>
            <a:xfrm>
              <a:off x="8576763" y="2156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5" name="pt53125"/>
            <p:cNvSpPr/>
            <p:nvPr/>
          </p:nvSpPr>
          <p:spPr>
            <a:xfrm>
              <a:off x="8979888" y="2258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6" name="pt53126"/>
            <p:cNvSpPr/>
            <p:nvPr/>
          </p:nvSpPr>
          <p:spPr>
            <a:xfrm>
              <a:off x="9834193" y="2620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7" name="pt53127"/>
            <p:cNvSpPr/>
            <p:nvPr/>
          </p:nvSpPr>
          <p:spPr>
            <a:xfrm>
              <a:off x="9028011" y="1659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8" name="pt53128"/>
            <p:cNvSpPr/>
            <p:nvPr/>
          </p:nvSpPr>
          <p:spPr>
            <a:xfrm>
              <a:off x="8312152" y="2544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9" name="pt53129"/>
            <p:cNvSpPr/>
            <p:nvPr/>
          </p:nvSpPr>
          <p:spPr>
            <a:xfrm>
              <a:off x="9292119" y="1974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0" name="pt53130"/>
            <p:cNvSpPr/>
            <p:nvPr/>
          </p:nvSpPr>
          <p:spPr>
            <a:xfrm>
              <a:off x="8830164" y="1991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1" name="pt53131"/>
            <p:cNvSpPr/>
            <p:nvPr/>
          </p:nvSpPr>
          <p:spPr>
            <a:xfrm>
              <a:off x="8666631" y="2388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2" name="pt53132"/>
            <p:cNvSpPr/>
            <p:nvPr/>
          </p:nvSpPr>
          <p:spPr>
            <a:xfrm>
              <a:off x="9070546" y="2291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3" name="pt53133"/>
            <p:cNvSpPr/>
            <p:nvPr/>
          </p:nvSpPr>
          <p:spPr>
            <a:xfrm>
              <a:off x="8434097" y="2287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4" name="pt53134"/>
            <p:cNvSpPr/>
            <p:nvPr/>
          </p:nvSpPr>
          <p:spPr>
            <a:xfrm>
              <a:off x="9201130" y="2012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5" name="pt53135"/>
            <p:cNvSpPr/>
            <p:nvPr/>
          </p:nvSpPr>
          <p:spPr>
            <a:xfrm>
              <a:off x="8473354" y="2220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6" name="pt53136"/>
            <p:cNvSpPr/>
            <p:nvPr/>
          </p:nvSpPr>
          <p:spPr>
            <a:xfrm>
              <a:off x="8312152" y="2445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7" name="pt53137"/>
            <p:cNvSpPr/>
            <p:nvPr/>
          </p:nvSpPr>
          <p:spPr>
            <a:xfrm>
              <a:off x="9448910" y="2036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8" name="pt53138"/>
            <p:cNvSpPr/>
            <p:nvPr/>
          </p:nvSpPr>
          <p:spPr>
            <a:xfrm>
              <a:off x="8698707" y="2236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9" name="pt53139"/>
            <p:cNvSpPr/>
            <p:nvPr/>
          </p:nvSpPr>
          <p:spPr>
            <a:xfrm>
              <a:off x="9568642" y="2213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0" name="pt53140"/>
            <p:cNvSpPr/>
            <p:nvPr/>
          </p:nvSpPr>
          <p:spPr>
            <a:xfrm>
              <a:off x="8312152" y="2330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1" name="pt53141"/>
            <p:cNvSpPr/>
            <p:nvPr/>
          </p:nvSpPr>
          <p:spPr>
            <a:xfrm>
              <a:off x="8434097" y="2557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2" name="pt53142"/>
            <p:cNvSpPr/>
            <p:nvPr/>
          </p:nvSpPr>
          <p:spPr>
            <a:xfrm>
              <a:off x="8834733" y="2201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3" name="pt53143"/>
            <p:cNvSpPr/>
            <p:nvPr/>
          </p:nvSpPr>
          <p:spPr>
            <a:xfrm>
              <a:off x="8688651" y="239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4" name="pt53144"/>
            <p:cNvSpPr/>
            <p:nvPr/>
          </p:nvSpPr>
          <p:spPr>
            <a:xfrm>
              <a:off x="8916289" y="2130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5" name="pt53145"/>
            <p:cNvSpPr/>
            <p:nvPr/>
          </p:nvSpPr>
          <p:spPr>
            <a:xfrm>
              <a:off x="9714526" y="1705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6" name="pt53146"/>
            <p:cNvSpPr/>
            <p:nvPr/>
          </p:nvSpPr>
          <p:spPr>
            <a:xfrm>
              <a:off x="9612243" y="2535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7" name="pt53147"/>
            <p:cNvSpPr/>
            <p:nvPr/>
          </p:nvSpPr>
          <p:spPr>
            <a:xfrm>
              <a:off x="8734011" y="2201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8" name="pt53148"/>
            <p:cNvSpPr/>
            <p:nvPr/>
          </p:nvSpPr>
          <p:spPr>
            <a:xfrm>
              <a:off x="8825472" y="2057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9" name="pt53149"/>
            <p:cNvSpPr/>
            <p:nvPr/>
          </p:nvSpPr>
          <p:spPr>
            <a:xfrm>
              <a:off x="8595298" y="2183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0" name="pt53150"/>
            <p:cNvSpPr/>
            <p:nvPr/>
          </p:nvSpPr>
          <p:spPr>
            <a:xfrm>
              <a:off x="8312152" y="2176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1" name="pt53151"/>
            <p:cNvSpPr/>
            <p:nvPr/>
          </p:nvSpPr>
          <p:spPr>
            <a:xfrm>
              <a:off x="8901496" y="1897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2" name="pt53152"/>
            <p:cNvSpPr/>
            <p:nvPr/>
          </p:nvSpPr>
          <p:spPr>
            <a:xfrm>
              <a:off x="9024978" y="1885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3" name="pt53153"/>
            <p:cNvSpPr/>
            <p:nvPr/>
          </p:nvSpPr>
          <p:spPr>
            <a:xfrm>
              <a:off x="8847771" y="2136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4" name="pt53154"/>
            <p:cNvSpPr/>
            <p:nvPr/>
          </p:nvSpPr>
          <p:spPr>
            <a:xfrm>
              <a:off x="9062080" y="1747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5" name="pt53155"/>
            <p:cNvSpPr/>
            <p:nvPr/>
          </p:nvSpPr>
          <p:spPr>
            <a:xfrm>
              <a:off x="9502520" y="2537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6" name="pt53156"/>
            <p:cNvSpPr/>
            <p:nvPr/>
          </p:nvSpPr>
          <p:spPr>
            <a:xfrm>
              <a:off x="9568642" y="2314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7" name="pt53157"/>
            <p:cNvSpPr/>
            <p:nvPr/>
          </p:nvSpPr>
          <p:spPr>
            <a:xfrm>
              <a:off x="8954408" y="1932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8" name="pt53158"/>
            <p:cNvSpPr/>
            <p:nvPr/>
          </p:nvSpPr>
          <p:spPr>
            <a:xfrm>
              <a:off x="8782612" y="2258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9" name="pt53159"/>
            <p:cNvSpPr/>
            <p:nvPr/>
          </p:nvSpPr>
          <p:spPr>
            <a:xfrm>
              <a:off x="9881517" y="2669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0" name="pt53160"/>
            <p:cNvSpPr/>
            <p:nvPr/>
          </p:nvSpPr>
          <p:spPr>
            <a:xfrm>
              <a:off x="8383485" y="2382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1" name="pt53161"/>
            <p:cNvSpPr/>
            <p:nvPr/>
          </p:nvSpPr>
          <p:spPr>
            <a:xfrm>
              <a:off x="8935109" y="2127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2" name="pt53162"/>
            <p:cNvSpPr/>
            <p:nvPr/>
          </p:nvSpPr>
          <p:spPr>
            <a:xfrm>
              <a:off x="9767198" y="2422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3" name="pt53163"/>
            <p:cNvSpPr/>
            <p:nvPr/>
          </p:nvSpPr>
          <p:spPr>
            <a:xfrm>
              <a:off x="9072891" y="2241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4" name="pt53164"/>
            <p:cNvSpPr/>
            <p:nvPr/>
          </p:nvSpPr>
          <p:spPr>
            <a:xfrm>
              <a:off x="8919104" y="2144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5" name="pt53165"/>
            <p:cNvSpPr/>
            <p:nvPr/>
          </p:nvSpPr>
          <p:spPr>
            <a:xfrm>
              <a:off x="9028011" y="1693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6" name="pt53166"/>
            <p:cNvSpPr/>
            <p:nvPr/>
          </p:nvSpPr>
          <p:spPr>
            <a:xfrm>
              <a:off x="8532549" y="2394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7" name="pt53167"/>
            <p:cNvSpPr/>
            <p:nvPr/>
          </p:nvSpPr>
          <p:spPr>
            <a:xfrm>
              <a:off x="8473354" y="2357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8" name="pt53168"/>
            <p:cNvSpPr/>
            <p:nvPr/>
          </p:nvSpPr>
          <p:spPr>
            <a:xfrm>
              <a:off x="8874891" y="1974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9" name="pt53169"/>
            <p:cNvSpPr/>
            <p:nvPr/>
          </p:nvSpPr>
          <p:spPr>
            <a:xfrm>
              <a:off x="9524498" y="2406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0" name="pt53170"/>
            <p:cNvSpPr/>
            <p:nvPr/>
          </p:nvSpPr>
          <p:spPr>
            <a:xfrm>
              <a:off x="8979888" y="2319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1" name="pt53171"/>
            <p:cNvSpPr/>
            <p:nvPr/>
          </p:nvSpPr>
          <p:spPr>
            <a:xfrm>
              <a:off x="9228169" y="1839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2" name="pt53172"/>
            <p:cNvSpPr/>
            <p:nvPr/>
          </p:nvSpPr>
          <p:spPr>
            <a:xfrm>
              <a:off x="8698707" y="240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3" name="pt53173"/>
            <p:cNvSpPr/>
            <p:nvPr/>
          </p:nvSpPr>
          <p:spPr>
            <a:xfrm>
              <a:off x="9003873" y="1961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4" name="pt53174"/>
            <p:cNvSpPr/>
            <p:nvPr/>
          </p:nvSpPr>
          <p:spPr>
            <a:xfrm>
              <a:off x="8919104" y="2095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5" name="pt53175"/>
            <p:cNvSpPr/>
            <p:nvPr/>
          </p:nvSpPr>
          <p:spPr>
            <a:xfrm>
              <a:off x="8654494" y="2377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6" name="pt53176"/>
            <p:cNvSpPr/>
            <p:nvPr/>
          </p:nvSpPr>
          <p:spPr>
            <a:xfrm>
              <a:off x="9237554" y="1945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7" name="pt53177"/>
            <p:cNvSpPr/>
            <p:nvPr/>
          </p:nvSpPr>
          <p:spPr>
            <a:xfrm>
              <a:off x="9444456" y="1754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8" name="pt53178"/>
            <p:cNvSpPr/>
            <p:nvPr/>
          </p:nvSpPr>
          <p:spPr>
            <a:xfrm>
              <a:off x="9603616" y="2562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9" name="pt53179"/>
            <p:cNvSpPr/>
            <p:nvPr/>
          </p:nvSpPr>
          <p:spPr>
            <a:xfrm>
              <a:off x="8627374" y="216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0" name="pt53180"/>
            <p:cNvSpPr/>
            <p:nvPr/>
          </p:nvSpPr>
          <p:spPr>
            <a:xfrm>
              <a:off x="8741831" y="2196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1" name="pt53181"/>
            <p:cNvSpPr/>
            <p:nvPr/>
          </p:nvSpPr>
          <p:spPr>
            <a:xfrm>
              <a:off x="9536594" y="1788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2" name="pt53182"/>
            <p:cNvSpPr/>
            <p:nvPr/>
          </p:nvSpPr>
          <p:spPr>
            <a:xfrm>
              <a:off x="9414733" y="2167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3" name="pt53183"/>
            <p:cNvSpPr/>
            <p:nvPr/>
          </p:nvSpPr>
          <p:spPr>
            <a:xfrm>
              <a:off x="9038234" y="1420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4" name="pt53184"/>
            <p:cNvSpPr/>
            <p:nvPr/>
          </p:nvSpPr>
          <p:spPr>
            <a:xfrm>
              <a:off x="8782612" y="2207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5" name="pt53185"/>
            <p:cNvSpPr/>
            <p:nvPr/>
          </p:nvSpPr>
          <p:spPr>
            <a:xfrm>
              <a:off x="8895213" y="2193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6" name="pt53186"/>
            <p:cNvSpPr/>
            <p:nvPr/>
          </p:nvSpPr>
          <p:spPr>
            <a:xfrm>
              <a:off x="9221288" y="1818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7" name="pt53187"/>
            <p:cNvSpPr/>
            <p:nvPr/>
          </p:nvSpPr>
          <p:spPr>
            <a:xfrm>
              <a:off x="8434097" y="2513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8" name="pt53188"/>
            <p:cNvSpPr/>
            <p:nvPr/>
          </p:nvSpPr>
          <p:spPr>
            <a:xfrm>
              <a:off x="8473354" y="2140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9" name="pt53189"/>
            <p:cNvSpPr/>
            <p:nvPr/>
          </p:nvSpPr>
          <p:spPr>
            <a:xfrm>
              <a:off x="8965476" y="205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0" name="pt53190"/>
            <p:cNvSpPr/>
            <p:nvPr/>
          </p:nvSpPr>
          <p:spPr>
            <a:xfrm>
              <a:off x="9188912" y="1810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1" name="pt53191"/>
            <p:cNvSpPr/>
            <p:nvPr/>
          </p:nvSpPr>
          <p:spPr>
            <a:xfrm>
              <a:off x="9328879" y="2141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2" name="pt53192"/>
            <p:cNvSpPr/>
            <p:nvPr/>
          </p:nvSpPr>
          <p:spPr>
            <a:xfrm>
              <a:off x="8556041" y="2382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3" name="pt53193"/>
            <p:cNvSpPr/>
            <p:nvPr/>
          </p:nvSpPr>
          <p:spPr>
            <a:xfrm>
              <a:off x="8901496" y="1930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4" name="pt53194"/>
            <p:cNvSpPr/>
            <p:nvPr/>
          </p:nvSpPr>
          <p:spPr>
            <a:xfrm>
              <a:off x="9024978" y="1870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5" name="pt53195"/>
            <p:cNvSpPr/>
            <p:nvPr/>
          </p:nvSpPr>
          <p:spPr>
            <a:xfrm>
              <a:off x="8763400" y="2181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6" name="pt53196"/>
            <p:cNvSpPr/>
            <p:nvPr/>
          </p:nvSpPr>
          <p:spPr>
            <a:xfrm>
              <a:off x="9201130" y="1975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7" name="pt53197"/>
            <p:cNvSpPr/>
            <p:nvPr/>
          </p:nvSpPr>
          <p:spPr>
            <a:xfrm>
              <a:off x="8878445" y="2031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8" name="pt53198"/>
            <p:cNvSpPr/>
            <p:nvPr/>
          </p:nvSpPr>
          <p:spPr>
            <a:xfrm>
              <a:off x="9228169" y="1869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9" name="pt53199"/>
            <p:cNvSpPr/>
            <p:nvPr/>
          </p:nvSpPr>
          <p:spPr>
            <a:xfrm>
              <a:off x="8595298" y="2444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0" name="pt53200"/>
            <p:cNvSpPr/>
            <p:nvPr/>
          </p:nvSpPr>
          <p:spPr>
            <a:xfrm>
              <a:off x="9530304" y="2421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1" name="pt53201"/>
            <p:cNvSpPr/>
            <p:nvPr/>
          </p:nvSpPr>
          <p:spPr>
            <a:xfrm>
              <a:off x="8734011" y="2157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2" name="pt53202"/>
            <p:cNvSpPr/>
            <p:nvPr/>
          </p:nvSpPr>
          <p:spPr>
            <a:xfrm>
              <a:off x="9020327" y="1648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3" name="pt53203"/>
            <p:cNvSpPr/>
            <p:nvPr/>
          </p:nvSpPr>
          <p:spPr>
            <a:xfrm>
              <a:off x="8717243" y="2212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4" name="pt53204"/>
            <p:cNvSpPr/>
            <p:nvPr/>
          </p:nvSpPr>
          <p:spPr>
            <a:xfrm>
              <a:off x="8434097" y="252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5" name="pt53205"/>
            <p:cNvSpPr/>
            <p:nvPr/>
          </p:nvSpPr>
          <p:spPr>
            <a:xfrm>
              <a:off x="8942596" y="1880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6" name="pt53206"/>
            <p:cNvSpPr/>
            <p:nvPr/>
          </p:nvSpPr>
          <p:spPr>
            <a:xfrm>
              <a:off x="9051878" y="1837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7" name="pt53207"/>
            <p:cNvSpPr/>
            <p:nvPr/>
          </p:nvSpPr>
          <p:spPr>
            <a:xfrm>
              <a:off x="9117880" y="2078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8" name="pt53208"/>
            <p:cNvSpPr/>
            <p:nvPr/>
          </p:nvSpPr>
          <p:spPr>
            <a:xfrm>
              <a:off x="8312152" y="2545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9" name="pt53209"/>
            <p:cNvSpPr/>
            <p:nvPr/>
          </p:nvSpPr>
          <p:spPr>
            <a:xfrm>
              <a:off x="8505430" y="2337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0" name="pt53210"/>
            <p:cNvSpPr/>
            <p:nvPr/>
          </p:nvSpPr>
          <p:spPr>
            <a:xfrm>
              <a:off x="8505430" y="2410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1" name="pt53211"/>
            <p:cNvSpPr/>
            <p:nvPr/>
          </p:nvSpPr>
          <p:spPr>
            <a:xfrm>
              <a:off x="8937640" y="1896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2" name="pt53212"/>
            <p:cNvSpPr/>
            <p:nvPr/>
          </p:nvSpPr>
          <p:spPr>
            <a:xfrm>
              <a:off x="8734011" y="2200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3" name="pt53213"/>
            <p:cNvSpPr/>
            <p:nvPr/>
          </p:nvSpPr>
          <p:spPr>
            <a:xfrm>
              <a:off x="8725827" y="2050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4" name="pt53214"/>
            <p:cNvSpPr/>
            <p:nvPr/>
          </p:nvSpPr>
          <p:spPr>
            <a:xfrm>
              <a:off x="8383485" y="2365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5" name="pt53215"/>
            <p:cNvSpPr/>
            <p:nvPr/>
          </p:nvSpPr>
          <p:spPr>
            <a:xfrm>
              <a:off x="8888696" y="2188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6" name="pt53216"/>
            <p:cNvSpPr/>
            <p:nvPr/>
          </p:nvSpPr>
          <p:spPr>
            <a:xfrm>
              <a:off x="9218255" y="1879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7" name="pt53217"/>
            <p:cNvSpPr/>
            <p:nvPr/>
          </p:nvSpPr>
          <p:spPr>
            <a:xfrm>
              <a:off x="8741831" y="2220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8" name="pt53218"/>
            <p:cNvSpPr/>
            <p:nvPr/>
          </p:nvSpPr>
          <p:spPr>
            <a:xfrm>
              <a:off x="8383485" y="2283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9" name="pt53219"/>
            <p:cNvSpPr/>
            <p:nvPr/>
          </p:nvSpPr>
          <p:spPr>
            <a:xfrm>
              <a:off x="8505430" y="2444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0" name="pt53220"/>
            <p:cNvSpPr/>
            <p:nvPr/>
          </p:nvSpPr>
          <p:spPr>
            <a:xfrm>
              <a:off x="9205570" y="2088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1" name="pt53221"/>
            <p:cNvSpPr/>
            <p:nvPr/>
          </p:nvSpPr>
          <p:spPr>
            <a:xfrm>
              <a:off x="8383485" y="2246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2" name="pt53222"/>
            <p:cNvSpPr/>
            <p:nvPr/>
          </p:nvSpPr>
          <p:spPr>
            <a:xfrm>
              <a:off x="8810596" y="2009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3" name="pt53223"/>
            <p:cNvSpPr/>
            <p:nvPr/>
          </p:nvSpPr>
          <p:spPr>
            <a:xfrm>
              <a:off x="9384781" y="2080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4" name="pt53224"/>
            <p:cNvSpPr/>
            <p:nvPr/>
          </p:nvSpPr>
          <p:spPr>
            <a:xfrm>
              <a:off x="8505430" y="2285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5" name="pt53225"/>
            <p:cNvSpPr/>
            <p:nvPr/>
          </p:nvSpPr>
          <p:spPr>
            <a:xfrm>
              <a:off x="8782612" y="2199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6" name="pt53226"/>
            <p:cNvSpPr/>
            <p:nvPr/>
          </p:nvSpPr>
          <p:spPr>
            <a:xfrm>
              <a:off x="8741831" y="2187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7" name="pt53227"/>
            <p:cNvSpPr/>
            <p:nvPr/>
          </p:nvSpPr>
          <p:spPr>
            <a:xfrm>
              <a:off x="9055774" y="1752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8" name="pt53228"/>
            <p:cNvSpPr/>
            <p:nvPr/>
          </p:nvSpPr>
          <p:spPr>
            <a:xfrm>
              <a:off x="9207749" y="2048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9" name="pt53229"/>
            <p:cNvSpPr/>
            <p:nvPr/>
          </p:nvSpPr>
          <p:spPr>
            <a:xfrm>
              <a:off x="8627374" y="2261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0" name="pt53230"/>
            <p:cNvSpPr/>
            <p:nvPr/>
          </p:nvSpPr>
          <p:spPr>
            <a:xfrm>
              <a:off x="9229609" y="1904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1" name="pt53231"/>
            <p:cNvSpPr/>
            <p:nvPr/>
          </p:nvSpPr>
          <p:spPr>
            <a:xfrm>
              <a:off x="8556041" y="2510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2" name="pt53232"/>
            <p:cNvSpPr/>
            <p:nvPr/>
          </p:nvSpPr>
          <p:spPr>
            <a:xfrm>
              <a:off x="9749896" y="2098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3" name="pt53233"/>
            <p:cNvSpPr/>
            <p:nvPr/>
          </p:nvSpPr>
          <p:spPr>
            <a:xfrm>
              <a:off x="9117880" y="2043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4" name="pt53234"/>
            <p:cNvSpPr/>
            <p:nvPr/>
          </p:nvSpPr>
          <p:spPr>
            <a:xfrm>
              <a:off x="8847771" y="2131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5" name="pt53235"/>
            <p:cNvSpPr/>
            <p:nvPr/>
          </p:nvSpPr>
          <p:spPr>
            <a:xfrm>
              <a:off x="8532549" y="2436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6" name="pt53236"/>
            <p:cNvSpPr/>
            <p:nvPr/>
          </p:nvSpPr>
          <p:spPr>
            <a:xfrm>
              <a:off x="9282477" y="2131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7" name="pt53237"/>
            <p:cNvSpPr/>
            <p:nvPr/>
          </p:nvSpPr>
          <p:spPr>
            <a:xfrm>
              <a:off x="9386161" y="210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8" name="pt53238"/>
            <p:cNvSpPr/>
            <p:nvPr/>
          </p:nvSpPr>
          <p:spPr>
            <a:xfrm>
              <a:off x="9051878" y="182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9" name="pt53239"/>
            <p:cNvSpPr/>
            <p:nvPr/>
          </p:nvSpPr>
          <p:spPr>
            <a:xfrm>
              <a:off x="8741831" y="2219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0" name="pt53240"/>
            <p:cNvSpPr/>
            <p:nvPr/>
          </p:nvSpPr>
          <p:spPr>
            <a:xfrm>
              <a:off x="8871263" y="1928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1" name="pt53241"/>
            <p:cNvSpPr/>
            <p:nvPr/>
          </p:nvSpPr>
          <p:spPr>
            <a:xfrm>
              <a:off x="9452582" y="200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2" name="pt53242"/>
            <p:cNvSpPr/>
            <p:nvPr/>
          </p:nvSpPr>
          <p:spPr>
            <a:xfrm>
              <a:off x="9094774" y="1915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3" name="pt53243"/>
            <p:cNvSpPr/>
            <p:nvPr/>
          </p:nvSpPr>
          <p:spPr>
            <a:xfrm>
              <a:off x="8383485" y="2274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4" name="pt53244"/>
            <p:cNvSpPr/>
            <p:nvPr/>
          </p:nvSpPr>
          <p:spPr>
            <a:xfrm>
              <a:off x="8907564" y="2047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5" name="pt53245"/>
            <p:cNvSpPr/>
            <p:nvPr/>
          </p:nvSpPr>
          <p:spPr>
            <a:xfrm>
              <a:off x="9536594" y="1613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6" name="pt53246"/>
            <p:cNvSpPr/>
            <p:nvPr/>
          </p:nvSpPr>
          <p:spPr>
            <a:xfrm>
              <a:off x="8776438" y="1981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7" name="pt53247"/>
            <p:cNvSpPr/>
            <p:nvPr/>
          </p:nvSpPr>
          <p:spPr>
            <a:xfrm>
              <a:off x="8782612" y="2258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8" name="pt53248"/>
            <p:cNvSpPr/>
            <p:nvPr/>
          </p:nvSpPr>
          <p:spPr>
            <a:xfrm>
              <a:off x="8312152" y="2486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9" name="pt53249"/>
            <p:cNvSpPr/>
            <p:nvPr/>
          </p:nvSpPr>
          <p:spPr>
            <a:xfrm>
              <a:off x="8434097" y="2293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0" name="pt53250"/>
            <p:cNvSpPr/>
            <p:nvPr/>
          </p:nvSpPr>
          <p:spPr>
            <a:xfrm>
              <a:off x="9265000" y="2100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1" name="pt53251"/>
            <p:cNvSpPr/>
            <p:nvPr/>
          </p:nvSpPr>
          <p:spPr>
            <a:xfrm>
              <a:off x="8871263" y="1992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2" name="pt53252"/>
            <p:cNvSpPr/>
            <p:nvPr/>
          </p:nvSpPr>
          <p:spPr>
            <a:xfrm>
              <a:off x="8708219" y="2262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3" name="pt53253"/>
            <p:cNvSpPr/>
            <p:nvPr/>
          </p:nvSpPr>
          <p:spPr>
            <a:xfrm>
              <a:off x="8383485" y="2247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4" name="pt53254"/>
            <p:cNvSpPr/>
            <p:nvPr/>
          </p:nvSpPr>
          <p:spPr>
            <a:xfrm>
              <a:off x="8776438" y="2028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5" name="pt53255"/>
            <p:cNvSpPr/>
            <p:nvPr/>
          </p:nvSpPr>
          <p:spPr>
            <a:xfrm>
              <a:off x="9146155" y="1998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6" name="pt53256"/>
            <p:cNvSpPr/>
            <p:nvPr/>
          </p:nvSpPr>
          <p:spPr>
            <a:xfrm>
              <a:off x="9075206" y="2206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7" name="pt53257"/>
            <p:cNvSpPr/>
            <p:nvPr/>
          </p:nvSpPr>
          <p:spPr>
            <a:xfrm>
              <a:off x="9053186" y="1728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8" name="pt53258"/>
            <p:cNvSpPr/>
            <p:nvPr/>
          </p:nvSpPr>
          <p:spPr>
            <a:xfrm>
              <a:off x="8434097" y="2378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9" name="pt53259"/>
            <p:cNvSpPr/>
            <p:nvPr/>
          </p:nvSpPr>
          <p:spPr>
            <a:xfrm>
              <a:off x="8770040" y="2090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0" name="pt53260"/>
            <p:cNvSpPr/>
            <p:nvPr/>
          </p:nvSpPr>
          <p:spPr>
            <a:xfrm>
              <a:off x="8901496" y="1510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1" name="pt53261"/>
            <p:cNvSpPr/>
            <p:nvPr/>
          </p:nvSpPr>
          <p:spPr>
            <a:xfrm>
              <a:off x="8473354" y="2137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2" name="pt53262"/>
            <p:cNvSpPr/>
            <p:nvPr/>
          </p:nvSpPr>
          <p:spPr>
            <a:xfrm>
              <a:off x="9292119" y="1834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3" name="pt53263"/>
            <p:cNvSpPr/>
            <p:nvPr/>
          </p:nvSpPr>
          <p:spPr>
            <a:xfrm>
              <a:off x="9097834" y="2108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4" name="pt53264"/>
            <p:cNvSpPr/>
            <p:nvPr/>
          </p:nvSpPr>
          <p:spPr>
            <a:xfrm>
              <a:off x="9064541" y="1725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5" name="pt53265"/>
            <p:cNvSpPr/>
            <p:nvPr/>
          </p:nvSpPr>
          <p:spPr>
            <a:xfrm>
              <a:off x="8904556" y="1708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6" name="pt53266"/>
            <p:cNvSpPr/>
            <p:nvPr/>
          </p:nvSpPr>
          <p:spPr>
            <a:xfrm>
              <a:off x="8734011" y="224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7" name="pt53267"/>
            <p:cNvSpPr/>
            <p:nvPr/>
          </p:nvSpPr>
          <p:spPr>
            <a:xfrm>
              <a:off x="8641456" y="20958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8" name="pt53268"/>
            <p:cNvSpPr/>
            <p:nvPr/>
          </p:nvSpPr>
          <p:spPr>
            <a:xfrm>
              <a:off x="9349631" y="2097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9" name="pt53269"/>
            <p:cNvSpPr/>
            <p:nvPr/>
          </p:nvSpPr>
          <p:spPr>
            <a:xfrm>
              <a:off x="9310253" y="1929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0" name="pt53270"/>
            <p:cNvSpPr/>
            <p:nvPr/>
          </p:nvSpPr>
          <p:spPr>
            <a:xfrm>
              <a:off x="8979888" y="2239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1" name="pt53271"/>
            <p:cNvSpPr/>
            <p:nvPr/>
          </p:nvSpPr>
          <p:spPr>
            <a:xfrm>
              <a:off x="9512564" y="2144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2" name="pt53272"/>
            <p:cNvSpPr/>
            <p:nvPr/>
          </p:nvSpPr>
          <p:spPr>
            <a:xfrm>
              <a:off x="8556041" y="2450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3" name="pt53273"/>
            <p:cNvSpPr/>
            <p:nvPr/>
          </p:nvSpPr>
          <p:spPr>
            <a:xfrm>
              <a:off x="8312152" y="2457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4" name="pt53274"/>
            <p:cNvSpPr/>
            <p:nvPr/>
          </p:nvSpPr>
          <p:spPr>
            <a:xfrm>
              <a:off x="8612066" y="2303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5" name="pt53275"/>
            <p:cNvSpPr/>
            <p:nvPr/>
          </p:nvSpPr>
          <p:spPr>
            <a:xfrm>
              <a:off x="9205570" y="2189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6" name="pt53276"/>
            <p:cNvSpPr/>
            <p:nvPr/>
          </p:nvSpPr>
          <p:spPr>
            <a:xfrm>
              <a:off x="8881929" y="2224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7" name="pt53277"/>
            <p:cNvSpPr/>
            <p:nvPr/>
          </p:nvSpPr>
          <p:spPr>
            <a:xfrm>
              <a:off x="9524498" y="2517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8" name="pt53278"/>
            <p:cNvSpPr/>
            <p:nvPr/>
          </p:nvSpPr>
          <p:spPr>
            <a:xfrm>
              <a:off x="9435194" y="1971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9" name="pt53279"/>
            <p:cNvSpPr/>
            <p:nvPr/>
          </p:nvSpPr>
          <p:spPr>
            <a:xfrm>
              <a:off x="8973855" y="2038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0" name="pt53280"/>
            <p:cNvSpPr/>
            <p:nvPr/>
          </p:nvSpPr>
          <p:spPr>
            <a:xfrm>
              <a:off x="9217232" y="2110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1" name="pt53281"/>
            <p:cNvSpPr/>
            <p:nvPr/>
          </p:nvSpPr>
          <p:spPr>
            <a:xfrm>
              <a:off x="9811851" y="2403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2" name="pt53282"/>
            <p:cNvSpPr/>
            <p:nvPr/>
          </p:nvSpPr>
          <p:spPr>
            <a:xfrm>
              <a:off x="8383485" y="2324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3" name="pt53283"/>
            <p:cNvSpPr/>
            <p:nvPr/>
          </p:nvSpPr>
          <p:spPr>
            <a:xfrm>
              <a:off x="8749319" y="2148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4" name="pt53284"/>
            <p:cNvSpPr/>
            <p:nvPr/>
          </p:nvSpPr>
          <p:spPr>
            <a:xfrm>
              <a:off x="8677986" y="2303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5" name="pt53285"/>
            <p:cNvSpPr/>
            <p:nvPr/>
          </p:nvSpPr>
          <p:spPr>
            <a:xfrm>
              <a:off x="8312152" y="2355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6" name="pt53286"/>
            <p:cNvSpPr/>
            <p:nvPr/>
          </p:nvSpPr>
          <p:spPr>
            <a:xfrm>
              <a:off x="8641456" y="2179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7" name="pt53287"/>
            <p:cNvSpPr/>
            <p:nvPr/>
          </p:nvSpPr>
          <p:spPr>
            <a:xfrm>
              <a:off x="9749896" y="2124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8" name="pt53288"/>
            <p:cNvSpPr/>
            <p:nvPr/>
          </p:nvSpPr>
          <p:spPr>
            <a:xfrm>
              <a:off x="8995031" y="2107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9" name="pt53289"/>
            <p:cNvSpPr/>
            <p:nvPr/>
          </p:nvSpPr>
          <p:spPr>
            <a:xfrm>
              <a:off x="8961132" y="2117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0" name="pt53290"/>
            <p:cNvSpPr/>
            <p:nvPr/>
          </p:nvSpPr>
          <p:spPr>
            <a:xfrm>
              <a:off x="8434097" y="2563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1" name="pt53291"/>
            <p:cNvSpPr/>
            <p:nvPr/>
          </p:nvSpPr>
          <p:spPr>
            <a:xfrm>
              <a:off x="8595298" y="2329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2" name="pt53292"/>
            <p:cNvSpPr/>
            <p:nvPr/>
          </p:nvSpPr>
          <p:spPr>
            <a:xfrm>
              <a:off x="8954408" y="1822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3" name="pt53293"/>
            <p:cNvSpPr/>
            <p:nvPr/>
          </p:nvSpPr>
          <p:spPr>
            <a:xfrm>
              <a:off x="8987622" y="2291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4" name="pt53294"/>
            <p:cNvSpPr/>
            <p:nvPr/>
          </p:nvSpPr>
          <p:spPr>
            <a:xfrm>
              <a:off x="9045188" y="1918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5" name="pt53295"/>
            <p:cNvSpPr/>
            <p:nvPr/>
          </p:nvSpPr>
          <p:spPr>
            <a:xfrm>
              <a:off x="8963317" y="2078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6" name="pt53296"/>
            <p:cNvSpPr/>
            <p:nvPr/>
          </p:nvSpPr>
          <p:spPr>
            <a:xfrm>
              <a:off x="8881929" y="2246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7" name="pt53297"/>
            <p:cNvSpPr/>
            <p:nvPr/>
          </p:nvSpPr>
          <p:spPr>
            <a:xfrm>
              <a:off x="8434097" y="2385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8" name="pt53298"/>
            <p:cNvSpPr/>
            <p:nvPr/>
          </p:nvSpPr>
          <p:spPr>
            <a:xfrm>
              <a:off x="9107665" y="1959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9" name="pt53299"/>
            <p:cNvSpPr/>
            <p:nvPr/>
          </p:nvSpPr>
          <p:spPr>
            <a:xfrm>
              <a:off x="8725827" y="2291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0" name="pt53300"/>
            <p:cNvSpPr/>
            <p:nvPr/>
          </p:nvSpPr>
          <p:spPr>
            <a:xfrm>
              <a:off x="9155869" y="1981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1" name="pt53301"/>
            <p:cNvSpPr/>
            <p:nvPr/>
          </p:nvSpPr>
          <p:spPr>
            <a:xfrm>
              <a:off x="9250331" y="2220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2" name="pt53302"/>
            <p:cNvSpPr/>
            <p:nvPr/>
          </p:nvSpPr>
          <p:spPr>
            <a:xfrm>
              <a:off x="8965476" y="2072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3" name="pt53303"/>
            <p:cNvSpPr/>
            <p:nvPr/>
          </p:nvSpPr>
          <p:spPr>
            <a:xfrm>
              <a:off x="9049233" y="1839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4" name="pt53304"/>
            <p:cNvSpPr/>
            <p:nvPr/>
          </p:nvSpPr>
          <p:spPr>
            <a:xfrm>
              <a:off x="8839187" y="2176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5" name="pt53305"/>
            <p:cNvSpPr/>
            <p:nvPr/>
          </p:nvSpPr>
          <p:spPr>
            <a:xfrm>
              <a:off x="8945023" y="1788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6" name="pt53306"/>
            <p:cNvSpPr/>
            <p:nvPr/>
          </p:nvSpPr>
          <p:spPr>
            <a:xfrm>
              <a:off x="8312152" y="2594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7" name="pt53307"/>
            <p:cNvSpPr/>
            <p:nvPr/>
          </p:nvSpPr>
          <p:spPr>
            <a:xfrm>
              <a:off x="9340963" y="2174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8" name="pt53308"/>
            <p:cNvSpPr/>
            <p:nvPr/>
          </p:nvSpPr>
          <p:spPr>
            <a:xfrm>
              <a:off x="8641456" y="206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9" name="pt53309"/>
            <p:cNvSpPr/>
            <p:nvPr/>
          </p:nvSpPr>
          <p:spPr>
            <a:xfrm>
              <a:off x="8383485" y="2430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0" name="pt53310"/>
            <p:cNvSpPr/>
            <p:nvPr/>
          </p:nvSpPr>
          <p:spPr>
            <a:xfrm>
              <a:off x="9138300" y="2047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1" name="pt53311"/>
            <p:cNvSpPr/>
            <p:nvPr/>
          </p:nvSpPr>
          <p:spPr>
            <a:xfrm>
              <a:off x="9270010" y="2042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2" name="pt53312"/>
            <p:cNvSpPr/>
            <p:nvPr/>
          </p:nvSpPr>
          <p:spPr>
            <a:xfrm>
              <a:off x="9663884" y="2303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3" name="pt53313"/>
            <p:cNvSpPr/>
            <p:nvPr/>
          </p:nvSpPr>
          <p:spPr>
            <a:xfrm>
              <a:off x="8688651" y="2300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4" name="pt53314"/>
            <p:cNvSpPr/>
            <p:nvPr/>
          </p:nvSpPr>
          <p:spPr>
            <a:xfrm>
              <a:off x="8312152" y="2387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5" name="pt53315"/>
            <p:cNvSpPr/>
            <p:nvPr/>
          </p:nvSpPr>
          <p:spPr>
            <a:xfrm>
              <a:off x="8627374" y="2343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6" name="pt53316"/>
            <p:cNvSpPr/>
            <p:nvPr/>
          </p:nvSpPr>
          <p:spPr>
            <a:xfrm>
              <a:off x="8907564" y="1824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7" name="pt53317"/>
            <p:cNvSpPr/>
            <p:nvPr/>
          </p:nvSpPr>
          <p:spPr>
            <a:xfrm>
              <a:off x="9312057" y="1885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8" name="pt53318"/>
            <p:cNvSpPr/>
            <p:nvPr/>
          </p:nvSpPr>
          <p:spPr>
            <a:xfrm>
              <a:off x="8741831" y="229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9" name="pt53319"/>
            <p:cNvSpPr/>
            <p:nvPr/>
          </p:nvSpPr>
          <p:spPr>
            <a:xfrm>
              <a:off x="9049233" y="1924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0" name="pt53320"/>
            <p:cNvSpPr/>
            <p:nvPr/>
          </p:nvSpPr>
          <p:spPr>
            <a:xfrm>
              <a:off x="8734011" y="2219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1" name="pt53321"/>
            <p:cNvSpPr/>
            <p:nvPr/>
          </p:nvSpPr>
          <p:spPr>
            <a:xfrm>
              <a:off x="9663884" y="2213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2" name="pt53322"/>
            <p:cNvSpPr/>
            <p:nvPr/>
          </p:nvSpPr>
          <p:spPr>
            <a:xfrm>
              <a:off x="8843532" y="2185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3" name="pt53323"/>
            <p:cNvSpPr/>
            <p:nvPr/>
          </p:nvSpPr>
          <p:spPr>
            <a:xfrm>
              <a:off x="8996835" y="2030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4" name="pt53324"/>
            <p:cNvSpPr/>
            <p:nvPr/>
          </p:nvSpPr>
          <p:spPr>
            <a:xfrm>
              <a:off x="9214649" y="2099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5" name="pt53325"/>
            <p:cNvSpPr/>
            <p:nvPr/>
          </p:nvSpPr>
          <p:spPr>
            <a:xfrm>
              <a:off x="9511026" y="243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6" name="pt53326"/>
            <p:cNvSpPr/>
            <p:nvPr/>
          </p:nvSpPr>
          <p:spPr>
            <a:xfrm>
              <a:off x="8666631" y="2441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7" name="pt53327"/>
            <p:cNvSpPr/>
            <p:nvPr/>
          </p:nvSpPr>
          <p:spPr>
            <a:xfrm>
              <a:off x="9310253" y="1785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8" name="pt53328"/>
            <p:cNvSpPr/>
            <p:nvPr/>
          </p:nvSpPr>
          <p:spPr>
            <a:xfrm>
              <a:off x="8576763" y="2496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9" name="pt53329"/>
            <p:cNvSpPr/>
            <p:nvPr/>
          </p:nvSpPr>
          <p:spPr>
            <a:xfrm>
              <a:off x="9143835" y="1950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0" name="pt53330"/>
            <p:cNvSpPr/>
            <p:nvPr/>
          </p:nvSpPr>
          <p:spPr>
            <a:xfrm>
              <a:off x="8505430" y="2540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1" name="pt53331"/>
            <p:cNvSpPr/>
            <p:nvPr/>
          </p:nvSpPr>
          <p:spPr>
            <a:xfrm>
              <a:off x="8505430" y="2490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2" name="pt53332"/>
            <p:cNvSpPr/>
            <p:nvPr/>
          </p:nvSpPr>
          <p:spPr>
            <a:xfrm>
              <a:off x="9054485" y="1699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3" name="pt53333"/>
            <p:cNvSpPr/>
            <p:nvPr/>
          </p:nvSpPr>
          <p:spPr>
            <a:xfrm>
              <a:off x="8855955" y="2122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4" name="pt53334"/>
            <p:cNvSpPr/>
            <p:nvPr/>
          </p:nvSpPr>
          <p:spPr>
            <a:xfrm>
              <a:off x="8688651" y="2326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5" name="pt53335"/>
            <p:cNvSpPr/>
            <p:nvPr/>
          </p:nvSpPr>
          <p:spPr>
            <a:xfrm>
              <a:off x="9062080" y="1779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6" name="pt53336"/>
            <p:cNvSpPr/>
            <p:nvPr/>
          </p:nvSpPr>
          <p:spPr>
            <a:xfrm>
              <a:off x="8505430" y="2476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7" name="pt53337"/>
            <p:cNvSpPr/>
            <p:nvPr/>
          </p:nvSpPr>
          <p:spPr>
            <a:xfrm>
              <a:off x="8505430" y="2441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8" name="pt53338"/>
            <p:cNvSpPr/>
            <p:nvPr/>
          </p:nvSpPr>
          <p:spPr>
            <a:xfrm>
              <a:off x="9573785" y="2327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9" name="pt53339"/>
            <p:cNvSpPr/>
            <p:nvPr/>
          </p:nvSpPr>
          <p:spPr>
            <a:xfrm>
              <a:off x="9051878" y="1856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0" name="pt53340"/>
            <p:cNvSpPr/>
            <p:nvPr/>
          </p:nvSpPr>
          <p:spPr>
            <a:xfrm>
              <a:off x="9328879" y="2170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1" name="pt53341"/>
            <p:cNvSpPr/>
            <p:nvPr/>
          </p:nvSpPr>
          <p:spPr>
            <a:xfrm>
              <a:off x="9107665" y="1944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2" name="pt53342"/>
            <p:cNvSpPr/>
            <p:nvPr/>
          </p:nvSpPr>
          <p:spPr>
            <a:xfrm>
              <a:off x="8725827" y="2300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3" name="pt53343"/>
            <p:cNvSpPr/>
            <p:nvPr/>
          </p:nvSpPr>
          <p:spPr>
            <a:xfrm>
              <a:off x="8666631" y="2423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4" name="pt53344"/>
            <p:cNvSpPr/>
            <p:nvPr/>
          </p:nvSpPr>
          <p:spPr>
            <a:xfrm>
              <a:off x="8312152" y="2434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5" name="pt53345"/>
            <p:cNvSpPr/>
            <p:nvPr/>
          </p:nvSpPr>
          <p:spPr>
            <a:xfrm>
              <a:off x="8863776" y="2102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6" name="pt53346"/>
            <p:cNvSpPr/>
            <p:nvPr/>
          </p:nvSpPr>
          <p:spPr>
            <a:xfrm>
              <a:off x="8794345" y="1987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7" name="pt53347"/>
            <p:cNvSpPr/>
            <p:nvPr/>
          </p:nvSpPr>
          <p:spPr>
            <a:xfrm>
              <a:off x="9055774" y="1798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8" name="pt53348"/>
            <p:cNvSpPr/>
            <p:nvPr/>
          </p:nvSpPr>
          <p:spPr>
            <a:xfrm>
              <a:off x="9344232" y="2167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9" name="pt53349"/>
            <p:cNvSpPr/>
            <p:nvPr/>
          </p:nvSpPr>
          <p:spPr>
            <a:xfrm>
              <a:off x="9301578" y="1907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0" name="pt53350"/>
            <p:cNvSpPr/>
            <p:nvPr/>
          </p:nvSpPr>
          <p:spPr>
            <a:xfrm>
              <a:off x="9393280" y="2092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1" name="pt53351"/>
            <p:cNvSpPr/>
            <p:nvPr/>
          </p:nvSpPr>
          <p:spPr>
            <a:xfrm>
              <a:off x="8825472" y="2171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2" name="pt53352"/>
            <p:cNvSpPr/>
            <p:nvPr/>
          </p:nvSpPr>
          <p:spPr>
            <a:xfrm>
              <a:off x="9647779" y="2174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3" name="pt53353"/>
            <p:cNvSpPr/>
            <p:nvPr/>
          </p:nvSpPr>
          <p:spPr>
            <a:xfrm>
              <a:off x="9371637" y="2158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4" name="pt53354"/>
            <p:cNvSpPr/>
            <p:nvPr/>
          </p:nvSpPr>
          <p:spPr>
            <a:xfrm>
              <a:off x="8688651" y="2410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5" name="pt53355"/>
            <p:cNvSpPr/>
            <p:nvPr/>
          </p:nvSpPr>
          <p:spPr>
            <a:xfrm>
              <a:off x="9094774" y="1812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6" name="pt53356"/>
            <p:cNvSpPr/>
            <p:nvPr/>
          </p:nvSpPr>
          <p:spPr>
            <a:xfrm>
              <a:off x="8782612" y="2259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7" name="pt53357"/>
            <p:cNvSpPr/>
            <p:nvPr/>
          </p:nvSpPr>
          <p:spPr>
            <a:xfrm>
              <a:off x="9595084" y="2299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8" name="pt53358"/>
            <p:cNvSpPr/>
            <p:nvPr/>
          </p:nvSpPr>
          <p:spPr>
            <a:xfrm>
              <a:off x="8473354" y="2441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9" name="pt53359"/>
            <p:cNvSpPr/>
            <p:nvPr/>
          </p:nvSpPr>
          <p:spPr>
            <a:xfrm>
              <a:off x="8927288" y="2043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0" name="pt53360"/>
            <p:cNvSpPr/>
            <p:nvPr/>
          </p:nvSpPr>
          <p:spPr>
            <a:xfrm>
              <a:off x="8867559" y="1824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1" name="pt53361"/>
            <p:cNvSpPr/>
            <p:nvPr/>
          </p:nvSpPr>
          <p:spPr>
            <a:xfrm>
              <a:off x="8996835" y="2010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2" name="pt53362"/>
            <p:cNvSpPr/>
            <p:nvPr/>
          </p:nvSpPr>
          <p:spPr>
            <a:xfrm>
              <a:off x="8473354" y="2459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3" name="pt53363"/>
            <p:cNvSpPr/>
            <p:nvPr/>
          </p:nvSpPr>
          <p:spPr>
            <a:xfrm>
              <a:off x="9055774" y="1688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4" name="pt53364"/>
            <p:cNvSpPr/>
            <p:nvPr/>
          </p:nvSpPr>
          <p:spPr>
            <a:xfrm>
              <a:off x="9408619" y="2237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5" name="pt53365"/>
            <p:cNvSpPr/>
            <p:nvPr/>
          </p:nvSpPr>
          <p:spPr>
            <a:xfrm>
              <a:off x="8312152" y="2452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6" name="pt53366"/>
            <p:cNvSpPr/>
            <p:nvPr/>
          </p:nvSpPr>
          <p:spPr>
            <a:xfrm>
              <a:off x="9097834" y="1935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7" name="pt53367"/>
            <p:cNvSpPr/>
            <p:nvPr/>
          </p:nvSpPr>
          <p:spPr>
            <a:xfrm>
              <a:off x="8677986" y="2235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8" name="pt53368"/>
            <p:cNvSpPr/>
            <p:nvPr/>
          </p:nvSpPr>
          <p:spPr>
            <a:xfrm>
              <a:off x="8473354" y="2519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9" name="pt53369"/>
            <p:cNvSpPr/>
            <p:nvPr/>
          </p:nvSpPr>
          <p:spPr>
            <a:xfrm>
              <a:off x="9121452" y="2196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0" name="pt53370"/>
            <p:cNvSpPr/>
            <p:nvPr/>
          </p:nvSpPr>
          <p:spPr>
            <a:xfrm>
              <a:off x="9230563" y="1852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1" name="pt53371"/>
            <p:cNvSpPr/>
            <p:nvPr/>
          </p:nvSpPr>
          <p:spPr>
            <a:xfrm>
              <a:off x="8677986" y="2209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2" name="pt53372"/>
            <p:cNvSpPr/>
            <p:nvPr/>
          </p:nvSpPr>
          <p:spPr>
            <a:xfrm>
              <a:off x="8627374" y="2287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3" name="pt53373"/>
            <p:cNvSpPr/>
            <p:nvPr/>
          </p:nvSpPr>
          <p:spPr>
            <a:xfrm>
              <a:off x="9121452" y="2082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4" name="pt53374"/>
            <p:cNvSpPr/>
            <p:nvPr/>
          </p:nvSpPr>
          <p:spPr>
            <a:xfrm>
              <a:off x="9047895" y="1843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5" name="pt53375"/>
            <p:cNvSpPr/>
            <p:nvPr/>
          </p:nvSpPr>
          <p:spPr>
            <a:xfrm>
              <a:off x="8921875" y="2150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6" name="pt53376"/>
            <p:cNvSpPr/>
            <p:nvPr/>
          </p:nvSpPr>
          <p:spPr>
            <a:xfrm>
              <a:off x="9139900" y="2082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7" name="pt53377"/>
            <p:cNvSpPr/>
            <p:nvPr/>
          </p:nvSpPr>
          <p:spPr>
            <a:xfrm>
              <a:off x="9107665" y="1990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8" name="pt53378"/>
            <p:cNvSpPr/>
            <p:nvPr/>
          </p:nvSpPr>
          <p:spPr>
            <a:xfrm>
              <a:off x="8805344" y="1977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9" name="pt53379"/>
            <p:cNvSpPr/>
            <p:nvPr/>
          </p:nvSpPr>
          <p:spPr>
            <a:xfrm>
              <a:off x="8961132" y="2084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0" name="pt53380"/>
            <p:cNvSpPr/>
            <p:nvPr/>
          </p:nvSpPr>
          <p:spPr>
            <a:xfrm>
              <a:off x="8898383" y="208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1" name="pt53381"/>
            <p:cNvSpPr/>
            <p:nvPr/>
          </p:nvSpPr>
          <p:spPr>
            <a:xfrm>
              <a:off x="9097834" y="1906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2" name="pt53382"/>
            <p:cNvSpPr/>
            <p:nvPr/>
          </p:nvSpPr>
          <p:spPr>
            <a:xfrm>
              <a:off x="9051878" y="1749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3" name="pt53383"/>
            <p:cNvSpPr/>
            <p:nvPr/>
          </p:nvSpPr>
          <p:spPr>
            <a:xfrm>
              <a:off x="9028011" y="165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4" name="pt53384"/>
            <p:cNvSpPr/>
            <p:nvPr/>
          </p:nvSpPr>
          <p:spPr>
            <a:xfrm>
              <a:off x="8312152" y="2411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5" name="pt53385"/>
            <p:cNvSpPr/>
            <p:nvPr/>
          </p:nvSpPr>
          <p:spPr>
            <a:xfrm>
              <a:off x="9440320" y="1945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6" name="pt53386"/>
            <p:cNvSpPr/>
            <p:nvPr/>
          </p:nvSpPr>
          <p:spPr>
            <a:xfrm>
              <a:off x="8830164" y="1893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7" name="pt53387"/>
            <p:cNvSpPr/>
            <p:nvPr/>
          </p:nvSpPr>
          <p:spPr>
            <a:xfrm>
              <a:off x="9229609" y="1858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8" name="pt53388"/>
            <p:cNvSpPr/>
            <p:nvPr/>
          </p:nvSpPr>
          <p:spPr>
            <a:xfrm>
              <a:off x="8641456" y="2027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9" name="pt53389"/>
            <p:cNvSpPr/>
            <p:nvPr/>
          </p:nvSpPr>
          <p:spPr>
            <a:xfrm>
              <a:off x="9218764" y="1846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0" name="pt53390"/>
            <p:cNvSpPr/>
            <p:nvPr/>
          </p:nvSpPr>
          <p:spPr>
            <a:xfrm>
              <a:off x="8698707" y="2318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1" name="pt53391"/>
            <p:cNvSpPr/>
            <p:nvPr/>
          </p:nvSpPr>
          <p:spPr>
            <a:xfrm>
              <a:off x="9345474" y="2182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2" name="pt53392"/>
            <p:cNvSpPr/>
            <p:nvPr/>
          </p:nvSpPr>
          <p:spPr>
            <a:xfrm>
              <a:off x="8935109" y="207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3" name="pt53393"/>
            <p:cNvSpPr/>
            <p:nvPr/>
          </p:nvSpPr>
          <p:spPr>
            <a:xfrm>
              <a:off x="9514089" y="2540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4" name="pt53394"/>
            <p:cNvSpPr/>
            <p:nvPr/>
          </p:nvSpPr>
          <p:spPr>
            <a:xfrm>
              <a:off x="9024978" y="1876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5" name="pt53395"/>
            <p:cNvSpPr/>
            <p:nvPr/>
          </p:nvSpPr>
          <p:spPr>
            <a:xfrm>
              <a:off x="9117880" y="2067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6" name="pt53396"/>
            <p:cNvSpPr/>
            <p:nvPr/>
          </p:nvSpPr>
          <p:spPr>
            <a:xfrm>
              <a:off x="8947416" y="1933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7" name="pt53397"/>
            <p:cNvSpPr/>
            <p:nvPr/>
          </p:nvSpPr>
          <p:spPr>
            <a:xfrm>
              <a:off x="9018749" y="1933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8" name="pt53398"/>
            <p:cNvSpPr/>
            <p:nvPr/>
          </p:nvSpPr>
          <p:spPr>
            <a:xfrm>
              <a:off x="9663884" y="2366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9" name="pt53399"/>
            <p:cNvSpPr/>
            <p:nvPr/>
          </p:nvSpPr>
          <p:spPr>
            <a:xfrm>
              <a:off x="8996835" y="2048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0" name="pt53400"/>
            <p:cNvSpPr/>
            <p:nvPr/>
          </p:nvSpPr>
          <p:spPr>
            <a:xfrm>
              <a:off x="8666631" y="2341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1" name="pt53401"/>
            <p:cNvSpPr/>
            <p:nvPr/>
          </p:nvSpPr>
          <p:spPr>
            <a:xfrm>
              <a:off x="8383485" y="2442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2" name="pt53402"/>
            <p:cNvSpPr/>
            <p:nvPr/>
          </p:nvSpPr>
          <p:spPr>
            <a:xfrm>
              <a:off x="9208828" y="2073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3" name="pt53403"/>
            <p:cNvSpPr/>
            <p:nvPr/>
          </p:nvSpPr>
          <p:spPr>
            <a:xfrm>
              <a:off x="8595298" y="2180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4" name="pt53404"/>
            <p:cNvSpPr/>
            <p:nvPr/>
          </p:nvSpPr>
          <p:spPr>
            <a:xfrm>
              <a:off x="9198297" y="2020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5" name="pt53405"/>
            <p:cNvSpPr/>
            <p:nvPr/>
          </p:nvSpPr>
          <p:spPr>
            <a:xfrm>
              <a:off x="8473354" y="2198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6" name="pt53406"/>
            <p:cNvSpPr/>
            <p:nvPr/>
          </p:nvSpPr>
          <p:spPr>
            <a:xfrm>
              <a:off x="8904556" y="2079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7" name="pt53407"/>
            <p:cNvSpPr/>
            <p:nvPr/>
          </p:nvSpPr>
          <p:spPr>
            <a:xfrm>
              <a:off x="8863776" y="2177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8" name="pt53408"/>
            <p:cNvSpPr/>
            <p:nvPr/>
          </p:nvSpPr>
          <p:spPr>
            <a:xfrm>
              <a:off x="8977900" y="2312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9" name="pt53409"/>
            <p:cNvSpPr/>
            <p:nvPr/>
          </p:nvSpPr>
          <p:spPr>
            <a:xfrm>
              <a:off x="8878445" y="1722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0" name="pt53410"/>
            <p:cNvSpPr/>
            <p:nvPr/>
          </p:nvSpPr>
          <p:spPr>
            <a:xfrm>
              <a:off x="8741831" y="2093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1" name="pt53411"/>
            <p:cNvSpPr/>
            <p:nvPr/>
          </p:nvSpPr>
          <p:spPr>
            <a:xfrm>
              <a:off x="8677986" y="2356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2" name="pt53412"/>
            <p:cNvSpPr/>
            <p:nvPr/>
          </p:nvSpPr>
          <p:spPr>
            <a:xfrm>
              <a:off x="8473354" y="253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3" name="pt53413"/>
            <p:cNvSpPr/>
            <p:nvPr/>
          </p:nvSpPr>
          <p:spPr>
            <a:xfrm>
              <a:off x="8901496" y="1625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4" name="pt53414"/>
            <p:cNvSpPr/>
            <p:nvPr/>
          </p:nvSpPr>
          <p:spPr>
            <a:xfrm>
              <a:off x="8677986" y="2199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5" name="pt53415"/>
            <p:cNvSpPr/>
            <p:nvPr/>
          </p:nvSpPr>
          <p:spPr>
            <a:xfrm>
              <a:off x="8788576" y="2335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6" name="pt53416"/>
            <p:cNvSpPr/>
            <p:nvPr/>
          </p:nvSpPr>
          <p:spPr>
            <a:xfrm>
              <a:off x="9350114" y="2081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7" name="pt53417"/>
            <p:cNvSpPr/>
            <p:nvPr/>
          </p:nvSpPr>
          <p:spPr>
            <a:xfrm>
              <a:off x="8654494" y="2365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8" name="pt53418"/>
            <p:cNvSpPr/>
            <p:nvPr/>
          </p:nvSpPr>
          <p:spPr>
            <a:xfrm>
              <a:off x="8556041" y="2419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9" name="pt53419"/>
            <p:cNvSpPr/>
            <p:nvPr/>
          </p:nvSpPr>
          <p:spPr>
            <a:xfrm>
              <a:off x="8505430" y="2219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0" name="pt53420"/>
            <p:cNvSpPr/>
            <p:nvPr/>
          </p:nvSpPr>
          <p:spPr>
            <a:xfrm>
              <a:off x="8881929" y="2207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1" name="pt53421"/>
            <p:cNvSpPr/>
            <p:nvPr/>
          </p:nvSpPr>
          <p:spPr>
            <a:xfrm>
              <a:off x="8871263" y="2003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2" name="pt53422"/>
            <p:cNvSpPr/>
            <p:nvPr/>
          </p:nvSpPr>
          <p:spPr>
            <a:xfrm>
              <a:off x="8576763" y="2317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3" name="pt53423"/>
            <p:cNvSpPr/>
            <p:nvPr/>
          </p:nvSpPr>
          <p:spPr>
            <a:xfrm>
              <a:off x="8782612" y="2259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4" name="pt53424"/>
            <p:cNvSpPr/>
            <p:nvPr/>
          </p:nvSpPr>
          <p:spPr>
            <a:xfrm>
              <a:off x="8981853" y="2202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5" name="pt53425"/>
            <p:cNvSpPr/>
            <p:nvPr/>
          </p:nvSpPr>
          <p:spPr>
            <a:xfrm>
              <a:off x="9094774" y="1883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6" name="pt53426"/>
            <p:cNvSpPr/>
            <p:nvPr/>
          </p:nvSpPr>
          <p:spPr>
            <a:xfrm>
              <a:off x="9603616" y="2418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7" name="pt53427"/>
            <p:cNvSpPr/>
            <p:nvPr/>
          </p:nvSpPr>
          <p:spPr>
            <a:xfrm>
              <a:off x="8770040" y="2095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8" name="pt53428"/>
            <p:cNvSpPr/>
            <p:nvPr/>
          </p:nvSpPr>
          <p:spPr>
            <a:xfrm>
              <a:off x="8825472" y="2083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9" name="pt53429"/>
            <p:cNvSpPr/>
            <p:nvPr/>
          </p:nvSpPr>
          <p:spPr>
            <a:xfrm>
              <a:off x="8782612" y="2239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0" name="pt53430"/>
            <p:cNvSpPr/>
            <p:nvPr/>
          </p:nvSpPr>
          <p:spPr>
            <a:xfrm>
              <a:off x="8881929" y="2176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1" name="pt53431"/>
            <p:cNvSpPr/>
            <p:nvPr/>
          </p:nvSpPr>
          <p:spPr>
            <a:xfrm>
              <a:off x="8717243" y="2280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2" name="pt53432"/>
            <p:cNvSpPr/>
            <p:nvPr/>
          </p:nvSpPr>
          <p:spPr>
            <a:xfrm>
              <a:off x="8627374" y="2298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3" name="pt53433"/>
            <p:cNvSpPr/>
            <p:nvPr/>
          </p:nvSpPr>
          <p:spPr>
            <a:xfrm>
              <a:off x="8977900" y="2268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4" name="pt53434"/>
            <p:cNvSpPr/>
            <p:nvPr/>
          </p:nvSpPr>
          <p:spPr>
            <a:xfrm>
              <a:off x="8556041" y="2524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5" name="pt53435"/>
            <p:cNvSpPr/>
            <p:nvPr/>
          </p:nvSpPr>
          <p:spPr>
            <a:xfrm>
              <a:off x="8996835" y="1952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6" name="pt53436"/>
            <p:cNvSpPr/>
            <p:nvPr/>
          </p:nvSpPr>
          <p:spPr>
            <a:xfrm>
              <a:off x="9198297" y="2028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7" name="pt53437"/>
            <p:cNvSpPr/>
            <p:nvPr/>
          </p:nvSpPr>
          <p:spPr>
            <a:xfrm>
              <a:off x="8677986" y="2241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8" name="pt53438"/>
            <p:cNvSpPr/>
            <p:nvPr/>
          </p:nvSpPr>
          <p:spPr>
            <a:xfrm>
              <a:off x="9005590" y="1912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9" name="pt53439"/>
            <p:cNvSpPr/>
            <p:nvPr/>
          </p:nvSpPr>
          <p:spPr>
            <a:xfrm>
              <a:off x="9168491" y="2036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0" name="pt53440"/>
            <p:cNvSpPr/>
            <p:nvPr/>
          </p:nvSpPr>
          <p:spPr>
            <a:xfrm>
              <a:off x="8788576" y="2225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1" name="pt53441"/>
            <p:cNvSpPr/>
            <p:nvPr/>
          </p:nvSpPr>
          <p:spPr>
            <a:xfrm>
              <a:off x="8805344" y="2157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2" name="pt53442"/>
            <p:cNvSpPr/>
            <p:nvPr/>
          </p:nvSpPr>
          <p:spPr>
            <a:xfrm>
              <a:off x="8312152" y="2438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3" name="pt53443"/>
            <p:cNvSpPr/>
            <p:nvPr/>
          </p:nvSpPr>
          <p:spPr>
            <a:xfrm>
              <a:off x="8612066" y="2167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4" name="pt53444"/>
            <p:cNvSpPr/>
            <p:nvPr/>
          </p:nvSpPr>
          <p:spPr>
            <a:xfrm>
              <a:off x="8935109" y="1961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5" name="pt53445"/>
            <p:cNvSpPr/>
            <p:nvPr/>
          </p:nvSpPr>
          <p:spPr>
            <a:xfrm>
              <a:off x="8935109" y="2144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6" name="pt53446"/>
            <p:cNvSpPr/>
            <p:nvPr/>
          </p:nvSpPr>
          <p:spPr>
            <a:xfrm>
              <a:off x="8473354" y="2458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7" name="pt53447"/>
            <p:cNvSpPr/>
            <p:nvPr/>
          </p:nvSpPr>
          <p:spPr>
            <a:xfrm>
              <a:off x="8688651" y="2233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8" name="pt53448"/>
            <p:cNvSpPr/>
            <p:nvPr/>
          </p:nvSpPr>
          <p:spPr>
            <a:xfrm>
              <a:off x="8981853" y="2295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9" name="pt53449"/>
            <p:cNvSpPr/>
            <p:nvPr/>
          </p:nvSpPr>
          <p:spPr>
            <a:xfrm>
              <a:off x="8874891" y="2123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0" name="pt53450"/>
            <p:cNvSpPr/>
            <p:nvPr/>
          </p:nvSpPr>
          <p:spPr>
            <a:xfrm>
              <a:off x="8627374" y="2294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1" name="pt53451"/>
            <p:cNvSpPr/>
            <p:nvPr/>
          </p:nvSpPr>
          <p:spPr>
            <a:xfrm>
              <a:off x="9270010" y="1932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2" name="pt53452"/>
            <p:cNvSpPr/>
            <p:nvPr/>
          </p:nvSpPr>
          <p:spPr>
            <a:xfrm>
              <a:off x="9106706" y="2066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3" name="pt53453"/>
            <p:cNvSpPr/>
            <p:nvPr/>
          </p:nvSpPr>
          <p:spPr>
            <a:xfrm>
              <a:off x="9205570" y="2083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4" name="pt53454"/>
            <p:cNvSpPr/>
            <p:nvPr/>
          </p:nvSpPr>
          <p:spPr>
            <a:xfrm>
              <a:off x="8627374" y="2317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5" name="pt53455"/>
            <p:cNvSpPr/>
            <p:nvPr/>
          </p:nvSpPr>
          <p:spPr>
            <a:xfrm>
              <a:off x="9005590" y="1845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6" name="pt53456"/>
            <p:cNvSpPr/>
            <p:nvPr/>
          </p:nvSpPr>
          <p:spPr>
            <a:xfrm>
              <a:off x="9340963" y="218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7" name="pt53457"/>
            <p:cNvSpPr/>
            <p:nvPr/>
          </p:nvSpPr>
          <p:spPr>
            <a:xfrm>
              <a:off x="9260646" y="2037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8" name="pt53458"/>
            <p:cNvSpPr/>
            <p:nvPr/>
          </p:nvSpPr>
          <p:spPr>
            <a:xfrm>
              <a:off x="9408619" y="2225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9" name="pt53459"/>
            <p:cNvSpPr/>
            <p:nvPr/>
          </p:nvSpPr>
          <p:spPr>
            <a:xfrm>
              <a:off x="8867559" y="1842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0" name="pt53460"/>
            <p:cNvSpPr/>
            <p:nvPr/>
          </p:nvSpPr>
          <p:spPr>
            <a:xfrm>
              <a:off x="9207749" y="2045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1" name="pt53461"/>
            <p:cNvSpPr/>
            <p:nvPr/>
          </p:nvSpPr>
          <p:spPr>
            <a:xfrm>
              <a:off x="8741831" y="2412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2" name="pt53462"/>
            <p:cNvSpPr/>
            <p:nvPr/>
          </p:nvSpPr>
          <p:spPr>
            <a:xfrm>
              <a:off x="9500379" y="2297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3" name="pt53463"/>
            <p:cNvSpPr/>
            <p:nvPr/>
          </p:nvSpPr>
          <p:spPr>
            <a:xfrm>
              <a:off x="9135874" y="2001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4" name="pt53464"/>
            <p:cNvSpPr/>
            <p:nvPr/>
          </p:nvSpPr>
          <p:spPr>
            <a:xfrm>
              <a:off x="9028011" y="1793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5" name="pt53465"/>
            <p:cNvSpPr/>
            <p:nvPr/>
          </p:nvSpPr>
          <p:spPr>
            <a:xfrm>
              <a:off x="8741831" y="2137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6" name="pt53466"/>
            <p:cNvSpPr/>
            <p:nvPr/>
          </p:nvSpPr>
          <p:spPr>
            <a:xfrm>
              <a:off x="8921875" y="1858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7" name="pt53467"/>
            <p:cNvSpPr/>
            <p:nvPr/>
          </p:nvSpPr>
          <p:spPr>
            <a:xfrm>
              <a:off x="9092704" y="1857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8" name="pt53468"/>
            <p:cNvSpPr/>
            <p:nvPr/>
          </p:nvSpPr>
          <p:spPr>
            <a:xfrm>
              <a:off x="9069361" y="2170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9" name="pt53469"/>
            <p:cNvSpPr/>
            <p:nvPr/>
          </p:nvSpPr>
          <p:spPr>
            <a:xfrm>
              <a:off x="9080864" y="1712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0" name="pt53470"/>
            <p:cNvSpPr/>
            <p:nvPr/>
          </p:nvSpPr>
          <p:spPr>
            <a:xfrm>
              <a:off x="9384781" y="2129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1" name="pt53471"/>
            <p:cNvSpPr/>
            <p:nvPr/>
          </p:nvSpPr>
          <p:spPr>
            <a:xfrm>
              <a:off x="8825472" y="2163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2" name="pt53472"/>
            <p:cNvSpPr/>
            <p:nvPr/>
          </p:nvSpPr>
          <p:spPr>
            <a:xfrm>
              <a:off x="8895213" y="2302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3" name="pt53473"/>
            <p:cNvSpPr/>
            <p:nvPr/>
          </p:nvSpPr>
          <p:spPr>
            <a:xfrm>
              <a:off x="8434097" y="2457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4" name="pt53474"/>
            <p:cNvSpPr/>
            <p:nvPr/>
          </p:nvSpPr>
          <p:spPr>
            <a:xfrm>
              <a:off x="8666631" y="2344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5" name="pt53475"/>
            <p:cNvSpPr/>
            <p:nvPr/>
          </p:nvSpPr>
          <p:spPr>
            <a:xfrm>
              <a:off x="8473354" y="224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6" name="pt53476"/>
            <p:cNvSpPr/>
            <p:nvPr/>
          </p:nvSpPr>
          <p:spPr>
            <a:xfrm>
              <a:off x="8505430" y="2422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7" name="pt53477"/>
            <p:cNvSpPr/>
            <p:nvPr/>
          </p:nvSpPr>
          <p:spPr>
            <a:xfrm>
              <a:off x="9254530" y="220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8" name="pt53478"/>
            <p:cNvSpPr/>
            <p:nvPr/>
          </p:nvSpPr>
          <p:spPr>
            <a:xfrm>
              <a:off x="8937640" y="1704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9" name="pt53479"/>
            <p:cNvSpPr/>
            <p:nvPr/>
          </p:nvSpPr>
          <p:spPr>
            <a:xfrm>
              <a:off x="8383485" y="2358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0" name="pt53480"/>
            <p:cNvSpPr/>
            <p:nvPr/>
          </p:nvSpPr>
          <p:spPr>
            <a:xfrm>
              <a:off x="9007289" y="1832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1" name="pt53481"/>
            <p:cNvSpPr/>
            <p:nvPr/>
          </p:nvSpPr>
          <p:spPr>
            <a:xfrm>
              <a:off x="9068168" y="2113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2" name="pt53482"/>
            <p:cNvSpPr/>
            <p:nvPr/>
          </p:nvSpPr>
          <p:spPr>
            <a:xfrm>
              <a:off x="9371637" y="2135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3" name="pt53483"/>
            <p:cNvSpPr/>
            <p:nvPr/>
          </p:nvSpPr>
          <p:spPr>
            <a:xfrm>
              <a:off x="8595298" y="2420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4" name="pt53484"/>
            <p:cNvSpPr/>
            <p:nvPr/>
          </p:nvSpPr>
          <p:spPr>
            <a:xfrm>
              <a:off x="9498107" y="2409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5" name="pt53485"/>
            <p:cNvSpPr/>
            <p:nvPr/>
          </p:nvSpPr>
          <p:spPr>
            <a:xfrm>
              <a:off x="8901496" y="1744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6" name="pt53486"/>
            <p:cNvSpPr/>
            <p:nvPr/>
          </p:nvSpPr>
          <p:spPr>
            <a:xfrm>
              <a:off x="8641456" y="2220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7" name="pt53487"/>
            <p:cNvSpPr/>
            <p:nvPr/>
          </p:nvSpPr>
          <p:spPr>
            <a:xfrm>
              <a:off x="8956678" y="1963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8" name="pt53488"/>
            <p:cNvSpPr/>
            <p:nvPr/>
          </p:nvSpPr>
          <p:spPr>
            <a:xfrm>
              <a:off x="8576763" y="2486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9" name="pt53489"/>
            <p:cNvSpPr/>
            <p:nvPr/>
          </p:nvSpPr>
          <p:spPr>
            <a:xfrm>
              <a:off x="8971798" y="2202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0" name="pt53490"/>
            <p:cNvSpPr/>
            <p:nvPr/>
          </p:nvSpPr>
          <p:spPr>
            <a:xfrm>
              <a:off x="8975889" y="2276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1" name="pt53491"/>
            <p:cNvSpPr/>
            <p:nvPr/>
          </p:nvSpPr>
          <p:spPr>
            <a:xfrm>
              <a:off x="8717243" y="226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2" name="pt53492"/>
            <p:cNvSpPr/>
            <p:nvPr/>
          </p:nvSpPr>
          <p:spPr>
            <a:xfrm>
              <a:off x="8810596" y="2073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3" name="pt53493"/>
            <p:cNvSpPr/>
            <p:nvPr/>
          </p:nvSpPr>
          <p:spPr>
            <a:xfrm>
              <a:off x="9062080" y="1780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4" name="pt53494"/>
            <p:cNvSpPr/>
            <p:nvPr/>
          </p:nvSpPr>
          <p:spPr>
            <a:xfrm>
              <a:off x="9299019" y="1985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5" name="pt53495"/>
            <p:cNvSpPr/>
            <p:nvPr/>
          </p:nvSpPr>
          <p:spPr>
            <a:xfrm>
              <a:off x="9415399" y="2178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6" name="pt53496"/>
            <p:cNvSpPr/>
            <p:nvPr/>
          </p:nvSpPr>
          <p:spPr>
            <a:xfrm>
              <a:off x="8312152" y="2468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7" name="pt53497"/>
            <p:cNvSpPr/>
            <p:nvPr/>
          </p:nvSpPr>
          <p:spPr>
            <a:xfrm>
              <a:off x="8698707" y="247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8" name="pt53498"/>
            <p:cNvSpPr/>
            <p:nvPr/>
          </p:nvSpPr>
          <p:spPr>
            <a:xfrm>
              <a:off x="9117880" y="2104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9" name="pt53499"/>
            <p:cNvSpPr/>
            <p:nvPr/>
          </p:nvSpPr>
          <p:spPr>
            <a:xfrm>
              <a:off x="9062080" y="1881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0" name="pt53500"/>
            <p:cNvSpPr/>
            <p:nvPr/>
          </p:nvSpPr>
          <p:spPr>
            <a:xfrm>
              <a:off x="8763400" y="2174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1" name="pt53501"/>
            <p:cNvSpPr/>
            <p:nvPr/>
          </p:nvSpPr>
          <p:spPr>
            <a:xfrm>
              <a:off x="8383485" y="2393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2" name="pt53502"/>
            <p:cNvSpPr/>
            <p:nvPr/>
          </p:nvSpPr>
          <p:spPr>
            <a:xfrm>
              <a:off x="9498107" y="2476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3" name="pt53503"/>
            <p:cNvSpPr/>
            <p:nvPr/>
          </p:nvSpPr>
          <p:spPr>
            <a:xfrm>
              <a:off x="8595298" y="2256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4" name="pt53504"/>
            <p:cNvSpPr/>
            <p:nvPr/>
          </p:nvSpPr>
          <p:spPr>
            <a:xfrm>
              <a:off x="8434097" y="2626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5" name="pt53505"/>
            <p:cNvSpPr/>
            <p:nvPr/>
          </p:nvSpPr>
          <p:spPr>
            <a:xfrm>
              <a:off x="8383485" y="2229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6" name="pt53506"/>
            <p:cNvSpPr/>
            <p:nvPr/>
          </p:nvSpPr>
          <p:spPr>
            <a:xfrm>
              <a:off x="8935109" y="2006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7" name="pt53507"/>
            <p:cNvSpPr/>
            <p:nvPr/>
          </p:nvSpPr>
          <p:spPr>
            <a:xfrm>
              <a:off x="9530304" y="2529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8" name="pt53508"/>
            <p:cNvSpPr/>
            <p:nvPr/>
          </p:nvSpPr>
          <p:spPr>
            <a:xfrm>
              <a:off x="9452582" y="1936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9" name="pt53509"/>
            <p:cNvSpPr/>
            <p:nvPr/>
          </p:nvSpPr>
          <p:spPr>
            <a:xfrm>
              <a:off x="8734011" y="220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0" name="pt53510"/>
            <p:cNvSpPr/>
            <p:nvPr/>
          </p:nvSpPr>
          <p:spPr>
            <a:xfrm>
              <a:off x="8904556" y="1911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1" name="pt53511"/>
            <p:cNvSpPr/>
            <p:nvPr/>
          </p:nvSpPr>
          <p:spPr>
            <a:xfrm>
              <a:off x="9143835" y="2015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2" name="pt53512"/>
            <p:cNvSpPr/>
            <p:nvPr/>
          </p:nvSpPr>
          <p:spPr>
            <a:xfrm>
              <a:off x="9065758" y="2019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3" name="pt53513"/>
            <p:cNvSpPr/>
            <p:nvPr/>
          </p:nvSpPr>
          <p:spPr>
            <a:xfrm>
              <a:off x="8843532" y="2172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4" name="pt53514"/>
            <p:cNvSpPr/>
            <p:nvPr/>
          </p:nvSpPr>
          <p:spPr>
            <a:xfrm>
              <a:off x="9062080" y="175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5" name="pt53515"/>
            <p:cNvSpPr/>
            <p:nvPr/>
          </p:nvSpPr>
          <p:spPr>
            <a:xfrm>
              <a:off x="8965476" y="2043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6" name="pt53516"/>
            <p:cNvSpPr/>
            <p:nvPr/>
          </p:nvSpPr>
          <p:spPr>
            <a:xfrm>
              <a:off x="8505430" y="2483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7" name="pt53517"/>
            <p:cNvSpPr/>
            <p:nvPr/>
          </p:nvSpPr>
          <p:spPr>
            <a:xfrm>
              <a:off x="9498107" y="2549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8" name="pt53518"/>
            <p:cNvSpPr/>
            <p:nvPr/>
          </p:nvSpPr>
          <p:spPr>
            <a:xfrm>
              <a:off x="8505430" y="2447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9" name="pt53519"/>
            <p:cNvSpPr/>
            <p:nvPr/>
          </p:nvSpPr>
          <p:spPr>
            <a:xfrm>
              <a:off x="8937640" y="1754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0" name="pt53520"/>
            <p:cNvSpPr/>
            <p:nvPr/>
          </p:nvSpPr>
          <p:spPr>
            <a:xfrm>
              <a:off x="8935109" y="2111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1" name="pt53521"/>
            <p:cNvSpPr/>
            <p:nvPr/>
          </p:nvSpPr>
          <p:spPr>
            <a:xfrm>
              <a:off x="8312152" y="255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2" name="pt53522"/>
            <p:cNvSpPr/>
            <p:nvPr/>
          </p:nvSpPr>
          <p:spPr>
            <a:xfrm>
              <a:off x="9119675" y="1975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3" name="pt53523"/>
            <p:cNvSpPr/>
            <p:nvPr/>
          </p:nvSpPr>
          <p:spPr>
            <a:xfrm>
              <a:off x="9095800" y="1801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4" name="pt53524"/>
            <p:cNvSpPr/>
            <p:nvPr/>
          </p:nvSpPr>
          <p:spPr>
            <a:xfrm>
              <a:off x="9366003" y="2035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5" name="pt53525"/>
            <p:cNvSpPr/>
            <p:nvPr/>
          </p:nvSpPr>
          <p:spPr>
            <a:xfrm>
              <a:off x="9087421" y="1854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6" name="pt53526"/>
            <p:cNvSpPr/>
            <p:nvPr/>
          </p:nvSpPr>
          <p:spPr>
            <a:xfrm>
              <a:off x="8505430" y="2419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7" name="pt53527"/>
            <p:cNvSpPr/>
            <p:nvPr/>
          </p:nvSpPr>
          <p:spPr>
            <a:xfrm>
              <a:off x="8473354" y="2204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8" name="pt53528"/>
            <p:cNvSpPr/>
            <p:nvPr/>
          </p:nvSpPr>
          <p:spPr>
            <a:xfrm>
              <a:off x="8688651" y="2405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9" name="pt53529"/>
            <p:cNvSpPr/>
            <p:nvPr/>
          </p:nvSpPr>
          <p:spPr>
            <a:xfrm>
              <a:off x="8998621" y="2045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0" name="pt53530"/>
            <p:cNvSpPr/>
            <p:nvPr/>
          </p:nvSpPr>
          <p:spPr>
            <a:xfrm>
              <a:off x="8627374" y="2123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1" name="pt53531"/>
            <p:cNvSpPr/>
            <p:nvPr/>
          </p:nvSpPr>
          <p:spPr>
            <a:xfrm>
              <a:off x="9378331" y="1980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2" name="pt53532"/>
            <p:cNvSpPr/>
            <p:nvPr/>
          </p:nvSpPr>
          <p:spPr>
            <a:xfrm>
              <a:off x="8942596" y="1900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3" name="pt53533"/>
            <p:cNvSpPr/>
            <p:nvPr/>
          </p:nvSpPr>
          <p:spPr>
            <a:xfrm>
              <a:off x="8383485" y="2342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4" name="pt53534"/>
            <p:cNvSpPr/>
            <p:nvPr/>
          </p:nvSpPr>
          <p:spPr>
            <a:xfrm>
              <a:off x="9328879" y="2205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5" name="pt53535"/>
            <p:cNvSpPr/>
            <p:nvPr/>
          </p:nvSpPr>
          <p:spPr>
            <a:xfrm>
              <a:off x="9303159" y="1988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6" name="pt53536"/>
            <p:cNvSpPr/>
            <p:nvPr/>
          </p:nvSpPr>
          <p:spPr>
            <a:xfrm>
              <a:off x="8698707" y="2486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7" name="pt53537"/>
            <p:cNvSpPr/>
            <p:nvPr/>
          </p:nvSpPr>
          <p:spPr>
            <a:xfrm>
              <a:off x="8576763" y="2450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8" name="pt53538"/>
            <p:cNvSpPr/>
            <p:nvPr/>
          </p:nvSpPr>
          <p:spPr>
            <a:xfrm>
              <a:off x="8434097" y="2430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9" name="pt53539"/>
            <p:cNvSpPr/>
            <p:nvPr/>
          </p:nvSpPr>
          <p:spPr>
            <a:xfrm>
              <a:off x="8770040" y="2240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0" name="pt53540"/>
            <p:cNvSpPr/>
            <p:nvPr/>
          </p:nvSpPr>
          <p:spPr>
            <a:xfrm>
              <a:off x="8576763" y="2407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1" name="pt53541"/>
            <p:cNvSpPr/>
            <p:nvPr/>
          </p:nvSpPr>
          <p:spPr>
            <a:xfrm>
              <a:off x="8981853" y="2313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2" name="pt53542"/>
            <p:cNvSpPr/>
            <p:nvPr/>
          </p:nvSpPr>
          <p:spPr>
            <a:xfrm>
              <a:off x="9010641" y="203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3" name="pt53543"/>
            <p:cNvSpPr/>
            <p:nvPr/>
          </p:nvSpPr>
          <p:spPr>
            <a:xfrm>
              <a:off x="8383485" y="2456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4" name="pt53544"/>
            <p:cNvSpPr/>
            <p:nvPr/>
          </p:nvSpPr>
          <p:spPr>
            <a:xfrm>
              <a:off x="8677986" y="2302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5" name="pt53545"/>
            <p:cNvSpPr/>
            <p:nvPr/>
          </p:nvSpPr>
          <p:spPr>
            <a:xfrm>
              <a:off x="9160178" y="2127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6" name="pt53546"/>
            <p:cNvSpPr/>
            <p:nvPr/>
          </p:nvSpPr>
          <p:spPr>
            <a:xfrm>
              <a:off x="9427293" y="1898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7" name="pt53547"/>
            <p:cNvSpPr/>
            <p:nvPr/>
          </p:nvSpPr>
          <p:spPr>
            <a:xfrm>
              <a:off x="8975889" y="2232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8" name="pt53548"/>
            <p:cNvSpPr/>
            <p:nvPr/>
          </p:nvSpPr>
          <p:spPr>
            <a:xfrm>
              <a:off x="8434097" y="2357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9" name="pt53549"/>
            <p:cNvSpPr/>
            <p:nvPr/>
          </p:nvSpPr>
          <p:spPr>
            <a:xfrm>
              <a:off x="8843532" y="2003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0" name="pt53550"/>
            <p:cNvSpPr/>
            <p:nvPr/>
          </p:nvSpPr>
          <p:spPr>
            <a:xfrm>
              <a:off x="8867559" y="2019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1" name="pt53551"/>
            <p:cNvSpPr/>
            <p:nvPr/>
          </p:nvSpPr>
          <p:spPr>
            <a:xfrm>
              <a:off x="9124084" y="2045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2" name="pt53552"/>
            <p:cNvSpPr/>
            <p:nvPr/>
          </p:nvSpPr>
          <p:spPr>
            <a:xfrm>
              <a:off x="8383485" y="2163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3" name="pt53553"/>
            <p:cNvSpPr/>
            <p:nvPr/>
          </p:nvSpPr>
          <p:spPr>
            <a:xfrm>
              <a:off x="8312152" y="2365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4" name="pt53554"/>
            <p:cNvSpPr/>
            <p:nvPr/>
          </p:nvSpPr>
          <p:spPr>
            <a:xfrm>
              <a:off x="8677986" y="2269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5" name="pt53555"/>
            <p:cNvSpPr/>
            <p:nvPr/>
          </p:nvSpPr>
          <p:spPr>
            <a:xfrm>
              <a:off x="9202808" y="1920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6" name="pt53556"/>
            <p:cNvSpPr/>
            <p:nvPr/>
          </p:nvSpPr>
          <p:spPr>
            <a:xfrm>
              <a:off x="9066967" y="2272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7" name="pt53557"/>
            <p:cNvSpPr/>
            <p:nvPr/>
          </p:nvSpPr>
          <p:spPr>
            <a:xfrm>
              <a:off x="9289758" y="1670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8" name="pt53558"/>
            <p:cNvSpPr/>
            <p:nvPr/>
          </p:nvSpPr>
          <p:spPr>
            <a:xfrm>
              <a:off x="8312152" y="2575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9" name="pt53559"/>
            <p:cNvSpPr/>
            <p:nvPr/>
          </p:nvSpPr>
          <p:spPr>
            <a:xfrm>
              <a:off x="8958919" y="1885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0" name="pt53560"/>
            <p:cNvSpPr/>
            <p:nvPr/>
          </p:nvSpPr>
          <p:spPr>
            <a:xfrm>
              <a:off x="8734011" y="2245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1" name="pt53561"/>
            <p:cNvSpPr/>
            <p:nvPr/>
          </p:nvSpPr>
          <p:spPr>
            <a:xfrm>
              <a:off x="9039647" y="1979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2" name="pt53562"/>
            <p:cNvSpPr/>
            <p:nvPr/>
          </p:nvSpPr>
          <p:spPr>
            <a:xfrm>
              <a:off x="9512564" y="2229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3" name="pt53563"/>
            <p:cNvSpPr/>
            <p:nvPr/>
          </p:nvSpPr>
          <p:spPr>
            <a:xfrm>
              <a:off x="8881929" y="2197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4" name="pt53564"/>
            <p:cNvSpPr/>
            <p:nvPr/>
          </p:nvSpPr>
          <p:spPr>
            <a:xfrm>
              <a:off x="8725827" y="2217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5" name="pt53565"/>
            <p:cNvSpPr/>
            <p:nvPr/>
          </p:nvSpPr>
          <p:spPr>
            <a:xfrm>
              <a:off x="9008973" y="1862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6" name="pt53566"/>
            <p:cNvSpPr/>
            <p:nvPr/>
          </p:nvSpPr>
          <p:spPr>
            <a:xfrm>
              <a:off x="8312152" y="2371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7" name="pt53567"/>
            <p:cNvSpPr/>
            <p:nvPr/>
          </p:nvSpPr>
          <p:spPr>
            <a:xfrm>
              <a:off x="9514089" y="2508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8" name="pt53568"/>
            <p:cNvSpPr/>
            <p:nvPr/>
          </p:nvSpPr>
          <p:spPr>
            <a:xfrm>
              <a:off x="9524498" y="2547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9" name="pt53569"/>
            <p:cNvSpPr/>
            <p:nvPr/>
          </p:nvSpPr>
          <p:spPr>
            <a:xfrm>
              <a:off x="8987622" y="2309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0" name="pt53570"/>
            <p:cNvSpPr/>
            <p:nvPr/>
          </p:nvSpPr>
          <p:spPr>
            <a:xfrm>
              <a:off x="8805344" y="2191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1" name="pt53571"/>
            <p:cNvSpPr/>
            <p:nvPr/>
          </p:nvSpPr>
          <p:spPr>
            <a:xfrm>
              <a:off x="9653069" y="266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2" name="pt53572"/>
            <p:cNvSpPr/>
            <p:nvPr/>
          </p:nvSpPr>
          <p:spPr>
            <a:xfrm>
              <a:off x="9324474" y="2009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3" name="pt53573"/>
            <p:cNvSpPr/>
            <p:nvPr/>
          </p:nvSpPr>
          <p:spPr>
            <a:xfrm>
              <a:off x="9121452" y="1999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4" name="pt53574"/>
            <p:cNvSpPr/>
            <p:nvPr/>
          </p:nvSpPr>
          <p:spPr>
            <a:xfrm>
              <a:off x="8947416" y="1856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5" name="pt53575"/>
            <p:cNvSpPr/>
            <p:nvPr/>
          </p:nvSpPr>
          <p:spPr>
            <a:xfrm>
              <a:off x="8612066" y="2233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6" name="pt53576"/>
            <p:cNvSpPr/>
            <p:nvPr/>
          </p:nvSpPr>
          <p:spPr>
            <a:xfrm>
              <a:off x="8839187" y="2068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7" name="pt53577"/>
            <p:cNvSpPr/>
            <p:nvPr/>
          </p:nvSpPr>
          <p:spPr>
            <a:xfrm>
              <a:off x="8434097" y="2380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8" name="pt53578"/>
            <p:cNvSpPr/>
            <p:nvPr/>
          </p:nvSpPr>
          <p:spPr>
            <a:xfrm>
              <a:off x="8749319" y="1558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9" name="pt53579"/>
            <p:cNvSpPr/>
            <p:nvPr/>
          </p:nvSpPr>
          <p:spPr>
            <a:xfrm>
              <a:off x="8641456" y="1919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0" name="pt53580"/>
            <p:cNvSpPr/>
            <p:nvPr/>
          </p:nvSpPr>
          <p:spPr>
            <a:xfrm>
              <a:off x="8677986" y="2442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1" name="pt53581"/>
            <p:cNvSpPr/>
            <p:nvPr/>
          </p:nvSpPr>
          <p:spPr>
            <a:xfrm>
              <a:off x="9028011" y="1472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2" name="pt53582"/>
            <p:cNvSpPr/>
            <p:nvPr/>
          </p:nvSpPr>
          <p:spPr>
            <a:xfrm>
              <a:off x="9301896" y="1809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3" name="pt53583"/>
            <p:cNvSpPr/>
            <p:nvPr/>
          </p:nvSpPr>
          <p:spPr>
            <a:xfrm>
              <a:off x="8881929" y="2118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4" name="pt53584"/>
            <p:cNvSpPr/>
            <p:nvPr/>
          </p:nvSpPr>
          <p:spPr>
            <a:xfrm>
              <a:off x="9109567" y="1742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5" name="pt53585"/>
            <p:cNvSpPr/>
            <p:nvPr/>
          </p:nvSpPr>
          <p:spPr>
            <a:xfrm>
              <a:off x="9070546" y="2207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6" name="pt53586"/>
            <p:cNvSpPr/>
            <p:nvPr/>
          </p:nvSpPr>
          <p:spPr>
            <a:xfrm>
              <a:off x="9005590" y="1836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7" name="pt53587"/>
            <p:cNvSpPr/>
            <p:nvPr/>
          </p:nvSpPr>
          <p:spPr>
            <a:xfrm>
              <a:off x="8945023" y="1777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8" name="pt53588"/>
            <p:cNvSpPr/>
            <p:nvPr/>
          </p:nvSpPr>
          <p:spPr>
            <a:xfrm>
              <a:off x="8383485" y="2562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9" name="pt53589"/>
            <p:cNvSpPr/>
            <p:nvPr/>
          </p:nvSpPr>
          <p:spPr>
            <a:xfrm>
              <a:off x="9260646" y="2130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0" name="pt53590"/>
            <p:cNvSpPr/>
            <p:nvPr/>
          </p:nvSpPr>
          <p:spPr>
            <a:xfrm>
              <a:off x="9514089" y="2770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1" name="pt53591"/>
            <p:cNvSpPr/>
            <p:nvPr/>
          </p:nvSpPr>
          <p:spPr>
            <a:xfrm>
              <a:off x="9340963" y="2141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2" name="pt53592"/>
            <p:cNvSpPr/>
            <p:nvPr/>
          </p:nvSpPr>
          <p:spPr>
            <a:xfrm>
              <a:off x="8556041" y="2466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3" name="pt53593"/>
            <p:cNvSpPr/>
            <p:nvPr/>
          </p:nvSpPr>
          <p:spPr>
            <a:xfrm>
              <a:off x="8666631" y="2445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4" name="pt53594"/>
            <p:cNvSpPr/>
            <p:nvPr/>
          </p:nvSpPr>
          <p:spPr>
            <a:xfrm>
              <a:off x="8810596" y="2086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5" name="pt53595"/>
            <p:cNvSpPr/>
            <p:nvPr/>
          </p:nvSpPr>
          <p:spPr>
            <a:xfrm>
              <a:off x="8677986" y="2161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6" name="pt53596"/>
            <p:cNvSpPr/>
            <p:nvPr/>
          </p:nvSpPr>
          <p:spPr>
            <a:xfrm>
              <a:off x="9109567" y="190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7" name="pt53597"/>
            <p:cNvSpPr/>
            <p:nvPr/>
          </p:nvSpPr>
          <p:spPr>
            <a:xfrm>
              <a:off x="8763400" y="2076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8" name="pt53598"/>
            <p:cNvSpPr/>
            <p:nvPr/>
          </p:nvSpPr>
          <p:spPr>
            <a:xfrm>
              <a:off x="8505430" y="2519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9" name="pt53599"/>
            <p:cNvSpPr/>
            <p:nvPr/>
          </p:nvSpPr>
          <p:spPr>
            <a:xfrm>
              <a:off x="8473354" y="2351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0" name="pt53600"/>
            <p:cNvSpPr/>
            <p:nvPr/>
          </p:nvSpPr>
          <p:spPr>
            <a:xfrm>
              <a:off x="8996835" y="2011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1" name="pt53601"/>
            <p:cNvSpPr/>
            <p:nvPr/>
          </p:nvSpPr>
          <p:spPr>
            <a:xfrm>
              <a:off x="8708219" y="2338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2" name="pt53602"/>
            <p:cNvSpPr/>
            <p:nvPr/>
          </p:nvSpPr>
          <p:spPr>
            <a:xfrm>
              <a:off x="8843532" y="2050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3" name="pt53603"/>
            <p:cNvSpPr/>
            <p:nvPr/>
          </p:nvSpPr>
          <p:spPr>
            <a:xfrm>
              <a:off x="8863776" y="211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4" name="pt53604"/>
            <p:cNvSpPr/>
            <p:nvPr/>
          </p:nvSpPr>
          <p:spPr>
            <a:xfrm>
              <a:off x="9797577" y="2762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5" name="pt53605"/>
            <p:cNvSpPr/>
            <p:nvPr/>
          </p:nvSpPr>
          <p:spPr>
            <a:xfrm>
              <a:off x="8799930" y="2058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6" name="pt53606"/>
            <p:cNvSpPr/>
            <p:nvPr/>
          </p:nvSpPr>
          <p:spPr>
            <a:xfrm>
              <a:off x="8996835" y="2041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7" name="pt53607"/>
            <p:cNvSpPr/>
            <p:nvPr/>
          </p:nvSpPr>
          <p:spPr>
            <a:xfrm>
              <a:off x="8919104" y="2049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8" name="pt53608"/>
            <p:cNvSpPr/>
            <p:nvPr/>
          </p:nvSpPr>
          <p:spPr>
            <a:xfrm>
              <a:off x="9124084" y="2044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9" name="pt53609"/>
            <p:cNvSpPr/>
            <p:nvPr/>
          </p:nvSpPr>
          <p:spPr>
            <a:xfrm>
              <a:off x="8810596" y="2024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0" name="pt53610"/>
            <p:cNvSpPr/>
            <p:nvPr/>
          </p:nvSpPr>
          <p:spPr>
            <a:xfrm>
              <a:off x="9666217" y="1816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1" name="pt53611"/>
            <p:cNvSpPr/>
            <p:nvPr/>
          </p:nvSpPr>
          <p:spPr>
            <a:xfrm>
              <a:off x="9448910" y="1903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2" name="pt53612"/>
            <p:cNvSpPr/>
            <p:nvPr/>
          </p:nvSpPr>
          <p:spPr>
            <a:xfrm>
              <a:off x="8763400" y="2147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3" name="pt53613"/>
            <p:cNvSpPr/>
            <p:nvPr/>
          </p:nvSpPr>
          <p:spPr>
            <a:xfrm>
              <a:off x="9057053" y="1822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4" name="pt53614"/>
            <p:cNvSpPr/>
            <p:nvPr/>
          </p:nvSpPr>
          <p:spPr>
            <a:xfrm>
              <a:off x="9143835" y="1972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5" name="pt53615"/>
            <p:cNvSpPr/>
            <p:nvPr/>
          </p:nvSpPr>
          <p:spPr>
            <a:xfrm>
              <a:off x="9211498" y="2072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6" name="pt53616"/>
            <p:cNvSpPr/>
            <p:nvPr/>
          </p:nvSpPr>
          <p:spPr>
            <a:xfrm>
              <a:off x="9050561" y="1865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7" name="pt53617"/>
            <p:cNvSpPr/>
            <p:nvPr/>
          </p:nvSpPr>
          <p:spPr>
            <a:xfrm>
              <a:off x="9080864" y="1822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8" name="pt53618"/>
            <p:cNvSpPr/>
            <p:nvPr/>
          </p:nvSpPr>
          <p:spPr>
            <a:xfrm>
              <a:off x="9201130" y="1951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9" name="pt53619"/>
            <p:cNvSpPr/>
            <p:nvPr/>
          </p:nvSpPr>
          <p:spPr>
            <a:xfrm>
              <a:off x="8874891" y="1893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0" name="pt53620"/>
            <p:cNvSpPr/>
            <p:nvPr/>
          </p:nvSpPr>
          <p:spPr>
            <a:xfrm>
              <a:off x="8891985" y="2071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1" name="pt53621"/>
            <p:cNvSpPr/>
            <p:nvPr/>
          </p:nvSpPr>
          <p:spPr>
            <a:xfrm>
              <a:off x="8688651" y="2229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2" name="pt53622"/>
            <p:cNvSpPr/>
            <p:nvPr/>
          </p:nvSpPr>
          <p:spPr>
            <a:xfrm>
              <a:off x="8947416" y="1900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3" name="pt53623"/>
            <p:cNvSpPr/>
            <p:nvPr/>
          </p:nvSpPr>
          <p:spPr>
            <a:xfrm>
              <a:off x="9324474" y="2222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4" name="pt53624"/>
            <p:cNvSpPr/>
            <p:nvPr/>
          </p:nvSpPr>
          <p:spPr>
            <a:xfrm>
              <a:off x="8794345" y="2136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5" name="pt53625"/>
            <p:cNvSpPr/>
            <p:nvPr/>
          </p:nvSpPr>
          <p:spPr>
            <a:xfrm>
              <a:off x="9162993" y="2056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6" name="pt53626"/>
            <p:cNvSpPr/>
            <p:nvPr/>
          </p:nvSpPr>
          <p:spPr>
            <a:xfrm>
              <a:off x="9420641" y="2173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7" name="pt53627"/>
            <p:cNvSpPr/>
            <p:nvPr/>
          </p:nvSpPr>
          <p:spPr>
            <a:xfrm>
              <a:off x="8971798" y="217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8" name="pt53628"/>
            <p:cNvSpPr/>
            <p:nvPr/>
          </p:nvSpPr>
          <p:spPr>
            <a:xfrm>
              <a:off x="8847771" y="2058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9" name="pt53629"/>
            <p:cNvSpPr/>
            <p:nvPr/>
          </p:nvSpPr>
          <p:spPr>
            <a:xfrm>
              <a:off x="8937640" y="1859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0" name="pt53630"/>
            <p:cNvSpPr/>
            <p:nvPr/>
          </p:nvSpPr>
          <p:spPr>
            <a:xfrm>
              <a:off x="8312152" y="2413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1" name="pt53631"/>
            <p:cNvSpPr/>
            <p:nvPr/>
          </p:nvSpPr>
          <p:spPr>
            <a:xfrm>
              <a:off x="8782612" y="2199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2" name="pt53632"/>
            <p:cNvSpPr/>
            <p:nvPr/>
          </p:nvSpPr>
          <p:spPr>
            <a:xfrm>
              <a:off x="9260646" y="2103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3" name="pt53633"/>
            <p:cNvSpPr/>
            <p:nvPr/>
          </p:nvSpPr>
          <p:spPr>
            <a:xfrm>
              <a:off x="9498107" y="2545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4" name="pt53634"/>
            <p:cNvSpPr/>
            <p:nvPr/>
          </p:nvSpPr>
          <p:spPr>
            <a:xfrm>
              <a:off x="9282831" y="2087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5" name="pt53635"/>
            <p:cNvSpPr/>
            <p:nvPr/>
          </p:nvSpPr>
          <p:spPr>
            <a:xfrm>
              <a:off x="9110510" y="1820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6" name="pt53636"/>
            <p:cNvSpPr/>
            <p:nvPr/>
          </p:nvSpPr>
          <p:spPr>
            <a:xfrm>
              <a:off x="9332911" y="2230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7" name="pt53637"/>
            <p:cNvSpPr/>
            <p:nvPr/>
          </p:nvSpPr>
          <p:spPr>
            <a:xfrm>
              <a:off x="8654494" y="2302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8" name="pt53638"/>
            <p:cNvSpPr/>
            <p:nvPr/>
          </p:nvSpPr>
          <p:spPr>
            <a:xfrm>
              <a:off x="9155869" y="2011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9" name="pt53639"/>
            <p:cNvSpPr/>
            <p:nvPr/>
          </p:nvSpPr>
          <p:spPr>
            <a:xfrm>
              <a:off x="8981853" y="2261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0" name="pt53640"/>
            <p:cNvSpPr/>
            <p:nvPr/>
          </p:nvSpPr>
          <p:spPr>
            <a:xfrm>
              <a:off x="8763400" y="2093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1" name="pt53641"/>
            <p:cNvSpPr/>
            <p:nvPr/>
          </p:nvSpPr>
          <p:spPr>
            <a:xfrm>
              <a:off x="8688651" y="2332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2" name="pt53642"/>
            <p:cNvSpPr/>
            <p:nvPr/>
          </p:nvSpPr>
          <p:spPr>
            <a:xfrm>
              <a:off x="9028011" y="1669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3" name="pt53643"/>
            <p:cNvSpPr/>
            <p:nvPr/>
          </p:nvSpPr>
          <p:spPr>
            <a:xfrm>
              <a:off x="8987622" y="2289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4" name="pt53644"/>
            <p:cNvSpPr/>
            <p:nvPr/>
          </p:nvSpPr>
          <p:spPr>
            <a:xfrm>
              <a:off x="9097834" y="1912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5" name="pt53645"/>
            <p:cNvSpPr/>
            <p:nvPr/>
          </p:nvSpPr>
          <p:spPr>
            <a:xfrm>
              <a:off x="9146155" y="1980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6" name="pt53646"/>
            <p:cNvSpPr/>
            <p:nvPr/>
          </p:nvSpPr>
          <p:spPr>
            <a:xfrm>
              <a:off x="8434097" y="2371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7" name="pt53647"/>
            <p:cNvSpPr/>
            <p:nvPr/>
          </p:nvSpPr>
          <p:spPr>
            <a:xfrm>
              <a:off x="9340963" y="2224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8" name="pt53648"/>
            <p:cNvSpPr/>
            <p:nvPr/>
          </p:nvSpPr>
          <p:spPr>
            <a:xfrm>
              <a:off x="9109567" y="1875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9" name="pt53649"/>
            <p:cNvSpPr/>
            <p:nvPr/>
          </p:nvSpPr>
          <p:spPr>
            <a:xfrm>
              <a:off x="9062080" y="1750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0" name="pt53650"/>
            <p:cNvSpPr/>
            <p:nvPr/>
          </p:nvSpPr>
          <p:spPr>
            <a:xfrm>
              <a:off x="8576763" y="2527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1" name="pt53651"/>
            <p:cNvSpPr/>
            <p:nvPr/>
          </p:nvSpPr>
          <p:spPr>
            <a:xfrm>
              <a:off x="9045188" y="1949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2" name="pt53652"/>
            <p:cNvSpPr/>
            <p:nvPr/>
          </p:nvSpPr>
          <p:spPr>
            <a:xfrm>
              <a:off x="9218764" y="1865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3" name="pt53653"/>
            <p:cNvSpPr/>
            <p:nvPr/>
          </p:nvSpPr>
          <p:spPr>
            <a:xfrm>
              <a:off x="9635986" y="2435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4" name="pt53654"/>
            <p:cNvSpPr/>
            <p:nvPr/>
          </p:nvSpPr>
          <p:spPr>
            <a:xfrm>
              <a:off x="8734011" y="2186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5" name="pt53655"/>
            <p:cNvSpPr/>
            <p:nvPr/>
          </p:nvSpPr>
          <p:spPr>
            <a:xfrm>
              <a:off x="8708219" y="2343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6" name="pt53656"/>
            <p:cNvSpPr/>
            <p:nvPr/>
          </p:nvSpPr>
          <p:spPr>
            <a:xfrm>
              <a:off x="9371637" y="2118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7" name="pt53657"/>
            <p:cNvSpPr/>
            <p:nvPr/>
          </p:nvSpPr>
          <p:spPr>
            <a:xfrm>
              <a:off x="8977900" y="2141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8" name="pt53658"/>
            <p:cNvSpPr/>
            <p:nvPr/>
          </p:nvSpPr>
          <p:spPr>
            <a:xfrm>
              <a:off x="9318519" y="2001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9" name="pt53659"/>
            <p:cNvSpPr/>
            <p:nvPr/>
          </p:nvSpPr>
          <p:spPr>
            <a:xfrm>
              <a:off x="8901496" y="1828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0" name="pt53660"/>
            <p:cNvSpPr/>
            <p:nvPr/>
          </p:nvSpPr>
          <p:spPr>
            <a:xfrm>
              <a:off x="9303159" y="1821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1" name="pt53661"/>
            <p:cNvSpPr/>
            <p:nvPr/>
          </p:nvSpPr>
          <p:spPr>
            <a:xfrm>
              <a:off x="9427293" y="1938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2" name="pt53662"/>
            <p:cNvSpPr/>
            <p:nvPr/>
          </p:nvSpPr>
          <p:spPr>
            <a:xfrm>
              <a:off x="8989504" y="2286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3" name="pt53663"/>
            <p:cNvSpPr/>
            <p:nvPr/>
          </p:nvSpPr>
          <p:spPr>
            <a:xfrm>
              <a:off x="8698707" y="2390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4" name="pt53664"/>
            <p:cNvSpPr/>
            <p:nvPr/>
          </p:nvSpPr>
          <p:spPr>
            <a:xfrm>
              <a:off x="9028011" y="1815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5" name="pt53665"/>
            <p:cNvSpPr/>
            <p:nvPr/>
          </p:nvSpPr>
          <p:spPr>
            <a:xfrm>
              <a:off x="8847771" y="2168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6" name="pt53666"/>
            <p:cNvSpPr/>
            <p:nvPr/>
          </p:nvSpPr>
          <p:spPr>
            <a:xfrm>
              <a:off x="8898383" y="2117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7" name="pt53667"/>
            <p:cNvSpPr/>
            <p:nvPr/>
          </p:nvSpPr>
          <p:spPr>
            <a:xfrm>
              <a:off x="8935109" y="2058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8" name="pt53668"/>
            <p:cNvSpPr/>
            <p:nvPr/>
          </p:nvSpPr>
          <p:spPr>
            <a:xfrm>
              <a:off x="8434097" y="2491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9" name="pt53669"/>
            <p:cNvSpPr/>
            <p:nvPr/>
          </p:nvSpPr>
          <p:spPr>
            <a:xfrm>
              <a:off x="8717243" y="2289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0" name="pt53670"/>
            <p:cNvSpPr/>
            <p:nvPr/>
          </p:nvSpPr>
          <p:spPr>
            <a:xfrm>
              <a:off x="8576763" y="2409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1" name="pt53671"/>
            <p:cNvSpPr/>
            <p:nvPr/>
          </p:nvSpPr>
          <p:spPr>
            <a:xfrm>
              <a:off x="8979888" y="2311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2" name="pt53672"/>
            <p:cNvSpPr/>
            <p:nvPr/>
          </p:nvSpPr>
          <p:spPr>
            <a:xfrm>
              <a:off x="9408619" y="2063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3" name="pt53673"/>
            <p:cNvSpPr/>
            <p:nvPr/>
          </p:nvSpPr>
          <p:spPr>
            <a:xfrm>
              <a:off x="8556041" y="2413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4" name="pt53674"/>
            <p:cNvSpPr/>
            <p:nvPr/>
          </p:nvSpPr>
          <p:spPr>
            <a:xfrm>
              <a:off x="9548926" y="1614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5" name="pt53675"/>
            <p:cNvSpPr/>
            <p:nvPr/>
          </p:nvSpPr>
          <p:spPr>
            <a:xfrm>
              <a:off x="9240724" y="1896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6" name="pt53676"/>
            <p:cNvSpPr/>
            <p:nvPr/>
          </p:nvSpPr>
          <p:spPr>
            <a:xfrm>
              <a:off x="9051878" y="1770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7" name="pt53677"/>
            <p:cNvSpPr/>
            <p:nvPr/>
          </p:nvSpPr>
          <p:spPr>
            <a:xfrm>
              <a:off x="8871263" y="2012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8" name="pt53678"/>
            <p:cNvSpPr/>
            <p:nvPr/>
          </p:nvSpPr>
          <p:spPr>
            <a:xfrm>
              <a:off x="9130917" y="2084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9" name="pt53679"/>
            <p:cNvSpPr/>
            <p:nvPr/>
          </p:nvSpPr>
          <p:spPr>
            <a:xfrm>
              <a:off x="8987622" y="2249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0" name="pt53680"/>
            <p:cNvSpPr/>
            <p:nvPr/>
          </p:nvSpPr>
          <p:spPr>
            <a:xfrm>
              <a:off x="9313250" y="1816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1" name="pt53681"/>
            <p:cNvSpPr/>
            <p:nvPr/>
          </p:nvSpPr>
          <p:spPr>
            <a:xfrm>
              <a:off x="8532549" y="2227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2" name="pt53682"/>
            <p:cNvSpPr/>
            <p:nvPr/>
          </p:nvSpPr>
          <p:spPr>
            <a:xfrm>
              <a:off x="8312152" y="2358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3" name="pt53683"/>
            <p:cNvSpPr/>
            <p:nvPr/>
          </p:nvSpPr>
          <p:spPr>
            <a:xfrm>
              <a:off x="9573244" y="2278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4" name="pt53684"/>
            <p:cNvSpPr/>
            <p:nvPr/>
          </p:nvSpPr>
          <p:spPr>
            <a:xfrm>
              <a:off x="9143835" y="2151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5" name="pt53685"/>
            <p:cNvSpPr/>
            <p:nvPr/>
          </p:nvSpPr>
          <p:spPr>
            <a:xfrm>
              <a:off x="8312152" y="2212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6" name="pt53686"/>
            <p:cNvSpPr/>
            <p:nvPr/>
          </p:nvSpPr>
          <p:spPr>
            <a:xfrm>
              <a:off x="9530995" y="2496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7" name="pt53687"/>
            <p:cNvSpPr/>
            <p:nvPr/>
          </p:nvSpPr>
          <p:spPr>
            <a:xfrm>
              <a:off x="8963317" y="1983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8" name="pt53688"/>
            <p:cNvSpPr/>
            <p:nvPr/>
          </p:nvSpPr>
          <p:spPr>
            <a:xfrm>
              <a:off x="8749319" y="2350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9" name="pt53689"/>
            <p:cNvSpPr/>
            <p:nvPr/>
          </p:nvSpPr>
          <p:spPr>
            <a:xfrm>
              <a:off x="9070546" y="2355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0" name="pt53690"/>
            <p:cNvSpPr/>
            <p:nvPr/>
          </p:nvSpPr>
          <p:spPr>
            <a:xfrm>
              <a:off x="9024978" y="2110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1" name="pt53691"/>
            <p:cNvSpPr/>
            <p:nvPr/>
          </p:nvSpPr>
          <p:spPr>
            <a:xfrm>
              <a:off x="8888696" y="2267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2" name="pt53692"/>
            <p:cNvSpPr/>
            <p:nvPr/>
          </p:nvSpPr>
          <p:spPr>
            <a:xfrm>
              <a:off x="8654494" y="2318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3" name="pt53693"/>
            <p:cNvSpPr/>
            <p:nvPr/>
          </p:nvSpPr>
          <p:spPr>
            <a:xfrm>
              <a:off x="9299019" y="2050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4" name="pt53694"/>
            <p:cNvSpPr/>
            <p:nvPr/>
          </p:nvSpPr>
          <p:spPr>
            <a:xfrm>
              <a:off x="8996835" y="1963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5" name="pt53695"/>
            <p:cNvSpPr/>
            <p:nvPr/>
          </p:nvSpPr>
          <p:spPr>
            <a:xfrm>
              <a:off x="8945023" y="1767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6" name="pt53696"/>
            <p:cNvSpPr/>
            <p:nvPr/>
          </p:nvSpPr>
          <p:spPr>
            <a:xfrm>
              <a:off x="8688651" y="2384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7" name="pt53697"/>
            <p:cNvSpPr/>
            <p:nvPr/>
          </p:nvSpPr>
          <p:spPr>
            <a:xfrm>
              <a:off x="8776438" y="225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8" name="pt53698"/>
            <p:cNvSpPr/>
            <p:nvPr/>
          </p:nvSpPr>
          <p:spPr>
            <a:xfrm>
              <a:off x="8312152" y="2340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9" name="pt53699"/>
            <p:cNvSpPr/>
            <p:nvPr/>
          </p:nvSpPr>
          <p:spPr>
            <a:xfrm>
              <a:off x="8556041" y="2525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0" name="pt53700"/>
            <p:cNvSpPr/>
            <p:nvPr/>
          </p:nvSpPr>
          <p:spPr>
            <a:xfrm>
              <a:off x="8867559" y="1876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1" name="pt53701"/>
            <p:cNvSpPr/>
            <p:nvPr/>
          </p:nvSpPr>
          <p:spPr>
            <a:xfrm>
              <a:off x="8794345" y="1987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2" name="pt53702"/>
            <p:cNvSpPr/>
            <p:nvPr/>
          </p:nvSpPr>
          <p:spPr>
            <a:xfrm>
              <a:off x="8505430" y="245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3" name="pt53703"/>
            <p:cNvSpPr/>
            <p:nvPr/>
          </p:nvSpPr>
          <p:spPr>
            <a:xfrm>
              <a:off x="8312152" y="2474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4" name="pt53704"/>
            <p:cNvSpPr/>
            <p:nvPr/>
          </p:nvSpPr>
          <p:spPr>
            <a:xfrm>
              <a:off x="8734011" y="2313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5" name="pt53705"/>
            <p:cNvSpPr/>
            <p:nvPr/>
          </p:nvSpPr>
          <p:spPr>
            <a:xfrm>
              <a:off x="9051878" y="1733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6" name="pt53706"/>
            <p:cNvSpPr/>
            <p:nvPr/>
          </p:nvSpPr>
          <p:spPr>
            <a:xfrm>
              <a:off x="8717243" y="2274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7" name="pt53707"/>
            <p:cNvSpPr/>
            <p:nvPr/>
          </p:nvSpPr>
          <p:spPr>
            <a:xfrm>
              <a:off x="9090610" y="1850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8" name="pt53708"/>
            <p:cNvSpPr/>
            <p:nvPr/>
          </p:nvSpPr>
          <p:spPr>
            <a:xfrm>
              <a:off x="8763400" y="2094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9" name="pt53709"/>
            <p:cNvSpPr/>
            <p:nvPr/>
          </p:nvSpPr>
          <p:spPr>
            <a:xfrm>
              <a:off x="8505430" y="2296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0" name="pt53710"/>
            <p:cNvSpPr/>
            <p:nvPr/>
          </p:nvSpPr>
          <p:spPr>
            <a:xfrm>
              <a:off x="8963317" y="2142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1" name="pt53711"/>
            <p:cNvSpPr/>
            <p:nvPr/>
          </p:nvSpPr>
          <p:spPr>
            <a:xfrm>
              <a:off x="9564416" y="2316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2" name="pt53712"/>
            <p:cNvSpPr/>
            <p:nvPr/>
          </p:nvSpPr>
          <p:spPr>
            <a:xfrm>
              <a:off x="8937640" y="1891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3" name="pt53713"/>
            <p:cNvSpPr/>
            <p:nvPr/>
          </p:nvSpPr>
          <p:spPr>
            <a:xfrm>
              <a:off x="9688802" y="2489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4" name="pt53714"/>
            <p:cNvSpPr/>
            <p:nvPr/>
          </p:nvSpPr>
          <p:spPr>
            <a:xfrm>
              <a:off x="8830164" y="2303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5" name="pt53715"/>
            <p:cNvSpPr/>
            <p:nvPr/>
          </p:nvSpPr>
          <p:spPr>
            <a:xfrm>
              <a:off x="8556041" y="2618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6" name="pt53716"/>
            <p:cNvSpPr/>
            <p:nvPr/>
          </p:nvSpPr>
          <p:spPr>
            <a:xfrm>
              <a:off x="8825472" y="1998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7" name="pt53717"/>
            <p:cNvSpPr/>
            <p:nvPr/>
          </p:nvSpPr>
          <p:spPr>
            <a:xfrm>
              <a:off x="9121452" y="1959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8" name="pt53718"/>
            <p:cNvSpPr/>
            <p:nvPr/>
          </p:nvSpPr>
          <p:spPr>
            <a:xfrm>
              <a:off x="8867559" y="2159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9" name="pt53719"/>
            <p:cNvSpPr/>
            <p:nvPr/>
          </p:nvSpPr>
          <p:spPr>
            <a:xfrm>
              <a:off x="9161591" y="2112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0" name="pt53720"/>
            <p:cNvSpPr/>
            <p:nvPr/>
          </p:nvSpPr>
          <p:spPr>
            <a:xfrm>
              <a:off x="9214649" y="2157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1" name="pt53721"/>
            <p:cNvSpPr/>
            <p:nvPr/>
          </p:nvSpPr>
          <p:spPr>
            <a:xfrm>
              <a:off x="8688651" y="2421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2" name="pt53722"/>
            <p:cNvSpPr/>
            <p:nvPr/>
          </p:nvSpPr>
          <p:spPr>
            <a:xfrm>
              <a:off x="9062080" y="1793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3" name="pt53723"/>
            <p:cNvSpPr/>
            <p:nvPr/>
          </p:nvSpPr>
          <p:spPr>
            <a:xfrm>
              <a:off x="8916289" y="2014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4" name="pt53724"/>
            <p:cNvSpPr/>
            <p:nvPr/>
          </p:nvSpPr>
          <p:spPr>
            <a:xfrm>
              <a:off x="8874891" y="2264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5" name="pt53725"/>
            <p:cNvSpPr/>
            <p:nvPr/>
          </p:nvSpPr>
          <p:spPr>
            <a:xfrm>
              <a:off x="8973855" y="2097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6" name="pt53726"/>
            <p:cNvSpPr/>
            <p:nvPr/>
          </p:nvSpPr>
          <p:spPr>
            <a:xfrm>
              <a:off x="9435343" y="1877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7" name="pt53727"/>
            <p:cNvSpPr/>
            <p:nvPr/>
          </p:nvSpPr>
          <p:spPr>
            <a:xfrm>
              <a:off x="8576763" y="2256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8" name="pt53728"/>
            <p:cNvSpPr/>
            <p:nvPr/>
          </p:nvSpPr>
          <p:spPr>
            <a:xfrm>
              <a:off x="9146155" y="2050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9" name="pt53729"/>
            <p:cNvSpPr/>
            <p:nvPr/>
          </p:nvSpPr>
          <p:spPr>
            <a:xfrm>
              <a:off x="9564416" y="2302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0" name="pt53730"/>
            <p:cNvSpPr/>
            <p:nvPr/>
          </p:nvSpPr>
          <p:spPr>
            <a:xfrm>
              <a:off x="9254944" y="2194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1" name="pt53731"/>
            <p:cNvSpPr/>
            <p:nvPr/>
          </p:nvSpPr>
          <p:spPr>
            <a:xfrm>
              <a:off x="8847771" y="2055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2" name="pt53732"/>
            <p:cNvSpPr/>
            <p:nvPr/>
          </p:nvSpPr>
          <p:spPr>
            <a:xfrm>
              <a:off x="9688802" y="2278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3" name="pt53733"/>
            <p:cNvSpPr/>
            <p:nvPr/>
          </p:nvSpPr>
          <p:spPr>
            <a:xfrm>
              <a:off x="8763400" y="2323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4" name="pt53734"/>
            <p:cNvSpPr/>
            <p:nvPr/>
          </p:nvSpPr>
          <p:spPr>
            <a:xfrm>
              <a:off x="8576763" y="2352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5" name="pt53735"/>
            <p:cNvSpPr/>
            <p:nvPr/>
          </p:nvSpPr>
          <p:spPr>
            <a:xfrm>
              <a:off x="9121452" y="2028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6" name="pt53736"/>
            <p:cNvSpPr/>
            <p:nvPr/>
          </p:nvSpPr>
          <p:spPr>
            <a:xfrm>
              <a:off x="8505430" y="2464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7" name="pt53737"/>
            <p:cNvSpPr/>
            <p:nvPr/>
          </p:nvSpPr>
          <p:spPr>
            <a:xfrm>
              <a:off x="9086345" y="1821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8" name="pt53738"/>
            <p:cNvSpPr/>
            <p:nvPr/>
          </p:nvSpPr>
          <p:spPr>
            <a:xfrm>
              <a:off x="9028011" y="1818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9" name="pt53739"/>
            <p:cNvSpPr/>
            <p:nvPr/>
          </p:nvSpPr>
          <p:spPr>
            <a:xfrm>
              <a:off x="9070546" y="2249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0" name="pt53740"/>
            <p:cNvSpPr/>
            <p:nvPr/>
          </p:nvSpPr>
          <p:spPr>
            <a:xfrm>
              <a:off x="8383485" y="2436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1" name="pt53741"/>
            <p:cNvSpPr/>
            <p:nvPr/>
          </p:nvSpPr>
          <p:spPr>
            <a:xfrm>
              <a:off x="9188912" y="1876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2" name="pt53742"/>
            <p:cNvSpPr/>
            <p:nvPr/>
          </p:nvSpPr>
          <p:spPr>
            <a:xfrm>
              <a:off x="9230563" y="1882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3" name="pt53743"/>
            <p:cNvSpPr/>
            <p:nvPr/>
          </p:nvSpPr>
          <p:spPr>
            <a:xfrm>
              <a:off x="8921875" y="209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4" name="pt53744"/>
            <p:cNvSpPr/>
            <p:nvPr/>
          </p:nvSpPr>
          <p:spPr>
            <a:xfrm>
              <a:off x="8770040" y="2102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5" name="pt53745"/>
            <p:cNvSpPr/>
            <p:nvPr/>
          </p:nvSpPr>
          <p:spPr>
            <a:xfrm>
              <a:off x="8810596" y="1997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6" name="pt53746"/>
            <p:cNvSpPr/>
            <p:nvPr/>
          </p:nvSpPr>
          <p:spPr>
            <a:xfrm>
              <a:off x="8881929" y="2304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7" name="pt53747"/>
            <p:cNvSpPr/>
            <p:nvPr/>
          </p:nvSpPr>
          <p:spPr>
            <a:xfrm>
              <a:off x="8996835" y="1940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8" name="pt53748"/>
            <p:cNvSpPr/>
            <p:nvPr/>
          </p:nvSpPr>
          <p:spPr>
            <a:xfrm>
              <a:off x="8881929" y="2167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9" name="pt53749"/>
            <p:cNvSpPr/>
            <p:nvPr/>
          </p:nvSpPr>
          <p:spPr>
            <a:xfrm>
              <a:off x="9190113" y="1922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0" name="pt53750"/>
            <p:cNvSpPr/>
            <p:nvPr/>
          </p:nvSpPr>
          <p:spPr>
            <a:xfrm>
              <a:off x="8677986" y="2340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1" name="pt53751"/>
            <p:cNvSpPr/>
            <p:nvPr/>
          </p:nvSpPr>
          <p:spPr>
            <a:xfrm>
              <a:off x="9431288" y="1908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2" name="pt53752"/>
            <p:cNvSpPr/>
            <p:nvPr/>
          </p:nvSpPr>
          <p:spPr>
            <a:xfrm>
              <a:off x="8627374" y="2483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3" name="pt53753"/>
            <p:cNvSpPr/>
            <p:nvPr/>
          </p:nvSpPr>
          <p:spPr>
            <a:xfrm>
              <a:off x="9292119" y="1829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4" name="pt53754"/>
            <p:cNvSpPr/>
            <p:nvPr/>
          </p:nvSpPr>
          <p:spPr>
            <a:xfrm>
              <a:off x="8556041" y="2391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5" name="pt53755"/>
            <p:cNvSpPr/>
            <p:nvPr/>
          </p:nvSpPr>
          <p:spPr>
            <a:xfrm>
              <a:off x="9530995" y="2525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6" name="pt53756"/>
            <p:cNvSpPr/>
            <p:nvPr/>
          </p:nvSpPr>
          <p:spPr>
            <a:xfrm>
              <a:off x="8891985" y="2191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7" name="pt53757"/>
            <p:cNvSpPr/>
            <p:nvPr/>
          </p:nvSpPr>
          <p:spPr>
            <a:xfrm>
              <a:off x="8851911" y="1989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8" name="pt53758"/>
            <p:cNvSpPr/>
            <p:nvPr/>
          </p:nvSpPr>
          <p:spPr>
            <a:xfrm>
              <a:off x="8859909" y="2138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9" name="pt53759"/>
            <p:cNvSpPr/>
            <p:nvPr/>
          </p:nvSpPr>
          <p:spPr>
            <a:xfrm>
              <a:off x="8916289" y="2141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0" name="pt53760"/>
            <p:cNvSpPr/>
            <p:nvPr/>
          </p:nvSpPr>
          <p:spPr>
            <a:xfrm>
              <a:off x="9144612" y="2048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1" name="pt53761"/>
            <p:cNvSpPr/>
            <p:nvPr/>
          </p:nvSpPr>
          <p:spPr>
            <a:xfrm>
              <a:off x="8698707" y="2458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2" name="pt53762"/>
            <p:cNvSpPr/>
            <p:nvPr/>
          </p:nvSpPr>
          <p:spPr>
            <a:xfrm>
              <a:off x="8473354" y="2439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3" name="pt53763"/>
            <p:cNvSpPr/>
            <p:nvPr/>
          </p:nvSpPr>
          <p:spPr>
            <a:xfrm>
              <a:off x="8505430" y="2548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4" name="pt53764"/>
            <p:cNvSpPr/>
            <p:nvPr/>
          </p:nvSpPr>
          <p:spPr>
            <a:xfrm>
              <a:off x="9230563" y="177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5" name="pt53765"/>
            <p:cNvSpPr/>
            <p:nvPr/>
          </p:nvSpPr>
          <p:spPr>
            <a:xfrm>
              <a:off x="8434097" y="2387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6" name="pt53766"/>
            <p:cNvSpPr/>
            <p:nvPr/>
          </p:nvSpPr>
          <p:spPr>
            <a:xfrm>
              <a:off x="9376059" y="2126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7" name="pt53767"/>
            <p:cNvSpPr/>
            <p:nvPr/>
          </p:nvSpPr>
          <p:spPr>
            <a:xfrm>
              <a:off x="9199436" y="1933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8" name="pt53768"/>
            <p:cNvSpPr/>
            <p:nvPr/>
          </p:nvSpPr>
          <p:spPr>
            <a:xfrm>
              <a:off x="8756500" y="1913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9" name="pt53769"/>
            <p:cNvSpPr/>
            <p:nvPr/>
          </p:nvSpPr>
          <p:spPr>
            <a:xfrm>
              <a:off x="8666631" y="2238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0" name="pt53770"/>
            <p:cNvSpPr/>
            <p:nvPr/>
          </p:nvSpPr>
          <p:spPr>
            <a:xfrm>
              <a:off x="8473354" y="2325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1" name="pt53771"/>
            <p:cNvSpPr/>
            <p:nvPr/>
          </p:nvSpPr>
          <p:spPr>
            <a:xfrm>
              <a:off x="9396086" y="2099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2" name="pt53772"/>
            <p:cNvSpPr/>
            <p:nvPr/>
          </p:nvSpPr>
          <p:spPr>
            <a:xfrm>
              <a:off x="9076352" y="2217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3" name="pt53773"/>
            <p:cNvSpPr/>
            <p:nvPr/>
          </p:nvSpPr>
          <p:spPr>
            <a:xfrm>
              <a:off x="9050561" y="1914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4" name="pt53774"/>
            <p:cNvSpPr/>
            <p:nvPr/>
          </p:nvSpPr>
          <p:spPr>
            <a:xfrm>
              <a:off x="8312152" y="2396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5" name="pt53775"/>
            <p:cNvSpPr/>
            <p:nvPr/>
          </p:nvSpPr>
          <p:spPr>
            <a:xfrm>
              <a:off x="8810596" y="208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6" name="pt53776"/>
            <p:cNvSpPr/>
            <p:nvPr/>
          </p:nvSpPr>
          <p:spPr>
            <a:xfrm>
              <a:off x="9324474" y="2276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7" name="pt53777"/>
            <p:cNvSpPr/>
            <p:nvPr/>
          </p:nvSpPr>
          <p:spPr>
            <a:xfrm>
              <a:off x="8998621" y="1943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8" name="pt53778"/>
            <p:cNvSpPr/>
            <p:nvPr/>
          </p:nvSpPr>
          <p:spPr>
            <a:xfrm>
              <a:off x="9020327" y="1732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9" name="pt53779"/>
            <p:cNvSpPr/>
            <p:nvPr/>
          </p:nvSpPr>
          <p:spPr>
            <a:xfrm>
              <a:off x="8901496" y="1851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0" name="pt53780"/>
            <p:cNvSpPr/>
            <p:nvPr/>
          </p:nvSpPr>
          <p:spPr>
            <a:xfrm>
              <a:off x="8698707" y="2316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1" name="pt53781"/>
            <p:cNvSpPr/>
            <p:nvPr/>
          </p:nvSpPr>
          <p:spPr>
            <a:xfrm>
              <a:off x="8956678" y="1915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2" name="pt53782"/>
            <p:cNvSpPr/>
            <p:nvPr/>
          </p:nvSpPr>
          <p:spPr>
            <a:xfrm>
              <a:off x="8312152" y="2448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3" name="pt53783"/>
            <p:cNvSpPr/>
            <p:nvPr/>
          </p:nvSpPr>
          <p:spPr>
            <a:xfrm>
              <a:off x="9577860" y="2387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4" name="pt53784"/>
            <p:cNvSpPr/>
            <p:nvPr/>
          </p:nvSpPr>
          <p:spPr>
            <a:xfrm>
              <a:off x="9767243" y="2626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5" name="pt53785"/>
            <p:cNvSpPr/>
            <p:nvPr/>
          </p:nvSpPr>
          <p:spPr>
            <a:xfrm>
              <a:off x="8975889" y="2245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6" name="pt53786"/>
            <p:cNvSpPr/>
            <p:nvPr/>
          </p:nvSpPr>
          <p:spPr>
            <a:xfrm>
              <a:off x="8888696" y="2201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7" name="pt53787"/>
            <p:cNvSpPr/>
            <p:nvPr/>
          </p:nvSpPr>
          <p:spPr>
            <a:xfrm>
              <a:off x="8863776" y="2066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8" name="pt53788"/>
            <p:cNvSpPr/>
            <p:nvPr/>
          </p:nvSpPr>
          <p:spPr>
            <a:xfrm>
              <a:off x="8961132" y="2131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9" name="pt53789"/>
            <p:cNvSpPr/>
            <p:nvPr/>
          </p:nvSpPr>
          <p:spPr>
            <a:xfrm>
              <a:off x="8505430" y="2568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0" name="pt53790"/>
            <p:cNvSpPr/>
            <p:nvPr/>
          </p:nvSpPr>
          <p:spPr>
            <a:xfrm>
              <a:off x="9452582" y="1775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1" name="pt53791"/>
            <p:cNvSpPr/>
            <p:nvPr/>
          </p:nvSpPr>
          <p:spPr>
            <a:xfrm>
              <a:off x="9128386" y="2080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2" name="pt53792"/>
            <p:cNvSpPr/>
            <p:nvPr/>
          </p:nvSpPr>
          <p:spPr>
            <a:xfrm>
              <a:off x="8805344" y="2386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3" name="pt53793"/>
            <p:cNvSpPr/>
            <p:nvPr/>
          </p:nvSpPr>
          <p:spPr>
            <a:xfrm>
              <a:off x="9103798" y="196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4" name="pt53794"/>
            <p:cNvSpPr/>
            <p:nvPr/>
          </p:nvSpPr>
          <p:spPr>
            <a:xfrm>
              <a:off x="9595084" y="2185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5" name="pt53795"/>
            <p:cNvSpPr/>
            <p:nvPr/>
          </p:nvSpPr>
          <p:spPr>
            <a:xfrm>
              <a:off x="9083077" y="1826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6" name="pt53796"/>
            <p:cNvSpPr/>
            <p:nvPr/>
          </p:nvSpPr>
          <p:spPr>
            <a:xfrm>
              <a:off x="9116975" y="1740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7" name="pt53797"/>
            <p:cNvSpPr/>
            <p:nvPr/>
          </p:nvSpPr>
          <p:spPr>
            <a:xfrm>
              <a:off x="9069361" y="2154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8" name="pt53798"/>
            <p:cNvSpPr/>
            <p:nvPr/>
          </p:nvSpPr>
          <p:spPr>
            <a:xfrm>
              <a:off x="9530304" y="2475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9" name="pt53799"/>
            <p:cNvSpPr/>
            <p:nvPr/>
          </p:nvSpPr>
          <p:spPr>
            <a:xfrm>
              <a:off x="8725827" y="2298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0" name="pt53800"/>
            <p:cNvSpPr/>
            <p:nvPr/>
          </p:nvSpPr>
          <p:spPr>
            <a:xfrm>
              <a:off x="8666631" y="247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1" name="pt53801"/>
            <p:cNvSpPr/>
            <p:nvPr/>
          </p:nvSpPr>
          <p:spPr>
            <a:xfrm>
              <a:off x="9047895" y="1893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2" name="pt53802"/>
            <p:cNvSpPr/>
            <p:nvPr/>
          </p:nvSpPr>
          <p:spPr>
            <a:xfrm>
              <a:off x="9116975" y="1713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3" name="pt53803"/>
            <p:cNvSpPr/>
            <p:nvPr/>
          </p:nvSpPr>
          <p:spPr>
            <a:xfrm>
              <a:off x="8810596" y="2199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4" name="pt53804"/>
            <p:cNvSpPr/>
            <p:nvPr/>
          </p:nvSpPr>
          <p:spPr>
            <a:xfrm>
              <a:off x="9512564" y="2389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5" name="pt53805"/>
            <p:cNvSpPr/>
            <p:nvPr/>
          </p:nvSpPr>
          <p:spPr>
            <a:xfrm>
              <a:off x="9291111" y="1802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6" name="pt53806"/>
            <p:cNvSpPr/>
            <p:nvPr/>
          </p:nvSpPr>
          <p:spPr>
            <a:xfrm>
              <a:off x="9206663" y="2130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7" name="pt53807"/>
            <p:cNvSpPr/>
            <p:nvPr/>
          </p:nvSpPr>
          <p:spPr>
            <a:xfrm>
              <a:off x="8312152" y="2387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8" name="pt53808"/>
            <p:cNvSpPr/>
            <p:nvPr/>
          </p:nvSpPr>
          <p:spPr>
            <a:xfrm>
              <a:off x="9091660" y="1976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9" name="pt53809"/>
            <p:cNvSpPr/>
            <p:nvPr/>
          </p:nvSpPr>
          <p:spPr>
            <a:xfrm>
              <a:off x="8749319" y="2078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0" name="pt53810"/>
            <p:cNvSpPr/>
            <p:nvPr/>
          </p:nvSpPr>
          <p:spPr>
            <a:xfrm>
              <a:off x="8799930" y="2232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1" name="pt53811"/>
            <p:cNvSpPr/>
            <p:nvPr/>
          </p:nvSpPr>
          <p:spPr>
            <a:xfrm>
              <a:off x="8505430" y="2226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2" name="pt53812"/>
            <p:cNvSpPr/>
            <p:nvPr/>
          </p:nvSpPr>
          <p:spPr>
            <a:xfrm>
              <a:off x="9714526" y="1778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3" name="pt53813"/>
            <p:cNvSpPr/>
            <p:nvPr/>
          </p:nvSpPr>
          <p:spPr>
            <a:xfrm>
              <a:off x="9607397" y="2176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4" name="pt53814"/>
            <p:cNvSpPr/>
            <p:nvPr/>
          </p:nvSpPr>
          <p:spPr>
            <a:xfrm>
              <a:off x="9207749" y="2021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5" name="pt53815"/>
            <p:cNvSpPr/>
            <p:nvPr/>
          </p:nvSpPr>
          <p:spPr>
            <a:xfrm>
              <a:off x="9653069" y="2427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6" name="pt53816"/>
            <p:cNvSpPr/>
            <p:nvPr/>
          </p:nvSpPr>
          <p:spPr>
            <a:xfrm>
              <a:off x="8595298" y="2162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7" name="pt53817"/>
            <p:cNvSpPr/>
            <p:nvPr/>
          </p:nvSpPr>
          <p:spPr>
            <a:xfrm>
              <a:off x="9119675" y="2069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8" name="pt53818"/>
            <p:cNvSpPr/>
            <p:nvPr/>
          </p:nvSpPr>
          <p:spPr>
            <a:xfrm>
              <a:off x="8473354" y="2140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9" name="pt53819"/>
            <p:cNvSpPr/>
            <p:nvPr/>
          </p:nvSpPr>
          <p:spPr>
            <a:xfrm>
              <a:off x="9344232" y="213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0" name="pt53820"/>
            <p:cNvSpPr/>
            <p:nvPr/>
          </p:nvSpPr>
          <p:spPr>
            <a:xfrm>
              <a:off x="9028011" y="1580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1" name="pt53821"/>
            <p:cNvSpPr/>
            <p:nvPr/>
          </p:nvSpPr>
          <p:spPr>
            <a:xfrm>
              <a:off x="8312152" y="2121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2" name="pt53822"/>
            <p:cNvSpPr/>
            <p:nvPr/>
          </p:nvSpPr>
          <p:spPr>
            <a:xfrm>
              <a:off x="8954408" y="1731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3" name="pt53823"/>
            <p:cNvSpPr/>
            <p:nvPr/>
          </p:nvSpPr>
          <p:spPr>
            <a:xfrm>
              <a:off x="9254944" y="2092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4" name="pt53824"/>
            <p:cNvSpPr/>
            <p:nvPr/>
          </p:nvSpPr>
          <p:spPr>
            <a:xfrm>
              <a:off x="9094774" y="1878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5" name="pt53825"/>
            <p:cNvSpPr/>
            <p:nvPr/>
          </p:nvSpPr>
          <p:spPr>
            <a:xfrm>
              <a:off x="9464046" y="2136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6" name="pt53826"/>
            <p:cNvSpPr/>
            <p:nvPr/>
          </p:nvSpPr>
          <p:spPr>
            <a:xfrm>
              <a:off x="8935109" y="2131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7" name="pt53827"/>
            <p:cNvSpPr/>
            <p:nvPr/>
          </p:nvSpPr>
          <p:spPr>
            <a:xfrm>
              <a:off x="8993208" y="2084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8" name="pt53828"/>
            <p:cNvSpPr/>
            <p:nvPr/>
          </p:nvSpPr>
          <p:spPr>
            <a:xfrm>
              <a:off x="9028011" y="150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9" name="pt53829"/>
            <p:cNvSpPr/>
            <p:nvPr/>
          </p:nvSpPr>
          <p:spPr>
            <a:xfrm>
              <a:off x="9285982" y="1910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0" name="pt53830"/>
            <p:cNvSpPr/>
            <p:nvPr/>
          </p:nvSpPr>
          <p:spPr>
            <a:xfrm>
              <a:off x="8717243" y="2342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1" name="pt53831"/>
            <p:cNvSpPr/>
            <p:nvPr/>
          </p:nvSpPr>
          <p:spPr>
            <a:xfrm>
              <a:off x="9078622" y="201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2" name="pt53832"/>
            <p:cNvSpPr/>
            <p:nvPr/>
          </p:nvSpPr>
          <p:spPr>
            <a:xfrm>
              <a:off x="9564416" y="2298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3" name="pt53833"/>
            <p:cNvSpPr/>
            <p:nvPr/>
          </p:nvSpPr>
          <p:spPr>
            <a:xfrm>
              <a:off x="8855955" y="2158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4" name="pt53834"/>
            <p:cNvSpPr/>
            <p:nvPr/>
          </p:nvSpPr>
          <p:spPr>
            <a:xfrm>
              <a:off x="8312152" y="2497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5" name="pt53835"/>
            <p:cNvSpPr/>
            <p:nvPr/>
          </p:nvSpPr>
          <p:spPr>
            <a:xfrm>
              <a:off x="8505430" y="2369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6" name="pt53836"/>
            <p:cNvSpPr/>
            <p:nvPr/>
          </p:nvSpPr>
          <p:spPr>
            <a:xfrm>
              <a:off x="8717243" y="2292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7" name="pt53837"/>
            <p:cNvSpPr/>
            <p:nvPr/>
          </p:nvSpPr>
          <p:spPr>
            <a:xfrm>
              <a:off x="9554821" y="2337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8" name="pt53838"/>
            <p:cNvSpPr/>
            <p:nvPr/>
          </p:nvSpPr>
          <p:spPr>
            <a:xfrm>
              <a:off x="9083077" y="1720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9" name="pt53839"/>
            <p:cNvSpPr/>
            <p:nvPr/>
          </p:nvSpPr>
          <p:spPr>
            <a:xfrm>
              <a:off x="9408964" y="2231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0" name="pt53840"/>
            <p:cNvSpPr/>
            <p:nvPr/>
          </p:nvSpPr>
          <p:spPr>
            <a:xfrm>
              <a:off x="9444456" y="1914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1" name="pt53841"/>
            <p:cNvSpPr/>
            <p:nvPr/>
          </p:nvSpPr>
          <p:spPr>
            <a:xfrm>
              <a:off x="9018749" y="2000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2" name="pt53842"/>
            <p:cNvSpPr/>
            <p:nvPr/>
          </p:nvSpPr>
          <p:spPr>
            <a:xfrm>
              <a:off x="8434097" y="2277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3" name="pt53843"/>
            <p:cNvSpPr/>
            <p:nvPr/>
          </p:nvSpPr>
          <p:spPr>
            <a:xfrm>
              <a:off x="9053186" y="1734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4" name="pt53844"/>
            <p:cNvSpPr/>
            <p:nvPr/>
          </p:nvSpPr>
          <p:spPr>
            <a:xfrm>
              <a:off x="9289758" y="1654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5" name="pt53845"/>
            <p:cNvSpPr/>
            <p:nvPr/>
          </p:nvSpPr>
          <p:spPr>
            <a:xfrm>
              <a:off x="8312152" y="2587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6" name="pt53846"/>
            <p:cNvSpPr/>
            <p:nvPr/>
          </p:nvSpPr>
          <p:spPr>
            <a:xfrm>
              <a:off x="9350114" y="2207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7" name="pt53847"/>
            <p:cNvSpPr/>
            <p:nvPr/>
          </p:nvSpPr>
          <p:spPr>
            <a:xfrm>
              <a:off x="8434097" y="2388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8" name="pt53848"/>
            <p:cNvSpPr/>
            <p:nvPr/>
          </p:nvSpPr>
          <p:spPr>
            <a:xfrm>
              <a:off x="8677986" y="2269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9" name="pt53849"/>
            <p:cNvSpPr/>
            <p:nvPr/>
          </p:nvSpPr>
          <p:spPr>
            <a:xfrm>
              <a:off x="9489373" y="2615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0" name="pt53850"/>
            <p:cNvSpPr/>
            <p:nvPr/>
          </p:nvSpPr>
          <p:spPr>
            <a:xfrm>
              <a:off x="8956678" y="1866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1" name="pt53851"/>
            <p:cNvSpPr/>
            <p:nvPr/>
          </p:nvSpPr>
          <p:spPr>
            <a:xfrm>
              <a:off x="8312152" y="2532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2" name="pt53852"/>
            <p:cNvSpPr/>
            <p:nvPr/>
          </p:nvSpPr>
          <p:spPr>
            <a:xfrm>
              <a:off x="8859909" y="1913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3" name="pt53853"/>
            <p:cNvSpPr/>
            <p:nvPr/>
          </p:nvSpPr>
          <p:spPr>
            <a:xfrm>
              <a:off x="9384781" y="2110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4" name="pt53854"/>
            <p:cNvSpPr/>
            <p:nvPr/>
          </p:nvSpPr>
          <p:spPr>
            <a:xfrm>
              <a:off x="9291111" y="2005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5" name="pt53855"/>
            <p:cNvSpPr/>
            <p:nvPr/>
          </p:nvSpPr>
          <p:spPr>
            <a:xfrm>
              <a:off x="9452582" y="2073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6" name="pt53856"/>
            <p:cNvSpPr/>
            <p:nvPr/>
          </p:nvSpPr>
          <p:spPr>
            <a:xfrm>
              <a:off x="8977900" y="2359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7" name="pt53857"/>
            <p:cNvSpPr/>
            <p:nvPr/>
          </p:nvSpPr>
          <p:spPr>
            <a:xfrm>
              <a:off x="8576763" y="2446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8" name="pt53858"/>
            <p:cNvSpPr/>
            <p:nvPr/>
          </p:nvSpPr>
          <p:spPr>
            <a:xfrm>
              <a:off x="9217744" y="2122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9" name="pt53859"/>
            <p:cNvSpPr/>
            <p:nvPr/>
          </p:nvSpPr>
          <p:spPr>
            <a:xfrm>
              <a:off x="9811851" y="2598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0" name="pt53860"/>
            <p:cNvSpPr/>
            <p:nvPr/>
          </p:nvSpPr>
          <p:spPr>
            <a:xfrm>
              <a:off x="8654494" y="2473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1" name="pt53861"/>
            <p:cNvSpPr/>
            <p:nvPr/>
          </p:nvSpPr>
          <p:spPr>
            <a:xfrm>
              <a:off x="8871263" y="2055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2" name="pt53862"/>
            <p:cNvSpPr/>
            <p:nvPr/>
          </p:nvSpPr>
          <p:spPr>
            <a:xfrm>
              <a:off x="9214649" y="2038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3" name="pt53863"/>
            <p:cNvSpPr/>
            <p:nvPr/>
          </p:nvSpPr>
          <p:spPr>
            <a:xfrm>
              <a:off x="8434097" y="230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4" name="pt53864"/>
            <p:cNvSpPr/>
            <p:nvPr/>
          </p:nvSpPr>
          <p:spPr>
            <a:xfrm>
              <a:off x="9106706" y="2130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5" name="pt53865"/>
            <p:cNvSpPr/>
            <p:nvPr/>
          </p:nvSpPr>
          <p:spPr>
            <a:xfrm>
              <a:off x="9143835" y="2047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6" name="pt53866"/>
            <p:cNvSpPr/>
            <p:nvPr/>
          </p:nvSpPr>
          <p:spPr>
            <a:xfrm>
              <a:off x="8627374" y="2290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7" name="pt53867"/>
            <p:cNvSpPr/>
            <p:nvPr/>
          </p:nvSpPr>
          <p:spPr>
            <a:xfrm>
              <a:off x="8839187" y="2235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8" name="pt53868"/>
            <p:cNvSpPr/>
            <p:nvPr/>
          </p:nvSpPr>
          <p:spPr>
            <a:xfrm>
              <a:off x="8595298" y="2144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9" name="pt53869"/>
            <p:cNvSpPr/>
            <p:nvPr/>
          </p:nvSpPr>
          <p:spPr>
            <a:xfrm>
              <a:off x="9047895" y="1864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0" name="pt53870"/>
            <p:cNvSpPr/>
            <p:nvPr/>
          </p:nvSpPr>
          <p:spPr>
            <a:xfrm>
              <a:off x="8888696" y="2222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1" name="pt53871"/>
            <p:cNvSpPr/>
            <p:nvPr/>
          </p:nvSpPr>
          <p:spPr>
            <a:xfrm>
              <a:off x="8921875" y="2209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2" name="pt53872"/>
            <p:cNvSpPr/>
            <p:nvPr/>
          </p:nvSpPr>
          <p:spPr>
            <a:xfrm>
              <a:off x="9237554" y="1881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3" name="pt53873"/>
            <p:cNvSpPr/>
            <p:nvPr/>
          </p:nvSpPr>
          <p:spPr>
            <a:xfrm>
              <a:off x="8312152" y="2598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4" name="pt53874"/>
            <p:cNvSpPr/>
            <p:nvPr/>
          </p:nvSpPr>
          <p:spPr>
            <a:xfrm>
              <a:off x="8956678" y="1869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5" name="pt53875"/>
            <p:cNvSpPr/>
            <p:nvPr/>
          </p:nvSpPr>
          <p:spPr>
            <a:xfrm>
              <a:off x="8576763" y="2233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6" name="pt53876"/>
            <p:cNvSpPr/>
            <p:nvPr/>
          </p:nvSpPr>
          <p:spPr>
            <a:xfrm>
              <a:off x="8612066" y="2377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7" name="pt53877"/>
            <p:cNvSpPr/>
            <p:nvPr/>
          </p:nvSpPr>
          <p:spPr>
            <a:xfrm>
              <a:off x="8987622" y="2207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8" name="pt53878"/>
            <p:cNvSpPr/>
            <p:nvPr/>
          </p:nvSpPr>
          <p:spPr>
            <a:xfrm>
              <a:off x="9024978" y="1860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9" name="pt53879"/>
            <p:cNvSpPr/>
            <p:nvPr/>
          </p:nvSpPr>
          <p:spPr>
            <a:xfrm>
              <a:off x="8532549" y="2377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0" name="pt53880"/>
            <p:cNvSpPr/>
            <p:nvPr/>
          </p:nvSpPr>
          <p:spPr>
            <a:xfrm>
              <a:off x="9020327" y="1812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1" name="pt53881"/>
            <p:cNvSpPr/>
            <p:nvPr/>
          </p:nvSpPr>
          <p:spPr>
            <a:xfrm>
              <a:off x="9045188" y="1900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2" name="pt53882"/>
            <p:cNvSpPr/>
            <p:nvPr/>
          </p:nvSpPr>
          <p:spPr>
            <a:xfrm>
              <a:off x="8863776" y="2026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3" name="pt53883"/>
            <p:cNvSpPr/>
            <p:nvPr/>
          </p:nvSpPr>
          <p:spPr>
            <a:xfrm>
              <a:off x="9414733" y="2144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4" name="pt53884"/>
            <p:cNvSpPr/>
            <p:nvPr/>
          </p:nvSpPr>
          <p:spPr>
            <a:xfrm>
              <a:off x="9094774" y="1900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5" name="pt53885"/>
            <p:cNvSpPr/>
            <p:nvPr/>
          </p:nvSpPr>
          <p:spPr>
            <a:xfrm>
              <a:off x="8979888" y="2316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6" name="pt53886"/>
            <p:cNvSpPr/>
            <p:nvPr/>
          </p:nvSpPr>
          <p:spPr>
            <a:xfrm>
              <a:off x="9124084" y="2100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7" name="pt53887"/>
            <p:cNvSpPr/>
            <p:nvPr/>
          </p:nvSpPr>
          <p:spPr>
            <a:xfrm>
              <a:off x="8654494" y="2498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8" name="pt53888"/>
            <p:cNvSpPr/>
            <p:nvPr/>
          </p:nvSpPr>
          <p:spPr>
            <a:xfrm>
              <a:off x="8810596" y="2263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9" name="pt53889"/>
            <p:cNvSpPr/>
            <p:nvPr/>
          </p:nvSpPr>
          <p:spPr>
            <a:xfrm>
              <a:off x="8945023" y="1782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0" name="pt53890"/>
            <p:cNvSpPr/>
            <p:nvPr/>
          </p:nvSpPr>
          <p:spPr>
            <a:xfrm>
              <a:off x="9109567" y="2063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1" name="pt53891"/>
            <p:cNvSpPr/>
            <p:nvPr/>
          </p:nvSpPr>
          <p:spPr>
            <a:xfrm>
              <a:off x="8677986" y="2326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2" name="pt53892"/>
            <p:cNvSpPr/>
            <p:nvPr/>
          </p:nvSpPr>
          <p:spPr>
            <a:xfrm>
              <a:off x="9349631" y="2196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3" name="pt53893"/>
            <p:cNvSpPr/>
            <p:nvPr/>
          </p:nvSpPr>
          <p:spPr>
            <a:xfrm>
              <a:off x="9310856" y="2011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4" name="pt53894"/>
            <p:cNvSpPr/>
            <p:nvPr/>
          </p:nvSpPr>
          <p:spPr>
            <a:xfrm>
              <a:off x="9135874" y="2062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5" name="pt53895"/>
            <p:cNvSpPr/>
            <p:nvPr/>
          </p:nvSpPr>
          <p:spPr>
            <a:xfrm>
              <a:off x="8770040" y="2060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6" name="pt53896"/>
            <p:cNvSpPr/>
            <p:nvPr/>
          </p:nvSpPr>
          <p:spPr>
            <a:xfrm>
              <a:off x="9431288" y="1831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7" name="pt53897"/>
            <p:cNvSpPr/>
            <p:nvPr/>
          </p:nvSpPr>
          <p:spPr>
            <a:xfrm>
              <a:off x="8627374" y="2323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8" name="pt53898"/>
            <p:cNvSpPr/>
            <p:nvPr/>
          </p:nvSpPr>
          <p:spPr>
            <a:xfrm>
              <a:off x="8677986" y="2269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9" name="pt53899"/>
            <p:cNvSpPr/>
            <p:nvPr/>
          </p:nvSpPr>
          <p:spPr>
            <a:xfrm>
              <a:off x="8859909" y="1969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0" name="pt53900"/>
            <p:cNvSpPr/>
            <p:nvPr/>
          </p:nvSpPr>
          <p:spPr>
            <a:xfrm>
              <a:off x="8312152" y="2122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1" name="pt53901"/>
            <p:cNvSpPr/>
            <p:nvPr/>
          </p:nvSpPr>
          <p:spPr>
            <a:xfrm>
              <a:off x="8810596" y="2106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2" name="pt53902"/>
            <p:cNvSpPr/>
            <p:nvPr/>
          </p:nvSpPr>
          <p:spPr>
            <a:xfrm>
              <a:off x="8901496" y="1753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3" name="pt53903"/>
            <p:cNvSpPr/>
            <p:nvPr/>
          </p:nvSpPr>
          <p:spPr>
            <a:xfrm>
              <a:off x="9767243" y="2514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4" name="pt53904"/>
            <p:cNvSpPr/>
            <p:nvPr/>
          </p:nvSpPr>
          <p:spPr>
            <a:xfrm>
              <a:off x="9097834" y="2027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5" name="pt53905"/>
            <p:cNvSpPr/>
            <p:nvPr/>
          </p:nvSpPr>
          <p:spPr>
            <a:xfrm>
              <a:off x="8312152" y="2357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6" name="pt53906"/>
            <p:cNvSpPr/>
            <p:nvPr/>
          </p:nvSpPr>
          <p:spPr>
            <a:xfrm>
              <a:off x="9767198" y="2219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7" name="pt53907"/>
            <p:cNvSpPr/>
            <p:nvPr/>
          </p:nvSpPr>
          <p:spPr>
            <a:xfrm>
              <a:off x="8473354" y="2228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8" name="pt53908"/>
            <p:cNvSpPr/>
            <p:nvPr/>
          </p:nvSpPr>
          <p:spPr>
            <a:xfrm>
              <a:off x="8312152" y="2466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9" name="pt53909"/>
            <p:cNvSpPr/>
            <p:nvPr/>
          </p:nvSpPr>
          <p:spPr>
            <a:xfrm>
              <a:off x="8677986" y="2194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0" name="pt53910"/>
            <p:cNvSpPr/>
            <p:nvPr/>
          </p:nvSpPr>
          <p:spPr>
            <a:xfrm>
              <a:off x="9090610" y="1788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1" name="pt53911"/>
            <p:cNvSpPr/>
            <p:nvPr/>
          </p:nvSpPr>
          <p:spPr>
            <a:xfrm>
              <a:off x="8904556" y="2021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2" name="pt53912"/>
            <p:cNvSpPr/>
            <p:nvPr/>
          </p:nvSpPr>
          <p:spPr>
            <a:xfrm>
              <a:off x="9051878" y="1852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3" name="pt53913"/>
            <p:cNvSpPr/>
            <p:nvPr/>
          </p:nvSpPr>
          <p:spPr>
            <a:xfrm>
              <a:off x="8677986" y="2336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4" name="pt53914"/>
            <p:cNvSpPr/>
            <p:nvPr/>
          </p:nvSpPr>
          <p:spPr>
            <a:xfrm>
              <a:off x="8576763" y="2411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5" name="pt53915"/>
            <p:cNvSpPr/>
            <p:nvPr/>
          </p:nvSpPr>
          <p:spPr>
            <a:xfrm>
              <a:off x="9109567" y="1744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6" name="pt53916"/>
            <p:cNvSpPr/>
            <p:nvPr/>
          </p:nvSpPr>
          <p:spPr>
            <a:xfrm>
              <a:off x="9162993" y="2273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7" name="pt53917"/>
            <p:cNvSpPr/>
            <p:nvPr/>
          </p:nvSpPr>
          <p:spPr>
            <a:xfrm>
              <a:off x="9124084" y="2118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8" name="pt53918"/>
            <p:cNvSpPr/>
            <p:nvPr/>
          </p:nvSpPr>
          <p:spPr>
            <a:xfrm>
              <a:off x="9146922" y="2065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9" name="pt53919"/>
            <p:cNvSpPr/>
            <p:nvPr/>
          </p:nvSpPr>
          <p:spPr>
            <a:xfrm>
              <a:off x="8505430" y="2356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0" name="pt53920"/>
            <p:cNvSpPr/>
            <p:nvPr/>
          </p:nvSpPr>
          <p:spPr>
            <a:xfrm>
              <a:off x="9285982" y="1799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1" name="pt53921"/>
            <p:cNvSpPr/>
            <p:nvPr/>
          </p:nvSpPr>
          <p:spPr>
            <a:xfrm>
              <a:off x="8641456" y="1999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2" name="pt53922"/>
            <p:cNvSpPr/>
            <p:nvPr/>
          </p:nvSpPr>
          <p:spPr>
            <a:xfrm>
              <a:off x="8383485" y="2362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3" name="pt53923"/>
            <p:cNvSpPr/>
            <p:nvPr/>
          </p:nvSpPr>
          <p:spPr>
            <a:xfrm>
              <a:off x="8874891" y="222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4" name="pt53924"/>
            <p:cNvSpPr/>
            <p:nvPr/>
          </p:nvSpPr>
          <p:spPr>
            <a:xfrm>
              <a:off x="9018749" y="2001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5" name="pt53925"/>
            <p:cNvSpPr/>
            <p:nvPr/>
          </p:nvSpPr>
          <p:spPr>
            <a:xfrm>
              <a:off x="8794345" y="2116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6" name="pt53926"/>
            <p:cNvSpPr/>
            <p:nvPr/>
          </p:nvSpPr>
          <p:spPr>
            <a:xfrm>
              <a:off x="8954408" y="1864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7" name="pt53927"/>
            <p:cNvSpPr/>
            <p:nvPr/>
          </p:nvSpPr>
          <p:spPr>
            <a:xfrm>
              <a:off x="8904556" y="2018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8" name="pt53928"/>
            <p:cNvSpPr/>
            <p:nvPr/>
          </p:nvSpPr>
          <p:spPr>
            <a:xfrm>
              <a:off x="8825472" y="20192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9" name="pt53929"/>
            <p:cNvSpPr/>
            <p:nvPr/>
          </p:nvSpPr>
          <p:spPr>
            <a:xfrm>
              <a:off x="9007289" y="1801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0" name="pt53930"/>
            <p:cNvSpPr/>
            <p:nvPr/>
          </p:nvSpPr>
          <p:spPr>
            <a:xfrm>
              <a:off x="8595298" y="2297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1" name="pt53931"/>
            <p:cNvSpPr/>
            <p:nvPr/>
          </p:nvSpPr>
          <p:spPr>
            <a:xfrm>
              <a:off x="8717243" y="2283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2" name="pt53932"/>
            <p:cNvSpPr/>
            <p:nvPr/>
          </p:nvSpPr>
          <p:spPr>
            <a:xfrm>
              <a:off x="8556041" y="2272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3" name="pt53933"/>
            <p:cNvSpPr/>
            <p:nvPr/>
          </p:nvSpPr>
          <p:spPr>
            <a:xfrm>
              <a:off x="8874891" y="2142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4" name="pt53934"/>
            <p:cNvSpPr/>
            <p:nvPr/>
          </p:nvSpPr>
          <p:spPr>
            <a:xfrm>
              <a:off x="9003873" y="2060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5" name="pt53935"/>
            <p:cNvSpPr/>
            <p:nvPr/>
          </p:nvSpPr>
          <p:spPr>
            <a:xfrm>
              <a:off x="9461505" y="2034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6" name="pt53936"/>
            <p:cNvSpPr/>
            <p:nvPr/>
          </p:nvSpPr>
          <p:spPr>
            <a:xfrm>
              <a:off x="9432499" y="1877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7" name="pt53937"/>
            <p:cNvSpPr/>
            <p:nvPr/>
          </p:nvSpPr>
          <p:spPr>
            <a:xfrm>
              <a:off x="8770040" y="2031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8" name="pt53938"/>
            <p:cNvSpPr/>
            <p:nvPr/>
          </p:nvSpPr>
          <p:spPr>
            <a:xfrm>
              <a:off x="8937640" y="1828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9" name="pt53939"/>
            <p:cNvSpPr/>
            <p:nvPr/>
          </p:nvSpPr>
          <p:spPr>
            <a:xfrm>
              <a:off x="8473354" y="236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0" name="pt53940"/>
            <p:cNvSpPr/>
            <p:nvPr/>
          </p:nvSpPr>
          <p:spPr>
            <a:xfrm>
              <a:off x="8734011" y="224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1" name="pt53941"/>
            <p:cNvSpPr/>
            <p:nvPr/>
          </p:nvSpPr>
          <p:spPr>
            <a:xfrm>
              <a:off x="9109567" y="1722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2" name="pt53942"/>
            <p:cNvSpPr/>
            <p:nvPr/>
          </p:nvSpPr>
          <p:spPr>
            <a:xfrm>
              <a:off x="8473354" y="2367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3" name="pt53943"/>
            <p:cNvSpPr/>
            <p:nvPr/>
          </p:nvSpPr>
          <p:spPr>
            <a:xfrm>
              <a:off x="8556041" y="2339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4" name="pt53944"/>
            <p:cNvSpPr/>
            <p:nvPr/>
          </p:nvSpPr>
          <p:spPr>
            <a:xfrm>
              <a:off x="8505430" y="2357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5" name="pt53945"/>
            <p:cNvSpPr/>
            <p:nvPr/>
          </p:nvSpPr>
          <p:spPr>
            <a:xfrm>
              <a:off x="9018749" y="2028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6" name="pt53946"/>
            <p:cNvSpPr/>
            <p:nvPr/>
          </p:nvSpPr>
          <p:spPr>
            <a:xfrm>
              <a:off x="8825472" y="2054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7" name="pt53947"/>
            <p:cNvSpPr/>
            <p:nvPr/>
          </p:nvSpPr>
          <p:spPr>
            <a:xfrm>
              <a:off x="9811851" y="2627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8" name="pt53948"/>
            <p:cNvSpPr/>
            <p:nvPr/>
          </p:nvSpPr>
          <p:spPr>
            <a:xfrm>
              <a:off x="8825472" y="1925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9" name="pt53949"/>
            <p:cNvSpPr/>
            <p:nvPr/>
          </p:nvSpPr>
          <p:spPr>
            <a:xfrm>
              <a:off x="9024978" y="1914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0" name="pt53950"/>
            <p:cNvSpPr/>
            <p:nvPr/>
          </p:nvSpPr>
          <p:spPr>
            <a:xfrm>
              <a:off x="9595084" y="2374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1" name="pt53951"/>
            <p:cNvSpPr/>
            <p:nvPr/>
          </p:nvSpPr>
          <p:spPr>
            <a:xfrm>
              <a:off x="9018749" y="1957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2" name="pt53952"/>
            <p:cNvSpPr/>
            <p:nvPr/>
          </p:nvSpPr>
          <p:spPr>
            <a:xfrm>
              <a:off x="8654494" y="2475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3" name="pt53953"/>
            <p:cNvSpPr/>
            <p:nvPr/>
          </p:nvSpPr>
          <p:spPr>
            <a:xfrm>
              <a:off x="8688651" y="2397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4" name="pt53954"/>
            <p:cNvSpPr/>
            <p:nvPr/>
          </p:nvSpPr>
          <p:spPr>
            <a:xfrm>
              <a:off x="8847771" y="2025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5" name="pt53955"/>
            <p:cNvSpPr/>
            <p:nvPr/>
          </p:nvSpPr>
          <p:spPr>
            <a:xfrm>
              <a:off x="8556041" y="2511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6" name="pt53956"/>
            <p:cNvSpPr/>
            <p:nvPr/>
          </p:nvSpPr>
          <p:spPr>
            <a:xfrm>
              <a:off x="9221288" y="1806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7" name="pt53957"/>
            <p:cNvSpPr/>
            <p:nvPr/>
          </p:nvSpPr>
          <p:spPr>
            <a:xfrm>
              <a:off x="9240724" y="1942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8" name="pt53958"/>
            <p:cNvSpPr/>
            <p:nvPr/>
          </p:nvSpPr>
          <p:spPr>
            <a:xfrm>
              <a:off x="8965476" y="2062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9" name="pt53959"/>
            <p:cNvSpPr/>
            <p:nvPr/>
          </p:nvSpPr>
          <p:spPr>
            <a:xfrm>
              <a:off x="9109567" y="1943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0" name="pt53960"/>
            <p:cNvSpPr/>
            <p:nvPr/>
          </p:nvSpPr>
          <p:spPr>
            <a:xfrm>
              <a:off x="8763400" y="2081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1" name="pt53961"/>
            <p:cNvSpPr/>
            <p:nvPr/>
          </p:nvSpPr>
          <p:spPr>
            <a:xfrm>
              <a:off x="9530995" y="2408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2" name="pt53962"/>
            <p:cNvSpPr/>
            <p:nvPr/>
          </p:nvSpPr>
          <p:spPr>
            <a:xfrm>
              <a:off x="8810596" y="2205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3" name="pt53963"/>
            <p:cNvSpPr/>
            <p:nvPr/>
          </p:nvSpPr>
          <p:spPr>
            <a:xfrm>
              <a:off x="9070546" y="2170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4" name="pt53964"/>
            <p:cNvSpPr/>
            <p:nvPr/>
          </p:nvSpPr>
          <p:spPr>
            <a:xfrm>
              <a:off x="9332911" y="2116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5" name="pt53965"/>
            <p:cNvSpPr/>
            <p:nvPr/>
          </p:nvSpPr>
          <p:spPr>
            <a:xfrm>
              <a:off x="9879673" y="2442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6" name="pt53966"/>
            <p:cNvSpPr/>
            <p:nvPr/>
          </p:nvSpPr>
          <p:spPr>
            <a:xfrm>
              <a:off x="8576763" y="2468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7" name="pt53967"/>
            <p:cNvSpPr/>
            <p:nvPr/>
          </p:nvSpPr>
          <p:spPr>
            <a:xfrm>
              <a:off x="9511026" y="2389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8" name="pt53968"/>
            <p:cNvSpPr/>
            <p:nvPr/>
          </p:nvSpPr>
          <p:spPr>
            <a:xfrm>
              <a:off x="8956678" y="1883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9" name="pt53969"/>
            <p:cNvSpPr/>
            <p:nvPr/>
          </p:nvSpPr>
          <p:spPr>
            <a:xfrm>
              <a:off x="8641456" y="2142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0" name="pt53970"/>
            <p:cNvSpPr/>
            <p:nvPr/>
          </p:nvSpPr>
          <p:spPr>
            <a:xfrm>
              <a:off x="9797577" y="2600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1" name="pt53971"/>
            <p:cNvSpPr/>
            <p:nvPr/>
          </p:nvSpPr>
          <p:spPr>
            <a:xfrm>
              <a:off x="8595298" y="2174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2" name="pt53972"/>
            <p:cNvSpPr/>
            <p:nvPr/>
          </p:nvSpPr>
          <p:spPr>
            <a:xfrm>
              <a:off x="8977900" y="2280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3" name="pt53973"/>
            <p:cNvSpPr/>
            <p:nvPr/>
          </p:nvSpPr>
          <p:spPr>
            <a:xfrm>
              <a:off x="8874891" y="1991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4" name="pt53974"/>
            <p:cNvSpPr/>
            <p:nvPr/>
          </p:nvSpPr>
          <p:spPr>
            <a:xfrm>
              <a:off x="9162993" y="2019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5" name="pt53975"/>
            <p:cNvSpPr/>
            <p:nvPr/>
          </p:nvSpPr>
          <p:spPr>
            <a:xfrm>
              <a:off x="9299019" y="1821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6" name="pt53976"/>
            <p:cNvSpPr/>
            <p:nvPr/>
          </p:nvSpPr>
          <p:spPr>
            <a:xfrm>
              <a:off x="9117880" y="2177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7" name="pt53977"/>
            <p:cNvSpPr/>
            <p:nvPr/>
          </p:nvSpPr>
          <p:spPr>
            <a:xfrm>
              <a:off x="9155869" y="2102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8" name="pt53978"/>
            <p:cNvSpPr/>
            <p:nvPr/>
          </p:nvSpPr>
          <p:spPr>
            <a:xfrm>
              <a:off x="8627374" y="2258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9" name="pt53979"/>
            <p:cNvSpPr/>
            <p:nvPr/>
          </p:nvSpPr>
          <p:spPr>
            <a:xfrm>
              <a:off x="9062080" y="1751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0" name="pt53980"/>
            <p:cNvSpPr/>
            <p:nvPr/>
          </p:nvSpPr>
          <p:spPr>
            <a:xfrm>
              <a:off x="8996835" y="1973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1" name="pt53981"/>
            <p:cNvSpPr/>
            <p:nvPr/>
          </p:nvSpPr>
          <p:spPr>
            <a:xfrm>
              <a:off x="8556041" y="245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2" name="pt53982"/>
            <p:cNvSpPr/>
            <p:nvPr/>
          </p:nvSpPr>
          <p:spPr>
            <a:xfrm>
              <a:off x="8843532" y="2121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3" name="pt53983"/>
            <p:cNvSpPr/>
            <p:nvPr/>
          </p:nvSpPr>
          <p:spPr>
            <a:xfrm>
              <a:off x="9285286" y="1698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4" name="pt53984"/>
            <p:cNvSpPr/>
            <p:nvPr/>
          </p:nvSpPr>
          <p:spPr>
            <a:xfrm>
              <a:off x="8971798" y="2114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5" name="pt53985"/>
            <p:cNvSpPr/>
            <p:nvPr/>
          </p:nvSpPr>
          <p:spPr>
            <a:xfrm>
              <a:off x="9175781" y="2067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6" name="pt53986"/>
            <p:cNvSpPr/>
            <p:nvPr/>
          </p:nvSpPr>
          <p:spPr>
            <a:xfrm>
              <a:off x="8473354" y="2217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7" name="pt53987"/>
            <p:cNvSpPr/>
            <p:nvPr/>
          </p:nvSpPr>
          <p:spPr>
            <a:xfrm>
              <a:off x="8434097" y="2411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8" name="pt53988"/>
            <p:cNvSpPr/>
            <p:nvPr/>
          </p:nvSpPr>
          <p:spPr>
            <a:xfrm>
              <a:off x="9095800" y="2014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9" name="pt53989"/>
            <p:cNvSpPr/>
            <p:nvPr/>
          </p:nvSpPr>
          <p:spPr>
            <a:xfrm>
              <a:off x="8904556" y="1918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0" name="pt53990"/>
            <p:cNvSpPr/>
            <p:nvPr/>
          </p:nvSpPr>
          <p:spPr>
            <a:xfrm>
              <a:off x="8810596" y="2063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1" name="pt53991"/>
            <p:cNvSpPr/>
            <p:nvPr/>
          </p:nvSpPr>
          <p:spPr>
            <a:xfrm>
              <a:off x="8473354" y="2257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2" name="pt53992"/>
            <p:cNvSpPr/>
            <p:nvPr/>
          </p:nvSpPr>
          <p:spPr>
            <a:xfrm>
              <a:off x="9714526" y="1790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3" name="pt53993"/>
            <p:cNvSpPr/>
            <p:nvPr/>
          </p:nvSpPr>
          <p:spPr>
            <a:xfrm>
              <a:off x="9345474" y="1991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4" name="pt53994"/>
            <p:cNvSpPr/>
            <p:nvPr/>
          </p:nvSpPr>
          <p:spPr>
            <a:xfrm>
              <a:off x="8891985" y="2210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5" name="pt53995"/>
            <p:cNvSpPr/>
            <p:nvPr/>
          </p:nvSpPr>
          <p:spPr>
            <a:xfrm>
              <a:off x="9188912" y="1750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6" name="pt53996"/>
            <p:cNvSpPr/>
            <p:nvPr/>
          </p:nvSpPr>
          <p:spPr>
            <a:xfrm>
              <a:off x="8641456" y="2028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7" name="pt53997"/>
            <p:cNvSpPr/>
            <p:nvPr/>
          </p:nvSpPr>
          <p:spPr>
            <a:xfrm>
              <a:off x="9253280" y="2210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8" name="pt53998"/>
            <p:cNvSpPr/>
            <p:nvPr/>
          </p:nvSpPr>
          <p:spPr>
            <a:xfrm>
              <a:off x="8505430" y="2627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9" name="pt53999"/>
            <p:cNvSpPr/>
            <p:nvPr/>
          </p:nvSpPr>
          <p:spPr>
            <a:xfrm>
              <a:off x="8312152" y="2296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0" name="pt54000"/>
            <p:cNvSpPr/>
            <p:nvPr/>
          </p:nvSpPr>
          <p:spPr>
            <a:xfrm>
              <a:off x="9065758" y="1930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1" name="pt54001"/>
            <p:cNvSpPr/>
            <p:nvPr/>
          </p:nvSpPr>
          <p:spPr>
            <a:xfrm>
              <a:off x="9344232" y="2175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2" name="pt54002"/>
            <p:cNvSpPr/>
            <p:nvPr/>
          </p:nvSpPr>
          <p:spPr>
            <a:xfrm>
              <a:off x="8312152" y="2174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3" name="pt54003"/>
            <p:cNvSpPr/>
            <p:nvPr/>
          </p:nvSpPr>
          <p:spPr>
            <a:xfrm>
              <a:off x="8505430" y="2472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4" name="pt54004"/>
            <p:cNvSpPr/>
            <p:nvPr/>
          </p:nvSpPr>
          <p:spPr>
            <a:xfrm>
              <a:off x="8921875" y="2148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5" name="pt54005"/>
            <p:cNvSpPr/>
            <p:nvPr/>
          </p:nvSpPr>
          <p:spPr>
            <a:xfrm>
              <a:off x="8666631" y="2293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6" name="pt54006"/>
            <p:cNvSpPr/>
            <p:nvPr/>
          </p:nvSpPr>
          <p:spPr>
            <a:xfrm>
              <a:off x="9279262" y="2130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7" name="pt54007"/>
            <p:cNvSpPr/>
            <p:nvPr/>
          </p:nvSpPr>
          <p:spPr>
            <a:xfrm>
              <a:off x="9310856" y="2052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8" name="pt54008"/>
            <p:cNvSpPr/>
            <p:nvPr/>
          </p:nvSpPr>
          <p:spPr>
            <a:xfrm>
              <a:off x="8847771" y="2173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9" name="pt54009"/>
            <p:cNvSpPr/>
            <p:nvPr/>
          </p:nvSpPr>
          <p:spPr>
            <a:xfrm>
              <a:off x="9340963" y="2277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0" name="pt54010"/>
            <p:cNvSpPr/>
            <p:nvPr/>
          </p:nvSpPr>
          <p:spPr>
            <a:xfrm>
              <a:off x="8895213" y="2200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1" name="pt54011"/>
            <p:cNvSpPr/>
            <p:nvPr/>
          </p:nvSpPr>
          <p:spPr>
            <a:xfrm>
              <a:off x="9201130" y="1944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2" name="pt54012"/>
            <p:cNvSpPr/>
            <p:nvPr/>
          </p:nvSpPr>
          <p:spPr>
            <a:xfrm>
              <a:off x="8776438" y="2047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3" name="pt54013"/>
            <p:cNvSpPr/>
            <p:nvPr/>
          </p:nvSpPr>
          <p:spPr>
            <a:xfrm>
              <a:off x="8981853" y="2220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4" name="pt54014"/>
            <p:cNvSpPr/>
            <p:nvPr/>
          </p:nvSpPr>
          <p:spPr>
            <a:xfrm>
              <a:off x="9435194" y="2039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5" name="pt54015"/>
            <p:cNvSpPr/>
            <p:nvPr/>
          </p:nvSpPr>
          <p:spPr>
            <a:xfrm>
              <a:off x="9201130" y="1969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6" name="pt54016"/>
            <p:cNvSpPr/>
            <p:nvPr/>
          </p:nvSpPr>
          <p:spPr>
            <a:xfrm>
              <a:off x="8627374" y="2160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7" name="pt54017"/>
            <p:cNvSpPr/>
            <p:nvPr/>
          </p:nvSpPr>
          <p:spPr>
            <a:xfrm>
              <a:off x="8989504" y="2240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8" name="pt54018"/>
            <p:cNvSpPr/>
            <p:nvPr/>
          </p:nvSpPr>
          <p:spPr>
            <a:xfrm>
              <a:off x="9219272" y="1850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9" name="pt54019"/>
            <p:cNvSpPr/>
            <p:nvPr/>
          </p:nvSpPr>
          <p:spPr>
            <a:xfrm>
              <a:off x="9068168" y="2362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0" name="pt54020"/>
            <p:cNvSpPr/>
            <p:nvPr/>
          </p:nvSpPr>
          <p:spPr>
            <a:xfrm>
              <a:off x="9107665" y="1905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1" name="pt54021"/>
            <p:cNvSpPr/>
            <p:nvPr/>
          </p:nvSpPr>
          <p:spPr>
            <a:xfrm>
              <a:off x="9055774" y="1874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2" name="pt54022"/>
            <p:cNvSpPr/>
            <p:nvPr/>
          </p:nvSpPr>
          <p:spPr>
            <a:xfrm>
              <a:off x="8434097" y="2542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3" name="pt54023"/>
            <p:cNvSpPr/>
            <p:nvPr/>
          </p:nvSpPr>
          <p:spPr>
            <a:xfrm>
              <a:off x="8666631" y="2551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4" name="pt54024"/>
            <p:cNvSpPr/>
            <p:nvPr/>
          </p:nvSpPr>
          <p:spPr>
            <a:xfrm>
              <a:off x="8763400" y="2195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5" name="pt54025"/>
            <p:cNvSpPr/>
            <p:nvPr/>
          </p:nvSpPr>
          <p:spPr>
            <a:xfrm>
              <a:off x="8763400" y="2134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6" name="pt54026"/>
            <p:cNvSpPr/>
            <p:nvPr/>
          </p:nvSpPr>
          <p:spPr>
            <a:xfrm>
              <a:off x="8383485" y="2195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7" name="pt54027"/>
            <p:cNvSpPr/>
            <p:nvPr/>
          </p:nvSpPr>
          <p:spPr>
            <a:xfrm>
              <a:off x="8834733" y="2258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8" name="pt54028"/>
            <p:cNvSpPr/>
            <p:nvPr/>
          </p:nvSpPr>
          <p:spPr>
            <a:xfrm>
              <a:off x="9254944" y="2116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9" name="pt54029"/>
            <p:cNvSpPr/>
            <p:nvPr/>
          </p:nvSpPr>
          <p:spPr>
            <a:xfrm>
              <a:off x="8810596" y="2068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0" name="pt54030"/>
            <p:cNvSpPr/>
            <p:nvPr/>
          </p:nvSpPr>
          <p:spPr>
            <a:xfrm>
              <a:off x="9095800" y="1914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1" name="pt54031"/>
            <p:cNvSpPr/>
            <p:nvPr/>
          </p:nvSpPr>
          <p:spPr>
            <a:xfrm>
              <a:off x="9107665" y="1890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2" name="pt54032"/>
            <p:cNvSpPr/>
            <p:nvPr/>
          </p:nvSpPr>
          <p:spPr>
            <a:xfrm>
              <a:off x="8871263" y="1953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3" name="pt54033"/>
            <p:cNvSpPr/>
            <p:nvPr/>
          </p:nvSpPr>
          <p:spPr>
            <a:xfrm>
              <a:off x="9080864" y="1961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4" name="pt54034"/>
            <p:cNvSpPr/>
            <p:nvPr/>
          </p:nvSpPr>
          <p:spPr>
            <a:xfrm>
              <a:off x="8770040" y="2167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5" name="pt54035"/>
            <p:cNvSpPr/>
            <p:nvPr/>
          </p:nvSpPr>
          <p:spPr>
            <a:xfrm>
              <a:off x="8505430" y="2461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6" name="pt54036"/>
            <p:cNvSpPr/>
            <p:nvPr/>
          </p:nvSpPr>
          <p:spPr>
            <a:xfrm>
              <a:off x="8913428" y="2385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7" name="pt54037"/>
            <p:cNvSpPr/>
            <p:nvPr/>
          </p:nvSpPr>
          <p:spPr>
            <a:xfrm>
              <a:off x="9008973" y="1793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8" name="pt54038"/>
            <p:cNvSpPr/>
            <p:nvPr/>
          </p:nvSpPr>
          <p:spPr>
            <a:xfrm>
              <a:off x="8473354" y="2232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9" name="pt54039"/>
            <p:cNvSpPr/>
            <p:nvPr/>
          </p:nvSpPr>
          <p:spPr>
            <a:xfrm>
              <a:off x="9003873" y="1972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0" name="pt54040"/>
            <p:cNvSpPr/>
            <p:nvPr/>
          </p:nvSpPr>
          <p:spPr>
            <a:xfrm>
              <a:off x="9530304" y="2645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1" name="pt54041"/>
            <p:cNvSpPr/>
            <p:nvPr/>
          </p:nvSpPr>
          <p:spPr>
            <a:xfrm>
              <a:off x="8904556" y="2188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2" name="pt54042"/>
            <p:cNvSpPr/>
            <p:nvPr/>
          </p:nvSpPr>
          <p:spPr>
            <a:xfrm>
              <a:off x="9217232" y="2059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3" name="pt54043"/>
            <p:cNvSpPr/>
            <p:nvPr/>
          </p:nvSpPr>
          <p:spPr>
            <a:xfrm>
              <a:off x="8312152" y="26078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4" name="pt54044"/>
            <p:cNvSpPr/>
            <p:nvPr/>
          </p:nvSpPr>
          <p:spPr>
            <a:xfrm>
              <a:off x="8666631" y="247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5" name="pt54045"/>
            <p:cNvSpPr/>
            <p:nvPr/>
          </p:nvSpPr>
          <p:spPr>
            <a:xfrm>
              <a:off x="9376059" y="2172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6" name="pt54046"/>
            <p:cNvSpPr/>
            <p:nvPr/>
          </p:nvSpPr>
          <p:spPr>
            <a:xfrm>
              <a:off x="8312152" y="2373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7" name="pt54047"/>
            <p:cNvSpPr/>
            <p:nvPr/>
          </p:nvSpPr>
          <p:spPr>
            <a:xfrm>
              <a:off x="8855955" y="190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8" name="pt54048"/>
            <p:cNvSpPr/>
            <p:nvPr/>
          </p:nvSpPr>
          <p:spPr>
            <a:xfrm>
              <a:off x="9068168" y="2162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9" name="pt54049"/>
            <p:cNvSpPr/>
            <p:nvPr/>
          </p:nvSpPr>
          <p:spPr>
            <a:xfrm>
              <a:off x="9254530" y="2173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0" name="pt54050"/>
            <p:cNvSpPr/>
            <p:nvPr/>
          </p:nvSpPr>
          <p:spPr>
            <a:xfrm>
              <a:off x="8312152" y="231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1" name="pt54051"/>
            <p:cNvSpPr/>
            <p:nvPr/>
          </p:nvSpPr>
          <p:spPr>
            <a:xfrm>
              <a:off x="8977900" y="2313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2" name="pt54052"/>
            <p:cNvSpPr/>
            <p:nvPr/>
          </p:nvSpPr>
          <p:spPr>
            <a:xfrm>
              <a:off x="9433552" y="2000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3" name="pt54053"/>
            <p:cNvSpPr/>
            <p:nvPr/>
          </p:nvSpPr>
          <p:spPr>
            <a:xfrm>
              <a:off x="8505430" y="2441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4" name="pt54054"/>
            <p:cNvSpPr/>
            <p:nvPr/>
          </p:nvSpPr>
          <p:spPr>
            <a:xfrm>
              <a:off x="8595298" y="2167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5" name="pt54055"/>
            <p:cNvSpPr/>
            <p:nvPr/>
          </p:nvSpPr>
          <p:spPr>
            <a:xfrm>
              <a:off x="9349631" y="2250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6" name="pt54056"/>
            <p:cNvSpPr/>
            <p:nvPr/>
          </p:nvSpPr>
          <p:spPr>
            <a:xfrm>
              <a:off x="9072891" y="2166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7" name="pt54057"/>
            <p:cNvSpPr/>
            <p:nvPr/>
          </p:nvSpPr>
          <p:spPr>
            <a:xfrm>
              <a:off x="9162993" y="2153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8" name="pt54058"/>
            <p:cNvSpPr/>
            <p:nvPr/>
          </p:nvSpPr>
          <p:spPr>
            <a:xfrm>
              <a:off x="8741831" y="2223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9" name="pt54059"/>
            <p:cNvSpPr/>
            <p:nvPr/>
          </p:nvSpPr>
          <p:spPr>
            <a:xfrm>
              <a:off x="9301896" y="1777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0" name="pt54060"/>
            <p:cNvSpPr/>
            <p:nvPr/>
          </p:nvSpPr>
          <p:spPr>
            <a:xfrm>
              <a:off x="8734011" y="2282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1" name="pt54061"/>
            <p:cNvSpPr/>
            <p:nvPr/>
          </p:nvSpPr>
          <p:spPr>
            <a:xfrm>
              <a:off x="9121452" y="2019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2" name="pt54062"/>
            <p:cNvSpPr/>
            <p:nvPr/>
          </p:nvSpPr>
          <p:spPr>
            <a:xfrm>
              <a:off x="9551860" y="1671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3" name="pt54063"/>
            <p:cNvSpPr/>
            <p:nvPr/>
          </p:nvSpPr>
          <p:spPr>
            <a:xfrm>
              <a:off x="8312152" y="2575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4" name="pt54064"/>
            <p:cNvSpPr/>
            <p:nvPr/>
          </p:nvSpPr>
          <p:spPr>
            <a:xfrm>
              <a:off x="8556041" y="2314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5" name="pt54065"/>
            <p:cNvSpPr/>
            <p:nvPr/>
          </p:nvSpPr>
          <p:spPr>
            <a:xfrm>
              <a:off x="8505430" y="2454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6" name="pt54066"/>
            <p:cNvSpPr/>
            <p:nvPr/>
          </p:nvSpPr>
          <p:spPr>
            <a:xfrm>
              <a:off x="8904556" y="1990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7" name="pt54067"/>
            <p:cNvSpPr/>
            <p:nvPr/>
          </p:nvSpPr>
          <p:spPr>
            <a:xfrm>
              <a:off x="9045188" y="1877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8" name="pt54068"/>
            <p:cNvSpPr/>
            <p:nvPr/>
          </p:nvSpPr>
          <p:spPr>
            <a:xfrm>
              <a:off x="9087421" y="1748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9" name="pt54069"/>
            <p:cNvSpPr/>
            <p:nvPr/>
          </p:nvSpPr>
          <p:spPr>
            <a:xfrm>
              <a:off x="8576763" y="2402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0" name="pt54070"/>
            <p:cNvSpPr/>
            <p:nvPr/>
          </p:nvSpPr>
          <p:spPr>
            <a:xfrm>
              <a:off x="9235717" y="1872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1" name="pt54071"/>
            <p:cNvSpPr/>
            <p:nvPr/>
          </p:nvSpPr>
          <p:spPr>
            <a:xfrm>
              <a:off x="8770040" y="2135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2" name="pt54072"/>
            <p:cNvSpPr/>
            <p:nvPr/>
          </p:nvSpPr>
          <p:spPr>
            <a:xfrm>
              <a:off x="8895213" y="2245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3" name="pt54073"/>
            <p:cNvSpPr/>
            <p:nvPr/>
          </p:nvSpPr>
          <p:spPr>
            <a:xfrm>
              <a:off x="9310856" y="2083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4" name="pt54074"/>
            <p:cNvSpPr/>
            <p:nvPr/>
          </p:nvSpPr>
          <p:spPr>
            <a:xfrm>
              <a:off x="9574258" y="2215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5" name="pt54075"/>
            <p:cNvSpPr/>
            <p:nvPr/>
          </p:nvSpPr>
          <p:spPr>
            <a:xfrm>
              <a:off x="9116066" y="1878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6" name="pt54076"/>
            <p:cNvSpPr/>
            <p:nvPr/>
          </p:nvSpPr>
          <p:spPr>
            <a:xfrm>
              <a:off x="8881929" y="2243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7" name="pt54077"/>
            <p:cNvSpPr/>
            <p:nvPr/>
          </p:nvSpPr>
          <p:spPr>
            <a:xfrm>
              <a:off x="8576763" y="2396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8" name="pt54078"/>
            <p:cNvSpPr/>
            <p:nvPr/>
          </p:nvSpPr>
          <p:spPr>
            <a:xfrm>
              <a:off x="8888696" y="2300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9" name="pt54079"/>
            <p:cNvSpPr/>
            <p:nvPr/>
          </p:nvSpPr>
          <p:spPr>
            <a:xfrm>
              <a:off x="8312152" y="2515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0" name="pt54080"/>
            <p:cNvSpPr/>
            <p:nvPr/>
          </p:nvSpPr>
          <p:spPr>
            <a:xfrm>
              <a:off x="8794345" y="2131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1" name="pt54081"/>
            <p:cNvSpPr/>
            <p:nvPr/>
          </p:nvSpPr>
          <p:spPr>
            <a:xfrm>
              <a:off x="9201130" y="2009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2" name="pt54082"/>
            <p:cNvSpPr/>
            <p:nvPr/>
          </p:nvSpPr>
          <p:spPr>
            <a:xfrm>
              <a:off x="9175781" y="2133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3" name="pt54083"/>
            <p:cNvSpPr/>
            <p:nvPr/>
          </p:nvSpPr>
          <p:spPr>
            <a:xfrm>
              <a:off x="8770040" y="2116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4" name="pt54084"/>
            <p:cNvSpPr/>
            <p:nvPr/>
          </p:nvSpPr>
          <p:spPr>
            <a:xfrm>
              <a:off x="9382590" y="2022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5" name="pt54085"/>
            <p:cNvSpPr/>
            <p:nvPr/>
          </p:nvSpPr>
          <p:spPr>
            <a:xfrm>
              <a:off x="9578717" y="2455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6" name="pt54086"/>
            <p:cNvSpPr/>
            <p:nvPr/>
          </p:nvSpPr>
          <p:spPr>
            <a:xfrm>
              <a:off x="9095800" y="1985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7" name="pt54087"/>
            <p:cNvSpPr/>
            <p:nvPr/>
          </p:nvSpPr>
          <p:spPr>
            <a:xfrm>
              <a:off x="8677986" y="2257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8" name="pt54088"/>
            <p:cNvSpPr/>
            <p:nvPr/>
          </p:nvSpPr>
          <p:spPr>
            <a:xfrm>
              <a:off x="9244278" y="1887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9" name="pt54089"/>
            <p:cNvSpPr/>
            <p:nvPr/>
          </p:nvSpPr>
          <p:spPr>
            <a:xfrm>
              <a:off x="8947416" y="2012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0" name="pt54090"/>
            <p:cNvSpPr/>
            <p:nvPr/>
          </p:nvSpPr>
          <p:spPr>
            <a:xfrm>
              <a:off x="9811851" y="2391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1" name="pt54091"/>
            <p:cNvSpPr/>
            <p:nvPr/>
          </p:nvSpPr>
          <p:spPr>
            <a:xfrm>
              <a:off x="8937640" y="1846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2" name="pt54092"/>
            <p:cNvSpPr/>
            <p:nvPr/>
          </p:nvSpPr>
          <p:spPr>
            <a:xfrm>
              <a:off x="8556041" y="2393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3" name="pt54093"/>
            <p:cNvSpPr/>
            <p:nvPr/>
          </p:nvSpPr>
          <p:spPr>
            <a:xfrm>
              <a:off x="8749319" y="2386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4" name="pt54094"/>
            <p:cNvSpPr/>
            <p:nvPr/>
          </p:nvSpPr>
          <p:spPr>
            <a:xfrm>
              <a:off x="8741831" y="2102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5" name="pt54095"/>
            <p:cNvSpPr/>
            <p:nvPr/>
          </p:nvSpPr>
          <p:spPr>
            <a:xfrm>
              <a:off x="9028011" y="1749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6" name="pt54096"/>
            <p:cNvSpPr/>
            <p:nvPr/>
          </p:nvSpPr>
          <p:spPr>
            <a:xfrm>
              <a:off x="8383485" y="2506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7" name="pt54097"/>
            <p:cNvSpPr/>
            <p:nvPr/>
          </p:nvSpPr>
          <p:spPr>
            <a:xfrm>
              <a:off x="8576763" y="2350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8" name="pt54098"/>
            <p:cNvSpPr/>
            <p:nvPr/>
          </p:nvSpPr>
          <p:spPr>
            <a:xfrm>
              <a:off x="8312152" y="2407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9" name="pt54099"/>
            <p:cNvSpPr/>
            <p:nvPr/>
          </p:nvSpPr>
          <p:spPr>
            <a:xfrm>
              <a:off x="8847771" y="2096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0" name="pt54100"/>
            <p:cNvSpPr/>
            <p:nvPr/>
          </p:nvSpPr>
          <p:spPr>
            <a:xfrm>
              <a:off x="9292119" y="1935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1" name="pt54101"/>
            <p:cNvSpPr/>
            <p:nvPr/>
          </p:nvSpPr>
          <p:spPr>
            <a:xfrm>
              <a:off x="8383485" y="2449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2" name="pt54102"/>
            <p:cNvSpPr/>
            <p:nvPr/>
          </p:nvSpPr>
          <p:spPr>
            <a:xfrm>
              <a:off x="8641456" y="2008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3" name="pt54103"/>
            <p:cNvSpPr/>
            <p:nvPr/>
          </p:nvSpPr>
          <p:spPr>
            <a:xfrm>
              <a:off x="8788576" y="2301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4" name="pt54104"/>
            <p:cNvSpPr/>
            <p:nvPr/>
          </p:nvSpPr>
          <p:spPr>
            <a:xfrm>
              <a:off x="8505430" y="2417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5" name="pt54105"/>
            <p:cNvSpPr/>
            <p:nvPr/>
          </p:nvSpPr>
          <p:spPr>
            <a:xfrm>
              <a:off x="8904556" y="2053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6" name="pt54106"/>
            <p:cNvSpPr/>
            <p:nvPr/>
          </p:nvSpPr>
          <p:spPr>
            <a:xfrm>
              <a:off x="8863776" y="212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7" name="pt54107"/>
            <p:cNvSpPr/>
            <p:nvPr/>
          </p:nvSpPr>
          <p:spPr>
            <a:xfrm>
              <a:off x="8881929" y="2306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8" name="pt54108"/>
            <p:cNvSpPr/>
            <p:nvPr/>
          </p:nvSpPr>
          <p:spPr>
            <a:xfrm>
              <a:off x="8505430" y="229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9" name="pt54109"/>
            <p:cNvSpPr/>
            <p:nvPr/>
          </p:nvSpPr>
          <p:spPr>
            <a:xfrm>
              <a:off x="8839187" y="2123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0" name="pt54110"/>
            <p:cNvSpPr/>
            <p:nvPr/>
          </p:nvSpPr>
          <p:spPr>
            <a:xfrm>
              <a:off x="8874891" y="2039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1" name="pt54111"/>
            <p:cNvSpPr/>
            <p:nvPr/>
          </p:nvSpPr>
          <p:spPr>
            <a:xfrm>
              <a:off x="8965476" y="207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2" name="pt54112"/>
            <p:cNvSpPr/>
            <p:nvPr/>
          </p:nvSpPr>
          <p:spPr>
            <a:xfrm>
              <a:off x="9547911" y="1803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3" name="pt54113"/>
            <p:cNvSpPr/>
            <p:nvPr/>
          </p:nvSpPr>
          <p:spPr>
            <a:xfrm>
              <a:off x="8556041" y="2506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4" name="pt54114"/>
            <p:cNvSpPr/>
            <p:nvPr/>
          </p:nvSpPr>
          <p:spPr>
            <a:xfrm>
              <a:off x="8312152" y="2232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5" name="pt54115"/>
            <p:cNvSpPr/>
            <p:nvPr/>
          </p:nvSpPr>
          <p:spPr>
            <a:xfrm>
              <a:off x="8576763" y="2359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6" name="pt54116"/>
            <p:cNvSpPr/>
            <p:nvPr/>
          </p:nvSpPr>
          <p:spPr>
            <a:xfrm>
              <a:off x="9205570" y="2036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7" name="pt54117"/>
            <p:cNvSpPr/>
            <p:nvPr/>
          </p:nvSpPr>
          <p:spPr>
            <a:xfrm>
              <a:off x="8770040" y="2099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8" name="pt54118"/>
            <p:cNvSpPr/>
            <p:nvPr/>
          </p:nvSpPr>
          <p:spPr>
            <a:xfrm>
              <a:off x="9378331" y="1989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9" name="pt54119"/>
            <p:cNvSpPr/>
            <p:nvPr/>
          </p:nvSpPr>
          <p:spPr>
            <a:xfrm>
              <a:off x="8641456" y="2149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0" name="pt54120"/>
            <p:cNvSpPr/>
            <p:nvPr/>
          </p:nvSpPr>
          <p:spPr>
            <a:xfrm>
              <a:off x="8473354" y="2328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1" name="pt54121"/>
            <p:cNvSpPr/>
            <p:nvPr/>
          </p:nvSpPr>
          <p:spPr>
            <a:xfrm>
              <a:off x="8505430" y="2317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2" name="pt54122"/>
            <p:cNvSpPr/>
            <p:nvPr/>
          </p:nvSpPr>
          <p:spPr>
            <a:xfrm>
              <a:off x="8312152" y="2530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3" name="pt54123"/>
            <p:cNvSpPr/>
            <p:nvPr/>
          </p:nvSpPr>
          <p:spPr>
            <a:xfrm>
              <a:off x="8830164" y="2363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4" name="pt54124"/>
            <p:cNvSpPr/>
            <p:nvPr/>
          </p:nvSpPr>
          <p:spPr>
            <a:xfrm>
              <a:off x="8825472" y="1896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5" name="pt54125"/>
            <p:cNvSpPr/>
            <p:nvPr/>
          </p:nvSpPr>
          <p:spPr>
            <a:xfrm>
              <a:off x="9452582" y="1946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6" name="pt54126"/>
            <p:cNvSpPr/>
            <p:nvPr/>
          </p:nvSpPr>
          <p:spPr>
            <a:xfrm>
              <a:off x="8576763" y="2310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7" name="pt54127"/>
            <p:cNvSpPr/>
            <p:nvPr/>
          </p:nvSpPr>
          <p:spPr>
            <a:xfrm>
              <a:off x="9312057" y="1871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8" name="pt54128"/>
            <p:cNvSpPr/>
            <p:nvPr/>
          </p:nvSpPr>
          <p:spPr>
            <a:xfrm>
              <a:off x="9109567" y="1781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9" name="pt54129"/>
            <p:cNvSpPr/>
            <p:nvPr/>
          </p:nvSpPr>
          <p:spPr>
            <a:xfrm>
              <a:off x="8810596" y="2192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0" name="pt54130"/>
            <p:cNvSpPr/>
            <p:nvPr/>
          </p:nvSpPr>
          <p:spPr>
            <a:xfrm>
              <a:off x="8975889" y="2130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1" name="pt54131"/>
            <p:cNvSpPr/>
            <p:nvPr/>
          </p:nvSpPr>
          <p:spPr>
            <a:xfrm>
              <a:off x="9229609" y="1689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2" name="pt54132"/>
            <p:cNvSpPr/>
            <p:nvPr/>
          </p:nvSpPr>
          <p:spPr>
            <a:xfrm>
              <a:off x="8627374" y="2122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3" name="pt54133"/>
            <p:cNvSpPr/>
            <p:nvPr/>
          </p:nvSpPr>
          <p:spPr>
            <a:xfrm>
              <a:off x="9146155" y="2017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4" name="pt54134"/>
            <p:cNvSpPr/>
            <p:nvPr/>
          </p:nvSpPr>
          <p:spPr>
            <a:xfrm>
              <a:off x="8627374" y="2257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5" name="pt54135"/>
            <p:cNvSpPr/>
            <p:nvPr/>
          </p:nvSpPr>
          <p:spPr>
            <a:xfrm>
              <a:off x="8937640" y="1890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6" name="pt54136"/>
            <p:cNvSpPr/>
            <p:nvPr/>
          </p:nvSpPr>
          <p:spPr>
            <a:xfrm>
              <a:off x="8312152" y="2250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7" name="pt54137"/>
            <p:cNvSpPr/>
            <p:nvPr/>
          </p:nvSpPr>
          <p:spPr>
            <a:xfrm>
              <a:off x="8383485" y="2506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8" name="pt54138"/>
            <p:cNvSpPr/>
            <p:nvPr/>
          </p:nvSpPr>
          <p:spPr>
            <a:xfrm>
              <a:off x="8473354" y="2395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9" name="pt54139"/>
            <p:cNvSpPr/>
            <p:nvPr/>
          </p:nvSpPr>
          <p:spPr>
            <a:xfrm>
              <a:off x="9062080" y="1789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0" name="pt54140"/>
            <p:cNvSpPr/>
            <p:nvPr/>
          </p:nvSpPr>
          <p:spPr>
            <a:xfrm>
              <a:off x="8473354" y="2359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1" name="pt54141"/>
            <p:cNvSpPr/>
            <p:nvPr/>
          </p:nvSpPr>
          <p:spPr>
            <a:xfrm>
              <a:off x="8794345" y="1989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2" name="pt54142"/>
            <p:cNvSpPr/>
            <p:nvPr/>
          </p:nvSpPr>
          <p:spPr>
            <a:xfrm>
              <a:off x="9198297" y="1978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3" name="pt54143"/>
            <p:cNvSpPr/>
            <p:nvPr/>
          </p:nvSpPr>
          <p:spPr>
            <a:xfrm>
              <a:off x="8312152" y="2382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4" name="pt54144"/>
            <p:cNvSpPr/>
            <p:nvPr/>
          </p:nvSpPr>
          <p:spPr>
            <a:xfrm>
              <a:off x="9328879" y="2144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5" name="pt54145"/>
            <p:cNvSpPr/>
            <p:nvPr/>
          </p:nvSpPr>
          <p:spPr>
            <a:xfrm>
              <a:off x="8576763" y="2324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6" name="pt54146"/>
            <p:cNvSpPr/>
            <p:nvPr/>
          </p:nvSpPr>
          <p:spPr>
            <a:xfrm>
              <a:off x="9344232" y="2020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7" name="pt54147"/>
            <p:cNvSpPr/>
            <p:nvPr/>
          </p:nvSpPr>
          <p:spPr>
            <a:xfrm>
              <a:off x="9198297" y="2091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8" name="pt54148"/>
            <p:cNvSpPr/>
            <p:nvPr/>
          </p:nvSpPr>
          <p:spPr>
            <a:xfrm>
              <a:off x="9498107" y="2468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9" name="pt54149"/>
            <p:cNvSpPr/>
            <p:nvPr/>
          </p:nvSpPr>
          <p:spPr>
            <a:xfrm>
              <a:off x="9146155" y="2091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0" name="pt54150"/>
            <p:cNvSpPr/>
            <p:nvPr/>
          </p:nvSpPr>
          <p:spPr>
            <a:xfrm>
              <a:off x="8312152" y="1981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1" name="pt54151"/>
            <p:cNvSpPr/>
            <p:nvPr/>
          </p:nvSpPr>
          <p:spPr>
            <a:xfrm>
              <a:off x="9500379" y="2489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2" name="pt54152"/>
            <p:cNvSpPr/>
            <p:nvPr/>
          </p:nvSpPr>
          <p:spPr>
            <a:xfrm>
              <a:off x="9551860" y="1609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3" name="pt54153"/>
            <p:cNvSpPr/>
            <p:nvPr/>
          </p:nvSpPr>
          <p:spPr>
            <a:xfrm>
              <a:off x="8473354" y="2529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4" name="pt54154"/>
            <p:cNvSpPr/>
            <p:nvPr/>
          </p:nvSpPr>
          <p:spPr>
            <a:xfrm>
              <a:off x="8954408" y="1782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5" name="pt54155"/>
            <p:cNvSpPr/>
            <p:nvPr/>
          </p:nvSpPr>
          <p:spPr>
            <a:xfrm>
              <a:off x="8776438" y="2098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6" name="pt54156"/>
            <p:cNvSpPr/>
            <p:nvPr/>
          </p:nvSpPr>
          <p:spPr>
            <a:xfrm>
              <a:off x="9464046" y="206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7" name="pt54157"/>
            <p:cNvSpPr/>
            <p:nvPr/>
          </p:nvSpPr>
          <p:spPr>
            <a:xfrm>
              <a:off x="8810596" y="2171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8" name="pt54158"/>
            <p:cNvSpPr/>
            <p:nvPr/>
          </p:nvSpPr>
          <p:spPr>
            <a:xfrm>
              <a:off x="9024978" y="1950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9" name="pt54159"/>
            <p:cNvSpPr/>
            <p:nvPr/>
          </p:nvSpPr>
          <p:spPr>
            <a:xfrm>
              <a:off x="8312152" y="2482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0" name="pt54160"/>
            <p:cNvSpPr/>
            <p:nvPr/>
          </p:nvSpPr>
          <p:spPr>
            <a:xfrm>
              <a:off x="8916289" y="1973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1" name="pt54161"/>
            <p:cNvSpPr/>
            <p:nvPr/>
          </p:nvSpPr>
          <p:spPr>
            <a:xfrm>
              <a:off x="8312152" y="228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2" name="pt54162"/>
            <p:cNvSpPr/>
            <p:nvPr/>
          </p:nvSpPr>
          <p:spPr>
            <a:xfrm>
              <a:off x="8473354" y="2364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3" name="pt54163"/>
            <p:cNvSpPr/>
            <p:nvPr/>
          </p:nvSpPr>
          <p:spPr>
            <a:xfrm>
              <a:off x="9538421" y="1911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4" name="pt54164"/>
            <p:cNvSpPr/>
            <p:nvPr/>
          </p:nvSpPr>
          <p:spPr>
            <a:xfrm>
              <a:off x="8383485" y="2442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5" name="pt54165"/>
            <p:cNvSpPr/>
            <p:nvPr/>
          </p:nvSpPr>
          <p:spPr>
            <a:xfrm>
              <a:off x="9285982" y="1845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6" name="pt54166"/>
            <p:cNvSpPr/>
            <p:nvPr/>
          </p:nvSpPr>
          <p:spPr>
            <a:xfrm>
              <a:off x="8383485" y="2364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7" name="pt54167"/>
            <p:cNvSpPr/>
            <p:nvPr/>
          </p:nvSpPr>
          <p:spPr>
            <a:xfrm>
              <a:off x="8698707" y="230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8" name="pt54168"/>
            <p:cNvSpPr/>
            <p:nvPr/>
          </p:nvSpPr>
          <p:spPr>
            <a:xfrm>
              <a:off x="8741831" y="2285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9" name="pt54169"/>
            <p:cNvSpPr/>
            <p:nvPr/>
          </p:nvSpPr>
          <p:spPr>
            <a:xfrm>
              <a:off x="9811851" y="2210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0" name="pt54170"/>
            <p:cNvSpPr/>
            <p:nvPr/>
          </p:nvSpPr>
          <p:spPr>
            <a:xfrm>
              <a:off x="9057053" y="1853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1" name="pt54171"/>
            <p:cNvSpPr/>
            <p:nvPr/>
          </p:nvSpPr>
          <p:spPr>
            <a:xfrm>
              <a:off x="9003873" y="1940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2" name="pt54172"/>
            <p:cNvSpPr/>
            <p:nvPr/>
          </p:nvSpPr>
          <p:spPr>
            <a:xfrm>
              <a:off x="8916289" y="1956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3" name="pt54173"/>
            <p:cNvSpPr/>
            <p:nvPr/>
          </p:nvSpPr>
          <p:spPr>
            <a:xfrm>
              <a:off x="9635986" y="2524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4" name="pt54174"/>
            <p:cNvSpPr/>
            <p:nvPr/>
          </p:nvSpPr>
          <p:spPr>
            <a:xfrm>
              <a:off x="9241172" y="1944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5" name="pt54175"/>
            <p:cNvSpPr/>
            <p:nvPr/>
          </p:nvSpPr>
          <p:spPr>
            <a:xfrm>
              <a:off x="9021891" y="1817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6" name="pt54176"/>
            <p:cNvSpPr/>
            <p:nvPr/>
          </p:nvSpPr>
          <p:spPr>
            <a:xfrm>
              <a:off x="8945023" y="1686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7" name="pt54177"/>
            <p:cNvSpPr/>
            <p:nvPr/>
          </p:nvSpPr>
          <p:spPr>
            <a:xfrm>
              <a:off x="9502520" y="2457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8" name="pt54178"/>
            <p:cNvSpPr/>
            <p:nvPr/>
          </p:nvSpPr>
          <p:spPr>
            <a:xfrm>
              <a:off x="8741831" y="2230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9" name="pt54179"/>
            <p:cNvSpPr/>
            <p:nvPr/>
          </p:nvSpPr>
          <p:spPr>
            <a:xfrm>
              <a:off x="8627374" y="215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0" name="pt54180"/>
            <p:cNvSpPr/>
            <p:nvPr/>
          </p:nvSpPr>
          <p:spPr>
            <a:xfrm>
              <a:off x="8971798" y="2077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1" name="pt54181"/>
            <p:cNvSpPr/>
            <p:nvPr/>
          </p:nvSpPr>
          <p:spPr>
            <a:xfrm>
              <a:off x="9767198" y="2393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2" name="pt54182"/>
            <p:cNvSpPr/>
            <p:nvPr/>
          </p:nvSpPr>
          <p:spPr>
            <a:xfrm>
              <a:off x="8878445" y="1793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3" name="pt54183"/>
            <p:cNvSpPr/>
            <p:nvPr/>
          </p:nvSpPr>
          <p:spPr>
            <a:xfrm>
              <a:off x="8677986" y="2426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4" name="pt54184"/>
            <p:cNvSpPr/>
            <p:nvPr/>
          </p:nvSpPr>
          <p:spPr>
            <a:xfrm>
              <a:off x="8881929" y="2208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5" name="pt54185"/>
            <p:cNvSpPr/>
            <p:nvPr/>
          </p:nvSpPr>
          <p:spPr>
            <a:xfrm>
              <a:off x="8763400" y="2211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6" name="pt54186"/>
            <p:cNvSpPr/>
            <p:nvPr/>
          </p:nvSpPr>
          <p:spPr>
            <a:xfrm>
              <a:off x="9265000" y="1938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7" name="pt54187"/>
            <p:cNvSpPr/>
            <p:nvPr/>
          </p:nvSpPr>
          <p:spPr>
            <a:xfrm>
              <a:off x="9106706" y="1929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8" name="pt54188"/>
            <p:cNvSpPr/>
            <p:nvPr/>
          </p:nvSpPr>
          <p:spPr>
            <a:xfrm>
              <a:off x="9176429" y="1881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9" name="pt54189"/>
            <p:cNvSpPr/>
            <p:nvPr/>
          </p:nvSpPr>
          <p:spPr>
            <a:xfrm>
              <a:off x="8996835" y="1951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0" name="pt54190"/>
            <p:cNvSpPr/>
            <p:nvPr/>
          </p:nvSpPr>
          <p:spPr>
            <a:xfrm>
              <a:off x="9190113" y="2133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1" name="pt54191"/>
            <p:cNvSpPr/>
            <p:nvPr/>
          </p:nvSpPr>
          <p:spPr>
            <a:xfrm>
              <a:off x="8595298" y="2079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2" name="pt54192"/>
            <p:cNvSpPr/>
            <p:nvPr/>
          </p:nvSpPr>
          <p:spPr>
            <a:xfrm>
              <a:off x="8312152" y="2424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3" name="pt54193"/>
            <p:cNvSpPr/>
            <p:nvPr/>
          </p:nvSpPr>
          <p:spPr>
            <a:xfrm>
              <a:off x="8947416" y="2015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4" name="pt54194"/>
            <p:cNvSpPr/>
            <p:nvPr/>
          </p:nvSpPr>
          <p:spPr>
            <a:xfrm>
              <a:off x="8532549" y="2493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5" name="pt54195"/>
            <p:cNvSpPr/>
            <p:nvPr/>
          </p:nvSpPr>
          <p:spPr>
            <a:xfrm>
              <a:off x="9090610" y="1807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6" name="pt54196"/>
            <p:cNvSpPr/>
            <p:nvPr/>
          </p:nvSpPr>
          <p:spPr>
            <a:xfrm>
              <a:off x="8825472" y="2106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7" name="pt54197"/>
            <p:cNvSpPr/>
            <p:nvPr/>
          </p:nvSpPr>
          <p:spPr>
            <a:xfrm>
              <a:off x="8913428" y="2119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8" name="pt54198"/>
            <p:cNvSpPr/>
            <p:nvPr/>
          </p:nvSpPr>
          <p:spPr>
            <a:xfrm>
              <a:off x="8666631" y="2387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9" name="pt54199"/>
            <p:cNvSpPr/>
            <p:nvPr/>
          </p:nvSpPr>
          <p:spPr>
            <a:xfrm>
              <a:off x="9420641" y="194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0" name="pt54200"/>
            <p:cNvSpPr/>
            <p:nvPr/>
          </p:nvSpPr>
          <p:spPr>
            <a:xfrm>
              <a:off x="9055774" y="1708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1" name="pt54201"/>
            <p:cNvSpPr/>
            <p:nvPr/>
          </p:nvSpPr>
          <p:spPr>
            <a:xfrm>
              <a:off x="8312152" y="2245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2" name="pt54202"/>
            <p:cNvSpPr/>
            <p:nvPr/>
          </p:nvSpPr>
          <p:spPr>
            <a:xfrm>
              <a:off x="8996835" y="2013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3" name="pt54203"/>
            <p:cNvSpPr/>
            <p:nvPr/>
          </p:nvSpPr>
          <p:spPr>
            <a:xfrm>
              <a:off x="8878445" y="1796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4" name="pt54204"/>
            <p:cNvSpPr/>
            <p:nvPr/>
          </p:nvSpPr>
          <p:spPr>
            <a:xfrm>
              <a:off x="9301896" y="1864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5" name="pt54205"/>
            <p:cNvSpPr/>
            <p:nvPr/>
          </p:nvSpPr>
          <p:spPr>
            <a:xfrm>
              <a:off x="8312152" y="2702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6" name="pt54206"/>
            <p:cNvSpPr/>
            <p:nvPr/>
          </p:nvSpPr>
          <p:spPr>
            <a:xfrm>
              <a:off x="8921875" y="2118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7" name="pt54207"/>
            <p:cNvSpPr/>
            <p:nvPr/>
          </p:nvSpPr>
          <p:spPr>
            <a:xfrm>
              <a:off x="9057053" y="1696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8" name="pt54208"/>
            <p:cNvSpPr/>
            <p:nvPr/>
          </p:nvSpPr>
          <p:spPr>
            <a:xfrm>
              <a:off x="8947416" y="200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9" name="pt54209"/>
            <p:cNvSpPr/>
            <p:nvPr/>
          </p:nvSpPr>
          <p:spPr>
            <a:xfrm>
              <a:off x="9700990" y="1833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0" name="pt54210"/>
            <p:cNvSpPr/>
            <p:nvPr/>
          </p:nvSpPr>
          <p:spPr>
            <a:xfrm>
              <a:off x="9171842" y="2118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1" name="pt54211"/>
            <p:cNvSpPr/>
            <p:nvPr/>
          </p:nvSpPr>
          <p:spPr>
            <a:xfrm>
              <a:off x="8312152" y="2395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2" name="pt54212"/>
            <p:cNvSpPr/>
            <p:nvPr/>
          </p:nvSpPr>
          <p:spPr>
            <a:xfrm>
              <a:off x="8434097" y="2171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3" name="pt54213"/>
            <p:cNvSpPr/>
            <p:nvPr/>
          </p:nvSpPr>
          <p:spPr>
            <a:xfrm>
              <a:off x="9230563" y="1763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4" name="pt54214"/>
            <p:cNvSpPr/>
            <p:nvPr/>
          </p:nvSpPr>
          <p:spPr>
            <a:xfrm>
              <a:off x="9431288" y="1658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5" name="pt54215"/>
            <p:cNvSpPr/>
            <p:nvPr/>
          </p:nvSpPr>
          <p:spPr>
            <a:xfrm>
              <a:off x="8612066" y="2256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6" name="pt54216"/>
            <p:cNvSpPr/>
            <p:nvPr/>
          </p:nvSpPr>
          <p:spPr>
            <a:xfrm>
              <a:off x="9024978" y="1737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7" name="pt54217"/>
            <p:cNvSpPr/>
            <p:nvPr/>
          </p:nvSpPr>
          <p:spPr>
            <a:xfrm>
              <a:off x="9502520" y="2417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8" name="pt54218"/>
            <p:cNvSpPr/>
            <p:nvPr/>
          </p:nvSpPr>
          <p:spPr>
            <a:xfrm>
              <a:off x="8874891" y="2012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9" name="pt54219"/>
            <p:cNvSpPr/>
            <p:nvPr/>
          </p:nvSpPr>
          <p:spPr>
            <a:xfrm>
              <a:off x="8595298" y="2235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0" name="pt54220"/>
            <p:cNvSpPr/>
            <p:nvPr/>
          </p:nvSpPr>
          <p:spPr>
            <a:xfrm>
              <a:off x="8749319" y="1590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1" name="pt54221"/>
            <p:cNvSpPr/>
            <p:nvPr/>
          </p:nvSpPr>
          <p:spPr>
            <a:xfrm>
              <a:off x="8815695" y="2137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2" name="pt54222"/>
            <p:cNvSpPr/>
            <p:nvPr/>
          </p:nvSpPr>
          <p:spPr>
            <a:xfrm>
              <a:off x="8820652" y="2181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3" name="pt54223"/>
            <p:cNvSpPr/>
            <p:nvPr/>
          </p:nvSpPr>
          <p:spPr>
            <a:xfrm>
              <a:off x="9028011" y="1725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4" name="pt54224"/>
            <p:cNvSpPr/>
            <p:nvPr/>
          </p:nvSpPr>
          <p:spPr>
            <a:xfrm>
              <a:off x="9310856" y="2035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5" name="pt54225"/>
            <p:cNvSpPr/>
            <p:nvPr/>
          </p:nvSpPr>
          <p:spPr>
            <a:xfrm>
              <a:off x="9202808" y="2099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6" name="pt54226"/>
            <p:cNvSpPr/>
            <p:nvPr/>
          </p:nvSpPr>
          <p:spPr>
            <a:xfrm>
              <a:off x="9075206" y="2209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7" name="pt54227"/>
            <p:cNvSpPr/>
            <p:nvPr/>
          </p:nvSpPr>
          <p:spPr>
            <a:xfrm>
              <a:off x="9128386" y="2100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8" name="pt54228"/>
            <p:cNvSpPr/>
            <p:nvPr/>
          </p:nvSpPr>
          <p:spPr>
            <a:xfrm>
              <a:off x="9024978" y="2120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9" name="pt54229"/>
            <p:cNvSpPr/>
            <p:nvPr/>
          </p:nvSpPr>
          <p:spPr>
            <a:xfrm>
              <a:off x="9797577" y="2440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0" name="pt54230"/>
            <p:cNvSpPr/>
            <p:nvPr/>
          </p:nvSpPr>
          <p:spPr>
            <a:xfrm>
              <a:off x="9010641" y="1937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1" name="pt54231"/>
            <p:cNvSpPr/>
            <p:nvPr/>
          </p:nvSpPr>
          <p:spPr>
            <a:xfrm>
              <a:off x="8749319" y="2131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2" name="pt54232"/>
            <p:cNvSpPr/>
            <p:nvPr/>
          </p:nvSpPr>
          <p:spPr>
            <a:xfrm>
              <a:off x="8312152" y="2566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3" name="pt54233"/>
            <p:cNvSpPr/>
            <p:nvPr/>
          </p:nvSpPr>
          <p:spPr>
            <a:xfrm>
              <a:off x="8916289" y="219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4" name="pt54234"/>
            <p:cNvSpPr/>
            <p:nvPr/>
          </p:nvSpPr>
          <p:spPr>
            <a:xfrm>
              <a:off x="8810596" y="2109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5" name="pt54235"/>
            <p:cNvSpPr/>
            <p:nvPr/>
          </p:nvSpPr>
          <p:spPr>
            <a:xfrm>
              <a:off x="9106706" y="1930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6" name="pt54236"/>
            <p:cNvSpPr/>
            <p:nvPr/>
          </p:nvSpPr>
          <p:spPr>
            <a:xfrm>
              <a:off x="9345474" y="2105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7" name="pt54237"/>
            <p:cNvSpPr/>
            <p:nvPr/>
          </p:nvSpPr>
          <p:spPr>
            <a:xfrm>
              <a:off x="9564416" y="2317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8" name="pt54238"/>
            <p:cNvSpPr/>
            <p:nvPr/>
          </p:nvSpPr>
          <p:spPr>
            <a:xfrm>
              <a:off x="8708219" y="2341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9" name="pt54239"/>
            <p:cNvSpPr/>
            <p:nvPr/>
          </p:nvSpPr>
          <p:spPr>
            <a:xfrm>
              <a:off x="8898383" y="2021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0" name="pt54240"/>
            <p:cNvSpPr/>
            <p:nvPr/>
          </p:nvSpPr>
          <p:spPr>
            <a:xfrm>
              <a:off x="8954408" y="1818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1" name="pt54241"/>
            <p:cNvSpPr/>
            <p:nvPr/>
          </p:nvSpPr>
          <p:spPr>
            <a:xfrm>
              <a:off x="9078622" y="1814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2" name="pt54242"/>
            <p:cNvSpPr/>
            <p:nvPr/>
          </p:nvSpPr>
          <p:spPr>
            <a:xfrm>
              <a:off x="9130917" y="19687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3" name="pt54243"/>
            <p:cNvSpPr/>
            <p:nvPr/>
          </p:nvSpPr>
          <p:spPr>
            <a:xfrm>
              <a:off x="9003873" y="206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4" name="pt54244"/>
            <p:cNvSpPr/>
            <p:nvPr/>
          </p:nvSpPr>
          <p:spPr>
            <a:xfrm>
              <a:off x="9207749" y="214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5" name="pt54245"/>
            <p:cNvSpPr/>
            <p:nvPr/>
          </p:nvSpPr>
          <p:spPr>
            <a:xfrm>
              <a:off x="9010641" y="2066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6" name="pt54246"/>
            <p:cNvSpPr/>
            <p:nvPr/>
          </p:nvSpPr>
          <p:spPr>
            <a:xfrm>
              <a:off x="9279262" y="2050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7" name="pt54247"/>
            <p:cNvSpPr/>
            <p:nvPr/>
          </p:nvSpPr>
          <p:spPr>
            <a:xfrm>
              <a:off x="9285982" y="1771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8" name="pt54248"/>
            <p:cNvSpPr/>
            <p:nvPr/>
          </p:nvSpPr>
          <p:spPr>
            <a:xfrm>
              <a:off x="9167133" y="213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9" name="pt54249"/>
            <p:cNvSpPr/>
            <p:nvPr/>
          </p:nvSpPr>
          <p:spPr>
            <a:xfrm>
              <a:off x="9057053" y="1844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0" name="pt54250"/>
            <p:cNvSpPr/>
            <p:nvPr/>
          </p:nvSpPr>
          <p:spPr>
            <a:xfrm>
              <a:off x="8576763" y="2443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1" name="pt54251"/>
            <p:cNvSpPr/>
            <p:nvPr/>
          </p:nvSpPr>
          <p:spPr>
            <a:xfrm>
              <a:off x="9070546" y="2182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2" name="pt54252"/>
            <p:cNvSpPr/>
            <p:nvPr/>
          </p:nvSpPr>
          <p:spPr>
            <a:xfrm>
              <a:off x="9607397" y="2263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3" name="pt54253"/>
            <p:cNvSpPr/>
            <p:nvPr/>
          </p:nvSpPr>
          <p:spPr>
            <a:xfrm>
              <a:off x="8843532" y="2021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4" name="pt54254"/>
            <p:cNvSpPr/>
            <p:nvPr/>
          </p:nvSpPr>
          <p:spPr>
            <a:xfrm>
              <a:off x="8756500" y="2024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5" name="pt54255"/>
            <p:cNvSpPr/>
            <p:nvPr/>
          </p:nvSpPr>
          <p:spPr>
            <a:xfrm>
              <a:off x="9028011" y="1787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6" name="pt54256"/>
            <p:cNvSpPr/>
            <p:nvPr/>
          </p:nvSpPr>
          <p:spPr>
            <a:xfrm>
              <a:off x="8708219" y="2279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7" name="pt54257"/>
            <p:cNvSpPr/>
            <p:nvPr/>
          </p:nvSpPr>
          <p:spPr>
            <a:xfrm>
              <a:off x="9080864" y="1780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8" name="pt54258"/>
            <p:cNvSpPr/>
            <p:nvPr/>
          </p:nvSpPr>
          <p:spPr>
            <a:xfrm>
              <a:off x="9190113" y="2129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9" name="pt54259"/>
            <p:cNvSpPr/>
            <p:nvPr/>
          </p:nvSpPr>
          <p:spPr>
            <a:xfrm>
              <a:off x="8749319" y="2243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0" name="pt54260"/>
            <p:cNvSpPr/>
            <p:nvPr/>
          </p:nvSpPr>
          <p:spPr>
            <a:xfrm>
              <a:off x="9785747" y="2379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1" name="pt54261"/>
            <p:cNvSpPr/>
            <p:nvPr/>
          </p:nvSpPr>
          <p:spPr>
            <a:xfrm>
              <a:off x="9144612" y="2026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2" name="pt54262"/>
            <p:cNvSpPr/>
            <p:nvPr/>
          </p:nvSpPr>
          <p:spPr>
            <a:xfrm>
              <a:off x="8855955" y="2176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3" name="pt54263"/>
            <p:cNvSpPr/>
            <p:nvPr/>
          </p:nvSpPr>
          <p:spPr>
            <a:xfrm>
              <a:off x="8576763" y="2368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4" name="pt54264"/>
            <p:cNvSpPr/>
            <p:nvPr/>
          </p:nvSpPr>
          <p:spPr>
            <a:xfrm>
              <a:off x="8981853" y="2298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5" name="pt54265"/>
            <p:cNvSpPr/>
            <p:nvPr/>
          </p:nvSpPr>
          <p:spPr>
            <a:xfrm>
              <a:off x="9055774" y="1877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6" name="pt54266"/>
            <p:cNvSpPr/>
            <p:nvPr/>
          </p:nvSpPr>
          <p:spPr>
            <a:xfrm>
              <a:off x="8898383" y="2042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7" name="pt54267"/>
            <p:cNvSpPr/>
            <p:nvPr/>
          </p:nvSpPr>
          <p:spPr>
            <a:xfrm>
              <a:off x="8312152" y="2443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8" name="pt54268"/>
            <p:cNvSpPr/>
            <p:nvPr/>
          </p:nvSpPr>
          <p:spPr>
            <a:xfrm>
              <a:off x="9110510" y="1938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9" name="pt54269"/>
            <p:cNvSpPr/>
            <p:nvPr/>
          </p:nvSpPr>
          <p:spPr>
            <a:xfrm>
              <a:off x="8556041" y="2400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0" name="pt54270"/>
            <p:cNvSpPr/>
            <p:nvPr/>
          </p:nvSpPr>
          <p:spPr>
            <a:xfrm>
              <a:off x="8627374" y="2204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1" name="pt54271"/>
            <p:cNvSpPr/>
            <p:nvPr/>
          </p:nvSpPr>
          <p:spPr>
            <a:xfrm>
              <a:off x="8654494" y="2303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2" name="pt54272"/>
            <p:cNvSpPr/>
            <p:nvPr/>
          </p:nvSpPr>
          <p:spPr>
            <a:xfrm>
              <a:off x="9024978" y="1865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3" name="pt54273"/>
            <p:cNvSpPr/>
            <p:nvPr/>
          </p:nvSpPr>
          <p:spPr>
            <a:xfrm>
              <a:off x="8654494" y="2499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4" name="pt54274"/>
            <p:cNvSpPr/>
            <p:nvPr/>
          </p:nvSpPr>
          <p:spPr>
            <a:xfrm>
              <a:off x="8878445" y="2064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5" name="pt54275"/>
            <p:cNvSpPr/>
            <p:nvPr/>
          </p:nvSpPr>
          <p:spPr>
            <a:xfrm>
              <a:off x="9332911" y="2120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6" name="pt54276"/>
            <p:cNvSpPr/>
            <p:nvPr/>
          </p:nvSpPr>
          <p:spPr>
            <a:xfrm>
              <a:off x="9432499" y="1926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7" name="pt54277"/>
            <p:cNvSpPr/>
            <p:nvPr/>
          </p:nvSpPr>
          <p:spPr>
            <a:xfrm>
              <a:off x="8830164" y="1978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8" name="pt54278"/>
            <p:cNvSpPr/>
            <p:nvPr/>
          </p:nvSpPr>
          <p:spPr>
            <a:xfrm>
              <a:off x="9253280" y="2245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9" name="pt54279"/>
            <p:cNvSpPr/>
            <p:nvPr/>
          </p:nvSpPr>
          <p:spPr>
            <a:xfrm>
              <a:off x="9045188" y="1895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0" name="pt54280"/>
            <p:cNvSpPr/>
            <p:nvPr/>
          </p:nvSpPr>
          <p:spPr>
            <a:xfrm>
              <a:off x="8312152" y="2429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1" name="pt54281"/>
            <p:cNvSpPr/>
            <p:nvPr/>
          </p:nvSpPr>
          <p:spPr>
            <a:xfrm>
              <a:off x="8843532" y="2076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2" name="pt54282"/>
            <p:cNvSpPr/>
            <p:nvPr/>
          </p:nvSpPr>
          <p:spPr>
            <a:xfrm>
              <a:off x="8843532" y="2061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3" name="pt54283"/>
            <p:cNvSpPr/>
            <p:nvPr/>
          </p:nvSpPr>
          <p:spPr>
            <a:xfrm>
              <a:off x="8434097" y="2517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4" name="pt54284"/>
            <p:cNvSpPr/>
            <p:nvPr/>
          </p:nvSpPr>
          <p:spPr>
            <a:xfrm>
              <a:off x="9094774" y="1906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5" name="pt54285"/>
            <p:cNvSpPr/>
            <p:nvPr/>
          </p:nvSpPr>
          <p:spPr>
            <a:xfrm>
              <a:off x="9568642" y="237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6" name="pt54286"/>
            <p:cNvSpPr/>
            <p:nvPr/>
          </p:nvSpPr>
          <p:spPr>
            <a:xfrm>
              <a:off x="8505430" y="244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7" name="pt54287"/>
            <p:cNvSpPr/>
            <p:nvPr/>
          </p:nvSpPr>
          <p:spPr>
            <a:xfrm>
              <a:off x="8505430" y="2515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8" name="pt54288"/>
            <p:cNvSpPr/>
            <p:nvPr/>
          </p:nvSpPr>
          <p:spPr>
            <a:xfrm>
              <a:off x="9254530" y="2195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9" name="pt54289"/>
            <p:cNvSpPr/>
            <p:nvPr/>
          </p:nvSpPr>
          <p:spPr>
            <a:xfrm>
              <a:off x="9208828" y="2129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0" name="pt54290"/>
            <p:cNvSpPr/>
            <p:nvPr/>
          </p:nvSpPr>
          <p:spPr>
            <a:xfrm>
              <a:off x="9124084" y="2341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1" name="pt54291"/>
            <p:cNvSpPr/>
            <p:nvPr/>
          </p:nvSpPr>
          <p:spPr>
            <a:xfrm>
              <a:off x="8776438" y="2053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2" name="pt54292"/>
            <p:cNvSpPr/>
            <p:nvPr/>
          </p:nvSpPr>
          <p:spPr>
            <a:xfrm>
              <a:off x="8770040" y="2142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3" name="pt54293"/>
            <p:cNvSpPr/>
            <p:nvPr/>
          </p:nvSpPr>
          <p:spPr>
            <a:xfrm>
              <a:off x="8641456" y="2034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4" name="pt54294"/>
            <p:cNvSpPr/>
            <p:nvPr/>
          </p:nvSpPr>
          <p:spPr>
            <a:xfrm>
              <a:off x="9146922" y="1958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5" name="pt54295"/>
            <p:cNvSpPr/>
            <p:nvPr/>
          </p:nvSpPr>
          <p:spPr>
            <a:xfrm>
              <a:off x="8434097" y="2395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6" name="pt54296"/>
            <p:cNvSpPr/>
            <p:nvPr/>
          </p:nvSpPr>
          <p:spPr>
            <a:xfrm>
              <a:off x="8756500" y="2172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7" name="pt54297"/>
            <p:cNvSpPr/>
            <p:nvPr/>
          </p:nvSpPr>
          <p:spPr>
            <a:xfrm>
              <a:off x="9324474" y="2159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8" name="pt54298"/>
            <p:cNvSpPr/>
            <p:nvPr/>
          </p:nvSpPr>
          <p:spPr>
            <a:xfrm>
              <a:off x="9452582" y="184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9" name="pt54299"/>
            <p:cNvSpPr/>
            <p:nvPr/>
          </p:nvSpPr>
          <p:spPr>
            <a:xfrm>
              <a:off x="8847771" y="2059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0" name="pt54300"/>
            <p:cNvSpPr/>
            <p:nvPr/>
          </p:nvSpPr>
          <p:spPr>
            <a:xfrm>
              <a:off x="9366003" y="2082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1" name="pt54301"/>
            <p:cNvSpPr/>
            <p:nvPr/>
          </p:nvSpPr>
          <p:spPr>
            <a:xfrm>
              <a:off x="8383485" y="2365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2" name="pt54302"/>
            <p:cNvSpPr/>
            <p:nvPr/>
          </p:nvSpPr>
          <p:spPr>
            <a:xfrm>
              <a:off x="9371637" y="2057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3" name="pt54303"/>
            <p:cNvSpPr/>
            <p:nvPr/>
          </p:nvSpPr>
          <p:spPr>
            <a:xfrm>
              <a:off x="9130078" y="1975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4" name="pt54304"/>
            <p:cNvSpPr/>
            <p:nvPr/>
          </p:nvSpPr>
          <p:spPr>
            <a:xfrm>
              <a:off x="8383485" y="2207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5" name="pt54305"/>
            <p:cNvSpPr/>
            <p:nvPr/>
          </p:nvSpPr>
          <p:spPr>
            <a:xfrm>
              <a:off x="8843532" y="2033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6" name="pt54306"/>
            <p:cNvSpPr/>
            <p:nvPr/>
          </p:nvSpPr>
          <p:spPr>
            <a:xfrm>
              <a:off x="8839187" y="2259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7" name="pt54307"/>
            <p:cNvSpPr/>
            <p:nvPr/>
          </p:nvSpPr>
          <p:spPr>
            <a:xfrm>
              <a:off x="8434097" y="2392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8" name="pt54308"/>
            <p:cNvSpPr/>
            <p:nvPr/>
          </p:nvSpPr>
          <p:spPr>
            <a:xfrm>
              <a:off x="8383485" y="2506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9" name="pt54309"/>
            <p:cNvSpPr/>
            <p:nvPr/>
          </p:nvSpPr>
          <p:spPr>
            <a:xfrm>
              <a:off x="8763400" y="2241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0" name="pt54310"/>
            <p:cNvSpPr/>
            <p:nvPr/>
          </p:nvSpPr>
          <p:spPr>
            <a:xfrm>
              <a:off x="8881929" y="2302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1" name="pt54311"/>
            <p:cNvSpPr/>
            <p:nvPr/>
          </p:nvSpPr>
          <p:spPr>
            <a:xfrm>
              <a:off x="8874891" y="2100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2" name="pt54312"/>
            <p:cNvSpPr/>
            <p:nvPr/>
          </p:nvSpPr>
          <p:spPr>
            <a:xfrm>
              <a:off x="8627374" y="2346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3" name="pt54313"/>
            <p:cNvSpPr/>
            <p:nvPr/>
          </p:nvSpPr>
          <p:spPr>
            <a:xfrm>
              <a:off x="8641456" y="2076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4" name="pt54314"/>
            <p:cNvSpPr/>
            <p:nvPr/>
          </p:nvSpPr>
          <p:spPr>
            <a:xfrm>
              <a:off x="9240724" y="1813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5" name="pt54315"/>
            <p:cNvSpPr/>
            <p:nvPr/>
          </p:nvSpPr>
          <p:spPr>
            <a:xfrm>
              <a:off x="8843532" y="2161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6" name="pt54316"/>
            <p:cNvSpPr/>
            <p:nvPr/>
          </p:nvSpPr>
          <p:spPr>
            <a:xfrm>
              <a:off x="9538421" y="1695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7" name="pt54317"/>
            <p:cNvSpPr/>
            <p:nvPr/>
          </p:nvSpPr>
          <p:spPr>
            <a:xfrm>
              <a:off x="8532549" y="2441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8" name="pt54318"/>
            <p:cNvSpPr/>
            <p:nvPr/>
          </p:nvSpPr>
          <p:spPr>
            <a:xfrm>
              <a:off x="8776438" y="1943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9" name="pt54319"/>
            <p:cNvSpPr/>
            <p:nvPr/>
          </p:nvSpPr>
          <p:spPr>
            <a:xfrm>
              <a:off x="8981853" y="2207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0" name="pt54320"/>
            <p:cNvSpPr/>
            <p:nvPr/>
          </p:nvSpPr>
          <p:spPr>
            <a:xfrm>
              <a:off x="8770040" y="2036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1" name="pt54321"/>
            <p:cNvSpPr/>
            <p:nvPr/>
          </p:nvSpPr>
          <p:spPr>
            <a:xfrm>
              <a:off x="8763400" y="2155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2" name="pt54322"/>
            <p:cNvSpPr/>
            <p:nvPr/>
          </p:nvSpPr>
          <p:spPr>
            <a:xfrm>
              <a:off x="8312152" y="2368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3" name="pt54323"/>
            <p:cNvSpPr/>
            <p:nvPr/>
          </p:nvSpPr>
          <p:spPr>
            <a:xfrm>
              <a:off x="8666631" y="2315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4" name="pt54324"/>
            <p:cNvSpPr/>
            <p:nvPr/>
          </p:nvSpPr>
          <p:spPr>
            <a:xfrm>
              <a:off x="8825472" y="2045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5" name="pt54325"/>
            <p:cNvSpPr/>
            <p:nvPr/>
          </p:nvSpPr>
          <p:spPr>
            <a:xfrm>
              <a:off x="9647779" y="2193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6" name="pt54326"/>
            <p:cNvSpPr/>
            <p:nvPr/>
          </p:nvSpPr>
          <p:spPr>
            <a:xfrm>
              <a:off x="9489373" y="2714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7" name="pt54327"/>
            <p:cNvSpPr/>
            <p:nvPr/>
          </p:nvSpPr>
          <p:spPr>
            <a:xfrm>
              <a:off x="8312152" y="2622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8" name="pt54328"/>
            <p:cNvSpPr/>
            <p:nvPr/>
          </p:nvSpPr>
          <p:spPr>
            <a:xfrm>
              <a:off x="8898383" y="2058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9" name="pt54329"/>
            <p:cNvSpPr/>
            <p:nvPr/>
          </p:nvSpPr>
          <p:spPr>
            <a:xfrm>
              <a:off x="8788576" y="2270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0" name="pt54330"/>
            <p:cNvSpPr/>
            <p:nvPr/>
          </p:nvSpPr>
          <p:spPr>
            <a:xfrm>
              <a:off x="8654494" y="2477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1" name="pt54331"/>
            <p:cNvSpPr/>
            <p:nvPr/>
          </p:nvSpPr>
          <p:spPr>
            <a:xfrm>
              <a:off x="8799930" y="2090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2" name="pt54332"/>
            <p:cNvSpPr/>
            <p:nvPr/>
          </p:nvSpPr>
          <p:spPr>
            <a:xfrm>
              <a:off x="9371637" y="2133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3" name="pt54333"/>
            <p:cNvSpPr/>
            <p:nvPr/>
          </p:nvSpPr>
          <p:spPr>
            <a:xfrm>
              <a:off x="8595298" y="2259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4" name="pt54334"/>
            <p:cNvSpPr/>
            <p:nvPr/>
          </p:nvSpPr>
          <p:spPr>
            <a:xfrm>
              <a:off x="8734011" y="2214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5" name="pt54335"/>
            <p:cNvSpPr/>
            <p:nvPr/>
          </p:nvSpPr>
          <p:spPr>
            <a:xfrm>
              <a:off x="8505430" y="2320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6" name="pt54336"/>
            <p:cNvSpPr/>
            <p:nvPr/>
          </p:nvSpPr>
          <p:spPr>
            <a:xfrm>
              <a:off x="9130917" y="2101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7" name="pt54337"/>
            <p:cNvSpPr/>
            <p:nvPr/>
          </p:nvSpPr>
          <p:spPr>
            <a:xfrm>
              <a:off x="8749319" y="1934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8" name="pt54338"/>
            <p:cNvSpPr/>
            <p:nvPr/>
          </p:nvSpPr>
          <p:spPr>
            <a:xfrm>
              <a:off x="8505430" y="2487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9" name="pt54339"/>
            <p:cNvSpPr/>
            <p:nvPr/>
          </p:nvSpPr>
          <p:spPr>
            <a:xfrm>
              <a:off x="9427293" y="195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0" name="pt54340"/>
            <p:cNvSpPr/>
            <p:nvPr/>
          </p:nvSpPr>
          <p:spPr>
            <a:xfrm>
              <a:off x="8878445" y="2042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1" name="pt54341"/>
            <p:cNvSpPr/>
            <p:nvPr/>
          </p:nvSpPr>
          <p:spPr>
            <a:xfrm>
              <a:off x="9121452" y="2063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2" name="pt54342"/>
            <p:cNvSpPr/>
            <p:nvPr/>
          </p:nvSpPr>
          <p:spPr>
            <a:xfrm>
              <a:off x="8749319" y="2160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3" name="pt54343"/>
            <p:cNvSpPr/>
            <p:nvPr/>
          </p:nvSpPr>
          <p:spPr>
            <a:xfrm>
              <a:off x="9035373" y="1518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4" name="pt54344"/>
            <p:cNvSpPr/>
            <p:nvPr/>
          </p:nvSpPr>
          <p:spPr>
            <a:xfrm>
              <a:off x="8717243" y="2251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5" name="pt54345"/>
            <p:cNvSpPr/>
            <p:nvPr/>
          </p:nvSpPr>
          <p:spPr>
            <a:xfrm>
              <a:off x="8556041" y="241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6" name="pt54346"/>
            <p:cNvSpPr/>
            <p:nvPr/>
          </p:nvSpPr>
          <p:spPr>
            <a:xfrm>
              <a:off x="8505430" y="242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7" name="pt54347"/>
            <p:cNvSpPr/>
            <p:nvPr/>
          </p:nvSpPr>
          <p:spPr>
            <a:xfrm>
              <a:off x="8576763" y="2209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8" name="pt54348"/>
            <p:cNvSpPr/>
            <p:nvPr/>
          </p:nvSpPr>
          <p:spPr>
            <a:xfrm>
              <a:off x="8576763" y="2330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9" name="pt54349"/>
            <p:cNvSpPr/>
            <p:nvPr/>
          </p:nvSpPr>
          <p:spPr>
            <a:xfrm>
              <a:off x="8907564" y="1639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0" name="pt54350"/>
            <p:cNvSpPr/>
            <p:nvPr/>
          </p:nvSpPr>
          <p:spPr>
            <a:xfrm>
              <a:off x="8855955" y="1997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1" name="pt54351"/>
            <p:cNvSpPr/>
            <p:nvPr/>
          </p:nvSpPr>
          <p:spPr>
            <a:xfrm>
              <a:off x="8749319" y="2277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2" name="pt54352"/>
            <p:cNvSpPr/>
            <p:nvPr/>
          </p:nvSpPr>
          <p:spPr>
            <a:xfrm>
              <a:off x="9075206" y="2267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3" name="pt54353"/>
            <p:cNvSpPr/>
            <p:nvPr/>
          </p:nvSpPr>
          <p:spPr>
            <a:xfrm>
              <a:off x="8776438" y="2063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4" name="pt54354"/>
            <p:cNvSpPr/>
            <p:nvPr/>
          </p:nvSpPr>
          <p:spPr>
            <a:xfrm>
              <a:off x="8312152" y="2231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5" name="pt54355"/>
            <p:cNvSpPr/>
            <p:nvPr/>
          </p:nvSpPr>
          <p:spPr>
            <a:xfrm>
              <a:off x="8688651" y="2488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6" name="pt54356"/>
            <p:cNvSpPr/>
            <p:nvPr/>
          </p:nvSpPr>
          <p:spPr>
            <a:xfrm>
              <a:off x="9199436" y="2024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7" name="pt54357"/>
            <p:cNvSpPr/>
            <p:nvPr/>
          </p:nvSpPr>
          <p:spPr>
            <a:xfrm>
              <a:off x="8434097" y="2315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8" name="pt54358"/>
            <p:cNvSpPr/>
            <p:nvPr/>
          </p:nvSpPr>
          <p:spPr>
            <a:xfrm>
              <a:off x="9511026" y="2460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9" name="pt54359"/>
            <p:cNvSpPr/>
            <p:nvPr/>
          </p:nvSpPr>
          <p:spPr>
            <a:xfrm>
              <a:off x="8956678" y="1818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0" name="pt54360"/>
            <p:cNvSpPr/>
            <p:nvPr/>
          </p:nvSpPr>
          <p:spPr>
            <a:xfrm>
              <a:off x="8805344" y="2159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1" name="pt54361"/>
            <p:cNvSpPr/>
            <p:nvPr/>
          </p:nvSpPr>
          <p:spPr>
            <a:xfrm>
              <a:off x="8935109" y="2152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2" name="pt54362"/>
            <p:cNvSpPr/>
            <p:nvPr/>
          </p:nvSpPr>
          <p:spPr>
            <a:xfrm>
              <a:off x="9024978" y="1974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3" name="pt54363"/>
            <p:cNvSpPr/>
            <p:nvPr/>
          </p:nvSpPr>
          <p:spPr>
            <a:xfrm>
              <a:off x="9408964" y="2249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4" name="pt54364"/>
            <p:cNvSpPr/>
            <p:nvPr/>
          </p:nvSpPr>
          <p:spPr>
            <a:xfrm>
              <a:off x="8595298" y="2160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5" name="pt54365"/>
            <p:cNvSpPr/>
            <p:nvPr/>
          </p:nvSpPr>
          <p:spPr>
            <a:xfrm>
              <a:off x="8532549" y="2368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6" name="pt54366"/>
            <p:cNvSpPr/>
            <p:nvPr/>
          </p:nvSpPr>
          <p:spPr>
            <a:xfrm>
              <a:off x="8763400" y="2141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7" name="pt54367"/>
            <p:cNvSpPr/>
            <p:nvPr/>
          </p:nvSpPr>
          <p:spPr>
            <a:xfrm>
              <a:off x="9090610" y="1737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8" name="pt54368"/>
            <p:cNvSpPr/>
            <p:nvPr/>
          </p:nvSpPr>
          <p:spPr>
            <a:xfrm>
              <a:off x="8383485" y="2274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9" name="pt54369"/>
            <p:cNvSpPr/>
            <p:nvPr/>
          </p:nvSpPr>
          <p:spPr>
            <a:xfrm>
              <a:off x="9069361" y="2243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0" name="pt54370"/>
            <p:cNvSpPr/>
            <p:nvPr/>
          </p:nvSpPr>
          <p:spPr>
            <a:xfrm>
              <a:off x="8847771" y="2038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1" name="pt54371"/>
            <p:cNvSpPr/>
            <p:nvPr/>
          </p:nvSpPr>
          <p:spPr>
            <a:xfrm>
              <a:off x="9697445" y="1978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2" name="pt54372"/>
            <p:cNvSpPr/>
            <p:nvPr/>
          </p:nvSpPr>
          <p:spPr>
            <a:xfrm>
              <a:off x="8815695" y="2077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3" name="pt54373"/>
            <p:cNvSpPr/>
            <p:nvPr/>
          </p:nvSpPr>
          <p:spPr>
            <a:xfrm>
              <a:off x="8935109" y="2139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4" name="pt54374"/>
            <p:cNvSpPr/>
            <p:nvPr/>
          </p:nvSpPr>
          <p:spPr>
            <a:xfrm>
              <a:off x="9414733" y="2179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5" name="pt54375"/>
            <p:cNvSpPr/>
            <p:nvPr/>
          </p:nvSpPr>
          <p:spPr>
            <a:xfrm>
              <a:off x="8312152" y="2402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6" name="pt54376"/>
            <p:cNvSpPr/>
            <p:nvPr/>
          </p:nvSpPr>
          <p:spPr>
            <a:xfrm>
              <a:off x="9603616" y="2431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7" name="pt54377"/>
            <p:cNvSpPr/>
            <p:nvPr/>
          </p:nvSpPr>
          <p:spPr>
            <a:xfrm>
              <a:off x="9444456" y="1986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8" name="pt54378"/>
            <p:cNvSpPr/>
            <p:nvPr/>
          </p:nvSpPr>
          <p:spPr>
            <a:xfrm>
              <a:off x="8666631" y="236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9" name="pt54379"/>
            <p:cNvSpPr/>
            <p:nvPr/>
          </p:nvSpPr>
          <p:spPr>
            <a:xfrm>
              <a:off x="9087421" y="1743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0" name="pt54380"/>
            <p:cNvSpPr/>
            <p:nvPr/>
          </p:nvSpPr>
          <p:spPr>
            <a:xfrm>
              <a:off x="8788576" y="234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1" name="pt54381"/>
            <p:cNvSpPr/>
            <p:nvPr/>
          </p:nvSpPr>
          <p:spPr>
            <a:xfrm>
              <a:off x="9978328" y="2616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2" name="pt54382"/>
            <p:cNvSpPr/>
            <p:nvPr/>
          </p:nvSpPr>
          <p:spPr>
            <a:xfrm>
              <a:off x="8788576" y="2211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3" name="pt54383"/>
            <p:cNvSpPr/>
            <p:nvPr/>
          </p:nvSpPr>
          <p:spPr>
            <a:xfrm>
              <a:off x="8556041" y="2556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4" name="pt54384"/>
            <p:cNvSpPr/>
            <p:nvPr/>
          </p:nvSpPr>
          <p:spPr>
            <a:xfrm>
              <a:off x="9028011" y="1720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5" name="pt54385"/>
            <p:cNvSpPr/>
            <p:nvPr/>
          </p:nvSpPr>
          <p:spPr>
            <a:xfrm>
              <a:off x="8473354" y="2245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6" name="pt54386"/>
            <p:cNvSpPr/>
            <p:nvPr/>
          </p:nvSpPr>
          <p:spPr>
            <a:xfrm>
              <a:off x="9595084" y="2280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7" name="pt54387"/>
            <p:cNvSpPr/>
            <p:nvPr/>
          </p:nvSpPr>
          <p:spPr>
            <a:xfrm>
              <a:off x="8881929" y="2186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8" name="pt54388"/>
            <p:cNvSpPr/>
            <p:nvPr/>
          </p:nvSpPr>
          <p:spPr>
            <a:xfrm>
              <a:off x="8843532" y="2101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9" name="pt54389"/>
            <p:cNvSpPr/>
            <p:nvPr/>
          </p:nvSpPr>
          <p:spPr>
            <a:xfrm>
              <a:off x="9143835" y="2069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0" name="pt54390"/>
            <p:cNvSpPr/>
            <p:nvPr/>
          </p:nvSpPr>
          <p:spPr>
            <a:xfrm>
              <a:off x="8654494" y="242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1" name="pt54391"/>
            <p:cNvSpPr/>
            <p:nvPr/>
          </p:nvSpPr>
          <p:spPr>
            <a:xfrm>
              <a:off x="9218764" y="1890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2" name="pt54392"/>
            <p:cNvSpPr/>
            <p:nvPr/>
          </p:nvSpPr>
          <p:spPr>
            <a:xfrm>
              <a:off x="9057053" y="1646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3" name="pt54393"/>
            <p:cNvSpPr/>
            <p:nvPr/>
          </p:nvSpPr>
          <p:spPr>
            <a:xfrm>
              <a:off x="8901496" y="1802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4" name="pt54394"/>
            <p:cNvSpPr/>
            <p:nvPr/>
          </p:nvSpPr>
          <p:spPr>
            <a:xfrm>
              <a:off x="8810596" y="2219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5" name="pt54395"/>
            <p:cNvSpPr/>
            <p:nvPr/>
          </p:nvSpPr>
          <p:spPr>
            <a:xfrm>
              <a:off x="9117880" y="2056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6" name="pt54396"/>
            <p:cNvSpPr/>
            <p:nvPr/>
          </p:nvSpPr>
          <p:spPr>
            <a:xfrm>
              <a:off x="8654494" y="2486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7" name="pt54397"/>
            <p:cNvSpPr/>
            <p:nvPr/>
          </p:nvSpPr>
          <p:spPr>
            <a:xfrm>
              <a:off x="9654228" y="2170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8" name="pt54398"/>
            <p:cNvSpPr/>
            <p:nvPr/>
          </p:nvSpPr>
          <p:spPr>
            <a:xfrm>
              <a:off x="8505430" y="2309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9" name="pt54399"/>
            <p:cNvSpPr/>
            <p:nvPr/>
          </p:nvSpPr>
          <p:spPr>
            <a:xfrm>
              <a:off x="8794345" y="2176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0" name="pt54400"/>
            <p:cNvSpPr/>
            <p:nvPr/>
          </p:nvSpPr>
          <p:spPr>
            <a:xfrm>
              <a:off x="9064541" y="1685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1" name="pt54401"/>
            <p:cNvSpPr/>
            <p:nvPr/>
          </p:nvSpPr>
          <p:spPr>
            <a:xfrm>
              <a:off x="8312152" y="2579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2" name="pt54402"/>
            <p:cNvSpPr/>
            <p:nvPr/>
          </p:nvSpPr>
          <p:spPr>
            <a:xfrm>
              <a:off x="8947416" y="197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3" name="pt54403"/>
            <p:cNvSpPr/>
            <p:nvPr/>
          </p:nvSpPr>
          <p:spPr>
            <a:xfrm>
              <a:off x="8973855" y="2143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4" name="pt54404"/>
            <p:cNvSpPr/>
            <p:nvPr/>
          </p:nvSpPr>
          <p:spPr>
            <a:xfrm>
              <a:off x="9208828" y="2136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5" name="pt54405"/>
            <p:cNvSpPr/>
            <p:nvPr/>
          </p:nvSpPr>
          <p:spPr>
            <a:xfrm>
              <a:off x="8698707" y="237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6" name="pt54406"/>
            <p:cNvSpPr/>
            <p:nvPr/>
          </p:nvSpPr>
          <p:spPr>
            <a:xfrm>
              <a:off x="9420641" y="2159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7" name="pt54407"/>
            <p:cNvSpPr/>
            <p:nvPr/>
          </p:nvSpPr>
          <p:spPr>
            <a:xfrm>
              <a:off x="8935109" y="1966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8" name="pt54408"/>
            <p:cNvSpPr/>
            <p:nvPr/>
          </p:nvSpPr>
          <p:spPr>
            <a:xfrm>
              <a:off x="8810596" y="213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9" name="pt54409"/>
            <p:cNvSpPr/>
            <p:nvPr/>
          </p:nvSpPr>
          <p:spPr>
            <a:xfrm>
              <a:off x="8505430" y="2544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0" name="pt54410"/>
            <p:cNvSpPr/>
            <p:nvPr/>
          </p:nvSpPr>
          <p:spPr>
            <a:xfrm>
              <a:off x="9230563" y="1890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1" name="pt54411"/>
            <p:cNvSpPr/>
            <p:nvPr/>
          </p:nvSpPr>
          <p:spPr>
            <a:xfrm>
              <a:off x="8505430" y="2390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2" name="pt54412"/>
            <p:cNvSpPr/>
            <p:nvPr/>
          </p:nvSpPr>
          <p:spPr>
            <a:xfrm>
              <a:off x="9219272" y="1852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3" name="pt54413"/>
            <p:cNvSpPr/>
            <p:nvPr/>
          </p:nvSpPr>
          <p:spPr>
            <a:xfrm>
              <a:off x="9452582" y="1908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4" name="pt54414"/>
            <p:cNvSpPr/>
            <p:nvPr/>
          </p:nvSpPr>
          <p:spPr>
            <a:xfrm>
              <a:off x="8901496" y="1906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5" name="pt54415"/>
            <p:cNvSpPr/>
            <p:nvPr/>
          </p:nvSpPr>
          <p:spPr>
            <a:xfrm>
              <a:off x="8641456" y="2085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6" name="pt54416"/>
            <p:cNvSpPr/>
            <p:nvPr/>
          </p:nvSpPr>
          <p:spPr>
            <a:xfrm>
              <a:off x="8434097" y="2286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7" name="pt54417"/>
            <p:cNvSpPr/>
            <p:nvPr/>
          </p:nvSpPr>
          <p:spPr>
            <a:xfrm>
              <a:off x="9051878" y="1774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8" name="pt54418"/>
            <p:cNvSpPr/>
            <p:nvPr/>
          </p:nvSpPr>
          <p:spPr>
            <a:xfrm>
              <a:off x="8654494" y="2323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9" name="pt54419"/>
            <p:cNvSpPr/>
            <p:nvPr/>
          </p:nvSpPr>
          <p:spPr>
            <a:xfrm>
              <a:off x="9237554" y="2196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0" name="pt54420"/>
            <p:cNvSpPr/>
            <p:nvPr/>
          </p:nvSpPr>
          <p:spPr>
            <a:xfrm>
              <a:off x="9265000" y="2006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1" name="pt54421"/>
            <p:cNvSpPr/>
            <p:nvPr/>
          </p:nvSpPr>
          <p:spPr>
            <a:xfrm>
              <a:off x="8874891" y="1997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2" name="pt54422"/>
            <p:cNvSpPr/>
            <p:nvPr/>
          </p:nvSpPr>
          <p:spPr>
            <a:xfrm>
              <a:off x="8688651" y="2343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3" name="pt54423"/>
            <p:cNvSpPr/>
            <p:nvPr/>
          </p:nvSpPr>
          <p:spPr>
            <a:xfrm>
              <a:off x="8979888" y="2298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4" name="pt54424"/>
            <p:cNvSpPr/>
            <p:nvPr/>
          </p:nvSpPr>
          <p:spPr>
            <a:xfrm>
              <a:off x="8717243" y="2144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5" name="pt54425"/>
            <p:cNvSpPr/>
            <p:nvPr/>
          </p:nvSpPr>
          <p:spPr>
            <a:xfrm>
              <a:off x="8851911" y="1960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6" name="pt54426"/>
            <p:cNvSpPr/>
            <p:nvPr/>
          </p:nvSpPr>
          <p:spPr>
            <a:xfrm>
              <a:off x="8677986" y="2225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7" name="pt54427"/>
            <p:cNvSpPr/>
            <p:nvPr/>
          </p:nvSpPr>
          <p:spPr>
            <a:xfrm>
              <a:off x="8641456" y="2164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8" name="pt54428"/>
            <p:cNvSpPr/>
            <p:nvPr/>
          </p:nvSpPr>
          <p:spPr>
            <a:xfrm>
              <a:off x="9489373" y="251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9" name="pt54429"/>
            <p:cNvSpPr/>
            <p:nvPr/>
          </p:nvSpPr>
          <p:spPr>
            <a:xfrm>
              <a:off x="9384781" y="2163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0" name="pt54430"/>
            <p:cNvSpPr/>
            <p:nvPr/>
          </p:nvSpPr>
          <p:spPr>
            <a:xfrm>
              <a:off x="8749319" y="2008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1" name="pt54431"/>
            <p:cNvSpPr/>
            <p:nvPr/>
          </p:nvSpPr>
          <p:spPr>
            <a:xfrm>
              <a:off x="8473354" y="2074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2" name="pt54432"/>
            <p:cNvSpPr/>
            <p:nvPr/>
          </p:nvSpPr>
          <p:spPr>
            <a:xfrm>
              <a:off x="9978328" y="2523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3" name="pt54433"/>
            <p:cNvSpPr/>
            <p:nvPr/>
          </p:nvSpPr>
          <p:spPr>
            <a:xfrm>
              <a:off x="8612066" y="2253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4" name="pt54434"/>
            <p:cNvSpPr/>
            <p:nvPr/>
          </p:nvSpPr>
          <p:spPr>
            <a:xfrm>
              <a:off x="8749319" y="2035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5" name="pt54435"/>
            <p:cNvSpPr/>
            <p:nvPr/>
          </p:nvSpPr>
          <p:spPr>
            <a:xfrm>
              <a:off x="8749319" y="2196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6" name="pt54436"/>
            <p:cNvSpPr/>
            <p:nvPr/>
          </p:nvSpPr>
          <p:spPr>
            <a:xfrm>
              <a:off x="9005590" y="1938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7" name="pt54437"/>
            <p:cNvSpPr/>
            <p:nvPr/>
          </p:nvSpPr>
          <p:spPr>
            <a:xfrm>
              <a:off x="9217744" y="2178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8" name="pt54438"/>
            <p:cNvSpPr/>
            <p:nvPr/>
          </p:nvSpPr>
          <p:spPr>
            <a:xfrm>
              <a:off x="9065758" y="2027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9" name="pt54439"/>
            <p:cNvSpPr/>
            <p:nvPr/>
          </p:nvSpPr>
          <p:spPr>
            <a:xfrm>
              <a:off x="9509182" y="2348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0" name="pt54440"/>
            <p:cNvSpPr/>
            <p:nvPr/>
          </p:nvSpPr>
          <p:spPr>
            <a:xfrm>
              <a:off x="9291111" y="187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1" name="pt54441"/>
            <p:cNvSpPr/>
            <p:nvPr/>
          </p:nvSpPr>
          <p:spPr>
            <a:xfrm>
              <a:off x="8855955" y="2197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2" name="pt54442"/>
            <p:cNvSpPr/>
            <p:nvPr/>
          </p:nvSpPr>
          <p:spPr>
            <a:xfrm>
              <a:off x="9010641" y="1951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3" name="pt54443"/>
            <p:cNvSpPr/>
            <p:nvPr/>
          </p:nvSpPr>
          <p:spPr>
            <a:xfrm>
              <a:off x="9200002" y="1833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4" name="pt54444"/>
            <p:cNvSpPr/>
            <p:nvPr/>
          </p:nvSpPr>
          <p:spPr>
            <a:xfrm>
              <a:off x="8383485" y="2215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5" name="pt54445"/>
            <p:cNvSpPr/>
            <p:nvPr/>
          </p:nvSpPr>
          <p:spPr>
            <a:xfrm>
              <a:off x="8815695" y="2052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6" name="pt54446"/>
            <p:cNvSpPr/>
            <p:nvPr/>
          </p:nvSpPr>
          <p:spPr>
            <a:xfrm>
              <a:off x="9785747" y="2402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7" name="pt54447"/>
            <p:cNvSpPr/>
            <p:nvPr/>
          </p:nvSpPr>
          <p:spPr>
            <a:xfrm>
              <a:off x="8312152" y="2411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8" name="pt54448"/>
            <p:cNvSpPr/>
            <p:nvPr/>
          </p:nvSpPr>
          <p:spPr>
            <a:xfrm>
              <a:off x="9103798" y="1941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9" name="pt54449"/>
            <p:cNvSpPr/>
            <p:nvPr/>
          </p:nvSpPr>
          <p:spPr>
            <a:xfrm>
              <a:off x="9427293" y="1922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0" name="pt54450"/>
            <p:cNvSpPr/>
            <p:nvPr/>
          </p:nvSpPr>
          <p:spPr>
            <a:xfrm>
              <a:off x="9547911" y="1594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1" name="pt54451"/>
            <p:cNvSpPr/>
            <p:nvPr/>
          </p:nvSpPr>
          <p:spPr>
            <a:xfrm>
              <a:off x="8383485" y="2209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2" name="pt54452"/>
            <p:cNvSpPr/>
            <p:nvPr/>
          </p:nvSpPr>
          <p:spPr>
            <a:xfrm>
              <a:off x="9062080" y="1675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3" name="pt54453"/>
            <p:cNvSpPr/>
            <p:nvPr/>
          </p:nvSpPr>
          <p:spPr>
            <a:xfrm>
              <a:off x="8825472" y="2014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4" name="pt54454"/>
            <p:cNvSpPr/>
            <p:nvPr/>
          </p:nvSpPr>
          <p:spPr>
            <a:xfrm>
              <a:off x="9371637" y="2088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5" name="pt54455"/>
            <p:cNvSpPr/>
            <p:nvPr/>
          </p:nvSpPr>
          <p:spPr>
            <a:xfrm>
              <a:off x="8473354" y="2314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6" name="pt54456"/>
            <p:cNvSpPr/>
            <p:nvPr/>
          </p:nvSpPr>
          <p:spPr>
            <a:xfrm>
              <a:off x="8473354" y="237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7" name="pt54457"/>
            <p:cNvSpPr/>
            <p:nvPr/>
          </p:nvSpPr>
          <p:spPr>
            <a:xfrm>
              <a:off x="8473354" y="2447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8" name="pt54458"/>
            <p:cNvSpPr/>
            <p:nvPr/>
          </p:nvSpPr>
          <p:spPr>
            <a:xfrm>
              <a:off x="8937640" y="1851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9" name="pt54459"/>
            <p:cNvSpPr/>
            <p:nvPr/>
          </p:nvSpPr>
          <p:spPr>
            <a:xfrm>
              <a:off x="9349631" y="2239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0" name="pt54460"/>
            <p:cNvSpPr/>
            <p:nvPr/>
          </p:nvSpPr>
          <p:spPr>
            <a:xfrm>
              <a:off x="9301896" y="1876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1" name="pt54461"/>
            <p:cNvSpPr/>
            <p:nvPr/>
          </p:nvSpPr>
          <p:spPr>
            <a:xfrm>
              <a:off x="8505430" y="2545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2" name="pt54462"/>
            <p:cNvSpPr/>
            <p:nvPr/>
          </p:nvSpPr>
          <p:spPr>
            <a:xfrm>
              <a:off x="8971798" y="2058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3" name="pt54463"/>
            <p:cNvSpPr/>
            <p:nvPr/>
          </p:nvSpPr>
          <p:spPr>
            <a:xfrm>
              <a:off x="8810596" y="2332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4" name="pt54464"/>
            <p:cNvSpPr/>
            <p:nvPr/>
          </p:nvSpPr>
          <p:spPr>
            <a:xfrm>
              <a:off x="9554821" y="2196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5" name="pt54465"/>
            <p:cNvSpPr/>
            <p:nvPr/>
          </p:nvSpPr>
          <p:spPr>
            <a:xfrm>
              <a:off x="9578717" y="2342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6" name="pt54466"/>
            <p:cNvSpPr/>
            <p:nvPr/>
          </p:nvSpPr>
          <p:spPr>
            <a:xfrm>
              <a:off x="8947416" y="2059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7" name="pt54467"/>
            <p:cNvSpPr/>
            <p:nvPr/>
          </p:nvSpPr>
          <p:spPr>
            <a:xfrm>
              <a:off x="8935109" y="2052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8" name="pt54468"/>
            <p:cNvSpPr/>
            <p:nvPr/>
          </p:nvSpPr>
          <p:spPr>
            <a:xfrm>
              <a:off x="9065758" y="2077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9" name="pt54469"/>
            <p:cNvSpPr/>
            <p:nvPr/>
          </p:nvSpPr>
          <p:spPr>
            <a:xfrm>
              <a:off x="8312152" y="2500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0" name="pt54470"/>
            <p:cNvSpPr/>
            <p:nvPr/>
          </p:nvSpPr>
          <p:spPr>
            <a:xfrm>
              <a:off x="8741831" y="2208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1" name="pt54471"/>
            <p:cNvSpPr/>
            <p:nvPr/>
          </p:nvSpPr>
          <p:spPr>
            <a:xfrm>
              <a:off x="8666631" y="2402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2" name="pt54472"/>
            <p:cNvSpPr/>
            <p:nvPr/>
          </p:nvSpPr>
          <p:spPr>
            <a:xfrm>
              <a:off x="8843532" y="2114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3" name="pt54473"/>
            <p:cNvSpPr/>
            <p:nvPr/>
          </p:nvSpPr>
          <p:spPr>
            <a:xfrm>
              <a:off x="8473354" y="2307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4" name="pt54474"/>
            <p:cNvSpPr/>
            <p:nvPr/>
          </p:nvSpPr>
          <p:spPr>
            <a:xfrm>
              <a:off x="8998621" y="1969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5" name="pt54475"/>
            <p:cNvSpPr/>
            <p:nvPr/>
          </p:nvSpPr>
          <p:spPr>
            <a:xfrm>
              <a:off x="9260646" y="2147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6" name="pt54476"/>
            <p:cNvSpPr/>
            <p:nvPr/>
          </p:nvSpPr>
          <p:spPr>
            <a:xfrm>
              <a:off x="8717243" y="217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7" name="pt54477"/>
            <p:cNvSpPr/>
            <p:nvPr/>
          </p:nvSpPr>
          <p:spPr>
            <a:xfrm>
              <a:off x="8810596" y="2112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8" name="pt54478"/>
            <p:cNvSpPr/>
            <p:nvPr/>
          </p:nvSpPr>
          <p:spPr>
            <a:xfrm>
              <a:off x="8741831" y="2110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9" name="pt54479"/>
            <p:cNvSpPr/>
            <p:nvPr/>
          </p:nvSpPr>
          <p:spPr>
            <a:xfrm>
              <a:off x="9176429" y="1853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0" name="pt54480"/>
            <p:cNvSpPr/>
            <p:nvPr/>
          </p:nvSpPr>
          <p:spPr>
            <a:xfrm>
              <a:off x="8874891" y="1971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1" name="pt54481"/>
            <p:cNvSpPr/>
            <p:nvPr/>
          </p:nvSpPr>
          <p:spPr>
            <a:xfrm>
              <a:off x="9514089" y="2411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2" name="pt54482"/>
            <p:cNvSpPr/>
            <p:nvPr/>
          </p:nvSpPr>
          <p:spPr>
            <a:xfrm>
              <a:off x="8935109" y="2089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3" name="pt54483"/>
            <p:cNvSpPr/>
            <p:nvPr/>
          </p:nvSpPr>
          <p:spPr>
            <a:xfrm>
              <a:off x="8595298" y="2302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4" name="pt54484"/>
            <p:cNvSpPr/>
            <p:nvPr/>
          </p:nvSpPr>
          <p:spPr>
            <a:xfrm>
              <a:off x="8921875" y="2085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5" name="pt54485"/>
            <p:cNvSpPr/>
            <p:nvPr/>
          </p:nvSpPr>
          <p:spPr>
            <a:xfrm>
              <a:off x="8996835" y="2021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6" name="pt54486"/>
            <p:cNvSpPr/>
            <p:nvPr/>
          </p:nvSpPr>
          <p:spPr>
            <a:xfrm>
              <a:off x="8595298" y="2281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7" name="pt54487"/>
            <p:cNvSpPr/>
            <p:nvPr/>
          </p:nvSpPr>
          <p:spPr>
            <a:xfrm>
              <a:off x="8977900" y="2308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8" name="pt54488"/>
            <p:cNvSpPr/>
            <p:nvPr/>
          </p:nvSpPr>
          <p:spPr>
            <a:xfrm>
              <a:off x="8576763" y="2348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9" name="pt54489"/>
            <p:cNvSpPr/>
            <p:nvPr/>
          </p:nvSpPr>
          <p:spPr>
            <a:xfrm>
              <a:off x="9065758" y="2030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0" name="pt54490"/>
            <p:cNvSpPr/>
            <p:nvPr/>
          </p:nvSpPr>
          <p:spPr>
            <a:xfrm>
              <a:off x="8383485" y="2302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1" name="pt54491"/>
            <p:cNvSpPr/>
            <p:nvPr/>
          </p:nvSpPr>
          <p:spPr>
            <a:xfrm>
              <a:off x="9121452" y="2192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2" name="pt54492"/>
            <p:cNvSpPr/>
            <p:nvPr/>
          </p:nvSpPr>
          <p:spPr>
            <a:xfrm>
              <a:off x="9254530" y="2191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3" name="pt54493"/>
            <p:cNvSpPr/>
            <p:nvPr/>
          </p:nvSpPr>
          <p:spPr>
            <a:xfrm>
              <a:off x="8942596" y="1894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4" name="pt54494"/>
            <p:cNvSpPr/>
            <p:nvPr/>
          </p:nvSpPr>
          <p:spPr>
            <a:xfrm>
              <a:off x="8312152" y="2543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5" name="pt54495"/>
            <p:cNvSpPr/>
            <p:nvPr/>
          </p:nvSpPr>
          <p:spPr>
            <a:xfrm>
              <a:off x="8312152" y="2201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6" name="pt54496"/>
            <p:cNvSpPr/>
            <p:nvPr/>
          </p:nvSpPr>
          <p:spPr>
            <a:xfrm>
              <a:off x="8532549" y="2337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7" name="pt54497"/>
            <p:cNvSpPr/>
            <p:nvPr/>
          </p:nvSpPr>
          <p:spPr>
            <a:xfrm>
              <a:off x="8312152" y="2422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8" name="pt54498"/>
            <p:cNvSpPr/>
            <p:nvPr/>
          </p:nvSpPr>
          <p:spPr>
            <a:xfrm>
              <a:off x="8532549" y="2499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9" name="pt54499"/>
            <p:cNvSpPr/>
            <p:nvPr/>
          </p:nvSpPr>
          <p:spPr>
            <a:xfrm>
              <a:off x="9254944" y="2146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0" name="pt54500"/>
            <p:cNvSpPr/>
            <p:nvPr/>
          </p:nvSpPr>
          <p:spPr>
            <a:xfrm>
              <a:off x="8556041" y="2446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1" name="pt54501"/>
            <p:cNvSpPr/>
            <p:nvPr/>
          </p:nvSpPr>
          <p:spPr>
            <a:xfrm>
              <a:off x="8505430" y="2337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2" name="pt54502"/>
            <p:cNvSpPr/>
            <p:nvPr/>
          </p:nvSpPr>
          <p:spPr>
            <a:xfrm>
              <a:off x="9420641" y="2224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3" name="pt54503"/>
            <p:cNvSpPr/>
            <p:nvPr/>
          </p:nvSpPr>
          <p:spPr>
            <a:xfrm>
              <a:off x="9310253" y="1930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4" name="pt54504"/>
            <p:cNvSpPr/>
            <p:nvPr/>
          </p:nvSpPr>
          <p:spPr>
            <a:xfrm>
              <a:off x="9282477" y="2085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5" name="pt54505"/>
            <p:cNvSpPr/>
            <p:nvPr/>
          </p:nvSpPr>
          <p:spPr>
            <a:xfrm>
              <a:off x="8383485" y="2167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6" name="pt54506"/>
            <p:cNvSpPr/>
            <p:nvPr/>
          </p:nvSpPr>
          <p:spPr>
            <a:xfrm>
              <a:off x="9700990" y="1786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7" name="pt54507"/>
            <p:cNvSpPr/>
            <p:nvPr/>
          </p:nvSpPr>
          <p:spPr>
            <a:xfrm>
              <a:off x="9301896" y="1819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8" name="pt54508"/>
            <p:cNvSpPr/>
            <p:nvPr/>
          </p:nvSpPr>
          <p:spPr>
            <a:xfrm>
              <a:off x="8434097" y="2381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9" name="pt54509"/>
            <p:cNvSpPr/>
            <p:nvPr/>
          </p:nvSpPr>
          <p:spPr>
            <a:xfrm>
              <a:off x="8612066" y="2209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0" name="pt54510"/>
            <p:cNvSpPr/>
            <p:nvPr/>
          </p:nvSpPr>
          <p:spPr>
            <a:xfrm>
              <a:off x="9292119" y="1914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1" name="pt54511"/>
            <p:cNvSpPr/>
            <p:nvPr/>
          </p:nvSpPr>
          <p:spPr>
            <a:xfrm>
              <a:off x="8434097" y="2332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2" name="pt54512"/>
            <p:cNvSpPr/>
            <p:nvPr/>
          </p:nvSpPr>
          <p:spPr>
            <a:xfrm>
              <a:off x="8312152" y="2364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3" name="pt54513"/>
            <p:cNvSpPr/>
            <p:nvPr/>
          </p:nvSpPr>
          <p:spPr>
            <a:xfrm>
              <a:off x="8859909" y="1867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4" name="pt54514"/>
            <p:cNvSpPr/>
            <p:nvPr/>
          </p:nvSpPr>
          <p:spPr>
            <a:xfrm>
              <a:off x="8383485" y="2284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5" name="pt54515"/>
            <p:cNvSpPr/>
            <p:nvPr/>
          </p:nvSpPr>
          <p:spPr>
            <a:xfrm>
              <a:off x="8556041" y="2444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6" name="pt54516"/>
            <p:cNvSpPr/>
            <p:nvPr/>
          </p:nvSpPr>
          <p:spPr>
            <a:xfrm>
              <a:off x="8434097" y="2391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7" name="pt54517"/>
            <p:cNvSpPr/>
            <p:nvPr/>
          </p:nvSpPr>
          <p:spPr>
            <a:xfrm>
              <a:off x="8627374" y="2199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8" name="pt54518"/>
            <p:cNvSpPr/>
            <p:nvPr/>
          </p:nvSpPr>
          <p:spPr>
            <a:xfrm>
              <a:off x="9209365" y="2062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9" name="pt54519"/>
            <p:cNvSpPr/>
            <p:nvPr/>
          </p:nvSpPr>
          <p:spPr>
            <a:xfrm>
              <a:off x="9393280" y="1974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0" name="pt54520"/>
            <p:cNvSpPr/>
            <p:nvPr/>
          </p:nvSpPr>
          <p:spPr>
            <a:xfrm>
              <a:off x="8576763" y="2366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1" name="pt54521"/>
            <p:cNvSpPr/>
            <p:nvPr/>
          </p:nvSpPr>
          <p:spPr>
            <a:xfrm>
              <a:off x="8763400" y="2135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2" name="pt54522"/>
            <p:cNvSpPr/>
            <p:nvPr/>
          </p:nvSpPr>
          <p:spPr>
            <a:xfrm>
              <a:off x="8654494" y="2484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3" name="pt54523"/>
            <p:cNvSpPr/>
            <p:nvPr/>
          </p:nvSpPr>
          <p:spPr>
            <a:xfrm>
              <a:off x="9039647" y="192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4" name="pt54524"/>
            <p:cNvSpPr/>
            <p:nvPr/>
          </p:nvSpPr>
          <p:spPr>
            <a:xfrm>
              <a:off x="9265000" y="2068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5" name="pt54525"/>
            <p:cNvSpPr/>
            <p:nvPr/>
          </p:nvSpPr>
          <p:spPr>
            <a:xfrm>
              <a:off x="9489373" y="2523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6" name="pt54526"/>
            <p:cNvSpPr/>
            <p:nvPr/>
          </p:nvSpPr>
          <p:spPr>
            <a:xfrm>
              <a:off x="8312152" y="2324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7" name="pt54527"/>
            <p:cNvSpPr/>
            <p:nvPr/>
          </p:nvSpPr>
          <p:spPr>
            <a:xfrm>
              <a:off x="8505430" y="2613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8" name="pt54528"/>
            <p:cNvSpPr/>
            <p:nvPr/>
          </p:nvSpPr>
          <p:spPr>
            <a:xfrm>
              <a:off x="9396086" y="2075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9" name="pt54529"/>
            <p:cNvSpPr/>
            <p:nvPr/>
          </p:nvSpPr>
          <p:spPr>
            <a:xfrm>
              <a:off x="8717243" y="2428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0" name="pt54530"/>
            <p:cNvSpPr/>
            <p:nvPr/>
          </p:nvSpPr>
          <p:spPr>
            <a:xfrm>
              <a:off x="8830164" y="1923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1" name="pt54531"/>
            <p:cNvSpPr/>
            <p:nvPr/>
          </p:nvSpPr>
          <p:spPr>
            <a:xfrm>
              <a:off x="8874891" y="2086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2" name="pt54532"/>
            <p:cNvSpPr/>
            <p:nvPr/>
          </p:nvSpPr>
          <p:spPr>
            <a:xfrm>
              <a:off x="9028011" y="1738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3" name="pt54533"/>
            <p:cNvSpPr/>
            <p:nvPr/>
          </p:nvSpPr>
          <p:spPr>
            <a:xfrm>
              <a:off x="9007289" y="1835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4" name="pt54534"/>
            <p:cNvSpPr/>
            <p:nvPr/>
          </p:nvSpPr>
          <p:spPr>
            <a:xfrm>
              <a:off x="8810596" y="2105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5" name="pt54535"/>
            <p:cNvSpPr/>
            <p:nvPr/>
          </p:nvSpPr>
          <p:spPr>
            <a:xfrm>
              <a:off x="8977900" y="2343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6" name="pt54536"/>
            <p:cNvSpPr/>
            <p:nvPr/>
          </p:nvSpPr>
          <p:spPr>
            <a:xfrm>
              <a:off x="8794345" y="1999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7" name="pt54537"/>
            <p:cNvSpPr/>
            <p:nvPr/>
          </p:nvSpPr>
          <p:spPr>
            <a:xfrm>
              <a:off x="9511026" y="2346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8" name="pt54538"/>
            <p:cNvSpPr/>
            <p:nvPr/>
          </p:nvSpPr>
          <p:spPr>
            <a:xfrm>
              <a:off x="9328879" y="2152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9" name="pt54539"/>
            <p:cNvSpPr/>
            <p:nvPr/>
          </p:nvSpPr>
          <p:spPr>
            <a:xfrm>
              <a:off x="8434097" y="2418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0" name="pt54540"/>
            <p:cNvSpPr/>
            <p:nvPr/>
          </p:nvSpPr>
          <p:spPr>
            <a:xfrm>
              <a:off x="8878445" y="1879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1" name="pt54541"/>
            <p:cNvSpPr/>
            <p:nvPr/>
          </p:nvSpPr>
          <p:spPr>
            <a:xfrm>
              <a:off x="8556041" y="2582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2" name="pt54542"/>
            <p:cNvSpPr/>
            <p:nvPr/>
          </p:nvSpPr>
          <p:spPr>
            <a:xfrm>
              <a:off x="9097834" y="2039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3" name="pt54543"/>
            <p:cNvSpPr/>
            <p:nvPr/>
          </p:nvSpPr>
          <p:spPr>
            <a:xfrm>
              <a:off x="8641456" y="2067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4" name="pt54544"/>
            <p:cNvSpPr/>
            <p:nvPr/>
          </p:nvSpPr>
          <p:spPr>
            <a:xfrm>
              <a:off x="8595298" y="2356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5" name="pt54545"/>
            <p:cNvSpPr/>
            <p:nvPr/>
          </p:nvSpPr>
          <p:spPr>
            <a:xfrm>
              <a:off x="8942596" y="1929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6" name="pt54546"/>
            <p:cNvSpPr/>
            <p:nvPr/>
          </p:nvSpPr>
          <p:spPr>
            <a:xfrm>
              <a:off x="9206663" y="2039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7" name="pt54547"/>
            <p:cNvSpPr/>
            <p:nvPr/>
          </p:nvSpPr>
          <p:spPr>
            <a:xfrm>
              <a:off x="9161591" y="2220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8" name="pt54548"/>
            <p:cNvSpPr/>
            <p:nvPr/>
          </p:nvSpPr>
          <p:spPr>
            <a:xfrm>
              <a:off x="8956678" y="1930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9" name="pt54549"/>
            <p:cNvSpPr/>
            <p:nvPr/>
          </p:nvSpPr>
          <p:spPr>
            <a:xfrm>
              <a:off x="9024978" y="1854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0" name="pt54550"/>
            <p:cNvSpPr/>
            <p:nvPr/>
          </p:nvSpPr>
          <p:spPr>
            <a:xfrm>
              <a:off x="8863776" y="2032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1" name="pt54551"/>
            <p:cNvSpPr/>
            <p:nvPr/>
          </p:nvSpPr>
          <p:spPr>
            <a:xfrm>
              <a:off x="8434097" y="2434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2" name="pt54552"/>
            <p:cNvSpPr/>
            <p:nvPr/>
          </p:nvSpPr>
          <p:spPr>
            <a:xfrm>
              <a:off x="9292119" y="1907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3" name="pt54553"/>
            <p:cNvSpPr/>
            <p:nvPr/>
          </p:nvSpPr>
          <p:spPr>
            <a:xfrm>
              <a:off x="8975889" y="2222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4" name="pt54554"/>
            <p:cNvSpPr/>
            <p:nvPr/>
          </p:nvSpPr>
          <p:spPr>
            <a:xfrm>
              <a:off x="9318519" y="1888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5" name="pt54555"/>
            <p:cNvSpPr/>
            <p:nvPr/>
          </p:nvSpPr>
          <p:spPr>
            <a:xfrm>
              <a:off x="9106706" y="1952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6" name="pt54556"/>
            <p:cNvSpPr/>
            <p:nvPr/>
          </p:nvSpPr>
          <p:spPr>
            <a:xfrm>
              <a:off x="9024978" y="1985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7" name="pt54557"/>
            <p:cNvSpPr/>
            <p:nvPr/>
          </p:nvSpPr>
          <p:spPr>
            <a:xfrm>
              <a:off x="8855955" y="2209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8" name="pt54558"/>
            <p:cNvSpPr/>
            <p:nvPr/>
          </p:nvSpPr>
          <p:spPr>
            <a:xfrm>
              <a:off x="9060837" y="1722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9" name="pt54559"/>
            <p:cNvSpPr/>
            <p:nvPr/>
          </p:nvSpPr>
          <p:spPr>
            <a:xfrm>
              <a:off x="9666217" y="1909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0" name="pt54560"/>
            <p:cNvSpPr/>
            <p:nvPr/>
          </p:nvSpPr>
          <p:spPr>
            <a:xfrm>
              <a:off x="8717243" y="2356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1" name="pt54561"/>
            <p:cNvSpPr/>
            <p:nvPr/>
          </p:nvSpPr>
          <p:spPr>
            <a:xfrm>
              <a:off x="9444456" y="1953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2" name="pt54562"/>
            <p:cNvSpPr/>
            <p:nvPr/>
          </p:nvSpPr>
          <p:spPr>
            <a:xfrm>
              <a:off x="8996835" y="2007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3" name="pt54563"/>
            <p:cNvSpPr/>
            <p:nvPr/>
          </p:nvSpPr>
          <p:spPr>
            <a:xfrm>
              <a:off x="9070546" y="2169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4" name="pt54564"/>
            <p:cNvSpPr/>
            <p:nvPr/>
          </p:nvSpPr>
          <p:spPr>
            <a:xfrm>
              <a:off x="9749896" y="2023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5" name="pt54565"/>
            <p:cNvSpPr/>
            <p:nvPr/>
          </p:nvSpPr>
          <p:spPr>
            <a:xfrm>
              <a:off x="8505430" y="2379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6" name="pt54566"/>
            <p:cNvSpPr/>
            <p:nvPr/>
          </p:nvSpPr>
          <p:spPr>
            <a:xfrm>
              <a:off x="9346461" y="2190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7" name="pt54567"/>
            <p:cNvSpPr/>
            <p:nvPr/>
          </p:nvSpPr>
          <p:spPr>
            <a:xfrm>
              <a:off x="9161591" y="2117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8" name="pt54568"/>
            <p:cNvSpPr/>
            <p:nvPr/>
          </p:nvSpPr>
          <p:spPr>
            <a:xfrm>
              <a:off x="8859909" y="2082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9" name="pt54569"/>
            <p:cNvSpPr/>
            <p:nvPr/>
          </p:nvSpPr>
          <p:spPr>
            <a:xfrm>
              <a:off x="8434097" y="2432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0" name="pt54570"/>
            <p:cNvSpPr/>
            <p:nvPr/>
          </p:nvSpPr>
          <p:spPr>
            <a:xfrm>
              <a:off x="9218255" y="1892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1" name="pt54571"/>
            <p:cNvSpPr/>
            <p:nvPr/>
          </p:nvSpPr>
          <p:spPr>
            <a:xfrm>
              <a:off x="8855955" y="2191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2" name="pt54572"/>
            <p:cNvSpPr/>
            <p:nvPr/>
          </p:nvSpPr>
          <p:spPr>
            <a:xfrm>
              <a:off x="8688651" y="2484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3" name="pt54573"/>
            <p:cNvSpPr/>
            <p:nvPr/>
          </p:nvSpPr>
          <p:spPr>
            <a:xfrm>
              <a:off x="8907564" y="1629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4" name="pt54574"/>
            <p:cNvSpPr/>
            <p:nvPr/>
          </p:nvSpPr>
          <p:spPr>
            <a:xfrm>
              <a:off x="8847771" y="222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5" name="pt54575"/>
            <p:cNvSpPr/>
            <p:nvPr/>
          </p:nvSpPr>
          <p:spPr>
            <a:xfrm>
              <a:off x="9221288" y="1818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6" name="pt54576"/>
            <p:cNvSpPr/>
            <p:nvPr/>
          </p:nvSpPr>
          <p:spPr>
            <a:xfrm>
              <a:off x="8434097" y="2410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7" name="pt54577"/>
            <p:cNvSpPr/>
            <p:nvPr/>
          </p:nvSpPr>
          <p:spPr>
            <a:xfrm>
              <a:off x="9514089" y="2385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8" name="pt54578"/>
            <p:cNvSpPr/>
            <p:nvPr/>
          </p:nvSpPr>
          <p:spPr>
            <a:xfrm>
              <a:off x="8756500" y="2009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9" name="pt54579"/>
            <p:cNvSpPr/>
            <p:nvPr/>
          </p:nvSpPr>
          <p:spPr>
            <a:xfrm>
              <a:off x="8805344" y="2044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0" name="pt54580"/>
            <p:cNvSpPr/>
            <p:nvPr/>
          </p:nvSpPr>
          <p:spPr>
            <a:xfrm>
              <a:off x="9065758" y="2091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1" name="pt54581"/>
            <p:cNvSpPr/>
            <p:nvPr/>
          </p:nvSpPr>
          <p:spPr>
            <a:xfrm>
              <a:off x="8505430" y="2377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2" name="pt54582"/>
            <p:cNvSpPr/>
            <p:nvPr/>
          </p:nvSpPr>
          <p:spPr>
            <a:xfrm>
              <a:off x="9282831" y="2093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3" name="pt54583"/>
            <p:cNvSpPr/>
            <p:nvPr/>
          </p:nvSpPr>
          <p:spPr>
            <a:xfrm>
              <a:off x="8770040" y="2157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4" name="pt54584"/>
            <p:cNvSpPr/>
            <p:nvPr/>
          </p:nvSpPr>
          <p:spPr>
            <a:xfrm>
              <a:off x="8473354" y="2289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5" name="pt54585"/>
            <p:cNvSpPr/>
            <p:nvPr/>
          </p:nvSpPr>
          <p:spPr>
            <a:xfrm>
              <a:off x="9612243" y="2334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6" name="pt54586"/>
            <p:cNvSpPr/>
            <p:nvPr/>
          </p:nvSpPr>
          <p:spPr>
            <a:xfrm>
              <a:off x="8654494" y="239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7" name="pt54587"/>
            <p:cNvSpPr/>
            <p:nvPr/>
          </p:nvSpPr>
          <p:spPr>
            <a:xfrm>
              <a:off x="9008973" y="1880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8" name="pt54588"/>
            <p:cNvSpPr/>
            <p:nvPr/>
          </p:nvSpPr>
          <p:spPr>
            <a:xfrm>
              <a:off x="8901496" y="1831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9" name="pt54589"/>
            <p:cNvSpPr/>
            <p:nvPr/>
          </p:nvSpPr>
          <p:spPr>
            <a:xfrm>
              <a:off x="9461505" y="1982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0" name="pt54590"/>
            <p:cNvSpPr/>
            <p:nvPr/>
          </p:nvSpPr>
          <p:spPr>
            <a:xfrm>
              <a:off x="9514089" y="2494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1" name="pt54591"/>
            <p:cNvSpPr/>
            <p:nvPr/>
          </p:nvSpPr>
          <p:spPr>
            <a:xfrm>
              <a:off x="8717243" y="2071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2" name="pt54592"/>
            <p:cNvSpPr/>
            <p:nvPr/>
          </p:nvSpPr>
          <p:spPr>
            <a:xfrm>
              <a:off x="8981853" y="2265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3" name="pt54593"/>
            <p:cNvSpPr/>
            <p:nvPr/>
          </p:nvSpPr>
          <p:spPr>
            <a:xfrm>
              <a:off x="9218255" y="1806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4" name="pt54594"/>
            <p:cNvSpPr/>
            <p:nvPr/>
          </p:nvSpPr>
          <p:spPr>
            <a:xfrm>
              <a:off x="9209365" y="2271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5" name="pt54595"/>
            <p:cNvSpPr/>
            <p:nvPr/>
          </p:nvSpPr>
          <p:spPr>
            <a:xfrm>
              <a:off x="8688651" y="2384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6" name="pt54596"/>
            <p:cNvSpPr/>
            <p:nvPr/>
          </p:nvSpPr>
          <p:spPr>
            <a:xfrm>
              <a:off x="9461505" y="2080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7" name="pt54597"/>
            <p:cNvSpPr/>
            <p:nvPr/>
          </p:nvSpPr>
          <p:spPr>
            <a:xfrm>
              <a:off x="8839187" y="2119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8" name="pt54598"/>
            <p:cNvSpPr/>
            <p:nvPr/>
          </p:nvSpPr>
          <p:spPr>
            <a:xfrm>
              <a:off x="8794345" y="2066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9" name="pt54599"/>
            <p:cNvSpPr/>
            <p:nvPr/>
          </p:nvSpPr>
          <p:spPr>
            <a:xfrm>
              <a:off x="8794345" y="2024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0" name="pt54600"/>
            <p:cNvSpPr/>
            <p:nvPr/>
          </p:nvSpPr>
          <p:spPr>
            <a:xfrm>
              <a:off x="8434097" y="2438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1" name="pt54601"/>
            <p:cNvSpPr/>
            <p:nvPr/>
          </p:nvSpPr>
          <p:spPr>
            <a:xfrm>
              <a:off x="8595298" y="2183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2" name="pt54602"/>
            <p:cNvSpPr/>
            <p:nvPr/>
          </p:nvSpPr>
          <p:spPr>
            <a:xfrm>
              <a:off x="8830164" y="2003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3" name="pt54603"/>
            <p:cNvSpPr/>
            <p:nvPr/>
          </p:nvSpPr>
          <p:spPr>
            <a:xfrm>
              <a:off x="9221288" y="1840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4" name="pt54604"/>
            <p:cNvSpPr/>
            <p:nvPr/>
          </p:nvSpPr>
          <p:spPr>
            <a:xfrm>
              <a:off x="8312152" y="2425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5" name="pt54605"/>
            <p:cNvSpPr/>
            <p:nvPr/>
          </p:nvSpPr>
          <p:spPr>
            <a:xfrm>
              <a:off x="8595298" y="2161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6" name="pt54606"/>
            <p:cNvSpPr/>
            <p:nvPr/>
          </p:nvSpPr>
          <p:spPr>
            <a:xfrm>
              <a:off x="9265000" y="1986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7" name="pt54607"/>
            <p:cNvSpPr/>
            <p:nvPr/>
          </p:nvSpPr>
          <p:spPr>
            <a:xfrm>
              <a:off x="9190113" y="1923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8" name="pt54608"/>
            <p:cNvSpPr/>
            <p:nvPr/>
          </p:nvSpPr>
          <p:spPr>
            <a:xfrm>
              <a:off x="9408964" y="2116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9" name="pt54609"/>
            <p:cNvSpPr/>
            <p:nvPr/>
          </p:nvSpPr>
          <p:spPr>
            <a:xfrm>
              <a:off x="9310856" y="1983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0" name="pt54610"/>
            <p:cNvSpPr/>
            <p:nvPr/>
          </p:nvSpPr>
          <p:spPr>
            <a:xfrm>
              <a:off x="9332911" y="2290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1" name="pt54611"/>
            <p:cNvSpPr/>
            <p:nvPr/>
          </p:nvSpPr>
          <p:spPr>
            <a:xfrm>
              <a:off x="9573785" y="2531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2" name="pt54612"/>
            <p:cNvSpPr/>
            <p:nvPr/>
          </p:nvSpPr>
          <p:spPr>
            <a:xfrm>
              <a:off x="8985720" y="2272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3" name="pt54613"/>
            <p:cNvSpPr/>
            <p:nvPr/>
          </p:nvSpPr>
          <p:spPr>
            <a:xfrm>
              <a:off x="8641456" y="1959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4" name="pt54614"/>
            <p:cNvSpPr/>
            <p:nvPr/>
          </p:nvSpPr>
          <p:spPr>
            <a:xfrm>
              <a:off x="8612066" y="2356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5" name="pt54615"/>
            <p:cNvSpPr/>
            <p:nvPr/>
          </p:nvSpPr>
          <p:spPr>
            <a:xfrm>
              <a:off x="8977900" y="2285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6" name="pt54616"/>
            <p:cNvSpPr/>
            <p:nvPr/>
          </p:nvSpPr>
          <p:spPr>
            <a:xfrm>
              <a:off x="9021891" y="1644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7" name="pt54617"/>
            <p:cNvSpPr/>
            <p:nvPr/>
          </p:nvSpPr>
          <p:spPr>
            <a:xfrm>
              <a:off x="8734011" y="2281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8" name="pt54618"/>
            <p:cNvSpPr/>
            <p:nvPr/>
          </p:nvSpPr>
          <p:spPr>
            <a:xfrm>
              <a:off x="9055774" y="1695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9" name="pt54619"/>
            <p:cNvSpPr/>
            <p:nvPr/>
          </p:nvSpPr>
          <p:spPr>
            <a:xfrm>
              <a:off x="8312152" y="2346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0" name="pt54620"/>
            <p:cNvSpPr/>
            <p:nvPr/>
          </p:nvSpPr>
          <p:spPr>
            <a:xfrm>
              <a:off x="9408964" y="2175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1" name="pt54621"/>
            <p:cNvSpPr/>
            <p:nvPr/>
          </p:nvSpPr>
          <p:spPr>
            <a:xfrm>
              <a:off x="8473354" y="2227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2" name="pt54622"/>
            <p:cNvSpPr/>
            <p:nvPr/>
          </p:nvSpPr>
          <p:spPr>
            <a:xfrm>
              <a:off x="8763400" y="2089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3" name="pt54623"/>
            <p:cNvSpPr/>
            <p:nvPr/>
          </p:nvSpPr>
          <p:spPr>
            <a:xfrm>
              <a:off x="8904556" y="188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4" name="pt54624"/>
            <p:cNvSpPr/>
            <p:nvPr/>
          </p:nvSpPr>
          <p:spPr>
            <a:xfrm>
              <a:off x="9138300" y="2180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5" name="pt54625"/>
            <p:cNvSpPr/>
            <p:nvPr/>
          </p:nvSpPr>
          <p:spPr>
            <a:xfrm>
              <a:off x="8383485" y="2455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6" name="pt54626"/>
            <p:cNvSpPr/>
            <p:nvPr/>
          </p:nvSpPr>
          <p:spPr>
            <a:xfrm>
              <a:off x="8921875" y="2114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7" name="pt54627"/>
            <p:cNvSpPr/>
            <p:nvPr/>
          </p:nvSpPr>
          <p:spPr>
            <a:xfrm>
              <a:off x="8595298" y="221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8" name="pt54628"/>
            <p:cNvSpPr/>
            <p:nvPr/>
          </p:nvSpPr>
          <p:spPr>
            <a:xfrm>
              <a:off x="9551860" y="1754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9" name="pt54629"/>
            <p:cNvSpPr/>
            <p:nvPr/>
          </p:nvSpPr>
          <p:spPr>
            <a:xfrm>
              <a:off x="8312152" y="2347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0" name="pt54630"/>
            <p:cNvSpPr/>
            <p:nvPr/>
          </p:nvSpPr>
          <p:spPr>
            <a:xfrm>
              <a:off x="8312152" y="2410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1" name="pt54631"/>
            <p:cNvSpPr/>
            <p:nvPr/>
          </p:nvSpPr>
          <p:spPr>
            <a:xfrm>
              <a:off x="8383485" y="2156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2" name="pt54632"/>
            <p:cNvSpPr/>
            <p:nvPr/>
          </p:nvSpPr>
          <p:spPr>
            <a:xfrm>
              <a:off x="8505430" y="2415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3" name="pt54633"/>
            <p:cNvSpPr/>
            <p:nvPr/>
          </p:nvSpPr>
          <p:spPr>
            <a:xfrm>
              <a:off x="9420641" y="2145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4" name="pt54634"/>
            <p:cNvSpPr/>
            <p:nvPr/>
          </p:nvSpPr>
          <p:spPr>
            <a:xfrm>
              <a:off x="8312152" y="2518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5" name="pt54635"/>
            <p:cNvSpPr/>
            <p:nvPr/>
          </p:nvSpPr>
          <p:spPr>
            <a:xfrm>
              <a:off x="8717243" y="2304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6" name="pt54636"/>
            <p:cNvSpPr/>
            <p:nvPr/>
          </p:nvSpPr>
          <p:spPr>
            <a:xfrm>
              <a:off x="8805344" y="2021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7" name="pt54637"/>
            <p:cNvSpPr/>
            <p:nvPr/>
          </p:nvSpPr>
          <p:spPr>
            <a:xfrm>
              <a:off x="8708219" y="2352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8" name="pt54638"/>
            <p:cNvSpPr/>
            <p:nvPr/>
          </p:nvSpPr>
          <p:spPr>
            <a:xfrm>
              <a:off x="9500379" y="2469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9" name="pt54639"/>
            <p:cNvSpPr/>
            <p:nvPr/>
          </p:nvSpPr>
          <p:spPr>
            <a:xfrm>
              <a:off x="9573785" y="2261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0" name="pt54640"/>
            <p:cNvSpPr/>
            <p:nvPr/>
          </p:nvSpPr>
          <p:spPr>
            <a:xfrm>
              <a:off x="8434097" y="2366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1" name="pt54641"/>
            <p:cNvSpPr/>
            <p:nvPr/>
          </p:nvSpPr>
          <p:spPr>
            <a:xfrm>
              <a:off x="8996835" y="197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2" name="pt54642"/>
            <p:cNvSpPr/>
            <p:nvPr/>
          </p:nvSpPr>
          <p:spPr>
            <a:xfrm>
              <a:off x="8749319" y="2241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3" name="pt54643"/>
            <p:cNvSpPr/>
            <p:nvPr/>
          </p:nvSpPr>
          <p:spPr>
            <a:xfrm>
              <a:off x="9171842" y="2004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4" name="pt54644"/>
            <p:cNvSpPr/>
            <p:nvPr/>
          </p:nvSpPr>
          <p:spPr>
            <a:xfrm>
              <a:off x="9103798" y="1916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5" name="pt54645"/>
            <p:cNvSpPr/>
            <p:nvPr/>
          </p:nvSpPr>
          <p:spPr>
            <a:xfrm>
              <a:off x="8312152" y="2597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6" name="pt54646"/>
            <p:cNvSpPr/>
            <p:nvPr/>
          </p:nvSpPr>
          <p:spPr>
            <a:xfrm>
              <a:off x="8981853" y="2241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7" name="pt54647"/>
            <p:cNvSpPr/>
            <p:nvPr/>
          </p:nvSpPr>
          <p:spPr>
            <a:xfrm>
              <a:off x="8963317" y="2161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8" name="pt54648"/>
            <p:cNvSpPr/>
            <p:nvPr/>
          </p:nvSpPr>
          <p:spPr>
            <a:xfrm>
              <a:off x="8641456" y="2063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9" name="pt54649"/>
            <p:cNvSpPr/>
            <p:nvPr/>
          </p:nvSpPr>
          <p:spPr>
            <a:xfrm>
              <a:off x="8666631" y="2349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0" name="pt54650"/>
            <p:cNvSpPr/>
            <p:nvPr/>
          </p:nvSpPr>
          <p:spPr>
            <a:xfrm>
              <a:off x="8383485" y="2197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1" name="pt54651"/>
            <p:cNvSpPr/>
            <p:nvPr/>
          </p:nvSpPr>
          <p:spPr>
            <a:xfrm>
              <a:off x="9209365" y="2175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2" name="pt54652"/>
            <p:cNvSpPr/>
            <p:nvPr/>
          </p:nvSpPr>
          <p:spPr>
            <a:xfrm>
              <a:off x="9135874" y="1985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3" name="pt54653"/>
            <p:cNvSpPr/>
            <p:nvPr/>
          </p:nvSpPr>
          <p:spPr>
            <a:xfrm>
              <a:off x="9568642" y="2532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4" name="pt54654"/>
            <p:cNvSpPr/>
            <p:nvPr/>
          </p:nvSpPr>
          <p:spPr>
            <a:xfrm>
              <a:off x="8855955" y="2136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5" name="pt54655"/>
            <p:cNvSpPr/>
            <p:nvPr/>
          </p:nvSpPr>
          <p:spPr>
            <a:xfrm>
              <a:off x="8556041" y="2424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6" name="pt54656"/>
            <p:cNvSpPr/>
            <p:nvPr/>
          </p:nvSpPr>
          <p:spPr>
            <a:xfrm>
              <a:off x="9069361" y="2176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7" name="pt54657"/>
            <p:cNvSpPr/>
            <p:nvPr/>
          </p:nvSpPr>
          <p:spPr>
            <a:xfrm>
              <a:off x="9070546" y="2337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8" name="pt54658"/>
            <p:cNvSpPr/>
            <p:nvPr/>
          </p:nvSpPr>
          <p:spPr>
            <a:xfrm>
              <a:off x="8595298" y="2288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9" name="pt54659"/>
            <p:cNvSpPr/>
            <p:nvPr/>
          </p:nvSpPr>
          <p:spPr>
            <a:xfrm>
              <a:off x="8556041" y="2401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0" name="pt54660"/>
            <p:cNvSpPr/>
            <p:nvPr/>
          </p:nvSpPr>
          <p:spPr>
            <a:xfrm>
              <a:off x="9055774" y="1717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1" name="pt54661"/>
            <p:cNvSpPr/>
            <p:nvPr/>
          </p:nvSpPr>
          <p:spPr>
            <a:xfrm>
              <a:off x="8383485" y="2374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2" name="pt54662"/>
            <p:cNvSpPr/>
            <p:nvPr/>
          </p:nvSpPr>
          <p:spPr>
            <a:xfrm>
              <a:off x="8666631" y="230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3" name="pt54663"/>
            <p:cNvSpPr/>
            <p:nvPr/>
          </p:nvSpPr>
          <p:spPr>
            <a:xfrm>
              <a:off x="8770040" y="2194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4" name="pt54664"/>
            <p:cNvSpPr/>
            <p:nvPr/>
          </p:nvSpPr>
          <p:spPr>
            <a:xfrm>
              <a:off x="8434097" y="2476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5" name="pt54665"/>
            <p:cNvSpPr/>
            <p:nvPr/>
          </p:nvSpPr>
          <p:spPr>
            <a:xfrm>
              <a:off x="8666631" y="2339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6" name="pt54666"/>
            <p:cNvSpPr/>
            <p:nvPr/>
          </p:nvSpPr>
          <p:spPr>
            <a:xfrm>
              <a:off x="9146922" y="2023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7" name="pt54667"/>
            <p:cNvSpPr/>
            <p:nvPr/>
          </p:nvSpPr>
          <p:spPr>
            <a:xfrm>
              <a:off x="9097834" y="1958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8" name="pt54668"/>
            <p:cNvSpPr/>
            <p:nvPr/>
          </p:nvSpPr>
          <p:spPr>
            <a:xfrm>
              <a:off x="9427293" y="1948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9" name="pt54669"/>
            <p:cNvSpPr/>
            <p:nvPr/>
          </p:nvSpPr>
          <p:spPr>
            <a:xfrm>
              <a:off x="9106706" y="2092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0" name="pt54670"/>
            <p:cNvSpPr/>
            <p:nvPr/>
          </p:nvSpPr>
          <p:spPr>
            <a:xfrm>
              <a:off x="9384781" y="2015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1" name="pt54671"/>
            <p:cNvSpPr/>
            <p:nvPr/>
          </p:nvSpPr>
          <p:spPr>
            <a:xfrm>
              <a:off x="9045188" y="1966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2" name="pt54672"/>
            <p:cNvSpPr/>
            <p:nvPr/>
          </p:nvSpPr>
          <p:spPr>
            <a:xfrm>
              <a:off x="8881929" y="2244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3" name="pt54673"/>
            <p:cNvSpPr/>
            <p:nvPr/>
          </p:nvSpPr>
          <p:spPr>
            <a:xfrm>
              <a:off x="9349631" y="2151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4" name="pt54674"/>
            <p:cNvSpPr/>
            <p:nvPr/>
          </p:nvSpPr>
          <p:spPr>
            <a:xfrm>
              <a:off x="9697445" y="173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5" name="pt54675"/>
            <p:cNvSpPr/>
            <p:nvPr/>
          </p:nvSpPr>
          <p:spPr>
            <a:xfrm>
              <a:off x="8677986" y="2507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6" name="pt54676"/>
            <p:cNvSpPr/>
            <p:nvPr/>
          </p:nvSpPr>
          <p:spPr>
            <a:xfrm>
              <a:off x="9167133" y="2062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7" name="pt54677"/>
            <p:cNvSpPr/>
            <p:nvPr/>
          </p:nvSpPr>
          <p:spPr>
            <a:xfrm>
              <a:off x="8434097" y="2520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8" name="pt54678"/>
            <p:cNvSpPr/>
            <p:nvPr/>
          </p:nvSpPr>
          <p:spPr>
            <a:xfrm>
              <a:off x="9230563" y="1786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9" name="pt54679"/>
            <p:cNvSpPr/>
            <p:nvPr/>
          </p:nvSpPr>
          <p:spPr>
            <a:xfrm>
              <a:off x="8612066" y="2230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0" name="pt54680"/>
            <p:cNvSpPr/>
            <p:nvPr/>
          </p:nvSpPr>
          <p:spPr>
            <a:xfrm>
              <a:off x="8776438" y="2006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1" name="pt54681"/>
            <p:cNvSpPr/>
            <p:nvPr/>
          </p:nvSpPr>
          <p:spPr>
            <a:xfrm>
              <a:off x="9241172" y="1952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2" name="pt54682"/>
            <p:cNvSpPr/>
            <p:nvPr/>
          </p:nvSpPr>
          <p:spPr>
            <a:xfrm>
              <a:off x="9103798" y="2103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3" name="pt54683"/>
            <p:cNvSpPr/>
            <p:nvPr/>
          </p:nvSpPr>
          <p:spPr>
            <a:xfrm>
              <a:off x="8965476" y="2086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4" name="pt54684"/>
            <p:cNvSpPr/>
            <p:nvPr/>
          </p:nvSpPr>
          <p:spPr>
            <a:xfrm>
              <a:off x="8717243" y="2332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5" name="pt54685"/>
            <p:cNvSpPr/>
            <p:nvPr/>
          </p:nvSpPr>
          <p:spPr>
            <a:xfrm>
              <a:off x="9260646" y="2282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6" name="pt54686"/>
            <p:cNvSpPr/>
            <p:nvPr/>
          </p:nvSpPr>
          <p:spPr>
            <a:xfrm>
              <a:off x="8434097" y="2397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7" name="pt54687"/>
            <p:cNvSpPr/>
            <p:nvPr/>
          </p:nvSpPr>
          <p:spPr>
            <a:xfrm>
              <a:off x="8383485" y="2336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8" name="pt54688"/>
            <p:cNvSpPr/>
            <p:nvPr/>
          </p:nvSpPr>
          <p:spPr>
            <a:xfrm>
              <a:off x="8874891" y="1961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9" name="pt54689"/>
            <p:cNvSpPr/>
            <p:nvPr/>
          </p:nvSpPr>
          <p:spPr>
            <a:xfrm>
              <a:off x="9551860" y="1727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0" name="pt54690"/>
            <p:cNvSpPr/>
            <p:nvPr/>
          </p:nvSpPr>
          <p:spPr>
            <a:xfrm>
              <a:off x="8725827" y="2161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1" name="pt54691"/>
            <p:cNvSpPr/>
            <p:nvPr/>
          </p:nvSpPr>
          <p:spPr>
            <a:xfrm>
              <a:off x="9143835" y="2034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2" name="pt54692"/>
            <p:cNvSpPr/>
            <p:nvPr/>
          </p:nvSpPr>
          <p:spPr>
            <a:xfrm>
              <a:off x="8996835" y="2018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3" name="pt54693"/>
            <p:cNvSpPr/>
            <p:nvPr/>
          </p:nvSpPr>
          <p:spPr>
            <a:xfrm>
              <a:off x="8799930" y="2019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4" name="pt54694"/>
            <p:cNvSpPr/>
            <p:nvPr/>
          </p:nvSpPr>
          <p:spPr>
            <a:xfrm>
              <a:off x="8576763" y="2364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5" name="pt54695"/>
            <p:cNvSpPr/>
            <p:nvPr/>
          </p:nvSpPr>
          <p:spPr>
            <a:xfrm>
              <a:off x="8473354" y="2227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6" name="pt54696"/>
            <p:cNvSpPr/>
            <p:nvPr/>
          </p:nvSpPr>
          <p:spPr>
            <a:xfrm>
              <a:off x="9881517" y="2627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7" name="pt54697"/>
            <p:cNvSpPr/>
            <p:nvPr/>
          </p:nvSpPr>
          <p:spPr>
            <a:xfrm>
              <a:off x="8815695" y="2019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8" name="pt54698"/>
            <p:cNvSpPr/>
            <p:nvPr/>
          </p:nvSpPr>
          <p:spPr>
            <a:xfrm>
              <a:off x="9106706" y="2200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9" name="pt54699"/>
            <p:cNvSpPr/>
            <p:nvPr/>
          </p:nvSpPr>
          <p:spPr>
            <a:xfrm>
              <a:off x="8878445" y="2063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0" name="pt54700"/>
            <p:cNvSpPr/>
            <p:nvPr/>
          </p:nvSpPr>
          <p:spPr>
            <a:xfrm>
              <a:off x="8987622" y="2288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1" name="pt54701"/>
            <p:cNvSpPr/>
            <p:nvPr/>
          </p:nvSpPr>
          <p:spPr>
            <a:xfrm>
              <a:off x="8434097" y="2355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2" name="pt54702"/>
            <p:cNvSpPr/>
            <p:nvPr/>
          </p:nvSpPr>
          <p:spPr>
            <a:xfrm>
              <a:off x="9350114" y="2206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3" name="pt54703"/>
            <p:cNvSpPr/>
            <p:nvPr/>
          </p:nvSpPr>
          <p:spPr>
            <a:xfrm>
              <a:off x="8312152" y="2568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4" name="pt54704"/>
            <p:cNvSpPr/>
            <p:nvPr/>
          </p:nvSpPr>
          <p:spPr>
            <a:xfrm>
              <a:off x="9010641" y="200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5" name="pt54705"/>
            <p:cNvSpPr/>
            <p:nvPr/>
          </p:nvSpPr>
          <p:spPr>
            <a:xfrm>
              <a:off x="8688651" y="2392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6" name="pt54706"/>
            <p:cNvSpPr/>
            <p:nvPr/>
          </p:nvSpPr>
          <p:spPr>
            <a:xfrm>
              <a:off x="9021891" y="1852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7" name="pt54707"/>
            <p:cNvSpPr/>
            <p:nvPr/>
          </p:nvSpPr>
          <p:spPr>
            <a:xfrm>
              <a:off x="9292119" y="1847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8" name="pt54708"/>
            <p:cNvSpPr/>
            <p:nvPr/>
          </p:nvSpPr>
          <p:spPr>
            <a:xfrm>
              <a:off x="8874891" y="1949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9" name="pt54709"/>
            <p:cNvSpPr/>
            <p:nvPr/>
          </p:nvSpPr>
          <p:spPr>
            <a:xfrm>
              <a:off x="8708219" y="2211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0" name="pt54710"/>
            <p:cNvSpPr/>
            <p:nvPr/>
          </p:nvSpPr>
          <p:spPr>
            <a:xfrm>
              <a:off x="8734011" y="221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1" name="pt54711"/>
            <p:cNvSpPr/>
            <p:nvPr/>
          </p:nvSpPr>
          <p:spPr>
            <a:xfrm>
              <a:off x="9208828" y="2139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2" name="pt54712"/>
            <p:cNvSpPr/>
            <p:nvPr/>
          </p:nvSpPr>
          <p:spPr>
            <a:xfrm>
              <a:off x="8847771" y="2054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3" name="pt54713"/>
            <p:cNvSpPr/>
            <p:nvPr/>
          </p:nvSpPr>
          <p:spPr>
            <a:xfrm>
              <a:off x="8595298" y="206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4" name="pt54714"/>
            <p:cNvSpPr/>
            <p:nvPr/>
          </p:nvSpPr>
          <p:spPr>
            <a:xfrm>
              <a:off x="9573785" y="2241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5" name="pt54715"/>
            <p:cNvSpPr/>
            <p:nvPr/>
          </p:nvSpPr>
          <p:spPr>
            <a:xfrm>
              <a:off x="9119675" y="2057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6" name="pt54716"/>
            <p:cNvSpPr/>
            <p:nvPr/>
          </p:nvSpPr>
          <p:spPr>
            <a:xfrm>
              <a:off x="8763400" y="2228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7" name="pt54717"/>
            <p:cNvSpPr/>
            <p:nvPr/>
          </p:nvSpPr>
          <p:spPr>
            <a:xfrm>
              <a:off x="8312152" y="2415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8" name="pt54718"/>
            <p:cNvSpPr/>
            <p:nvPr/>
          </p:nvSpPr>
          <p:spPr>
            <a:xfrm>
              <a:off x="8595298" y="2348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9" name="pt54719"/>
            <p:cNvSpPr/>
            <p:nvPr/>
          </p:nvSpPr>
          <p:spPr>
            <a:xfrm>
              <a:off x="8434097" y="2485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0" name="pt54720"/>
            <p:cNvSpPr/>
            <p:nvPr/>
          </p:nvSpPr>
          <p:spPr>
            <a:xfrm>
              <a:off x="8556041" y="2448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1" name="pt54721"/>
            <p:cNvSpPr/>
            <p:nvPr/>
          </p:nvSpPr>
          <p:spPr>
            <a:xfrm>
              <a:off x="8576763" y="2318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2" name="pt54722"/>
            <p:cNvSpPr/>
            <p:nvPr/>
          </p:nvSpPr>
          <p:spPr>
            <a:xfrm>
              <a:off x="8881929" y="2324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3" name="pt54723"/>
            <p:cNvSpPr/>
            <p:nvPr/>
          </p:nvSpPr>
          <p:spPr>
            <a:xfrm>
              <a:off x="9175781" y="2026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4" name="pt54724"/>
            <p:cNvSpPr/>
            <p:nvPr/>
          </p:nvSpPr>
          <p:spPr>
            <a:xfrm>
              <a:off x="8556041" y="2339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5" name="pt54725"/>
            <p:cNvSpPr/>
            <p:nvPr/>
          </p:nvSpPr>
          <p:spPr>
            <a:xfrm>
              <a:off x="8383485" y="2234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6" name="pt54726"/>
            <p:cNvSpPr/>
            <p:nvPr/>
          </p:nvSpPr>
          <p:spPr>
            <a:xfrm>
              <a:off x="9160178" y="2137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7" name="pt54727"/>
            <p:cNvSpPr/>
            <p:nvPr/>
          </p:nvSpPr>
          <p:spPr>
            <a:xfrm>
              <a:off x="8556041" y="2439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8" name="pt54728"/>
            <p:cNvSpPr/>
            <p:nvPr/>
          </p:nvSpPr>
          <p:spPr>
            <a:xfrm>
              <a:off x="9051878" y="1805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9" name="pt54729"/>
            <p:cNvSpPr/>
            <p:nvPr/>
          </p:nvSpPr>
          <p:spPr>
            <a:xfrm>
              <a:off x="9265000" y="1897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0" name="pt54730"/>
            <p:cNvSpPr/>
            <p:nvPr/>
          </p:nvSpPr>
          <p:spPr>
            <a:xfrm>
              <a:off x="9080864" y="1879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1" name="pt54731"/>
            <p:cNvSpPr/>
            <p:nvPr/>
          </p:nvSpPr>
          <p:spPr>
            <a:xfrm>
              <a:off x="8935109" y="214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2" name="pt54732"/>
            <p:cNvSpPr/>
            <p:nvPr/>
          </p:nvSpPr>
          <p:spPr>
            <a:xfrm>
              <a:off x="9515130" y="238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3" name="pt54733"/>
            <p:cNvSpPr/>
            <p:nvPr/>
          </p:nvSpPr>
          <p:spPr>
            <a:xfrm>
              <a:off x="8576763" y="2444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4" name="pt54734"/>
            <p:cNvSpPr/>
            <p:nvPr/>
          </p:nvSpPr>
          <p:spPr>
            <a:xfrm>
              <a:off x="8881929" y="2183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5" name="pt54735"/>
            <p:cNvSpPr/>
            <p:nvPr/>
          </p:nvSpPr>
          <p:spPr>
            <a:xfrm>
              <a:off x="9103798" y="19905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6" name="pt54736"/>
            <p:cNvSpPr/>
            <p:nvPr/>
          </p:nvSpPr>
          <p:spPr>
            <a:xfrm>
              <a:off x="8383485" y="2231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7" name="pt54737"/>
            <p:cNvSpPr/>
            <p:nvPr/>
          </p:nvSpPr>
          <p:spPr>
            <a:xfrm>
              <a:off x="8863776" y="2141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8" name="pt54738"/>
            <p:cNvSpPr/>
            <p:nvPr/>
          </p:nvSpPr>
          <p:spPr>
            <a:xfrm>
              <a:off x="8595298" y="2319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9" name="pt54739"/>
            <p:cNvSpPr/>
            <p:nvPr/>
          </p:nvSpPr>
          <p:spPr>
            <a:xfrm>
              <a:off x="9005590" y="1851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0" name="pt54740"/>
            <p:cNvSpPr/>
            <p:nvPr/>
          </p:nvSpPr>
          <p:spPr>
            <a:xfrm>
              <a:off x="9623193" y="2258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1" name="pt54741"/>
            <p:cNvSpPr/>
            <p:nvPr/>
          </p:nvSpPr>
          <p:spPr>
            <a:xfrm>
              <a:off x="8734011" y="2138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2" name="pt54742"/>
            <p:cNvSpPr/>
            <p:nvPr/>
          </p:nvSpPr>
          <p:spPr>
            <a:xfrm>
              <a:off x="8987622" y="2214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3" name="pt54743"/>
            <p:cNvSpPr/>
            <p:nvPr/>
          </p:nvSpPr>
          <p:spPr>
            <a:xfrm>
              <a:off x="8717243" y="2239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4" name="pt54744"/>
            <p:cNvSpPr/>
            <p:nvPr/>
          </p:nvSpPr>
          <p:spPr>
            <a:xfrm>
              <a:off x="9452717" y="1850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5" name="pt54745"/>
            <p:cNvSpPr/>
            <p:nvPr/>
          </p:nvSpPr>
          <p:spPr>
            <a:xfrm>
              <a:off x="8825472" y="2054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6" name="pt54746"/>
            <p:cNvSpPr/>
            <p:nvPr/>
          </p:nvSpPr>
          <p:spPr>
            <a:xfrm>
              <a:off x="8312152" y="2198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7" name="pt54747"/>
            <p:cNvSpPr/>
            <p:nvPr/>
          </p:nvSpPr>
          <p:spPr>
            <a:xfrm>
              <a:off x="9324474" y="2217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8" name="pt54748"/>
            <p:cNvSpPr/>
            <p:nvPr/>
          </p:nvSpPr>
          <p:spPr>
            <a:xfrm>
              <a:off x="9538421" y="1629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9" name="pt54749"/>
            <p:cNvSpPr/>
            <p:nvPr/>
          </p:nvSpPr>
          <p:spPr>
            <a:xfrm>
              <a:off x="8666631" y="2370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0" name="pt54750"/>
            <p:cNvSpPr/>
            <p:nvPr/>
          </p:nvSpPr>
          <p:spPr>
            <a:xfrm>
              <a:off x="9371637" y="2125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1" name="pt54751"/>
            <p:cNvSpPr/>
            <p:nvPr/>
          </p:nvSpPr>
          <p:spPr>
            <a:xfrm>
              <a:off x="8688651" y="236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2" name="pt54752"/>
            <p:cNvSpPr/>
            <p:nvPr/>
          </p:nvSpPr>
          <p:spPr>
            <a:xfrm>
              <a:off x="8595298" y="2145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3" name="pt54753"/>
            <p:cNvSpPr/>
            <p:nvPr/>
          </p:nvSpPr>
          <p:spPr>
            <a:xfrm>
              <a:off x="8895213" y="240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4" name="pt54754"/>
            <p:cNvSpPr/>
            <p:nvPr/>
          </p:nvSpPr>
          <p:spPr>
            <a:xfrm>
              <a:off x="8863776" y="2051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5" name="pt54755"/>
            <p:cNvSpPr/>
            <p:nvPr/>
          </p:nvSpPr>
          <p:spPr>
            <a:xfrm>
              <a:off x="8698707" y="2387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6" name="pt54756"/>
            <p:cNvSpPr/>
            <p:nvPr/>
          </p:nvSpPr>
          <p:spPr>
            <a:xfrm>
              <a:off x="8612066" y="2134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7" name="pt54757"/>
            <p:cNvSpPr/>
            <p:nvPr/>
          </p:nvSpPr>
          <p:spPr>
            <a:xfrm>
              <a:off x="8904556" y="2021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8" name="pt54758"/>
            <p:cNvSpPr/>
            <p:nvPr/>
          </p:nvSpPr>
          <p:spPr>
            <a:xfrm>
              <a:off x="9069361" y="2176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9" name="pt54759"/>
            <p:cNvSpPr/>
            <p:nvPr/>
          </p:nvSpPr>
          <p:spPr>
            <a:xfrm>
              <a:off x="8965476" y="2076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0" name="pt54760"/>
            <p:cNvSpPr/>
            <p:nvPr/>
          </p:nvSpPr>
          <p:spPr>
            <a:xfrm>
              <a:off x="9291111" y="1936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1" name="pt54761"/>
            <p:cNvSpPr/>
            <p:nvPr/>
          </p:nvSpPr>
          <p:spPr>
            <a:xfrm>
              <a:off x="8734011" y="2252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2" name="pt54762"/>
            <p:cNvSpPr/>
            <p:nvPr/>
          </p:nvSpPr>
          <p:spPr>
            <a:xfrm>
              <a:off x="9595084" y="2171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3" name="pt54763"/>
            <p:cNvSpPr/>
            <p:nvPr/>
          </p:nvSpPr>
          <p:spPr>
            <a:xfrm>
              <a:off x="8383485" y="2578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4" name="pt54764"/>
            <p:cNvSpPr/>
            <p:nvPr/>
          </p:nvSpPr>
          <p:spPr>
            <a:xfrm>
              <a:off x="9279262" y="2026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5" name="pt54765"/>
            <p:cNvSpPr/>
            <p:nvPr/>
          </p:nvSpPr>
          <p:spPr>
            <a:xfrm>
              <a:off x="8627374" y="224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6" name="pt54766"/>
            <p:cNvSpPr/>
            <p:nvPr/>
          </p:nvSpPr>
          <p:spPr>
            <a:xfrm>
              <a:off x="8434097" y="2457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7" name="pt54767"/>
            <p:cNvSpPr/>
            <p:nvPr/>
          </p:nvSpPr>
          <p:spPr>
            <a:xfrm>
              <a:off x="8839187" y="2075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8" name="pt54768"/>
            <p:cNvSpPr/>
            <p:nvPr/>
          </p:nvSpPr>
          <p:spPr>
            <a:xfrm>
              <a:off x="9433552" y="1739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9" name="pt54769"/>
            <p:cNvSpPr/>
            <p:nvPr/>
          </p:nvSpPr>
          <p:spPr>
            <a:xfrm>
              <a:off x="9065758" y="1949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0" name="pt54770"/>
            <p:cNvSpPr/>
            <p:nvPr/>
          </p:nvSpPr>
          <p:spPr>
            <a:xfrm>
              <a:off x="8434097" y="2441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1" name="pt54771"/>
            <p:cNvSpPr/>
            <p:nvPr/>
          </p:nvSpPr>
          <p:spPr>
            <a:xfrm>
              <a:off x="8312152" y="2428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2" name="pt54772"/>
            <p:cNvSpPr/>
            <p:nvPr/>
          </p:nvSpPr>
          <p:spPr>
            <a:xfrm>
              <a:off x="8708219" y="2346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3" name="pt54773"/>
            <p:cNvSpPr/>
            <p:nvPr/>
          </p:nvSpPr>
          <p:spPr>
            <a:xfrm>
              <a:off x="8666631" y="2381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4" name="pt54774"/>
            <p:cNvSpPr/>
            <p:nvPr/>
          </p:nvSpPr>
          <p:spPr>
            <a:xfrm>
              <a:off x="9020327" y="1711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5" name="pt54775"/>
            <p:cNvSpPr/>
            <p:nvPr/>
          </p:nvSpPr>
          <p:spPr>
            <a:xfrm>
              <a:off x="8708219" y="2351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6" name="pt54776"/>
            <p:cNvSpPr/>
            <p:nvPr/>
          </p:nvSpPr>
          <p:spPr>
            <a:xfrm>
              <a:off x="9289758" y="1716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7" name="pt54777"/>
            <p:cNvSpPr/>
            <p:nvPr/>
          </p:nvSpPr>
          <p:spPr>
            <a:xfrm>
              <a:off x="8741831" y="2309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8" name="pt54778"/>
            <p:cNvSpPr/>
            <p:nvPr/>
          </p:nvSpPr>
          <p:spPr>
            <a:xfrm>
              <a:off x="8641456" y="2073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9" name="pt54779"/>
            <p:cNvSpPr/>
            <p:nvPr/>
          </p:nvSpPr>
          <p:spPr>
            <a:xfrm>
              <a:off x="8947416" y="2001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0" name="pt54780"/>
            <p:cNvSpPr/>
            <p:nvPr/>
          </p:nvSpPr>
          <p:spPr>
            <a:xfrm>
              <a:off x="8977900" y="2268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1" name="pt54781"/>
            <p:cNvSpPr/>
            <p:nvPr/>
          </p:nvSpPr>
          <p:spPr>
            <a:xfrm>
              <a:off x="8312152" y="2576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2" name="pt54782"/>
            <p:cNvSpPr/>
            <p:nvPr/>
          </p:nvSpPr>
          <p:spPr>
            <a:xfrm>
              <a:off x="9297726" y="1959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3" name="pt54783"/>
            <p:cNvSpPr/>
            <p:nvPr/>
          </p:nvSpPr>
          <p:spPr>
            <a:xfrm>
              <a:off x="9435194" y="1884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4" name="pt54784"/>
            <p:cNvSpPr/>
            <p:nvPr/>
          </p:nvSpPr>
          <p:spPr>
            <a:xfrm>
              <a:off x="9021891" y="1869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5" name="pt54785"/>
            <p:cNvSpPr/>
            <p:nvPr/>
          </p:nvSpPr>
          <p:spPr>
            <a:xfrm>
              <a:off x="9121452" y="2125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6" name="pt54786"/>
            <p:cNvSpPr/>
            <p:nvPr/>
          </p:nvSpPr>
          <p:spPr>
            <a:xfrm>
              <a:off x="8505430" y="2305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7" name="pt54787"/>
            <p:cNvSpPr/>
            <p:nvPr/>
          </p:nvSpPr>
          <p:spPr>
            <a:xfrm>
              <a:off x="8473354" y="2304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8" name="pt54788"/>
            <p:cNvSpPr/>
            <p:nvPr/>
          </p:nvSpPr>
          <p:spPr>
            <a:xfrm>
              <a:off x="8556041" y="2454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9" name="pt54789"/>
            <p:cNvSpPr/>
            <p:nvPr/>
          </p:nvSpPr>
          <p:spPr>
            <a:xfrm>
              <a:off x="8473354" y="2192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0" name="pt54790"/>
            <p:cNvSpPr/>
            <p:nvPr/>
          </p:nvSpPr>
          <p:spPr>
            <a:xfrm>
              <a:off x="9160178" y="2006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1" name="pt54791"/>
            <p:cNvSpPr/>
            <p:nvPr/>
          </p:nvSpPr>
          <p:spPr>
            <a:xfrm>
              <a:off x="8627374" y="2261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2" name="pt54792"/>
            <p:cNvSpPr/>
            <p:nvPr/>
          </p:nvSpPr>
          <p:spPr>
            <a:xfrm>
              <a:off x="8763400" y="2130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3" name="pt54793"/>
            <p:cNvSpPr/>
            <p:nvPr/>
          </p:nvSpPr>
          <p:spPr>
            <a:xfrm>
              <a:off x="8505430" y="2315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4" name="pt54794"/>
            <p:cNvSpPr/>
            <p:nvPr/>
          </p:nvSpPr>
          <p:spPr>
            <a:xfrm>
              <a:off x="8312152" y="2507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5" name="pt54795"/>
            <p:cNvSpPr/>
            <p:nvPr/>
          </p:nvSpPr>
          <p:spPr>
            <a:xfrm>
              <a:off x="8473354" y="2408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6" name="pt54796"/>
            <p:cNvSpPr/>
            <p:nvPr/>
          </p:nvSpPr>
          <p:spPr>
            <a:xfrm>
              <a:off x="9502520" y="2418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7" name="pt54797"/>
            <p:cNvSpPr/>
            <p:nvPr/>
          </p:nvSpPr>
          <p:spPr>
            <a:xfrm>
              <a:off x="8627374" y="2255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8" name="pt54798"/>
            <p:cNvSpPr/>
            <p:nvPr/>
          </p:nvSpPr>
          <p:spPr>
            <a:xfrm>
              <a:off x="8627374" y="2295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9" name="pt54799"/>
            <p:cNvSpPr/>
            <p:nvPr/>
          </p:nvSpPr>
          <p:spPr>
            <a:xfrm>
              <a:off x="9028011" y="1460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0" name="pt54800"/>
            <p:cNvSpPr/>
            <p:nvPr/>
          </p:nvSpPr>
          <p:spPr>
            <a:xfrm>
              <a:off x="8434097" y="2325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1" name="pt54801"/>
            <p:cNvSpPr/>
            <p:nvPr/>
          </p:nvSpPr>
          <p:spPr>
            <a:xfrm>
              <a:off x="9811851" y="2339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2" name="pt54802"/>
            <p:cNvSpPr/>
            <p:nvPr/>
          </p:nvSpPr>
          <p:spPr>
            <a:xfrm>
              <a:off x="8654494" y="2536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3" name="pt54803"/>
            <p:cNvSpPr/>
            <p:nvPr/>
          </p:nvSpPr>
          <p:spPr>
            <a:xfrm>
              <a:off x="9049233" y="1950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4" name="pt54804"/>
            <p:cNvSpPr/>
            <p:nvPr/>
          </p:nvSpPr>
          <p:spPr>
            <a:xfrm>
              <a:off x="8505430" y="2427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5" name="pt54805"/>
            <p:cNvSpPr/>
            <p:nvPr/>
          </p:nvSpPr>
          <p:spPr>
            <a:xfrm>
              <a:off x="9312057" y="1825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6" name="pt54806"/>
            <p:cNvSpPr/>
            <p:nvPr/>
          </p:nvSpPr>
          <p:spPr>
            <a:xfrm>
              <a:off x="8810596" y="2058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7" name="pt54807"/>
            <p:cNvSpPr/>
            <p:nvPr/>
          </p:nvSpPr>
          <p:spPr>
            <a:xfrm>
              <a:off x="8717243" y="2275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8" name="pt54808"/>
            <p:cNvSpPr/>
            <p:nvPr/>
          </p:nvSpPr>
          <p:spPr>
            <a:xfrm>
              <a:off x="9408619" y="2182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9" name="pt54809"/>
            <p:cNvSpPr/>
            <p:nvPr/>
          </p:nvSpPr>
          <p:spPr>
            <a:xfrm>
              <a:off x="9647779" y="2143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0" name="pt54810"/>
            <p:cNvSpPr/>
            <p:nvPr/>
          </p:nvSpPr>
          <p:spPr>
            <a:xfrm>
              <a:off x="8434097" y="2436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1" name="pt54811"/>
            <p:cNvSpPr/>
            <p:nvPr/>
          </p:nvSpPr>
          <p:spPr>
            <a:xfrm>
              <a:off x="8805344" y="2221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2" name="pt54812"/>
            <p:cNvSpPr/>
            <p:nvPr/>
          </p:nvSpPr>
          <p:spPr>
            <a:xfrm>
              <a:off x="8627374" y="238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3" name="pt54813"/>
            <p:cNvSpPr/>
            <p:nvPr/>
          </p:nvSpPr>
          <p:spPr>
            <a:xfrm>
              <a:off x="9285982" y="1950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4" name="pt54814"/>
            <p:cNvSpPr/>
            <p:nvPr/>
          </p:nvSpPr>
          <p:spPr>
            <a:xfrm>
              <a:off x="8641456" y="1953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5" name="pt54815"/>
            <p:cNvSpPr/>
            <p:nvPr/>
          </p:nvSpPr>
          <p:spPr>
            <a:xfrm>
              <a:off x="8947416" y="1974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6" name="pt54816"/>
            <p:cNvSpPr/>
            <p:nvPr/>
          </p:nvSpPr>
          <p:spPr>
            <a:xfrm>
              <a:off x="9039647" y="1995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7" name="pt54817"/>
            <p:cNvSpPr/>
            <p:nvPr/>
          </p:nvSpPr>
          <p:spPr>
            <a:xfrm>
              <a:off x="8947416" y="201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8" name="pt54818"/>
            <p:cNvSpPr/>
            <p:nvPr/>
          </p:nvSpPr>
          <p:spPr>
            <a:xfrm>
              <a:off x="8741831" y="230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9" name="pt54819"/>
            <p:cNvSpPr/>
            <p:nvPr/>
          </p:nvSpPr>
          <p:spPr>
            <a:xfrm>
              <a:off x="8473354" y="2510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0" name="pt54820"/>
            <p:cNvSpPr/>
            <p:nvPr/>
          </p:nvSpPr>
          <p:spPr>
            <a:xfrm>
              <a:off x="9349631" y="2100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1" name="pt54821"/>
            <p:cNvSpPr/>
            <p:nvPr/>
          </p:nvSpPr>
          <p:spPr>
            <a:xfrm>
              <a:off x="8505430" y="2353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2" name="pt54822"/>
            <p:cNvSpPr/>
            <p:nvPr/>
          </p:nvSpPr>
          <p:spPr>
            <a:xfrm>
              <a:off x="8556041" y="2572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3" name="pt54823"/>
            <p:cNvSpPr/>
            <p:nvPr/>
          </p:nvSpPr>
          <p:spPr>
            <a:xfrm>
              <a:off x="9289758" y="1865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4" name="pt54824"/>
            <p:cNvSpPr/>
            <p:nvPr/>
          </p:nvSpPr>
          <p:spPr>
            <a:xfrm>
              <a:off x="8312152" y="2592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5" name="pt54825"/>
            <p:cNvSpPr/>
            <p:nvPr/>
          </p:nvSpPr>
          <p:spPr>
            <a:xfrm>
              <a:off x="9097834" y="1938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6" name="pt54826"/>
            <p:cNvSpPr/>
            <p:nvPr/>
          </p:nvSpPr>
          <p:spPr>
            <a:xfrm>
              <a:off x="8717243" y="2267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7" name="pt54827"/>
            <p:cNvSpPr/>
            <p:nvPr/>
          </p:nvSpPr>
          <p:spPr>
            <a:xfrm>
              <a:off x="9312057" y="1824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8" name="pt54828"/>
            <p:cNvSpPr/>
            <p:nvPr/>
          </p:nvSpPr>
          <p:spPr>
            <a:xfrm>
              <a:off x="8556041" y="2378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9" name="pt54829"/>
            <p:cNvSpPr/>
            <p:nvPr/>
          </p:nvSpPr>
          <p:spPr>
            <a:xfrm>
              <a:off x="9724502" y="2106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0" name="pt54830"/>
            <p:cNvSpPr/>
            <p:nvPr/>
          </p:nvSpPr>
          <p:spPr>
            <a:xfrm>
              <a:off x="8741831" y="2300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1" name="pt54831"/>
            <p:cNvSpPr/>
            <p:nvPr/>
          </p:nvSpPr>
          <p:spPr>
            <a:xfrm>
              <a:off x="9279262" y="2099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2" name="pt54832"/>
            <p:cNvSpPr/>
            <p:nvPr/>
          </p:nvSpPr>
          <p:spPr>
            <a:xfrm>
              <a:off x="8473354" y="2458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3" name="pt54833"/>
            <p:cNvSpPr/>
            <p:nvPr/>
          </p:nvSpPr>
          <p:spPr>
            <a:xfrm>
              <a:off x="9282477" y="2103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4" name="pt54834"/>
            <p:cNvSpPr/>
            <p:nvPr/>
          </p:nvSpPr>
          <p:spPr>
            <a:xfrm>
              <a:off x="8776438" y="200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5" name="pt54835"/>
            <p:cNvSpPr/>
            <p:nvPr/>
          </p:nvSpPr>
          <p:spPr>
            <a:xfrm>
              <a:off x="8312152" y="2432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6" name="pt54836"/>
            <p:cNvSpPr/>
            <p:nvPr/>
          </p:nvSpPr>
          <p:spPr>
            <a:xfrm>
              <a:off x="8312152" y="2509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7" name="pt54837"/>
            <p:cNvSpPr/>
            <p:nvPr/>
          </p:nvSpPr>
          <p:spPr>
            <a:xfrm>
              <a:off x="9313250" y="2001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8" name="pt54838"/>
            <p:cNvSpPr/>
            <p:nvPr/>
          </p:nvSpPr>
          <p:spPr>
            <a:xfrm>
              <a:off x="9028011" y="168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9" name="pt54839"/>
            <p:cNvSpPr/>
            <p:nvPr/>
          </p:nvSpPr>
          <p:spPr>
            <a:xfrm>
              <a:off x="8666631" y="2605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0" name="pt54840"/>
            <p:cNvSpPr/>
            <p:nvPr/>
          </p:nvSpPr>
          <p:spPr>
            <a:xfrm>
              <a:off x="9097834" y="1917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1" name="pt54841"/>
            <p:cNvSpPr/>
            <p:nvPr/>
          </p:nvSpPr>
          <p:spPr>
            <a:xfrm>
              <a:off x="9205570" y="2022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2" name="pt54842"/>
            <p:cNvSpPr/>
            <p:nvPr/>
          </p:nvSpPr>
          <p:spPr>
            <a:xfrm>
              <a:off x="8688651" y="2482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3" name="pt54843"/>
            <p:cNvSpPr/>
            <p:nvPr/>
          </p:nvSpPr>
          <p:spPr>
            <a:xfrm>
              <a:off x="9083077" y="1690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4" name="pt54844"/>
            <p:cNvSpPr/>
            <p:nvPr/>
          </p:nvSpPr>
          <p:spPr>
            <a:xfrm>
              <a:off x="9221288" y="180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5" name="pt54845"/>
            <p:cNvSpPr/>
            <p:nvPr/>
          </p:nvSpPr>
          <p:spPr>
            <a:xfrm>
              <a:off x="8919104" y="2155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6" name="pt54846"/>
            <p:cNvSpPr/>
            <p:nvPr/>
          </p:nvSpPr>
          <p:spPr>
            <a:xfrm>
              <a:off x="9554821" y="2191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7" name="pt54847"/>
            <p:cNvSpPr/>
            <p:nvPr/>
          </p:nvSpPr>
          <p:spPr>
            <a:xfrm>
              <a:off x="9110510" y="1862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8" name="pt54848"/>
            <p:cNvSpPr/>
            <p:nvPr/>
          </p:nvSpPr>
          <p:spPr>
            <a:xfrm>
              <a:off x="9502520" y="2343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9" name="pt54849"/>
            <p:cNvSpPr/>
            <p:nvPr/>
          </p:nvSpPr>
          <p:spPr>
            <a:xfrm>
              <a:off x="8987622" y="2290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0" name="pt54850"/>
            <p:cNvSpPr/>
            <p:nvPr/>
          </p:nvSpPr>
          <p:spPr>
            <a:xfrm>
              <a:off x="9124084" y="2000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1" name="pt54851"/>
            <p:cNvSpPr/>
            <p:nvPr/>
          </p:nvSpPr>
          <p:spPr>
            <a:xfrm>
              <a:off x="9080864" y="1815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2" name="pt54852"/>
            <p:cNvSpPr/>
            <p:nvPr/>
          </p:nvSpPr>
          <p:spPr>
            <a:xfrm>
              <a:off x="8677986" y="2245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3" name="pt54853"/>
            <p:cNvSpPr/>
            <p:nvPr/>
          </p:nvSpPr>
          <p:spPr>
            <a:xfrm>
              <a:off x="8901496" y="1886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4" name="pt54854"/>
            <p:cNvSpPr/>
            <p:nvPr/>
          </p:nvSpPr>
          <p:spPr>
            <a:xfrm>
              <a:off x="8688651" y="2401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5" name="pt54855"/>
            <p:cNvSpPr/>
            <p:nvPr/>
          </p:nvSpPr>
          <p:spPr>
            <a:xfrm>
              <a:off x="8595298" y="2319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6" name="pt54856"/>
            <p:cNvSpPr/>
            <p:nvPr/>
          </p:nvSpPr>
          <p:spPr>
            <a:xfrm>
              <a:off x="9312057" y="2031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7" name="pt54857"/>
            <p:cNvSpPr/>
            <p:nvPr/>
          </p:nvSpPr>
          <p:spPr>
            <a:xfrm>
              <a:off x="8881929" y="2312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8" name="pt54858"/>
            <p:cNvSpPr/>
            <p:nvPr/>
          </p:nvSpPr>
          <p:spPr>
            <a:xfrm>
              <a:off x="8434097" y="2486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9" name="pt54859"/>
            <p:cNvSpPr/>
            <p:nvPr/>
          </p:nvSpPr>
          <p:spPr>
            <a:xfrm>
              <a:off x="8312152" y="2467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0" name="pt54860"/>
            <p:cNvSpPr/>
            <p:nvPr/>
          </p:nvSpPr>
          <p:spPr>
            <a:xfrm>
              <a:off x="9087421" y="1821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1" name="pt54861"/>
            <p:cNvSpPr/>
            <p:nvPr/>
          </p:nvSpPr>
          <p:spPr>
            <a:xfrm>
              <a:off x="8794345" y="2006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2" name="pt54862"/>
            <p:cNvSpPr/>
            <p:nvPr/>
          </p:nvSpPr>
          <p:spPr>
            <a:xfrm>
              <a:off x="8717243" y="2180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3" name="pt54863"/>
            <p:cNvSpPr/>
            <p:nvPr/>
          </p:nvSpPr>
          <p:spPr>
            <a:xfrm>
              <a:off x="9021891" y="1812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4" name="pt54864"/>
            <p:cNvSpPr/>
            <p:nvPr/>
          </p:nvSpPr>
          <p:spPr>
            <a:xfrm>
              <a:off x="9340963" y="2147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5" name="pt54865"/>
            <p:cNvSpPr/>
            <p:nvPr/>
          </p:nvSpPr>
          <p:spPr>
            <a:xfrm>
              <a:off x="9024978" y="1892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6" name="pt54866"/>
            <p:cNvSpPr/>
            <p:nvPr/>
          </p:nvSpPr>
          <p:spPr>
            <a:xfrm>
              <a:off x="8556041" y="2386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7" name="pt54867"/>
            <p:cNvSpPr/>
            <p:nvPr/>
          </p:nvSpPr>
          <p:spPr>
            <a:xfrm>
              <a:off x="8312152" y="2568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8" name="pt54868"/>
            <p:cNvSpPr/>
            <p:nvPr/>
          </p:nvSpPr>
          <p:spPr>
            <a:xfrm>
              <a:off x="8782612" y="2199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9" name="pt54869"/>
            <p:cNvSpPr/>
            <p:nvPr/>
          </p:nvSpPr>
          <p:spPr>
            <a:xfrm>
              <a:off x="9161591" y="2153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0" name="pt54870"/>
            <p:cNvSpPr/>
            <p:nvPr/>
          </p:nvSpPr>
          <p:spPr>
            <a:xfrm>
              <a:off x="9408619" y="2299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1" name="pt54871"/>
            <p:cNvSpPr/>
            <p:nvPr/>
          </p:nvSpPr>
          <p:spPr>
            <a:xfrm>
              <a:off x="9285982" y="1742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2" name="pt54872"/>
            <p:cNvSpPr/>
            <p:nvPr/>
          </p:nvSpPr>
          <p:spPr>
            <a:xfrm>
              <a:off x="8810596" y="2133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3" name="pt54873"/>
            <p:cNvSpPr/>
            <p:nvPr/>
          </p:nvSpPr>
          <p:spPr>
            <a:xfrm>
              <a:off x="9340963" y="2117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4" name="pt54874"/>
            <p:cNvSpPr/>
            <p:nvPr/>
          </p:nvSpPr>
          <p:spPr>
            <a:xfrm>
              <a:off x="9253280" y="2127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5" name="pt54875"/>
            <p:cNvSpPr/>
            <p:nvPr/>
          </p:nvSpPr>
          <p:spPr>
            <a:xfrm>
              <a:off x="8654494" y="2311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6" name="pt54876"/>
            <p:cNvSpPr/>
            <p:nvPr/>
          </p:nvSpPr>
          <p:spPr>
            <a:xfrm>
              <a:off x="8977900" y="2363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7" name="pt54877"/>
            <p:cNvSpPr/>
            <p:nvPr/>
          </p:nvSpPr>
          <p:spPr>
            <a:xfrm>
              <a:off x="9536594" y="1915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8" name="pt54878"/>
            <p:cNvSpPr/>
            <p:nvPr/>
          </p:nvSpPr>
          <p:spPr>
            <a:xfrm>
              <a:off x="9249051" y="2148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9" name="pt54879"/>
            <p:cNvSpPr/>
            <p:nvPr/>
          </p:nvSpPr>
          <p:spPr>
            <a:xfrm>
              <a:off x="9072891" y="2121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0" name="pt54880"/>
            <p:cNvSpPr/>
            <p:nvPr/>
          </p:nvSpPr>
          <p:spPr>
            <a:xfrm>
              <a:off x="8312152" y="2619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1" name="pt54881"/>
            <p:cNvSpPr/>
            <p:nvPr/>
          </p:nvSpPr>
          <p:spPr>
            <a:xfrm>
              <a:off x="9378331" y="2070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2" name="pt54882"/>
            <p:cNvSpPr/>
            <p:nvPr/>
          </p:nvSpPr>
          <p:spPr>
            <a:xfrm>
              <a:off x="8556041" y="2441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3" name="pt54883"/>
            <p:cNvSpPr/>
            <p:nvPr/>
          </p:nvSpPr>
          <p:spPr>
            <a:xfrm>
              <a:off x="8505430" y="2413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4" name="pt54884"/>
            <p:cNvSpPr/>
            <p:nvPr/>
          </p:nvSpPr>
          <p:spPr>
            <a:xfrm>
              <a:off x="8473354" y="2358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5" name="pt54885"/>
            <p:cNvSpPr/>
            <p:nvPr/>
          </p:nvSpPr>
          <p:spPr>
            <a:xfrm>
              <a:off x="9144612" y="2157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6" name="pt54886"/>
            <p:cNvSpPr/>
            <p:nvPr/>
          </p:nvSpPr>
          <p:spPr>
            <a:xfrm>
              <a:off x="8977900" y="2256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7" name="pt54887"/>
            <p:cNvSpPr/>
            <p:nvPr/>
          </p:nvSpPr>
          <p:spPr>
            <a:xfrm>
              <a:off x="9110510" y="1857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8" name="pt54888"/>
            <p:cNvSpPr/>
            <p:nvPr/>
          </p:nvSpPr>
          <p:spPr>
            <a:xfrm>
              <a:off x="8805344" y="2033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9" name="pt54889"/>
            <p:cNvSpPr/>
            <p:nvPr/>
          </p:nvSpPr>
          <p:spPr>
            <a:xfrm>
              <a:off x="8913428" y="2302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0" name="pt54890"/>
            <p:cNvSpPr/>
            <p:nvPr/>
          </p:nvSpPr>
          <p:spPr>
            <a:xfrm>
              <a:off x="8878445" y="2045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1" name="pt54891"/>
            <p:cNvSpPr/>
            <p:nvPr/>
          </p:nvSpPr>
          <p:spPr>
            <a:xfrm>
              <a:off x="8859909" y="2021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2" name="pt54892"/>
            <p:cNvSpPr/>
            <p:nvPr/>
          </p:nvSpPr>
          <p:spPr>
            <a:xfrm>
              <a:off x="8654494" y="2529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3" name="pt54893"/>
            <p:cNvSpPr/>
            <p:nvPr/>
          </p:nvSpPr>
          <p:spPr>
            <a:xfrm>
              <a:off x="9107665" y="1908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4" name="pt54894"/>
            <p:cNvSpPr/>
            <p:nvPr/>
          </p:nvSpPr>
          <p:spPr>
            <a:xfrm>
              <a:off x="9076352" y="2182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5" name="pt54895"/>
            <p:cNvSpPr/>
            <p:nvPr/>
          </p:nvSpPr>
          <p:spPr>
            <a:xfrm>
              <a:off x="9350114" y="2190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6" name="pt54896"/>
            <p:cNvSpPr/>
            <p:nvPr/>
          </p:nvSpPr>
          <p:spPr>
            <a:xfrm>
              <a:off x="8867559" y="1942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7" name="pt54897"/>
            <p:cNvSpPr/>
            <p:nvPr/>
          </p:nvSpPr>
          <p:spPr>
            <a:xfrm>
              <a:off x="8863776" y="2091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8" name="pt54898"/>
            <p:cNvSpPr/>
            <p:nvPr/>
          </p:nvSpPr>
          <p:spPr>
            <a:xfrm>
              <a:off x="8763400" y="2057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9" name="pt54899"/>
            <p:cNvSpPr/>
            <p:nvPr/>
          </p:nvSpPr>
          <p:spPr>
            <a:xfrm>
              <a:off x="8434097" y="2328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0" name="pt54900"/>
            <p:cNvSpPr/>
            <p:nvPr/>
          </p:nvSpPr>
          <p:spPr>
            <a:xfrm>
              <a:off x="9282477" y="2179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1" name="pt54901"/>
            <p:cNvSpPr/>
            <p:nvPr/>
          </p:nvSpPr>
          <p:spPr>
            <a:xfrm>
              <a:off x="9427293" y="1984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2" name="pt54902"/>
            <p:cNvSpPr/>
            <p:nvPr/>
          </p:nvSpPr>
          <p:spPr>
            <a:xfrm>
              <a:off x="8867559" y="2012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3" name="pt54903"/>
            <p:cNvSpPr/>
            <p:nvPr/>
          </p:nvSpPr>
          <p:spPr>
            <a:xfrm>
              <a:off x="8947416" y="1958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4" name="pt54904"/>
            <p:cNvSpPr/>
            <p:nvPr/>
          </p:nvSpPr>
          <p:spPr>
            <a:xfrm>
              <a:off x="8312152" y="2400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5" name="pt54905"/>
            <p:cNvSpPr/>
            <p:nvPr/>
          </p:nvSpPr>
          <p:spPr>
            <a:xfrm>
              <a:off x="9229609" y="1850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6" name="pt54906"/>
            <p:cNvSpPr/>
            <p:nvPr/>
          </p:nvSpPr>
          <p:spPr>
            <a:xfrm>
              <a:off x="8996835" y="1963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7" name="pt54907"/>
            <p:cNvSpPr/>
            <p:nvPr/>
          </p:nvSpPr>
          <p:spPr>
            <a:xfrm>
              <a:off x="9116066" y="1608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8" name="pt54908"/>
            <p:cNvSpPr/>
            <p:nvPr/>
          </p:nvSpPr>
          <p:spPr>
            <a:xfrm>
              <a:off x="8473354" y="2101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9" name="pt54909"/>
            <p:cNvSpPr/>
            <p:nvPr/>
          </p:nvSpPr>
          <p:spPr>
            <a:xfrm>
              <a:off x="9275251" y="2005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0" name="pt54910"/>
            <p:cNvSpPr/>
            <p:nvPr/>
          </p:nvSpPr>
          <p:spPr>
            <a:xfrm>
              <a:off x="9028011" y="1742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1" name="pt54911"/>
            <p:cNvSpPr/>
            <p:nvPr/>
          </p:nvSpPr>
          <p:spPr>
            <a:xfrm>
              <a:off x="9146922" y="2045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2" name="pt54912"/>
            <p:cNvSpPr/>
            <p:nvPr/>
          </p:nvSpPr>
          <p:spPr>
            <a:xfrm>
              <a:off x="8981853" y="2272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3" name="pt54913"/>
            <p:cNvSpPr/>
            <p:nvPr/>
          </p:nvSpPr>
          <p:spPr>
            <a:xfrm>
              <a:off x="9279262" y="2080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4" name="pt54914"/>
            <p:cNvSpPr/>
            <p:nvPr/>
          </p:nvSpPr>
          <p:spPr>
            <a:xfrm>
              <a:off x="9124084" y="2022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5" name="pt54915"/>
            <p:cNvSpPr/>
            <p:nvPr/>
          </p:nvSpPr>
          <p:spPr>
            <a:xfrm>
              <a:off x="9195417" y="1977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6" name="pt54916"/>
            <p:cNvSpPr/>
            <p:nvPr/>
          </p:nvSpPr>
          <p:spPr>
            <a:xfrm>
              <a:off x="8888696" y="2171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7" name="pt54917"/>
            <p:cNvSpPr/>
            <p:nvPr/>
          </p:nvSpPr>
          <p:spPr>
            <a:xfrm>
              <a:off x="9160178" y="2075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8" name="pt54918"/>
            <p:cNvSpPr/>
            <p:nvPr/>
          </p:nvSpPr>
          <p:spPr>
            <a:xfrm>
              <a:off x="9265000" y="2026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9" name="pt54919"/>
            <p:cNvSpPr/>
            <p:nvPr/>
          </p:nvSpPr>
          <p:spPr>
            <a:xfrm>
              <a:off x="9378331" y="2014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0" name="pt54920"/>
            <p:cNvSpPr/>
            <p:nvPr/>
          </p:nvSpPr>
          <p:spPr>
            <a:xfrm>
              <a:off x="8935109" y="2122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1" name="pt54921"/>
            <p:cNvSpPr/>
            <p:nvPr/>
          </p:nvSpPr>
          <p:spPr>
            <a:xfrm>
              <a:off x="9021891" y="1791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2" name="pt54922"/>
            <p:cNvSpPr/>
            <p:nvPr/>
          </p:nvSpPr>
          <p:spPr>
            <a:xfrm>
              <a:off x="8749319" y="2209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3" name="pt54923"/>
            <p:cNvSpPr/>
            <p:nvPr/>
          </p:nvSpPr>
          <p:spPr>
            <a:xfrm>
              <a:off x="8641456" y="2141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4" name="pt54924"/>
            <p:cNvSpPr/>
            <p:nvPr/>
          </p:nvSpPr>
          <p:spPr>
            <a:xfrm>
              <a:off x="9055774" y="1684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5" name="pt54925"/>
            <p:cNvSpPr/>
            <p:nvPr/>
          </p:nvSpPr>
          <p:spPr>
            <a:xfrm>
              <a:off x="8383485" y="2324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6" name="pt54926"/>
            <p:cNvSpPr/>
            <p:nvPr/>
          </p:nvSpPr>
          <p:spPr>
            <a:xfrm>
              <a:off x="8977900" y="2298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7" name="pt54927"/>
            <p:cNvSpPr/>
            <p:nvPr/>
          </p:nvSpPr>
          <p:spPr>
            <a:xfrm>
              <a:off x="8312152" y="2353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8" name="pt54928"/>
            <p:cNvSpPr/>
            <p:nvPr/>
          </p:nvSpPr>
          <p:spPr>
            <a:xfrm>
              <a:off x="9087421" y="1842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9" name="pt54929"/>
            <p:cNvSpPr/>
            <p:nvPr/>
          </p:nvSpPr>
          <p:spPr>
            <a:xfrm>
              <a:off x="8770040" y="2038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0" name="pt54930"/>
            <p:cNvSpPr/>
            <p:nvPr/>
          </p:nvSpPr>
          <p:spPr>
            <a:xfrm>
              <a:off x="8627374" y="2166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1" name="pt54931"/>
            <p:cNvSpPr/>
            <p:nvPr/>
          </p:nvSpPr>
          <p:spPr>
            <a:xfrm>
              <a:off x="8641456" y="1949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2" name="pt54932"/>
            <p:cNvSpPr/>
            <p:nvPr/>
          </p:nvSpPr>
          <p:spPr>
            <a:xfrm>
              <a:off x="8654494" y="2311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3" name="pt54933"/>
            <p:cNvSpPr/>
            <p:nvPr/>
          </p:nvSpPr>
          <p:spPr>
            <a:xfrm>
              <a:off x="9607397" y="2204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4" name="pt54934"/>
            <p:cNvSpPr/>
            <p:nvPr/>
          </p:nvSpPr>
          <p:spPr>
            <a:xfrm>
              <a:off x="9107665" y="1931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5" name="pt54935"/>
            <p:cNvSpPr/>
            <p:nvPr/>
          </p:nvSpPr>
          <p:spPr>
            <a:xfrm>
              <a:off x="9062080" y="174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6" name="pt54936"/>
            <p:cNvSpPr/>
            <p:nvPr/>
          </p:nvSpPr>
          <p:spPr>
            <a:xfrm>
              <a:off x="8839187" y="2137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7" name="pt54937"/>
            <p:cNvSpPr/>
            <p:nvPr/>
          </p:nvSpPr>
          <p:spPr>
            <a:xfrm>
              <a:off x="9047895" y="1908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8" name="pt54938"/>
            <p:cNvSpPr/>
            <p:nvPr/>
          </p:nvSpPr>
          <p:spPr>
            <a:xfrm>
              <a:off x="8505430" y="2347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9" name="pt54939"/>
            <p:cNvSpPr/>
            <p:nvPr/>
          </p:nvSpPr>
          <p:spPr>
            <a:xfrm>
              <a:off x="8749319" y="1916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0" name="pt54940"/>
            <p:cNvSpPr/>
            <p:nvPr/>
          </p:nvSpPr>
          <p:spPr>
            <a:xfrm>
              <a:off x="9065758" y="2028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1" name="pt54941"/>
            <p:cNvSpPr/>
            <p:nvPr/>
          </p:nvSpPr>
          <p:spPr>
            <a:xfrm>
              <a:off x="8654494" y="2540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2" name="pt54942"/>
            <p:cNvSpPr/>
            <p:nvPr/>
          </p:nvSpPr>
          <p:spPr>
            <a:xfrm>
              <a:off x="9128386" y="1953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3" name="pt54943"/>
            <p:cNvSpPr/>
            <p:nvPr/>
          </p:nvSpPr>
          <p:spPr>
            <a:xfrm>
              <a:off x="9377920" y="2023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4" name="pt54944"/>
            <p:cNvSpPr/>
            <p:nvPr/>
          </p:nvSpPr>
          <p:spPr>
            <a:xfrm>
              <a:off x="9344232" y="2162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5" name="pt54945"/>
            <p:cNvSpPr/>
            <p:nvPr/>
          </p:nvSpPr>
          <p:spPr>
            <a:xfrm>
              <a:off x="9289758" y="1563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6" name="pt54946"/>
            <p:cNvSpPr/>
            <p:nvPr/>
          </p:nvSpPr>
          <p:spPr>
            <a:xfrm>
              <a:off x="8741831" y="2215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7" name="pt54947"/>
            <p:cNvSpPr/>
            <p:nvPr/>
          </p:nvSpPr>
          <p:spPr>
            <a:xfrm>
              <a:off x="8916289" y="2208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8" name="pt54948"/>
            <p:cNvSpPr/>
            <p:nvPr/>
          </p:nvSpPr>
          <p:spPr>
            <a:xfrm>
              <a:off x="8901496" y="1577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9" name="pt54949"/>
            <p:cNvSpPr/>
            <p:nvPr/>
          </p:nvSpPr>
          <p:spPr>
            <a:xfrm>
              <a:off x="8830164" y="2014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0" name="pt54950"/>
            <p:cNvSpPr/>
            <p:nvPr/>
          </p:nvSpPr>
          <p:spPr>
            <a:xfrm>
              <a:off x="9167133" y="2122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1" name="pt54951"/>
            <p:cNvSpPr/>
            <p:nvPr/>
          </p:nvSpPr>
          <p:spPr>
            <a:xfrm>
              <a:off x="9749896" y="2220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2" name="pt54952"/>
            <p:cNvSpPr/>
            <p:nvPr/>
          </p:nvSpPr>
          <p:spPr>
            <a:xfrm>
              <a:off x="8805344" y="2139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3" name="pt54953"/>
            <p:cNvSpPr/>
            <p:nvPr/>
          </p:nvSpPr>
          <p:spPr>
            <a:xfrm>
              <a:off x="8708219" y="2244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4" name="pt54954"/>
            <p:cNvSpPr/>
            <p:nvPr/>
          </p:nvSpPr>
          <p:spPr>
            <a:xfrm>
              <a:off x="8965476" y="1983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5" name="pt54955"/>
            <p:cNvSpPr/>
            <p:nvPr/>
          </p:nvSpPr>
          <p:spPr>
            <a:xfrm>
              <a:off x="9408619" y="2150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6" name="pt54956"/>
            <p:cNvSpPr/>
            <p:nvPr/>
          </p:nvSpPr>
          <p:spPr>
            <a:xfrm>
              <a:off x="8916289" y="2142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7" name="pt54957"/>
            <p:cNvSpPr/>
            <p:nvPr/>
          </p:nvSpPr>
          <p:spPr>
            <a:xfrm>
              <a:off x="8987622" y="2297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8" name="pt54958"/>
            <p:cNvSpPr/>
            <p:nvPr/>
          </p:nvSpPr>
          <p:spPr>
            <a:xfrm>
              <a:off x="8666631" y="2206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9" name="pt54959"/>
            <p:cNvSpPr/>
            <p:nvPr/>
          </p:nvSpPr>
          <p:spPr>
            <a:xfrm>
              <a:off x="8717243" y="2319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0" name="pt54960"/>
            <p:cNvSpPr/>
            <p:nvPr/>
          </p:nvSpPr>
          <p:spPr>
            <a:xfrm>
              <a:off x="8961132" y="2097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1" name="pt54961"/>
            <p:cNvSpPr/>
            <p:nvPr/>
          </p:nvSpPr>
          <p:spPr>
            <a:xfrm>
              <a:off x="9045188" y="1970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2" name="pt54962"/>
            <p:cNvSpPr/>
            <p:nvPr/>
          </p:nvSpPr>
          <p:spPr>
            <a:xfrm>
              <a:off x="8725827" y="2154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3" name="pt54963"/>
            <p:cNvSpPr/>
            <p:nvPr/>
          </p:nvSpPr>
          <p:spPr>
            <a:xfrm>
              <a:off x="8473354" y="2369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4" name="pt54964"/>
            <p:cNvSpPr/>
            <p:nvPr/>
          </p:nvSpPr>
          <p:spPr>
            <a:xfrm>
              <a:off x="8741831" y="2348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5" name="pt54965"/>
            <p:cNvSpPr/>
            <p:nvPr/>
          </p:nvSpPr>
          <p:spPr>
            <a:xfrm>
              <a:off x="8688651" y="2441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6" name="pt54966"/>
            <p:cNvSpPr/>
            <p:nvPr/>
          </p:nvSpPr>
          <p:spPr>
            <a:xfrm>
              <a:off x="9094774" y="1848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7" name="pt54967"/>
            <p:cNvSpPr/>
            <p:nvPr/>
          </p:nvSpPr>
          <p:spPr>
            <a:xfrm>
              <a:off x="9464046" y="2013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8" name="pt54968"/>
            <p:cNvSpPr/>
            <p:nvPr/>
          </p:nvSpPr>
          <p:spPr>
            <a:xfrm>
              <a:off x="8434097" y="2389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9" name="pt54969"/>
            <p:cNvSpPr/>
            <p:nvPr/>
          </p:nvSpPr>
          <p:spPr>
            <a:xfrm>
              <a:off x="8770040" y="2016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0" name="pt54970"/>
            <p:cNvSpPr/>
            <p:nvPr/>
          </p:nvSpPr>
          <p:spPr>
            <a:xfrm>
              <a:off x="8312152" y="2576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1" name="pt54971"/>
            <p:cNvSpPr/>
            <p:nvPr/>
          </p:nvSpPr>
          <p:spPr>
            <a:xfrm>
              <a:off x="8945023" y="1756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2" name="pt54972"/>
            <p:cNvSpPr/>
            <p:nvPr/>
          </p:nvSpPr>
          <p:spPr>
            <a:xfrm>
              <a:off x="9349631" y="2001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3" name="pt54973"/>
            <p:cNvSpPr/>
            <p:nvPr/>
          </p:nvSpPr>
          <p:spPr>
            <a:xfrm>
              <a:off x="8898383" y="2093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4" name="pt54974"/>
            <p:cNvSpPr/>
            <p:nvPr/>
          </p:nvSpPr>
          <p:spPr>
            <a:xfrm>
              <a:off x="8825472" y="2147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5" name="pt54975"/>
            <p:cNvSpPr/>
            <p:nvPr/>
          </p:nvSpPr>
          <p:spPr>
            <a:xfrm>
              <a:off x="8505430" y="2463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6" name="pt54976"/>
            <p:cNvSpPr/>
            <p:nvPr/>
          </p:nvSpPr>
          <p:spPr>
            <a:xfrm>
              <a:off x="9218255" y="1811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7" name="pt54977"/>
            <p:cNvSpPr/>
            <p:nvPr/>
          </p:nvSpPr>
          <p:spPr>
            <a:xfrm>
              <a:off x="9005590" y="1765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8" name="pt54978"/>
            <p:cNvSpPr/>
            <p:nvPr/>
          </p:nvSpPr>
          <p:spPr>
            <a:xfrm>
              <a:off x="8612066" y="2363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9" name="pt54979"/>
            <p:cNvSpPr/>
            <p:nvPr/>
          </p:nvSpPr>
          <p:spPr>
            <a:xfrm>
              <a:off x="8383485" y="2390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0" name="pt54980"/>
            <p:cNvSpPr/>
            <p:nvPr/>
          </p:nvSpPr>
          <p:spPr>
            <a:xfrm>
              <a:off x="8505430" y="2298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1" name="pt54981"/>
            <p:cNvSpPr/>
            <p:nvPr/>
          </p:nvSpPr>
          <p:spPr>
            <a:xfrm>
              <a:off x="9310856" y="1898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2" name="pt54982"/>
            <p:cNvSpPr/>
            <p:nvPr/>
          </p:nvSpPr>
          <p:spPr>
            <a:xfrm>
              <a:off x="8878445" y="1960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3" name="pt54983"/>
            <p:cNvSpPr/>
            <p:nvPr/>
          </p:nvSpPr>
          <p:spPr>
            <a:xfrm>
              <a:off x="9146922" y="2044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4" name="pt54984"/>
            <p:cNvSpPr/>
            <p:nvPr/>
          </p:nvSpPr>
          <p:spPr>
            <a:xfrm>
              <a:off x="8312152" y="2276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5" name="pt54985"/>
            <p:cNvSpPr/>
            <p:nvPr/>
          </p:nvSpPr>
          <p:spPr>
            <a:xfrm>
              <a:off x="8576763" y="2451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6" name="pt54986"/>
            <p:cNvSpPr/>
            <p:nvPr/>
          </p:nvSpPr>
          <p:spPr>
            <a:xfrm>
              <a:off x="8810596" y="2127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7" name="pt54987"/>
            <p:cNvSpPr/>
            <p:nvPr/>
          </p:nvSpPr>
          <p:spPr>
            <a:xfrm>
              <a:off x="8863776" y="2053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8" name="pt54988"/>
            <p:cNvSpPr/>
            <p:nvPr/>
          </p:nvSpPr>
          <p:spPr>
            <a:xfrm>
              <a:off x="8505430" y="2374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9" name="pt54989"/>
            <p:cNvSpPr/>
            <p:nvPr/>
          </p:nvSpPr>
          <p:spPr>
            <a:xfrm>
              <a:off x="8770040" y="2155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0" name="pt54990"/>
            <p:cNvSpPr/>
            <p:nvPr/>
          </p:nvSpPr>
          <p:spPr>
            <a:xfrm>
              <a:off x="9116975" y="1707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1" name="pt54991"/>
            <p:cNvSpPr/>
            <p:nvPr/>
          </p:nvSpPr>
          <p:spPr>
            <a:xfrm>
              <a:off x="9087421" y="1778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2" name="pt54992"/>
            <p:cNvSpPr/>
            <p:nvPr/>
          </p:nvSpPr>
          <p:spPr>
            <a:xfrm>
              <a:off x="9254530" y="2077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3" name="pt54993"/>
            <p:cNvSpPr/>
            <p:nvPr/>
          </p:nvSpPr>
          <p:spPr>
            <a:xfrm>
              <a:off x="8987622" y="2244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4" name="pt54994"/>
            <p:cNvSpPr/>
            <p:nvPr/>
          </p:nvSpPr>
          <p:spPr>
            <a:xfrm>
              <a:off x="9053186" y="1645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5" name="pt54995"/>
            <p:cNvSpPr/>
            <p:nvPr/>
          </p:nvSpPr>
          <p:spPr>
            <a:xfrm>
              <a:off x="9097834" y="197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6" name="pt54996"/>
            <p:cNvSpPr/>
            <p:nvPr/>
          </p:nvSpPr>
          <p:spPr>
            <a:xfrm>
              <a:off x="9440320" y="1880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7" name="pt54997"/>
            <p:cNvSpPr/>
            <p:nvPr/>
          </p:nvSpPr>
          <p:spPr>
            <a:xfrm>
              <a:off x="9573244" y="2273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8" name="pt54998"/>
            <p:cNvSpPr/>
            <p:nvPr/>
          </p:nvSpPr>
          <p:spPr>
            <a:xfrm>
              <a:off x="9612243" y="2324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9" name="pt54999"/>
            <p:cNvSpPr/>
            <p:nvPr/>
          </p:nvSpPr>
          <p:spPr>
            <a:xfrm>
              <a:off x="9450688" y="1991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0" name="pt55000"/>
            <p:cNvSpPr/>
            <p:nvPr/>
          </p:nvSpPr>
          <p:spPr>
            <a:xfrm>
              <a:off x="9055774" y="1702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1" name="pt55001"/>
            <p:cNvSpPr/>
            <p:nvPr/>
          </p:nvSpPr>
          <p:spPr>
            <a:xfrm>
              <a:off x="8532549" y="2467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2" name="pt55002"/>
            <p:cNvSpPr/>
            <p:nvPr/>
          </p:nvSpPr>
          <p:spPr>
            <a:xfrm>
              <a:off x="8473354" y="2421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3" name="pt55003"/>
            <p:cNvSpPr/>
            <p:nvPr/>
          </p:nvSpPr>
          <p:spPr>
            <a:xfrm>
              <a:off x="8505430" y="2450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4" name="pt55004"/>
            <p:cNvSpPr/>
            <p:nvPr/>
          </p:nvSpPr>
          <p:spPr>
            <a:xfrm>
              <a:off x="8987622" y="210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5" name="pt55005"/>
            <p:cNvSpPr/>
            <p:nvPr/>
          </p:nvSpPr>
          <p:spPr>
            <a:xfrm>
              <a:off x="9010641" y="2030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6" name="pt55006"/>
            <p:cNvSpPr/>
            <p:nvPr/>
          </p:nvSpPr>
          <p:spPr>
            <a:xfrm>
              <a:off x="9328879" y="2197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7" name="pt55007"/>
            <p:cNvSpPr/>
            <p:nvPr/>
          </p:nvSpPr>
          <p:spPr>
            <a:xfrm>
              <a:off x="8977900" y="2260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8" name="pt55008"/>
            <p:cNvSpPr/>
            <p:nvPr/>
          </p:nvSpPr>
          <p:spPr>
            <a:xfrm>
              <a:off x="8556041" y="2380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9" name="pt55009"/>
            <p:cNvSpPr/>
            <p:nvPr/>
          </p:nvSpPr>
          <p:spPr>
            <a:xfrm>
              <a:off x="8312152" y="2503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0" name="pt55010"/>
            <p:cNvSpPr/>
            <p:nvPr/>
          </p:nvSpPr>
          <p:spPr>
            <a:xfrm>
              <a:off x="8963317" y="2157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1" name="pt55011"/>
            <p:cNvSpPr/>
            <p:nvPr/>
          </p:nvSpPr>
          <p:spPr>
            <a:xfrm>
              <a:off x="9005590" y="1863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2" name="pt55012"/>
            <p:cNvSpPr/>
            <p:nvPr/>
          </p:nvSpPr>
          <p:spPr>
            <a:xfrm>
              <a:off x="9435194" y="1995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3" name="pt55013"/>
            <p:cNvSpPr/>
            <p:nvPr/>
          </p:nvSpPr>
          <p:spPr>
            <a:xfrm>
              <a:off x="8641456" y="2102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4" name="pt55014"/>
            <p:cNvSpPr/>
            <p:nvPr/>
          </p:nvSpPr>
          <p:spPr>
            <a:xfrm>
              <a:off x="8717243" y="2242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5" name="pt55015"/>
            <p:cNvSpPr/>
            <p:nvPr/>
          </p:nvSpPr>
          <p:spPr>
            <a:xfrm>
              <a:off x="9218764" y="1898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6" name="pt55016"/>
            <p:cNvSpPr/>
            <p:nvPr/>
          </p:nvSpPr>
          <p:spPr>
            <a:xfrm>
              <a:off x="9351314" y="2157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7" name="pt55017"/>
            <p:cNvSpPr/>
            <p:nvPr/>
          </p:nvSpPr>
          <p:spPr>
            <a:xfrm>
              <a:off x="9124084" y="2142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8" name="pt55018"/>
            <p:cNvSpPr/>
            <p:nvPr/>
          </p:nvSpPr>
          <p:spPr>
            <a:xfrm>
              <a:off x="8947416" y="1997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9" name="pt55019"/>
            <p:cNvSpPr/>
            <p:nvPr/>
          </p:nvSpPr>
          <p:spPr>
            <a:xfrm>
              <a:off x="9168491" y="2124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0" name="pt55020"/>
            <p:cNvSpPr/>
            <p:nvPr/>
          </p:nvSpPr>
          <p:spPr>
            <a:xfrm>
              <a:off x="8688651" y="2349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1" name="pt55021"/>
            <p:cNvSpPr/>
            <p:nvPr/>
          </p:nvSpPr>
          <p:spPr>
            <a:xfrm>
              <a:off x="9208828" y="2128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2" name="pt55022"/>
            <p:cNvSpPr/>
            <p:nvPr/>
          </p:nvSpPr>
          <p:spPr>
            <a:xfrm>
              <a:off x="9097834" y="2044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3" name="pt55023"/>
            <p:cNvSpPr/>
            <p:nvPr/>
          </p:nvSpPr>
          <p:spPr>
            <a:xfrm>
              <a:off x="8888696" y="2213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4" name="pt55024"/>
            <p:cNvSpPr/>
            <p:nvPr/>
          </p:nvSpPr>
          <p:spPr>
            <a:xfrm>
              <a:off x="8434097" y="2362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5" name="pt55025"/>
            <p:cNvSpPr/>
            <p:nvPr/>
          </p:nvSpPr>
          <p:spPr>
            <a:xfrm>
              <a:off x="8881929" y="220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6" name="pt55026"/>
            <p:cNvSpPr/>
            <p:nvPr/>
          </p:nvSpPr>
          <p:spPr>
            <a:xfrm>
              <a:off x="8961132" y="2117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7" name="pt55027"/>
            <p:cNvSpPr/>
            <p:nvPr/>
          </p:nvSpPr>
          <p:spPr>
            <a:xfrm>
              <a:off x="8612066" y="237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8" name="pt55028"/>
            <p:cNvSpPr/>
            <p:nvPr/>
          </p:nvSpPr>
          <p:spPr>
            <a:xfrm>
              <a:off x="8595298" y="2150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9" name="pt55029"/>
            <p:cNvSpPr/>
            <p:nvPr/>
          </p:nvSpPr>
          <p:spPr>
            <a:xfrm>
              <a:off x="9554821" y="2255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0" name="pt55030"/>
            <p:cNvSpPr/>
            <p:nvPr/>
          </p:nvSpPr>
          <p:spPr>
            <a:xfrm>
              <a:off x="9124084" y="2185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1" name="pt55031"/>
            <p:cNvSpPr/>
            <p:nvPr/>
          </p:nvSpPr>
          <p:spPr>
            <a:xfrm>
              <a:off x="9010641" y="1934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2" name="pt55032"/>
            <p:cNvSpPr/>
            <p:nvPr/>
          </p:nvSpPr>
          <p:spPr>
            <a:xfrm>
              <a:off x="8595298" y="2426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3" name="pt55033"/>
            <p:cNvSpPr/>
            <p:nvPr/>
          </p:nvSpPr>
          <p:spPr>
            <a:xfrm>
              <a:off x="8989504" y="2284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4" name="pt55034"/>
            <p:cNvSpPr/>
            <p:nvPr/>
          </p:nvSpPr>
          <p:spPr>
            <a:xfrm>
              <a:off x="8763400" y="2196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5" name="pt55035"/>
            <p:cNvSpPr/>
            <p:nvPr/>
          </p:nvSpPr>
          <p:spPr>
            <a:xfrm>
              <a:off x="8776438" y="20451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6" name="pt55036"/>
            <p:cNvSpPr/>
            <p:nvPr/>
          </p:nvSpPr>
          <p:spPr>
            <a:xfrm>
              <a:off x="8958919" y="1941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7" name="pt55037"/>
            <p:cNvSpPr/>
            <p:nvPr/>
          </p:nvSpPr>
          <p:spPr>
            <a:xfrm>
              <a:off x="8977900" y="2314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8" name="pt55038"/>
            <p:cNvSpPr/>
            <p:nvPr/>
          </p:nvSpPr>
          <p:spPr>
            <a:xfrm>
              <a:off x="9767243" y="2520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9" name="pt55039"/>
            <p:cNvSpPr/>
            <p:nvPr/>
          </p:nvSpPr>
          <p:spPr>
            <a:xfrm>
              <a:off x="8975889" y="2167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0" name="pt55040"/>
            <p:cNvSpPr/>
            <p:nvPr/>
          </p:nvSpPr>
          <p:spPr>
            <a:xfrm>
              <a:off x="8993208" y="2171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1" name="pt55041"/>
            <p:cNvSpPr/>
            <p:nvPr/>
          </p:nvSpPr>
          <p:spPr>
            <a:xfrm>
              <a:off x="9377920" y="2151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2" name="pt55042"/>
            <p:cNvSpPr/>
            <p:nvPr/>
          </p:nvSpPr>
          <p:spPr>
            <a:xfrm>
              <a:off x="9450688" y="1919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3" name="pt55043"/>
            <p:cNvSpPr/>
            <p:nvPr/>
          </p:nvSpPr>
          <p:spPr>
            <a:xfrm>
              <a:off x="8987622" y="2283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4" name="pt55044"/>
            <p:cNvSpPr/>
            <p:nvPr/>
          </p:nvSpPr>
          <p:spPr>
            <a:xfrm>
              <a:off x="9138300" y="2051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5" name="pt55045"/>
            <p:cNvSpPr/>
            <p:nvPr/>
          </p:nvSpPr>
          <p:spPr>
            <a:xfrm>
              <a:off x="9573785" y="2365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6" name="pt55046"/>
            <p:cNvSpPr/>
            <p:nvPr/>
          </p:nvSpPr>
          <p:spPr>
            <a:xfrm>
              <a:off x="8741831" y="21353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7" name="pt55047"/>
            <p:cNvSpPr/>
            <p:nvPr/>
          </p:nvSpPr>
          <p:spPr>
            <a:xfrm>
              <a:off x="9603616" y="2307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8" name="pt55048"/>
            <p:cNvSpPr/>
            <p:nvPr/>
          </p:nvSpPr>
          <p:spPr>
            <a:xfrm>
              <a:off x="8916289" y="2069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9" name="pt55049"/>
            <p:cNvSpPr/>
            <p:nvPr/>
          </p:nvSpPr>
          <p:spPr>
            <a:xfrm>
              <a:off x="8627374" y="2185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0" name="pt55050"/>
            <p:cNvSpPr/>
            <p:nvPr/>
          </p:nvSpPr>
          <p:spPr>
            <a:xfrm>
              <a:off x="8825472" y="2031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1" name="pt55051"/>
            <p:cNvSpPr/>
            <p:nvPr/>
          </p:nvSpPr>
          <p:spPr>
            <a:xfrm>
              <a:off x="8971798" y="2147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2" name="pt55052"/>
            <p:cNvSpPr/>
            <p:nvPr/>
          </p:nvSpPr>
          <p:spPr>
            <a:xfrm>
              <a:off x="9647779" y="2076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3" name="pt55053"/>
            <p:cNvSpPr/>
            <p:nvPr/>
          </p:nvSpPr>
          <p:spPr>
            <a:xfrm>
              <a:off x="8505430" y="2308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4" name="pt55054"/>
            <p:cNvSpPr/>
            <p:nvPr/>
          </p:nvSpPr>
          <p:spPr>
            <a:xfrm>
              <a:off x="8434097" y="2421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5" name="pt55055"/>
            <p:cNvSpPr/>
            <p:nvPr/>
          </p:nvSpPr>
          <p:spPr>
            <a:xfrm>
              <a:off x="9318519" y="1945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6" name="pt55056"/>
            <p:cNvSpPr/>
            <p:nvPr/>
          </p:nvSpPr>
          <p:spPr>
            <a:xfrm>
              <a:off x="9349631" y="2100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7" name="pt55057"/>
            <p:cNvSpPr/>
            <p:nvPr/>
          </p:nvSpPr>
          <p:spPr>
            <a:xfrm>
              <a:off x="8312152" y="2415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8" name="pt55058"/>
            <p:cNvSpPr/>
            <p:nvPr/>
          </p:nvSpPr>
          <p:spPr>
            <a:xfrm>
              <a:off x="8556041" y="2628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9" name="pt55059"/>
            <p:cNvSpPr/>
            <p:nvPr/>
          </p:nvSpPr>
          <p:spPr>
            <a:xfrm>
              <a:off x="8677986" y="2358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0" name="pt55060"/>
            <p:cNvSpPr/>
            <p:nvPr/>
          </p:nvSpPr>
          <p:spPr>
            <a:xfrm>
              <a:off x="8505430" y="2548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1" name="pt55061"/>
            <p:cNvSpPr/>
            <p:nvPr/>
          </p:nvSpPr>
          <p:spPr>
            <a:xfrm>
              <a:off x="8666631" y="2448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2" name="pt55062"/>
            <p:cNvSpPr/>
            <p:nvPr/>
          </p:nvSpPr>
          <p:spPr>
            <a:xfrm>
              <a:off x="9116066" y="1848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3" name="pt55063"/>
            <p:cNvSpPr/>
            <p:nvPr/>
          </p:nvSpPr>
          <p:spPr>
            <a:xfrm>
              <a:off x="8473354" y="2262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4" name="pt55064"/>
            <p:cNvSpPr/>
            <p:nvPr/>
          </p:nvSpPr>
          <p:spPr>
            <a:xfrm>
              <a:off x="8595298" y="2311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5" name="pt55065"/>
            <p:cNvSpPr/>
            <p:nvPr/>
          </p:nvSpPr>
          <p:spPr>
            <a:xfrm>
              <a:off x="8505430" y="2450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6" name="pt55066"/>
            <p:cNvSpPr/>
            <p:nvPr/>
          </p:nvSpPr>
          <p:spPr>
            <a:xfrm>
              <a:off x="8971798" y="2037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7" name="pt55067"/>
            <p:cNvSpPr/>
            <p:nvPr/>
          </p:nvSpPr>
          <p:spPr>
            <a:xfrm>
              <a:off x="9749896" y="2188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8" name="pt55068"/>
            <p:cNvSpPr/>
            <p:nvPr/>
          </p:nvSpPr>
          <p:spPr>
            <a:xfrm>
              <a:off x="8741831" y="2249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9" name="pt55069"/>
            <p:cNvSpPr/>
            <p:nvPr/>
          </p:nvSpPr>
          <p:spPr>
            <a:xfrm>
              <a:off x="9107665" y="1928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0" name="pt55070"/>
            <p:cNvSpPr/>
            <p:nvPr/>
          </p:nvSpPr>
          <p:spPr>
            <a:xfrm>
              <a:off x="9386161" y="2060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1" name="pt55071"/>
            <p:cNvSpPr/>
            <p:nvPr/>
          </p:nvSpPr>
          <p:spPr>
            <a:xfrm>
              <a:off x="9003873" y="2010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2" name="pt55072"/>
            <p:cNvSpPr/>
            <p:nvPr/>
          </p:nvSpPr>
          <p:spPr>
            <a:xfrm>
              <a:off x="9653069" y="2463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3" name="pt55073"/>
            <p:cNvSpPr/>
            <p:nvPr/>
          </p:nvSpPr>
          <p:spPr>
            <a:xfrm>
              <a:off x="8717243" y="2367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4" name="pt55074"/>
            <p:cNvSpPr/>
            <p:nvPr/>
          </p:nvSpPr>
          <p:spPr>
            <a:xfrm>
              <a:off x="9603616" y="2203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5" name="pt55075"/>
            <p:cNvSpPr/>
            <p:nvPr/>
          </p:nvSpPr>
          <p:spPr>
            <a:xfrm>
              <a:off x="8505430" y="2522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6" name="pt55076"/>
            <p:cNvSpPr/>
            <p:nvPr/>
          </p:nvSpPr>
          <p:spPr>
            <a:xfrm>
              <a:off x="8965476" y="2035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7" name="pt55077"/>
            <p:cNvSpPr/>
            <p:nvPr/>
          </p:nvSpPr>
          <p:spPr>
            <a:xfrm>
              <a:off x="9138300" y="212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8" name="pt55078"/>
            <p:cNvSpPr/>
            <p:nvPr/>
          </p:nvSpPr>
          <p:spPr>
            <a:xfrm>
              <a:off x="8977900" y="2327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9" name="pt55079"/>
            <p:cNvSpPr/>
            <p:nvPr/>
          </p:nvSpPr>
          <p:spPr>
            <a:xfrm>
              <a:off x="8863776" y="1954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0" name="pt55080"/>
            <p:cNvSpPr/>
            <p:nvPr/>
          </p:nvSpPr>
          <p:spPr>
            <a:xfrm>
              <a:off x="9095800" y="1878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1" name="pt55081"/>
            <p:cNvSpPr/>
            <p:nvPr/>
          </p:nvSpPr>
          <p:spPr>
            <a:xfrm>
              <a:off x="8874891" y="2292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2" name="pt55082"/>
            <p:cNvSpPr/>
            <p:nvPr/>
          </p:nvSpPr>
          <p:spPr>
            <a:xfrm>
              <a:off x="8473354" y="2240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3" name="pt55083"/>
            <p:cNvSpPr/>
            <p:nvPr/>
          </p:nvSpPr>
          <p:spPr>
            <a:xfrm>
              <a:off x="8612066" y="2299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4" name="pt55084"/>
            <p:cNvSpPr/>
            <p:nvPr/>
          </p:nvSpPr>
          <p:spPr>
            <a:xfrm>
              <a:off x="9344232" y="2143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5" name="pt55085"/>
            <p:cNvSpPr/>
            <p:nvPr/>
          </p:nvSpPr>
          <p:spPr>
            <a:xfrm>
              <a:off x="9568642" y="2188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6" name="pt55086"/>
            <p:cNvSpPr/>
            <p:nvPr/>
          </p:nvSpPr>
          <p:spPr>
            <a:xfrm>
              <a:off x="8383485" y="2318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7" name="pt55087"/>
            <p:cNvSpPr/>
            <p:nvPr/>
          </p:nvSpPr>
          <p:spPr>
            <a:xfrm>
              <a:off x="8434097" y="2427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8" name="pt55088"/>
            <p:cNvSpPr/>
            <p:nvPr/>
          </p:nvSpPr>
          <p:spPr>
            <a:xfrm>
              <a:off x="9065758" y="2012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9" name="pt55089"/>
            <p:cNvSpPr/>
            <p:nvPr/>
          </p:nvSpPr>
          <p:spPr>
            <a:xfrm>
              <a:off x="9978328" y="2464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0" name="pt55090"/>
            <p:cNvSpPr/>
            <p:nvPr/>
          </p:nvSpPr>
          <p:spPr>
            <a:xfrm>
              <a:off x="8434097" y="2262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1" name="pt55091"/>
            <p:cNvSpPr/>
            <p:nvPr/>
          </p:nvSpPr>
          <p:spPr>
            <a:xfrm>
              <a:off x="9092704" y="1872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2" name="pt55092"/>
            <p:cNvSpPr/>
            <p:nvPr/>
          </p:nvSpPr>
          <p:spPr>
            <a:xfrm>
              <a:off x="8641456" y="2097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3" name="pt55093"/>
            <p:cNvSpPr/>
            <p:nvPr/>
          </p:nvSpPr>
          <p:spPr>
            <a:xfrm>
              <a:off x="8505430" y="2440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4" name="pt55094"/>
            <p:cNvSpPr/>
            <p:nvPr/>
          </p:nvSpPr>
          <p:spPr>
            <a:xfrm>
              <a:off x="8996835" y="1949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5" name="pt55095"/>
            <p:cNvSpPr/>
            <p:nvPr/>
          </p:nvSpPr>
          <p:spPr>
            <a:xfrm>
              <a:off x="8698707" y="2204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6" name="pt55096"/>
            <p:cNvSpPr/>
            <p:nvPr/>
          </p:nvSpPr>
          <p:spPr>
            <a:xfrm>
              <a:off x="8473354" y="2357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7" name="pt55097"/>
            <p:cNvSpPr/>
            <p:nvPr/>
          </p:nvSpPr>
          <p:spPr>
            <a:xfrm>
              <a:off x="8612066" y="2318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8" name="pt55098"/>
            <p:cNvSpPr/>
            <p:nvPr/>
          </p:nvSpPr>
          <p:spPr>
            <a:xfrm>
              <a:off x="9512564" y="2453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9" name="pt55099"/>
            <p:cNvSpPr/>
            <p:nvPr/>
          </p:nvSpPr>
          <p:spPr>
            <a:xfrm>
              <a:off x="9200002" y="2043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0" name="pt55100"/>
            <p:cNvSpPr/>
            <p:nvPr/>
          </p:nvSpPr>
          <p:spPr>
            <a:xfrm>
              <a:off x="9329422" y="2183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1" name="pt55101"/>
            <p:cNvSpPr/>
            <p:nvPr/>
          </p:nvSpPr>
          <p:spPr>
            <a:xfrm>
              <a:off x="8913428" y="2153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2" name="pt55102"/>
            <p:cNvSpPr/>
            <p:nvPr/>
          </p:nvSpPr>
          <p:spPr>
            <a:xfrm>
              <a:off x="8805344" y="20646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3" name="pt55103"/>
            <p:cNvSpPr/>
            <p:nvPr/>
          </p:nvSpPr>
          <p:spPr>
            <a:xfrm>
              <a:off x="9070546" y="2214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4" name="pt55104"/>
            <p:cNvSpPr/>
            <p:nvPr/>
          </p:nvSpPr>
          <p:spPr>
            <a:xfrm>
              <a:off x="8935109" y="2159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5" name="pt55105"/>
            <p:cNvSpPr/>
            <p:nvPr/>
          </p:nvSpPr>
          <p:spPr>
            <a:xfrm>
              <a:off x="8996835" y="1905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6" name="pt55106"/>
            <p:cNvSpPr/>
            <p:nvPr/>
          </p:nvSpPr>
          <p:spPr>
            <a:xfrm>
              <a:off x="8942596" y="1851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7" name="pt55107"/>
            <p:cNvSpPr/>
            <p:nvPr/>
          </p:nvSpPr>
          <p:spPr>
            <a:xfrm>
              <a:off x="9301896" y="1953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8" name="pt55108"/>
            <p:cNvSpPr/>
            <p:nvPr/>
          </p:nvSpPr>
          <p:spPr>
            <a:xfrm>
              <a:off x="8913428" y="2144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9" name="pt55109"/>
            <p:cNvSpPr/>
            <p:nvPr/>
          </p:nvSpPr>
          <p:spPr>
            <a:xfrm>
              <a:off x="8717243" y="2265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0" name="pt55110"/>
            <p:cNvSpPr/>
            <p:nvPr/>
          </p:nvSpPr>
          <p:spPr>
            <a:xfrm>
              <a:off x="8595298" y="2177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1" name="pt55111"/>
            <p:cNvSpPr/>
            <p:nvPr/>
          </p:nvSpPr>
          <p:spPr>
            <a:xfrm>
              <a:off x="9577860" y="2598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2" name="pt55112"/>
            <p:cNvSpPr/>
            <p:nvPr/>
          </p:nvSpPr>
          <p:spPr>
            <a:xfrm>
              <a:off x="9328879" y="2170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3" name="pt55113"/>
            <p:cNvSpPr/>
            <p:nvPr/>
          </p:nvSpPr>
          <p:spPr>
            <a:xfrm>
              <a:off x="9054485" y="1706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4" name="pt55114"/>
            <p:cNvSpPr/>
            <p:nvPr/>
          </p:nvSpPr>
          <p:spPr>
            <a:xfrm>
              <a:off x="9087421" y="1938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5" name="pt55115"/>
            <p:cNvSpPr/>
            <p:nvPr/>
          </p:nvSpPr>
          <p:spPr>
            <a:xfrm>
              <a:off x="9076352" y="2128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6" name="pt55116"/>
            <p:cNvSpPr/>
            <p:nvPr/>
          </p:nvSpPr>
          <p:spPr>
            <a:xfrm>
              <a:off x="8434097" y="2501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7" name="pt55117"/>
            <p:cNvSpPr/>
            <p:nvPr/>
          </p:nvSpPr>
          <p:spPr>
            <a:xfrm>
              <a:off x="9386161" y="2116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8" name="pt55118"/>
            <p:cNvSpPr/>
            <p:nvPr/>
          </p:nvSpPr>
          <p:spPr>
            <a:xfrm>
              <a:off x="9310253" y="1703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9" name="pt55119"/>
            <p:cNvSpPr/>
            <p:nvPr/>
          </p:nvSpPr>
          <p:spPr>
            <a:xfrm>
              <a:off x="8708219" y="2358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0" name="pt55120"/>
            <p:cNvSpPr/>
            <p:nvPr/>
          </p:nvSpPr>
          <p:spPr>
            <a:xfrm>
              <a:off x="8763400" y="214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1" name="pt55121"/>
            <p:cNvSpPr/>
            <p:nvPr/>
          </p:nvSpPr>
          <p:spPr>
            <a:xfrm>
              <a:off x="8383485" y="2231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2" name="pt55122"/>
            <p:cNvSpPr/>
            <p:nvPr/>
          </p:nvSpPr>
          <p:spPr>
            <a:xfrm>
              <a:off x="9349631" y="2065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3" name="pt55123"/>
            <p:cNvSpPr/>
            <p:nvPr/>
          </p:nvSpPr>
          <p:spPr>
            <a:xfrm>
              <a:off x="9218764" y="1917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4" name="pt55124"/>
            <p:cNvSpPr/>
            <p:nvPr/>
          </p:nvSpPr>
          <p:spPr>
            <a:xfrm>
              <a:off x="9107665" y="2000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5" name="pt55125"/>
            <p:cNvSpPr/>
            <p:nvPr/>
          </p:nvSpPr>
          <p:spPr>
            <a:xfrm>
              <a:off x="8810596" y="2242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6" name="pt55126"/>
            <p:cNvSpPr/>
            <p:nvPr/>
          </p:nvSpPr>
          <p:spPr>
            <a:xfrm>
              <a:off x="8895213" y="2102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7" name="pt55127"/>
            <p:cNvSpPr/>
            <p:nvPr/>
          </p:nvSpPr>
          <p:spPr>
            <a:xfrm>
              <a:off x="8688651" y="2361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8" name="pt55128"/>
            <p:cNvSpPr/>
            <p:nvPr/>
          </p:nvSpPr>
          <p:spPr>
            <a:xfrm>
              <a:off x="9237554" y="1868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9" name="pt55129"/>
            <p:cNvSpPr/>
            <p:nvPr/>
          </p:nvSpPr>
          <p:spPr>
            <a:xfrm>
              <a:off x="8641456" y="2148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0" name="pt55130"/>
            <p:cNvSpPr/>
            <p:nvPr/>
          </p:nvSpPr>
          <p:spPr>
            <a:xfrm>
              <a:off x="9106706" y="1988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1" name="pt55131"/>
            <p:cNvSpPr/>
            <p:nvPr/>
          </p:nvSpPr>
          <p:spPr>
            <a:xfrm>
              <a:off x="8913428" y="2322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2" name="pt55132"/>
            <p:cNvSpPr/>
            <p:nvPr/>
          </p:nvSpPr>
          <p:spPr>
            <a:xfrm>
              <a:off x="8434097" y="2523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3" name="pt55133"/>
            <p:cNvSpPr/>
            <p:nvPr/>
          </p:nvSpPr>
          <p:spPr>
            <a:xfrm>
              <a:off x="8383485" y="2584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4" name="pt55134"/>
            <p:cNvSpPr/>
            <p:nvPr/>
          </p:nvSpPr>
          <p:spPr>
            <a:xfrm>
              <a:off x="8867559" y="1989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5" name="pt55135"/>
            <p:cNvSpPr/>
            <p:nvPr/>
          </p:nvSpPr>
          <p:spPr>
            <a:xfrm>
              <a:off x="9161591" y="208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6" name="pt55136"/>
            <p:cNvSpPr/>
            <p:nvPr/>
          </p:nvSpPr>
          <p:spPr>
            <a:xfrm>
              <a:off x="8913428" y="2107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7" name="pt55137"/>
            <p:cNvSpPr/>
            <p:nvPr/>
          </p:nvSpPr>
          <p:spPr>
            <a:xfrm>
              <a:off x="8434097" y="2351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8" name="pt55138"/>
            <p:cNvSpPr/>
            <p:nvPr/>
          </p:nvSpPr>
          <p:spPr>
            <a:xfrm>
              <a:off x="8996835" y="2019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9" name="pt55139"/>
            <p:cNvSpPr/>
            <p:nvPr/>
          </p:nvSpPr>
          <p:spPr>
            <a:xfrm>
              <a:off x="8881929" y="2178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0" name="pt55140"/>
            <p:cNvSpPr/>
            <p:nvPr/>
          </p:nvSpPr>
          <p:spPr>
            <a:xfrm>
              <a:off x="8756500" y="188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1" name="pt55141"/>
            <p:cNvSpPr/>
            <p:nvPr/>
          </p:nvSpPr>
          <p:spPr>
            <a:xfrm>
              <a:off x="8734011" y="2147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2" name="pt55142"/>
            <p:cNvSpPr/>
            <p:nvPr/>
          </p:nvSpPr>
          <p:spPr>
            <a:xfrm>
              <a:off x="9160178" y="2013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3" name="pt55143"/>
            <p:cNvSpPr/>
            <p:nvPr/>
          </p:nvSpPr>
          <p:spPr>
            <a:xfrm>
              <a:off x="8971798" y="2103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4" name="pt55144"/>
            <p:cNvSpPr/>
            <p:nvPr/>
          </p:nvSpPr>
          <p:spPr>
            <a:xfrm>
              <a:off x="9448910" y="1832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5" name="pt55145"/>
            <p:cNvSpPr/>
            <p:nvPr/>
          </p:nvSpPr>
          <p:spPr>
            <a:xfrm>
              <a:off x="9253280" y="2172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6" name="pt55146"/>
            <p:cNvSpPr/>
            <p:nvPr/>
          </p:nvSpPr>
          <p:spPr>
            <a:xfrm>
              <a:off x="9547911" y="1620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7" name="pt55147"/>
            <p:cNvSpPr/>
            <p:nvPr/>
          </p:nvSpPr>
          <p:spPr>
            <a:xfrm>
              <a:off x="8654494" y="2371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8" name="pt55148"/>
            <p:cNvSpPr/>
            <p:nvPr/>
          </p:nvSpPr>
          <p:spPr>
            <a:xfrm>
              <a:off x="8312152" y="2383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9" name="pt55149"/>
            <p:cNvSpPr/>
            <p:nvPr/>
          </p:nvSpPr>
          <p:spPr>
            <a:xfrm>
              <a:off x="9697445" y="1760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0" name="pt55150"/>
            <p:cNvSpPr/>
            <p:nvPr/>
          </p:nvSpPr>
          <p:spPr>
            <a:xfrm>
              <a:off x="9229609" y="1797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1" name="pt55151"/>
            <p:cNvSpPr/>
            <p:nvPr/>
          </p:nvSpPr>
          <p:spPr>
            <a:xfrm>
              <a:off x="8532549" y="2434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2" name="pt55152"/>
            <p:cNvSpPr/>
            <p:nvPr/>
          </p:nvSpPr>
          <p:spPr>
            <a:xfrm>
              <a:off x="9175781" y="2002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3" name="pt55153"/>
            <p:cNvSpPr/>
            <p:nvPr/>
          </p:nvSpPr>
          <p:spPr>
            <a:xfrm>
              <a:off x="9130917" y="2011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4" name="pt55154"/>
            <p:cNvSpPr/>
            <p:nvPr/>
          </p:nvSpPr>
          <p:spPr>
            <a:xfrm>
              <a:off x="8901496" y="1937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5" name="pt55155"/>
            <p:cNvSpPr/>
            <p:nvPr/>
          </p:nvSpPr>
          <p:spPr>
            <a:xfrm>
              <a:off x="9087421" y="1955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6" name="pt55156"/>
            <p:cNvSpPr/>
            <p:nvPr/>
          </p:nvSpPr>
          <p:spPr>
            <a:xfrm>
              <a:off x="9207749" y="2170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7" name="pt55157"/>
            <p:cNvSpPr/>
            <p:nvPr/>
          </p:nvSpPr>
          <p:spPr>
            <a:xfrm>
              <a:off x="8688651" y="2404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8" name="pt55158"/>
            <p:cNvSpPr/>
            <p:nvPr/>
          </p:nvSpPr>
          <p:spPr>
            <a:xfrm>
              <a:off x="8641456" y="1943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9" name="pt55159"/>
            <p:cNvSpPr/>
            <p:nvPr/>
          </p:nvSpPr>
          <p:spPr>
            <a:xfrm>
              <a:off x="9612243" y="2343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0" name="pt55160"/>
            <p:cNvSpPr/>
            <p:nvPr/>
          </p:nvSpPr>
          <p:spPr>
            <a:xfrm>
              <a:off x="9254530" y="2102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1" name="pt55161"/>
            <p:cNvSpPr/>
            <p:nvPr/>
          </p:nvSpPr>
          <p:spPr>
            <a:xfrm>
              <a:off x="8556041" y="2462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2" name="pt55162"/>
            <p:cNvSpPr/>
            <p:nvPr/>
          </p:nvSpPr>
          <p:spPr>
            <a:xfrm>
              <a:off x="9454989" y="2039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3" name="pt55163"/>
            <p:cNvSpPr/>
            <p:nvPr/>
          </p:nvSpPr>
          <p:spPr>
            <a:xfrm>
              <a:off x="8434097" y="2388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4" name="pt55164"/>
            <p:cNvSpPr/>
            <p:nvPr/>
          </p:nvSpPr>
          <p:spPr>
            <a:xfrm>
              <a:off x="8595298" y="2164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5" name="pt55165"/>
            <p:cNvSpPr/>
            <p:nvPr/>
          </p:nvSpPr>
          <p:spPr>
            <a:xfrm>
              <a:off x="8383485" y="2378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6" name="pt55166"/>
            <p:cNvSpPr/>
            <p:nvPr/>
          </p:nvSpPr>
          <p:spPr>
            <a:xfrm>
              <a:off x="9530304" y="2598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7" name="pt55167"/>
            <p:cNvSpPr/>
            <p:nvPr/>
          </p:nvSpPr>
          <p:spPr>
            <a:xfrm>
              <a:off x="8954408" y="1849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8" name="pt55168"/>
            <p:cNvSpPr/>
            <p:nvPr/>
          </p:nvSpPr>
          <p:spPr>
            <a:xfrm>
              <a:off x="9414733" y="2204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9" name="pt55169"/>
            <p:cNvSpPr/>
            <p:nvPr/>
          </p:nvSpPr>
          <p:spPr>
            <a:xfrm>
              <a:off x="8770040" y="212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0" name="pt55170"/>
            <p:cNvSpPr/>
            <p:nvPr/>
          </p:nvSpPr>
          <p:spPr>
            <a:xfrm>
              <a:off x="9548926" y="1850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1" name="pt55171"/>
            <p:cNvSpPr/>
            <p:nvPr/>
          </p:nvSpPr>
          <p:spPr>
            <a:xfrm>
              <a:off x="9217744" y="2103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2" name="pt55172"/>
            <p:cNvSpPr/>
            <p:nvPr/>
          </p:nvSpPr>
          <p:spPr>
            <a:xfrm>
              <a:off x="9270010" y="1965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3" name="pt55173"/>
            <p:cNvSpPr/>
            <p:nvPr/>
          </p:nvSpPr>
          <p:spPr>
            <a:xfrm>
              <a:off x="9344232" y="220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4" name="pt55174"/>
            <p:cNvSpPr/>
            <p:nvPr/>
          </p:nvSpPr>
          <p:spPr>
            <a:xfrm>
              <a:off x="9218255" y="1816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5" name="pt55175"/>
            <p:cNvSpPr/>
            <p:nvPr/>
          </p:nvSpPr>
          <p:spPr>
            <a:xfrm>
              <a:off x="9652594" y="2292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6" name="pt55176"/>
            <p:cNvSpPr/>
            <p:nvPr/>
          </p:nvSpPr>
          <p:spPr>
            <a:xfrm>
              <a:off x="9260646" y="2182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7" name="pt55177"/>
            <p:cNvSpPr/>
            <p:nvPr/>
          </p:nvSpPr>
          <p:spPr>
            <a:xfrm>
              <a:off x="8763400" y="2251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8" name="pt55178"/>
            <p:cNvSpPr/>
            <p:nvPr/>
          </p:nvSpPr>
          <p:spPr>
            <a:xfrm>
              <a:off x="9097834" y="2057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9" name="pt55179"/>
            <p:cNvSpPr/>
            <p:nvPr/>
          </p:nvSpPr>
          <p:spPr>
            <a:xfrm>
              <a:off x="9530304" y="2424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0" name="pt55180"/>
            <p:cNvSpPr/>
            <p:nvPr/>
          </p:nvSpPr>
          <p:spPr>
            <a:xfrm>
              <a:off x="8666631" y="2354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1" name="pt55181"/>
            <p:cNvSpPr/>
            <p:nvPr/>
          </p:nvSpPr>
          <p:spPr>
            <a:xfrm>
              <a:off x="8595298" y="2232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2" name="pt55182"/>
            <p:cNvSpPr/>
            <p:nvPr/>
          </p:nvSpPr>
          <p:spPr>
            <a:xfrm>
              <a:off x="8383485" y="2288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3" name="pt55183"/>
            <p:cNvSpPr/>
            <p:nvPr/>
          </p:nvSpPr>
          <p:spPr>
            <a:xfrm>
              <a:off x="8788576" y="2291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4" name="pt55184"/>
            <p:cNvSpPr/>
            <p:nvPr/>
          </p:nvSpPr>
          <p:spPr>
            <a:xfrm>
              <a:off x="8627374" y="2203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5" name="pt55185"/>
            <p:cNvSpPr/>
            <p:nvPr/>
          </p:nvSpPr>
          <p:spPr>
            <a:xfrm>
              <a:off x="8855955" y="190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6" name="pt55186"/>
            <p:cNvSpPr/>
            <p:nvPr/>
          </p:nvSpPr>
          <p:spPr>
            <a:xfrm>
              <a:off x="8913428" y="2186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7" name="pt55187"/>
            <p:cNvSpPr/>
            <p:nvPr/>
          </p:nvSpPr>
          <p:spPr>
            <a:xfrm>
              <a:off x="9138300" y="2187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8" name="pt55188"/>
            <p:cNvSpPr/>
            <p:nvPr/>
          </p:nvSpPr>
          <p:spPr>
            <a:xfrm>
              <a:off x="9144612" y="1969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9" name="pt55189"/>
            <p:cNvSpPr/>
            <p:nvPr/>
          </p:nvSpPr>
          <p:spPr>
            <a:xfrm>
              <a:off x="9076352" y="2205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0" name="pt55190"/>
            <p:cNvSpPr/>
            <p:nvPr/>
          </p:nvSpPr>
          <p:spPr>
            <a:xfrm>
              <a:off x="8612066" y="2342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1" name="pt55191"/>
            <p:cNvSpPr/>
            <p:nvPr/>
          </p:nvSpPr>
          <p:spPr>
            <a:xfrm>
              <a:off x="9221288" y="1806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2" name="pt55192"/>
            <p:cNvSpPr/>
            <p:nvPr/>
          </p:nvSpPr>
          <p:spPr>
            <a:xfrm>
              <a:off x="8979888" y="2303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3" name="pt55193"/>
            <p:cNvSpPr/>
            <p:nvPr/>
          </p:nvSpPr>
          <p:spPr>
            <a:xfrm>
              <a:off x="8556041" y="2448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4" name="pt55194"/>
            <p:cNvSpPr/>
            <p:nvPr/>
          </p:nvSpPr>
          <p:spPr>
            <a:xfrm>
              <a:off x="9502520" y="2356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5" name="pt55195"/>
            <p:cNvSpPr/>
            <p:nvPr/>
          </p:nvSpPr>
          <p:spPr>
            <a:xfrm>
              <a:off x="8734011" y="2233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6" name="pt55196"/>
            <p:cNvSpPr/>
            <p:nvPr/>
          </p:nvSpPr>
          <p:spPr>
            <a:xfrm>
              <a:off x="8749319" y="238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7" name="pt55197"/>
            <p:cNvSpPr/>
            <p:nvPr/>
          </p:nvSpPr>
          <p:spPr>
            <a:xfrm>
              <a:off x="8708219" y="2116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8" name="pt55198"/>
            <p:cNvSpPr/>
            <p:nvPr/>
          </p:nvSpPr>
          <p:spPr>
            <a:xfrm>
              <a:off x="8434097" y="229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9" name="pt55199"/>
            <p:cNvSpPr/>
            <p:nvPr/>
          </p:nvSpPr>
          <p:spPr>
            <a:xfrm>
              <a:off x="9028011" y="1774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0" name="pt55200"/>
            <p:cNvSpPr/>
            <p:nvPr/>
          </p:nvSpPr>
          <p:spPr>
            <a:xfrm>
              <a:off x="8383485" y="2261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1" name="pt55201"/>
            <p:cNvSpPr/>
            <p:nvPr/>
          </p:nvSpPr>
          <p:spPr>
            <a:xfrm>
              <a:off x="9219272" y="1887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2" name="pt55202"/>
            <p:cNvSpPr/>
            <p:nvPr/>
          </p:nvSpPr>
          <p:spPr>
            <a:xfrm>
              <a:off x="8932540" y="2084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3" name="pt55203"/>
            <p:cNvSpPr/>
            <p:nvPr/>
          </p:nvSpPr>
          <p:spPr>
            <a:xfrm>
              <a:off x="9275251" y="2037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4" name="pt55204"/>
            <p:cNvSpPr/>
            <p:nvPr/>
          </p:nvSpPr>
          <p:spPr>
            <a:xfrm>
              <a:off x="9094774" y="1920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5" name="pt55205"/>
            <p:cNvSpPr/>
            <p:nvPr/>
          </p:nvSpPr>
          <p:spPr>
            <a:xfrm>
              <a:off x="9414733" y="2085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6" name="pt55206"/>
            <p:cNvSpPr/>
            <p:nvPr/>
          </p:nvSpPr>
          <p:spPr>
            <a:xfrm>
              <a:off x="8987622" y="2244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7" name="pt55207"/>
            <p:cNvSpPr/>
            <p:nvPr/>
          </p:nvSpPr>
          <p:spPr>
            <a:xfrm>
              <a:off x="9450688" y="1815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8" name="pt55208"/>
            <p:cNvSpPr/>
            <p:nvPr/>
          </p:nvSpPr>
          <p:spPr>
            <a:xfrm>
              <a:off x="8895213" y="2231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9" name="pt55209"/>
            <p:cNvSpPr/>
            <p:nvPr/>
          </p:nvSpPr>
          <p:spPr>
            <a:xfrm>
              <a:off x="9349631" y="2216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0" name="pt55210"/>
            <p:cNvSpPr/>
            <p:nvPr/>
          </p:nvSpPr>
          <p:spPr>
            <a:xfrm>
              <a:off x="9199436" y="2025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1" name="pt55211"/>
            <p:cNvSpPr/>
            <p:nvPr/>
          </p:nvSpPr>
          <p:spPr>
            <a:xfrm>
              <a:off x="9024978" y="1854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2" name="pt55212"/>
            <p:cNvSpPr/>
            <p:nvPr/>
          </p:nvSpPr>
          <p:spPr>
            <a:xfrm>
              <a:off x="8576763" y="2389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3" name="pt55213"/>
            <p:cNvSpPr/>
            <p:nvPr/>
          </p:nvSpPr>
          <p:spPr>
            <a:xfrm>
              <a:off x="8996835" y="1981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4" name="pt55214"/>
            <p:cNvSpPr/>
            <p:nvPr/>
          </p:nvSpPr>
          <p:spPr>
            <a:xfrm>
              <a:off x="9241172" y="1849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5" name="pt55215"/>
            <p:cNvSpPr/>
            <p:nvPr/>
          </p:nvSpPr>
          <p:spPr>
            <a:xfrm>
              <a:off x="8641456" y="2068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6" name="pt55216"/>
            <p:cNvSpPr/>
            <p:nvPr/>
          </p:nvSpPr>
          <p:spPr>
            <a:xfrm>
              <a:off x="9076352" y="2117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7" name="pt55217"/>
            <p:cNvSpPr/>
            <p:nvPr/>
          </p:nvSpPr>
          <p:spPr>
            <a:xfrm>
              <a:off x="8505430" y="2639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8" name="pt55218"/>
            <p:cNvSpPr/>
            <p:nvPr/>
          </p:nvSpPr>
          <p:spPr>
            <a:xfrm>
              <a:off x="8996835" y="2004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9" name="pt55219"/>
            <p:cNvSpPr/>
            <p:nvPr/>
          </p:nvSpPr>
          <p:spPr>
            <a:xfrm>
              <a:off x="8904556" y="2133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0" name="pt55220"/>
            <p:cNvSpPr/>
            <p:nvPr/>
          </p:nvSpPr>
          <p:spPr>
            <a:xfrm>
              <a:off x="9095800" y="1876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1" name="pt55221"/>
            <p:cNvSpPr/>
            <p:nvPr/>
          </p:nvSpPr>
          <p:spPr>
            <a:xfrm>
              <a:off x="8383485" y="2170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2" name="pt55222"/>
            <p:cNvSpPr/>
            <p:nvPr/>
          </p:nvSpPr>
          <p:spPr>
            <a:xfrm>
              <a:off x="9018749" y="2000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3" name="pt55223"/>
            <p:cNvSpPr/>
            <p:nvPr/>
          </p:nvSpPr>
          <p:spPr>
            <a:xfrm>
              <a:off x="8505430" y="2515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4" name="pt55224"/>
            <p:cNvSpPr/>
            <p:nvPr/>
          </p:nvSpPr>
          <p:spPr>
            <a:xfrm>
              <a:off x="9028011" y="1594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5" name="pt55225"/>
            <p:cNvSpPr/>
            <p:nvPr/>
          </p:nvSpPr>
          <p:spPr>
            <a:xfrm>
              <a:off x="8825472" y="2000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6" name="pt55226"/>
            <p:cNvSpPr/>
            <p:nvPr/>
          </p:nvSpPr>
          <p:spPr>
            <a:xfrm>
              <a:off x="8312152" y="2560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7" name="pt55227"/>
            <p:cNvSpPr/>
            <p:nvPr/>
          </p:nvSpPr>
          <p:spPr>
            <a:xfrm>
              <a:off x="8654494" y="2498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8" name="pt55228"/>
            <p:cNvSpPr/>
            <p:nvPr/>
          </p:nvSpPr>
          <p:spPr>
            <a:xfrm>
              <a:off x="9116066" y="1706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9" name="pt55229"/>
            <p:cNvSpPr/>
            <p:nvPr/>
          </p:nvSpPr>
          <p:spPr>
            <a:xfrm>
              <a:off x="8863776" y="1887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0" name="pt55230"/>
            <p:cNvSpPr/>
            <p:nvPr/>
          </p:nvSpPr>
          <p:spPr>
            <a:xfrm>
              <a:off x="9117880" y="2173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1" name="pt55231"/>
            <p:cNvSpPr/>
            <p:nvPr/>
          </p:nvSpPr>
          <p:spPr>
            <a:xfrm>
              <a:off x="9612243" y="2334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2" name="pt55232"/>
            <p:cNvSpPr/>
            <p:nvPr/>
          </p:nvSpPr>
          <p:spPr>
            <a:xfrm>
              <a:off x="8708219" y="2260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3" name="pt55233"/>
            <p:cNvSpPr/>
            <p:nvPr/>
          </p:nvSpPr>
          <p:spPr>
            <a:xfrm>
              <a:off x="9124084" y="201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4" name="pt55234"/>
            <p:cNvSpPr/>
            <p:nvPr/>
          </p:nvSpPr>
          <p:spPr>
            <a:xfrm>
              <a:off x="8937640" y="1750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5" name="pt55235"/>
            <p:cNvSpPr/>
            <p:nvPr/>
          </p:nvSpPr>
          <p:spPr>
            <a:xfrm>
              <a:off x="8947416" y="1991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6" name="pt55236"/>
            <p:cNvSpPr/>
            <p:nvPr/>
          </p:nvSpPr>
          <p:spPr>
            <a:xfrm>
              <a:off x="8947416" y="2008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7" name="pt55237"/>
            <p:cNvSpPr/>
            <p:nvPr/>
          </p:nvSpPr>
          <p:spPr>
            <a:xfrm>
              <a:off x="9060837" y="1743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8" name="pt55238"/>
            <p:cNvSpPr/>
            <p:nvPr/>
          </p:nvSpPr>
          <p:spPr>
            <a:xfrm>
              <a:off x="8505430" y="2513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9" name="pt55239"/>
            <p:cNvSpPr/>
            <p:nvPr/>
          </p:nvSpPr>
          <p:spPr>
            <a:xfrm>
              <a:off x="9218764" y="1859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0" name="pt55240"/>
            <p:cNvSpPr/>
            <p:nvPr/>
          </p:nvSpPr>
          <p:spPr>
            <a:xfrm>
              <a:off x="8898383" y="2072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1" name="pt55241"/>
            <p:cNvSpPr/>
            <p:nvPr/>
          </p:nvSpPr>
          <p:spPr>
            <a:xfrm>
              <a:off x="8947416" y="1949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2" name="pt55242"/>
            <p:cNvSpPr/>
            <p:nvPr/>
          </p:nvSpPr>
          <p:spPr>
            <a:xfrm>
              <a:off x="9489373" y="2533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3" name="pt55243"/>
            <p:cNvSpPr/>
            <p:nvPr/>
          </p:nvSpPr>
          <p:spPr>
            <a:xfrm>
              <a:off x="8505430" y="2537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4" name="pt55244"/>
            <p:cNvSpPr/>
            <p:nvPr/>
          </p:nvSpPr>
          <p:spPr>
            <a:xfrm>
              <a:off x="9161591" y="2079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5" name="pt55245"/>
            <p:cNvSpPr/>
            <p:nvPr/>
          </p:nvSpPr>
          <p:spPr>
            <a:xfrm>
              <a:off x="9301578" y="2020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6" name="pt55246"/>
            <p:cNvSpPr/>
            <p:nvPr/>
          </p:nvSpPr>
          <p:spPr>
            <a:xfrm>
              <a:off x="9366003" y="2230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7" name="pt55247"/>
            <p:cNvSpPr/>
            <p:nvPr/>
          </p:nvSpPr>
          <p:spPr>
            <a:xfrm>
              <a:off x="8505430" y="2434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8" name="pt55248"/>
            <p:cNvSpPr/>
            <p:nvPr/>
          </p:nvSpPr>
          <p:spPr>
            <a:xfrm>
              <a:off x="8627374" y="2365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9" name="pt55249"/>
            <p:cNvSpPr/>
            <p:nvPr/>
          </p:nvSpPr>
          <p:spPr>
            <a:xfrm>
              <a:off x="8776438" y="2026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0" name="pt55250"/>
            <p:cNvSpPr/>
            <p:nvPr/>
          </p:nvSpPr>
          <p:spPr>
            <a:xfrm>
              <a:off x="9767243" y="2251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1" name="pt55251"/>
            <p:cNvSpPr/>
            <p:nvPr/>
          </p:nvSpPr>
          <p:spPr>
            <a:xfrm>
              <a:off x="9070546" y="2279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2" name="pt55252"/>
            <p:cNvSpPr/>
            <p:nvPr/>
          </p:nvSpPr>
          <p:spPr>
            <a:xfrm>
              <a:off x="9265000" y="2006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3" name="pt55253"/>
            <p:cNvSpPr/>
            <p:nvPr/>
          </p:nvSpPr>
          <p:spPr>
            <a:xfrm>
              <a:off x="8749319" y="2182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4" name="pt55254"/>
            <p:cNvSpPr/>
            <p:nvPr/>
          </p:nvSpPr>
          <p:spPr>
            <a:xfrm>
              <a:off x="8666631" y="2414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5" name="pt55255"/>
            <p:cNvSpPr/>
            <p:nvPr/>
          </p:nvSpPr>
          <p:spPr>
            <a:xfrm>
              <a:off x="9208828" y="2100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6" name="pt55256"/>
            <p:cNvSpPr/>
            <p:nvPr/>
          </p:nvSpPr>
          <p:spPr>
            <a:xfrm>
              <a:off x="8312152" y="2513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7" name="pt55257"/>
            <p:cNvSpPr/>
            <p:nvPr/>
          </p:nvSpPr>
          <p:spPr>
            <a:xfrm>
              <a:off x="8878445" y="1853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8" name="pt55258"/>
            <p:cNvSpPr/>
            <p:nvPr/>
          </p:nvSpPr>
          <p:spPr>
            <a:xfrm>
              <a:off x="9349631" y="2184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9" name="pt55259"/>
            <p:cNvSpPr/>
            <p:nvPr/>
          </p:nvSpPr>
          <p:spPr>
            <a:xfrm>
              <a:off x="9285286" y="174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0" name="pt55260"/>
            <p:cNvSpPr/>
            <p:nvPr/>
          </p:nvSpPr>
          <p:spPr>
            <a:xfrm>
              <a:off x="9311758" y="1945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1" name="pt55261"/>
            <p:cNvSpPr/>
            <p:nvPr/>
          </p:nvSpPr>
          <p:spPr>
            <a:xfrm>
              <a:off x="8993208" y="2087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2" name="pt55262"/>
            <p:cNvSpPr/>
            <p:nvPr/>
          </p:nvSpPr>
          <p:spPr>
            <a:xfrm>
              <a:off x="8505430" y="2481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3" name="pt55263"/>
            <p:cNvSpPr/>
            <p:nvPr/>
          </p:nvSpPr>
          <p:spPr>
            <a:xfrm>
              <a:off x="8505430" y="2337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4" name="pt55264"/>
            <p:cNvSpPr/>
            <p:nvPr/>
          </p:nvSpPr>
          <p:spPr>
            <a:xfrm>
              <a:off x="8825472" y="1923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5" name="pt55265"/>
            <p:cNvSpPr/>
            <p:nvPr/>
          </p:nvSpPr>
          <p:spPr>
            <a:xfrm>
              <a:off x="8907564" y="2164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6" name="pt55266"/>
            <p:cNvSpPr/>
            <p:nvPr/>
          </p:nvSpPr>
          <p:spPr>
            <a:xfrm>
              <a:off x="9143835" y="1990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7" name="pt55267"/>
            <p:cNvSpPr/>
            <p:nvPr/>
          </p:nvSpPr>
          <p:spPr>
            <a:xfrm>
              <a:off x="9311758" y="199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8" name="pt55268"/>
            <p:cNvSpPr/>
            <p:nvPr/>
          </p:nvSpPr>
          <p:spPr>
            <a:xfrm>
              <a:off x="9175781" y="2057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9" name="pt55269"/>
            <p:cNvSpPr/>
            <p:nvPr/>
          </p:nvSpPr>
          <p:spPr>
            <a:xfrm>
              <a:off x="8666631" y="2349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0" name="pt55270"/>
            <p:cNvSpPr/>
            <p:nvPr/>
          </p:nvSpPr>
          <p:spPr>
            <a:xfrm>
              <a:off x="8855955" y="2203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1" name="pt55271"/>
            <p:cNvSpPr/>
            <p:nvPr/>
          </p:nvSpPr>
          <p:spPr>
            <a:xfrm>
              <a:off x="8312152" y="2527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2" name="pt55272"/>
            <p:cNvSpPr/>
            <p:nvPr/>
          </p:nvSpPr>
          <p:spPr>
            <a:xfrm>
              <a:off x="8383485" y="240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3" name="pt55273"/>
            <p:cNvSpPr/>
            <p:nvPr/>
          </p:nvSpPr>
          <p:spPr>
            <a:xfrm>
              <a:off x="9454989" y="1894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4" name="pt55274"/>
            <p:cNvSpPr/>
            <p:nvPr/>
          </p:nvSpPr>
          <p:spPr>
            <a:xfrm>
              <a:off x="8763400" y="2054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5" name="pt55275"/>
            <p:cNvSpPr/>
            <p:nvPr/>
          </p:nvSpPr>
          <p:spPr>
            <a:xfrm>
              <a:off x="8947416" y="1980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6" name="pt55276"/>
            <p:cNvSpPr/>
            <p:nvPr/>
          </p:nvSpPr>
          <p:spPr>
            <a:xfrm>
              <a:off x="8901496" y="1477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7" name="pt55277"/>
            <p:cNvSpPr/>
            <p:nvPr/>
          </p:nvSpPr>
          <p:spPr>
            <a:xfrm>
              <a:off x="8985720" y="2297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8" name="pt55278"/>
            <p:cNvSpPr/>
            <p:nvPr/>
          </p:nvSpPr>
          <p:spPr>
            <a:xfrm>
              <a:off x="8863776" y="2106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9" name="pt55279"/>
            <p:cNvSpPr/>
            <p:nvPr/>
          </p:nvSpPr>
          <p:spPr>
            <a:xfrm>
              <a:off x="9354634" y="2255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0" name="pt55280"/>
            <p:cNvSpPr/>
            <p:nvPr/>
          </p:nvSpPr>
          <p:spPr>
            <a:xfrm>
              <a:off x="8881929" y="2193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1" name="pt55281"/>
            <p:cNvSpPr/>
            <p:nvPr/>
          </p:nvSpPr>
          <p:spPr>
            <a:xfrm>
              <a:off x="8473354" y="239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2" name="pt55282"/>
            <p:cNvSpPr/>
            <p:nvPr/>
          </p:nvSpPr>
          <p:spPr>
            <a:xfrm>
              <a:off x="9083077" y="2027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3" name="pt55283"/>
            <p:cNvSpPr/>
            <p:nvPr/>
          </p:nvSpPr>
          <p:spPr>
            <a:xfrm>
              <a:off x="9414733" y="2143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4" name="pt55284"/>
            <p:cNvSpPr/>
            <p:nvPr/>
          </p:nvSpPr>
          <p:spPr>
            <a:xfrm>
              <a:off x="8473354" y="2467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5" name="pt55285"/>
            <p:cNvSpPr/>
            <p:nvPr/>
          </p:nvSpPr>
          <p:spPr>
            <a:xfrm>
              <a:off x="9206663" y="2029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6" name="pt55286"/>
            <p:cNvSpPr/>
            <p:nvPr/>
          </p:nvSpPr>
          <p:spPr>
            <a:xfrm>
              <a:off x="9124084" y="201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7" name="pt55287"/>
            <p:cNvSpPr/>
            <p:nvPr/>
          </p:nvSpPr>
          <p:spPr>
            <a:xfrm>
              <a:off x="9221288" y="1871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8" name="pt55288"/>
            <p:cNvSpPr/>
            <p:nvPr/>
          </p:nvSpPr>
          <p:spPr>
            <a:xfrm>
              <a:off x="8666631" y="2328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9" name="pt55289"/>
            <p:cNvSpPr/>
            <p:nvPr/>
          </p:nvSpPr>
          <p:spPr>
            <a:xfrm>
              <a:off x="8677986" y="2370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0" name="pt55290"/>
            <p:cNvSpPr/>
            <p:nvPr/>
          </p:nvSpPr>
          <p:spPr>
            <a:xfrm>
              <a:off x="8612066" y="2351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1" name="pt55291"/>
            <p:cNvSpPr/>
            <p:nvPr/>
          </p:nvSpPr>
          <p:spPr>
            <a:xfrm>
              <a:off x="8907564" y="1967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2" name="pt55292"/>
            <p:cNvSpPr/>
            <p:nvPr/>
          </p:nvSpPr>
          <p:spPr>
            <a:xfrm>
              <a:off x="8995031" y="2126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3" name="pt55293"/>
            <p:cNvSpPr/>
            <p:nvPr/>
          </p:nvSpPr>
          <p:spPr>
            <a:xfrm>
              <a:off x="8839187" y="211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4" name="pt55294"/>
            <p:cNvSpPr/>
            <p:nvPr/>
          </p:nvSpPr>
          <p:spPr>
            <a:xfrm>
              <a:off x="8312152" y="2441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5" name="pt55295"/>
            <p:cNvSpPr/>
            <p:nvPr/>
          </p:nvSpPr>
          <p:spPr>
            <a:xfrm>
              <a:off x="8763400" y="2088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6" name="pt55296"/>
            <p:cNvSpPr/>
            <p:nvPr/>
          </p:nvSpPr>
          <p:spPr>
            <a:xfrm>
              <a:off x="8576763" y="2353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7" name="pt55297"/>
            <p:cNvSpPr/>
            <p:nvPr/>
          </p:nvSpPr>
          <p:spPr>
            <a:xfrm>
              <a:off x="8996835" y="2060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8" name="pt55298"/>
            <p:cNvSpPr/>
            <p:nvPr/>
          </p:nvSpPr>
          <p:spPr>
            <a:xfrm>
              <a:off x="8996835" y="1962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9" name="pt55299"/>
            <p:cNvSpPr/>
            <p:nvPr/>
          </p:nvSpPr>
          <p:spPr>
            <a:xfrm>
              <a:off x="9124084" y="2069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0" name="pt55300"/>
            <p:cNvSpPr/>
            <p:nvPr/>
          </p:nvSpPr>
          <p:spPr>
            <a:xfrm>
              <a:off x="8312152" y="2402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1" name="pt55301"/>
            <p:cNvSpPr/>
            <p:nvPr/>
          </p:nvSpPr>
          <p:spPr>
            <a:xfrm>
              <a:off x="8788576" y="2290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2" name="pt55302"/>
            <p:cNvSpPr/>
            <p:nvPr/>
          </p:nvSpPr>
          <p:spPr>
            <a:xfrm>
              <a:off x="9444456" y="1893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3" name="pt55303"/>
            <p:cNvSpPr/>
            <p:nvPr/>
          </p:nvSpPr>
          <p:spPr>
            <a:xfrm>
              <a:off x="8312152" y="2382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4" name="pt55304"/>
            <p:cNvSpPr/>
            <p:nvPr/>
          </p:nvSpPr>
          <p:spPr>
            <a:xfrm>
              <a:off x="8741831" y="2170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5" name="pt55305"/>
            <p:cNvSpPr/>
            <p:nvPr/>
          </p:nvSpPr>
          <p:spPr>
            <a:xfrm>
              <a:off x="8830164" y="2027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6" name="pt55306"/>
            <p:cNvSpPr/>
            <p:nvPr/>
          </p:nvSpPr>
          <p:spPr>
            <a:xfrm>
              <a:off x="9301578" y="2136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7" name="pt55307"/>
            <p:cNvSpPr/>
            <p:nvPr/>
          </p:nvSpPr>
          <p:spPr>
            <a:xfrm>
              <a:off x="9195417" y="2126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8" name="pt55308"/>
            <p:cNvSpPr/>
            <p:nvPr/>
          </p:nvSpPr>
          <p:spPr>
            <a:xfrm>
              <a:off x="8434097" y="2373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9" name="pt55309"/>
            <p:cNvSpPr/>
            <p:nvPr/>
          </p:nvSpPr>
          <p:spPr>
            <a:xfrm>
              <a:off x="8734011" y="2104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0" name="pt55310"/>
            <p:cNvSpPr/>
            <p:nvPr/>
          </p:nvSpPr>
          <p:spPr>
            <a:xfrm>
              <a:off x="8698707" y="2433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1" name="pt55311"/>
            <p:cNvSpPr/>
            <p:nvPr/>
          </p:nvSpPr>
          <p:spPr>
            <a:xfrm>
              <a:off x="9879673" y="2723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2" name="pt55312"/>
            <p:cNvSpPr/>
            <p:nvPr/>
          </p:nvSpPr>
          <p:spPr>
            <a:xfrm>
              <a:off x="9433552" y="1610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3" name="pt55313"/>
            <p:cNvSpPr/>
            <p:nvPr/>
          </p:nvSpPr>
          <p:spPr>
            <a:xfrm>
              <a:off x="9018749" y="2007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4" name="pt55314"/>
            <p:cNvSpPr/>
            <p:nvPr/>
          </p:nvSpPr>
          <p:spPr>
            <a:xfrm>
              <a:off x="9647779" y="2119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5" name="pt55315"/>
            <p:cNvSpPr/>
            <p:nvPr/>
          </p:nvSpPr>
          <p:spPr>
            <a:xfrm>
              <a:off x="9070546" y="2338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6" name="pt55316"/>
            <p:cNvSpPr/>
            <p:nvPr/>
          </p:nvSpPr>
          <p:spPr>
            <a:xfrm>
              <a:off x="8641456" y="2058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7" name="pt55317"/>
            <p:cNvSpPr/>
            <p:nvPr/>
          </p:nvSpPr>
          <p:spPr>
            <a:xfrm>
              <a:off x="9347687" y="2143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8" name="pt55318"/>
            <p:cNvSpPr/>
            <p:nvPr/>
          </p:nvSpPr>
          <p:spPr>
            <a:xfrm>
              <a:off x="8741831" y="2145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9" name="pt55319"/>
            <p:cNvSpPr/>
            <p:nvPr/>
          </p:nvSpPr>
          <p:spPr>
            <a:xfrm>
              <a:off x="9211498" y="2153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0" name="pt55320"/>
            <p:cNvSpPr/>
            <p:nvPr/>
          </p:nvSpPr>
          <p:spPr>
            <a:xfrm>
              <a:off x="9530304" y="2412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1" name="pt55321"/>
            <p:cNvSpPr/>
            <p:nvPr/>
          </p:nvSpPr>
          <p:spPr>
            <a:xfrm>
              <a:off x="9057053" y="1702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2" name="pt55322"/>
            <p:cNvSpPr/>
            <p:nvPr/>
          </p:nvSpPr>
          <p:spPr>
            <a:xfrm>
              <a:off x="9573785" y="2289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3" name="pt55323"/>
            <p:cNvSpPr/>
            <p:nvPr/>
          </p:nvSpPr>
          <p:spPr>
            <a:xfrm>
              <a:off x="8788576" y="2255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4" name="pt55324"/>
            <p:cNvSpPr/>
            <p:nvPr/>
          </p:nvSpPr>
          <p:spPr>
            <a:xfrm>
              <a:off x="9117880" y="2235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5" name="pt55325"/>
            <p:cNvSpPr/>
            <p:nvPr/>
          </p:nvSpPr>
          <p:spPr>
            <a:xfrm>
              <a:off x="8878445" y="1839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6" name="pt55326"/>
            <p:cNvSpPr/>
            <p:nvPr/>
          </p:nvSpPr>
          <p:spPr>
            <a:xfrm>
              <a:off x="9349631" y="2148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7" name="pt55327"/>
            <p:cNvSpPr/>
            <p:nvPr/>
          </p:nvSpPr>
          <p:spPr>
            <a:xfrm>
              <a:off x="9524498" y="2406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8" name="pt55328"/>
            <p:cNvSpPr/>
            <p:nvPr/>
          </p:nvSpPr>
          <p:spPr>
            <a:xfrm>
              <a:off x="8977900" y="2312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9" name="pt55329"/>
            <p:cNvSpPr/>
            <p:nvPr/>
          </p:nvSpPr>
          <p:spPr>
            <a:xfrm>
              <a:off x="8839187" y="1928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0" name="pt55330"/>
            <p:cNvSpPr/>
            <p:nvPr/>
          </p:nvSpPr>
          <p:spPr>
            <a:xfrm>
              <a:off x="8971798" y="210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1" name="pt55331"/>
            <p:cNvSpPr/>
            <p:nvPr/>
          </p:nvSpPr>
          <p:spPr>
            <a:xfrm>
              <a:off x="9749896" y="2055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2" name="pt55332"/>
            <p:cNvSpPr/>
            <p:nvPr/>
          </p:nvSpPr>
          <p:spPr>
            <a:xfrm>
              <a:off x="8881929" y="2180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3" name="pt55333"/>
            <p:cNvSpPr/>
            <p:nvPr/>
          </p:nvSpPr>
          <p:spPr>
            <a:xfrm>
              <a:off x="8859909" y="1972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4" name="pt55334"/>
            <p:cNvSpPr/>
            <p:nvPr/>
          </p:nvSpPr>
          <p:spPr>
            <a:xfrm>
              <a:off x="8708219" y="2318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5" name="pt55335"/>
            <p:cNvSpPr/>
            <p:nvPr/>
          </p:nvSpPr>
          <p:spPr>
            <a:xfrm>
              <a:off x="9324474" y="2126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6" name="pt55336"/>
            <p:cNvSpPr/>
            <p:nvPr/>
          </p:nvSpPr>
          <p:spPr>
            <a:xfrm>
              <a:off x="9144612" y="211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7" name="pt55337"/>
            <p:cNvSpPr/>
            <p:nvPr/>
          </p:nvSpPr>
          <p:spPr>
            <a:xfrm>
              <a:off x="8904556" y="1934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8" name="pt55338"/>
            <p:cNvSpPr/>
            <p:nvPr/>
          </p:nvSpPr>
          <p:spPr>
            <a:xfrm>
              <a:off x="8556041" y="2412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9" name="pt55339"/>
            <p:cNvSpPr/>
            <p:nvPr/>
          </p:nvSpPr>
          <p:spPr>
            <a:xfrm>
              <a:off x="9109567" y="1745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0" name="pt55340"/>
            <p:cNvSpPr/>
            <p:nvPr/>
          </p:nvSpPr>
          <p:spPr>
            <a:xfrm>
              <a:off x="9045188" y="1876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1" name="pt55341"/>
            <p:cNvSpPr/>
            <p:nvPr/>
          </p:nvSpPr>
          <p:spPr>
            <a:xfrm>
              <a:off x="9062080" y="1740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2" name="pt55342"/>
            <p:cNvSpPr/>
            <p:nvPr/>
          </p:nvSpPr>
          <p:spPr>
            <a:xfrm>
              <a:off x="9128386" y="2133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3" name="pt55343"/>
            <p:cNvSpPr/>
            <p:nvPr/>
          </p:nvSpPr>
          <p:spPr>
            <a:xfrm>
              <a:off x="9250331" y="2272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4" name="pt55344"/>
            <p:cNvSpPr/>
            <p:nvPr/>
          </p:nvSpPr>
          <p:spPr>
            <a:xfrm>
              <a:off x="8312152" y="2477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5" name="pt55345"/>
            <p:cNvSpPr/>
            <p:nvPr/>
          </p:nvSpPr>
          <p:spPr>
            <a:xfrm>
              <a:off x="8947416" y="1947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6" name="pt55346"/>
            <p:cNvSpPr/>
            <p:nvPr/>
          </p:nvSpPr>
          <p:spPr>
            <a:xfrm>
              <a:off x="9206663" y="2044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7" name="pt55347"/>
            <p:cNvSpPr/>
            <p:nvPr/>
          </p:nvSpPr>
          <p:spPr>
            <a:xfrm>
              <a:off x="8595298" y="2251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8" name="pt55348"/>
            <p:cNvSpPr/>
            <p:nvPr/>
          </p:nvSpPr>
          <p:spPr>
            <a:xfrm>
              <a:off x="8641456" y="2141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9" name="pt55349"/>
            <p:cNvSpPr/>
            <p:nvPr/>
          </p:nvSpPr>
          <p:spPr>
            <a:xfrm>
              <a:off x="8698707" y="2364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0" name="pt55350"/>
            <p:cNvSpPr/>
            <p:nvPr/>
          </p:nvSpPr>
          <p:spPr>
            <a:xfrm>
              <a:off x="9785747" y="2499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1" name="pt55351"/>
            <p:cNvSpPr/>
            <p:nvPr/>
          </p:nvSpPr>
          <p:spPr>
            <a:xfrm>
              <a:off x="9435343" y="1813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2" name="pt55352"/>
            <p:cNvSpPr/>
            <p:nvPr/>
          </p:nvSpPr>
          <p:spPr>
            <a:xfrm>
              <a:off x="8473354" y="2364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3" name="pt55353"/>
            <p:cNvSpPr/>
            <p:nvPr/>
          </p:nvSpPr>
          <p:spPr>
            <a:xfrm>
              <a:off x="9435343" y="1925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4" name="pt55354"/>
            <p:cNvSpPr/>
            <p:nvPr/>
          </p:nvSpPr>
          <p:spPr>
            <a:xfrm>
              <a:off x="9045188" y="1782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5" name="pt55355"/>
            <p:cNvSpPr/>
            <p:nvPr/>
          </p:nvSpPr>
          <p:spPr>
            <a:xfrm>
              <a:off x="8383485" y="2251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6" name="pt55356"/>
            <p:cNvSpPr/>
            <p:nvPr/>
          </p:nvSpPr>
          <p:spPr>
            <a:xfrm>
              <a:off x="9121452" y="2055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7" name="pt55357"/>
            <p:cNvSpPr/>
            <p:nvPr/>
          </p:nvSpPr>
          <p:spPr>
            <a:xfrm>
              <a:off x="9366003" y="2009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8" name="pt55358"/>
            <p:cNvSpPr/>
            <p:nvPr/>
          </p:nvSpPr>
          <p:spPr>
            <a:xfrm>
              <a:off x="8794345" y="2050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9" name="pt55359"/>
            <p:cNvSpPr/>
            <p:nvPr/>
          </p:nvSpPr>
          <p:spPr>
            <a:xfrm>
              <a:off x="8473354" y="2404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0" name="pt55360"/>
            <p:cNvSpPr/>
            <p:nvPr/>
          </p:nvSpPr>
          <p:spPr>
            <a:xfrm>
              <a:off x="8641456" y="2176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1" name="pt55361"/>
            <p:cNvSpPr/>
            <p:nvPr/>
          </p:nvSpPr>
          <p:spPr>
            <a:xfrm>
              <a:off x="9303159" y="2007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2" name="pt55362"/>
            <p:cNvSpPr/>
            <p:nvPr/>
          </p:nvSpPr>
          <p:spPr>
            <a:xfrm>
              <a:off x="9329422" y="2197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3" name="pt55363"/>
            <p:cNvSpPr/>
            <p:nvPr/>
          </p:nvSpPr>
          <p:spPr>
            <a:xfrm>
              <a:off x="9433552" y="1663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4" name="pt55364"/>
            <p:cNvSpPr/>
            <p:nvPr/>
          </p:nvSpPr>
          <p:spPr>
            <a:xfrm>
              <a:off x="8843532" y="201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5" name="pt55365"/>
            <p:cNvSpPr/>
            <p:nvPr/>
          </p:nvSpPr>
          <p:spPr>
            <a:xfrm>
              <a:off x="8788576" y="2230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6" name="pt55366"/>
            <p:cNvSpPr/>
            <p:nvPr/>
          </p:nvSpPr>
          <p:spPr>
            <a:xfrm>
              <a:off x="9054485" y="1939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7" name="pt55367"/>
            <p:cNvSpPr/>
            <p:nvPr/>
          </p:nvSpPr>
          <p:spPr>
            <a:xfrm>
              <a:off x="9143835" y="2015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8" name="pt55368"/>
            <p:cNvSpPr/>
            <p:nvPr/>
          </p:nvSpPr>
          <p:spPr>
            <a:xfrm>
              <a:off x="9075206" y="2247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9" name="pt55369"/>
            <p:cNvSpPr/>
            <p:nvPr/>
          </p:nvSpPr>
          <p:spPr>
            <a:xfrm>
              <a:off x="8867559" y="2089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0" name="pt55370"/>
            <p:cNvSpPr/>
            <p:nvPr/>
          </p:nvSpPr>
          <p:spPr>
            <a:xfrm>
              <a:off x="8867559" y="1889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1" name="pt55371"/>
            <p:cNvSpPr/>
            <p:nvPr/>
          </p:nvSpPr>
          <p:spPr>
            <a:xfrm>
              <a:off x="8815695" y="2049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2" name="pt55372"/>
            <p:cNvSpPr/>
            <p:nvPr/>
          </p:nvSpPr>
          <p:spPr>
            <a:xfrm>
              <a:off x="9003873" y="1965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3" name="pt55373"/>
            <p:cNvSpPr/>
            <p:nvPr/>
          </p:nvSpPr>
          <p:spPr>
            <a:xfrm>
              <a:off x="8434097" y="2463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4" name="pt55374"/>
            <p:cNvSpPr/>
            <p:nvPr/>
          </p:nvSpPr>
          <p:spPr>
            <a:xfrm>
              <a:off x="9095800" y="1985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5" name="pt55375"/>
            <p:cNvSpPr/>
            <p:nvPr/>
          </p:nvSpPr>
          <p:spPr>
            <a:xfrm>
              <a:off x="8749319" y="2212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6" name="pt55376"/>
            <p:cNvSpPr/>
            <p:nvPr/>
          </p:nvSpPr>
          <p:spPr>
            <a:xfrm>
              <a:off x="8805344" y="2038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7" name="pt55377"/>
            <p:cNvSpPr/>
            <p:nvPr/>
          </p:nvSpPr>
          <p:spPr>
            <a:xfrm>
              <a:off x="8556041" y="2486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8" name="pt55378"/>
            <p:cNvSpPr/>
            <p:nvPr/>
          </p:nvSpPr>
          <p:spPr>
            <a:xfrm>
              <a:off x="9265000" y="1933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9" name="pt55379"/>
            <p:cNvSpPr/>
            <p:nvPr/>
          </p:nvSpPr>
          <p:spPr>
            <a:xfrm>
              <a:off x="9178998" y="1876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0" name="pt55380"/>
            <p:cNvSpPr/>
            <p:nvPr/>
          </p:nvSpPr>
          <p:spPr>
            <a:xfrm>
              <a:off x="9547911" y="1797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1" name="pt55381"/>
            <p:cNvSpPr/>
            <p:nvPr/>
          </p:nvSpPr>
          <p:spPr>
            <a:xfrm>
              <a:off x="8734011" y="2212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2" name="pt55382"/>
            <p:cNvSpPr/>
            <p:nvPr/>
          </p:nvSpPr>
          <p:spPr>
            <a:xfrm>
              <a:off x="9171842" y="2024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3" name="pt55383"/>
            <p:cNvSpPr/>
            <p:nvPr/>
          </p:nvSpPr>
          <p:spPr>
            <a:xfrm>
              <a:off x="8947416" y="2016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4" name="pt55384"/>
            <p:cNvSpPr/>
            <p:nvPr/>
          </p:nvSpPr>
          <p:spPr>
            <a:xfrm>
              <a:off x="8576763" y="2360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5" name="pt55385"/>
            <p:cNvSpPr/>
            <p:nvPr/>
          </p:nvSpPr>
          <p:spPr>
            <a:xfrm>
              <a:off x="8677986" y="2295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6" name="pt55386"/>
            <p:cNvSpPr/>
            <p:nvPr/>
          </p:nvSpPr>
          <p:spPr>
            <a:xfrm>
              <a:off x="9199436" y="1917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7" name="pt55387"/>
            <p:cNvSpPr/>
            <p:nvPr/>
          </p:nvSpPr>
          <p:spPr>
            <a:xfrm>
              <a:off x="8612066" y="2203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8" name="pt55388"/>
            <p:cNvSpPr/>
            <p:nvPr/>
          </p:nvSpPr>
          <p:spPr>
            <a:xfrm>
              <a:off x="8830164" y="215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9" name="pt55389"/>
            <p:cNvSpPr/>
            <p:nvPr/>
          </p:nvSpPr>
          <p:spPr>
            <a:xfrm>
              <a:off x="8916289" y="2090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0" name="pt55390"/>
            <p:cNvSpPr/>
            <p:nvPr/>
          </p:nvSpPr>
          <p:spPr>
            <a:xfrm>
              <a:off x="9064541" y="1792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1" name="pt55391"/>
            <p:cNvSpPr/>
            <p:nvPr/>
          </p:nvSpPr>
          <p:spPr>
            <a:xfrm>
              <a:off x="9167133" y="2106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2" name="pt55392"/>
            <p:cNvSpPr/>
            <p:nvPr/>
          </p:nvSpPr>
          <p:spPr>
            <a:xfrm>
              <a:off x="9229609" y="1838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3" name="pt55393"/>
            <p:cNvSpPr/>
            <p:nvPr/>
          </p:nvSpPr>
          <p:spPr>
            <a:xfrm>
              <a:off x="9238466" y="1923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4" name="pt55394"/>
            <p:cNvSpPr/>
            <p:nvPr/>
          </p:nvSpPr>
          <p:spPr>
            <a:xfrm>
              <a:off x="8666631" y="2340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5" name="pt55395"/>
            <p:cNvSpPr/>
            <p:nvPr/>
          </p:nvSpPr>
          <p:spPr>
            <a:xfrm>
              <a:off x="8312152" y="2028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6" name="pt55396"/>
            <p:cNvSpPr/>
            <p:nvPr/>
          </p:nvSpPr>
          <p:spPr>
            <a:xfrm>
              <a:off x="8725827" y="2277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7" name="pt55397"/>
            <p:cNvSpPr/>
            <p:nvPr/>
          </p:nvSpPr>
          <p:spPr>
            <a:xfrm>
              <a:off x="8473354" y="2194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8" name="pt55398"/>
            <p:cNvSpPr/>
            <p:nvPr/>
          </p:nvSpPr>
          <p:spPr>
            <a:xfrm>
              <a:off x="8612066" y="2238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9" name="pt55399"/>
            <p:cNvSpPr/>
            <p:nvPr/>
          </p:nvSpPr>
          <p:spPr>
            <a:xfrm>
              <a:off x="8595298" y="2251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0" name="pt55400"/>
            <p:cNvSpPr/>
            <p:nvPr/>
          </p:nvSpPr>
          <p:spPr>
            <a:xfrm>
              <a:off x="9003873" y="2036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1" name="pt55401"/>
            <p:cNvSpPr/>
            <p:nvPr/>
          </p:nvSpPr>
          <p:spPr>
            <a:xfrm>
              <a:off x="9310856" y="1944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2" name="pt55402"/>
            <p:cNvSpPr/>
            <p:nvPr/>
          </p:nvSpPr>
          <p:spPr>
            <a:xfrm>
              <a:off x="8932540" y="2080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3" name="pt55403"/>
            <p:cNvSpPr/>
            <p:nvPr/>
          </p:nvSpPr>
          <p:spPr>
            <a:xfrm>
              <a:off x="9135874" y="1946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4" name="pt55404"/>
            <p:cNvSpPr/>
            <p:nvPr/>
          </p:nvSpPr>
          <p:spPr>
            <a:xfrm>
              <a:off x="8627374" y="2193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5" name="pt55405"/>
            <p:cNvSpPr/>
            <p:nvPr/>
          </p:nvSpPr>
          <p:spPr>
            <a:xfrm>
              <a:off x="8895213" y="2228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6" name="pt55406"/>
            <p:cNvSpPr/>
            <p:nvPr/>
          </p:nvSpPr>
          <p:spPr>
            <a:xfrm>
              <a:off x="8996835" y="1994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7" name="pt55407"/>
            <p:cNvSpPr/>
            <p:nvPr/>
          </p:nvSpPr>
          <p:spPr>
            <a:xfrm>
              <a:off x="9431288" y="1988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8" name="pt55408"/>
            <p:cNvSpPr/>
            <p:nvPr/>
          </p:nvSpPr>
          <p:spPr>
            <a:xfrm>
              <a:off x="8947416" y="2024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9" name="pt55409"/>
            <p:cNvSpPr/>
            <p:nvPr/>
          </p:nvSpPr>
          <p:spPr>
            <a:xfrm>
              <a:off x="9021891" y="1789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0" name="pt55410"/>
            <p:cNvSpPr/>
            <p:nvPr/>
          </p:nvSpPr>
          <p:spPr>
            <a:xfrm>
              <a:off x="9005590" y="1838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1" name="pt55411"/>
            <p:cNvSpPr/>
            <p:nvPr/>
          </p:nvSpPr>
          <p:spPr>
            <a:xfrm>
              <a:off x="8505430" y="2342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2" name="pt55412"/>
            <p:cNvSpPr/>
            <p:nvPr/>
          </p:nvSpPr>
          <p:spPr>
            <a:xfrm>
              <a:off x="8805344" y="2084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3" name="pt55413"/>
            <p:cNvSpPr/>
            <p:nvPr/>
          </p:nvSpPr>
          <p:spPr>
            <a:xfrm>
              <a:off x="9162993" y="2036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4" name="pt55414"/>
            <p:cNvSpPr/>
            <p:nvPr/>
          </p:nvSpPr>
          <p:spPr>
            <a:xfrm>
              <a:off x="9190113" y="1940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5" name="pt55415"/>
            <p:cNvSpPr/>
            <p:nvPr/>
          </p:nvSpPr>
          <p:spPr>
            <a:xfrm>
              <a:off x="9062080" y="1768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6" name="pt55416"/>
            <p:cNvSpPr/>
            <p:nvPr/>
          </p:nvSpPr>
          <p:spPr>
            <a:xfrm>
              <a:off x="8973855" y="2132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7" name="pt55417"/>
            <p:cNvSpPr/>
            <p:nvPr/>
          </p:nvSpPr>
          <p:spPr>
            <a:xfrm>
              <a:off x="8383485" y="2345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8" name="pt55418"/>
            <p:cNvSpPr/>
            <p:nvPr/>
          </p:nvSpPr>
          <p:spPr>
            <a:xfrm>
              <a:off x="8654494" y="2496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9" name="pt55419"/>
            <p:cNvSpPr/>
            <p:nvPr/>
          </p:nvSpPr>
          <p:spPr>
            <a:xfrm>
              <a:off x="9797577" y="2448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0" name="pt55420"/>
            <p:cNvSpPr/>
            <p:nvPr/>
          </p:nvSpPr>
          <p:spPr>
            <a:xfrm>
              <a:off x="9124084" y="2022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1" name="pt55421"/>
            <p:cNvSpPr/>
            <p:nvPr/>
          </p:nvSpPr>
          <p:spPr>
            <a:xfrm>
              <a:off x="9551860" y="1592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2" name="pt55422"/>
            <p:cNvSpPr/>
            <p:nvPr/>
          </p:nvSpPr>
          <p:spPr>
            <a:xfrm>
              <a:off x="8688651" y="2417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3" name="pt55423"/>
            <p:cNvSpPr/>
            <p:nvPr/>
          </p:nvSpPr>
          <p:spPr>
            <a:xfrm>
              <a:off x="8901496" y="1851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4" name="pt55424"/>
            <p:cNvSpPr/>
            <p:nvPr/>
          </p:nvSpPr>
          <p:spPr>
            <a:xfrm>
              <a:off x="9241172" y="1888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5" name="pt55425"/>
            <p:cNvSpPr/>
            <p:nvPr/>
          </p:nvSpPr>
          <p:spPr>
            <a:xfrm>
              <a:off x="9603616" y="2208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6" name="pt55426"/>
            <p:cNvSpPr/>
            <p:nvPr/>
          </p:nvSpPr>
          <p:spPr>
            <a:xfrm>
              <a:off x="8830164" y="2144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7" name="pt55427"/>
            <p:cNvSpPr/>
            <p:nvPr/>
          </p:nvSpPr>
          <p:spPr>
            <a:xfrm>
              <a:off x="9062080" y="1733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8" name="pt55428"/>
            <p:cNvSpPr/>
            <p:nvPr/>
          </p:nvSpPr>
          <p:spPr>
            <a:xfrm>
              <a:off x="8996835" y="1876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9" name="pt55429"/>
            <p:cNvSpPr/>
            <p:nvPr/>
          </p:nvSpPr>
          <p:spPr>
            <a:xfrm>
              <a:off x="8641456" y="2105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0" name="pt55430"/>
            <p:cNvSpPr/>
            <p:nvPr/>
          </p:nvSpPr>
          <p:spPr>
            <a:xfrm>
              <a:off x="9188912" y="181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1" name="pt55431"/>
            <p:cNvSpPr/>
            <p:nvPr/>
          </p:nvSpPr>
          <p:spPr>
            <a:xfrm>
              <a:off x="8312152" y="2451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2" name="pt55432"/>
            <p:cNvSpPr/>
            <p:nvPr/>
          </p:nvSpPr>
          <p:spPr>
            <a:xfrm>
              <a:off x="9346461" y="2154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3" name="pt55433"/>
            <p:cNvSpPr/>
            <p:nvPr/>
          </p:nvSpPr>
          <p:spPr>
            <a:xfrm>
              <a:off x="8855955" y="2184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4" name="pt55434"/>
            <p:cNvSpPr/>
            <p:nvPr/>
          </p:nvSpPr>
          <p:spPr>
            <a:xfrm>
              <a:off x="9028011" y="1756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5" name="pt55435"/>
            <p:cNvSpPr/>
            <p:nvPr/>
          </p:nvSpPr>
          <p:spPr>
            <a:xfrm>
              <a:off x="9414733" y="2217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6" name="pt55436"/>
            <p:cNvSpPr/>
            <p:nvPr/>
          </p:nvSpPr>
          <p:spPr>
            <a:xfrm>
              <a:off x="9444456" y="1897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7" name="pt55437"/>
            <p:cNvSpPr/>
            <p:nvPr/>
          </p:nvSpPr>
          <p:spPr>
            <a:xfrm>
              <a:off x="9076352" y="2178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8" name="pt55438"/>
            <p:cNvSpPr/>
            <p:nvPr/>
          </p:nvSpPr>
          <p:spPr>
            <a:xfrm>
              <a:off x="9217744" y="2051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9" name="pt55439"/>
            <p:cNvSpPr/>
            <p:nvPr/>
          </p:nvSpPr>
          <p:spPr>
            <a:xfrm>
              <a:off x="8830164" y="2299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0" name="pt55440"/>
            <p:cNvSpPr/>
            <p:nvPr/>
          </p:nvSpPr>
          <p:spPr>
            <a:xfrm>
              <a:off x="8839187" y="2129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1" name="pt55441"/>
            <p:cNvSpPr/>
            <p:nvPr/>
          </p:nvSpPr>
          <p:spPr>
            <a:xfrm>
              <a:off x="8473354" y="231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2" name="pt55442"/>
            <p:cNvSpPr/>
            <p:nvPr/>
          </p:nvSpPr>
          <p:spPr>
            <a:xfrm>
              <a:off x="8666631" y="2362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3" name="pt55443"/>
            <p:cNvSpPr/>
            <p:nvPr/>
          </p:nvSpPr>
          <p:spPr>
            <a:xfrm>
              <a:off x="9489373" y="2439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4" name="pt55444"/>
            <p:cNvSpPr/>
            <p:nvPr/>
          </p:nvSpPr>
          <p:spPr>
            <a:xfrm>
              <a:off x="9097834" y="211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5" name="pt55445"/>
            <p:cNvSpPr/>
            <p:nvPr/>
          </p:nvSpPr>
          <p:spPr>
            <a:xfrm>
              <a:off x="9310253" y="2126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6" name="pt55446"/>
            <p:cNvSpPr/>
            <p:nvPr/>
          </p:nvSpPr>
          <p:spPr>
            <a:xfrm>
              <a:off x="8654494" y="2434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7" name="pt55447"/>
            <p:cNvSpPr/>
            <p:nvPr/>
          </p:nvSpPr>
          <p:spPr>
            <a:xfrm>
              <a:off x="8595298" y="2180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8" name="pt55448"/>
            <p:cNvSpPr/>
            <p:nvPr/>
          </p:nvSpPr>
          <p:spPr>
            <a:xfrm>
              <a:off x="8956678" y="1954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9" name="pt55449"/>
            <p:cNvSpPr/>
            <p:nvPr/>
          </p:nvSpPr>
          <p:spPr>
            <a:xfrm>
              <a:off x="8654494" y="2585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0" name="pt55450"/>
            <p:cNvSpPr/>
            <p:nvPr/>
          </p:nvSpPr>
          <p:spPr>
            <a:xfrm>
              <a:off x="8666631" y="2349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1" name="pt55451"/>
            <p:cNvSpPr/>
            <p:nvPr/>
          </p:nvSpPr>
          <p:spPr>
            <a:xfrm>
              <a:off x="9350114" y="2180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2" name="pt55452"/>
            <p:cNvSpPr/>
            <p:nvPr/>
          </p:nvSpPr>
          <p:spPr>
            <a:xfrm>
              <a:off x="9666217" y="1855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3" name="pt55453"/>
            <p:cNvSpPr/>
            <p:nvPr/>
          </p:nvSpPr>
          <p:spPr>
            <a:xfrm>
              <a:off x="8312152" y="2309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4" name="pt55454"/>
            <p:cNvSpPr/>
            <p:nvPr/>
          </p:nvSpPr>
          <p:spPr>
            <a:xfrm>
              <a:off x="9635986" y="2436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5" name="pt55455"/>
            <p:cNvSpPr/>
            <p:nvPr/>
          </p:nvSpPr>
          <p:spPr>
            <a:xfrm>
              <a:off x="8799930" y="2218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6" name="pt55456"/>
            <p:cNvSpPr/>
            <p:nvPr/>
          </p:nvSpPr>
          <p:spPr>
            <a:xfrm>
              <a:off x="9311758" y="1970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7" name="pt55457"/>
            <p:cNvSpPr/>
            <p:nvPr/>
          </p:nvSpPr>
          <p:spPr>
            <a:xfrm>
              <a:off x="9066967" y="2343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8" name="pt55458"/>
            <p:cNvSpPr/>
            <p:nvPr/>
          </p:nvSpPr>
          <p:spPr>
            <a:xfrm>
              <a:off x="9107665" y="1980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9" name="pt55459"/>
            <p:cNvSpPr/>
            <p:nvPr/>
          </p:nvSpPr>
          <p:spPr>
            <a:xfrm>
              <a:off x="9318519" y="1905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0" name="pt55460"/>
            <p:cNvSpPr/>
            <p:nvPr/>
          </p:nvSpPr>
          <p:spPr>
            <a:xfrm>
              <a:off x="9666217" y="1874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1" name="pt55461"/>
            <p:cNvSpPr/>
            <p:nvPr/>
          </p:nvSpPr>
          <p:spPr>
            <a:xfrm>
              <a:off x="9349631" y="2165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2" name="pt55462"/>
            <p:cNvSpPr/>
            <p:nvPr/>
          </p:nvSpPr>
          <p:spPr>
            <a:xfrm>
              <a:off x="9292119" y="1897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3" name="pt55463"/>
            <p:cNvSpPr/>
            <p:nvPr/>
          </p:nvSpPr>
          <p:spPr>
            <a:xfrm>
              <a:off x="8595298" y="2343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4" name="pt55464"/>
            <p:cNvSpPr/>
            <p:nvPr/>
          </p:nvSpPr>
          <p:spPr>
            <a:xfrm>
              <a:off x="8641456" y="2003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5" name="pt55465"/>
            <p:cNvSpPr/>
            <p:nvPr/>
          </p:nvSpPr>
          <p:spPr>
            <a:xfrm>
              <a:off x="9205570" y="2045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6" name="pt55466"/>
            <p:cNvSpPr/>
            <p:nvPr/>
          </p:nvSpPr>
          <p:spPr>
            <a:xfrm>
              <a:off x="9219272" y="1892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7" name="pt55467"/>
            <p:cNvSpPr/>
            <p:nvPr/>
          </p:nvSpPr>
          <p:spPr>
            <a:xfrm>
              <a:off x="9240724" y="1987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8" name="pt55468"/>
            <p:cNvSpPr/>
            <p:nvPr/>
          </p:nvSpPr>
          <p:spPr>
            <a:xfrm>
              <a:off x="8576763" y="2419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9" name="pt55469"/>
            <p:cNvSpPr/>
            <p:nvPr/>
          </p:nvSpPr>
          <p:spPr>
            <a:xfrm>
              <a:off x="8505430" y="2385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0" name="pt55470"/>
            <p:cNvSpPr/>
            <p:nvPr/>
          </p:nvSpPr>
          <p:spPr>
            <a:xfrm>
              <a:off x="9376059" y="2089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1" name="pt55471"/>
            <p:cNvSpPr/>
            <p:nvPr/>
          </p:nvSpPr>
          <p:spPr>
            <a:xfrm>
              <a:off x="8996835" y="1956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2" name="pt55472"/>
            <p:cNvSpPr/>
            <p:nvPr/>
          </p:nvSpPr>
          <p:spPr>
            <a:xfrm>
              <a:off x="9408964" y="217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3" name="pt55473"/>
            <p:cNvSpPr/>
            <p:nvPr/>
          </p:nvSpPr>
          <p:spPr>
            <a:xfrm>
              <a:off x="8505430" y="2534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4" name="pt55474"/>
            <p:cNvSpPr/>
            <p:nvPr/>
          </p:nvSpPr>
          <p:spPr>
            <a:xfrm>
              <a:off x="8434097" y="2507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5" name="pt55475"/>
            <p:cNvSpPr/>
            <p:nvPr/>
          </p:nvSpPr>
          <p:spPr>
            <a:xfrm>
              <a:off x="8434097" y="2436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6" name="pt55476"/>
            <p:cNvSpPr/>
            <p:nvPr/>
          </p:nvSpPr>
          <p:spPr>
            <a:xfrm>
              <a:off x="8717243" y="2244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7" name="pt55477"/>
            <p:cNvSpPr/>
            <p:nvPr/>
          </p:nvSpPr>
          <p:spPr>
            <a:xfrm>
              <a:off x="8913428" y="196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8" name="pt55478"/>
            <p:cNvSpPr/>
            <p:nvPr/>
          </p:nvSpPr>
          <p:spPr>
            <a:xfrm>
              <a:off x="9116975" y="1859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9" name="pt55479"/>
            <p:cNvSpPr/>
            <p:nvPr/>
          </p:nvSpPr>
          <p:spPr>
            <a:xfrm>
              <a:off x="8473354" y="2259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0" name="pt55480"/>
            <p:cNvSpPr/>
            <p:nvPr/>
          </p:nvSpPr>
          <p:spPr>
            <a:xfrm>
              <a:off x="8473354" y="2388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1" name="pt55481"/>
            <p:cNvSpPr/>
            <p:nvPr/>
          </p:nvSpPr>
          <p:spPr>
            <a:xfrm>
              <a:off x="8556041" y="2623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2" name="pt55482"/>
            <p:cNvSpPr/>
            <p:nvPr/>
          </p:nvSpPr>
          <p:spPr>
            <a:xfrm>
              <a:off x="8556041" y="2628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3" name="pt55483"/>
            <p:cNvSpPr/>
            <p:nvPr/>
          </p:nvSpPr>
          <p:spPr>
            <a:xfrm>
              <a:off x="9135057" y="2219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4" name="pt55484"/>
            <p:cNvSpPr/>
            <p:nvPr/>
          </p:nvSpPr>
          <p:spPr>
            <a:xfrm>
              <a:off x="9546496" y="1971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5" name="pt55485"/>
            <p:cNvSpPr/>
            <p:nvPr/>
          </p:nvSpPr>
          <p:spPr>
            <a:xfrm>
              <a:off x="8981853" y="2277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6" name="pt55486"/>
            <p:cNvSpPr/>
            <p:nvPr/>
          </p:nvSpPr>
          <p:spPr>
            <a:xfrm>
              <a:off x="8434097" y="2498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7" name="pt55487"/>
            <p:cNvSpPr/>
            <p:nvPr/>
          </p:nvSpPr>
          <p:spPr>
            <a:xfrm>
              <a:off x="8595298" y="2240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8" name="pt55488"/>
            <p:cNvSpPr/>
            <p:nvPr/>
          </p:nvSpPr>
          <p:spPr>
            <a:xfrm>
              <a:off x="8677986" y="2330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9" name="pt55489"/>
            <p:cNvSpPr/>
            <p:nvPr/>
          </p:nvSpPr>
          <p:spPr>
            <a:xfrm>
              <a:off x="9051878" y="1828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0" name="pt55490"/>
            <p:cNvSpPr/>
            <p:nvPr/>
          </p:nvSpPr>
          <p:spPr>
            <a:xfrm>
              <a:off x="9329422" y="2189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1" name="pt55491"/>
            <p:cNvSpPr/>
            <p:nvPr/>
          </p:nvSpPr>
          <p:spPr>
            <a:xfrm>
              <a:off x="8810596" y="2045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2" name="pt55492"/>
            <p:cNvSpPr/>
            <p:nvPr/>
          </p:nvSpPr>
          <p:spPr>
            <a:xfrm>
              <a:off x="8556041" y="2548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3" name="pt55493"/>
            <p:cNvSpPr/>
            <p:nvPr/>
          </p:nvSpPr>
          <p:spPr>
            <a:xfrm>
              <a:off x="9075206" y="2242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4" name="pt55494"/>
            <p:cNvSpPr/>
            <p:nvPr/>
          </p:nvSpPr>
          <p:spPr>
            <a:xfrm>
              <a:off x="9382590" y="2172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5" name="pt55495"/>
            <p:cNvSpPr/>
            <p:nvPr/>
          </p:nvSpPr>
          <p:spPr>
            <a:xfrm>
              <a:off x="9228169" y="183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6" name="pt55496"/>
            <p:cNvSpPr/>
            <p:nvPr/>
          </p:nvSpPr>
          <p:spPr>
            <a:xfrm>
              <a:off x="9062080" y="1782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7" name="pt55497"/>
            <p:cNvSpPr/>
            <p:nvPr/>
          </p:nvSpPr>
          <p:spPr>
            <a:xfrm>
              <a:off x="8312152" y="2369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8" name="pt55498"/>
            <p:cNvSpPr/>
            <p:nvPr/>
          </p:nvSpPr>
          <p:spPr>
            <a:xfrm>
              <a:off x="8473354" y="2314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9" name="pt55499"/>
            <p:cNvSpPr/>
            <p:nvPr/>
          </p:nvSpPr>
          <p:spPr>
            <a:xfrm>
              <a:off x="9244718" y="2111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0" name="pt55500"/>
            <p:cNvSpPr/>
            <p:nvPr/>
          </p:nvSpPr>
          <p:spPr>
            <a:xfrm>
              <a:off x="8473354" y="2260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1" name="pt55501"/>
            <p:cNvSpPr/>
            <p:nvPr/>
          </p:nvSpPr>
          <p:spPr>
            <a:xfrm>
              <a:off x="9045188" y="1952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2" name="pt55502"/>
            <p:cNvSpPr/>
            <p:nvPr/>
          </p:nvSpPr>
          <p:spPr>
            <a:xfrm>
              <a:off x="8916289" y="2189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3" name="pt55503"/>
            <p:cNvSpPr/>
            <p:nvPr/>
          </p:nvSpPr>
          <p:spPr>
            <a:xfrm>
              <a:off x="9238466" y="1928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4" name="pt55504"/>
            <p:cNvSpPr/>
            <p:nvPr/>
          </p:nvSpPr>
          <p:spPr>
            <a:xfrm>
              <a:off x="8383485" y="2288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5" name="pt55505"/>
            <p:cNvSpPr/>
            <p:nvPr/>
          </p:nvSpPr>
          <p:spPr>
            <a:xfrm>
              <a:off x="8434097" y="2489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6" name="pt55506"/>
            <p:cNvSpPr/>
            <p:nvPr/>
          </p:nvSpPr>
          <p:spPr>
            <a:xfrm>
              <a:off x="8595298" y="2232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7" name="pt55507"/>
            <p:cNvSpPr/>
            <p:nvPr/>
          </p:nvSpPr>
          <p:spPr>
            <a:xfrm>
              <a:off x="9205570" y="2058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8" name="pt55508"/>
            <p:cNvSpPr/>
            <p:nvPr/>
          </p:nvSpPr>
          <p:spPr>
            <a:xfrm>
              <a:off x="8981853" y="2228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9" name="pt55509"/>
            <p:cNvSpPr/>
            <p:nvPr/>
          </p:nvSpPr>
          <p:spPr>
            <a:xfrm>
              <a:off x="8958919" y="1872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0" name="pt55510"/>
            <p:cNvSpPr/>
            <p:nvPr/>
          </p:nvSpPr>
          <p:spPr>
            <a:xfrm>
              <a:off x="9143835" y="1994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1" name="pt55511"/>
            <p:cNvSpPr/>
            <p:nvPr/>
          </p:nvSpPr>
          <p:spPr>
            <a:xfrm>
              <a:off x="8383485" y="2231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2" name="pt55512"/>
            <p:cNvSpPr/>
            <p:nvPr/>
          </p:nvSpPr>
          <p:spPr>
            <a:xfrm>
              <a:off x="8954408" y="1803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3" name="pt55513"/>
            <p:cNvSpPr/>
            <p:nvPr/>
          </p:nvSpPr>
          <p:spPr>
            <a:xfrm>
              <a:off x="8505430" y="2432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4" name="pt55514"/>
            <p:cNvSpPr/>
            <p:nvPr/>
          </p:nvSpPr>
          <p:spPr>
            <a:xfrm>
              <a:off x="8595298" y="2284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5" name="pt55515"/>
            <p:cNvSpPr/>
            <p:nvPr/>
          </p:nvSpPr>
          <p:spPr>
            <a:xfrm>
              <a:off x="8312152" y="2153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6" name="pt55516"/>
            <p:cNvSpPr/>
            <p:nvPr/>
          </p:nvSpPr>
          <p:spPr>
            <a:xfrm>
              <a:off x="8898383" y="2012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7" name="pt55517"/>
            <p:cNvSpPr/>
            <p:nvPr/>
          </p:nvSpPr>
          <p:spPr>
            <a:xfrm>
              <a:off x="9237554" y="1909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8" name="pt55518"/>
            <p:cNvSpPr/>
            <p:nvPr/>
          </p:nvSpPr>
          <p:spPr>
            <a:xfrm>
              <a:off x="9663884" y="2287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9" name="pt55519"/>
            <p:cNvSpPr/>
            <p:nvPr/>
          </p:nvSpPr>
          <p:spPr>
            <a:xfrm>
              <a:off x="8945023" y="1714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0" name="pt55520"/>
            <p:cNvSpPr/>
            <p:nvPr/>
          </p:nvSpPr>
          <p:spPr>
            <a:xfrm>
              <a:off x="9310253" y="195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1" name="pt55521"/>
            <p:cNvSpPr/>
            <p:nvPr/>
          </p:nvSpPr>
          <p:spPr>
            <a:xfrm>
              <a:off x="9057053" y="1726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2" name="pt55522"/>
            <p:cNvSpPr/>
            <p:nvPr/>
          </p:nvSpPr>
          <p:spPr>
            <a:xfrm>
              <a:off x="9376059" y="2157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3" name="pt55523"/>
            <p:cNvSpPr/>
            <p:nvPr/>
          </p:nvSpPr>
          <p:spPr>
            <a:xfrm>
              <a:off x="9464046" y="2039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4" name="pt55524"/>
            <p:cNvSpPr/>
            <p:nvPr/>
          </p:nvSpPr>
          <p:spPr>
            <a:xfrm>
              <a:off x="8312152" y="2523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5" name="pt55525"/>
            <p:cNvSpPr/>
            <p:nvPr/>
          </p:nvSpPr>
          <p:spPr>
            <a:xfrm>
              <a:off x="8878445" y="2023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6" name="pt55526"/>
            <p:cNvSpPr/>
            <p:nvPr/>
          </p:nvSpPr>
          <p:spPr>
            <a:xfrm>
              <a:off x="8434097" y="2506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7" name="pt55527"/>
            <p:cNvSpPr/>
            <p:nvPr/>
          </p:nvSpPr>
          <p:spPr>
            <a:xfrm>
              <a:off x="9347687" y="2215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8" name="pt55528"/>
            <p:cNvSpPr/>
            <p:nvPr/>
          </p:nvSpPr>
          <p:spPr>
            <a:xfrm>
              <a:off x="9310253" y="1960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9" name="pt55529"/>
            <p:cNvSpPr/>
            <p:nvPr/>
          </p:nvSpPr>
          <p:spPr>
            <a:xfrm>
              <a:off x="8641456" y="210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0" name="pt55530"/>
            <p:cNvSpPr/>
            <p:nvPr/>
          </p:nvSpPr>
          <p:spPr>
            <a:xfrm>
              <a:off x="9217744" y="2008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1" name="pt55531"/>
            <p:cNvSpPr/>
            <p:nvPr/>
          </p:nvSpPr>
          <p:spPr>
            <a:xfrm>
              <a:off x="9190113" y="19348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2" name="pt55532"/>
            <p:cNvSpPr/>
            <p:nvPr/>
          </p:nvSpPr>
          <p:spPr>
            <a:xfrm>
              <a:off x="8708219" y="2198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3" name="pt55533"/>
            <p:cNvSpPr/>
            <p:nvPr/>
          </p:nvSpPr>
          <p:spPr>
            <a:xfrm>
              <a:off x="8863776" y="2030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4" name="pt55534"/>
            <p:cNvSpPr/>
            <p:nvPr/>
          </p:nvSpPr>
          <p:spPr>
            <a:xfrm>
              <a:off x="9452582" y="1780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5" name="pt55535"/>
            <p:cNvSpPr/>
            <p:nvPr/>
          </p:nvSpPr>
          <p:spPr>
            <a:xfrm>
              <a:off x="9020327" y="1822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6" name="pt55536"/>
            <p:cNvSpPr/>
            <p:nvPr/>
          </p:nvSpPr>
          <p:spPr>
            <a:xfrm>
              <a:off x="8734011" y="2201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7" name="pt55537"/>
            <p:cNvSpPr/>
            <p:nvPr/>
          </p:nvSpPr>
          <p:spPr>
            <a:xfrm>
              <a:off x="9005590" y="1794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8" name="pt55538"/>
            <p:cNvSpPr/>
            <p:nvPr/>
          </p:nvSpPr>
          <p:spPr>
            <a:xfrm>
              <a:off x="8666631" y="2345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9" name="pt55539"/>
            <p:cNvSpPr/>
            <p:nvPr/>
          </p:nvSpPr>
          <p:spPr>
            <a:xfrm>
              <a:off x="8871263" y="1981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0" name="pt55540"/>
            <p:cNvSpPr/>
            <p:nvPr/>
          </p:nvSpPr>
          <p:spPr>
            <a:xfrm>
              <a:off x="9260646" y="2103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1" name="pt55541"/>
            <p:cNvSpPr/>
            <p:nvPr/>
          </p:nvSpPr>
          <p:spPr>
            <a:xfrm>
              <a:off x="9028011" y="159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2" name="pt55542"/>
            <p:cNvSpPr/>
            <p:nvPr/>
          </p:nvSpPr>
          <p:spPr>
            <a:xfrm>
              <a:off x="8859909" y="1915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3" name="pt55543"/>
            <p:cNvSpPr/>
            <p:nvPr/>
          </p:nvSpPr>
          <p:spPr>
            <a:xfrm>
              <a:off x="9384781" y="2108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4" name="pt55544"/>
            <p:cNvSpPr/>
            <p:nvPr/>
          </p:nvSpPr>
          <p:spPr>
            <a:xfrm>
              <a:off x="8805344" y="1977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5" name="pt55545"/>
            <p:cNvSpPr/>
            <p:nvPr/>
          </p:nvSpPr>
          <p:spPr>
            <a:xfrm>
              <a:off x="8830164" y="2005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6" name="pt55546"/>
            <p:cNvSpPr/>
            <p:nvPr/>
          </p:nvSpPr>
          <p:spPr>
            <a:xfrm>
              <a:off x="8989504" y="2258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7" name="pt55547"/>
            <p:cNvSpPr/>
            <p:nvPr/>
          </p:nvSpPr>
          <p:spPr>
            <a:xfrm>
              <a:off x="9450688" y="1980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8" name="pt55548"/>
            <p:cNvSpPr/>
            <p:nvPr/>
          </p:nvSpPr>
          <p:spPr>
            <a:xfrm>
              <a:off x="8932540" y="2118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9" name="pt55549"/>
            <p:cNvSpPr/>
            <p:nvPr/>
          </p:nvSpPr>
          <p:spPr>
            <a:xfrm>
              <a:off x="8505430" y="2377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0" name="pt55550"/>
            <p:cNvSpPr/>
            <p:nvPr/>
          </p:nvSpPr>
          <p:spPr>
            <a:xfrm>
              <a:off x="9050561" y="1872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1" name="pt55551"/>
            <p:cNvSpPr/>
            <p:nvPr/>
          </p:nvSpPr>
          <p:spPr>
            <a:xfrm>
              <a:off x="8505430" y="2563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2" name="pt55552"/>
            <p:cNvSpPr/>
            <p:nvPr/>
          </p:nvSpPr>
          <p:spPr>
            <a:xfrm>
              <a:off x="8825472" y="2108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3" name="pt55553"/>
            <p:cNvSpPr/>
            <p:nvPr/>
          </p:nvSpPr>
          <p:spPr>
            <a:xfrm>
              <a:off x="8473354" y="2320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4" name="pt55554"/>
            <p:cNvSpPr/>
            <p:nvPr/>
          </p:nvSpPr>
          <p:spPr>
            <a:xfrm>
              <a:off x="9103798" y="1944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5" name="pt55555"/>
            <p:cNvSpPr/>
            <p:nvPr/>
          </p:nvSpPr>
          <p:spPr>
            <a:xfrm>
              <a:off x="9051878" y="1803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6" name="pt55556"/>
            <p:cNvSpPr/>
            <p:nvPr/>
          </p:nvSpPr>
          <p:spPr>
            <a:xfrm>
              <a:off x="8654494" y="2428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7" name="pt55557"/>
            <p:cNvSpPr/>
            <p:nvPr/>
          </p:nvSpPr>
          <p:spPr>
            <a:xfrm>
              <a:off x="8666631" y="2391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8" name="pt55558"/>
            <p:cNvSpPr/>
            <p:nvPr/>
          </p:nvSpPr>
          <p:spPr>
            <a:xfrm>
              <a:off x="8904556" y="2167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9" name="pt55559"/>
            <p:cNvSpPr/>
            <p:nvPr/>
          </p:nvSpPr>
          <p:spPr>
            <a:xfrm>
              <a:off x="8825472" y="2144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0" name="pt55560"/>
            <p:cNvSpPr/>
            <p:nvPr/>
          </p:nvSpPr>
          <p:spPr>
            <a:xfrm>
              <a:off x="9024978" y="1925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1" name="pt55561"/>
            <p:cNvSpPr/>
            <p:nvPr/>
          </p:nvSpPr>
          <p:spPr>
            <a:xfrm>
              <a:off x="8805344" y="2208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2" name="pt55562"/>
            <p:cNvSpPr/>
            <p:nvPr/>
          </p:nvSpPr>
          <p:spPr>
            <a:xfrm>
              <a:off x="9427293" y="1916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3" name="pt55563"/>
            <p:cNvSpPr/>
            <p:nvPr/>
          </p:nvSpPr>
          <p:spPr>
            <a:xfrm>
              <a:off x="8556041" y="2493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4" name="pt55564"/>
            <p:cNvSpPr/>
            <p:nvPr/>
          </p:nvSpPr>
          <p:spPr>
            <a:xfrm>
              <a:off x="8627374" y="2353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5" name="pt55565"/>
            <p:cNvSpPr/>
            <p:nvPr/>
          </p:nvSpPr>
          <p:spPr>
            <a:xfrm>
              <a:off x="9291111" y="1848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6" name="pt55566"/>
            <p:cNvSpPr/>
            <p:nvPr/>
          </p:nvSpPr>
          <p:spPr>
            <a:xfrm>
              <a:off x="8641456" y="2173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7" name="pt55567"/>
            <p:cNvSpPr/>
            <p:nvPr/>
          </p:nvSpPr>
          <p:spPr>
            <a:xfrm>
              <a:off x="8734011" y="2222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8" name="pt55568"/>
            <p:cNvSpPr/>
            <p:nvPr/>
          </p:nvSpPr>
          <p:spPr>
            <a:xfrm>
              <a:off x="8627374" y="2323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9" name="pt55569"/>
            <p:cNvSpPr/>
            <p:nvPr/>
          </p:nvSpPr>
          <p:spPr>
            <a:xfrm>
              <a:off x="8641456" y="1968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0" name="pt55570"/>
            <p:cNvSpPr/>
            <p:nvPr/>
          </p:nvSpPr>
          <p:spPr>
            <a:xfrm>
              <a:off x="8641456" y="198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1" name="pt55571"/>
            <p:cNvSpPr/>
            <p:nvPr/>
          </p:nvSpPr>
          <p:spPr>
            <a:xfrm>
              <a:off x="9045188" y="1957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2" name="pt55572"/>
            <p:cNvSpPr/>
            <p:nvPr/>
          </p:nvSpPr>
          <p:spPr>
            <a:xfrm>
              <a:off x="8977900" y="2350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3" name="pt55573"/>
            <p:cNvSpPr/>
            <p:nvPr/>
          </p:nvSpPr>
          <p:spPr>
            <a:xfrm>
              <a:off x="9440320" y="1859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4" name="pt55574"/>
            <p:cNvSpPr/>
            <p:nvPr/>
          </p:nvSpPr>
          <p:spPr>
            <a:xfrm>
              <a:off x="9498107" y="2469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5" name="pt55575"/>
            <p:cNvSpPr/>
            <p:nvPr/>
          </p:nvSpPr>
          <p:spPr>
            <a:xfrm>
              <a:off x="9564416" y="2271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6" name="pt55576"/>
            <p:cNvSpPr/>
            <p:nvPr/>
          </p:nvSpPr>
          <p:spPr>
            <a:xfrm>
              <a:off x="8688651" y="2416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7" name="pt55577"/>
            <p:cNvSpPr/>
            <p:nvPr/>
          </p:nvSpPr>
          <p:spPr>
            <a:xfrm>
              <a:off x="9064541" y="1913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8" name="pt55578"/>
            <p:cNvSpPr/>
            <p:nvPr/>
          </p:nvSpPr>
          <p:spPr>
            <a:xfrm>
              <a:off x="9075206" y="211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9" name="pt55579"/>
            <p:cNvSpPr/>
            <p:nvPr/>
          </p:nvSpPr>
          <p:spPr>
            <a:xfrm>
              <a:off x="8688651" y="2341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0" name="pt55580"/>
            <p:cNvSpPr/>
            <p:nvPr/>
          </p:nvSpPr>
          <p:spPr>
            <a:xfrm>
              <a:off x="9069361" y="2163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1" name="pt55581"/>
            <p:cNvSpPr/>
            <p:nvPr/>
          </p:nvSpPr>
          <p:spPr>
            <a:xfrm>
              <a:off x="9021891" y="1705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2" name="pt55582"/>
            <p:cNvSpPr/>
            <p:nvPr/>
          </p:nvSpPr>
          <p:spPr>
            <a:xfrm>
              <a:off x="8881929" y="2242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3" name="pt55583"/>
            <p:cNvSpPr/>
            <p:nvPr/>
          </p:nvSpPr>
          <p:spPr>
            <a:xfrm>
              <a:off x="8987622" y="2230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4" name="pt55584"/>
            <p:cNvSpPr/>
            <p:nvPr/>
          </p:nvSpPr>
          <p:spPr>
            <a:xfrm>
              <a:off x="8434097" y="2290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5" name="pt55585"/>
            <p:cNvSpPr/>
            <p:nvPr/>
          </p:nvSpPr>
          <p:spPr>
            <a:xfrm>
              <a:off x="8839187" y="2122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6" name="pt55586"/>
            <p:cNvSpPr/>
            <p:nvPr/>
          </p:nvSpPr>
          <p:spPr>
            <a:xfrm>
              <a:off x="8782612" y="2296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7" name="pt55587"/>
            <p:cNvSpPr/>
            <p:nvPr/>
          </p:nvSpPr>
          <p:spPr>
            <a:xfrm>
              <a:off x="8434097" y="2498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8" name="pt55588"/>
            <p:cNvSpPr/>
            <p:nvPr/>
          </p:nvSpPr>
          <p:spPr>
            <a:xfrm>
              <a:off x="8677986" y="2251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9" name="pt55589"/>
            <p:cNvSpPr/>
            <p:nvPr/>
          </p:nvSpPr>
          <p:spPr>
            <a:xfrm>
              <a:off x="8434097" y="2576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0" name="pt55590"/>
            <p:cNvSpPr/>
            <p:nvPr/>
          </p:nvSpPr>
          <p:spPr>
            <a:xfrm>
              <a:off x="9345474" y="2037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1" name="pt55591"/>
            <p:cNvSpPr/>
            <p:nvPr/>
          </p:nvSpPr>
          <p:spPr>
            <a:xfrm>
              <a:off x="8654494" y="2461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2" name="pt55592"/>
            <p:cNvSpPr/>
            <p:nvPr/>
          </p:nvSpPr>
          <p:spPr>
            <a:xfrm>
              <a:off x="9106706" y="1929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3" name="pt55593"/>
            <p:cNvSpPr/>
            <p:nvPr/>
          </p:nvSpPr>
          <p:spPr>
            <a:xfrm>
              <a:off x="8654494" y="2397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4" name="pt55594"/>
            <p:cNvSpPr/>
            <p:nvPr/>
          </p:nvSpPr>
          <p:spPr>
            <a:xfrm>
              <a:off x="9297726" y="1910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5" name="pt55595"/>
            <p:cNvSpPr/>
            <p:nvPr/>
          </p:nvSpPr>
          <p:spPr>
            <a:xfrm>
              <a:off x="8505430" y="2434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6" name="pt55596"/>
            <p:cNvSpPr/>
            <p:nvPr/>
          </p:nvSpPr>
          <p:spPr>
            <a:xfrm>
              <a:off x="8987622" y="2293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7" name="pt55597"/>
            <p:cNvSpPr/>
            <p:nvPr/>
          </p:nvSpPr>
          <p:spPr>
            <a:xfrm>
              <a:off x="9299019" y="1822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8" name="pt55598"/>
            <p:cNvSpPr/>
            <p:nvPr/>
          </p:nvSpPr>
          <p:spPr>
            <a:xfrm>
              <a:off x="8383485" y="2401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9" name="pt55599"/>
            <p:cNvSpPr/>
            <p:nvPr/>
          </p:nvSpPr>
          <p:spPr>
            <a:xfrm>
              <a:off x="9879673" y="2537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0" name="pt55600"/>
            <p:cNvSpPr/>
            <p:nvPr/>
          </p:nvSpPr>
          <p:spPr>
            <a:xfrm>
              <a:off x="9408964" y="2185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1" name="pt55601"/>
            <p:cNvSpPr/>
            <p:nvPr/>
          </p:nvSpPr>
          <p:spPr>
            <a:xfrm>
              <a:off x="8949778" y="1921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2" name="pt55602"/>
            <p:cNvSpPr/>
            <p:nvPr/>
          </p:nvSpPr>
          <p:spPr>
            <a:xfrm>
              <a:off x="9230563" y="1780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3" name="pt55603"/>
            <p:cNvSpPr/>
            <p:nvPr/>
          </p:nvSpPr>
          <p:spPr>
            <a:xfrm>
              <a:off x="8383485" y="2477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4" name="pt55604"/>
            <p:cNvSpPr/>
            <p:nvPr/>
          </p:nvSpPr>
          <p:spPr>
            <a:xfrm>
              <a:off x="8627374" y="2268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5" name="pt55605"/>
            <p:cNvSpPr/>
            <p:nvPr/>
          </p:nvSpPr>
          <p:spPr>
            <a:xfrm>
              <a:off x="8556041" y="2502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6" name="pt55606"/>
            <p:cNvSpPr/>
            <p:nvPr/>
          </p:nvSpPr>
          <p:spPr>
            <a:xfrm>
              <a:off x="8627374" y="2363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7" name="pt55607"/>
            <p:cNvSpPr/>
            <p:nvPr/>
          </p:nvSpPr>
          <p:spPr>
            <a:xfrm>
              <a:off x="8996835" y="1988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8" name="pt55608"/>
            <p:cNvSpPr/>
            <p:nvPr/>
          </p:nvSpPr>
          <p:spPr>
            <a:xfrm>
              <a:off x="9103798" y="1878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9" name="pt55609"/>
            <p:cNvSpPr/>
            <p:nvPr/>
          </p:nvSpPr>
          <p:spPr>
            <a:xfrm>
              <a:off x="8921875" y="2106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0" name="pt55610"/>
            <p:cNvSpPr/>
            <p:nvPr/>
          </p:nvSpPr>
          <p:spPr>
            <a:xfrm>
              <a:off x="9301578" y="2000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1" name="pt55611"/>
            <p:cNvSpPr/>
            <p:nvPr/>
          </p:nvSpPr>
          <p:spPr>
            <a:xfrm>
              <a:off x="8641456" y="2063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2" name="pt55612"/>
            <p:cNvSpPr/>
            <p:nvPr/>
          </p:nvSpPr>
          <p:spPr>
            <a:xfrm>
              <a:off x="9161591" y="2121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3" name="pt55613"/>
            <p:cNvSpPr/>
            <p:nvPr/>
          </p:nvSpPr>
          <p:spPr>
            <a:xfrm>
              <a:off x="9167133" y="2265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4" name="pt55614"/>
            <p:cNvSpPr/>
            <p:nvPr/>
          </p:nvSpPr>
          <p:spPr>
            <a:xfrm>
              <a:off x="9055774" y="1816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5" name="pt55615"/>
            <p:cNvSpPr/>
            <p:nvPr/>
          </p:nvSpPr>
          <p:spPr>
            <a:xfrm>
              <a:off x="8810596" y="2054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6" name="pt55616"/>
            <p:cNvSpPr/>
            <p:nvPr/>
          </p:nvSpPr>
          <p:spPr>
            <a:xfrm>
              <a:off x="8434097" y="2298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7" name="pt55617"/>
            <p:cNvSpPr/>
            <p:nvPr/>
          </p:nvSpPr>
          <p:spPr>
            <a:xfrm>
              <a:off x="8916289" y="1954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8" name="pt55618"/>
            <p:cNvSpPr/>
            <p:nvPr/>
          </p:nvSpPr>
          <p:spPr>
            <a:xfrm>
              <a:off x="8383485" y="2436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9" name="pt55619"/>
            <p:cNvSpPr/>
            <p:nvPr/>
          </p:nvSpPr>
          <p:spPr>
            <a:xfrm>
              <a:off x="8383485" y="2414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0" name="pt55620"/>
            <p:cNvSpPr/>
            <p:nvPr/>
          </p:nvSpPr>
          <p:spPr>
            <a:xfrm>
              <a:off x="9066967" y="2316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1" name="pt55621"/>
            <p:cNvSpPr/>
            <p:nvPr/>
          </p:nvSpPr>
          <p:spPr>
            <a:xfrm>
              <a:off x="9377920" y="205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2" name="pt55622"/>
            <p:cNvSpPr/>
            <p:nvPr/>
          </p:nvSpPr>
          <p:spPr>
            <a:xfrm>
              <a:off x="8312152" y="2369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3" name="pt55623"/>
            <p:cNvSpPr/>
            <p:nvPr/>
          </p:nvSpPr>
          <p:spPr>
            <a:xfrm>
              <a:off x="8977900" y="2395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4" name="pt55624"/>
            <p:cNvSpPr/>
            <p:nvPr/>
          </p:nvSpPr>
          <p:spPr>
            <a:xfrm>
              <a:off x="8627374" y="2352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5" name="pt55625"/>
            <p:cNvSpPr/>
            <p:nvPr/>
          </p:nvSpPr>
          <p:spPr>
            <a:xfrm>
              <a:off x="9785747" y="2595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6" name="pt55626"/>
            <p:cNvSpPr/>
            <p:nvPr/>
          </p:nvSpPr>
          <p:spPr>
            <a:xfrm>
              <a:off x="9144612" y="2007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7" name="pt55627"/>
            <p:cNvSpPr/>
            <p:nvPr/>
          </p:nvSpPr>
          <p:spPr>
            <a:xfrm>
              <a:off x="9062080" y="1754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8" name="pt55628"/>
            <p:cNvSpPr/>
            <p:nvPr/>
          </p:nvSpPr>
          <p:spPr>
            <a:xfrm>
              <a:off x="8576763" y="2377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9" name="pt55629"/>
            <p:cNvSpPr/>
            <p:nvPr/>
          </p:nvSpPr>
          <p:spPr>
            <a:xfrm>
              <a:off x="8947416" y="1930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0" name="pt55630"/>
            <p:cNvSpPr/>
            <p:nvPr/>
          </p:nvSpPr>
          <p:spPr>
            <a:xfrm>
              <a:off x="8383485" y="2406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1" name="pt55631"/>
            <p:cNvSpPr/>
            <p:nvPr/>
          </p:nvSpPr>
          <p:spPr>
            <a:xfrm>
              <a:off x="9143835" y="2073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2" name="pt55632"/>
            <p:cNvSpPr/>
            <p:nvPr/>
          </p:nvSpPr>
          <p:spPr>
            <a:xfrm>
              <a:off x="8312152" y="2193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3" name="pt55633"/>
            <p:cNvSpPr/>
            <p:nvPr/>
          </p:nvSpPr>
          <p:spPr>
            <a:xfrm>
              <a:off x="8627374" y="2233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4" name="pt55634"/>
            <p:cNvSpPr/>
            <p:nvPr/>
          </p:nvSpPr>
          <p:spPr>
            <a:xfrm>
              <a:off x="8505430" y="2457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5" name="pt55635"/>
            <p:cNvSpPr/>
            <p:nvPr/>
          </p:nvSpPr>
          <p:spPr>
            <a:xfrm>
              <a:off x="9265000" y="2016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6" name="pt55636"/>
            <p:cNvSpPr/>
            <p:nvPr/>
          </p:nvSpPr>
          <p:spPr>
            <a:xfrm>
              <a:off x="8916289" y="2073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7" name="pt55637"/>
            <p:cNvSpPr/>
            <p:nvPr/>
          </p:nvSpPr>
          <p:spPr>
            <a:xfrm>
              <a:off x="9117880" y="2193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8" name="pt55638"/>
            <p:cNvSpPr/>
            <p:nvPr/>
          </p:nvSpPr>
          <p:spPr>
            <a:xfrm>
              <a:off x="8996835" y="1958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9" name="pt55639"/>
            <p:cNvSpPr/>
            <p:nvPr/>
          </p:nvSpPr>
          <p:spPr>
            <a:xfrm>
              <a:off x="8654494" y="2385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0" name="pt55640"/>
            <p:cNvSpPr/>
            <p:nvPr/>
          </p:nvSpPr>
          <p:spPr>
            <a:xfrm>
              <a:off x="8312152" y="2668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1" name="pt55641"/>
            <p:cNvSpPr/>
            <p:nvPr/>
          </p:nvSpPr>
          <p:spPr>
            <a:xfrm>
              <a:off x="8383485" y="2564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2" name="pt55642"/>
            <p:cNvSpPr/>
            <p:nvPr/>
          </p:nvSpPr>
          <p:spPr>
            <a:xfrm>
              <a:off x="8612066" y="2382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3" name="pt55643"/>
            <p:cNvSpPr/>
            <p:nvPr/>
          </p:nvSpPr>
          <p:spPr>
            <a:xfrm>
              <a:off x="9700990" y="1843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4" name="pt55644"/>
            <p:cNvSpPr/>
            <p:nvPr/>
          </p:nvSpPr>
          <p:spPr>
            <a:xfrm>
              <a:off x="8641456" y="1917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5" name="pt55645"/>
            <p:cNvSpPr/>
            <p:nvPr/>
          </p:nvSpPr>
          <p:spPr>
            <a:xfrm>
              <a:off x="8627374" y="2298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6" name="pt55646"/>
            <p:cNvSpPr/>
            <p:nvPr/>
          </p:nvSpPr>
          <p:spPr>
            <a:xfrm>
              <a:off x="8878445" y="2072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7" name="pt55647"/>
            <p:cNvSpPr/>
            <p:nvPr/>
          </p:nvSpPr>
          <p:spPr>
            <a:xfrm>
              <a:off x="8556041" y="2466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8" name="pt55648"/>
            <p:cNvSpPr/>
            <p:nvPr/>
          </p:nvSpPr>
          <p:spPr>
            <a:xfrm>
              <a:off x="8763400" y="2162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9" name="pt55649"/>
            <p:cNvSpPr/>
            <p:nvPr/>
          </p:nvSpPr>
          <p:spPr>
            <a:xfrm>
              <a:off x="8473354" y="2319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0" name="pt55650"/>
            <p:cNvSpPr/>
            <p:nvPr/>
          </p:nvSpPr>
          <p:spPr>
            <a:xfrm>
              <a:off x="8810596" y="2315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1" name="pt55651"/>
            <p:cNvSpPr/>
            <p:nvPr/>
          </p:nvSpPr>
          <p:spPr>
            <a:xfrm>
              <a:off x="8434097" y="2437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2" name="pt55652"/>
            <p:cNvSpPr/>
            <p:nvPr/>
          </p:nvSpPr>
          <p:spPr>
            <a:xfrm>
              <a:off x="8815695" y="215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3" name="pt55653"/>
            <p:cNvSpPr/>
            <p:nvPr/>
          </p:nvSpPr>
          <p:spPr>
            <a:xfrm>
              <a:off x="8851911" y="2169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4" name="pt55654"/>
            <p:cNvSpPr/>
            <p:nvPr/>
          </p:nvSpPr>
          <p:spPr>
            <a:xfrm>
              <a:off x="8788576" y="2426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5" name="pt55655"/>
            <p:cNvSpPr/>
            <p:nvPr/>
          </p:nvSpPr>
          <p:spPr>
            <a:xfrm>
              <a:off x="9450688" y="1979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6" name="pt55656"/>
            <p:cNvSpPr/>
            <p:nvPr/>
          </p:nvSpPr>
          <p:spPr>
            <a:xfrm>
              <a:off x="9072891" y="2199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7" name="pt55657"/>
            <p:cNvSpPr/>
            <p:nvPr/>
          </p:nvSpPr>
          <p:spPr>
            <a:xfrm>
              <a:off x="9275251" y="2031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8" name="pt55658"/>
            <p:cNvSpPr/>
            <p:nvPr/>
          </p:nvSpPr>
          <p:spPr>
            <a:xfrm>
              <a:off x="9978328" y="2634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9" name="pt55659"/>
            <p:cNvSpPr/>
            <p:nvPr/>
          </p:nvSpPr>
          <p:spPr>
            <a:xfrm>
              <a:off x="9726386" y="2018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0" name="pt55660"/>
            <p:cNvSpPr/>
            <p:nvPr/>
          </p:nvSpPr>
          <p:spPr>
            <a:xfrm>
              <a:off x="9068168" y="2362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1" name="pt55661"/>
            <p:cNvSpPr/>
            <p:nvPr/>
          </p:nvSpPr>
          <p:spPr>
            <a:xfrm>
              <a:off x="8383485" y="221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2" name="pt55662"/>
            <p:cNvSpPr/>
            <p:nvPr/>
          </p:nvSpPr>
          <p:spPr>
            <a:xfrm>
              <a:off x="8820652" y="2197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3" name="pt55663"/>
            <p:cNvSpPr/>
            <p:nvPr/>
          </p:nvSpPr>
          <p:spPr>
            <a:xfrm>
              <a:off x="8434097" y="2496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4" name="pt55664"/>
            <p:cNvSpPr/>
            <p:nvPr/>
          </p:nvSpPr>
          <p:spPr>
            <a:xfrm>
              <a:off x="9202808" y="2007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5" name="pt55665"/>
            <p:cNvSpPr/>
            <p:nvPr/>
          </p:nvSpPr>
          <p:spPr>
            <a:xfrm>
              <a:off x="8434097" y="238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6" name="pt55666"/>
            <p:cNvSpPr/>
            <p:nvPr/>
          </p:nvSpPr>
          <p:spPr>
            <a:xfrm>
              <a:off x="8505430" y="2489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7" name="pt55667"/>
            <p:cNvSpPr/>
            <p:nvPr/>
          </p:nvSpPr>
          <p:spPr>
            <a:xfrm>
              <a:off x="9697445" y="1915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8" name="pt55668"/>
            <p:cNvSpPr/>
            <p:nvPr/>
          </p:nvSpPr>
          <p:spPr>
            <a:xfrm>
              <a:off x="8677986" y="2327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9" name="pt55669"/>
            <p:cNvSpPr/>
            <p:nvPr/>
          </p:nvSpPr>
          <p:spPr>
            <a:xfrm>
              <a:off x="9376059" y="2208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0" name="pt55670"/>
            <p:cNvSpPr/>
            <p:nvPr/>
          </p:nvSpPr>
          <p:spPr>
            <a:xfrm>
              <a:off x="8901496" y="1614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1" name="pt55671"/>
            <p:cNvSpPr/>
            <p:nvPr/>
          </p:nvSpPr>
          <p:spPr>
            <a:xfrm>
              <a:off x="8847771" y="2284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2" name="pt55672"/>
            <p:cNvSpPr/>
            <p:nvPr/>
          </p:nvSpPr>
          <p:spPr>
            <a:xfrm>
              <a:off x="8763400" y="2153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3" name="pt55673"/>
            <p:cNvSpPr/>
            <p:nvPr/>
          </p:nvSpPr>
          <p:spPr>
            <a:xfrm>
              <a:off x="9064541" y="1772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4" name="pt55674"/>
            <p:cNvSpPr/>
            <p:nvPr/>
          </p:nvSpPr>
          <p:spPr>
            <a:xfrm>
              <a:off x="8666631" y="2375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5" name="pt55675"/>
            <p:cNvSpPr/>
            <p:nvPr/>
          </p:nvSpPr>
          <p:spPr>
            <a:xfrm>
              <a:off x="8627374" y="2246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6" name="pt55676"/>
            <p:cNvSpPr/>
            <p:nvPr/>
          </p:nvSpPr>
          <p:spPr>
            <a:xfrm>
              <a:off x="8473354" y="2228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7" name="pt55677"/>
            <p:cNvSpPr/>
            <p:nvPr/>
          </p:nvSpPr>
          <p:spPr>
            <a:xfrm>
              <a:off x="8949778" y="1966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8" name="pt55678"/>
            <p:cNvSpPr/>
            <p:nvPr/>
          </p:nvSpPr>
          <p:spPr>
            <a:xfrm>
              <a:off x="9007289" y="1808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9" name="pt55679"/>
            <p:cNvSpPr/>
            <p:nvPr/>
          </p:nvSpPr>
          <p:spPr>
            <a:xfrm>
              <a:off x="8505430" y="2395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0" name="pt55680"/>
            <p:cNvSpPr/>
            <p:nvPr/>
          </p:nvSpPr>
          <p:spPr>
            <a:xfrm>
              <a:off x="9057053" y="1846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1" name="pt55681"/>
            <p:cNvSpPr/>
            <p:nvPr/>
          </p:nvSpPr>
          <p:spPr>
            <a:xfrm>
              <a:off x="9310253" y="1905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2" name="pt55682"/>
            <p:cNvSpPr/>
            <p:nvPr/>
          </p:nvSpPr>
          <p:spPr>
            <a:xfrm>
              <a:off x="9065758" y="2036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3" name="pt55683"/>
            <p:cNvSpPr/>
            <p:nvPr/>
          </p:nvSpPr>
          <p:spPr>
            <a:xfrm>
              <a:off x="8434097" y="2500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4" name="pt55684"/>
            <p:cNvSpPr/>
            <p:nvPr/>
          </p:nvSpPr>
          <p:spPr>
            <a:xfrm>
              <a:off x="9351314" y="2238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5" name="pt55685"/>
            <p:cNvSpPr/>
            <p:nvPr/>
          </p:nvSpPr>
          <p:spPr>
            <a:xfrm>
              <a:off x="8434097" y="2276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6" name="pt55686"/>
            <p:cNvSpPr/>
            <p:nvPr/>
          </p:nvSpPr>
          <p:spPr>
            <a:xfrm>
              <a:off x="8641456" y="2108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7" name="pt55687"/>
            <p:cNvSpPr/>
            <p:nvPr/>
          </p:nvSpPr>
          <p:spPr>
            <a:xfrm>
              <a:off x="8770040" y="2117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8" name="pt55688"/>
            <p:cNvSpPr/>
            <p:nvPr/>
          </p:nvSpPr>
          <p:spPr>
            <a:xfrm>
              <a:off x="9198297" y="2038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9" name="pt55689"/>
            <p:cNvSpPr/>
            <p:nvPr/>
          </p:nvSpPr>
          <p:spPr>
            <a:xfrm>
              <a:off x="8954408" y="1846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0" name="pt55690"/>
            <p:cNvSpPr/>
            <p:nvPr/>
          </p:nvSpPr>
          <p:spPr>
            <a:xfrm>
              <a:off x="9178998" y="1660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1" name="pt55691"/>
            <p:cNvSpPr/>
            <p:nvPr/>
          </p:nvSpPr>
          <p:spPr>
            <a:xfrm>
              <a:off x="9797577" y="2786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2" name="pt55692"/>
            <p:cNvSpPr/>
            <p:nvPr/>
          </p:nvSpPr>
          <p:spPr>
            <a:xfrm>
              <a:off x="8776438" y="2035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3" name="pt55693"/>
            <p:cNvSpPr/>
            <p:nvPr/>
          </p:nvSpPr>
          <p:spPr>
            <a:xfrm>
              <a:off x="8595298" y="2285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4" name="pt55694"/>
            <p:cNvSpPr/>
            <p:nvPr/>
          </p:nvSpPr>
          <p:spPr>
            <a:xfrm>
              <a:off x="9349631" y="2318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5" name="pt55695"/>
            <p:cNvSpPr/>
            <p:nvPr/>
          </p:nvSpPr>
          <p:spPr>
            <a:xfrm>
              <a:off x="8867559" y="1826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6" name="pt55696"/>
            <p:cNvSpPr/>
            <p:nvPr/>
          </p:nvSpPr>
          <p:spPr>
            <a:xfrm>
              <a:off x="8971798" y="2084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7" name="pt55697"/>
            <p:cNvSpPr/>
            <p:nvPr/>
          </p:nvSpPr>
          <p:spPr>
            <a:xfrm>
              <a:off x="9038234" y="1765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8" name="pt55698"/>
            <p:cNvSpPr/>
            <p:nvPr/>
          </p:nvSpPr>
          <p:spPr>
            <a:xfrm>
              <a:off x="9564416" y="2312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9" name="pt55699"/>
            <p:cNvSpPr/>
            <p:nvPr/>
          </p:nvSpPr>
          <p:spPr>
            <a:xfrm>
              <a:off x="8677986" y="2407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0" name="pt55700"/>
            <p:cNvSpPr/>
            <p:nvPr/>
          </p:nvSpPr>
          <p:spPr>
            <a:xfrm>
              <a:off x="8717243" y="2218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1" name="pt55701"/>
            <p:cNvSpPr/>
            <p:nvPr/>
          </p:nvSpPr>
          <p:spPr>
            <a:xfrm>
              <a:off x="9282831" y="1969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2" name="pt55702"/>
            <p:cNvSpPr/>
            <p:nvPr/>
          </p:nvSpPr>
          <p:spPr>
            <a:xfrm>
              <a:off x="8805344" y="2059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3" name="pt55703"/>
            <p:cNvSpPr/>
            <p:nvPr/>
          </p:nvSpPr>
          <p:spPr>
            <a:xfrm>
              <a:off x="8595298" y="2244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4" name="pt55704"/>
            <p:cNvSpPr/>
            <p:nvPr/>
          </p:nvSpPr>
          <p:spPr>
            <a:xfrm>
              <a:off x="8708219" y="2270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5" name="pt55705"/>
            <p:cNvSpPr/>
            <p:nvPr/>
          </p:nvSpPr>
          <p:spPr>
            <a:xfrm>
              <a:off x="8627374" y="2206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6" name="pt55706"/>
            <p:cNvSpPr/>
            <p:nvPr/>
          </p:nvSpPr>
          <p:spPr>
            <a:xfrm>
              <a:off x="8383485" y="2406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7" name="pt55707"/>
            <p:cNvSpPr/>
            <p:nvPr/>
          </p:nvSpPr>
          <p:spPr>
            <a:xfrm>
              <a:off x="9450688" y="2043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8" name="pt55708"/>
            <p:cNvSpPr/>
            <p:nvPr/>
          </p:nvSpPr>
          <p:spPr>
            <a:xfrm>
              <a:off x="8782612" y="2203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9" name="pt55709"/>
            <p:cNvSpPr/>
            <p:nvPr/>
          </p:nvSpPr>
          <p:spPr>
            <a:xfrm>
              <a:off x="8987622" y="2238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0" name="pt55710"/>
            <p:cNvSpPr/>
            <p:nvPr/>
          </p:nvSpPr>
          <p:spPr>
            <a:xfrm>
              <a:off x="9568642" y="2560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1" name="pt55711"/>
            <p:cNvSpPr/>
            <p:nvPr/>
          </p:nvSpPr>
          <p:spPr>
            <a:xfrm>
              <a:off x="8312152" y="2387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2" name="pt55712"/>
            <p:cNvSpPr/>
            <p:nvPr/>
          </p:nvSpPr>
          <p:spPr>
            <a:xfrm>
              <a:off x="8776438" y="2038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3" name="pt55713"/>
            <p:cNvSpPr/>
            <p:nvPr/>
          </p:nvSpPr>
          <p:spPr>
            <a:xfrm>
              <a:off x="8805344" y="2224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4" name="pt55714"/>
            <p:cNvSpPr/>
            <p:nvPr/>
          </p:nvSpPr>
          <p:spPr>
            <a:xfrm>
              <a:off x="8895213" y="2239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5" name="pt55715"/>
            <p:cNvSpPr/>
            <p:nvPr/>
          </p:nvSpPr>
          <p:spPr>
            <a:xfrm>
              <a:off x="9346461" y="2222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6" name="pt55716"/>
            <p:cNvSpPr/>
            <p:nvPr/>
          </p:nvSpPr>
          <p:spPr>
            <a:xfrm>
              <a:off x="9055774" y="175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7" name="pt55717"/>
            <p:cNvSpPr/>
            <p:nvPr/>
          </p:nvSpPr>
          <p:spPr>
            <a:xfrm>
              <a:off x="8556041" y="2456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8" name="pt55718"/>
            <p:cNvSpPr/>
            <p:nvPr/>
          </p:nvSpPr>
          <p:spPr>
            <a:xfrm>
              <a:off x="8907564" y="1801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9" name="pt55719"/>
            <p:cNvSpPr/>
            <p:nvPr/>
          </p:nvSpPr>
          <p:spPr>
            <a:xfrm>
              <a:off x="9047895" y="1781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0" name="pt55720"/>
            <p:cNvSpPr/>
            <p:nvPr/>
          </p:nvSpPr>
          <p:spPr>
            <a:xfrm>
              <a:off x="8312152" y="2561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1" name="pt55721"/>
            <p:cNvSpPr/>
            <p:nvPr/>
          </p:nvSpPr>
          <p:spPr>
            <a:xfrm>
              <a:off x="8830164" y="2097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2" name="pt55722"/>
            <p:cNvSpPr/>
            <p:nvPr/>
          </p:nvSpPr>
          <p:spPr>
            <a:xfrm>
              <a:off x="8312152" y="2413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3" name="pt55723"/>
            <p:cNvSpPr/>
            <p:nvPr/>
          </p:nvSpPr>
          <p:spPr>
            <a:xfrm>
              <a:off x="9444456" y="2066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4" name="pt55724"/>
            <p:cNvSpPr/>
            <p:nvPr/>
          </p:nvSpPr>
          <p:spPr>
            <a:xfrm>
              <a:off x="8770040" y="2301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5" name="pt55725"/>
            <p:cNvSpPr/>
            <p:nvPr/>
          </p:nvSpPr>
          <p:spPr>
            <a:xfrm>
              <a:off x="8942596" y="1926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6" name="pt55726"/>
            <p:cNvSpPr/>
            <p:nvPr/>
          </p:nvSpPr>
          <p:spPr>
            <a:xfrm>
              <a:off x="8945023" y="1840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7" name="pt55727"/>
            <p:cNvSpPr/>
            <p:nvPr/>
          </p:nvSpPr>
          <p:spPr>
            <a:xfrm>
              <a:off x="8505430" y="2412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8" name="pt55728"/>
            <p:cNvSpPr/>
            <p:nvPr/>
          </p:nvSpPr>
          <p:spPr>
            <a:xfrm>
              <a:off x="8434097" y="2405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9" name="pt55729"/>
            <p:cNvSpPr/>
            <p:nvPr/>
          </p:nvSpPr>
          <p:spPr>
            <a:xfrm>
              <a:off x="8859909" y="2064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0" name="pt55730"/>
            <p:cNvSpPr/>
            <p:nvPr/>
          </p:nvSpPr>
          <p:spPr>
            <a:xfrm>
              <a:off x="8956678" y="1913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1" name="pt55731"/>
            <p:cNvSpPr/>
            <p:nvPr/>
          </p:nvSpPr>
          <p:spPr>
            <a:xfrm>
              <a:off x="9688802" y="2447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2" name="pt55732"/>
            <p:cNvSpPr/>
            <p:nvPr/>
          </p:nvSpPr>
          <p:spPr>
            <a:xfrm>
              <a:off x="8989504" y="2253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3" name="pt55733"/>
            <p:cNvSpPr/>
            <p:nvPr/>
          </p:nvSpPr>
          <p:spPr>
            <a:xfrm>
              <a:off x="8932540" y="2096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4" name="pt55734"/>
            <p:cNvSpPr/>
            <p:nvPr/>
          </p:nvSpPr>
          <p:spPr>
            <a:xfrm>
              <a:off x="8627374" y="2256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5" name="pt55735"/>
            <p:cNvSpPr/>
            <p:nvPr/>
          </p:nvSpPr>
          <p:spPr>
            <a:xfrm>
              <a:off x="8799930" y="2050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6" name="pt55736"/>
            <p:cNvSpPr/>
            <p:nvPr/>
          </p:nvSpPr>
          <p:spPr>
            <a:xfrm>
              <a:off x="8312152" y="2441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7" name="pt55737"/>
            <p:cNvSpPr/>
            <p:nvPr/>
          </p:nvSpPr>
          <p:spPr>
            <a:xfrm>
              <a:off x="8654494" y="2395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8" name="pt55738"/>
            <p:cNvSpPr/>
            <p:nvPr/>
          </p:nvSpPr>
          <p:spPr>
            <a:xfrm>
              <a:off x="9313250" y="1929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9" name="pt55739"/>
            <p:cNvSpPr/>
            <p:nvPr/>
          </p:nvSpPr>
          <p:spPr>
            <a:xfrm>
              <a:off x="8834733" y="2168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0" name="pt55740"/>
            <p:cNvSpPr/>
            <p:nvPr/>
          </p:nvSpPr>
          <p:spPr>
            <a:xfrm>
              <a:off x="8654494" y="2402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1" name="pt55741"/>
            <p:cNvSpPr/>
            <p:nvPr/>
          </p:nvSpPr>
          <p:spPr>
            <a:xfrm>
              <a:off x="8312152" y="2284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2" name="pt55742"/>
            <p:cNvSpPr/>
            <p:nvPr/>
          </p:nvSpPr>
          <p:spPr>
            <a:xfrm>
              <a:off x="9221288" y="1740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3" name="pt55743"/>
            <p:cNvSpPr/>
            <p:nvPr/>
          </p:nvSpPr>
          <p:spPr>
            <a:xfrm>
              <a:off x="8810596" y="2202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4" name="pt55744"/>
            <p:cNvSpPr/>
            <p:nvPr/>
          </p:nvSpPr>
          <p:spPr>
            <a:xfrm>
              <a:off x="8904556" y="2005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5" name="pt55745"/>
            <p:cNvSpPr/>
            <p:nvPr/>
          </p:nvSpPr>
          <p:spPr>
            <a:xfrm>
              <a:off x="9879673" y="2634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6" name="pt55746"/>
            <p:cNvSpPr/>
            <p:nvPr/>
          </p:nvSpPr>
          <p:spPr>
            <a:xfrm>
              <a:off x="8473354" y="2215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7" name="pt55747"/>
            <p:cNvSpPr/>
            <p:nvPr/>
          </p:nvSpPr>
          <p:spPr>
            <a:xfrm>
              <a:off x="8556041" y="239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8" name="pt55748"/>
            <p:cNvSpPr/>
            <p:nvPr/>
          </p:nvSpPr>
          <p:spPr>
            <a:xfrm>
              <a:off x="9237554" y="1923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9" name="pt55749"/>
            <p:cNvSpPr/>
            <p:nvPr/>
          </p:nvSpPr>
          <p:spPr>
            <a:xfrm>
              <a:off x="8904556" y="1905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0" name="pt55750"/>
            <p:cNvSpPr/>
            <p:nvPr/>
          </p:nvSpPr>
          <p:spPr>
            <a:xfrm>
              <a:off x="8688651" y="2378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1" name="pt55751"/>
            <p:cNvSpPr/>
            <p:nvPr/>
          </p:nvSpPr>
          <p:spPr>
            <a:xfrm>
              <a:off x="8913428" y="2242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2" name="pt55752"/>
            <p:cNvSpPr/>
            <p:nvPr/>
          </p:nvSpPr>
          <p:spPr>
            <a:xfrm>
              <a:off x="8810596" y="2047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3" name="pt55753"/>
            <p:cNvSpPr/>
            <p:nvPr/>
          </p:nvSpPr>
          <p:spPr>
            <a:xfrm>
              <a:off x="9057053" y="1880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4" name="pt55754"/>
            <p:cNvSpPr/>
            <p:nvPr/>
          </p:nvSpPr>
          <p:spPr>
            <a:xfrm>
              <a:off x="9110510" y="1699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5" name="pt55755"/>
            <p:cNvSpPr/>
            <p:nvPr/>
          </p:nvSpPr>
          <p:spPr>
            <a:xfrm>
              <a:off x="8688651" y="2421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6" name="pt55756"/>
            <p:cNvSpPr/>
            <p:nvPr/>
          </p:nvSpPr>
          <p:spPr>
            <a:xfrm>
              <a:off x="9091660" y="1961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7" name="pt55757"/>
            <p:cNvSpPr/>
            <p:nvPr/>
          </p:nvSpPr>
          <p:spPr>
            <a:xfrm>
              <a:off x="8595298" y="2206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8" name="pt55758"/>
            <p:cNvSpPr/>
            <p:nvPr/>
          </p:nvSpPr>
          <p:spPr>
            <a:xfrm>
              <a:off x="8434097" y="2385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9" name="pt55759"/>
            <p:cNvSpPr/>
            <p:nvPr/>
          </p:nvSpPr>
          <p:spPr>
            <a:xfrm>
              <a:off x="8666631" y="2438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0" name="pt55760"/>
            <p:cNvSpPr/>
            <p:nvPr/>
          </p:nvSpPr>
          <p:spPr>
            <a:xfrm>
              <a:off x="9312057" y="1997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1" name="pt55761"/>
            <p:cNvSpPr/>
            <p:nvPr/>
          </p:nvSpPr>
          <p:spPr>
            <a:xfrm>
              <a:off x="8532549" y="2467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2" name="pt55762"/>
            <p:cNvSpPr/>
            <p:nvPr/>
          </p:nvSpPr>
          <p:spPr>
            <a:xfrm>
              <a:off x="8312152" y="2434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3" name="pt55763"/>
            <p:cNvSpPr/>
            <p:nvPr/>
          </p:nvSpPr>
          <p:spPr>
            <a:xfrm>
              <a:off x="8383485" y="2504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4" name="pt55764"/>
            <p:cNvSpPr/>
            <p:nvPr/>
          </p:nvSpPr>
          <p:spPr>
            <a:xfrm>
              <a:off x="9408619" y="2189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5" name="pt55765"/>
            <p:cNvSpPr/>
            <p:nvPr/>
          </p:nvSpPr>
          <p:spPr>
            <a:xfrm>
              <a:off x="9092704" y="2173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6" name="pt55766"/>
            <p:cNvSpPr/>
            <p:nvPr/>
          </p:nvSpPr>
          <p:spPr>
            <a:xfrm>
              <a:off x="8612066" y="2176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7" name="pt55767"/>
            <p:cNvSpPr/>
            <p:nvPr/>
          </p:nvSpPr>
          <p:spPr>
            <a:xfrm>
              <a:off x="9208828" y="2102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8" name="pt55768"/>
            <p:cNvSpPr/>
            <p:nvPr/>
          </p:nvSpPr>
          <p:spPr>
            <a:xfrm>
              <a:off x="9344232" y="2030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9" name="pt55769"/>
            <p:cNvSpPr/>
            <p:nvPr/>
          </p:nvSpPr>
          <p:spPr>
            <a:xfrm>
              <a:off x="8965476" y="2079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0" name="pt55770"/>
            <p:cNvSpPr/>
            <p:nvPr/>
          </p:nvSpPr>
          <p:spPr>
            <a:xfrm>
              <a:off x="8717243" y="2281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1" name="pt55771"/>
            <p:cNvSpPr/>
            <p:nvPr/>
          </p:nvSpPr>
          <p:spPr>
            <a:xfrm>
              <a:off x="8788576" y="2302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2" name="pt55772"/>
            <p:cNvSpPr/>
            <p:nvPr/>
          </p:nvSpPr>
          <p:spPr>
            <a:xfrm>
              <a:off x="8788576" y="2233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3" name="pt55773"/>
            <p:cNvSpPr/>
            <p:nvPr/>
          </p:nvSpPr>
          <p:spPr>
            <a:xfrm>
              <a:off x="8708219" y="2200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4" name="pt55774"/>
            <p:cNvSpPr/>
            <p:nvPr/>
          </p:nvSpPr>
          <p:spPr>
            <a:xfrm>
              <a:off x="8770040" y="2096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5" name="pt55775"/>
            <p:cNvSpPr/>
            <p:nvPr/>
          </p:nvSpPr>
          <p:spPr>
            <a:xfrm>
              <a:off x="9155869" y="2066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6" name="pt55776"/>
            <p:cNvSpPr/>
            <p:nvPr/>
          </p:nvSpPr>
          <p:spPr>
            <a:xfrm>
              <a:off x="9064541" y="1829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7" name="pt55777"/>
            <p:cNvSpPr/>
            <p:nvPr/>
          </p:nvSpPr>
          <p:spPr>
            <a:xfrm>
              <a:off x="9206663" y="2040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8" name="pt55778"/>
            <p:cNvSpPr/>
            <p:nvPr/>
          </p:nvSpPr>
          <p:spPr>
            <a:xfrm>
              <a:off x="8473354" y="2211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9" name="pt55779"/>
            <p:cNvSpPr/>
            <p:nvPr/>
          </p:nvSpPr>
          <p:spPr>
            <a:xfrm>
              <a:off x="9171842" y="2134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0" name="pt55780"/>
            <p:cNvSpPr/>
            <p:nvPr/>
          </p:nvSpPr>
          <p:spPr>
            <a:xfrm>
              <a:off x="9146922" y="1978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1" name="pt55781"/>
            <p:cNvSpPr/>
            <p:nvPr/>
          </p:nvSpPr>
          <p:spPr>
            <a:xfrm>
              <a:off x="9237554" y="1855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2" name="pt55782"/>
            <p:cNvSpPr/>
            <p:nvPr/>
          </p:nvSpPr>
          <p:spPr>
            <a:xfrm>
              <a:off x="9076352" y="2232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3" name="pt55783"/>
            <p:cNvSpPr/>
            <p:nvPr/>
          </p:nvSpPr>
          <p:spPr>
            <a:xfrm>
              <a:off x="8383485" y="2401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4" name="pt55784"/>
            <p:cNvSpPr/>
            <p:nvPr/>
          </p:nvSpPr>
          <p:spPr>
            <a:xfrm>
              <a:off x="9332911" y="2066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5" name="pt55785"/>
            <p:cNvSpPr/>
            <p:nvPr/>
          </p:nvSpPr>
          <p:spPr>
            <a:xfrm>
              <a:off x="8810596" y="2170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6" name="pt55786"/>
            <p:cNvSpPr/>
            <p:nvPr/>
          </p:nvSpPr>
          <p:spPr>
            <a:xfrm>
              <a:off x="8805344" y="2080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7" name="pt55787"/>
            <p:cNvSpPr/>
            <p:nvPr/>
          </p:nvSpPr>
          <p:spPr>
            <a:xfrm>
              <a:off x="9049233" y="1932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8" name="pt55788"/>
            <p:cNvSpPr/>
            <p:nvPr/>
          </p:nvSpPr>
          <p:spPr>
            <a:xfrm>
              <a:off x="9109567" y="1829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9" name="pt55789"/>
            <p:cNvSpPr/>
            <p:nvPr/>
          </p:nvSpPr>
          <p:spPr>
            <a:xfrm>
              <a:off x="9767243" y="2469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0" name="pt55790"/>
            <p:cNvSpPr/>
            <p:nvPr/>
          </p:nvSpPr>
          <p:spPr>
            <a:xfrm>
              <a:off x="9087421" y="1963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1" name="pt55791"/>
            <p:cNvSpPr/>
            <p:nvPr/>
          </p:nvSpPr>
          <p:spPr>
            <a:xfrm>
              <a:off x="8843532" y="2016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2" name="pt55792"/>
            <p:cNvSpPr/>
            <p:nvPr/>
          </p:nvSpPr>
          <p:spPr>
            <a:xfrm>
              <a:off x="8595298" y="2299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3" name="pt55793"/>
            <p:cNvSpPr/>
            <p:nvPr/>
          </p:nvSpPr>
          <p:spPr>
            <a:xfrm>
              <a:off x="8782612" y="2173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4" name="pt55794"/>
            <p:cNvSpPr/>
            <p:nvPr/>
          </p:nvSpPr>
          <p:spPr>
            <a:xfrm>
              <a:off x="9328879" y="2134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5" name="pt55795"/>
            <p:cNvSpPr/>
            <p:nvPr/>
          </p:nvSpPr>
          <p:spPr>
            <a:xfrm>
              <a:off x="8987622" y="2240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6" name="pt55796"/>
            <p:cNvSpPr/>
            <p:nvPr/>
          </p:nvSpPr>
          <p:spPr>
            <a:xfrm>
              <a:off x="9139900" y="2173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7" name="pt55797"/>
            <p:cNvSpPr/>
            <p:nvPr/>
          </p:nvSpPr>
          <p:spPr>
            <a:xfrm>
              <a:off x="9653069" y="2186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8" name="pt55798"/>
            <p:cNvSpPr/>
            <p:nvPr/>
          </p:nvSpPr>
          <p:spPr>
            <a:xfrm>
              <a:off x="9021891" y="1803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9" name="pt55799"/>
            <p:cNvSpPr/>
            <p:nvPr/>
          </p:nvSpPr>
          <p:spPr>
            <a:xfrm>
              <a:off x="8975889" y="223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0" name="pt55800"/>
            <p:cNvSpPr/>
            <p:nvPr/>
          </p:nvSpPr>
          <p:spPr>
            <a:xfrm>
              <a:off x="8935109" y="216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1" name="pt55801"/>
            <p:cNvSpPr/>
            <p:nvPr/>
          </p:nvSpPr>
          <p:spPr>
            <a:xfrm>
              <a:off x="9244278" y="2024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2" name="pt55802"/>
            <p:cNvSpPr/>
            <p:nvPr/>
          </p:nvSpPr>
          <p:spPr>
            <a:xfrm>
              <a:off x="8612066" y="234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3" name="pt55803"/>
            <p:cNvSpPr/>
            <p:nvPr/>
          </p:nvSpPr>
          <p:spPr>
            <a:xfrm>
              <a:off x="8717243" y="228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4" name="pt55804"/>
            <p:cNvSpPr/>
            <p:nvPr/>
          </p:nvSpPr>
          <p:spPr>
            <a:xfrm>
              <a:off x="8794345" y="2023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5" name="pt55805"/>
            <p:cNvSpPr/>
            <p:nvPr/>
          </p:nvSpPr>
          <p:spPr>
            <a:xfrm>
              <a:off x="9199436" y="2015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6" name="pt55806"/>
            <p:cNvSpPr/>
            <p:nvPr/>
          </p:nvSpPr>
          <p:spPr>
            <a:xfrm>
              <a:off x="9489373" y="2547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7" name="pt55807"/>
            <p:cNvSpPr/>
            <p:nvPr/>
          </p:nvSpPr>
          <p:spPr>
            <a:xfrm>
              <a:off x="8312152" y="2444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8" name="pt55808"/>
            <p:cNvSpPr/>
            <p:nvPr/>
          </p:nvSpPr>
          <p:spPr>
            <a:xfrm>
              <a:off x="8763400" y="2080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9" name="pt55809"/>
            <p:cNvSpPr/>
            <p:nvPr/>
          </p:nvSpPr>
          <p:spPr>
            <a:xfrm>
              <a:off x="9095800" y="1976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0" name="pt55810"/>
            <p:cNvSpPr/>
            <p:nvPr/>
          </p:nvSpPr>
          <p:spPr>
            <a:xfrm>
              <a:off x="8871263" y="2059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1" name="pt55811"/>
            <p:cNvSpPr/>
            <p:nvPr/>
          </p:nvSpPr>
          <p:spPr>
            <a:xfrm>
              <a:off x="8810596" y="2078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2" name="pt55812"/>
            <p:cNvSpPr/>
            <p:nvPr/>
          </p:nvSpPr>
          <p:spPr>
            <a:xfrm>
              <a:off x="8734011" y="2230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3" name="pt55813"/>
            <p:cNvSpPr/>
            <p:nvPr/>
          </p:nvSpPr>
          <p:spPr>
            <a:xfrm>
              <a:off x="8763400" y="2180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4" name="pt55814"/>
            <p:cNvSpPr/>
            <p:nvPr/>
          </p:nvSpPr>
          <p:spPr>
            <a:xfrm>
              <a:off x="8788576" y="2358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5" name="pt55815"/>
            <p:cNvSpPr/>
            <p:nvPr/>
          </p:nvSpPr>
          <p:spPr>
            <a:xfrm>
              <a:off x="8871263" y="2110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6" name="pt55816"/>
            <p:cNvSpPr/>
            <p:nvPr/>
          </p:nvSpPr>
          <p:spPr>
            <a:xfrm>
              <a:off x="8977900" y="2305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7" name="pt55817"/>
            <p:cNvSpPr/>
            <p:nvPr/>
          </p:nvSpPr>
          <p:spPr>
            <a:xfrm>
              <a:off x="8532549" y="2502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8" name="pt55818"/>
            <p:cNvSpPr/>
            <p:nvPr/>
          </p:nvSpPr>
          <p:spPr>
            <a:xfrm>
              <a:off x="9054485" y="1635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9" name="pt55819"/>
            <p:cNvSpPr/>
            <p:nvPr/>
          </p:nvSpPr>
          <p:spPr>
            <a:xfrm>
              <a:off x="8708219" y="2358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0" name="pt55820"/>
            <p:cNvSpPr/>
            <p:nvPr/>
          </p:nvSpPr>
          <p:spPr>
            <a:xfrm>
              <a:off x="8977900" y="232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1" name="pt55821"/>
            <p:cNvSpPr/>
            <p:nvPr/>
          </p:nvSpPr>
          <p:spPr>
            <a:xfrm>
              <a:off x="9092704" y="1876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2" name="pt55822"/>
            <p:cNvSpPr/>
            <p:nvPr/>
          </p:nvSpPr>
          <p:spPr>
            <a:xfrm>
              <a:off x="9408964" y="2222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3" name="pt55823"/>
            <p:cNvSpPr/>
            <p:nvPr/>
          </p:nvSpPr>
          <p:spPr>
            <a:xfrm>
              <a:off x="9249051" y="2159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4" name="pt55824"/>
            <p:cNvSpPr/>
            <p:nvPr/>
          </p:nvSpPr>
          <p:spPr>
            <a:xfrm>
              <a:off x="9138300" y="2145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5" name="pt55825"/>
            <p:cNvSpPr/>
            <p:nvPr/>
          </p:nvSpPr>
          <p:spPr>
            <a:xfrm>
              <a:off x="9146155" y="2024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6" name="pt55826"/>
            <p:cNvSpPr/>
            <p:nvPr/>
          </p:nvSpPr>
          <p:spPr>
            <a:xfrm>
              <a:off x="8874891" y="1998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7" name="pt55827"/>
            <p:cNvSpPr/>
            <p:nvPr/>
          </p:nvSpPr>
          <p:spPr>
            <a:xfrm>
              <a:off x="9811851" y="2423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8" name="pt55828"/>
            <p:cNvSpPr/>
            <p:nvPr/>
          </p:nvSpPr>
          <p:spPr>
            <a:xfrm>
              <a:off x="8956678" y="1822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9" name="pt55829"/>
            <p:cNvSpPr/>
            <p:nvPr/>
          </p:nvSpPr>
          <p:spPr>
            <a:xfrm>
              <a:off x="9086345" y="1777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0" name="pt55830"/>
            <p:cNvSpPr/>
            <p:nvPr/>
          </p:nvSpPr>
          <p:spPr>
            <a:xfrm>
              <a:off x="9573244" y="2308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1" name="pt55831"/>
            <p:cNvSpPr/>
            <p:nvPr/>
          </p:nvSpPr>
          <p:spPr>
            <a:xfrm>
              <a:off x="9767243" y="2441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2" name="pt55832"/>
            <p:cNvSpPr/>
            <p:nvPr/>
          </p:nvSpPr>
          <p:spPr>
            <a:xfrm>
              <a:off x="8881929" y="2229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3" name="pt55833"/>
            <p:cNvSpPr/>
            <p:nvPr/>
          </p:nvSpPr>
          <p:spPr>
            <a:xfrm>
              <a:off x="8627374" y="2321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4" name="pt55834"/>
            <p:cNvSpPr/>
            <p:nvPr/>
          </p:nvSpPr>
          <p:spPr>
            <a:xfrm>
              <a:off x="8595298" y="2108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5" name="pt55835"/>
            <p:cNvSpPr/>
            <p:nvPr/>
          </p:nvSpPr>
          <p:spPr>
            <a:xfrm>
              <a:off x="9653069" y="2666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6" name="pt55836"/>
            <p:cNvSpPr/>
            <p:nvPr/>
          </p:nvSpPr>
          <p:spPr>
            <a:xfrm>
              <a:off x="8576763" y="2486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7" name="pt55837"/>
            <p:cNvSpPr/>
            <p:nvPr/>
          </p:nvSpPr>
          <p:spPr>
            <a:xfrm>
              <a:off x="9130917" y="1996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8" name="pt55838"/>
            <p:cNvSpPr/>
            <p:nvPr/>
          </p:nvSpPr>
          <p:spPr>
            <a:xfrm>
              <a:off x="9195417" y="2192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9" name="pt55839"/>
            <p:cNvSpPr/>
            <p:nvPr/>
          </p:nvSpPr>
          <p:spPr>
            <a:xfrm>
              <a:off x="8799930" y="2076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0" name="pt55840"/>
            <p:cNvSpPr/>
            <p:nvPr/>
          </p:nvSpPr>
          <p:spPr>
            <a:xfrm>
              <a:off x="9198297" y="2069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1" name="pt55841"/>
            <p:cNvSpPr/>
            <p:nvPr/>
          </p:nvSpPr>
          <p:spPr>
            <a:xfrm>
              <a:off x="9700990" y="184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2" name="pt55842"/>
            <p:cNvSpPr/>
            <p:nvPr/>
          </p:nvSpPr>
          <p:spPr>
            <a:xfrm>
              <a:off x="8708219" y="2317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3" name="pt55843"/>
            <p:cNvSpPr/>
            <p:nvPr/>
          </p:nvSpPr>
          <p:spPr>
            <a:xfrm>
              <a:off x="8947416" y="1994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4" name="pt55844"/>
            <p:cNvSpPr/>
            <p:nvPr/>
          </p:nvSpPr>
          <p:spPr>
            <a:xfrm>
              <a:off x="8677986" y="2351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5" name="pt55845"/>
            <p:cNvSpPr/>
            <p:nvPr/>
          </p:nvSpPr>
          <p:spPr>
            <a:xfrm>
              <a:off x="8312152" y="2521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6" name="pt55846"/>
            <p:cNvSpPr/>
            <p:nvPr/>
          </p:nvSpPr>
          <p:spPr>
            <a:xfrm>
              <a:off x="8977900" y="2246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7" name="pt55847"/>
            <p:cNvSpPr/>
            <p:nvPr/>
          </p:nvSpPr>
          <p:spPr>
            <a:xfrm>
              <a:off x="9328879" y="2112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8" name="pt55848"/>
            <p:cNvSpPr/>
            <p:nvPr/>
          </p:nvSpPr>
          <p:spPr>
            <a:xfrm>
              <a:off x="8312152" y="2422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9" name="pt55849"/>
            <p:cNvSpPr/>
            <p:nvPr/>
          </p:nvSpPr>
          <p:spPr>
            <a:xfrm>
              <a:off x="9408619" y="2170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0" name="pt55850"/>
            <p:cNvSpPr/>
            <p:nvPr/>
          </p:nvSpPr>
          <p:spPr>
            <a:xfrm>
              <a:off x="9138300" y="2153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1" name="pt55851"/>
            <p:cNvSpPr/>
            <p:nvPr/>
          </p:nvSpPr>
          <p:spPr>
            <a:xfrm>
              <a:off x="9324474" y="225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2" name="pt55852"/>
            <p:cNvSpPr/>
            <p:nvPr/>
          </p:nvSpPr>
          <p:spPr>
            <a:xfrm>
              <a:off x="8977900" y="2202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3" name="pt55853"/>
            <p:cNvSpPr/>
            <p:nvPr/>
          </p:nvSpPr>
          <p:spPr>
            <a:xfrm>
              <a:off x="9024978" y="1965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4" name="pt55854"/>
            <p:cNvSpPr/>
            <p:nvPr/>
          </p:nvSpPr>
          <p:spPr>
            <a:xfrm>
              <a:off x="8820652" y="2132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5" name="pt55855"/>
            <p:cNvSpPr/>
            <p:nvPr/>
          </p:nvSpPr>
          <p:spPr>
            <a:xfrm>
              <a:off x="9128386" y="2082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6" name="pt55856"/>
            <p:cNvSpPr/>
            <p:nvPr/>
          </p:nvSpPr>
          <p:spPr>
            <a:xfrm>
              <a:off x="8505430" y="2339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7" name="pt55857"/>
            <p:cNvSpPr/>
            <p:nvPr/>
          </p:nvSpPr>
          <p:spPr>
            <a:xfrm>
              <a:off x="8770040" y="2167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8" name="pt55858"/>
            <p:cNvSpPr/>
            <p:nvPr/>
          </p:nvSpPr>
          <p:spPr>
            <a:xfrm>
              <a:off x="8947416" y="1996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9" name="pt55859"/>
            <p:cNvSpPr/>
            <p:nvPr/>
          </p:nvSpPr>
          <p:spPr>
            <a:xfrm>
              <a:off x="8810596" y="2039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0" name="pt55860"/>
            <p:cNvSpPr/>
            <p:nvPr/>
          </p:nvSpPr>
          <p:spPr>
            <a:xfrm>
              <a:off x="8312152" y="2110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1" name="pt55861"/>
            <p:cNvSpPr/>
            <p:nvPr/>
          </p:nvSpPr>
          <p:spPr>
            <a:xfrm>
              <a:off x="9188912" y="1812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2" name="pt55862"/>
            <p:cNvSpPr/>
            <p:nvPr/>
          </p:nvSpPr>
          <p:spPr>
            <a:xfrm>
              <a:off x="9060837" y="1672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3" name="pt55863"/>
            <p:cNvSpPr/>
            <p:nvPr/>
          </p:nvSpPr>
          <p:spPr>
            <a:xfrm>
              <a:off x="9051878" y="1738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4" name="pt55864"/>
            <p:cNvSpPr/>
            <p:nvPr/>
          </p:nvSpPr>
          <p:spPr>
            <a:xfrm>
              <a:off x="9021891" y="1687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5" name="pt55865"/>
            <p:cNvSpPr/>
            <p:nvPr/>
          </p:nvSpPr>
          <p:spPr>
            <a:xfrm>
              <a:off x="8383485" y="2329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6" name="pt55866"/>
            <p:cNvSpPr/>
            <p:nvPr/>
          </p:nvSpPr>
          <p:spPr>
            <a:xfrm>
              <a:off x="9978328" y="2738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7" name="pt55867"/>
            <p:cNvSpPr/>
            <p:nvPr/>
          </p:nvSpPr>
          <p:spPr>
            <a:xfrm>
              <a:off x="9205570" y="2047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8" name="pt55868"/>
            <p:cNvSpPr/>
            <p:nvPr/>
          </p:nvSpPr>
          <p:spPr>
            <a:xfrm>
              <a:off x="9091660" y="2064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9" name="pt55869"/>
            <p:cNvSpPr/>
            <p:nvPr/>
          </p:nvSpPr>
          <p:spPr>
            <a:xfrm>
              <a:off x="8947416" y="1841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0" name="pt55870"/>
            <p:cNvSpPr/>
            <p:nvPr/>
          </p:nvSpPr>
          <p:spPr>
            <a:xfrm>
              <a:off x="9035373" y="1489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1" name="pt55871"/>
            <p:cNvSpPr/>
            <p:nvPr/>
          </p:nvSpPr>
          <p:spPr>
            <a:xfrm>
              <a:off x="9564416" y="21993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2" name="pt55872"/>
            <p:cNvSpPr/>
            <p:nvPr/>
          </p:nvSpPr>
          <p:spPr>
            <a:xfrm>
              <a:off x="8770040" y="2198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3" name="pt55873"/>
            <p:cNvSpPr/>
            <p:nvPr/>
          </p:nvSpPr>
          <p:spPr>
            <a:xfrm>
              <a:off x="9238466" y="1955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4" name="pt55874"/>
            <p:cNvSpPr/>
            <p:nvPr/>
          </p:nvSpPr>
          <p:spPr>
            <a:xfrm>
              <a:off x="9003873" y="1937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5" name="pt55875"/>
            <p:cNvSpPr/>
            <p:nvPr/>
          </p:nvSpPr>
          <p:spPr>
            <a:xfrm>
              <a:off x="9663884" y="2299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6" name="pt55876"/>
            <p:cNvSpPr/>
            <p:nvPr/>
          </p:nvSpPr>
          <p:spPr>
            <a:xfrm>
              <a:off x="8383485" y="2314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7" name="pt55877"/>
            <p:cNvSpPr/>
            <p:nvPr/>
          </p:nvSpPr>
          <p:spPr>
            <a:xfrm>
              <a:off x="9064541" y="1837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8" name="pt55878"/>
            <p:cNvSpPr/>
            <p:nvPr/>
          </p:nvSpPr>
          <p:spPr>
            <a:xfrm>
              <a:off x="9051878" y="1849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9" name="pt55879"/>
            <p:cNvSpPr/>
            <p:nvPr/>
          </p:nvSpPr>
          <p:spPr>
            <a:xfrm>
              <a:off x="8717243" y="2347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0" name="pt55880"/>
            <p:cNvSpPr/>
            <p:nvPr/>
          </p:nvSpPr>
          <p:spPr>
            <a:xfrm>
              <a:off x="9329422" y="2039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1" name="pt55881"/>
            <p:cNvSpPr/>
            <p:nvPr/>
          </p:nvSpPr>
          <p:spPr>
            <a:xfrm>
              <a:off x="8595298" y="2143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2" name="pt55882"/>
            <p:cNvSpPr/>
            <p:nvPr/>
          </p:nvSpPr>
          <p:spPr>
            <a:xfrm>
              <a:off x="9095800" y="1872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3" name="pt55883"/>
            <p:cNvSpPr/>
            <p:nvPr/>
          </p:nvSpPr>
          <p:spPr>
            <a:xfrm>
              <a:off x="8981853" y="2302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4" name="pt55884"/>
            <p:cNvSpPr/>
            <p:nvPr/>
          </p:nvSpPr>
          <p:spPr>
            <a:xfrm>
              <a:off x="8312152" y="2610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5" name="pt55885"/>
            <p:cNvSpPr/>
            <p:nvPr/>
          </p:nvSpPr>
          <p:spPr>
            <a:xfrm>
              <a:off x="8383485" y="2413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6" name="pt55886"/>
            <p:cNvSpPr/>
            <p:nvPr/>
          </p:nvSpPr>
          <p:spPr>
            <a:xfrm>
              <a:off x="9349631" y="2103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7" name="pt55887"/>
            <p:cNvSpPr/>
            <p:nvPr/>
          </p:nvSpPr>
          <p:spPr>
            <a:xfrm>
              <a:off x="8556041" y="2379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8" name="pt55888"/>
            <p:cNvSpPr/>
            <p:nvPr/>
          </p:nvSpPr>
          <p:spPr>
            <a:xfrm>
              <a:off x="8677986" y="2197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9" name="pt55889"/>
            <p:cNvSpPr/>
            <p:nvPr/>
          </p:nvSpPr>
          <p:spPr>
            <a:xfrm>
              <a:off x="9879673" y="2673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0" name="pt55890"/>
            <p:cNvSpPr/>
            <p:nvPr/>
          </p:nvSpPr>
          <p:spPr>
            <a:xfrm>
              <a:off x="8473354" y="2414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1" name="pt55891"/>
            <p:cNvSpPr/>
            <p:nvPr/>
          </p:nvSpPr>
          <p:spPr>
            <a:xfrm>
              <a:off x="9219272" y="1949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2" name="pt55892"/>
            <p:cNvSpPr/>
            <p:nvPr/>
          </p:nvSpPr>
          <p:spPr>
            <a:xfrm>
              <a:off x="8956678" y="1931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3" name="pt55893"/>
            <p:cNvSpPr/>
            <p:nvPr/>
          </p:nvSpPr>
          <p:spPr>
            <a:xfrm>
              <a:off x="8839187" y="2196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4" name="pt55894"/>
            <p:cNvSpPr/>
            <p:nvPr/>
          </p:nvSpPr>
          <p:spPr>
            <a:xfrm>
              <a:off x="9190113" y="1975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5" name="pt55895"/>
            <p:cNvSpPr/>
            <p:nvPr/>
          </p:nvSpPr>
          <p:spPr>
            <a:xfrm>
              <a:off x="8654494" y="2441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6" name="pt55896"/>
            <p:cNvSpPr/>
            <p:nvPr/>
          </p:nvSpPr>
          <p:spPr>
            <a:xfrm>
              <a:off x="8770040" y="2192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7" name="pt55897"/>
            <p:cNvSpPr/>
            <p:nvPr/>
          </p:nvSpPr>
          <p:spPr>
            <a:xfrm>
              <a:off x="9028011" y="1395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8" name="pt55898"/>
            <p:cNvSpPr/>
            <p:nvPr/>
          </p:nvSpPr>
          <p:spPr>
            <a:xfrm>
              <a:off x="9340963" y="2266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9" name="pt55899"/>
            <p:cNvSpPr/>
            <p:nvPr/>
          </p:nvSpPr>
          <p:spPr>
            <a:xfrm>
              <a:off x="8612066" y="2332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0" name="pt55900"/>
            <p:cNvSpPr/>
            <p:nvPr/>
          </p:nvSpPr>
          <p:spPr>
            <a:xfrm>
              <a:off x="8810596" y="2186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1" name="pt55901"/>
            <p:cNvSpPr/>
            <p:nvPr/>
          </p:nvSpPr>
          <p:spPr>
            <a:xfrm>
              <a:off x="8871263" y="2145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2" name="pt55902"/>
            <p:cNvSpPr/>
            <p:nvPr/>
          </p:nvSpPr>
          <p:spPr>
            <a:xfrm>
              <a:off x="8956678" y="1873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3" name="pt55903"/>
            <p:cNvSpPr/>
            <p:nvPr/>
          </p:nvSpPr>
          <p:spPr>
            <a:xfrm>
              <a:off x="8312152" y="2390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4" name="pt55904"/>
            <p:cNvSpPr/>
            <p:nvPr/>
          </p:nvSpPr>
          <p:spPr>
            <a:xfrm>
              <a:off x="9393280" y="2057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5" name="pt55905"/>
            <p:cNvSpPr/>
            <p:nvPr/>
          </p:nvSpPr>
          <p:spPr>
            <a:xfrm>
              <a:off x="9577860" y="24363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6" name="pt55906"/>
            <p:cNvSpPr/>
            <p:nvPr/>
          </p:nvSpPr>
          <p:spPr>
            <a:xfrm>
              <a:off x="9489373" y="2585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7" name="pt55907"/>
            <p:cNvSpPr/>
            <p:nvPr/>
          </p:nvSpPr>
          <p:spPr>
            <a:xfrm>
              <a:off x="9143835" y="2114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8" name="pt55908"/>
            <p:cNvSpPr/>
            <p:nvPr/>
          </p:nvSpPr>
          <p:spPr>
            <a:xfrm>
              <a:off x="8741831" y="2327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9" name="pt55909"/>
            <p:cNvSpPr/>
            <p:nvPr/>
          </p:nvSpPr>
          <p:spPr>
            <a:xfrm>
              <a:off x="9106706" y="2037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0" name="pt55910"/>
            <p:cNvSpPr/>
            <p:nvPr/>
          </p:nvSpPr>
          <p:spPr>
            <a:xfrm>
              <a:off x="8434097" y="2463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1" name="pt55911"/>
            <p:cNvSpPr/>
            <p:nvPr/>
          </p:nvSpPr>
          <p:spPr>
            <a:xfrm>
              <a:off x="8839187" y="2145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2" name="pt55912"/>
            <p:cNvSpPr/>
            <p:nvPr/>
          </p:nvSpPr>
          <p:spPr>
            <a:xfrm>
              <a:off x="8996835" y="2007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3" name="pt55913"/>
            <p:cNvSpPr/>
            <p:nvPr/>
          </p:nvSpPr>
          <p:spPr>
            <a:xfrm>
              <a:off x="8473354" y="2454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4" name="pt55914"/>
            <p:cNvSpPr/>
            <p:nvPr/>
          </p:nvSpPr>
          <p:spPr>
            <a:xfrm>
              <a:off x="8776438" y="2190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5" name="pt55915"/>
            <p:cNvSpPr/>
            <p:nvPr/>
          </p:nvSpPr>
          <p:spPr>
            <a:xfrm>
              <a:off x="8677986" y="2306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6" name="pt55916"/>
            <p:cNvSpPr/>
            <p:nvPr/>
          </p:nvSpPr>
          <p:spPr>
            <a:xfrm>
              <a:off x="9049233" y="1900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7" name="pt55917"/>
            <p:cNvSpPr/>
            <p:nvPr/>
          </p:nvSpPr>
          <p:spPr>
            <a:xfrm>
              <a:off x="9524498" y="234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8" name="pt55918"/>
            <p:cNvSpPr/>
            <p:nvPr/>
          </p:nvSpPr>
          <p:spPr>
            <a:xfrm>
              <a:off x="8612066" y="2285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9" name="pt55919"/>
            <p:cNvSpPr/>
            <p:nvPr/>
          </p:nvSpPr>
          <p:spPr>
            <a:xfrm>
              <a:off x="8734011" y="2128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0" name="pt55920"/>
            <p:cNvSpPr/>
            <p:nvPr/>
          </p:nvSpPr>
          <p:spPr>
            <a:xfrm>
              <a:off x="9075206" y="2164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1" name="pt55921"/>
            <p:cNvSpPr/>
            <p:nvPr/>
          </p:nvSpPr>
          <p:spPr>
            <a:xfrm>
              <a:off x="9121452" y="1974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2" name="pt55922"/>
            <p:cNvSpPr/>
            <p:nvPr/>
          </p:nvSpPr>
          <p:spPr>
            <a:xfrm>
              <a:off x="9075206" y="2332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3" name="pt55923"/>
            <p:cNvSpPr/>
            <p:nvPr/>
          </p:nvSpPr>
          <p:spPr>
            <a:xfrm>
              <a:off x="9199436" y="2023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4" name="pt55924"/>
            <p:cNvSpPr/>
            <p:nvPr/>
          </p:nvSpPr>
          <p:spPr>
            <a:xfrm>
              <a:off x="8843532" y="2143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5" name="pt55925"/>
            <p:cNvSpPr/>
            <p:nvPr/>
          </p:nvSpPr>
          <p:spPr>
            <a:xfrm>
              <a:off x="9199436" y="1934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6" name="pt55926"/>
            <p:cNvSpPr/>
            <p:nvPr/>
          </p:nvSpPr>
          <p:spPr>
            <a:xfrm>
              <a:off x="8734011" y="2227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7" name="pt55927"/>
            <p:cNvSpPr/>
            <p:nvPr/>
          </p:nvSpPr>
          <p:spPr>
            <a:xfrm>
              <a:off x="8383485" y="2336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8" name="pt55928"/>
            <p:cNvSpPr/>
            <p:nvPr/>
          </p:nvSpPr>
          <p:spPr>
            <a:xfrm>
              <a:off x="9217744" y="2099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9" name="pt55929"/>
            <p:cNvSpPr/>
            <p:nvPr/>
          </p:nvSpPr>
          <p:spPr>
            <a:xfrm>
              <a:off x="8979888" y="2254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0" name="pt55930"/>
            <p:cNvSpPr/>
            <p:nvPr/>
          </p:nvSpPr>
          <p:spPr>
            <a:xfrm>
              <a:off x="8312152" y="2513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1" name="pt55931"/>
            <p:cNvSpPr/>
            <p:nvPr/>
          </p:nvSpPr>
          <p:spPr>
            <a:xfrm>
              <a:off x="8770040" y="212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2" name="pt55932"/>
            <p:cNvSpPr/>
            <p:nvPr/>
          </p:nvSpPr>
          <p:spPr>
            <a:xfrm>
              <a:off x="8654494" y="234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3" name="pt55933"/>
            <p:cNvSpPr/>
            <p:nvPr/>
          </p:nvSpPr>
          <p:spPr>
            <a:xfrm>
              <a:off x="9155869" y="2011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4" name="pt55934"/>
            <p:cNvSpPr/>
            <p:nvPr/>
          </p:nvSpPr>
          <p:spPr>
            <a:xfrm>
              <a:off x="8839187" y="2187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5" name="pt55935"/>
            <p:cNvSpPr/>
            <p:nvPr/>
          </p:nvSpPr>
          <p:spPr>
            <a:xfrm>
              <a:off x="8688651" y="2401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6" name="pt55936"/>
            <p:cNvSpPr/>
            <p:nvPr/>
          </p:nvSpPr>
          <p:spPr>
            <a:xfrm>
              <a:off x="8312152" y="2421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7" name="pt55937"/>
            <p:cNvSpPr/>
            <p:nvPr/>
          </p:nvSpPr>
          <p:spPr>
            <a:xfrm>
              <a:off x="8666631" y="2100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8" name="pt55938"/>
            <p:cNvSpPr/>
            <p:nvPr/>
          </p:nvSpPr>
          <p:spPr>
            <a:xfrm>
              <a:off x="8312152" y="2498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9" name="pt55939"/>
            <p:cNvSpPr/>
            <p:nvPr/>
          </p:nvSpPr>
          <p:spPr>
            <a:xfrm>
              <a:off x="8881929" y="2243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0" name="pt55940"/>
            <p:cNvSpPr/>
            <p:nvPr/>
          </p:nvSpPr>
          <p:spPr>
            <a:xfrm>
              <a:off x="8383485" y="2281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1" name="pt55941"/>
            <p:cNvSpPr/>
            <p:nvPr/>
          </p:nvSpPr>
          <p:spPr>
            <a:xfrm>
              <a:off x="8770040" y="2012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2" name="pt55942"/>
            <p:cNvSpPr/>
            <p:nvPr/>
          </p:nvSpPr>
          <p:spPr>
            <a:xfrm>
              <a:off x="8708219" y="2251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3" name="pt55943"/>
            <p:cNvSpPr/>
            <p:nvPr/>
          </p:nvSpPr>
          <p:spPr>
            <a:xfrm>
              <a:off x="9448910" y="2181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4" name="pt55944"/>
            <p:cNvSpPr/>
            <p:nvPr/>
          </p:nvSpPr>
          <p:spPr>
            <a:xfrm>
              <a:off x="9055774" y="173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5" name="pt55945"/>
            <p:cNvSpPr/>
            <p:nvPr/>
          </p:nvSpPr>
          <p:spPr>
            <a:xfrm>
              <a:off x="8473354" y="2335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6" name="pt55946"/>
            <p:cNvSpPr/>
            <p:nvPr/>
          </p:nvSpPr>
          <p:spPr>
            <a:xfrm>
              <a:off x="8741831" y="2193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7" name="pt55947"/>
            <p:cNvSpPr/>
            <p:nvPr/>
          </p:nvSpPr>
          <p:spPr>
            <a:xfrm>
              <a:off x="9075206" y="2206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8" name="pt55948"/>
            <p:cNvSpPr/>
            <p:nvPr/>
          </p:nvSpPr>
          <p:spPr>
            <a:xfrm>
              <a:off x="8641456" y="2000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9" name="pt55949"/>
            <p:cNvSpPr/>
            <p:nvPr/>
          </p:nvSpPr>
          <p:spPr>
            <a:xfrm>
              <a:off x="8799930" y="2164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0" name="pt55950"/>
            <p:cNvSpPr/>
            <p:nvPr/>
          </p:nvSpPr>
          <p:spPr>
            <a:xfrm>
              <a:off x="8595298" y="2232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1" name="pt55951"/>
            <p:cNvSpPr/>
            <p:nvPr/>
          </p:nvSpPr>
          <p:spPr>
            <a:xfrm>
              <a:off x="9080864" y="1678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2" name="pt55952"/>
            <p:cNvSpPr/>
            <p:nvPr/>
          </p:nvSpPr>
          <p:spPr>
            <a:xfrm>
              <a:off x="8770040" y="2110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3" name="pt55953"/>
            <p:cNvSpPr/>
            <p:nvPr/>
          </p:nvSpPr>
          <p:spPr>
            <a:xfrm>
              <a:off x="8556041" y="2664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4" name="pt55954"/>
            <p:cNvSpPr/>
            <p:nvPr/>
          </p:nvSpPr>
          <p:spPr>
            <a:xfrm>
              <a:off x="9237554" y="1995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5" name="pt55955"/>
            <p:cNvSpPr/>
            <p:nvPr/>
          </p:nvSpPr>
          <p:spPr>
            <a:xfrm>
              <a:off x="9062080" y="1747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6" name="pt55956"/>
            <p:cNvSpPr/>
            <p:nvPr/>
          </p:nvSpPr>
          <p:spPr>
            <a:xfrm>
              <a:off x="8839187" y="2141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7" name="pt55957"/>
            <p:cNvSpPr/>
            <p:nvPr/>
          </p:nvSpPr>
          <p:spPr>
            <a:xfrm>
              <a:off x="8312152" y="2613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8" name="pt55958"/>
            <p:cNvSpPr/>
            <p:nvPr/>
          </p:nvSpPr>
          <p:spPr>
            <a:xfrm>
              <a:off x="9546496" y="1865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9" name="pt55959"/>
            <p:cNvSpPr/>
            <p:nvPr/>
          </p:nvSpPr>
          <p:spPr>
            <a:xfrm>
              <a:off x="8383485" y="2412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0" name="pt55960"/>
            <p:cNvSpPr/>
            <p:nvPr/>
          </p:nvSpPr>
          <p:spPr>
            <a:xfrm>
              <a:off x="8576763" y="2443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1" name="pt55961"/>
            <p:cNvSpPr/>
            <p:nvPr/>
          </p:nvSpPr>
          <p:spPr>
            <a:xfrm>
              <a:off x="8954408" y="1853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2" name="pt55962"/>
            <p:cNvSpPr/>
            <p:nvPr/>
          </p:nvSpPr>
          <p:spPr>
            <a:xfrm>
              <a:off x="9103798" y="1893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3" name="pt55963"/>
            <p:cNvSpPr/>
            <p:nvPr/>
          </p:nvSpPr>
          <p:spPr>
            <a:xfrm>
              <a:off x="9393280" y="1999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4" name="pt55964"/>
            <p:cNvSpPr/>
            <p:nvPr/>
          </p:nvSpPr>
          <p:spPr>
            <a:xfrm>
              <a:off x="8434097" y="249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5" name="pt55965"/>
            <p:cNvSpPr/>
            <p:nvPr/>
          </p:nvSpPr>
          <p:spPr>
            <a:xfrm>
              <a:off x="9086345" y="1801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6" name="pt55966"/>
            <p:cNvSpPr/>
            <p:nvPr/>
          </p:nvSpPr>
          <p:spPr>
            <a:xfrm>
              <a:off x="8505430" y="2482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7" name="pt55967"/>
            <p:cNvSpPr/>
            <p:nvPr/>
          </p:nvSpPr>
          <p:spPr>
            <a:xfrm>
              <a:off x="9107665" y="1909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8" name="pt55968"/>
            <p:cNvSpPr/>
            <p:nvPr/>
          </p:nvSpPr>
          <p:spPr>
            <a:xfrm>
              <a:off x="8595298" y="2159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9" name="pt55969"/>
            <p:cNvSpPr/>
            <p:nvPr/>
          </p:nvSpPr>
          <p:spPr>
            <a:xfrm>
              <a:off x="8576763" y="2360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0" name="pt55970"/>
            <p:cNvSpPr/>
            <p:nvPr/>
          </p:nvSpPr>
          <p:spPr>
            <a:xfrm>
              <a:off x="8473354" y="2343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1" name="pt55971"/>
            <p:cNvSpPr/>
            <p:nvPr/>
          </p:nvSpPr>
          <p:spPr>
            <a:xfrm>
              <a:off x="8895213" y="2091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2" name="pt55972"/>
            <p:cNvSpPr/>
            <p:nvPr/>
          </p:nvSpPr>
          <p:spPr>
            <a:xfrm>
              <a:off x="9435194" y="2012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3" name="pt55973"/>
            <p:cNvSpPr/>
            <p:nvPr/>
          </p:nvSpPr>
          <p:spPr>
            <a:xfrm>
              <a:off x="9116975" y="1761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4" name="pt55974"/>
            <p:cNvSpPr/>
            <p:nvPr/>
          </p:nvSpPr>
          <p:spPr>
            <a:xfrm>
              <a:off x="9612243" y="2165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5" name="pt55975"/>
            <p:cNvSpPr/>
            <p:nvPr/>
          </p:nvSpPr>
          <p:spPr>
            <a:xfrm>
              <a:off x="8947416" y="1947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6" name="pt55976"/>
            <p:cNvSpPr/>
            <p:nvPr/>
          </p:nvSpPr>
          <p:spPr>
            <a:xfrm>
              <a:off x="9119675" y="2116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7" name="pt55977"/>
            <p:cNvSpPr/>
            <p:nvPr/>
          </p:nvSpPr>
          <p:spPr>
            <a:xfrm>
              <a:off x="9068168" y="2284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8" name="pt55978"/>
            <p:cNvSpPr/>
            <p:nvPr/>
          </p:nvSpPr>
          <p:spPr>
            <a:xfrm>
              <a:off x="9138300" y="2182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9" name="pt55979"/>
            <p:cNvSpPr/>
            <p:nvPr/>
          </p:nvSpPr>
          <p:spPr>
            <a:xfrm>
              <a:off x="9143835" y="2057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0" name="pt55980"/>
            <p:cNvSpPr/>
            <p:nvPr/>
          </p:nvSpPr>
          <p:spPr>
            <a:xfrm>
              <a:off x="8677986" y="2171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1" name="pt55981"/>
            <p:cNvSpPr/>
            <p:nvPr/>
          </p:nvSpPr>
          <p:spPr>
            <a:xfrm>
              <a:off x="9121452" y="2272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2" name="pt55982"/>
            <p:cNvSpPr/>
            <p:nvPr/>
          </p:nvSpPr>
          <p:spPr>
            <a:xfrm>
              <a:off x="8782612" y="2262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3" name="pt55983"/>
            <p:cNvSpPr/>
            <p:nvPr/>
          </p:nvSpPr>
          <p:spPr>
            <a:xfrm>
              <a:off x="8627374" y="2218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4" name="pt55984"/>
            <p:cNvSpPr/>
            <p:nvPr/>
          </p:nvSpPr>
          <p:spPr>
            <a:xfrm>
              <a:off x="8312152" y="2389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5" name="pt55985"/>
            <p:cNvSpPr/>
            <p:nvPr/>
          </p:nvSpPr>
          <p:spPr>
            <a:xfrm>
              <a:off x="8763400" y="2060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6" name="pt55986"/>
            <p:cNvSpPr/>
            <p:nvPr/>
          </p:nvSpPr>
          <p:spPr>
            <a:xfrm>
              <a:off x="8942596" y="1868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7" name="pt55987"/>
            <p:cNvSpPr/>
            <p:nvPr/>
          </p:nvSpPr>
          <p:spPr>
            <a:xfrm>
              <a:off x="9062080" y="1751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8" name="pt55988"/>
            <p:cNvSpPr/>
            <p:nvPr/>
          </p:nvSpPr>
          <p:spPr>
            <a:xfrm>
              <a:off x="9198297" y="1924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9" name="pt55989"/>
            <p:cNvSpPr/>
            <p:nvPr/>
          </p:nvSpPr>
          <p:spPr>
            <a:xfrm>
              <a:off x="9097834" y="1933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0" name="pt55990"/>
            <p:cNvSpPr/>
            <p:nvPr/>
          </p:nvSpPr>
          <p:spPr>
            <a:xfrm>
              <a:off x="8867559" y="2171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1" name="pt55991"/>
            <p:cNvSpPr/>
            <p:nvPr/>
          </p:nvSpPr>
          <p:spPr>
            <a:xfrm>
              <a:off x="8612066" y="23097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2" name="pt55992"/>
            <p:cNvSpPr/>
            <p:nvPr/>
          </p:nvSpPr>
          <p:spPr>
            <a:xfrm>
              <a:off x="8794345" y="2188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3" name="pt55993"/>
            <p:cNvSpPr/>
            <p:nvPr/>
          </p:nvSpPr>
          <p:spPr>
            <a:xfrm>
              <a:off x="9055774" y="1727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4" name="pt55994"/>
            <p:cNvSpPr/>
            <p:nvPr/>
          </p:nvSpPr>
          <p:spPr>
            <a:xfrm>
              <a:off x="8312152" y="2405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5" name="pt55995"/>
            <p:cNvSpPr/>
            <p:nvPr/>
          </p:nvSpPr>
          <p:spPr>
            <a:xfrm>
              <a:off x="9208828" y="2130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6" name="pt55996"/>
            <p:cNvSpPr/>
            <p:nvPr/>
          </p:nvSpPr>
          <p:spPr>
            <a:xfrm>
              <a:off x="8770040" y="2028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7" name="pt55997"/>
            <p:cNvSpPr/>
            <p:nvPr/>
          </p:nvSpPr>
          <p:spPr>
            <a:xfrm>
              <a:off x="8855955" y="2191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8" name="pt55998"/>
            <p:cNvSpPr/>
            <p:nvPr/>
          </p:nvSpPr>
          <p:spPr>
            <a:xfrm>
              <a:off x="8383485" y="24553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9" name="pt55999"/>
            <p:cNvSpPr/>
            <p:nvPr/>
          </p:nvSpPr>
          <p:spPr>
            <a:xfrm>
              <a:off x="8799930" y="2020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0" name="pt56000"/>
            <p:cNvSpPr/>
            <p:nvPr/>
          </p:nvSpPr>
          <p:spPr>
            <a:xfrm>
              <a:off x="9066967" y="2302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1" name="pt56001"/>
            <p:cNvSpPr/>
            <p:nvPr/>
          </p:nvSpPr>
          <p:spPr>
            <a:xfrm>
              <a:off x="9018749" y="2002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2" name="pt56002"/>
            <p:cNvSpPr/>
            <p:nvPr/>
          </p:nvSpPr>
          <p:spPr>
            <a:xfrm>
              <a:off x="8927288" y="2018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3" name="pt56003"/>
            <p:cNvSpPr/>
            <p:nvPr/>
          </p:nvSpPr>
          <p:spPr>
            <a:xfrm>
              <a:off x="9415399" y="2170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4" name="pt56004"/>
            <p:cNvSpPr/>
            <p:nvPr/>
          </p:nvSpPr>
          <p:spPr>
            <a:xfrm>
              <a:off x="9785747" y="2516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5" name="pt56005"/>
            <p:cNvSpPr/>
            <p:nvPr/>
          </p:nvSpPr>
          <p:spPr>
            <a:xfrm>
              <a:off x="8505430" y="2348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6" name="pt56006"/>
            <p:cNvSpPr/>
            <p:nvPr/>
          </p:nvSpPr>
          <p:spPr>
            <a:xfrm>
              <a:off x="9654228" y="2226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7" name="pt56007"/>
            <p:cNvSpPr/>
            <p:nvPr/>
          </p:nvSpPr>
          <p:spPr>
            <a:xfrm>
              <a:off x="8741831" y="2087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8" name="pt56008"/>
            <p:cNvSpPr/>
            <p:nvPr/>
          </p:nvSpPr>
          <p:spPr>
            <a:xfrm>
              <a:off x="9573785" y="2281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9" name="pt56009"/>
            <p:cNvSpPr/>
            <p:nvPr/>
          </p:nvSpPr>
          <p:spPr>
            <a:xfrm>
              <a:off x="8937640" y="1766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0" name="pt56010"/>
            <p:cNvSpPr/>
            <p:nvPr/>
          </p:nvSpPr>
          <p:spPr>
            <a:xfrm>
              <a:off x="8688651" y="2517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1" name="pt56011"/>
            <p:cNvSpPr/>
            <p:nvPr/>
          </p:nvSpPr>
          <p:spPr>
            <a:xfrm>
              <a:off x="8654494" y="2518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2" name="pt56012"/>
            <p:cNvSpPr/>
            <p:nvPr/>
          </p:nvSpPr>
          <p:spPr>
            <a:xfrm>
              <a:off x="8776438" y="199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3" name="pt56013"/>
            <p:cNvSpPr/>
            <p:nvPr/>
          </p:nvSpPr>
          <p:spPr>
            <a:xfrm>
              <a:off x="8312152" y="2430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4" name="pt56014"/>
            <p:cNvSpPr/>
            <p:nvPr/>
          </p:nvSpPr>
          <p:spPr>
            <a:xfrm>
              <a:off x="9005590" y="1826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5" name="pt56015"/>
            <p:cNvSpPr/>
            <p:nvPr/>
          </p:nvSpPr>
          <p:spPr>
            <a:xfrm>
              <a:off x="9310856" y="1935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6" name="pt56016"/>
            <p:cNvSpPr/>
            <p:nvPr/>
          </p:nvSpPr>
          <p:spPr>
            <a:xfrm>
              <a:off x="8805344" y="206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7" name="pt56017"/>
            <p:cNvSpPr/>
            <p:nvPr/>
          </p:nvSpPr>
          <p:spPr>
            <a:xfrm>
              <a:off x="9502520" y="2348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8" name="pt56018"/>
            <p:cNvSpPr/>
            <p:nvPr/>
          </p:nvSpPr>
          <p:spPr>
            <a:xfrm>
              <a:off x="9329422" y="2207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9" name="pt56019"/>
            <p:cNvSpPr/>
            <p:nvPr/>
          </p:nvSpPr>
          <p:spPr>
            <a:xfrm>
              <a:off x="9408964" y="2228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0" name="pt56020"/>
            <p:cNvSpPr/>
            <p:nvPr/>
          </p:nvSpPr>
          <p:spPr>
            <a:xfrm>
              <a:off x="8312152" y="2540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1" name="pt56021"/>
            <p:cNvSpPr/>
            <p:nvPr/>
          </p:nvSpPr>
          <p:spPr>
            <a:xfrm>
              <a:off x="8688651" y="2342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2" name="pt56022"/>
            <p:cNvSpPr/>
            <p:nvPr/>
          </p:nvSpPr>
          <p:spPr>
            <a:xfrm>
              <a:off x="9313250" y="2040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3" name="pt56023"/>
            <p:cNvSpPr/>
            <p:nvPr/>
          </p:nvSpPr>
          <p:spPr>
            <a:xfrm>
              <a:off x="8979888" y="2289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4" name="pt56024"/>
            <p:cNvSpPr/>
            <p:nvPr/>
          </p:nvSpPr>
          <p:spPr>
            <a:xfrm>
              <a:off x="9834193" y="2566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5" name="pt56025"/>
            <p:cNvSpPr/>
            <p:nvPr/>
          </p:nvSpPr>
          <p:spPr>
            <a:xfrm>
              <a:off x="8810596" y="2185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6" name="pt56026"/>
            <p:cNvSpPr/>
            <p:nvPr/>
          </p:nvSpPr>
          <p:spPr>
            <a:xfrm>
              <a:off x="8312152" y="2569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7" name="pt56027"/>
            <p:cNvSpPr/>
            <p:nvPr/>
          </p:nvSpPr>
          <p:spPr>
            <a:xfrm>
              <a:off x="8989504" y="22024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8" name="pt56028"/>
            <p:cNvSpPr/>
            <p:nvPr/>
          </p:nvSpPr>
          <p:spPr>
            <a:xfrm>
              <a:off x="8987622" y="2226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9" name="pt56029"/>
            <p:cNvSpPr/>
            <p:nvPr/>
          </p:nvSpPr>
          <p:spPr>
            <a:xfrm>
              <a:off x="9433552" y="1914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0" name="pt56030"/>
            <p:cNvSpPr/>
            <p:nvPr/>
          </p:nvSpPr>
          <p:spPr>
            <a:xfrm>
              <a:off x="8677986" y="2378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1" name="pt56031"/>
            <p:cNvSpPr/>
            <p:nvPr/>
          </p:nvSpPr>
          <p:spPr>
            <a:xfrm>
              <a:off x="9066967" y="2178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2" name="pt56032"/>
            <p:cNvSpPr/>
            <p:nvPr/>
          </p:nvSpPr>
          <p:spPr>
            <a:xfrm>
              <a:off x="8556041" y="2460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3" name="pt56033"/>
            <p:cNvSpPr/>
            <p:nvPr/>
          </p:nvSpPr>
          <p:spPr>
            <a:xfrm>
              <a:off x="8434097" y="2518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4" name="pt56034"/>
            <p:cNvSpPr/>
            <p:nvPr/>
          </p:nvSpPr>
          <p:spPr>
            <a:xfrm>
              <a:off x="8576763" y="2451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5" name="pt56035"/>
            <p:cNvSpPr/>
            <p:nvPr/>
          </p:nvSpPr>
          <p:spPr>
            <a:xfrm>
              <a:off x="9086345" y="183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6" name="pt56036"/>
            <p:cNvSpPr/>
            <p:nvPr/>
          </p:nvSpPr>
          <p:spPr>
            <a:xfrm>
              <a:off x="8843532" y="2003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7" name="pt56037"/>
            <p:cNvSpPr/>
            <p:nvPr/>
          </p:nvSpPr>
          <p:spPr>
            <a:xfrm>
              <a:off x="8383485" y="2213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8" name="pt56038"/>
            <p:cNvSpPr/>
            <p:nvPr/>
          </p:nvSpPr>
          <p:spPr>
            <a:xfrm>
              <a:off x="8996835" y="1965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9" name="pt56039"/>
            <p:cNvSpPr/>
            <p:nvPr/>
          </p:nvSpPr>
          <p:spPr>
            <a:xfrm>
              <a:off x="8830164" y="2058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0" name="pt56040"/>
            <p:cNvSpPr/>
            <p:nvPr/>
          </p:nvSpPr>
          <p:spPr>
            <a:xfrm>
              <a:off x="9205570" y="2119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1" name="pt56041"/>
            <p:cNvSpPr/>
            <p:nvPr/>
          </p:nvSpPr>
          <p:spPr>
            <a:xfrm>
              <a:off x="9066967" y="2320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2" name="pt56042"/>
            <p:cNvSpPr/>
            <p:nvPr/>
          </p:nvSpPr>
          <p:spPr>
            <a:xfrm>
              <a:off x="9198297" y="1881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3" name="pt56043"/>
            <p:cNvSpPr/>
            <p:nvPr/>
          </p:nvSpPr>
          <p:spPr>
            <a:xfrm>
              <a:off x="8576763" y="2368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4" name="pt56044"/>
            <p:cNvSpPr/>
            <p:nvPr/>
          </p:nvSpPr>
          <p:spPr>
            <a:xfrm>
              <a:off x="9161591" y="2145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5" name="pt56045"/>
            <p:cNvSpPr/>
            <p:nvPr/>
          </p:nvSpPr>
          <p:spPr>
            <a:xfrm>
              <a:off x="9065758" y="2043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6" name="pt56046"/>
            <p:cNvSpPr/>
            <p:nvPr/>
          </p:nvSpPr>
          <p:spPr>
            <a:xfrm>
              <a:off x="8612066" y="2219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7" name="pt56047"/>
            <p:cNvSpPr/>
            <p:nvPr/>
          </p:nvSpPr>
          <p:spPr>
            <a:xfrm>
              <a:off x="8871263" y="1991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8" name="pt56048"/>
            <p:cNvSpPr/>
            <p:nvPr/>
          </p:nvSpPr>
          <p:spPr>
            <a:xfrm>
              <a:off x="8919104" y="2057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9" name="pt56049"/>
            <p:cNvSpPr/>
            <p:nvPr/>
          </p:nvSpPr>
          <p:spPr>
            <a:xfrm>
              <a:off x="9714526" y="1771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0" name="pt56050"/>
            <p:cNvSpPr/>
            <p:nvPr/>
          </p:nvSpPr>
          <p:spPr>
            <a:xfrm>
              <a:off x="8881929" y="2258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1" name="pt56051"/>
            <p:cNvSpPr/>
            <p:nvPr/>
          </p:nvSpPr>
          <p:spPr>
            <a:xfrm>
              <a:off x="8788576" y="2228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2" name="pt56052"/>
            <p:cNvSpPr/>
            <p:nvPr/>
          </p:nvSpPr>
          <p:spPr>
            <a:xfrm>
              <a:off x="8312152" y="2148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3" name="pt56053"/>
            <p:cNvSpPr/>
            <p:nvPr/>
          </p:nvSpPr>
          <p:spPr>
            <a:xfrm>
              <a:off x="9435194" y="2062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4" name="pt56054"/>
            <p:cNvSpPr/>
            <p:nvPr/>
          </p:nvSpPr>
          <p:spPr>
            <a:xfrm>
              <a:off x="8556041" y="2455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5" name="pt56055"/>
            <p:cNvSpPr/>
            <p:nvPr/>
          </p:nvSpPr>
          <p:spPr>
            <a:xfrm>
              <a:off x="8863776" y="2097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6" name="pt56056"/>
            <p:cNvSpPr/>
            <p:nvPr/>
          </p:nvSpPr>
          <p:spPr>
            <a:xfrm>
              <a:off x="8383485" y="2346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7" name="pt56057"/>
            <p:cNvSpPr/>
            <p:nvPr/>
          </p:nvSpPr>
          <p:spPr>
            <a:xfrm>
              <a:off x="8677986" y="247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8" name="pt56058"/>
            <p:cNvSpPr/>
            <p:nvPr/>
          </p:nvSpPr>
          <p:spPr>
            <a:xfrm>
              <a:off x="9512564" y="2516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9" name="pt56059"/>
            <p:cNvSpPr/>
            <p:nvPr/>
          </p:nvSpPr>
          <p:spPr>
            <a:xfrm>
              <a:off x="9345474" y="1986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0" name="pt56060"/>
            <p:cNvSpPr/>
            <p:nvPr/>
          </p:nvSpPr>
          <p:spPr>
            <a:xfrm>
              <a:off x="8688651" y="2347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1" name="pt56061"/>
            <p:cNvSpPr/>
            <p:nvPr/>
          </p:nvSpPr>
          <p:spPr>
            <a:xfrm>
              <a:off x="9524498" y="239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2" name="pt56062"/>
            <p:cNvSpPr/>
            <p:nvPr/>
          </p:nvSpPr>
          <p:spPr>
            <a:xfrm>
              <a:off x="8505430" y="2287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3" name="pt56063"/>
            <p:cNvSpPr/>
            <p:nvPr/>
          </p:nvSpPr>
          <p:spPr>
            <a:xfrm>
              <a:off x="8473354" y="2421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4" name="pt56064"/>
            <p:cNvSpPr/>
            <p:nvPr/>
          </p:nvSpPr>
          <p:spPr>
            <a:xfrm>
              <a:off x="9292119" y="1959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5" name="pt56065"/>
            <p:cNvSpPr/>
            <p:nvPr/>
          </p:nvSpPr>
          <p:spPr>
            <a:xfrm>
              <a:off x="8937640" y="1748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6" name="pt56066"/>
            <p:cNvSpPr/>
            <p:nvPr/>
          </p:nvSpPr>
          <p:spPr>
            <a:xfrm>
              <a:off x="9092704" y="1898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7" name="pt56067"/>
            <p:cNvSpPr/>
            <p:nvPr/>
          </p:nvSpPr>
          <p:spPr>
            <a:xfrm>
              <a:off x="9080864" y="1697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8" name="pt56068"/>
            <p:cNvSpPr/>
            <p:nvPr/>
          </p:nvSpPr>
          <p:spPr>
            <a:xfrm>
              <a:off x="9028011" y="1555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9" name="pt56069"/>
            <p:cNvSpPr/>
            <p:nvPr/>
          </p:nvSpPr>
          <p:spPr>
            <a:xfrm>
              <a:off x="8987622" y="2291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0" name="pt56070"/>
            <p:cNvSpPr/>
            <p:nvPr/>
          </p:nvSpPr>
          <p:spPr>
            <a:xfrm>
              <a:off x="8698707" y="2350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1" name="pt56071"/>
            <p:cNvSpPr/>
            <p:nvPr/>
          </p:nvSpPr>
          <p:spPr>
            <a:xfrm>
              <a:off x="8898383" y="1934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2" name="pt56072"/>
            <p:cNvSpPr/>
            <p:nvPr/>
          </p:nvSpPr>
          <p:spPr>
            <a:xfrm>
              <a:off x="8788576" y="2165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3" name="pt56073"/>
            <p:cNvSpPr/>
            <p:nvPr/>
          </p:nvSpPr>
          <p:spPr>
            <a:xfrm>
              <a:off x="8825472" y="2040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4" name="pt56074"/>
            <p:cNvSpPr/>
            <p:nvPr/>
          </p:nvSpPr>
          <p:spPr>
            <a:xfrm>
              <a:off x="9235717" y="1777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5" name="pt56075"/>
            <p:cNvSpPr/>
            <p:nvPr/>
          </p:nvSpPr>
          <p:spPr>
            <a:xfrm>
              <a:off x="9230563" y="1846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6" name="pt56076"/>
            <p:cNvSpPr/>
            <p:nvPr/>
          </p:nvSpPr>
          <p:spPr>
            <a:xfrm>
              <a:off x="9303159" y="1842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7" name="pt56077"/>
            <p:cNvSpPr/>
            <p:nvPr/>
          </p:nvSpPr>
          <p:spPr>
            <a:xfrm>
              <a:off x="9035373" y="1335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8" name="pt56078"/>
            <p:cNvSpPr/>
            <p:nvPr/>
          </p:nvSpPr>
          <p:spPr>
            <a:xfrm>
              <a:off x="9351314" y="2193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9" name="pt56079"/>
            <p:cNvSpPr/>
            <p:nvPr/>
          </p:nvSpPr>
          <p:spPr>
            <a:xfrm>
              <a:off x="9312057" y="1813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0" name="pt56080"/>
            <p:cNvSpPr/>
            <p:nvPr/>
          </p:nvSpPr>
          <p:spPr>
            <a:xfrm>
              <a:off x="8717243" y="2307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1" name="pt56081"/>
            <p:cNvSpPr/>
            <p:nvPr/>
          </p:nvSpPr>
          <p:spPr>
            <a:xfrm>
              <a:off x="8473354" y="22461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2" name="pt56082"/>
            <p:cNvSpPr/>
            <p:nvPr/>
          </p:nvSpPr>
          <p:spPr>
            <a:xfrm>
              <a:off x="8505430" y="2355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3" name="pt56083"/>
            <p:cNvSpPr/>
            <p:nvPr/>
          </p:nvSpPr>
          <p:spPr>
            <a:xfrm>
              <a:off x="8505430" y="2404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4" name="pt56084"/>
            <p:cNvSpPr/>
            <p:nvPr/>
          </p:nvSpPr>
          <p:spPr>
            <a:xfrm>
              <a:off x="9062080" y="1789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5" name="pt56085"/>
            <p:cNvSpPr/>
            <p:nvPr/>
          </p:nvSpPr>
          <p:spPr>
            <a:xfrm>
              <a:off x="9547911" y="1698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6" name="pt56086"/>
            <p:cNvSpPr/>
            <p:nvPr/>
          </p:nvSpPr>
          <p:spPr>
            <a:xfrm>
              <a:off x="8576763" y="2420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7" name="pt56087"/>
            <p:cNvSpPr/>
            <p:nvPr/>
          </p:nvSpPr>
          <p:spPr>
            <a:xfrm>
              <a:off x="9117880" y="2156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8" name="pt56088"/>
            <p:cNvSpPr/>
            <p:nvPr/>
          </p:nvSpPr>
          <p:spPr>
            <a:xfrm>
              <a:off x="8312152" y="2590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9" name="pt56089"/>
            <p:cNvSpPr/>
            <p:nvPr/>
          </p:nvSpPr>
          <p:spPr>
            <a:xfrm>
              <a:off x="8749319" y="1892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0" name="pt56090"/>
            <p:cNvSpPr/>
            <p:nvPr/>
          </p:nvSpPr>
          <p:spPr>
            <a:xfrm>
              <a:off x="8595298" y="2265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1" name="pt56091"/>
            <p:cNvSpPr/>
            <p:nvPr/>
          </p:nvSpPr>
          <p:spPr>
            <a:xfrm>
              <a:off x="8595298" y="2215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2" name="pt56092"/>
            <p:cNvSpPr/>
            <p:nvPr/>
          </p:nvSpPr>
          <p:spPr>
            <a:xfrm>
              <a:off x="8473354" y="2265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3" name="pt56093"/>
            <p:cNvSpPr/>
            <p:nvPr/>
          </p:nvSpPr>
          <p:spPr>
            <a:xfrm>
              <a:off x="8576763" y="241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4" name="pt56094"/>
            <p:cNvSpPr/>
            <p:nvPr/>
          </p:nvSpPr>
          <p:spPr>
            <a:xfrm>
              <a:off x="8935109" y="2080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5" name="pt56095"/>
            <p:cNvSpPr/>
            <p:nvPr/>
          </p:nvSpPr>
          <p:spPr>
            <a:xfrm>
              <a:off x="8987622" y="225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6" name="pt56096"/>
            <p:cNvSpPr/>
            <p:nvPr/>
          </p:nvSpPr>
          <p:spPr>
            <a:xfrm>
              <a:off x="8825472" y="1966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7" name="pt56097"/>
            <p:cNvSpPr/>
            <p:nvPr/>
          </p:nvSpPr>
          <p:spPr>
            <a:xfrm>
              <a:off x="9072891" y="2199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8" name="pt56098"/>
            <p:cNvSpPr/>
            <p:nvPr/>
          </p:nvSpPr>
          <p:spPr>
            <a:xfrm>
              <a:off x="8595298" y="2224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9" name="pt56099"/>
            <p:cNvSpPr/>
            <p:nvPr/>
          </p:nvSpPr>
          <p:spPr>
            <a:xfrm>
              <a:off x="8907564" y="1867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0" name="pt56100"/>
            <p:cNvSpPr/>
            <p:nvPr/>
          </p:nvSpPr>
          <p:spPr>
            <a:xfrm>
              <a:off x="8612066" y="224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1" name="pt56101"/>
            <p:cNvSpPr/>
            <p:nvPr/>
          </p:nvSpPr>
          <p:spPr>
            <a:xfrm>
              <a:off x="9045188" y="1932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2" name="pt56102"/>
            <p:cNvSpPr/>
            <p:nvPr/>
          </p:nvSpPr>
          <p:spPr>
            <a:xfrm>
              <a:off x="8556041" y="2314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3" name="pt56103"/>
            <p:cNvSpPr/>
            <p:nvPr/>
          </p:nvSpPr>
          <p:spPr>
            <a:xfrm>
              <a:off x="8627374" y="2289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4" name="pt56104"/>
            <p:cNvSpPr/>
            <p:nvPr/>
          </p:nvSpPr>
          <p:spPr>
            <a:xfrm>
              <a:off x="9205570" y="204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5" name="pt56105"/>
            <p:cNvSpPr/>
            <p:nvPr/>
          </p:nvSpPr>
          <p:spPr>
            <a:xfrm>
              <a:off x="9094774" y="2071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6" name="pt56106"/>
            <p:cNvSpPr/>
            <p:nvPr/>
          </p:nvSpPr>
          <p:spPr>
            <a:xfrm>
              <a:off x="9005590" y="1910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7" name="pt56107"/>
            <p:cNvSpPr/>
            <p:nvPr/>
          </p:nvSpPr>
          <p:spPr>
            <a:xfrm>
              <a:off x="8881929" y="2199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8" name="pt56108"/>
            <p:cNvSpPr/>
            <p:nvPr/>
          </p:nvSpPr>
          <p:spPr>
            <a:xfrm>
              <a:off x="8913428" y="2074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9" name="pt56109"/>
            <p:cNvSpPr/>
            <p:nvPr/>
          </p:nvSpPr>
          <p:spPr>
            <a:xfrm>
              <a:off x="9206663" y="2045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0" name="pt56110"/>
            <p:cNvSpPr/>
            <p:nvPr/>
          </p:nvSpPr>
          <p:spPr>
            <a:xfrm>
              <a:off x="9312057" y="1796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1" name="pt56111"/>
            <p:cNvSpPr/>
            <p:nvPr/>
          </p:nvSpPr>
          <p:spPr>
            <a:xfrm>
              <a:off x="9051878" y="1761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2" name="pt56112"/>
            <p:cNvSpPr/>
            <p:nvPr/>
          </p:nvSpPr>
          <p:spPr>
            <a:xfrm>
              <a:off x="8794345" y="2077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3" name="pt56113"/>
            <p:cNvSpPr/>
            <p:nvPr/>
          </p:nvSpPr>
          <p:spPr>
            <a:xfrm>
              <a:off x="8987622" y="2314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4" name="pt56114"/>
            <p:cNvSpPr/>
            <p:nvPr/>
          </p:nvSpPr>
          <p:spPr>
            <a:xfrm>
              <a:off x="8312152" y="2412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5" name="pt56115"/>
            <p:cNvSpPr/>
            <p:nvPr/>
          </p:nvSpPr>
          <p:spPr>
            <a:xfrm>
              <a:off x="8794345" y="2113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6" name="pt56116"/>
            <p:cNvSpPr/>
            <p:nvPr/>
          </p:nvSpPr>
          <p:spPr>
            <a:xfrm>
              <a:off x="8815695" y="2077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7" name="pt56117"/>
            <p:cNvSpPr/>
            <p:nvPr/>
          </p:nvSpPr>
          <p:spPr>
            <a:xfrm>
              <a:off x="8979888" y="2303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8" name="pt56118"/>
            <p:cNvSpPr/>
            <p:nvPr/>
          </p:nvSpPr>
          <p:spPr>
            <a:xfrm>
              <a:off x="9066967" y="2191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9" name="pt56119"/>
            <p:cNvSpPr/>
            <p:nvPr/>
          </p:nvSpPr>
          <p:spPr>
            <a:xfrm>
              <a:off x="9167813" y="2094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0" name="pt56120"/>
            <p:cNvSpPr/>
            <p:nvPr/>
          </p:nvSpPr>
          <p:spPr>
            <a:xfrm>
              <a:off x="9577860" y="2385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1" name="pt56121"/>
            <p:cNvSpPr/>
            <p:nvPr/>
          </p:nvSpPr>
          <p:spPr>
            <a:xfrm>
              <a:off x="9190113" y="2042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2" name="pt56122"/>
            <p:cNvSpPr/>
            <p:nvPr/>
          </p:nvSpPr>
          <p:spPr>
            <a:xfrm>
              <a:off x="9005590" y="1819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3" name="pt56123"/>
            <p:cNvSpPr/>
            <p:nvPr/>
          </p:nvSpPr>
          <p:spPr>
            <a:xfrm>
              <a:off x="9554821" y="2379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4" name="pt56124"/>
            <p:cNvSpPr/>
            <p:nvPr/>
          </p:nvSpPr>
          <p:spPr>
            <a:xfrm>
              <a:off x="9697445" y="1944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5" name="pt56125"/>
            <p:cNvSpPr/>
            <p:nvPr/>
          </p:nvSpPr>
          <p:spPr>
            <a:xfrm>
              <a:off x="9376059" y="2236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6" name="pt56126"/>
            <p:cNvSpPr/>
            <p:nvPr/>
          </p:nvSpPr>
          <p:spPr>
            <a:xfrm>
              <a:off x="8958919" y="1879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7" name="pt56127"/>
            <p:cNvSpPr/>
            <p:nvPr/>
          </p:nvSpPr>
          <p:spPr>
            <a:xfrm>
              <a:off x="9652594" y="2101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8" name="pt56128"/>
            <p:cNvSpPr/>
            <p:nvPr/>
          </p:nvSpPr>
          <p:spPr>
            <a:xfrm>
              <a:off x="8945023" y="18210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9" name="pt56129"/>
            <p:cNvSpPr/>
            <p:nvPr/>
          </p:nvSpPr>
          <p:spPr>
            <a:xfrm>
              <a:off x="8843532" y="2052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0" name="pt56130"/>
            <p:cNvSpPr/>
            <p:nvPr/>
          </p:nvSpPr>
          <p:spPr>
            <a:xfrm>
              <a:off x="8312152" y="2425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1" name="pt56131"/>
            <p:cNvSpPr/>
            <p:nvPr/>
          </p:nvSpPr>
          <p:spPr>
            <a:xfrm>
              <a:off x="9254944" y="2184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2" name="pt56132"/>
            <p:cNvSpPr/>
            <p:nvPr/>
          </p:nvSpPr>
          <p:spPr>
            <a:xfrm>
              <a:off x="8770040" y="2050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3" name="pt56133"/>
            <p:cNvSpPr/>
            <p:nvPr/>
          </p:nvSpPr>
          <p:spPr>
            <a:xfrm>
              <a:off x="9190113" y="1875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4" name="pt56134"/>
            <p:cNvSpPr/>
            <p:nvPr/>
          </p:nvSpPr>
          <p:spPr>
            <a:xfrm>
              <a:off x="8698707" y="2342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5" name="pt56135"/>
            <p:cNvSpPr/>
            <p:nvPr/>
          </p:nvSpPr>
          <p:spPr>
            <a:xfrm>
              <a:off x="8576763" y="2383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6" name="pt56136"/>
            <p:cNvSpPr/>
            <p:nvPr/>
          </p:nvSpPr>
          <p:spPr>
            <a:xfrm>
              <a:off x="8973855" y="2120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7" name="pt56137"/>
            <p:cNvSpPr/>
            <p:nvPr/>
          </p:nvSpPr>
          <p:spPr>
            <a:xfrm>
              <a:off x="8947416" y="1875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8" name="pt56138"/>
            <p:cNvSpPr/>
            <p:nvPr/>
          </p:nvSpPr>
          <p:spPr>
            <a:xfrm>
              <a:off x="8312152" y="2360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9" name="pt56139"/>
            <p:cNvSpPr/>
            <p:nvPr/>
          </p:nvSpPr>
          <p:spPr>
            <a:xfrm>
              <a:off x="8312152" y="2387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0" name="pt56140"/>
            <p:cNvSpPr/>
            <p:nvPr/>
          </p:nvSpPr>
          <p:spPr>
            <a:xfrm>
              <a:off x="8556041" y="2535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1" name="pt56141"/>
            <p:cNvSpPr/>
            <p:nvPr/>
          </p:nvSpPr>
          <p:spPr>
            <a:xfrm>
              <a:off x="9502520" y="2463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2" name="pt56142"/>
            <p:cNvSpPr/>
            <p:nvPr/>
          </p:nvSpPr>
          <p:spPr>
            <a:xfrm>
              <a:off x="9097834" y="1904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3" name="pt56143"/>
            <p:cNvSpPr/>
            <p:nvPr/>
          </p:nvSpPr>
          <p:spPr>
            <a:xfrm>
              <a:off x="8434097" y="2407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4" name="pt56144"/>
            <p:cNvSpPr/>
            <p:nvPr/>
          </p:nvSpPr>
          <p:spPr>
            <a:xfrm>
              <a:off x="9433552" y="1634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5" name="pt56145"/>
            <p:cNvSpPr/>
            <p:nvPr/>
          </p:nvSpPr>
          <p:spPr>
            <a:xfrm>
              <a:off x="8556041" y="2621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6" name="pt56146"/>
            <p:cNvSpPr/>
            <p:nvPr/>
          </p:nvSpPr>
          <p:spPr>
            <a:xfrm>
              <a:off x="9881517" y="2378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7" name="pt56147"/>
            <p:cNvSpPr/>
            <p:nvPr/>
          </p:nvSpPr>
          <p:spPr>
            <a:xfrm>
              <a:off x="9086345" y="1794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8" name="pt56148"/>
            <p:cNvSpPr/>
            <p:nvPr/>
          </p:nvSpPr>
          <p:spPr>
            <a:xfrm>
              <a:off x="8612066" y="2297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9" name="pt56149"/>
            <p:cNvSpPr/>
            <p:nvPr/>
          </p:nvSpPr>
          <p:spPr>
            <a:xfrm>
              <a:off x="8612066" y="2360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0" name="pt56150"/>
            <p:cNvSpPr/>
            <p:nvPr/>
          </p:nvSpPr>
          <p:spPr>
            <a:xfrm>
              <a:off x="8839187" y="2332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1" name="pt56151"/>
            <p:cNvSpPr/>
            <p:nvPr/>
          </p:nvSpPr>
          <p:spPr>
            <a:xfrm>
              <a:off x="9135874" y="1938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2" name="pt56152"/>
            <p:cNvSpPr/>
            <p:nvPr/>
          </p:nvSpPr>
          <p:spPr>
            <a:xfrm>
              <a:off x="8688651" y="2316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3" name="pt56153"/>
            <p:cNvSpPr/>
            <p:nvPr/>
          </p:nvSpPr>
          <p:spPr>
            <a:xfrm>
              <a:off x="9117880" y="2178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4" name="pt56154"/>
            <p:cNvSpPr/>
            <p:nvPr/>
          </p:nvSpPr>
          <p:spPr>
            <a:xfrm>
              <a:off x="9514089" y="2577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5" name="pt56155"/>
            <p:cNvSpPr/>
            <p:nvPr/>
          </p:nvSpPr>
          <p:spPr>
            <a:xfrm>
              <a:off x="8532549" y="2573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6" name="pt56156"/>
            <p:cNvSpPr/>
            <p:nvPr/>
          </p:nvSpPr>
          <p:spPr>
            <a:xfrm>
              <a:off x="9207749" y="2189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7" name="pt56157"/>
            <p:cNvSpPr/>
            <p:nvPr/>
          </p:nvSpPr>
          <p:spPr>
            <a:xfrm>
              <a:off x="8996835" y="1982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8" name="pt56158"/>
            <p:cNvSpPr/>
            <p:nvPr/>
          </p:nvSpPr>
          <p:spPr>
            <a:xfrm>
              <a:off x="8312152" y="2400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9" name="pt56159"/>
            <p:cNvSpPr/>
            <p:nvPr/>
          </p:nvSpPr>
          <p:spPr>
            <a:xfrm>
              <a:off x="8473354" y="247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0" name="pt56160"/>
            <p:cNvSpPr/>
            <p:nvPr/>
          </p:nvSpPr>
          <p:spPr>
            <a:xfrm>
              <a:off x="8981853" y="2257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1" name="pt56161"/>
            <p:cNvSpPr/>
            <p:nvPr/>
          </p:nvSpPr>
          <p:spPr>
            <a:xfrm>
              <a:off x="8895213" y="2114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2" name="pt56162"/>
            <p:cNvSpPr/>
            <p:nvPr/>
          </p:nvSpPr>
          <p:spPr>
            <a:xfrm>
              <a:off x="8904556" y="2027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3" name="pt56163"/>
            <p:cNvSpPr/>
            <p:nvPr/>
          </p:nvSpPr>
          <p:spPr>
            <a:xfrm>
              <a:off x="8312152" y="2420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4" name="pt56164"/>
            <p:cNvSpPr/>
            <p:nvPr/>
          </p:nvSpPr>
          <p:spPr>
            <a:xfrm>
              <a:off x="9500379" y="2369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5" name="pt56165"/>
            <p:cNvSpPr/>
            <p:nvPr/>
          </p:nvSpPr>
          <p:spPr>
            <a:xfrm>
              <a:off x="8975889" y="2094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6" name="pt56166"/>
            <p:cNvSpPr/>
            <p:nvPr/>
          </p:nvSpPr>
          <p:spPr>
            <a:xfrm>
              <a:off x="9078622" y="17836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7" name="pt56167"/>
            <p:cNvSpPr/>
            <p:nvPr/>
          </p:nvSpPr>
          <p:spPr>
            <a:xfrm>
              <a:off x="9420641" y="2169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8" name="pt56168"/>
            <p:cNvSpPr/>
            <p:nvPr/>
          </p:nvSpPr>
          <p:spPr>
            <a:xfrm>
              <a:off x="8505430" y="2524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9" name="pt56169"/>
            <p:cNvSpPr/>
            <p:nvPr/>
          </p:nvSpPr>
          <p:spPr>
            <a:xfrm>
              <a:off x="8725827" y="2239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0" name="pt56170"/>
            <p:cNvSpPr/>
            <p:nvPr/>
          </p:nvSpPr>
          <p:spPr>
            <a:xfrm>
              <a:off x="8595298" y="2264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1" name="pt56171"/>
            <p:cNvSpPr/>
            <p:nvPr/>
          </p:nvSpPr>
          <p:spPr>
            <a:xfrm>
              <a:off x="8383485" y="2432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2" name="pt56172"/>
            <p:cNvSpPr/>
            <p:nvPr/>
          </p:nvSpPr>
          <p:spPr>
            <a:xfrm>
              <a:off x="8688651" y="2325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3" name="pt56173"/>
            <p:cNvSpPr/>
            <p:nvPr/>
          </p:nvSpPr>
          <p:spPr>
            <a:xfrm>
              <a:off x="8688651" y="2409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4" name="pt56174"/>
            <p:cNvSpPr/>
            <p:nvPr/>
          </p:nvSpPr>
          <p:spPr>
            <a:xfrm>
              <a:off x="9573244" y="2337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5" name="pt56175"/>
            <p:cNvSpPr/>
            <p:nvPr/>
          </p:nvSpPr>
          <p:spPr>
            <a:xfrm>
              <a:off x="9238466" y="18295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6" name="pt56176"/>
            <p:cNvSpPr/>
            <p:nvPr/>
          </p:nvSpPr>
          <p:spPr>
            <a:xfrm>
              <a:off x="9217744" y="2119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7" name="pt56177"/>
            <p:cNvSpPr/>
            <p:nvPr/>
          </p:nvSpPr>
          <p:spPr>
            <a:xfrm>
              <a:off x="9117880" y="2129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8" name="pt56178"/>
            <p:cNvSpPr/>
            <p:nvPr/>
          </p:nvSpPr>
          <p:spPr>
            <a:xfrm>
              <a:off x="8963317" y="2098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9" name="pt56179"/>
            <p:cNvSpPr/>
            <p:nvPr/>
          </p:nvSpPr>
          <p:spPr>
            <a:xfrm>
              <a:off x="8805344" y="2199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0" name="pt56180"/>
            <p:cNvSpPr/>
            <p:nvPr/>
          </p:nvSpPr>
          <p:spPr>
            <a:xfrm>
              <a:off x="8576763" y="2429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1" name="pt56181"/>
            <p:cNvSpPr/>
            <p:nvPr/>
          </p:nvSpPr>
          <p:spPr>
            <a:xfrm>
              <a:off x="9697445" y="14878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2" name="pt56182"/>
            <p:cNvSpPr/>
            <p:nvPr/>
          </p:nvSpPr>
          <p:spPr>
            <a:xfrm>
              <a:off x="8717243" y="2331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3" name="pt56183"/>
            <p:cNvSpPr/>
            <p:nvPr/>
          </p:nvSpPr>
          <p:spPr>
            <a:xfrm>
              <a:off x="9265000" y="2122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4" name="pt56184"/>
            <p:cNvSpPr/>
            <p:nvPr/>
          </p:nvSpPr>
          <p:spPr>
            <a:xfrm>
              <a:off x="9205570" y="2084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5" name="pt56185"/>
            <p:cNvSpPr/>
            <p:nvPr/>
          </p:nvSpPr>
          <p:spPr>
            <a:xfrm>
              <a:off x="8749319" y="2226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6" name="pt56186"/>
            <p:cNvSpPr/>
            <p:nvPr/>
          </p:nvSpPr>
          <p:spPr>
            <a:xfrm>
              <a:off x="8839187" y="2113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7" name="pt56187"/>
            <p:cNvSpPr/>
            <p:nvPr/>
          </p:nvSpPr>
          <p:spPr>
            <a:xfrm>
              <a:off x="8717243" y="2357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8" name="pt56188"/>
            <p:cNvSpPr/>
            <p:nvPr/>
          </p:nvSpPr>
          <p:spPr>
            <a:xfrm>
              <a:off x="8473354" y="2252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9" name="pt56189"/>
            <p:cNvSpPr/>
            <p:nvPr/>
          </p:nvSpPr>
          <p:spPr>
            <a:xfrm>
              <a:off x="8921875" y="2111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0" name="pt56190"/>
            <p:cNvSpPr/>
            <p:nvPr/>
          </p:nvSpPr>
          <p:spPr>
            <a:xfrm>
              <a:off x="8977900" y="227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1" name="pt56191"/>
            <p:cNvSpPr/>
            <p:nvPr/>
          </p:nvSpPr>
          <p:spPr>
            <a:xfrm>
              <a:off x="9279262" y="2163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2" name="pt56192"/>
            <p:cNvSpPr/>
            <p:nvPr/>
          </p:nvSpPr>
          <p:spPr>
            <a:xfrm>
              <a:off x="8799930" y="2080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3" name="pt56193"/>
            <p:cNvSpPr/>
            <p:nvPr/>
          </p:nvSpPr>
          <p:spPr>
            <a:xfrm>
              <a:off x="8473354" y="2351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4" name="pt56194"/>
            <p:cNvSpPr/>
            <p:nvPr/>
          </p:nvSpPr>
          <p:spPr>
            <a:xfrm>
              <a:off x="8717243" y="2271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5" name="pt56195"/>
            <p:cNvSpPr/>
            <p:nvPr/>
          </p:nvSpPr>
          <p:spPr>
            <a:xfrm>
              <a:off x="9055774" y="1715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6" name="pt56196"/>
            <p:cNvSpPr/>
            <p:nvPr/>
          </p:nvSpPr>
          <p:spPr>
            <a:xfrm>
              <a:off x="9450688" y="194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7" name="pt56197"/>
            <p:cNvSpPr/>
            <p:nvPr/>
          </p:nvSpPr>
          <p:spPr>
            <a:xfrm>
              <a:off x="8688651" y="2418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8" name="pt56198"/>
            <p:cNvSpPr/>
            <p:nvPr/>
          </p:nvSpPr>
          <p:spPr>
            <a:xfrm>
              <a:off x="9494750" y="2412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9" name="pt56199"/>
            <p:cNvSpPr/>
            <p:nvPr/>
          </p:nvSpPr>
          <p:spPr>
            <a:xfrm>
              <a:off x="8895213" y="2244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0" name="pt56200"/>
            <p:cNvSpPr/>
            <p:nvPr/>
          </p:nvSpPr>
          <p:spPr>
            <a:xfrm>
              <a:off x="9381988" y="21392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1" name="pt56201"/>
            <p:cNvSpPr/>
            <p:nvPr/>
          </p:nvSpPr>
          <p:spPr>
            <a:xfrm>
              <a:off x="9332911" y="2215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2" name="pt56202"/>
            <p:cNvSpPr/>
            <p:nvPr/>
          </p:nvSpPr>
          <p:spPr>
            <a:xfrm>
              <a:off x="8312152" y="263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3" name="pt56203"/>
            <p:cNvSpPr/>
            <p:nvPr/>
          </p:nvSpPr>
          <p:spPr>
            <a:xfrm>
              <a:off x="8843532" y="2129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4" name="pt56204"/>
            <p:cNvSpPr/>
            <p:nvPr/>
          </p:nvSpPr>
          <p:spPr>
            <a:xfrm>
              <a:off x="9130078" y="2110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5" name="pt56205"/>
            <p:cNvSpPr/>
            <p:nvPr/>
          </p:nvSpPr>
          <p:spPr>
            <a:xfrm>
              <a:off x="8505430" y="2333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6" name="pt56206"/>
            <p:cNvSpPr/>
            <p:nvPr/>
          </p:nvSpPr>
          <p:spPr>
            <a:xfrm>
              <a:off x="9724502" y="2279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7" name="pt56207"/>
            <p:cNvSpPr/>
            <p:nvPr/>
          </p:nvSpPr>
          <p:spPr>
            <a:xfrm>
              <a:off x="8688651" y="2404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8" name="pt56208"/>
            <p:cNvSpPr/>
            <p:nvPr/>
          </p:nvSpPr>
          <p:spPr>
            <a:xfrm>
              <a:off x="8756500" y="2029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9" name="pt56209"/>
            <p:cNvSpPr/>
            <p:nvPr/>
          </p:nvSpPr>
          <p:spPr>
            <a:xfrm>
              <a:off x="9080864" y="1900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0" name="pt56210"/>
            <p:cNvSpPr/>
            <p:nvPr/>
          </p:nvSpPr>
          <p:spPr>
            <a:xfrm>
              <a:off x="8383485" y="2373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1" name="pt56211"/>
            <p:cNvSpPr/>
            <p:nvPr/>
          </p:nvSpPr>
          <p:spPr>
            <a:xfrm>
              <a:off x="9427293" y="1994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2" name="pt56212"/>
            <p:cNvSpPr/>
            <p:nvPr/>
          </p:nvSpPr>
          <p:spPr>
            <a:xfrm>
              <a:off x="8532549" y="2371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3" name="pt56213"/>
            <p:cNvSpPr/>
            <p:nvPr/>
          </p:nvSpPr>
          <p:spPr>
            <a:xfrm>
              <a:off x="9536594" y="1655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4" name="pt56214"/>
            <p:cNvSpPr/>
            <p:nvPr/>
          </p:nvSpPr>
          <p:spPr>
            <a:xfrm>
              <a:off x="8505430" y="2324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5" name="pt56215"/>
            <p:cNvSpPr/>
            <p:nvPr/>
          </p:nvSpPr>
          <p:spPr>
            <a:xfrm>
              <a:off x="8901496" y="1767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6" name="pt56216"/>
            <p:cNvSpPr/>
            <p:nvPr/>
          </p:nvSpPr>
          <p:spPr>
            <a:xfrm>
              <a:off x="8532549" y="2490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7" name="pt56217"/>
            <p:cNvSpPr/>
            <p:nvPr/>
          </p:nvSpPr>
          <p:spPr>
            <a:xfrm>
              <a:off x="9146155" y="2041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8" name="pt56218"/>
            <p:cNvSpPr/>
            <p:nvPr/>
          </p:nvSpPr>
          <p:spPr>
            <a:xfrm>
              <a:off x="8641456" y="2086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9" name="pt56219"/>
            <p:cNvSpPr/>
            <p:nvPr/>
          </p:nvSpPr>
          <p:spPr>
            <a:xfrm>
              <a:off x="8576763" y="2383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0" name="pt56220"/>
            <p:cNvSpPr/>
            <p:nvPr/>
          </p:nvSpPr>
          <p:spPr>
            <a:xfrm>
              <a:off x="8756500" y="2076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1" name="pt56221"/>
            <p:cNvSpPr/>
            <p:nvPr/>
          </p:nvSpPr>
          <p:spPr>
            <a:xfrm>
              <a:off x="8612066" y="237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2" name="pt56222"/>
            <p:cNvSpPr/>
            <p:nvPr/>
          </p:nvSpPr>
          <p:spPr>
            <a:xfrm>
              <a:off x="8383485" y="2329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3" name="pt56223"/>
            <p:cNvSpPr/>
            <p:nvPr/>
          </p:nvSpPr>
          <p:spPr>
            <a:xfrm>
              <a:off x="8961132" y="2135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4" name="pt56224"/>
            <p:cNvSpPr/>
            <p:nvPr/>
          </p:nvSpPr>
          <p:spPr>
            <a:xfrm>
              <a:off x="8971798" y="2170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5" name="pt56225"/>
            <p:cNvSpPr/>
            <p:nvPr/>
          </p:nvSpPr>
          <p:spPr>
            <a:xfrm>
              <a:off x="9700990" y="1836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6" name="pt56226"/>
            <p:cNvSpPr/>
            <p:nvPr/>
          </p:nvSpPr>
          <p:spPr>
            <a:xfrm>
              <a:off x="9238466" y="19437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7" name="pt56227"/>
            <p:cNvSpPr/>
            <p:nvPr/>
          </p:nvSpPr>
          <p:spPr>
            <a:xfrm>
              <a:off x="9688802" y="2533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8" name="pt56228"/>
            <p:cNvSpPr/>
            <p:nvPr/>
          </p:nvSpPr>
          <p:spPr>
            <a:xfrm>
              <a:off x="8677986" y="2414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9" name="pt56229"/>
            <p:cNvSpPr/>
            <p:nvPr/>
          </p:nvSpPr>
          <p:spPr>
            <a:xfrm>
              <a:off x="9530995" y="2531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0" name="pt56230"/>
            <p:cNvSpPr/>
            <p:nvPr/>
          </p:nvSpPr>
          <p:spPr>
            <a:xfrm>
              <a:off x="8556041" y="2533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1" name="pt56231"/>
            <p:cNvSpPr/>
            <p:nvPr/>
          </p:nvSpPr>
          <p:spPr>
            <a:xfrm>
              <a:off x="9138300" y="2127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2" name="pt56232"/>
            <p:cNvSpPr/>
            <p:nvPr/>
          </p:nvSpPr>
          <p:spPr>
            <a:xfrm>
              <a:off x="9724502" y="2281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3" name="pt56233"/>
            <p:cNvSpPr/>
            <p:nvPr/>
          </p:nvSpPr>
          <p:spPr>
            <a:xfrm>
              <a:off x="9303159" y="1934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4" name="pt56234"/>
            <p:cNvSpPr/>
            <p:nvPr/>
          </p:nvSpPr>
          <p:spPr>
            <a:xfrm>
              <a:off x="9205570" y="2092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5" name="pt56235"/>
            <p:cNvSpPr/>
            <p:nvPr/>
          </p:nvSpPr>
          <p:spPr>
            <a:xfrm>
              <a:off x="8895213" y="2321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6" name="pt56236"/>
            <p:cNvSpPr/>
            <p:nvPr/>
          </p:nvSpPr>
          <p:spPr>
            <a:xfrm>
              <a:off x="8805344" y="2171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7" name="pt56237"/>
            <p:cNvSpPr/>
            <p:nvPr/>
          </p:nvSpPr>
          <p:spPr>
            <a:xfrm>
              <a:off x="8867559" y="1935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8" name="pt56238"/>
            <p:cNvSpPr/>
            <p:nvPr/>
          </p:nvSpPr>
          <p:spPr>
            <a:xfrm>
              <a:off x="8666631" y="2393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9" name="pt56239"/>
            <p:cNvSpPr/>
            <p:nvPr/>
          </p:nvSpPr>
          <p:spPr>
            <a:xfrm>
              <a:off x="9325863" y="2134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0" name="pt56240"/>
            <p:cNvSpPr/>
            <p:nvPr/>
          </p:nvSpPr>
          <p:spPr>
            <a:xfrm>
              <a:off x="8770040" y="2254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1" name="pt56241"/>
            <p:cNvSpPr/>
            <p:nvPr/>
          </p:nvSpPr>
          <p:spPr>
            <a:xfrm>
              <a:off x="8954408" y="1830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2" name="pt56242"/>
            <p:cNvSpPr/>
            <p:nvPr/>
          </p:nvSpPr>
          <p:spPr>
            <a:xfrm>
              <a:off x="8505430" y="2346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3" name="pt56243"/>
            <p:cNvSpPr/>
            <p:nvPr/>
          </p:nvSpPr>
          <p:spPr>
            <a:xfrm>
              <a:off x="8998621" y="1943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4" name="pt56244"/>
            <p:cNvSpPr/>
            <p:nvPr/>
          </p:nvSpPr>
          <p:spPr>
            <a:xfrm>
              <a:off x="8947416" y="197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5" name="pt56245"/>
            <p:cNvSpPr/>
            <p:nvPr/>
          </p:nvSpPr>
          <p:spPr>
            <a:xfrm>
              <a:off x="9110510" y="1675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6" name="pt56246"/>
            <p:cNvSpPr/>
            <p:nvPr/>
          </p:nvSpPr>
          <p:spPr>
            <a:xfrm>
              <a:off x="8612066" y="2233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7" name="pt56247"/>
            <p:cNvSpPr/>
            <p:nvPr/>
          </p:nvSpPr>
          <p:spPr>
            <a:xfrm>
              <a:off x="8963317" y="2142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8" name="pt56248"/>
            <p:cNvSpPr/>
            <p:nvPr/>
          </p:nvSpPr>
          <p:spPr>
            <a:xfrm>
              <a:off x="8867559" y="1962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9" name="pt56249"/>
            <p:cNvSpPr/>
            <p:nvPr/>
          </p:nvSpPr>
          <p:spPr>
            <a:xfrm>
              <a:off x="9607397" y="2225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0" name="pt56250"/>
            <p:cNvSpPr/>
            <p:nvPr/>
          </p:nvSpPr>
          <p:spPr>
            <a:xfrm>
              <a:off x="9028011" y="1719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1" name="pt56251"/>
            <p:cNvSpPr/>
            <p:nvPr/>
          </p:nvSpPr>
          <p:spPr>
            <a:xfrm>
              <a:off x="8734011" y="2103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2" name="pt56252"/>
            <p:cNvSpPr/>
            <p:nvPr/>
          </p:nvSpPr>
          <p:spPr>
            <a:xfrm>
              <a:off x="8935109" y="1971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3" name="pt56253"/>
            <p:cNvSpPr/>
            <p:nvPr/>
          </p:nvSpPr>
          <p:spPr>
            <a:xfrm>
              <a:off x="8612066" y="2300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4" name="pt56254"/>
            <p:cNvSpPr/>
            <p:nvPr/>
          </p:nvSpPr>
          <p:spPr>
            <a:xfrm>
              <a:off x="8749319" y="1994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5" name="pt56255"/>
            <p:cNvSpPr/>
            <p:nvPr/>
          </p:nvSpPr>
          <p:spPr>
            <a:xfrm>
              <a:off x="8717243" y="2277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6" name="pt56256"/>
            <p:cNvSpPr/>
            <p:nvPr/>
          </p:nvSpPr>
          <p:spPr>
            <a:xfrm>
              <a:off x="9205570" y="2101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7" name="pt56257"/>
            <p:cNvSpPr/>
            <p:nvPr/>
          </p:nvSpPr>
          <p:spPr>
            <a:xfrm>
              <a:off x="9454989" y="2062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8" name="pt56258"/>
            <p:cNvSpPr/>
            <p:nvPr/>
          </p:nvSpPr>
          <p:spPr>
            <a:xfrm>
              <a:off x="9749896" y="2214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9" name="pt56259"/>
            <p:cNvSpPr/>
            <p:nvPr/>
          </p:nvSpPr>
          <p:spPr>
            <a:xfrm>
              <a:off x="8776438" y="2109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0" name="pt56260"/>
            <p:cNvSpPr/>
            <p:nvPr/>
          </p:nvSpPr>
          <p:spPr>
            <a:xfrm>
              <a:off x="8312152" y="244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1" name="pt56261"/>
            <p:cNvSpPr/>
            <p:nvPr/>
          </p:nvSpPr>
          <p:spPr>
            <a:xfrm>
              <a:off x="8312152" y="2242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2" name="pt56262"/>
            <p:cNvSpPr/>
            <p:nvPr/>
          </p:nvSpPr>
          <p:spPr>
            <a:xfrm>
              <a:off x="8958919" y="1912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3" name="pt56263"/>
            <p:cNvSpPr/>
            <p:nvPr/>
          </p:nvSpPr>
          <p:spPr>
            <a:xfrm>
              <a:off x="8763400" y="2125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4" name="pt56264"/>
            <p:cNvSpPr/>
            <p:nvPr/>
          </p:nvSpPr>
          <p:spPr>
            <a:xfrm>
              <a:off x="9097834" y="2032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5" name="pt56265"/>
            <p:cNvSpPr/>
            <p:nvPr/>
          </p:nvSpPr>
          <p:spPr>
            <a:xfrm>
              <a:off x="8708219" y="2299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6" name="pt56266"/>
            <p:cNvSpPr/>
            <p:nvPr/>
          </p:nvSpPr>
          <p:spPr>
            <a:xfrm>
              <a:off x="8434097" y="2399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7" name="pt56267"/>
            <p:cNvSpPr/>
            <p:nvPr/>
          </p:nvSpPr>
          <p:spPr>
            <a:xfrm>
              <a:off x="8799930" y="2060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8" name="pt56268"/>
            <p:cNvSpPr/>
            <p:nvPr/>
          </p:nvSpPr>
          <p:spPr>
            <a:xfrm>
              <a:off x="9297726" y="1857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9" name="pt56269"/>
            <p:cNvSpPr/>
            <p:nvPr/>
          </p:nvSpPr>
          <p:spPr>
            <a:xfrm>
              <a:off x="9303159" y="1890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0" name="pt56270"/>
            <p:cNvSpPr/>
            <p:nvPr/>
          </p:nvSpPr>
          <p:spPr>
            <a:xfrm>
              <a:off x="9260646" y="2074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1" name="pt56271"/>
            <p:cNvSpPr/>
            <p:nvPr/>
          </p:nvSpPr>
          <p:spPr>
            <a:xfrm>
              <a:off x="8595298" y="2013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2" name="pt56272"/>
            <p:cNvSpPr/>
            <p:nvPr/>
          </p:nvSpPr>
          <p:spPr>
            <a:xfrm>
              <a:off x="9008973" y="1817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3" name="pt56273"/>
            <p:cNvSpPr/>
            <p:nvPr/>
          </p:nvSpPr>
          <p:spPr>
            <a:xfrm>
              <a:off x="8820652" y="2202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4" name="pt56274"/>
            <p:cNvSpPr/>
            <p:nvPr/>
          </p:nvSpPr>
          <p:spPr>
            <a:xfrm>
              <a:off x="8782612" y="2337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5" name="pt56275"/>
            <p:cNvSpPr/>
            <p:nvPr/>
          </p:nvSpPr>
          <p:spPr>
            <a:xfrm>
              <a:off x="8810596" y="2174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6" name="pt56276"/>
            <p:cNvSpPr/>
            <p:nvPr/>
          </p:nvSpPr>
          <p:spPr>
            <a:xfrm>
              <a:off x="9205570" y="208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7" name="pt56277"/>
            <p:cNvSpPr/>
            <p:nvPr/>
          </p:nvSpPr>
          <p:spPr>
            <a:xfrm>
              <a:off x="8815695" y="2069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8" name="pt56278"/>
            <p:cNvSpPr/>
            <p:nvPr/>
          </p:nvSpPr>
          <p:spPr>
            <a:xfrm>
              <a:off x="8725827" y="2305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9" name="pt56279"/>
            <p:cNvSpPr/>
            <p:nvPr/>
          </p:nvSpPr>
          <p:spPr>
            <a:xfrm>
              <a:off x="8654494" y="2405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0" name="pt56280"/>
            <p:cNvSpPr/>
            <p:nvPr/>
          </p:nvSpPr>
          <p:spPr>
            <a:xfrm>
              <a:off x="8473354" y="2339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1" name="pt56281"/>
            <p:cNvSpPr/>
            <p:nvPr/>
          </p:nvSpPr>
          <p:spPr>
            <a:xfrm>
              <a:off x="8612066" y="2345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2" name="pt56282"/>
            <p:cNvSpPr/>
            <p:nvPr/>
          </p:nvSpPr>
          <p:spPr>
            <a:xfrm>
              <a:off x="9143835" y="1954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3" name="pt56283"/>
            <p:cNvSpPr/>
            <p:nvPr/>
          </p:nvSpPr>
          <p:spPr>
            <a:xfrm>
              <a:off x="8473354" y="2248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4" name="pt56284"/>
            <p:cNvSpPr/>
            <p:nvPr/>
          </p:nvSpPr>
          <p:spPr>
            <a:xfrm>
              <a:off x="9241172" y="1939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5" name="pt56285"/>
            <p:cNvSpPr/>
            <p:nvPr/>
          </p:nvSpPr>
          <p:spPr>
            <a:xfrm>
              <a:off x="8383485" y="2443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6" name="pt56286"/>
            <p:cNvSpPr/>
            <p:nvPr/>
          </p:nvSpPr>
          <p:spPr>
            <a:xfrm>
              <a:off x="8312152" y="2406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7" name="pt56287"/>
            <p:cNvSpPr/>
            <p:nvPr/>
          </p:nvSpPr>
          <p:spPr>
            <a:xfrm>
              <a:off x="8627374" y="2246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8" name="pt56288"/>
            <p:cNvSpPr/>
            <p:nvPr/>
          </p:nvSpPr>
          <p:spPr>
            <a:xfrm>
              <a:off x="8576763" y="2231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9" name="pt56289"/>
            <p:cNvSpPr/>
            <p:nvPr/>
          </p:nvSpPr>
          <p:spPr>
            <a:xfrm>
              <a:off x="9282477" y="2215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0" name="pt56290"/>
            <p:cNvSpPr/>
            <p:nvPr/>
          </p:nvSpPr>
          <p:spPr>
            <a:xfrm>
              <a:off x="8881929" y="2187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1" name="pt56291"/>
            <p:cNvSpPr/>
            <p:nvPr/>
          </p:nvSpPr>
          <p:spPr>
            <a:xfrm>
              <a:off x="8935109" y="2135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2" name="pt56292"/>
            <p:cNvSpPr/>
            <p:nvPr/>
          </p:nvSpPr>
          <p:spPr>
            <a:xfrm>
              <a:off x="9038234" y="1944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3" name="pt56293"/>
            <p:cNvSpPr/>
            <p:nvPr/>
          </p:nvSpPr>
          <p:spPr>
            <a:xfrm>
              <a:off x="8576763" y="2198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4" name="pt56294"/>
            <p:cNvSpPr/>
            <p:nvPr/>
          </p:nvSpPr>
          <p:spPr>
            <a:xfrm>
              <a:off x="8996835" y="1938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5" name="pt56295"/>
            <p:cNvSpPr/>
            <p:nvPr/>
          </p:nvSpPr>
          <p:spPr>
            <a:xfrm>
              <a:off x="8473354" y="2194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6" name="pt56296"/>
            <p:cNvSpPr/>
            <p:nvPr/>
          </p:nvSpPr>
          <p:spPr>
            <a:xfrm>
              <a:off x="8867559" y="1902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7" name="pt56297"/>
            <p:cNvSpPr/>
            <p:nvPr/>
          </p:nvSpPr>
          <p:spPr>
            <a:xfrm>
              <a:off x="9378331" y="2059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8" name="pt56298"/>
            <p:cNvSpPr/>
            <p:nvPr/>
          </p:nvSpPr>
          <p:spPr>
            <a:xfrm>
              <a:off x="8473354" y="2294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9" name="pt56299"/>
            <p:cNvSpPr/>
            <p:nvPr/>
          </p:nvSpPr>
          <p:spPr>
            <a:xfrm>
              <a:off x="8595298" y="2145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0" name="pt56300"/>
            <p:cNvSpPr/>
            <p:nvPr/>
          </p:nvSpPr>
          <p:spPr>
            <a:xfrm>
              <a:off x="8434097" y="2372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1" name="pt56301"/>
            <p:cNvSpPr/>
            <p:nvPr/>
          </p:nvSpPr>
          <p:spPr>
            <a:xfrm>
              <a:off x="9346461" y="2193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2" name="pt56302"/>
            <p:cNvSpPr/>
            <p:nvPr/>
          </p:nvSpPr>
          <p:spPr>
            <a:xfrm>
              <a:off x="9452717" y="1889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3" name="pt56303"/>
            <p:cNvSpPr/>
            <p:nvPr/>
          </p:nvSpPr>
          <p:spPr>
            <a:xfrm>
              <a:off x="9047895" y="1787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4" name="pt56304"/>
            <p:cNvSpPr/>
            <p:nvPr/>
          </p:nvSpPr>
          <p:spPr>
            <a:xfrm>
              <a:off x="9221288" y="1839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5" name="pt56305"/>
            <p:cNvSpPr/>
            <p:nvPr/>
          </p:nvSpPr>
          <p:spPr>
            <a:xfrm>
              <a:off x="9452582" y="1897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6" name="pt56306"/>
            <p:cNvSpPr/>
            <p:nvPr/>
          </p:nvSpPr>
          <p:spPr>
            <a:xfrm>
              <a:off x="9282831" y="2071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7" name="pt56307"/>
            <p:cNvSpPr/>
            <p:nvPr/>
          </p:nvSpPr>
          <p:spPr>
            <a:xfrm>
              <a:off x="9070546" y="2269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8" name="pt56308"/>
            <p:cNvSpPr/>
            <p:nvPr/>
          </p:nvSpPr>
          <p:spPr>
            <a:xfrm>
              <a:off x="9168491" y="2107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9" name="pt56309"/>
            <p:cNvSpPr/>
            <p:nvPr/>
          </p:nvSpPr>
          <p:spPr>
            <a:xfrm>
              <a:off x="9146922" y="2084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0" name="pt56310"/>
            <p:cNvSpPr/>
            <p:nvPr/>
          </p:nvSpPr>
          <p:spPr>
            <a:xfrm>
              <a:off x="8937640" y="1843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1" name="pt56311"/>
            <p:cNvSpPr/>
            <p:nvPr/>
          </p:nvSpPr>
          <p:spPr>
            <a:xfrm>
              <a:off x="8749319" y="2082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2" name="pt56312"/>
            <p:cNvSpPr/>
            <p:nvPr/>
          </p:nvSpPr>
          <p:spPr>
            <a:xfrm>
              <a:off x="8505430" y="2397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3" name="pt56313"/>
            <p:cNvSpPr/>
            <p:nvPr/>
          </p:nvSpPr>
          <p:spPr>
            <a:xfrm>
              <a:off x="8851911" y="2081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4" name="pt56314"/>
            <p:cNvSpPr/>
            <p:nvPr/>
          </p:nvSpPr>
          <p:spPr>
            <a:xfrm>
              <a:off x="8985720" y="2253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5" name="pt56315"/>
            <p:cNvSpPr/>
            <p:nvPr/>
          </p:nvSpPr>
          <p:spPr>
            <a:xfrm>
              <a:off x="8473354" y="2322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6" name="pt56316"/>
            <p:cNvSpPr/>
            <p:nvPr/>
          </p:nvSpPr>
          <p:spPr>
            <a:xfrm>
              <a:off x="8847771" y="2046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7" name="pt56317"/>
            <p:cNvSpPr/>
            <p:nvPr/>
          </p:nvSpPr>
          <p:spPr>
            <a:xfrm>
              <a:off x="9536594" y="1833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8" name="pt56318"/>
            <p:cNvSpPr/>
            <p:nvPr/>
          </p:nvSpPr>
          <p:spPr>
            <a:xfrm>
              <a:off x="9075206" y="2153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9" name="pt56319"/>
            <p:cNvSpPr/>
            <p:nvPr/>
          </p:nvSpPr>
          <p:spPr>
            <a:xfrm>
              <a:off x="8975889" y="2274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0" name="pt56320"/>
            <p:cNvSpPr/>
            <p:nvPr/>
          </p:nvSpPr>
          <p:spPr>
            <a:xfrm>
              <a:off x="8383485" y="2430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1" name="pt56321"/>
            <p:cNvSpPr/>
            <p:nvPr/>
          </p:nvSpPr>
          <p:spPr>
            <a:xfrm>
              <a:off x="9097834" y="1882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2" name="pt56322"/>
            <p:cNvSpPr/>
            <p:nvPr/>
          </p:nvSpPr>
          <p:spPr>
            <a:xfrm>
              <a:off x="9219272" y="1859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3" name="pt56323"/>
            <p:cNvSpPr/>
            <p:nvPr/>
          </p:nvSpPr>
          <p:spPr>
            <a:xfrm>
              <a:off x="8725827" y="2366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4" name="pt56324"/>
            <p:cNvSpPr/>
            <p:nvPr/>
          </p:nvSpPr>
          <p:spPr>
            <a:xfrm>
              <a:off x="9325863" y="22066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5" name="pt56325"/>
            <p:cNvSpPr/>
            <p:nvPr/>
          </p:nvSpPr>
          <p:spPr>
            <a:xfrm>
              <a:off x="8975889" y="2173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6" name="pt56326"/>
            <p:cNvSpPr/>
            <p:nvPr/>
          </p:nvSpPr>
          <p:spPr>
            <a:xfrm>
              <a:off x="9008973" y="1800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7" name="pt56327"/>
            <p:cNvSpPr/>
            <p:nvPr/>
          </p:nvSpPr>
          <p:spPr>
            <a:xfrm>
              <a:off x="9116066" y="1615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8" name="pt56328"/>
            <p:cNvSpPr/>
            <p:nvPr/>
          </p:nvSpPr>
          <p:spPr>
            <a:xfrm>
              <a:off x="8312152" y="2506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9" name="pt56329"/>
            <p:cNvSpPr/>
            <p:nvPr/>
          </p:nvSpPr>
          <p:spPr>
            <a:xfrm>
              <a:off x="8977900" y="2232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0" name="pt56330"/>
            <p:cNvSpPr/>
            <p:nvPr/>
          </p:nvSpPr>
          <p:spPr>
            <a:xfrm>
              <a:off x="9254944" y="2229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1" name="pt56331"/>
            <p:cNvSpPr/>
            <p:nvPr/>
          </p:nvSpPr>
          <p:spPr>
            <a:xfrm>
              <a:off x="8641456" y="1962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2" name="pt56332"/>
            <p:cNvSpPr/>
            <p:nvPr/>
          </p:nvSpPr>
          <p:spPr>
            <a:xfrm>
              <a:off x="9005590" y="1818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3" name="pt56333"/>
            <p:cNvSpPr/>
            <p:nvPr/>
          </p:nvSpPr>
          <p:spPr>
            <a:xfrm>
              <a:off x="8863776" y="2016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4" name="pt56334"/>
            <p:cNvSpPr/>
            <p:nvPr/>
          </p:nvSpPr>
          <p:spPr>
            <a:xfrm>
              <a:off x="9028011" y="1631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5" name="pt56335"/>
            <p:cNvSpPr/>
            <p:nvPr/>
          </p:nvSpPr>
          <p:spPr>
            <a:xfrm>
              <a:off x="8987622" y="2231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6" name="pt56336"/>
            <p:cNvSpPr/>
            <p:nvPr/>
          </p:nvSpPr>
          <p:spPr>
            <a:xfrm>
              <a:off x="8505430" y="2413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7" name="pt56337"/>
            <p:cNvSpPr/>
            <p:nvPr/>
          </p:nvSpPr>
          <p:spPr>
            <a:xfrm>
              <a:off x="9432499" y="1993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8" name="pt56338"/>
            <p:cNvSpPr/>
            <p:nvPr/>
          </p:nvSpPr>
          <p:spPr>
            <a:xfrm>
              <a:off x="8963317" y="2063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9" name="pt56339"/>
            <p:cNvSpPr/>
            <p:nvPr/>
          </p:nvSpPr>
          <p:spPr>
            <a:xfrm>
              <a:off x="9110510" y="1750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0" name="pt56340"/>
            <p:cNvSpPr/>
            <p:nvPr/>
          </p:nvSpPr>
          <p:spPr>
            <a:xfrm>
              <a:off x="8556041" y="24612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1" name="pt56341"/>
            <p:cNvSpPr/>
            <p:nvPr/>
          </p:nvSpPr>
          <p:spPr>
            <a:xfrm>
              <a:off x="8708219" y="2073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2" name="pt56342"/>
            <p:cNvSpPr/>
            <p:nvPr/>
          </p:nvSpPr>
          <p:spPr>
            <a:xfrm>
              <a:off x="8576763" y="2393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3" name="pt56343"/>
            <p:cNvSpPr/>
            <p:nvPr/>
          </p:nvSpPr>
          <p:spPr>
            <a:xfrm>
              <a:off x="9879673" y="2686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4" name="pt56344"/>
            <p:cNvSpPr/>
            <p:nvPr/>
          </p:nvSpPr>
          <p:spPr>
            <a:xfrm>
              <a:off x="8312152" y="2452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5" name="pt56345"/>
            <p:cNvSpPr/>
            <p:nvPr/>
          </p:nvSpPr>
          <p:spPr>
            <a:xfrm>
              <a:off x="9003873" y="2018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6" name="pt56346"/>
            <p:cNvSpPr/>
            <p:nvPr/>
          </p:nvSpPr>
          <p:spPr>
            <a:xfrm>
              <a:off x="8741831" y="2231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7" name="pt56347"/>
            <p:cNvSpPr/>
            <p:nvPr/>
          </p:nvSpPr>
          <p:spPr>
            <a:xfrm>
              <a:off x="9161591" y="2120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8" name="pt56348"/>
            <p:cNvSpPr/>
            <p:nvPr/>
          </p:nvSpPr>
          <p:spPr>
            <a:xfrm>
              <a:off x="9121452" y="2080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9" name="pt56349"/>
            <p:cNvSpPr/>
            <p:nvPr/>
          </p:nvSpPr>
          <p:spPr>
            <a:xfrm>
              <a:off x="8782612" y="2123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0" name="pt56350"/>
            <p:cNvSpPr/>
            <p:nvPr/>
          </p:nvSpPr>
          <p:spPr>
            <a:xfrm>
              <a:off x="8698707" y="2253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1" name="pt56351"/>
            <p:cNvSpPr/>
            <p:nvPr/>
          </p:nvSpPr>
          <p:spPr>
            <a:xfrm>
              <a:off x="8576763" y="2512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2" name="pt56352"/>
            <p:cNvSpPr/>
            <p:nvPr/>
          </p:nvSpPr>
          <p:spPr>
            <a:xfrm>
              <a:off x="8556041" y="2342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3" name="pt56353"/>
            <p:cNvSpPr/>
            <p:nvPr/>
          </p:nvSpPr>
          <p:spPr>
            <a:xfrm>
              <a:off x="8867559" y="184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4" name="pt56354"/>
            <p:cNvSpPr/>
            <p:nvPr/>
          </p:nvSpPr>
          <p:spPr>
            <a:xfrm>
              <a:off x="8932540" y="2100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5" name="pt56355"/>
            <p:cNvSpPr/>
            <p:nvPr/>
          </p:nvSpPr>
          <p:spPr>
            <a:xfrm>
              <a:off x="8312152" y="2349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6" name="pt56356"/>
            <p:cNvSpPr/>
            <p:nvPr/>
          </p:nvSpPr>
          <p:spPr>
            <a:xfrm>
              <a:off x="9047895" y="1953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7" name="pt56357"/>
            <p:cNvSpPr/>
            <p:nvPr/>
          </p:nvSpPr>
          <p:spPr>
            <a:xfrm>
              <a:off x="9097834" y="1951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8" name="pt56358"/>
            <p:cNvSpPr/>
            <p:nvPr/>
          </p:nvSpPr>
          <p:spPr>
            <a:xfrm>
              <a:off x="9595084" y="2270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9" name="pt56359"/>
            <p:cNvSpPr/>
            <p:nvPr/>
          </p:nvSpPr>
          <p:spPr>
            <a:xfrm>
              <a:off x="8666631" y="2292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0" name="pt56360"/>
            <p:cNvSpPr/>
            <p:nvPr/>
          </p:nvSpPr>
          <p:spPr>
            <a:xfrm>
              <a:off x="8312152" y="2297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1" name="pt56361"/>
            <p:cNvSpPr/>
            <p:nvPr/>
          </p:nvSpPr>
          <p:spPr>
            <a:xfrm>
              <a:off x="9135057" y="2085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2" name="pt56362"/>
            <p:cNvSpPr/>
            <p:nvPr/>
          </p:nvSpPr>
          <p:spPr>
            <a:xfrm>
              <a:off x="8996835" y="2018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3" name="pt56363"/>
            <p:cNvSpPr/>
            <p:nvPr/>
          </p:nvSpPr>
          <p:spPr>
            <a:xfrm>
              <a:off x="9654228" y="2210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4" name="pt56364"/>
            <p:cNvSpPr/>
            <p:nvPr/>
          </p:nvSpPr>
          <p:spPr>
            <a:xfrm>
              <a:off x="8383485" y="2415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5" name="pt56365"/>
            <p:cNvSpPr/>
            <p:nvPr/>
          </p:nvSpPr>
          <p:spPr>
            <a:xfrm>
              <a:off x="8717243" y="2303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6" name="pt56366"/>
            <p:cNvSpPr/>
            <p:nvPr/>
          </p:nvSpPr>
          <p:spPr>
            <a:xfrm>
              <a:off x="8734011" y="2132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7" name="pt56367"/>
            <p:cNvSpPr/>
            <p:nvPr/>
          </p:nvSpPr>
          <p:spPr>
            <a:xfrm>
              <a:off x="8641456" y="2113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8" name="pt56368"/>
            <p:cNvSpPr/>
            <p:nvPr/>
          </p:nvSpPr>
          <p:spPr>
            <a:xfrm>
              <a:off x="8312152" y="240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9" name="pt56369"/>
            <p:cNvSpPr/>
            <p:nvPr/>
          </p:nvSpPr>
          <p:spPr>
            <a:xfrm>
              <a:off x="8312152" y="2688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0" name="pt56370"/>
            <p:cNvSpPr/>
            <p:nvPr/>
          </p:nvSpPr>
          <p:spPr>
            <a:xfrm>
              <a:off x="9195417" y="1830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1" name="pt56371"/>
            <p:cNvSpPr/>
            <p:nvPr/>
          </p:nvSpPr>
          <p:spPr>
            <a:xfrm>
              <a:off x="9018749" y="2028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2" name="pt56372"/>
            <p:cNvSpPr/>
            <p:nvPr/>
          </p:nvSpPr>
          <p:spPr>
            <a:xfrm>
              <a:off x="8717243" y="2310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3" name="pt56373"/>
            <p:cNvSpPr/>
            <p:nvPr/>
          </p:nvSpPr>
          <p:spPr>
            <a:xfrm>
              <a:off x="8947416" y="2000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4" name="pt56374"/>
            <p:cNvSpPr/>
            <p:nvPr/>
          </p:nvSpPr>
          <p:spPr>
            <a:xfrm>
              <a:off x="8855955" y="207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5" name="pt56375"/>
            <p:cNvSpPr/>
            <p:nvPr/>
          </p:nvSpPr>
          <p:spPr>
            <a:xfrm>
              <a:off x="9301896" y="1820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6" name="pt56376"/>
            <p:cNvSpPr/>
            <p:nvPr/>
          </p:nvSpPr>
          <p:spPr>
            <a:xfrm>
              <a:off x="8612066" y="2317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7" name="pt56377"/>
            <p:cNvSpPr/>
            <p:nvPr/>
          </p:nvSpPr>
          <p:spPr>
            <a:xfrm>
              <a:off x="8576763" y="2514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8" name="pt56378"/>
            <p:cNvSpPr/>
            <p:nvPr/>
          </p:nvSpPr>
          <p:spPr>
            <a:xfrm>
              <a:off x="9028011" y="1723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9" name="pt56379"/>
            <p:cNvSpPr/>
            <p:nvPr/>
          </p:nvSpPr>
          <p:spPr>
            <a:xfrm>
              <a:off x="8867559" y="1895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0" name="pt56380"/>
            <p:cNvSpPr/>
            <p:nvPr/>
          </p:nvSpPr>
          <p:spPr>
            <a:xfrm>
              <a:off x="8949778" y="1968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1" name="pt56381"/>
            <p:cNvSpPr/>
            <p:nvPr/>
          </p:nvSpPr>
          <p:spPr>
            <a:xfrm>
              <a:off x="8312152" y="2395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2" name="pt56382"/>
            <p:cNvSpPr/>
            <p:nvPr/>
          </p:nvSpPr>
          <p:spPr>
            <a:xfrm>
              <a:off x="8505430" y="2585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3" name="pt56383"/>
            <p:cNvSpPr/>
            <p:nvPr/>
          </p:nvSpPr>
          <p:spPr>
            <a:xfrm>
              <a:off x="9440320" y="1825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4" name="pt56384"/>
            <p:cNvSpPr/>
            <p:nvPr/>
          </p:nvSpPr>
          <p:spPr>
            <a:xfrm>
              <a:off x="8473354" y="2243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5" name="pt56385"/>
            <p:cNvSpPr/>
            <p:nvPr/>
          </p:nvSpPr>
          <p:spPr>
            <a:xfrm>
              <a:off x="8985720" y="2261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6" name="pt56386"/>
            <p:cNvSpPr/>
            <p:nvPr/>
          </p:nvSpPr>
          <p:spPr>
            <a:xfrm>
              <a:off x="8654494" y="2394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7" name="pt56387"/>
            <p:cNvSpPr/>
            <p:nvPr/>
          </p:nvSpPr>
          <p:spPr>
            <a:xfrm>
              <a:off x="8576763" y="2184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8" name="pt56388"/>
            <p:cNvSpPr/>
            <p:nvPr/>
          </p:nvSpPr>
          <p:spPr>
            <a:xfrm>
              <a:off x="8576763" y="2393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9" name="pt56389"/>
            <p:cNvSpPr/>
            <p:nvPr/>
          </p:nvSpPr>
          <p:spPr>
            <a:xfrm>
              <a:off x="8383485" y="2228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0" name="pt56390"/>
            <p:cNvSpPr/>
            <p:nvPr/>
          </p:nvSpPr>
          <p:spPr>
            <a:xfrm>
              <a:off x="9325863" y="2077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1" name="pt56391"/>
            <p:cNvSpPr/>
            <p:nvPr/>
          </p:nvSpPr>
          <p:spPr>
            <a:xfrm>
              <a:off x="8977900" y="2337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2" name="pt56392"/>
            <p:cNvSpPr/>
            <p:nvPr/>
          </p:nvSpPr>
          <p:spPr>
            <a:xfrm>
              <a:off x="8901496" y="1570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3" name="pt56393"/>
            <p:cNvSpPr/>
            <p:nvPr/>
          </p:nvSpPr>
          <p:spPr>
            <a:xfrm>
              <a:off x="9324474" y="2243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4" name="pt56394"/>
            <p:cNvSpPr/>
            <p:nvPr/>
          </p:nvSpPr>
          <p:spPr>
            <a:xfrm>
              <a:off x="8473354" y="2282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5" name="pt56395"/>
            <p:cNvSpPr/>
            <p:nvPr/>
          </p:nvSpPr>
          <p:spPr>
            <a:xfrm>
              <a:off x="8961132" y="2041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6" name="pt56396"/>
            <p:cNvSpPr/>
            <p:nvPr/>
          </p:nvSpPr>
          <p:spPr>
            <a:xfrm>
              <a:off x="9007289" y="1790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7" name="pt56397"/>
            <p:cNvSpPr/>
            <p:nvPr/>
          </p:nvSpPr>
          <p:spPr>
            <a:xfrm>
              <a:off x="9230563" y="1797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8" name="pt56398"/>
            <p:cNvSpPr/>
            <p:nvPr/>
          </p:nvSpPr>
          <p:spPr>
            <a:xfrm>
              <a:off x="9130917" y="2170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9" name="pt56399"/>
            <p:cNvSpPr/>
            <p:nvPr/>
          </p:nvSpPr>
          <p:spPr>
            <a:xfrm>
              <a:off x="8556041" y="2389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0" name="pt56400"/>
            <p:cNvSpPr/>
            <p:nvPr/>
          </p:nvSpPr>
          <p:spPr>
            <a:xfrm>
              <a:off x="8921875" y="2113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1" name="pt56401"/>
            <p:cNvSpPr/>
            <p:nvPr/>
          </p:nvSpPr>
          <p:spPr>
            <a:xfrm>
              <a:off x="9143835" y="2232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2" name="pt56402"/>
            <p:cNvSpPr/>
            <p:nvPr/>
          </p:nvSpPr>
          <p:spPr>
            <a:xfrm>
              <a:off x="8932540" y="2105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3" name="pt56403"/>
            <p:cNvSpPr/>
            <p:nvPr/>
          </p:nvSpPr>
          <p:spPr>
            <a:xfrm>
              <a:off x="8654494" y="2523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4" name="pt56404"/>
            <p:cNvSpPr/>
            <p:nvPr/>
          </p:nvSpPr>
          <p:spPr>
            <a:xfrm>
              <a:off x="8473354" y="2307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5" name="pt56405"/>
            <p:cNvSpPr/>
            <p:nvPr/>
          </p:nvSpPr>
          <p:spPr>
            <a:xfrm>
              <a:off x="8473354" y="2229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6" name="pt56406"/>
            <p:cNvSpPr/>
            <p:nvPr/>
          </p:nvSpPr>
          <p:spPr>
            <a:xfrm>
              <a:off x="8881929" y="2214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7" name="pt56407"/>
            <p:cNvSpPr/>
            <p:nvPr/>
          </p:nvSpPr>
          <p:spPr>
            <a:xfrm>
              <a:off x="8901496" y="1923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8" name="pt56408"/>
            <p:cNvSpPr/>
            <p:nvPr/>
          </p:nvSpPr>
          <p:spPr>
            <a:xfrm>
              <a:off x="8505430" y="245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9" name="pt56409"/>
            <p:cNvSpPr/>
            <p:nvPr/>
          </p:nvSpPr>
          <p:spPr>
            <a:xfrm>
              <a:off x="9195417" y="1883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0" name="pt56410"/>
            <p:cNvSpPr/>
            <p:nvPr/>
          </p:nvSpPr>
          <p:spPr>
            <a:xfrm>
              <a:off x="8935109" y="2205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1" name="pt56411"/>
            <p:cNvSpPr/>
            <p:nvPr/>
          </p:nvSpPr>
          <p:spPr>
            <a:xfrm>
              <a:off x="9211498" y="2126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2" name="pt56412"/>
            <p:cNvSpPr/>
            <p:nvPr/>
          </p:nvSpPr>
          <p:spPr>
            <a:xfrm>
              <a:off x="8312152" y="248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3" name="pt56413"/>
            <p:cNvSpPr/>
            <p:nvPr/>
          </p:nvSpPr>
          <p:spPr>
            <a:xfrm>
              <a:off x="8312152" y="2227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4" name="pt56414"/>
            <p:cNvSpPr/>
            <p:nvPr/>
          </p:nvSpPr>
          <p:spPr>
            <a:xfrm>
              <a:off x="8855955" y="2240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5" name="pt56415"/>
            <p:cNvSpPr/>
            <p:nvPr/>
          </p:nvSpPr>
          <p:spPr>
            <a:xfrm>
              <a:off x="9121452" y="2037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6" name="pt56416"/>
            <p:cNvSpPr/>
            <p:nvPr/>
          </p:nvSpPr>
          <p:spPr>
            <a:xfrm>
              <a:off x="9083077" y="1695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7" name="pt56417"/>
            <p:cNvSpPr/>
            <p:nvPr/>
          </p:nvSpPr>
          <p:spPr>
            <a:xfrm>
              <a:off x="8383485" y="2364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8" name="pt56418"/>
            <p:cNvSpPr/>
            <p:nvPr/>
          </p:nvSpPr>
          <p:spPr>
            <a:xfrm>
              <a:off x="8312152" y="2299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9" name="pt56419"/>
            <p:cNvSpPr/>
            <p:nvPr/>
          </p:nvSpPr>
          <p:spPr>
            <a:xfrm>
              <a:off x="8770040" y="2020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0" name="pt56420"/>
            <p:cNvSpPr/>
            <p:nvPr/>
          </p:nvSpPr>
          <p:spPr>
            <a:xfrm>
              <a:off x="9230563" y="1823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1" name="pt56421"/>
            <p:cNvSpPr/>
            <p:nvPr/>
          </p:nvSpPr>
          <p:spPr>
            <a:xfrm>
              <a:off x="9143835" y="2241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2" name="pt56422"/>
            <p:cNvSpPr/>
            <p:nvPr/>
          </p:nvSpPr>
          <p:spPr>
            <a:xfrm>
              <a:off x="8981853" y="2332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3" name="pt56423"/>
            <p:cNvSpPr/>
            <p:nvPr/>
          </p:nvSpPr>
          <p:spPr>
            <a:xfrm>
              <a:off x="9121452" y="2220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4" name="pt56424"/>
            <p:cNvSpPr/>
            <p:nvPr/>
          </p:nvSpPr>
          <p:spPr>
            <a:xfrm>
              <a:off x="9250331" y="2153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5" name="pt56425"/>
            <p:cNvSpPr/>
            <p:nvPr/>
          </p:nvSpPr>
          <p:spPr>
            <a:xfrm>
              <a:off x="8612066" y="2402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6" name="pt56426"/>
            <p:cNvSpPr/>
            <p:nvPr/>
          </p:nvSpPr>
          <p:spPr>
            <a:xfrm>
              <a:off x="9035373" y="1430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7" name="pt56427"/>
            <p:cNvSpPr/>
            <p:nvPr/>
          </p:nvSpPr>
          <p:spPr>
            <a:xfrm>
              <a:off x="9094774" y="1824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8" name="pt56428"/>
            <p:cNvSpPr/>
            <p:nvPr/>
          </p:nvSpPr>
          <p:spPr>
            <a:xfrm>
              <a:off x="9767243" y="2395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9" name="pt56429"/>
            <p:cNvSpPr/>
            <p:nvPr/>
          </p:nvSpPr>
          <p:spPr>
            <a:xfrm>
              <a:off x="8847771" y="2008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0" name="pt56430"/>
            <p:cNvSpPr/>
            <p:nvPr/>
          </p:nvSpPr>
          <p:spPr>
            <a:xfrm>
              <a:off x="8979888" y="2221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1" name="pt56431"/>
            <p:cNvSpPr/>
            <p:nvPr/>
          </p:nvSpPr>
          <p:spPr>
            <a:xfrm>
              <a:off x="8473354" y="2279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2" name="pt56432"/>
            <p:cNvSpPr/>
            <p:nvPr/>
          </p:nvSpPr>
          <p:spPr>
            <a:xfrm>
              <a:off x="8595298" y="2228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3" name="pt56433"/>
            <p:cNvSpPr/>
            <p:nvPr/>
          </p:nvSpPr>
          <p:spPr>
            <a:xfrm>
              <a:off x="9049233" y="1892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4" name="pt56434"/>
            <p:cNvSpPr/>
            <p:nvPr/>
          </p:nvSpPr>
          <p:spPr>
            <a:xfrm>
              <a:off x="8859909" y="1963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5" name="pt56435"/>
            <p:cNvSpPr/>
            <p:nvPr/>
          </p:nvSpPr>
          <p:spPr>
            <a:xfrm>
              <a:off x="8576763" y="2326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6" name="pt56436"/>
            <p:cNvSpPr/>
            <p:nvPr/>
          </p:nvSpPr>
          <p:spPr>
            <a:xfrm>
              <a:off x="9206663" y="2041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7" name="pt56437"/>
            <p:cNvSpPr/>
            <p:nvPr/>
          </p:nvSpPr>
          <p:spPr>
            <a:xfrm>
              <a:off x="9168491" y="2062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8" name="pt56438"/>
            <p:cNvSpPr/>
            <p:nvPr/>
          </p:nvSpPr>
          <p:spPr>
            <a:xfrm>
              <a:off x="8741831" y="2345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9" name="pt56439"/>
            <p:cNvSpPr/>
            <p:nvPr/>
          </p:nvSpPr>
          <p:spPr>
            <a:xfrm>
              <a:off x="8505430" y="2336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0" name="pt56440"/>
            <p:cNvSpPr/>
            <p:nvPr/>
          </p:nvSpPr>
          <p:spPr>
            <a:xfrm>
              <a:off x="9577860" y="2630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1" name="pt56441"/>
            <p:cNvSpPr/>
            <p:nvPr/>
          </p:nvSpPr>
          <p:spPr>
            <a:xfrm>
              <a:off x="9663884" y="2568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2" name="pt56442"/>
            <p:cNvSpPr/>
            <p:nvPr/>
          </p:nvSpPr>
          <p:spPr>
            <a:xfrm>
              <a:off x="8855955" y="2255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3" name="pt56443"/>
            <p:cNvSpPr/>
            <p:nvPr/>
          </p:nvSpPr>
          <p:spPr>
            <a:xfrm>
              <a:off x="8654494" y="2602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4" name="pt56444"/>
            <p:cNvSpPr/>
            <p:nvPr/>
          </p:nvSpPr>
          <p:spPr>
            <a:xfrm>
              <a:off x="9217744" y="2043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5" name="pt56445"/>
            <p:cNvSpPr/>
            <p:nvPr/>
          </p:nvSpPr>
          <p:spPr>
            <a:xfrm>
              <a:off x="8913428" y="2050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6" name="pt56446"/>
            <p:cNvSpPr/>
            <p:nvPr/>
          </p:nvSpPr>
          <p:spPr>
            <a:xfrm>
              <a:off x="9020327" y="1758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7" name="pt56447"/>
            <p:cNvSpPr/>
            <p:nvPr/>
          </p:nvSpPr>
          <p:spPr>
            <a:xfrm>
              <a:off x="8975889" y="2155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8" name="pt56448"/>
            <p:cNvSpPr/>
            <p:nvPr/>
          </p:nvSpPr>
          <p:spPr>
            <a:xfrm>
              <a:off x="8595298" y="2214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9" name="pt56449"/>
            <p:cNvSpPr/>
            <p:nvPr/>
          </p:nvSpPr>
          <p:spPr>
            <a:xfrm>
              <a:off x="9371637" y="2111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0" name="pt56450"/>
            <p:cNvSpPr/>
            <p:nvPr/>
          </p:nvSpPr>
          <p:spPr>
            <a:xfrm>
              <a:off x="9452582" y="1900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1" name="pt56451"/>
            <p:cNvSpPr/>
            <p:nvPr/>
          </p:nvSpPr>
          <p:spPr>
            <a:xfrm>
              <a:off x="8312152" y="2397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2" name="pt56452"/>
            <p:cNvSpPr/>
            <p:nvPr/>
          </p:nvSpPr>
          <p:spPr>
            <a:xfrm>
              <a:off x="9509182" y="2564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3" name="pt56453"/>
            <p:cNvSpPr/>
            <p:nvPr/>
          </p:nvSpPr>
          <p:spPr>
            <a:xfrm>
              <a:off x="8576763" y="2294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4" name="pt56454"/>
            <p:cNvSpPr/>
            <p:nvPr/>
          </p:nvSpPr>
          <p:spPr>
            <a:xfrm>
              <a:off x="9103798" y="1858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5" name="pt56455"/>
            <p:cNvSpPr/>
            <p:nvPr/>
          </p:nvSpPr>
          <p:spPr>
            <a:xfrm>
              <a:off x="8312152" y="2411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6" name="pt56456"/>
            <p:cNvSpPr/>
            <p:nvPr/>
          </p:nvSpPr>
          <p:spPr>
            <a:xfrm>
              <a:off x="8677986" y="2318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7" name="pt56457"/>
            <p:cNvSpPr/>
            <p:nvPr/>
          </p:nvSpPr>
          <p:spPr>
            <a:xfrm>
              <a:off x="8825472" y="2119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8" name="pt56458"/>
            <p:cNvSpPr/>
            <p:nvPr/>
          </p:nvSpPr>
          <p:spPr>
            <a:xfrm>
              <a:off x="8576763" y="2409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9" name="pt56459"/>
            <p:cNvSpPr/>
            <p:nvPr/>
          </p:nvSpPr>
          <p:spPr>
            <a:xfrm>
              <a:off x="9879673" y="2559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0" name="pt56460"/>
            <p:cNvSpPr/>
            <p:nvPr/>
          </p:nvSpPr>
          <p:spPr>
            <a:xfrm>
              <a:off x="8834733" y="2243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1" name="pt56461"/>
            <p:cNvSpPr/>
            <p:nvPr/>
          </p:nvSpPr>
          <p:spPr>
            <a:xfrm>
              <a:off x="9652594" y="2265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2" name="pt56462"/>
            <p:cNvSpPr/>
            <p:nvPr/>
          </p:nvSpPr>
          <p:spPr>
            <a:xfrm>
              <a:off x="8688651" y="2447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3" name="pt56463"/>
            <p:cNvSpPr/>
            <p:nvPr/>
          </p:nvSpPr>
          <p:spPr>
            <a:xfrm>
              <a:off x="9653069" y="2307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4" name="pt56464"/>
            <p:cNvSpPr/>
            <p:nvPr/>
          </p:nvSpPr>
          <p:spPr>
            <a:xfrm>
              <a:off x="9214649" y="2063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5" name="pt56465"/>
            <p:cNvSpPr/>
            <p:nvPr/>
          </p:nvSpPr>
          <p:spPr>
            <a:xfrm>
              <a:off x="8612066" y="222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6" name="pt56466"/>
            <p:cNvSpPr/>
            <p:nvPr/>
          </p:nvSpPr>
          <p:spPr>
            <a:xfrm>
              <a:off x="9415399" y="2179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7" name="pt56467"/>
            <p:cNvSpPr/>
            <p:nvPr/>
          </p:nvSpPr>
          <p:spPr>
            <a:xfrm>
              <a:off x="9498107" y="2341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8" name="pt56468"/>
            <p:cNvSpPr/>
            <p:nvPr/>
          </p:nvSpPr>
          <p:spPr>
            <a:xfrm>
              <a:off x="8855955" y="22907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9" name="pt56469"/>
            <p:cNvSpPr/>
            <p:nvPr/>
          </p:nvSpPr>
          <p:spPr>
            <a:xfrm>
              <a:off x="8907564" y="1715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0" name="pt56470"/>
            <p:cNvSpPr/>
            <p:nvPr/>
          </p:nvSpPr>
          <p:spPr>
            <a:xfrm>
              <a:off x="8505430" y="2346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1" name="pt56471"/>
            <p:cNvSpPr/>
            <p:nvPr/>
          </p:nvSpPr>
          <p:spPr>
            <a:xfrm>
              <a:off x="8799930" y="2177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2" name="pt56472"/>
            <p:cNvSpPr/>
            <p:nvPr/>
          </p:nvSpPr>
          <p:spPr>
            <a:xfrm>
              <a:off x="8881929" y="2211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3" name="pt56473"/>
            <p:cNvSpPr/>
            <p:nvPr/>
          </p:nvSpPr>
          <p:spPr>
            <a:xfrm>
              <a:off x="8867559" y="1993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4" name="pt56474"/>
            <p:cNvSpPr/>
            <p:nvPr/>
          </p:nvSpPr>
          <p:spPr>
            <a:xfrm>
              <a:off x="9064541" y="1771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5" name="pt56475"/>
            <p:cNvSpPr/>
            <p:nvPr/>
          </p:nvSpPr>
          <p:spPr>
            <a:xfrm>
              <a:off x="9344232" y="2197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6" name="pt56476"/>
            <p:cNvSpPr/>
            <p:nvPr/>
          </p:nvSpPr>
          <p:spPr>
            <a:xfrm>
              <a:off x="8312152" y="2419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7" name="pt56477"/>
            <p:cNvSpPr/>
            <p:nvPr/>
          </p:nvSpPr>
          <p:spPr>
            <a:xfrm>
              <a:off x="8556041" y="24752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8" name="pt56478"/>
            <p:cNvSpPr/>
            <p:nvPr/>
          </p:nvSpPr>
          <p:spPr>
            <a:xfrm>
              <a:off x="9106706" y="2137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9" name="pt56479"/>
            <p:cNvSpPr/>
            <p:nvPr/>
          </p:nvSpPr>
          <p:spPr>
            <a:xfrm>
              <a:off x="9207749" y="2102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0" name="pt56480"/>
            <p:cNvSpPr/>
            <p:nvPr/>
          </p:nvSpPr>
          <p:spPr>
            <a:xfrm>
              <a:off x="9554821" y="2233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1" name="pt56481"/>
            <p:cNvSpPr/>
            <p:nvPr/>
          </p:nvSpPr>
          <p:spPr>
            <a:xfrm>
              <a:off x="9289758" y="1672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2" name="pt56482"/>
            <p:cNvSpPr/>
            <p:nvPr/>
          </p:nvSpPr>
          <p:spPr>
            <a:xfrm>
              <a:off x="9005590" y="1846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3" name="pt56483"/>
            <p:cNvSpPr/>
            <p:nvPr/>
          </p:nvSpPr>
          <p:spPr>
            <a:xfrm>
              <a:off x="8788576" y="2493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4" name="pt56484"/>
            <p:cNvSpPr/>
            <p:nvPr/>
          </p:nvSpPr>
          <p:spPr>
            <a:xfrm>
              <a:off x="9075206" y="2393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5" name="pt56485"/>
            <p:cNvSpPr/>
            <p:nvPr/>
          </p:nvSpPr>
          <p:spPr>
            <a:xfrm>
              <a:off x="8505430" y="2415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6" name="pt56486"/>
            <p:cNvSpPr/>
            <p:nvPr/>
          </p:nvSpPr>
          <p:spPr>
            <a:xfrm>
              <a:off x="8839187" y="2176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7" name="pt56487"/>
            <p:cNvSpPr/>
            <p:nvPr/>
          </p:nvSpPr>
          <p:spPr>
            <a:xfrm>
              <a:off x="8434097" y="227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8" name="pt56488"/>
            <p:cNvSpPr/>
            <p:nvPr/>
          </p:nvSpPr>
          <p:spPr>
            <a:xfrm>
              <a:off x="8505430" y="2539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9" name="pt56489"/>
            <p:cNvSpPr/>
            <p:nvPr/>
          </p:nvSpPr>
          <p:spPr>
            <a:xfrm>
              <a:off x="8312152" y="2192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0" name="pt56490"/>
            <p:cNvSpPr/>
            <p:nvPr/>
          </p:nvSpPr>
          <p:spPr>
            <a:xfrm>
              <a:off x="8312152" y="2230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1" name="pt56491"/>
            <p:cNvSpPr/>
            <p:nvPr/>
          </p:nvSpPr>
          <p:spPr>
            <a:xfrm>
              <a:off x="8505430" y="2416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2" name="pt56492"/>
            <p:cNvSpPr/>
            <p:nvPr/>
          </p:nvSpPr>
          <p:spPr>
            <a:xfrm>
              <a:off x="9301578" y="1808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3" name="pt56493"/>
            <p:cNvSpPr/>
            <p:nvPr/>
          </p:nvSpPr>
          <p:spPr>
            <a:xfrm>
              <a:off x="8919104" y="2107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4" name="pt56494"/>
            <p:cNvSpPr/>
            <p:nvPr/>
          </p:nvSpPr>
          <p:spPr>
            <a:xfrm>
              <a:off x="8830164" y="210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5" name="pt56495"/>
            <p:cNvSpPr/>
            <p:nvPr/>
          </p:nvSpPr>
          <p:spPr>
            <a:xfrm>
              <a:off x="9427293" y="1970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6" name="pt56496"/>
            <p:cNvSpPr/>
            <p:nvPr/>
          </p:nvSpPr>
          <p:spPr>
            <a:xfrm>
              <a:off x="8741831" y="2257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7" name="pt56497"/>
            <p:cNvSpPr/>
            <p:nvPr/>
          </p:nvSpPr>
          <p:spPr>
            <a:xfrm>
              <a:off x="9250331" y="2242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8" name="pt56498"/>
            <p:cNvSpPr/>
            <p:nvPr/>
          </p:nvSpPr>
          <p:spPr>
            <a:xfrm>
              <a:off x="8627374" y="2368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9" name="pt56499"/>
            <p:cNvSpPr/>
            <p:nvPr/>
          </p:nvSpPr>
          <p:spPr>
            <a:xfrm>
              <a:off x="9282831" y="2001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0" name="pt56500"/>
            <p:cNvSpPr/>
            <p:nvPr/>
          </p:nvSpPr>
          <p:spPr>
            <a:xfrm>
              <a:off x="8855955" y="2062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1" name="pt56501"/>
            <p:cNvSpPr/>
            <p:nvPr/>
          </p:nvSpPr>
          <p:spPr>
            <a:xfrm>
              <a:off x="8677986" y="2230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2" name="pt56502"/>
            <p:cNvSpPr/>
            <p:nvPr/>
          </p:nvSpPr>
          <p:spPr>
            <a:xfrm>
              <a:off x="8312152" y="2308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3" name="pt56503"/>
            <p:cNvSpPr/>
            <p:nvPr/>
          </p:nvSpPr>
          <p:spPr>
            <a:xfrm>
              <a:off x="8666631" y="2338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4" name="pt56504"/>
            <p:cNvSpPr/>
            <p:nvPr/>
          </p:nvSpPr>
          <p:spPr>
            <a:xfrm>
              <a:off x="8847771" y="2181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5" name="pt56505"/>
            <p:cNvSpPr/>
            <p:nvPr/>
          </p:nvSpPr>
          <p:spPr>
            <a:xfrm>
              <a:off x="8937640" y="1852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6" name="pt56506"/>
            <p:cNvSpPr/>
            <p:nvPr/>
          </p:nvSpPr>
          <p:spPr>
            <a:xfrm>
              <a:off x="8770040" y="2150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7" name="pt56507"/>
            <p:cNvSpPr/>
            <p:nvPr/>
          </p:nvSpPr>
          <p:spPr>
            <a:xfrm>
              <a:off x="8907564" y="1711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8" name="pt56508"/>
            <p:cNvSpPr/>
            <p:nvPr/>
          </p:nvSpPr>
          <p:spPr>
            <a:xfrm>
              <a:off x="8799930" y="2032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9" name="pt56509"/>
            <p:cNvSpPr/>
            <p:nvPr/>
          </p:nvSpPr>
          <p:spPr>
            <a:xfrm>
              <a:off x="8383485" y="2316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0" name="pt56510"/>
            <p:cNvSpPr/>
            <p:nvPr/>
          </p:nvSpPr>
          <p:spPr>
            <a:xfrm>
              <a:off x="8851911" y="2142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1" name="pt56511"/>
            <p:cNvSpPr/>
            <p:nvPr/>
          </p:nvSpPr>
          <p:spPr>
            <a:xfrm>
              <a:off x="9297726" y="1893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2" name="pt56512"/>
            <p:cNvSpPr/>
            <p:nvPr/>
          </p:nvSpPr>
          <p:spPr>
            <a:xfrm>
              <a:off x="8770040" y="2233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3" name="pt56513"/>
            <p:cNvSpPr/>
            <p:nvPr/>
          </p:nvSpPr>
          <p:spPr>
            <a:xfrm>
              <a:off x="8383485" y="2213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4" name="pt56514"/>
            <p:cNvSpPr/>
            <p:nvPr/>
          </p:nvSpPr>
          <p:spPr>
            <a:xfrm>
              <a:off x="8383485" y="2292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5" name="pt56515"/>
            <p:cNvSpPr/>
            <p:nvPr/>
          </p:nvSpPr>
          <p:spPr>
            <a:xfrm>
              <a:off x="9697445" y="1410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6" name="pt56516"/>
            <p:cNvSpPr/>
            <p:nvPr/>
          </p:nvSpPr>
          <p:spPr>
            <a:xfrm>
              <a:off x="9489373" y="2561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7" name="pt56517"/>
            <p:cNvSpPr/>
            <p:nvPr/>
          </p:nvSpPr>
          <p:spPr>
            <a:xfrm>
              <a:off x="8627374" y="2234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8" name="pt56518"/>
            <p:cNvSpPr/>
            <p:nvPr/>
          </p:nvSpPr>
          <p:spPr>
            <a:xfrm>
              <a:off x="9551860" y="1630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9" name="pt56519"/>
            <p:cNvSpPr/>
            <p:nvPr/>
          </p:nvSpPr>
          <p:spPr>
            <a:xfrm>
              <a:off x="8987622" y="2040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0" name="pt56520"/>
            <p:cNvSpPr/>
            <p:nvPr/>
          </p:nvSpPr>
          <p:spPr>
            <a:xfrm>
              <a:off x="8937640" y="1880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1" name="pt56521"/>
            <p:cNvSpPr/>
            <p:nvPr/>
          </p:nvSpPr>
          <p:spPr>
            <a:xfrm>
              <a:off x="8874891" y="1976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2" name="pt56522"/>
            <p:cNvSpPr/>
            <p:nvPr/>
          </p:nvSpPr>
          <p:spPr>
            <a:xfrm>
              <a:off x="8867559" y="1979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3" name="pt56523"/>
            <p:cNvSpPr/>
            <p:nvPr/>
          </p:nvSpPr>
          <p:spPr>
            <a:xfrm>
              <a:off x="8794345" y="2202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4" name="pt56524"/>
            <p:cNvSpPr/>
            <p:nvPr/>
          </p:nvSpPr>
          <p:spPr>
            <a:xfrm>
              <a:off x="8576763" y="2239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5" name="pt56525"/>
            <p:cNvSpPr/>
            <p:nvPr/>
          </p:nvSpPr>
          <p:spPr>
            <a:xfrm>
              <a:off x="9377920" y="2085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6" name="pt56526"/>
            <p:cNvSpPr/>
            <p:nvPr/>
          </p:nvSpPr>
          <p:spPr>
            <a:xfrm>
              <a:off x="9117880" y="2091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7" name="pt56527"/>
            <p:cNvSpPr/>
            <p:nvPr/>
          </p:nvSpPr>
          <p:spPr>
            <a:xfrm>
              <a:off x="8776438" y="2006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8" name="pt56528"/>
            <p:cNvSpPr/>
            <p:nvPr/>
          </p:nvSpPr>
          <p:spPr>
            <a:xfrm>
              <a:off x="9143835" y="2064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9" name="pt56529"/>
            <p:cNvSpPr/>
            <p:nvPr/>
          </p:nvSpPr>
          <p:spPr>
            <a:xfrm>
              <a:off x="9200002" y="2067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0" name="pt56530"/>
            <p:cNvSpPr/>
            <p:nvPr/>
          </p:nvSpPr>
          <p:spPr>
            <a:xfrm>
              <a:off x="9121452" y="2075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1" name="pt56531"/>
            <p:cNvSpPr/>
            <p:nvPr/>
          </p:nvSpPr>
          <p:spPr>
            <a:xfrm>
              <a:off x="8749319" y="2283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2" name="pt56532"/>
            <p:cNvSpPr/>
            <p:nvPr/>
          </p:nvSpPr>
          <p:spPr>
            <a:xfrm>
              <a:off x="8505430" y="2460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3" name="pt56533"/>
            <p:cNvSpPr/>
            <p:nvPr/>
          </p:nvSpPr>
          <p:spPr>
            <a:xfrm>
              <a:off x="9349631" y="2175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4" name="pt56534"/>
            <p:cNvSpPr/>
            <p:nvPr/>
          </p:nvSpPr>
          <p:spPr>
            <a:xfrm>
              <a:off x="9065758" y="1987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5" name="pt56535"/>
            <p:cNvSpPr/>
            <p:nvPr/>
          </p:nvSpPr>
          <p:spPr>
            <a:xfrm>
              <a:off x="9143835" y="2049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6" name="pt56536"/>
            <p:cNvSpPr/>
            <p:nvPr/>
          </p:nvSpPr>
          <p:spPr>
            <a:xfrm>
              <a:off x="8312152" y="2694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7" name="pt56537"/>
            <p:cNvSpPr/>
            <p:nvPr/>
          </p:nvSpPr>
          <p:spPr>
            <a:xfrm>
              <a:off x="8825472" y="2176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8" name="pt56538"/>
            <p:cNvSpPr/>
            <p:nvPr/>
          </p:nvSpPr>
          <p:spPr>
            <a:xfrm>
              <a:off x="8434097" y="2423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9" name="pt56539"/>
            <p:cNvSpPr/>
            <p:nvPr/>
          </p:nvSpPr>
          <p:spPr>
            <a:xfrm>
              <a:off x="8996835" y="1961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0" name="pt56540"/>
            <p:cNvSpPr/>
            <p:nvPr/>
          </p:nvSpPr>
          <p:spPr>
            <a:xfrm>
              <a:off x="8473354" y="2279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1" name="pt56541"/>
            <p:cNvSpPr/>
            <p:nvPr/>
          </p:nvSpPr>
          <p:spPr>
            <a:xfrm>
              <a:off x="8312152" y="2578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2" name="pt56542"/>
            <p:cNvSpPr/>
            <p:nvPr/>
          </p:nvSpPr>
          <p:spPr>
            <a:xfrm>
              <a:off x="9354634" y="2055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3" name="pt56543"/>
            <p:cNvSpPr/>
            <p:nvPr/>
          </p:nvSpPr>
          <p:spPr>
            <a:xfrm>
              <a:off x="9217744" y="2071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4" name="pt56544"/>
            <p:cNvSpPr/>
            <p:nvPr/>
          </p:nvSpPr>
          <p:spPr>
            <a:xfrm>
              <a:off x="8556041" y="2452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5" name="pt56545"/>
            <p:cNvSpPr/>
            <p:nvPr/>
          </p:nvSpPr>
          <p:spPr>
            <a:xfrm>
              <a:off x="8383485" y="2273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6" name="pt56546"/>
            <p:cNvSpPr/>
            <p:nvPr/>
          </p:nvSpPr>
          <p:spPr>
            <a:xfrm>
              <a:off x="8666631" y="2490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7" name="pt56547"/>
            <p:cNvSpPr/>
            <p:nvPr/>
          </p:nvSpPr>
          <p:spPr>
            <a:xfrm>
              <a:off x="9211498" y="20279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8" name="pt56548"/>
            <p:cNvSpPr/>
            <p:nvPr/>
          </p:nvSpPr>
          <p:spPr>
            <a:xfrm>
              <a:off x="8947416" y="2028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9" name="pt56549"/>
            <p:cNvSpPr/>
            <p:nvPr/>
          </p:nvSpPr>
          <p:spPr>
            <a:xfrm>
              <a:off x="8874891" y="2037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0" name="pt56550"/>
            <p:cNvSpPr/>
            <p:nvPr/>
          </p:nvSpPr>
          <p:spPr>
            <a:xfrm>
              <a:off x="9124084" y="2063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1" name="pt56551"/>
            <p:cNvSpPr/>
            <p:nvPr/>
          </p:nvSpPr>
          <p:spPr>
            <a:xfrm>
              <a:off x="8383485" y="2354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2" name="pt56552"/>
            <p:cNvSpPr/>
            <p:nvPr/>
          </p:nvSpPr>
          <p:spPr>
            <a:xfrm>
              <a:off x="9076352" y="2140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3" name="pt56553"/>
            <p:cNvSpPr/>
            <p:nvPr/>
          </p:nvSpPr>
          <p:spPr>
            <a:xfrm>
              <a:off x="8998621" y="19129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4" name="pt56554"/>
            <p:cNvSpPr/>
            <p:nvPr/>
          </p:nvSpPr>
          <p:spPr>
            <a:xfrm>
              <a:off x="9724502" y="218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5" name="pt56555"/>
            <p:cNvSpPr/>
            <p:nvPr/>
          </p:nvSpPr>
          <p:spPr>
            <a:xfrm>
              <a:off x="8677986" y="2265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6" name="pt56556"/>
            <p:cNvSpPr/>
            <p:nvPr/>
          </p:nvSpPr>
          <p:spPr>
            <a:xfrm>
              <a:off x="8505430" y="2355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7" name="pt56557"/>
            <p:cNvSpPr/>
            <p:nvPr/>
          </p:nvSpPr>
          <p:spPr>
            <a:xfrm>
              <a:off x="9205570" y="2018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8" name="pt56558"/>
            <p:cNvSpPr/>
            <p:nvPr/>
          </p:nvSpPr>
          <p:spPr>
            <a:xfrm>
              <a:off x="9024978" y="1974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9" name="pt56559"/>
            <p:cNvSpPr/>
            <p:nvPr/>
          </p:nvSpPr>
          <p:spPr>
            <a:xfrm>
              <a:off x="8312152" y="23544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0" name="pt56560"/>
            <p:cNvSpPr/>
            <p:nvPr/>
          </p:nvSpPr>
          <p:spPr>
            <a:xfrm>
              <a:off x="9440320" y="1848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1" name="pt56561"/>
            <p:cNvSpPr/>
            <p:nvPr/>
          </p:nvSpPr>
          <p:spPr>
            <a:xfrm>
              <a:off x="8830164" y="2006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2" name="pt56562"/>
            <p:cNvSpPr/>
            <p:nvPr/>
          </p:nvSpPr>
          <p:spPr>
            <a:xfrm>
              <a:off x="9724502" y="2207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3" name="pt56563"/>
            <p:cNvSpPr/>
            <p:nvPr/>
          </p:nvSpPr>
          <p:spPr>
            <a:xfrm>
              <a:off x="9386161" y="2061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4" name="pt56564"/>
            <p:cNvSpPr/>
            <p:nvPr/>
          </p:nvSpPr>
          <p:spPr>
            <a:xfrm>
              <a:off x="9062080" y="1691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5" name="pt56565"/>
            <p:cNvSpPr/>
            <p:nvPr/>
          </p:nvSpPr>
          <p:spPr>
            <a:xfrm>
              <a:off x="8312152" y="2198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6" name="pt56566"/>
            <p:cNvSpPr/>
            <p:nvPr/>
          </p:nvSpPr>
          <p:spPr>
            <a:xfrm>
              <a:off x="8859909" y="2101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7" name="pt56567"/>
            <p:cNvSpPr/>
            <p:nvPr/>
          </p:nvSpPr>
          <p:spPr>
            <a:xfrm>
              <a:off x="9623193" y="2326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8" name="pt56568"/>
            <p:cNvSpPr/>
            <p:nvPr/>
          </p:nvSpPr>
          <p:spPr>
            <a:xfrm>
              <a:off x="8434097" y="2379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9" name="pt56569"/>
            <p:cNvSpPr/>
            <p:nvPr/>
          </p:nvSpPr>
          <p:spPr>
            <a:xfrm>
              <a:off x="8977900" y="2264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0" name="pt56570"/>
            <p:cNvSpPr/>
            <p:nvPr/>
          </p:nvSpPr>
          <p:spPr>
            <a:xfrm>
              <a:off x="9663884" y="2428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1" name="pt56571"/>
            <p:cNvSpPr/>
            <p:nvPr/>
          </p:nvSpPr>
          <p:spPr>
            <a:xfrm>
              <a:off x="9045188" y="1906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2" name="pt56572"/>
            <p:cNvSpPr/>
            <p:nvPr/>
          </p:nvSpPr>
          <p:spPr>
            <a:xfrm>
              <a:off x="8717243" y="2389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3" name="pt56573"/>
            <p:cNvSpPr/>
            <p:nvPr/>
          </p:nvSpPr>
          <p:spPr>
            <a:xfrm>
              <a:off x="9086345" y="1789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4" name="pt56574"/>
            <p:cNvSpPr/>
            <p:nvPr/>
          </p:nvSpPr>
          <p:spPr>
            <a:xfrm>
              <a:off x="8641456" y="2027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5" name="pt56575"/>
            <p:cNvSpPr/>
            <p:nvPr/>
          </p:nvSpPr>
          <p:spPr>
            <a:xfrm>
              <a:off x="9432499" y="2020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6" name="pt56576"/>
            <p:cNvSpPr/>
            <p:nvPr/>
          </p:nvSpPr>
          <p:spPr>
            <a:xfrm>
              <a:off x="8688651" y="2362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7" name="pt56577"/>
            <p:cNvSpPr/>
            <p:nvPr/>
          </p:nvSpPr>
          <p:spPr>
            <a:xfrm>
              <a:off x="9206663" y="2053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8" name="pt56578"/>
            <p:cNvSpPr/>
            <p:nvPr/>
          </p:nvSpPr>
          <p:spPr>
            <a:xfrm>
              <a:off x="8677986" y="2287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9" name="pt56579"/>
            <p:cNvSpPr/>
            <p:nvPr/>
          </p:nvSpPr>
          <p:spPr>
            <a:xfrm>
              <a:off x="9524498" y="239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0" name="pt56580"/>
            <p:cNvSpPr/>
            <p:nvPr/>
          </p:nvSpPr>
          <p:spPr>
            <a:xfrm>
              <a:off x="8556041" y="2566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1" name="pt56581"/>
            <p:cNvSpPr/>
            <p:nvPr/>
          </p:nvSpPr>
          <p:spPr>
            <a:xfrm>
              <a:off x="8556041" y="2393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2" name="pt56582"/>
            <p:cNvSpPr/>
            <p:nvPr/>
          </p:nvSpPr>
          <p:spPr>
            <a:xfrm>
              <a:off x="8383485" y="2430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3" name="pt56583"/>
            <p:cNvSpPr/>
            <p:nvPr/>
          </p:nvSpPr>
          <p:spPr>
            <a:xfrm>
              <a:off x="9498107" y="26070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4" name="pt56584"/>
            <p:cNvSpPr/>
            <p:nvPr/>
          </p:nvSpPr>
          <p:spPr>
            <a:xfrm>
              <a:off x="8839187" y="2196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5" name="pt56585"/>
            <p:cNvSpPr/>
            <p:nvPr/>
          </p:nvSpPr>
          <p:spPr>
            <a:xfrm>
              <a:off x="8434097" y="2530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6" name="pt56586"/>
            <p:cNvSpPr/>
            <p:nvPr/>
          </p:nvSpPr>
          <p:spPr>
            <a:xfrm>
              <a:off x="9285286" y="1768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7" name="pt56587"/>
            <p:cNvSpPr/>
            <p:nvPr/>
          </p:nvSpPr>
          <p:spPr>
            <a:xfrm>
              <a:off x="8839187" y="2216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8" name="pt56588"/>
            <p:cNvSpPr/>
            <p:nvPr/>
          </p:nvSpPr>
          <p:spPr>
            <a:xfrm>
              <a:off x="9574258" y="2289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9" name="pt56589"/>
            <p:cNvSpPr/>
            <p:nvPr/>
          </p:nvSpPr>
          <p:spPr>
            <a:xfrm>
              <a:off x="8741831" y="2205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0" name="pt56590"/>
            <p:cNvSpPr/>
            <p:nvPr/>
          </p:nvSpPr>
          <p:spPr>
            <a:xfrm>
              <a:off x="8763400" y="2136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1" name="pt56591"/>
            <p:cNvSpPr/>
            <p:nvPr/>
          </p:nvSpPr>
          <p:spPr>
            <a:xfrm>
              <a:off x="9299019" y="1961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2" name="pt56592"/>
            <p:cNvSpPr/>
            <p:nvPr/>
          </p:nvSpPr>
          <p:spPr>
            <a:xfrm>
              <a:off x="8825472" y="2084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3" name="pt56593"/>
            <p:cNvSpPr/>
            <p:nvPr/>
          </p:nvSpPr>
          <p:spPr>
            <a:xfrm>
              <a:off x="9464046" y="2202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4" name="pt56594"/>
            <p:cNvSpPr/>
            <p:nvPr/>
          </p:nvSpPr>
          <p:spPr>
            <a:xfrm>
              <a:off x="9577860" y="2549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5" name="pt56595"/>
            <p:cNvSpPr/>
            <p:nvPr/>
          </p:nvSpPr>
          <p:spPr>
            <a:xfrm>
              <a:off x="9007289" y="1867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6" name="pt56596"/>
            <p:cNvSpPr/>
            <p:nvPr/>
          </p:nvSpPr>
          <p:spPr>
            <a:xfrm>
              <a:off x="8788576" y="242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7" name="pt56597"/>
            <p:cNvSpPr/>
            <p:nvPr/>
          </p:nvSpPr>
          <p:spPr>
            <a:xfrm>
              <a:off x="8654494" y="2370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8" name="pt56598"/>
            <p:cNvSpPr/>
            <p:nvPr/>
          </p:nvSpPr>
          <p:spPr>
            <a:xfrm>
              <a:off x="9021891" y="1696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9" name="pt56599"/>
            <p:cNvSpPr/>
            <p:nvPr/>
          </p:nvSpPr>
          <p:spPr>
            <a:xfrm>
              <a:off x="9143835" y="2020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0" name="pt56600"/>
            <p:cNvSpPr/>
            <p:nvPr/>
          </p:nvSpPr>
          <p:spPr>
            <a:xfrm>
              <a:off x="9070546" y="2245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1" name="pt56601"/>
            <p:cNvSpPr/>
            <p:nvPr/>
          </p:nvSpPr>
          <p:spPr>
            <a:xfrm>
              <a:off x="9003873" y="1945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2" name="pt56602"/>
            <p:cNvSpPr/>
            <p:nvPr/>
          </p:nvSpPr>
          <p:spPr>
            <a:xfrm>
              <a:off x="9160178" y="2151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3" name="pt56603"/>
            <p:cNvSpPr/>
            <p:nvPr/>
          </p:nvSpPr>
          <p:spPr>
            <a:xfrm>
              <a:off x="9068168" y="2235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4" name="pt56604"/>
            <p:cNvSpPr/>
            <p:nvPr/>
          </p:nvSpPr>
          <p:spPr>
            <a:xfrm>
              <a:off x="8904556" y="1696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5" name="pt56605"/>
            <p:cNvSpPr/>
            <p:nvPr/>
          </p:nvSpPr>
          <p:spPr>
            <a:xfrm>
              <a:off x="8434097" y="2366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6" name="pt56606"/>
            <p:cNvSpPr/>
            <p:nvPr/>
          </p:nvSpPr>
          <p:spPr>
            <a:xfrm>
              <a:off x="9055774" y="1808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7" name="pt56607"/>
            <p:cNvSpPr/>
            <p:nvPr/>
          </p:nvSpPr>
          <p:spPr>
            <a:xfrm>
              <a:off x="8383485" y="2213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8" name="pt56608"/>
            <p:cNvSpPr/>
            <p:nvPr/>
          </p:nvSpPr>
          <p:spPr>
            <a:xfrm>
              <a:off x="9135057" y="2058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9" name="pt56609"/>
            <p:cNvSpPr/>
            <p:nvPr/>
          </p:nvSpPr>
          <p:spPr>
            <a:xfrm>
              <a:off x="8576763" y="2426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0" name="pt56610"/>
            <p:cNvSpPr/>
            <p:nvPr/>
          </p:nvSpPr>
          <p:spPr>
            <a:xfrm>
              <a:off x="9219272" y="1873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1" name="pt56611"/>
            <p:cNvSpPr/>
            <p:nvPr/>
          </p:nvSpPr>
          <p:spPr>
            <a:xfrm>
              <a:off x="8981853" y="2142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2" name="pt56612"/>
            <p:cNvSpPr/>
            <p:nvPr/>
          </p:nvSpPr>
          <p:spPr>
            <a:xfrm>
              <a:off x="8805344" y="2104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3" name="pt56613"/>
            <p:cNvSpPr/>
            <p:nvPr/>
          </p:nvSpPr>
          <p:spPr>
            <a:xfrm>
              <a:off x="9091660" y="2085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4" name="pt56614"/>
            <p:cNvSpPr/>
            <p:nvPr/>
          </p:nvSpPr>
          <p:spPr>
            <a:xfrm>
              <a:off x="8532549" y="2453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5" name="pt56615"/>
            <p:cNvSpPr/>
            <p:nvPr/>
          </p:nvSpPr>
          <p:spPr>
            <a:xfrm>
              <a:off x="8505430" y="2381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6" name="pt56616"/>
            <p:cNvSpPr/>
            <p:nvPr/>
          </p:nvSpPr>
          <p:spPr>
            <a:xfrm>
              <a:off x="8666631" y="2379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7" name="pt56617"/>
            <p:cNvSpPr/>
            <p:nvPr/>
          </p:nvSpPr>
          <p:spPr>
            <a:xfrm>
              <a:off x="8666631" y="2446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8" name="pt56618"/>
            <p:cNvSpPr/>
            <p:nvPr/>
          </p:nvSpPr>
          <p:spPr>
            <a:xfrm>
              <a:off x="9049233" y="1851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9" name="pt56619"/>
            <p:cNvSpPr/>
            <p:nvPr/>
          </p:nvSpPr>
          <p:spPr>
            <a:xfrm>
              <a:off x="9538421" y="1877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0" name="pt56620"/>
            <p:cNvSpPr/>
            <p:nvPr/>
          </p:nvSpPr>
          <p:spPr>
            <a:xfrm>
              <a:off x="8505430" y="2327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1" name="pt56621"/>
            <p:cNvSpPr/>
            <p:nvPr/>
          </p:nvSpPr>
          <p:spPr>
            <a:xfrm>
              <a:off x="9064541" y="1764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2" name="pt56622"/>
            <p:cNvSpPr/>
            <p:nvPr/>
          </p:nvSpPr>
          <p:spPr>
            <a:xfrm>
              <a:off x="9530304" y="2437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3" name="pt56623"/>
            <p:cNvSpPr/>
            <p:nvPr/>
          </p:nvSpPr>
          <p:spPr>
            <a:xfrm>
              <a:off x="8717243" y="2349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4" name="pt56624"/>
            <p:cNvSpPr/>
            <p:nvPr/>
          </p:nvSpPr>
          <p:spPr>
            <a:xfrm>
              <a:off x="9097834" y="2111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5" name="pt56625"/>
            <p:cNvSpPr/>
            <p:nvPr/>
          </p:nvSpPr>
          <p:spPr>
            <a:xfrm>
              <a:off x="9117880" y="2181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6" name="pt56626"/>
            <p:cNvSpPr/>
            <p:nvPr/>
          </p:nvSpPr>
          <p:spPr>
            <a:xfrm>
              <a:off x="8612066" y="2310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7" name="pt56627"/>
            <p:cNvSpPr/>
            <p:nvPr/>
          </p:nvSpPr>
          <p:spPr>
            <a:xfrm>
              <a:off x="9435343" y="1935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8" name="pt56628"/>
            <p:cNvSpPr/>
            <p:nvPr/>
          </p:nvSpPr>
          <p:spPr>
            <a:xfrm>
              <a:off x="8810596" y="2208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9" name="pt56629"/>
            <p:cNvSpPr/>
            <p:nvPr/>
          </p:nvSpPr>
          <p:spPr>
            <a:xfrm>
              <a:off x="9206663" y="2045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0" name="pt56630"/>
            <p:cNvSpPr/>
            <p:nvPr/>
          </p:nvSpPr>
          <p:spPr>
            <a:xfrm>
              <a:off x="8947416" y="1908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1" name="pt56631"/>
            <p:cNvSpPr/>
            <p:nvPr/>
          </p:nvSpPr>
          <p:spPr>
            <a:xfrm>
              <a:off x="8734011" y="2243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2" name="pt56632"/>
            <p:cNvSpPr/>
            <p:nvPr/>
          </p:nvSpPr>
          <p:spPr>
            <a:xfrm>
              <a:off x="8981853" y="2277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3" name="pt56633"/>
            <p:cNvSpPr/>
            <p:nvPr/>
          </p:nvSpPr>
          <p:spPr>
            <a:xfrm>
              <a:off x="8898383" y="2060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4" name="pt56634"/>
            <p:cNvSpPr/>
            <p:nvPr/>
          </p:nvSpPr>
          <p:spPr>
            <a:xfrm>
              <a:off x="9415399" y="2213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5" name="pt56635"/>
            <p:cNvSpPr/>
            <p:nvPr/>
          </p:nvSpPr>
          <p:spPr>
            <a:xfrm>
              <a:off x="8763400" y="2155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6" name="pt56636"/>
            <p:cNvSpPr/>
            <p:nvPr/>
          </p:nvSpPr>
          <p:spPr>
            <a:xfrm>
              <a:off x="8654494" y="2518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7" name="pt56637"/>
            <p:cNvSpPr/>
            <p:nvPr/>
          </p:nvSpPr>
          <p:spPr>
            <a:xfrm>
              <a:off x="8963317" y="2049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8" name="pt56638"/>
            <p:cNvSpPr/>
            <p:nvPr/>
          </p:nvSpPr>
          <p:spPr>
            <a:xfrm>
              <a:off x="8956678" y="1853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9" name="pt56639"/>
            <p:cNvSpPr/>
            <p:nvPr/>
          </p:nvSpPr>
          <p:spPr>
            <a:xfrm>
              <a:off x="8677986" y="2101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0" name="pt56640"/>
            <p:cNvSpPr/>
            <p:nvPr/>
          </p:nvSpPr>
          <p:spPr>
            <a:xfrm>
              <a:off x="8383485" y="2453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1" name="pt56641"/>
            <p:cNvSpPr/>
            <p:nvPr/>
          </p:nvSpPr>
          <p:spPr>
            <a:xfrm>
              <a:off x="8965476" y="2091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2" name="pt56642"/>
            <p:cNvSpPr/>
            <p:nvPr/>
          </p:nvSpPr>
          <p:spPr>
            <a:xfrm>
              <a:off x="9202808" y="2060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3" name="pt56643"/>
            <p:cNvSpPr/>
            <p:nvPr/>
          </p:nvSpPr>
          <p:spPr>
            <a:xfrm>
              <a:off x="8907564" y="1712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4" name="pt56644"/>
            <p:cNvSpPr/>
            <p:nvPr/>
          </p:nvSpPr>
          <p:spPr>
            <a:xfrm>
              <a:off x="8612066" y="2225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5" name="pt56645"/>
            <p:cNvSpPr/>
            <p:nvPr/>
          </p:nvSpPr>
          <p:spPr>
            <a:xfrm>
              <a:off x="8434097" y="25131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6" name="pt56646"/>
            <p:cNvSpPr/>
            <p:nvPr/>
          </p:nvSpPr>
          <p:spPr>
            <a:xfrm>
              <a:off x="8895213" y="2174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7" name="pt56647"/>
            <p:cNvSpPr/>
            <p:nvPr/>
          </p:nvSpPr>
          <p:spPr>
            <a:xfrm>
              <a:off x="9324474" y="2169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8" name="pt56648"/>
            <p:cNvSpPr/>
            <p:nvPr/>
          </p:nvSpPr>
          <p:spPr>
            <a:xfrm>
              <a:off x="9435194" y="1964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9" name="pt56649"/>
            <p:cNvSpPr/>
            <p:nvPr/>
          </p:nvSpPr>
          <p:spPr>
            <a:xfrm>
              <a:off x="8945023" y="173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0" name="pt56650"/>
            <p:cNvSpPr/>
            <p:nvPr/>
          </p:nvSpPr>
          <p:spPr>
            <a:xfrm>
              <a:off x="8505430" y="2526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1" name="pt56651"/>
            <p:cNvSpPr/>
            <p:nvPr/>
          </p:nvSpPr>
          <p:spPr>
            <a:xfrm>
              <a:off x="8937640" y="1748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2" name="pt56652"/>
            <p:cNvSpPr/>
            <p:nvPr/>
          </p:nvSpPr>
          <p:spPr>
            <a:xfrm>
              <a:off x="9250331" y="2302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3" name="pt56653"/>
            <p:cNvSpPr/>
            <p:nvPr/>
          </p:nvSpPr>
          <p:spPr>
            <a:xfrm>
              <a:off x="8654494" y="2385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4" name="pt56654"/>
            <p:cNvSpPr/>
            <p:nvPr/>
          </p:nvSpPr>
          <p:spPr>
            <a:xfrm>
              <a:off x="9195417" y="1949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5" name="pt56655"/>
            <p:cNvSpPr/>
            <p:nvPr/>
          </p:nvSpPr>
          <p:spPr>
            <a:xfrm>
              <a:off x="8717243" y="2207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6" name="pt56656"/>
            <p:cNvSpPr/>
            <p:nvPr/>
          </p:nvSpPr>
          <p:spPr>
            <a:xfrm>
              <a:off x="8788576" y="2318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7" name="pt56657"/>
            <p:cNvSpPr/>
            <p:nvPr/>
          </p:nvSpPr>
          <p:spPr>
            <a:xfrm>
              <a:off x="8867559" y="1984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8" name="pt56658"/>
            <p:cNvSpPr/>
            <p:nvPr/>
          </p:nvSpPr>
          <p:spPr>
            <a:xfrm>
              <a:off x="8717243" y="2335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9" name="pt56659"/>
            <p:cNvSpPr/>
            <p:nvPr/>
          </p:nvSpPr>
          <p:spPr>
            <a:xfrm>
              <a:off x="8993208" y="2136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0" name="pt56660"/>
            <p:cNvSpPr/>
            <p:nvPr/>
          </p:nvSpPr>
          <p:spPr>
            <a:xfrm>
              <a:off x="8312152" y="2457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1" name="pt56661"/>
            <p:cNvSpPr/>
            <p:nvPr/>
          </p:nvSpPr>
          <p:spPr>
            <a:xfrm>
              <a:off x="8473354" y="2508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2" name="pt56662"/>
            <p:cNvSpPr/>
            <p:nvPr/>
          </p:nvSpPr>
          <p:spPr>
            <a:xfrm>
              <a:off x="8654494" y="2467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3" name="pt56663"/>
            <p:cNvSpPr/>
            <p:nvPr/>
          </p:nvSpPr>
          <p:spPr>
            <a:xfrm>
              <a:off x="8810596" y="2333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4" name="pt56664"/>
            <p:cNvSpPr/>
            <p:nvPr/>
          </p:nvSpPr>
          <p:spPr>
            <a:xfrm>
              <a:off x="8805344" y="2037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5" name="pt56665"/>
            <p:cNvSpPr/>
            <p:nvPr/>
          </p:nvSpPr>
          <p:spPr>
            <a:xfrm>
              <a:off x="9489373" y="2558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6" name="pt56666"/>
            <p:cNvSpPr/>
            <p:nvPr/>
          </p:nvSpPr>
          <p:spPr>
            <a:xfrm>
              <a:off x="8473354" y="2207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7" name="pt56667"/>
            <p:cNvSpPr/>
            <p:nvPr/>
          </p:nvSpPr>
          <p:spPr>
            <a:xfrm>
              <a:off x="8666631" y="2321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8" name="pt56668"/>
            <p:cNvSpPr/>
            <p:nvPr/>
          </p:nvSpPr>
          <p:spPr>
            <a:xfrm>
              <a:off x="9530995" y="2628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9" name="pt56669"/>
            <p:cNvSpPr/>
            <p:nvPr/>
          </p:nvSpPr>
          <p:spPr>
            <a:xfrm>
              <a:off x="9538421" y="1696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0" name="pt56670"/>
            <p:cNvSpPr/>
            <p:nvPr/>
          </p:nvSpPr>
          <p:spPr>
            <a:xfrm>
              <a:off x="9162993" y="2144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1" name="pt56671"/>
            <p:cNvSpPr/>
            <p:nvPr/>
          </p:nvSpPr>
          <p:spPr>
            <a:xfrm>
              <a:off x="8942596" y="1852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2" name="pt56672"/>
            <p:cNvSpPr/>
            <p:nvPr/>
          </p:nvSpPr>
          <p:spPr>
            <a:xfrm>
              <a:off x="8654494" y="25620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3" name="pt56673"/>
            <p:cNvSpPr/>
            <p:nvPr/>
          </p:nvSpPr>
          <p:spPr>
            <a:xfrm>
              <a:off x="8770040" y="2009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4" name="pt56674"/>
            <p:cNvSpPr/>
            <p:nvPr/>
          </p:nvSpPr>
          <p:spPr>
            <a:xfrm>
              <a:off x="9106706" y="1921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5" name="pt56675"/>
            <p:cNvSpPr/>
            <p:nvPr/>
          </p:nvSpPr>
          <p:spPr>
            <a:xfrm>
              <a:off x="8717243" y="2197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6" name="pt56676"/>
            <p:cNvSpPr/>
            <p:nvPr/>
          </p:nvSpPr>
          <p:spPr>
            <a:xfrm>
              <a:off x="9635986" y="2268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7" name="pt56677"/>
            <p:cNvSpPr/>
            <p:nvPr/>
          </p:nvSpPr>
          <p:spPr>
            <a:xfrm>
              <a:off x="8782612" y="2237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8" name="pt56678"/>
            <p:cNvSpPr/>
            <p:nvPr/>
          </p:nvSpPr>
          <p:spPr>
            <a:xfrm>
              <a:off x="9345474" y="20516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9" name="pt56679"/>
            <p:cNvSpPr/>
            <p:nvPr/>
          </p:nvSpPr>
          <p:spPr>
            <a:xfrm>
              <a:off x="8473354" y="2406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0" name="pt56680"/>
            <p:cNvSpPr/>
            <p:nvPr/>
          </p:nvSpPr>
          <p:spPr>
            <a:xfrm>
              <a:off x="8725827" y="2244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1" name="pt56681"/>
            <p:cNvSpPr/>
            <p:nvPr/>
          </p:nvSpPr>
          <p:spPr>
            <a:xfrm>
              <a:off x="8666631" y="2458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2" name="pt56682"/>
            <p:cNvSpPr/>
            <p:nvPr/>
          </p:nvSpPr>
          <p:spPr>
            <a:xfrm>
              <a:off x="9199436" y="2038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3" name="pt56683"/>
            <p:cNvSpPr/>
            <p:nvPr/>
          </p:nvSpPr>
          <p:spPr>
            <a:xfrm>
              <a:off x="8895213" y="2248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4" name="pt56684"/>
            <p:cNvSpPr/>
            <p:nvPr/>
          </p:nvSpPr>
          <p:spPr>
            <a:xfrm>
              <a:off x="8855955" y="2276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5" name="pt56685"/>
            <p:cNvSpPr/>
            <p:nvPr/>
          </p:nvSpPr>
          <p:spPr>
            <a:xfrm>
              <a:off x="9003873" y="1967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6" name="pt56686"/>
            <p:cNvSpPr/>
            <p:nvPr/>
          </p:nvSpPr>
          <p:spPr>
            <a:xfrm>
              <a:off x="9130917" y="2123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7" name="pt56687"/>
            <p:cNvSpPr/>
            <p:nvPr/>
          </p:nvSpPr>
          <p:spPr>
            <a:xfrm>
              <a:off x="9070546" y="2127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8" name="pt56688"/>
            <p:cNvSpPr/>
            <p:nvPr/>
          </p:nvSpPr>
          <p:spPr>
            <a:xfrm>
              <a:off x="8627374" y="2314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9" name="pt56689"/>
            <p:cNvSpPr/>
            <p:nvPr/>
          </p:nvSpPr>
          <p:spPr>
            <a:xfrm>
              <a:off x="8971798" y="20836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0" name="pt56690"/>
            <p:cNvSpPr/>
            <p:nvPr/>
          </p:nvSpPr>
          <p:spPr>
            <a:xfrm>
              <a:off x="9144612" y="1989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1" name="pt56691"/>
            <p:cNvSpPr/>
            <p:nvPr/>
          </p:nvSpPr>
          <p:spPr>
            <a:xfrm>
              <a:off x="9143835" y="2183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2" name="pt56692"/>
            <p:cNvSpPr/>
            <p:nvPr/>
          </p:nvSpPr>
          <p:spPr>
            <a:xfrm>
              <a:off x="8473354" y="2366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3" name="pt56693"/>
            <p:cNvSpPr/>
            <p:nvPr/>
          </p:nvSpPr>
          <p:spPr>
            <a:xfrm>
              <a:off x="8688651" y="2454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4" name="pt56694"/>
            <p:cNvSpPr/>
            <p:nvPr/>
          </p:nvSpPr>
          <p:spPr>
            <a:xfrm>
              <a:off x="9205570" y="2023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5" name="pt56695"/>
            <p:cNvSpPr/>
            <p:nvPr/>
          </p:nvSpPr>
          <p:spPr>
            <a:xfrm>
              <a:off x="8473354" y="2435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6" name="pt56696"/>
            <p:cNvSpPr/>
            <p:nvPr/>
          </p:nvSpPr>
          <p:spPr>
            <a:xfrm>
              <a:off x="9146922" y="2001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7" name="pt56697"/>
            <p:cNvSpPr/>
            <p:nvPr/>
          </p:nvSpPr>
          <p:spPr>
            <a:xfrm>
              <a:off x="8749319" y="226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8" name="pt56698"/>
            <p:cNvSpPr/>
            <p:nvPr/>
          </p:nvSpPr>
          <p:spPr>
            <a:xfrm>
              <a:off x="8576763" y="2439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9" name="pt56699"/>
            <p:cNvSpPr/>
            <p:nvPr/>
          </p:nvSpPr>
          <p:spPr>
            <a:xfrm>
              <a:off x="8595298" y="2286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0" name="pt56700"/>
            <p:cNvSpPr/>
            <p:nvPr/>
          </p:nvSpPr>
          <p:spPr>
            <a:xfrm>
              <a:off x="9349631" y="2072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1" name="pt56701"/>
            <p:cNvSpPr/>
            <p:nvPr/>
          </p:nvSpPr>
          <p:spPr>
            <a:xfrm>
              <a:off x="8927288" y="2085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2" name="pt56702"/>
            <p:cNvSpPr/>
            <p:nvPr/>
          </p:nvSpPr>
          <p:spPr>
            <a:xfrm>
              <a:off x="8895213" y="2281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3" name="pt56703"/>
            <p:cNvSpPr/>
            <p:nvPr/>
          </p:nvSpPr>
          <p:spPr>
            <a:xfrm>
              <a:off x="8776438" y="1970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4" name="pt56704"/>
            <p:cNvSpPr/>
            <p:nvPr/>
          </p:nvSpPr>
          <p:spPr>
            <a:xfrm>
              <a:off x="8383485" y="2346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5" name="pt56705"/>
            <p:cNvSpPr/>
            <p:nvPr/>
          </p:nvSpPr>
          <p:spPr>
            <a:xfrm>
              <a:off x="9094774" y="1851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6" name="pt56706"/>
            <p:cNvSpPr/>
            <p:nvPr/>
          </p:nvSpPr>
          <p:spPr>
            <a:xfrm>
              <a:off x="8576763" y="2313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7" name="pt56707"/>
            <p:cNvSpPr/>
            <p:nvPr/>
          </p:nvSpPr>
          <p:spPr>
            <a:xfrm>
              <a:off x="8627374" y="2353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8" name="pt56708"/>
            <p:cNvSpPr/>
            <p:nvPr/>
          </p:nvSpPr>
          <p:spPr>
            <a:xfrm>
              <a:off x="9235717" y="1870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9" name="pt56709"/>
            <p:cNvSpPr/>
            <p:nvPr/>
          </p:nvSpPr>
          <p:spPr>
            <a:xfrm>
              <a:off x="8965476" y="2042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0" name="pt56710"/>
            <p:cNvSpPr/>
            <p:nvPr/>
          </p:nvSpPr>
          <p:spPr>
            <a:xfrm>
              <a:off x="8698707" y="2188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1" name="pt56711"/>
            <p:cNvSpPr/>
            <p:nvPr/>
          </p:nvSpPr>
          <p:spPr>
            <a:xfrm>
              <a:off x="8847771" y="21879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2" name="pt56712"/>
            <p:cNvSpPr/>
            <p:nvPr/>
          </p:nvSpPr>
          <p:spPr>
            <a:xfrm>
              <a:off x="9062080" y="1755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3" name="pt56713"/>
            <p:cNvSpPr/>
            <p:nvPr/>
          </p:nvSpPr>
          <p:spPr>
            <a:xfrm>
              <a:off x="8698707" y="2445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4" name="pt56714"/>
            <p:cNvSpPr/>
            <p:nvPr/>
          </p:nvSpPr>
          <p:spPr>
            <a:xfrm>
              <a:off x="8612066" y="2354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5" name="pt56715"/>
            <p:cNvSpPr/>
            <p:nvPr/>
          </p:nvSpPr>
          <p:spPr>
            <a:xfrm>
              <a:off x="8612066" y="2343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6" name="pt56716"/>
            <p:cNvSpPr/>
            <p:nvPr/>
          </p:nvSpPr>
          <p:spPr>
            <a:xfrm>
              <a:off x="8641456" y="2063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7" name="pt56717"/>
            <p:cNvSpPr/>
            <p:nvPr/>
          </p:nvSpPr>
          <p:spPr>
            <a:xfrm>
              <a:off x="9384781" y="206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8" name="pt56718"/>
            <p:cNvSpPr/>
            <p:nvPr/>
          </p:nvSpPr>
          <p:spPr>
            <a:xfrm>
              <a:off x="9767243" y="2288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9" name="pt56719"/>
            <p:cNvSpPr/>
            <p:nvPr/>
          </p:nvSpPr>
          <p:spPr>
            <a:xfrm>
              <a:off x="8888696" y="2183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0" name="pt56720"/>
            <p:cNvSpPr/>
            <p:nvPr/>
          </p:nvSpPr>
          <p:spPr>
            <a:xfrm>
              <a:off x="8312152" y="2677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1" name="pt56721"/>
            <p:cNvSpPr/>
            <p:nvPr/>
          </p:nvSpPr>
          <p:spPr>
            <a:xfrm>
              <a:off x="9514089" y="2545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2" name="pt56722"/>
            <p:cNvSpPr/>
            <p:nvPr/>
          </p:nvSpPr>
          <p:spPr>
            <a:xfrm>
              <a:off x="9386161" y="2039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3" name="pt56723"/>
            <p:cNvSpPr/>
            <p:nvPr/>
          </p:nvSpPr>
          <p:spPr>
            <a:xfrm>
              <a:off x="8654494" y="2436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4" name="pt56724"/>
            <p:cNvSpPr/>
            <p:nvPr/>
          </p:nvSpPr>
          <p:spPr>
            <a:xfrm>
              <a:off x="9018749" y="1984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5" name="pt56725"/>
            <p:cNvSpPr/>
            <p:nvPr/>
          </p:nvSpPr>
          <p:spPr>
            <a:xfrm>
              <a:off x="9208828" y="2085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6" name="pt56726"/>
            <p:cNvSpPr/>
            <p:nvPr/>
          </p:nvSpPr>
          <p:spPr>
            <a:xfrm>
              <a:off x="8666631" y="2355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7" name="pt56727"/>
            <p:cNvSpPr/>
            <p:nvPr/>
          </p:nvSpPr>
          <p:spPr>
            <a:xfrm>
              <a:off x="8505430" y="2333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8" name="pt56728"/>
            <p:cNvSpPr/>
            <p:nvPr/>
          </p:nvSpPr>
          <p:spPr>
            <a:xfrm>
              <a:off x="8383485" y="2294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9" name="pt56729"/>
            <p:cNvSpPr/>
            <p:nvPr/>
          </p:nvSpPr>
          <p:spPr>
            <a:xfrm>
              <a:off x="9432499" y="1970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0" name="pt56730"/>
            <p:cNvSpPr/>
            <p:nvPr/>
          </p:nvSpPr>
          <p:spPr>
            <a:xfrm>
              <a:off x="9217744" y="2063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1" name="pt56731"/>
            <p:cNvSpPr/>
            <p:nvPr/>
          </p:nvSpPr>
          <p:spPr>
            <a:xfrm>
              <a:off x="9515130" y="2492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2" name="pt56732"/>
            <p:cNvSpPr/>
            <p:nvPr/>
          </p:nvSpPr>
          <p:spPr>
            <a:xfrm>
              <a:off x="8595298" y="2170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3" name="pt56733"/>
            <p:cNvSpPr/>
            <p:nvPr/>
          </p:nvSpPr>
          <p:spPr>
            <a:xfrm>
              <a:off x="8688651" y="2357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4" name="pt56734"/>
            <p:cNvSpPr/>
            <p:nvPr/>
          </p:nvSpPr>
          <p:spPr>
            <a:xfrm>
              <a:off x="8383485" y="2326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5" name="pt56735"/>
            <p:cNvSpPr/>
            <p:nvPr/>
          </p:nvSpPr>
          <p:spPr>
            <a:xfrm>
              <a:off x="9094774" y="1893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6" name="pt56736"/>
            <p:cNvSpPr/>
            <p:nvPr/>
          </p:nvSpPr>
          <p:spPr>
            <a:xfrm>
              <a:off x="9208828" y="2150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7" name="pt56737"/>
            <p:cNvSpPr/>
            <p:nvPr/>
          </p:nvSpPr>
          <p:spPr>
            <a:xfrm>
              <a:off x="8627374" y="2102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8" name="pt56738"/>
            <p:cNvSpPr/>
            <p:nvPr/>
          </p:nvSpPr>
          <p:spPr>
            <a:xfrm>
              <a:off x="8919104" y="2220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9" name="pt56739"/>
            <p:cNvSpPr/>
            <p:nvPr/>
          </p:nvSpPr>
          <p:spPr>
            <a:xfrm>
              <a:off x="8383485" y="2517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0" name="pt56740"/>
            <p:cNvSpPr/>
            <p:nvPr/>
          </p:nvSpPr>
          <p:spPr>
            <a:xfrm>
              <a:off x="9053186" y="1762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1" name="pt56741"/>
            <p:cNvSpPr/>
            <p:nvPr/>
          </p:nvSpPr>
          <p:spPr>
            <a:xfrm>
              <a:off x="9130078" y="2038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2" name="pt56742"/>
            <p:cNvSpPr/>
            <p:nvPr/>
          </p:nvSpPr>
          <p:spPr>
            <a:xfrm>
              <a:off x="9297726" y="2041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3" name="pt56743"/>
            <p:cNvSpPr/>
            <p:nvPr/>
          </p:nvSpPr>
          <p:spPr>
            <a:xfrm>
              <a:off x="9057053" y="168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4" name="pt56744"/>
            <p:cNvSpPr/>
            <p:nvPr/>
          </p:nvSpPr>
          <p:spPr>
            <a:xfrm>
              <a:off x="8825472" y="2092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5" name="pt56745"/>
            <p:cNvSpPr/>
            <p:nvPr/>
          </p:nvSpPr>
          <p:spPr>
            <a:xfrm>
              <a:off x="9107665" y="19548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6" name="pt56746"/>
            <p:cNvSpPr/>
            <p:nvPr/>
          </p:nvSpPr>
          <p:spPr>
            <a:xfrm>
              <a:off x="8981853" y="2239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7" name="pt56747"/>
            <p:cNvSpPr/>
            <p:nvPr/>
          </p:nvSpPr>
          <p:spPr>
            <a:xfrm>
              <a:off x="8734011" y="1931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8" name="pt56748"/>
            <p:cNvSpPr/>
            <p:nvPr/>
          </p:nvSpPr>
          <p:spPr>
            <a:xfrm>
              <a:off x="9420641" y="2171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9" name="pt56749"/>
            <p:cNvSpPr/>
            <p:nvPr/>
          </p:nvSpPr>
          <p:spPr>
            <a:xfrm>
              <a:off x="8627374" y="230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0" name="pt56750"/>
            <p:cNvSpPr/>
            <p:nvPr/>
          </p:nvSpPr>
          <p:spPr>
            <a:xfrm>
              <a:off x="9229609" y="1869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1" name="pt56751"/>
            <p:cNvSpPr/>
            <p:nvPr/>
          </p:nvSpPr>
          <p:spPr>
            <a:xfrm>
              <a:off x="8312152" y="2416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2" name="pt56752"/>
            <p:cNvSpPr/>
            <p:nvPr/>
          </p:nvSpPr>
          <p:spPr>
            <a:xfrm>
              <a:off x="9024978" y="2105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3" name="pt56753"/>
            <p:cNvSpPr/>
            <p:nvPr/>
          </p:nvSpPr>
          <p:spPr>
            <a:xfrm>
              <a:off x="9143835" y="2042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4" name="pt56754"/>
            <p:cNvSpPr/>
            <p:nvPr/>
          </p:nvSpPr>
          <p:spPr>
            <a:xfrm>
              <a:off x="8688651" y="2336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5" name="pt56755"/>
            <p:cNvSpPr/>
            <p:nvPr/>
          </p:nvSpPr>
          <p:spPr>
            <a:xfrm>
              <a:off x="8859909" y="2014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6" name="pt56756"/>
            <p:cNvSpPr/>
            <p:nvPr/>
          </p:nvSpPr>
          <p:spPr>
            <a:xfrm>
              <a:off x="9211498" y="2070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7" name="pt56757"/>
            <p:cNvSpPr/>
            <p:nvPr/>
          </p:nvSpPr>
          <p:spPr>
            <a:xfrm>
              <a:off x="8855955" y="2191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8" name="pt56758"/>
            <p:cNvSpPr/>
            <p:nvPr/>
          </p:nvSpPr>
          <p:spPr>
            <a:xfrm>
              <a:off x="9408964" y="2148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9" name="pt56759"/>
            <p:cNvSpPr/>
            <p:nvPr/>
          </p:nvSpPr>
          <p:spPr>
            <a:xfrm>
              <a:off x="9124084" y="2074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0" name="pt56760"/>
            <p:cNvSpPr/>
            <p:nvPr/>
          </p:nvSpPr>
          <p:spPr>
            <a:xfrm>
              <a:off x="8996835" y="1952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1" name="pt56761"/>
            <p:cNvSpPr/>
            <p:nvPr/>
          </p:nvSpPr>
          <p:spPr>
            <a:xfrm>
              <a:off x="9351314" y="2156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2" name="pt56762"/>
            <p:cNvSpPr/>
            <p:nvPr/>
          </p:nvSpPr>
          <p:spPr>
            <a:xfrm>
              <a:off x="8937640" y="1871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3" name="pt56763"/>
            <p:cNvSpPr/>
            <p:nvPr/>
          </p:nvSpPr>
          <p:spPr>
            <a:xfrm>
              <a:off x="9143835" y="2012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4" name="pt56764"/>
            <p:cNvSpPr/>
            <p:nvPr/>
          </p:nvSpPr>
          <p:spPr>
            <a:xfrm>
              <a:off x="9214649" y="2156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5" name="pt56765"/>
            <p:cNvSpPr/>
            <p:nvPr/>
          </p:nvSpPr>
          <p:spPr>
            <a:xfrm>
              <a:off x="9217232" y="2303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6" name="pt56766"/>
            <p:cNvSpPr/>
            <p:nvPr/>
          </p:nvSpPr>
          <p:spPr>
            <a:xfrm>
              <a:off x="8666631" y="2346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7" name="pt56767"/>
            <p:cNvSpPr/>
            <p:nvPr/>
          </p:nvSpPr>
          <p:spPr>
            <a:xfrm>
              <a:off x="8666631" y="2409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8" name="pt56768"/>
            <p:cNvSpPr/>
            <p:nvPr/>
          </p:nvSpPr>
          <p:spPr>
            <a:xfrm>
              <a:off x="8855955" y="2188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9" name="pt56769"/>
            <p:cNvSpPr/>
            <p:nvPr/>
          </p:nvSpPr>
          <p:spPr>
            <a:xfrm>
              <a:off x="9143835" y="2042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0" name="pt56770"/>
            <p:cNvSpPr/>
            <p:nvPr/>
          </p:nvSpPr>
          <p:spPr>
            <a:xfrm>
              <a:off x="9205570" y="2043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1" name="pt56771"/>
            <p:cNvSpPr/>
            <p:nvPr/>
          </p:nvSpPr>
          <p:spPr>
            <a:xfrm>
              <a:off x="8434097" y="2410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2" name="pt56772"/>
            <p:cNvSpPr/>
            <p:nvPr/>
          </p:nvSpPr>
          <p:spPr>
            <a:xfrm>
              <a:off x="8881929" y="2102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3" name="pt56773"/>
            <p:cNvSpPr/>
            <p:nvPr/>
          </p:nvSpPr>
          <p:spPr>
            <a:xfrm>
              <a:off x="9564416" y="2219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4" name="pt56774"/>
            <p:cNvSpPr/>
            <p:nvPr/>
          </p:nvSpPr>
          <p:spPr>
            <a:xfrm>
              <a:off x="9209365" y="2025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5" name="pt56775"/>
            <p:cNvSpPr/>
            <p:nvPr/>
          </p:nvSpPr>
          <p:spPr>
            <a:xfrm>
              <a:off x="8921875" y="2110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6" name="pt56776"/>
            <p:cNvSpPr/>
            <p:nvPr/>
          </p:nvSpPr>
          <p:spPr>
            <a:xfrm>
              <a:off x="8612066" y="2268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7" name="pt56777"/>
            <p:cNvSpPr/>
            <p:nvPr/>
          </p:nvSpPr>
          <p:spPr>
            <a:xfrm>
              <a:off x="8434097" y="2213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8" name="pt56778"/>
            <p:cNvSpPr/>
            <p:nvPr/>
          </p:nvSpPr>
          <p:spPr>
            <a:xfrm>
              <a:off x="9577860" y="2430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9" name="pt56779"/>
            <p:cNvSpPr/>
            <p:nvPr/>
          </p:nvSpPr>
          <p:spPr>
            <a:xfrm>
              <a:off x="8977900" y="2208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0" name="pt56780"/>
            <p:cNvSpPr/>
            <p:nvPr/>
          </p:nvSpPr>
          <p:spPr>
            <a:xfrm>
              <a:off x="8505430" y="2323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1" name="pt56781"/>
            <p:cNvSpPr/>
            <p:nvPr/>
          </p:nvSpPr>
          <p:spPr>
            <a:xfrm>
              <a:off x="8708219" y="2348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2" name="pt56782"/>
            <p:cNvSpPr/>
            <p:nvPr/>
          </p:nvSpPr>
          <p:spPr>
            <a:xfrm>
              <a:off x="9347687" y="2059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3" name="pt56783"/>
            <p:cNvSpPr/>
            <p:nvPr/>
          </p:nvSpPr>
          <p:spPr>
            <a:xfrm>
              <a:off x="9724502" y="2289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4" name="pt56784"/>
            <p:cNvSpPr/>
            <p:nvPr/>
          </p:nvSpPr>
          <p:spPr>
            <a:xfrm>
              <a:off x="8666631" y="2442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5" name="pt56785"/>
            <p:cNvSpPr/>
            <p:nvPr/>
          </p:nvSpPr>
          <p:spPr>
            <a:xfrm>
              <a:off x="8888696" y="2258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6" name="pt56786"/>
            <p:cNvSpPr/>
            <p:nvPr/>
          </p:nvSpPr>
          <p:spPr>
            <a:xfrm>
              <a:off x="8863776" y="2035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7" name="pt56787"/>
            <p:cNvSpPr/>
            <p:nvPr/>
          </p:nvSpPr>
          <p:spPr>
            <a:xfrm>
              <a:off x="9377920" y="2203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8" name="pt56788"/>
            <p:cNvSpPr/>
            <p:nvPr/>
          </p:nvSpPr>
          <p:spPr>
            <a:xfrm>
              <a:off x="8810596" y="2321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9" name="pt56789"/>
            <p:cNvSpPr/>
            <p:nvPr/>
          </p:nvSpPr>
          <p:spPr>
            <a:xfrm>
              <a:off x="9124084" y="2048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0" name="pt56790"/>
            <p:cNvSpPr/>
            <p:nvPr/>
          </p:nvSpPr>
          <p:spPr>
            <a:xfrm>
              <a:off x="8612066" y="22929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1" name="pt56791"/>
            <p:cNvSpPr/>
            <p:nvPr/>
          </p:nvSpPr>
          <p:spPr>
            <a:xfrm>
              <a:off x="8666631" y="2309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2" name="pt56792"/>
            <p:cNvSpPr/>
            <p:nvPr/>
          </p:nvSpPr>
          <p:spPr>
            <a:xfrm>
              <a:off x="9021891" y="183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3" name="pt56793"/>
            <p:cNvSpPr/>
            <p:nvPr/>
          </p:nvSpPr>
          <p:spPr>
            <a:xfrm>
              <a:off x="8975889" y="2169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4" name="pt56794"/>
            <p:cNvSpPr/>
            <p:nvPr/>
          </p:nvSpPr>
          <p:spPr>
            <a:xfrm>
              <a:off x="8434097" y="2394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5" name="pt56795"/>
            <p:cNvSpPr/>
            <p:nvPr/>
          </p:nvSpPr>
          <p:spPr>
            <a:xfrm>
              <a:off x="9039647" y="2035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6" name="pt56796"/>
            <p:cNvSpPr/>
            <p:nvPr/>
          </p:nvSpPr>
          <p:spPr>
            <a:xfrm>
              <a:off x="8749319" y="1916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7" name="pt56797"/>
            <p:cNvSpPr/>
            <p:nvPr/>
          </p:nvSpPr>
          <p:spPr>
            <a:xfrm>
              <a:off x="8717243" y="2212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8" name="pt56798"/>
            <p:cNvSpPr/>
            <p:nvPr/>
          </p:nvSpPr>
          <p:spPr>
            <a:xfrm>
              <a:off x="8666631" y="2468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9" name="pt56799"/>
            <p:cNvSpPr/>
            <p:nvPr/>
          </p:nvSpPr>
          <p:spPr>
            <a:xfrm>
              <a:off x="8473354" y="232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0" name="pt56800"/>
            <p:cNvSpPr/>
            <p:nvPr/>
          </p:nvSpPr>
          <p:spPr>
            <a:xfrm>
              <a:off x="8312152" y="2640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1" name="pt56801"/>
            <p:cNvSpPr/>
            <p:nvPr/>
          </p:nvSpPr>
          <p:spPr>
            <a:xfrm>
              <a:off x="8749319" y="2282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2" name="pt56802"/>
            <p:cNvSpPr/>
            <p:nvPr/>
          </p:nvSpPr>
          <p:spPr>
            <a:xfrm>
              <a:off x="8473354" y="2430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3" name="pt56803"/>
            <p:cNvSpPr/>
            <p:nvPr/>
          </p:nvSpPr>
          <p:spPr>
            <a:xfrm>
              <a:off x="8741831" y="2494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4" name="pt56804"/>
            <p:cNvSpPr/>
            <p:nvPr/>
          </p:nvSpPr>
          <p:spPr>
            <a:xfrm>
              <a:off x="9130917" y="2082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5" name="pt56805"/>
            <p:cNvSpPr/>
            <p:nvPr/>
          </p:nvSpPr>
          <p:spPr>
            <a:xfrm>
              <a:off x="8576763" y="2402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6" name="pt56806"/>
            <p:cNvSpPr/>
            <p:nvPr/>
          </p:nvSpPr>
          <p:spPr>
            <a:xfrm>
              <a:off x="8996835" y="1953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7" name="pt56807"/>
            <p:cNvSpPr/>
            <p:nvPr/>
          </p:nvSpPr>
          <p:spPr>
            <a:xfrm>
              <a:off x="8874891" y="2262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8" name="pt56808"/>
            <p:cNvSpPr/>
            <p:nvPr/>
          </p:nvSpPr>
          <p:spPr>
            <a:xfrm>
              <a:off x="9039647" y="1870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9" name="pt56809"/>
            <p:cNvSpPr/>
            <p:nvPr/>
          </p:nvSpPr>
          <p:spPr>
            <a:xfrm>
              <a:off x="8312152" y="2347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0" name="pt56810"/>
            <p:cNvSpPr/>
            <p:nvPr/>
          </p:nvSpPr>
          <p:spPr>
            <a:xfrm>
              <a:off x="9511026" y="2401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1" name="pt56811"/>
            <p:cNvSpPr/>
            <p:nvPr/>
          </p:nvSpPr>
          <p:spPr>
            <a:xfrm>
              <a:off x="9217744" y="2124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2" name="pt56812"/>
            <p:cNvSpPr/>
            <p:nvPr/>
          </p:nvSpPr>
          <p:spPr>
            <a:xfrm>
              <a:off x="9070546" y="2217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3" name="pt56813"/>
            <p:cNvSpPr/>
            <p:nvPr/>
          </p:nvSpPr>
          <p:spPr>
            <a:xfrm>
              <a:off x="8698707" y="2546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4" name="pt56814"/>
            <p:cNvSpPr/>
            <p:nvPr/>
          </p:nvSpPr>
          <p:spPr>
            <a:xfrm>
              <a:off x="9080864" y="1804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5" name="pt56815"/>
            <p:cNvSpPr/>
            <p:nvPr/>
          </p:nvSpPr>
          <p:spPr>
            <a:xfrm>
              <a:off x="8434097" y="2440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6" name="pt56816"/>
            <p:cNvSpPr/>
            <p:nvPr/>
          </p:nvSpPr>
          <p:spPr>
            <a:xfrm>
              <a:off x="8847771" y="2002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7" name="pt56817"/>
            <p:cNvSpPr/>
            <p:nvPr/>
          </p:nvSpPr>
          <p:spPr>
            <a:xfrm>
              <a:off x="9175781" y="1991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8" name="pt56818"/>
            <p:cNvSpPr/>
            <p:nvPr/>
          </p:nvSpPr>
          <p:spPr>
            <a:xfrm>
              <a:off x="8995031" y="2107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9" name="pt56819"/>
            <p:cNvSpPr/>
            <p:nvPr/>
          </p:nvSpPr>
          <p:spPr>
            <a:xfrm>
              <a:off x="8945023" y="1795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0" name="pt56820"/>
            <p:cNvSpPr/>
            <p:nvPr/>
          </p:nvSpPr>
          <p:spPr>
            <a:xfrm>
              <a:off x="8688651" y="2435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1" name="pt56821"/>
            <p:cNvSpPr/>
            <p:nvPr/>
          </p:nvSpPr>
          <p:spPr>
            <a:xfrm>
              <a:off x="8666631" y="2328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2" name="pt56822"/>
            <p:cNvSpPr/>
            <p:nvPr/>
          </p:nvSpPr>
          <p:spPr>
            <a:xfrm>
              <a:off x="8677986" y="2508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3" name="pt56823"/>
            <p:cNvSpPr/>
            <p:nvPr/>
          </p:nvSpPr>
          <p:spPr>
            <a:xfrm>
              <a:off x="9095800" y="1857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4" name="pt56824"/>
            <p:cNvSpPr/>
            <p:nvPr/>
          </p:nvSpPr>
          <p:spPr>
            <a:xfrm>
              <a:off x="9393280" y="19843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5" name="pt56825"/>
            <p:cNvSpPr/>
            <p:nvPr/>
          </p:nvSpPr>
          <p:spPr>
            <a:xfrm>
              <a:off x="8654494" y="2440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6" name="pt56826"/>
            <p:cNvSpPr/>
            <p:nvPr/>
          </p:nvSpPr>
          <p:spPr>
            <a:xfrm>
              <a:off x="9162993" y="2167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7" name="pt56827"/>
            <p:cNvSpPr/>
            <p:nvPr/>
          </p:nvSpPr>
          <p:spPr>
            <a:xfrm>
              <a:off x="9060837" y="1757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8" name="pt56828"/>
            <p:cNvSpPr/>
            <p:nvPr/>
          </p:nvSpPr>
          <p:spPr>
            <a:xfrm>
              <a:off x="8770040" y="2133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9" name="pt56829"/>
            <p:cNvSpPr/>
            <p:nvPr/>
          </p:nvSpPr>
          <p:spPr>
            <a:xfrm>
              <a:off x="8434097" y="2278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0" name="pt56830"/>
            <p:cNvSpPr/>
            <p:nvPr/>
          </p:nvSpPr>
          <p:spPr>
            <a:xfrm>
              <a:off x="9095800" y="1915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1" name="pt56831"/>
            <p:cNvSpPr/>
            <p:nvPr/>
          </p:nvSpPr>
          <p:spPr>
            <a:xfrm>
              <a:off x="9218255" y="1863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2" name="pt56832"/>
            <p:cNvSpPr/>
            <p:nvPr/>
          </p:nvSpPr>
          <p:spPr>
            <a:xfrm>
              <a:off x="9087421" y="1800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3" name="pt56833"/>
            <p:cNvSpPr/>
            <p:nvPr/>
          </p:nvSpPr>
          <p:spPr>
            <a:xfrm>
              <a:off x="8825472" y="2128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4" name="pt56834"/>
            <p:cNvSpPr/>
            <p:nvPr/>
          </p:nvSpPr>
          <p:spPr>
            <a:xfrm>
              <a:off x="9161591" y="2191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5" name="pt56835"/>
            <p:cNvSpPr/>
            <p:nvPr/>
          </p:nvSpPr>
          <p:spPr>
            <a:xfrm>
              <a:off x="8913428" y="2159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6" name="pt56836"/>
            <p:cNvSpPr/>
            <p:nvPr/>
          </p:nvSpPr>
          <p:spPr>
            <a:xfrm>
              <a:off x="8881929" y="223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7" name="pt56837"/>
            <p:cNvSpPr/>
            <p:nvPr/>
          </p:nvSpPr>
          <p:spPr>
            <a:xfrm>
              <a:off x="9201130" y="1981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8" name="pt56838"/>
            <p:cNvSpPr/>
            <p:nvPr/>
          </p:nvSpPr>
          <p:spPr>
            <a:xfrm>
              <a:off x="8677986" y="2518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9" name="pt56839"/>
            <p:cNvSpPr/>
            <p:nvPr/>
          </p:nvSpPr>
          <p:spPr>
            <a:xfrm>
              <a:off x="9393280" y="2021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0" name="pt56840"/>
            <p:cNvSpPr/>
            <p:nvPr/>
          </p:nvSpPr>
          <p:spPr>
            <a:xfrm>
              <a:off x="9065758" y="1950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1" name="pt56841"/>
            <p:cNvSpPr/>
            <p:nvPr/>
          </p:nvSpPr>
          <p:spPr>
            <a:xfrm>
              <a:off x="9188912" y="1799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2" name="pt56842"/>
            <p:cNvSpPr/>
            <p:nvPr/>
          </p:nvSpPr>
          <p:spPr>
            <a:xfrm>
              <a:off x="8881929" y="2265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3" name="pt56843"/>
            <p:cNvSpPr/>
            <p:nvPr/>
          </p:nvSpPr>
          <p:spPr>
            <a:xfrm>
              <a:off x="8312152" y="2459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4" name="pt56844"/>
            <p:cNvSpPr/>
            <p:nvPr/>
          </p:nvSpPr>
          <p:spPr>
            <a:xfrm>
              <a:off x="9285982" y="1786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5" name="pt56845"/>
            <p:cNvSpPr/>
            <p:nvPr/>
          </p:nvSpPr>
          <p:spPr>
            <a:xfrm>
              <a:off x="8935109" y="1982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6" name="pt56846"/>
            <p:cNvSpPr/>
            <p:nvPr/>
          </p:nvSpPr>
          <p:spPr>
            <a:xfrm>
              <a:off x="8576763" y="2327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7" name="pt56847"/>
            <p:cNvSpPr/>
            <p:nvPr/>
          </p:nvSpPr>
          <p:spPr>
            <a:xfrm>
              <a:off x="9070546" y="2401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8" name="pt56848"/>
            <p:cNvSpPr/>
            <p:nvPr/>
          </p:nvSpPr>
          <p:spPr>
            <a:xfrm>
              <a:off x="8434097" y="2341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9" name="pt56849"/>
            <p:cNvSpPr/>
            <p:nvPr/>
          </p:nvSpPr>
          <p:spPr>
            <a:xfrm>
              <a:off x="9241172" y="1929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0" name="pt56850"/>
            <p:cNvSpPr/>
            <p:nvPr/>
          </p:nvSpPr>
          <p:spPr>
            <a:xfrm>
              <a:off x="8688651" y="2335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1" name="pt56851"/>
            <p:cNvSpPr/>
            <p:nvPr/>
          </p:nvSpPr>
          <p:spPr>
            <a:xfrm>
              <a:off x="9311758" y="1949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2" name="pt56852"/>
            <p:cNvSpPr/>
            <p:nvPr/>
          </p:nvSpPr>
          <p:spPr>
            <a:xfrm>
              <a:off x="8788576" y="2233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3" name="pt56853"/>
            <p:cNvSpPr/>
            <p:nvPr/>
          </p:nvSpPr>
          <p:spPr>
            <a:xfrm>
              <a:off x="9209365" y="2078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4" name="pt56854"/>
            <p:cNvSpPr/>
            <p:nvPr/>
          </p:nvSpPr>
          <p:spPr>
            <a:xfrm>
              <a:off x="9346461" y="2227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5" name="pt56855"/>
            <p:cNvSpPr/>
            <p:nvPr/>
          </p:nvSpPr>
          <p:spPr>
            <a:xfrm>
              <a:off x="8434097" y="2388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6" name="pt56856"/>
            <p:cNvSpPr/>
            <p:nvPr/>
          </p:nvSpPr>
          <p:spPr>
            <a:xfrm>
              <a:off x="9021891" y="1690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7" name="pt56857"/>
            <p:cNvSpPr/>
            <p:nvPr/>
          </p:nvSpPr>
          <p:spPr>
            <a:xfrm>
              <a:off x="8947416" y="1915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8" name="pt56858"/>
            <p:cNvSpPr/>
            <p:nvPr/>
          </p:nvSpPr>
          <p:spPr>
            <a:xfrm>
              <a:off x="8677986" y="2442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9" name="pt56859"/>
            <p:cNvSpPr/>
            <p:nvPr/>
          </p:nvSpPr>
          <p:spPr>
            <a:xfrm>
              <a:off x="8947416" y="1960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0" name="pt56860"/>
            <p:cNvSpPr/>
            <p:nvPr/>
          </p:nvSpPr>
          <p:spPr>
            <a:xfrm>
              <a:off x="8556041" y="2579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1" name="pt56861"/>
            <p:cNvSpPr/>
            <p:nvPr/>
          </p:nvSpPr>
          <p:spPr>
            <a:xfrm>
              <a:off x="8878445" y="2028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2" name="pt56862"/>
            <p:cNvSpPr/>
            <p:nvPr/>
          </p:nvSpPr>
          <p:spPr>
            <a:xfrm>
              <a:off x="8881929" y="2320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3" name="pt56863"/>
            <p:cNvSpPr/>
            <p:nvPr/>
          </p:nvSpPr>
          <p:spPr>
            <a:xfrm>
              <a:off x="8805344" y="2078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4" name="pt56864"/>
            <p:cNvSpPr/>
            <p:nvPr/>
          </p:nvSpPr>
          <p:spPr>
            <a:xfrm>
              <a:off x="9121452" y="2243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5" name="pt56865"/>
            <p:cNvSpPr/>
            <p:nvPr/>
          </p:nvSpPr>
          <p:spPr>
            <a:xfrm>
              <a:off x="8505430" y="2285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6" name="pt56866"/>
            <p:cNvSpPr/>
            <p:nvPr/>
          </p:nvSpPr>
          <p:spPr>
            <a:xfrm>
              <a:off x="8473354" y="2212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7" name="pt56867"/>
            <p:cNvSpPr/>
            <p:nvPr/>
          </p:nvSpPr>
          <p:spPr>
            <a:xfrm>
              <a:off x="9024978" y="2127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8" name="pt56868"/>
            <p:cNvSpPr/>
            <p:nvPr/>
          </p:nvSpPr>
          <p:spPr>
            <a:xfrm>
              <a:off x="8654494" y="2485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9" name="pt56869"/>
            <p:cNvSpPr/>
            <p:nvPr/>
          </p:nvSpPr>
          <p:spPr>
            <a:xfrm>
              <a:off x="9351314" y="2170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0" name="pt56870"/>
            <p:cNvSpPr/>
            <p:nvPr/>
          </p:nvSpPr>
          <p:spPr>
            <a:xfrm>
              <a:off x="9062080" y="1758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1" name="pt56871"/>
            <p:cNvSpPr/>
            <p:nvPr/>
          </p:nvSpPr>
          <p:spPr>
            <a:xfrm>
              <a:off x="8971798" y="2056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2" name="pt56872"/>
            <p:cNvSpPr/>
            <p:nvPr/>
          </p:nvSpPr>
          <p:spPr>
            <a:xfrm>
              <a:off x="9124084" y="2184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3" name="pt56873"/>
            <p:cNvSpPr/>
            <p:nvPr/>
          </p:nvSpPr>
          <p:spPr>
            <a:xfrm>
              <a:off x="8776438" y="2037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4" name="pt56874"/>
            <p:cNvSpPr/>
            <p:nvPr/>
          </p:nvSpPr>
          <p:spPr>
            <a:xfrm>
              <a:off x="9536594" y="1903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5" name="pt56875"/>
            <p:cNvSpPr/>
            <p:nvPr/>
          </p:nvSpPr>
          <p:spPr>
            <a:xfrm>
              <a:off x="9218255" y="1846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6" name="pt56876"/>
            <p:cNvSpPr/>
            <p:nvPr/>
          </p:nvSpPr>
          <p:spPr>
            <a:xfrm>
              <a:off x="9219272" y="1868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7" name="pt56877"/>
            <p:cNvSpPr/>
            <p:nvPr/>
          </p:nvSpPr>
          <p:spPr>
            <a:xfrm>
              <a:off x="9217744" y="2178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8" name="pt56878"/>
            <p:cNvSpPr/>
            <p:nvPr/>
          </p:nvSpPr>
          <p:spPr>
            <a:xfrm>
              <a:off x="9171842" y="2224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9" name="pt56879"/>
            <p:cNvSpPr/>
            <p:nvPr/>
          </p:nvSpPr>
          <p:spPr>
            <a:xfrm>
              <a:off x="8312152" y="2578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0" name="pt56880"/>
            <p:cNvSpPr/>
            <p:nvPr/>
          </p:nvSpPr>
          <p:spPr>
            <a:xfrm>
              <a:off x="8505430" y="2280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1" name="pt56881"/>
            <p:cNvSpPr/>
            <p:nvPr/>
          </p:nvSpPr>
          <p:spPr>
            <a:xfrm>
              <a:off x="9301896" y="1989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2" name="pt56882"/>
            <p:cNvSpPr/>
            <p:nvPr/>
          </p:nvSpPr>
          <p:spPr>
            <a:xfrm>
              <a:off x="9328879" y="2065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3" name="pt56883"/>
            <p:cNvSpPr/>
            <p:nvPr/>
          </p:nvSpPr>
          <p:spPr>
            <a:xfrm>
              <a:off x="9577860" y="2331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4" name="pt56884"/>
            <p:cNvSpPr/>
            <p:nvPr/>
          </p:nvSpPr>
          <p:spPr>
            <a:xfrm>
              <a:off x="8956678" y="1919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5" name="pt56885"/>
            <p:cNvSpPr/>
            <p:nvPr/>
          </p:nvSpPr>
          <p:spPr>
            <a:xfrm>
              <a:off x="8741831" y="2202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6" name="pt56886"/>
            <p:cNvSpPr/>
            <p:nvPr/>
          </p:nvSpPr>
          <p:spPr>
            <a:xfrm>
              <a:off x="8839187" y="2187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7" name="pt56887"/>
            <p:cNvSpPr/>
            <p:nvPr/>
          </p:nvSpPr>
          <p:spPr>
            <a:xfrm>
              <a:off x="8901496" y="1599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8" name="pt56888"/>
            <p:cNvSpPr/>
            <p:nvPr/>
          </p:nvSpPr>
          <p:spPr>
            <a:xfrm>
              <a:off x="9530304" y="2521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9" name="pt56889"/>
            <p:cNvSpPr/>
            <p:nvPr/>
          </p:nvSpPr>
          <p:spPr>
            <a:xfrm>
              <a:off x="8434097" y="2509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0" name="pt56890"/>
            <p:cNvSpPr/>
            <p:nvPr/>
          </p:nvSpPr>
          <p:spPr>
            <a:xfrm>
              <a:off x="8776438" y="2041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1" name="pt56891"/>
            <p:cNvSpPr/>
            <p:nvPr/>
          </p:nvSpPr>
          <p:spPr>
            <a:xfrm>
              <a:off x="9386161" y="2147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2" name="pt56892"/>
            <p:cNvSpPr/>
            <p:nvPr/>
          </p:nvSpPr>
          <p:spPr>
            <a:xfrm>
              <a:off x="8505430" y="2376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3" name="pt56893"/>
            <p:cNvSpPr/>
            <p:nvPr/>
          </p:nvSpPr>
          <p:spPr>
            <a:xfrm>
              <a:off x="8383485" y="2310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4" name="pt56894"/>
            <p:cNvSpPr/>
            <p:nvPr/>
          </p:nvSpPr>
          <p:spPr>
            <a:xfrm>
              <a:off x="8815695" y="20134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5" name="pt56895"/>
            <p:cNvSpPr/>
            <p:nvPr/>
          </p:nvSpPr>
          <p:spPr>
            <a:xfrm>
              <a:off x="8556041" y="2571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6" name="pt56896"/>
            <p:cNvSpPr/>
            <p:nvPr/>
          </p:nvSpPr>
          <p:spPr>
            <a:xfrm>
              <a:off x="9324474" y="218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7" name="pt56897"/>
            <p:cNvSpPr/>
            <p:nvPr/>
          </p:nvSpPr>
          <p:spPr>
            <a:xfrm>
              <a:off x="9035373" y="1387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8" name="pt56898"/>
            <p:cNvSpPr/>
            <p:nvPr/>
          </p:nvSpPr>
          <p:spPr>
            <a:xfrm>
              <a:off x="8312152" y="25014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9" name="pt56899"/>
            <p:cNvSpPr/>
            <p:nvPr/>
          </p:nvSpPr>
          <p:spPr>
            <a:xfrm>
              <a:off x="8805344" y="2224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0" name="pt56900"/>
            <p:cNvSpPr/>
            <p:nvPr/>
          </p:nvSpPr>
          <p:spPr>
            <a:xfrm>
              <a:off x="9666217" y="1948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1" name="pt56901"/>
            <p:cNvSpPr/>
            <p:nvPr/>
          </p:nvSpPr>
          <p:spPr>
            <a:xfrm>
              <a:off x="8505430" y="2431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2" name="pt56902"/>
            <p:cNvSpPr/>
            <p:nvPr/>
          </p:nvSpPr>
          <p:spPr>
            <a:xfrm>
              <a:off x="8859909" y="1959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3" name="pt56903"/>
            <p:cNvSpPr/>
            <p:nvPr/>
          </p:nvSpPr>
          <p:spPr>
            <a:xfrm>
              <a:off x="9065758" y="19952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4" name="pt56904"/>
            <p:cNvSpPr/>
            <p:nvPr/>
          </p:nvSpPr>
          <p:spPr>
            <a:xfrm>
              <a:off x="8505430" y="2460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5" name="pt56905"/>
            <p:cNvSpPr/>
            <p:nvPr/>
          </p:nvSpPr>
          <p:spPr>
            <a:xfrm>
              <a:off x="9161591" y="2190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6" name="pt56906"/>
            <p:cNvSpPr/>
            <p:nvPr/>
          </p:nvSpPr>
          <p:spPr>
            <a:xfrm>
              <a:off x="8505430" y="2356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7" name="pt56907"/>
            <p:cNvSpPr/>
            <p:nvPr/>
          </p:nvSpPr>
          <p:spPr>
            <a:xfrm>
              <a:off x="9069361" y="2193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8" name="pt56908"/>
            <p:cNvSpPr/>
            <p:nvPr/>
          </p:nvSpPr>
          <p:spPr>
            <a:xfrm>
              <a:off x="8505430" y="23983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9" name="pt56909"/>
            <p:cNvSpPr/>
            <p:nvPr/>
          </p:nvSpPr>
          <p:spPr>
            <a:xfrm>
              <a:off x="9065758" y="2047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0" name="pt56910"/>
            <p:cNvSpPr/>
            <p:nvPr/>
          </p:nvSpPr>
          <p:spPr>
            <a:xfrm>
              <a:off x="8312152" y="2518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1" name="pt56911"/>
            <p:cNvSpPr/>
            <p:nvPr/>
          </p:nvSpPr>
          <p:spPr>
            <a:xfrm>
              <a:off x="8820652" y="2205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2" name="pt56912"/>
            <p:cNvSpPr/>
            <p:nvPr/>
          </p:nvSpPr>
          <p:spPr>
            <a:xfrm>
              <a:off x="9440320" y="199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3" name="pt56913"/>
            <p:cNvSpPr/>
            <p:nvPr/>
          </p:nvSpPr>
          <p:spPr>
            <a:xfrm>
              <a:off x="8935109" y="2077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4" name="pt56914"/>
            <p:cNvSpPr/>
            <p:nvPr/>
          </p:nvSpPr>
          <p:spPr>
            <a:xfrm>
              <a:off x="9095800" y="1880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5" name="pt56915"/>
            <p:cNvSpPr/>
            <p:nvPr/>
          </p:nvSpPr>
          <p:spPr>
            <a:xfrm>
              <a:off x="9083077" y="1680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6" name="pt56916"/>
            <p:cNvSpPr/>
            <p:nvPr/>
          </p:nvSpPr>
          <p:spPr>
            <a:xfrm>
              <a:off x="8867559" y="2087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7" name="pt56917"/>
            <p:cNvSpPr/>
            <p:nvPr/>
          </p:nvSpPr>
          <p:spPr>
            <a:xfrm>
              <a:off x="8749319" y="1983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8" name="pt56918"/>
            <p:cNvSpPr/>
            <p:nvPr/>
          </p:nvSpPr>
          <p:spPr>
            <a:xfrm>
              <a:off x="9024978" y="184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9" name="pt56919"/>
            <p:cNvSpPr/>
            <p:nvPr/>
          </p:nvSpPr>
          <p:spPr>
            <a:xfrm>
              <a:off x="9382590" y="2073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0" name="pt56920"/>
            <p:cNvSpPr/>
            <p:nvPr/>
          </p:nvSpPr>
          <p:spPr>
            <a:xfrm>
              <a:off x="9408619" y="1937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1" name="pt56921"/>
            <p:cNvSpPr/>
            <p:nvPr/>
          </p:nvSpPr>
          <p:spPr>
            <a:xfrm>
              <a:off x="8963317" y="2060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2" name="pt56922"/>
            <p:cNvSpPr/>
            <p:nvPr/>
          </p:nvSpPr>
          <p:spPr>
            <a:xfrm>
              <a:off x="8595298" y="2445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3" name="pt56923"/>
            <p:cNvSpPr/>
            <p:nvPr/>
          </p:nvSpPr>
          <p:spPr>
            <a:xfrm>
              <a:off x="8576763" y="2214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4" name="pt56924"/>
            <p:cNvSpPr/>
            <p:nvPr/>
          </p:nvSpPr>
          <p:spPr>
            <a:xfrm>
              <a:off x="9564416" y="2239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5" name="pt56925"/>
            <p:cNvSpPr/>
            <p:nvPr/>
          </p:nvSpPr>
          <p:spPr>
            <a:xfrm>
              <a:off x="8576763" y="2413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6" name="pt56926"/>
            <p:cNvSpPr/>
            <p:nvPr/>
          </p:nvSpPr>
          <p:spPr>
            <a:xfrm>
              <a:off x="8612066" y="2263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7" name="pt56927"/>
            <p:cNvSpPr/>
            <p:nvPr/>
          </p:nvSpPr>
          <p:spPr>
            <a:xfrm>
              <a:off x="8839187" y="2339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8" name="pt56928"/>
            <p:cNvSpPr/>
            <p:nvPr/>
          </p:nvSpPr>
          <p:spPr>
            <a:xfrm>
              <a:off x="8949778" y="1917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9" name="pt56929"/>
            <p:cNvSpPr/>
            <p:nvPr/>
          </p:nvSpPr>
          <p:spPr>
            <a:xfrm>
              <a:off x="8641456" y="2146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0" name="pt56930"/>
            <p:cNvSpPr/>
            <p:nvPr/>
          </p:nvSpPr>
          <p:spPr>
            <a:xfrm>
              <a:off x="8981853" y="2257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1" name="pt56931"/>
            <p:cNvSpPr/>
            <p:nvPr/>
          </p:nvSpPr>
          <p:spPr>
            <a:xfrm>
              <a:off x="8734011" y="2121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2" name="pt56932"/>
            <p:cNvSpPr/>
            <p:nvPr/>
          </p:nvSpPr>
          <p:spPr>
            <a:xfrm>
              <a:off x="9433552" y="1973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3" name="pt56933"/>
            <p:cNvSpPr/>
            <p:nvPr/>
          </p:nvSpPr>
          <p:spPr>
            <a:xfrm>
              <a:off x="8641456" y="2045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4" name="pt56934"/>
            <p:cNvSpPr/>
            <p:nvPr/>
          </p:nvSpPr>
          <p:spPr>
            <a:xfrm>
              <a:off x="9249051" y="2122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5" name="pt56935"/>
            <p:cNvSpPr/>
            <p:nvPr/>
          </p:nvSpPr>
          <p:spPr>
            <a:xfrm>
              <a:off x="8654494" y="2374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6" name="pt56936"/>
            <p:cNvSpPr/>
            <p:nvPr/>
          </p:nvSpPr>
          <p:spPr>
            <a:xfrm>
              <a:off x="9767243" y="2328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7" name="pt56937"/>
            <p:cNvSpPr/>
            <p:nvPr/>
          </p:nvSpPr>
          <p:spPr>
            <a:xfrm>
              <a:off x="9028011" y="1646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8" name="pt56938"/>
            <p:cNvSpPr/>
            <p:nvPr/>
          </p:nvSpPr>
          <p:spPr>
            <a:xfrm>
              <a:off x="9049233" y="1934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9" name="pt56939"/>
            <p:cNvSpPr/>
            <p:nvPr/>
          </p:nvSpPr>
          <p:spPr>
            <a:xfrm>
              <a:off x="8799930" y="2066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0" name="pt56940"/>
            <p:cNvSpPr/>
            <p:nvPr/>
          </p:nvSpPr>
          <p:spPr>
            <a:xfrm>
              <a:off x="9714526" y="1787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1" name="pt56941"/>
            <p:cNvSpPr/>
            <p:nvPr/>
          </p:nvSpPr>
          <p:spPr>
            <a:xfrm>
              <a:off x="9514089" y="2531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2" name="pt56942"/>
            <p:cNvSpPr/>
            <p:nvPr/>
          </p:nvSpPr>
          <p:spPr>
            <a:xfrm>
              <a:off x="9055774" y="1677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3" name="pt56943"/>
            <p:cNvSpPr/>
            <p:nvPr/>
          </p:nvSpPr>
          <p:spPr>
            <a:xfrm>
              <a:off x="8434097" y="2398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4" name="pt56944"/>
            <p:cNvSpPr/>
            <p:nvPr/>
          </p:nvSpPr>
          <p:spPr>
            <a:xfrm>
              <a:off x="8954408" y="1822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5" name="pt56945"/>
            <p:cNvSpPr/>
            <p:nvPr/>
          </p:nvSpPr>
          <p:spPr>
            <a:xfrm>
              <a:off x="9378331" y="20950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6" name="pt56946"/>
            <p:cNvSpPr/>
            <p:nvPr/>
          </p:nvSpPr>
          <p:spPr>
            <a:xfrm>
              <a:off x="8312152" y="2374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7" name="pt56947"/>
            <p:cNvSpPr/>
            <p:nvPr/>
          </p:nvSpPr>
          <p:spPr>
            <a:xfrm>
              <a:off x="9349631" y="2001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8" name="pt56948"/>
            <p:cNvSpPr/>
            <p:nvPr/>
          </p:nvSpPr>
          <p:spPr>
            <a:xfrm>
              <a:off x="8312152" y="2553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9" name="pt56949"/>
            <p:cNvSpPr/>
            <p:nvPr/>
          </p:nvSpPr>
          <p:spPr>
            <a:xfrm>
              <a:off x="9435194" y="1882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0" name="pt56950"/>
            <p:cNvSpPr/>
            <p:nvPr/>
          </p:nvSpPr>
          <p:spPr>
            <a:xfrm>
              <a:off x="8741831" y="2332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1" name="pt56951"/>
            <p:cNvSpPr/>
            <p:nvPr/>
          </p:nvSpPr>
          <p:spPr>
            <a:xfrm>
              <a:off x="8782612" y="2241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2" name="pt56952"/>
            <p:cNvSpPr/>
            <p:nvPr/>
          </p:nvSpPr>
          <p:spPr>
            <a:xfrm>
              <a:off x="8888696" y="2010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3" name="pt56953"/>
            <p:cNvSpPr/>
            <p:nvPr/>
          </p:nvSpPr>
          <p:spPr>
            <a:xfrm>
              <a:off x="9289758" y="1625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4" name="pt56954"/>
            <p:cNvSpPr/>
            <p:nvPr/>
          </p:nvSpPr>
          <p:spPr>
            <a:xfrm>
              <a:off x="9188912" y="175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5" name="pt56955"/>
            <p:cNvSpPr/>
            <p:nvPr/>
          </p:nvSpPr>
          <p:spPr>
            <a:xfrm>
              <a:off x="8595298" y="2220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6" name="pt56956"/>
            <p:cNvSpPr/>
            <p:nvPr/>
          </p:nvSpPr>
          <p:spPr>
            <a:xfrm>
              <a:off x="8947416" y="2021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7" name="pt56957"/>
            <p:cNvSpPr/>
            <p:nvPr/>
          </p:nvSpPr>
          <p:spPr>
            <a:xfrm>
              <a:off x="8312152" y="25831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8" name="pt56958"/>
            <p:cNvSpPr/>
            <p:nvPr/>
          </p:nvSpPr>
          <p:spPr>
            <a:xfrm>
              <a:off x="9228169" y="1783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9" name="pt56959"/>
            <p:cNvSpPr/>
            <p:nvPr/>
          </p:nvSpPr>
          <p:spPr>
            <a:xfrm>
              <a:off x="8556041" y="2399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0" name="pt56960"/>
            <p:cNvSpPr/>
            <p:nvPr/>
          </p:nvSpPr>
          <p:spPr>
            <a:xfrm>
              <a:off x="9547911" y="1777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1" name="pt56961"/>
            <p:cNvSpPr/>
            <p:nvPr/>
          </p:nvSpPr>
          <p:spPr>
            <a:xfrm>
              <a:off x="8776438" y="19895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2" name="pt56962"/>
            <p:cNvSpPr/>
            <p:nvPr/>
          </p:nvSpPr>
          <p:spPr>
            <a:xfrm>
              <a:off x="8947416" y="1998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3" name="pt56963"/>
            <p:cNvSpPr/>
            <p:nvPr/>
          </p:nvSpPr>
          <p:spPr>
            <a:xfrm>
              <a:off x="8810596" y="2253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4" name="pt56964"/>
            <p:cNvSpPr/>
            <p:nvPr/>
          </p:nvSpPr>
          <p:spPr>
            <a:xfrm>
              <a:off x="9230563" y="1828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5" name="pt56965"/>
            <p:cNvSpPr/>
            <p:nvPr/>
          </p:nvSpPr>
          <p:spPr>
            <a:xfrm>
              <a:off x="8434097" y="2385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6" name="pt56966"/>
            <p:cNvSpPr/>
            <p:nvPr/>
          </p:nvSpPr>
          <p:spPr>
            <a:xfrm>
              <a:off x="8688651" y="2343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7" name="pt56967"/>
            <p:cNvSpPr/>
            <p:nvPr/>
          </p:nvSpPr>
          <p:spPr>
            <a:xfrm>
              <a:off x="9249051" y="2161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8" name="pt56968"/>
            <p:cNvSpPr/>
            <p:nvPr/>
          </p:nvSpPr>
          <p:spPr>
            <a:xfrm>
              <a:off x="9666217" y="2070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9" name="pt56969"/>
            <p:cNvSpPr/>
            <p:nvPr/>
          </p:nvSpPr>
          <p:spPr>
            <a:xfrm>
              <a:off x="8312152" y="2345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0" name="pt56970"/>
            <p:cNvSpPr/>
            <p:nvPr/>
          </p:nvSpPr>
          <p:spPr>
            <a:xfrm>
              <a:off x="8904556" y="2102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1" name="pt56971"/>
            <p:cNvSpPr/>
            <p:nvPr/>
          </p:nvSpPr>
          <p:spPr>
            <a:xfrm>
              <a:off x="8576763" y="2294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2" name="pt56972"/>
            <p:cNvSpPr/>
            <p:nvPr/>
          </p:nvSpPr>
          <p:spPr>
            <a:xfrm>
              <a:off x="9094774" y="1802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3" name="pt56973"/>
            <p:cNvSpPr/>
            <p:nvPr/>
          </p:nvSpPr>
          <p:spPr>
            <a:xfrm>
              <a:off x="8965476" y="2153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4" name="pt56974"/>
            <p:cNvSpPr/>
            <p:nvPr/>
          </p:nvSpPr>
          <p:spPr>
            <a:xfrm>
              <a:off x="8776438" y="2018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5" name="pt56975"/>
            <p:cNvSpPr/>
            <p:nvPr/>
          </p:nvSpPr>
          <p:spPr>
            <a:xfrm>
              <a:off x="8977900" y="2324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6" name="pt56976"/>
            <p:cNvSpPr/>
            <p:nvPr/>
          </p:nvSpPr>
          <p:spPr>
            <a:xfrm>
              <a:off x="9110510" y="1837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7" name="pt56977"/>
            <p:cNvSpPr/>
            <p:nvPr/>
          </p:nvSpPr>
          <p:spPr>
            <a:xfrm>
              <a:off x="8505430" y="2442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8" name="pt56978"/>
            <p:cNvSpPr/>
            <p:nvPr/>
          </p:nvSpPr>
          <p:spPr>
            <a:xfrm>
              <a:off x="8312152" y="2397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9" name="pt56979"/>
            <p:cNvSpPr/>
            <p:nvPr/>
          </p:nvSpPr>
          <p:spPr>
            <a:xfrm>
              <a:off x="8932540" y="2032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0" name="pt56980"/>
            <p:cNvSpPr/>
            <p:nvPr/>
          </p:nvSpPr>
          <p:spPr>
            <a:xfrm>
              <a:off x="8434097" y="2371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1" name="pt56981"/>
            <p:cNvSpPr/>
            <p:nvPr/>
          </p:nvSpPr>
          <p:spPr>
            <a:xfrm>
              <a:off x="8677986" y="2322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2" name="pt56982"/>
            <p:cNvSpPr/>
            <p:nvPr/>
          </p:nvSpPr>
          <p:spPr>
            <a:xfrm>
              <a:off x="8932540" y="2070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3" name="pt56983"/>
            <p:cNvSpPr/>
            <p:nvPr/>
          </p:nvSpPr>
          <p:spPr>
            <a:xfrm>
              <a:off x="8956678" y="1799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4" name="pt56984"/>
            <p:cNvSpPr/>
            <p:nvPr/>
          </p:nvSpPr>
          <p:spPr>
            <a:xfrm>
              <a:off x="8891985" y="2095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5" name="pt56985"/>
            <p:cNvSpPr/>
            <p:nvPr/>
          </p:nvSpPr>
          <p:spPr>
            <a:xfrm>
              <a:off x="9146922" y="1964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6" name="pt56986"/>
            <p:cNvSpPr/>
            <p:nvPr/>
          </p:nvSpPr>
          <p:spPr>
            <a:xfrm>
              <a:off x="8987622" y="2303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7" name="pt56987"/>
            <p:cNvSpPr/>
            <p:nvPr/>
          </p:nvSpPr>
          <p:spPr>
            <a:xfrm>
              <a:off x="9214649" y="2115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8" name="pt56988"/>
            <p:cNvSpPr/>
            <p:nvPr/>
          </p:nvSpPr>
          <p:spPr>
            <a:xfrm>
              <a:off x="8749319" y="2272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9" name="pt56989"/>
            <p:cNvSpPr/>
            <p:nvPr/>
          </p:nvSpPr>
          <p:spPr>
            <a:xfrm>
              <a:off x="9515130" y="2682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0" name="pt56990"/>
            <p:cNvSpPr/>
            <p:nvPr/>
          </p:nvSpPr>
          <p:spPr>
            <a:xfrm>
              <a:off x="8434097" y="2472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1" name="pt56991"/>
            <p:cNvSpPr/>
            <p:nvPr/>
          </p:nvSpPr>
          <p:spPr>
            <a:xfrm>
              <a:off x="9024978" y="1819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2" name="pt56992"/>
            <p:cNvSpPr/>
            <p:nvPr/>
          </p:nvSpPr>
          <p:spPr>
            <a:xfrm>
              <a:off x="9635986" y="2203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3" name="pt56993"/>
            <p:cNvSpPr/>
            <p:nvPr/>
          </p:nvSpPr>
          <p:spPr>
            <a:xfrm>
              <a:off x="9452717" y="2050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4" name="pt56994"/>
            <p:cNvSpPr/>
            <p:nvPr/>
          </p:nvSpPr>
          <p:spPr>
            <a:xfrm>
              <a:off x="9573244" y="2148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5" name="pt56995"/>
            <p:cNvSpPr/>
            <p:nvPr/>
          </p:nvSpPr>
          <p:spPr>
            <a:xfrm>
              <a:off x="8741831" y="2169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6" name="pt56996"/>
            <p:cNvSpPr/>
            <p:nvPr/>
          </p:nvSpPr>
          <p:spPr>
            <a:xfrm>
              <a:off x="8312152" y="2393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7" name="pt56997"/>
            <p:cNvSpPr/>
            <p:nvPr/>
          </p:nvSpPr>
          <p:spPr>
            <a:xfrm>
              <a:off x="8698707" y="2529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8" name="pt56998"/>
            <p:cNvSpPr/>
            <p:nvPr/>
          </p:nvSpPr>
          <p:spPr>
            <a:xfrm>
              <a:off x="8666631" y="2237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9" name="pt56999"/>
            <p:cNvSpPr/>
            <p:nvPr/>
          </p:nvSpPr>
          <p:spPr>
            <a:xfrm>
              <a:off x="9143835" y="2036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0" name="pt57000"/>
            <p:cNvSpPr/>
            <p:nvPr/>
          </p:nvSpPr>
          <p:spPr>
            <a:xfrm>
              <a:off x="8741831" y="2243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1" name="pt57001"/>
            <p:cNvSpPr/>
            <p:nvPr/>
          </p:nvSpPr>
          <p:spPr>
            <a:xfrm>
              <a:off x="8505430" y="2327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2" name="pt57002"/>
            <p:cNvSpPr/>
            <p:nvPr/>
          </p:nvSpPr>
          <p:spPr>
            <a:xfrm>
              <a:off x="9205570" y="2052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3" name="pt57003"/>
            <p:cNvSpPr/>
            <p:nvPr/>
          </p:nvSpPr>
          <p:spPr>
            <a:xfrm>
              <a:off x="9797577" y="2762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4" name="pt57004"/>
            <p:cNvSpPr/>
            <p:nvPr/>
          </p:nvSpPr>
          <p:spPr>
            <a:xfrm>
              <a:off x="8749319" y="2265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5" name="pt57005"/>
            <p:cNvSpPr/>
            <p:nvPr/>
          </p:nvSpPr>
          <p:spPr>
            <a:xfrm>
              <a:off x="9347687" y="2022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6" name="pt57006"/>
            <p:cNvSpPr/>
            <p:nvPr/>
          </p:nvSpPr>
          <p:spPr>
            <a:xfrm>
              <a:off x="8965476" y="2000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7" name="pt57007"/>
            <p:cNvSpPr/>
            <p:nvPr/>
          </p:nvSpPr>
          <p:spPr>
            <a:xfrm>
              <a:off x="9427293" y="1938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8" name="pt57008"/>
            <p:cNvSpPr/>
            <p:nvPr/>
          </p:nvSpPr>
          <p:spPr>
            <a:xfrm>
              <a:off x="8434097" y="2239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9" name="pt57009"/>
            <p:cNvSpPr/>
            <p:nvPr/>
          </p:nvSpPr>
          <p:spPr>
            <a:xfrm>
              <a:off x="8688651" y="2311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0" name="pt57010"/>
            <p:cNvSpPr/>
            <p:nvPr/>
          </p:nvSpPr>
          <p:spPr>
            <a:xfrm>
              <a:off x="8874891" y="1979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1" name="pt57011"/>
            <p:cNvSpPr/>
            <p:nvPr/>
          </p:nvSpPr>
          <p:spPr>
            <a:xfrm>
              <a:off x="8383485" y="2430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2" name="pt57012"/>
            <p:cNvSpPr/>
            <p:nvPr/>
          </p:nvSpPr>
          <p:spPr>
            <a:xfrm>
              <a:off x="8595298" y="2282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3" name="pt57013"/>
            <p:cNvSpPr/>
            <p:nvPr/>
          </p:nvSpPr>
          <p:spPr>
            <a:xfrm>
              <a:off x="8782612" y="2223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4" name="pt57014"/>
            <p:cNvSpPr/>
            <p:nvPr/>
          </p:nvSpPr>
          <p:spPr>
            <a:xfrm>
              <a:off x="9160178" y="22286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5" name="pt57015"/>
            <p:cNvSpPr/>
            <p:nvPr/>
          </p:nvSpPr>
          <p:spPr>
            <a:xfrm>
              <a:off x="8383485" y="2341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6" name="pt57016"/>
            <p:cNvSpPr/>
            <p:nvPr/>
          </p:nvSpPr>
          <p:spPr>
            <a:xfrm>
              <a:off x="9124084" y="2208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7" name="pt57017"/>
            <p:cNvSpPr/>
            <p:nvPr/>
          </p:nvSpPr>
          <p:spPr>
            <a:xfrm>
              <a:off x="9303159" y="2061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8" name="pt57018"/>
            <p:cNvSpPr/>
            <p:nvPr/>
          </p:nvSpPr>
          <p:spPr>
            <a:xfrm>
              <a:off x="9005590" y="1870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9" name="pt57019"/>
            <p:cNvSpPr/>
            <p:nvPr/>
          </p:nvSpPr>
          <p:spPr>
            <a:xfrm>
              <a:off x="8473354" y="22640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0" name="pt57020"/>
            <p:cNvSpPr/>
            <p:nvPr/>
          </p:nvSpPr>
          <p:spPr>
            <a:xfrm>
              <a:off x="8725827" y="2214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1" name="pt57021"/>
            <p:cNvSpPr/>
            <p:nvPr/>
          </p:nvSpPr>
          <p:spPr>
            <a:xfrm>
              <a:off x="8505430" y="2486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2" name="pt57022"/>
            <p:cNvSpPr/>
            <p:nvPr/>
          </p:nvSpPr>
          <p:spPr>
            <a:xfrm>
              <a:off x="8717243" y="2297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3" name="pt57023"/>
            <p:cNvSpPr/>
            <p:nvPr/>
          </p:nvSpPr>
          <p:spPr>
            <a:xfrm>
              <a:off x="8473354" y="2186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4" name="pt57024"/>
            <p:cNvSpPr/>
            <p:nvPr/>
          </p:nvSpPr>
          <p:spPr>
            <a:xfrm>
              <a:off x="8932540" y="1981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5" name="pt57025"/>
            <p:cNvSpPr/>
            <p:nvPr/>
          </p:nvSpPr>
          <p:spPr>
            <a:xfrm>
              <a:off x="8843532" y="2209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6" name="pt57026"/>
            <p:cNvSpPr/>
            <p:nvPr/>
          </p:nvSpPr>
          <p:spPr>
            <a:xfrm>
              <a:off x="8708219" y="2140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7" name="pt57027"/>
            <p:cNvSpPr/>
            <p:nvPr/>
          </p:nvSpPr>
          <p:spPr>
            <a:xfrm>
              <a:off x="8434097" y="2468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8" name="pt57028"/>
            <p:cNvSpPr/>
            <p:nvPr/>
          </p:nvSpPr>
          <p:spPr>
            <a:xfrm>
              <a:off x="9241172" y="1892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9" name="pt57029"/>
            <p:cNvSpPr/>
            <p:nvPr/>
          </p:nvSpPr>
          <p:spPr>
            <a:xfrm>
              <a:off x="8556041" y="2497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0" name="pt57030"/>
            <p:cNvSpPr/>
            <p:nvPr/>
          </p:nvSpPr>
          <p:spPr>
            <a:xfrm>
              <a:off x="8312152" y="2115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1" name="pt57031"/>
            <p:cNvSpPr/>
            <p:nvPr/>
          </p:nvSpPr>
          <p:spPr>
            <a:xfrm>
              <a:off x="9344232" y="200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2" name="pt57032"/>
            <p:cNvSpPr/>
            <p:nvPr/>
          </p:nvSpPr>
          <p:spPr>
            <a:xfrm>
              <a:off x="8782612" y="2186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3" name="pt57033"/>
            <p:cNvSpPr/>
            <p:nvPr/>
          </p:nvSpPr>
          <p:spPr>
            <a:xfrm>
              <a:off x="8383485" y="2372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4" name="pt57034"/>
            <p:cNvSpPr/>
            <p:nvPr/>
          </p:nvSpPr>
          <p:spPr>
            <a:xfrm>
              <a:off x="8312152" y="2561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5" name="pt57035"/>
            <p:cNvSpPr/>
            <p:nvPr/>
          </p:nvSpPr>
          <p:spPr>
            <a:xfrm>
              <a:off x="9700990" y="1949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6" name="pt57036"/>
            <p:cNvSpPr/>
            <p:nvPr/>
          </p:nvSpPr>
          <p:spPr>
            <a:xfrm>
              <a:off x="8383485" y="2354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7" name="pt57037"/>
            <p:cNvSpPr/>
            <p:nvPr/>
          </p:nvSpPr>
          <p:spPr>
            <a:xfrm>
              <a:off x="8987622" y="2223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8" name="pt57038"/>
            <p:cNvSpPr/>
            <p:nvPr/>
          </p:nvSpPr>
          <p:spPr>
            <a:xfrm>
              <a:off x="8881929" y="2250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9" name="pt57039"/>
            <p:cNvSpPr/>
            <p:nvPr/>
          </p:nvSpPr>
          <p:spPr>
            <a:xfrm>
              <a:off x="8383485" y="2448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0" name="pt57040"/>
            <p:cNvSpPr/>
            <p:nvPr/>
          </p:nvSpPr>
          <p:spPr>
            <a:xfrm>
              <a:off x="8901496" y="19313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1" name="pt57041"/>
            <p:cNvSpPr/>
            <p:nvPr/>
          </p:nvSpPr>
          <p:spPr>
            <a:xfrm>
              <a:off x="8805344" y="2183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2" name="pt57042"/>
            <p:cNvSpPr/>
            <p:nvPr/>
          </p:nvSpPr>
          <p:spPr>
            <a:xfrm>
              <a:off x="9107665" y="2016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3" name="pt57043"/>
            <p:cNvSpPr/>
            <p:nvPr/>
          </p:nvSpPr>
          <p:spPr>
            <a:xfrm>
              <a:off x="9106706" y="2122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4" name="pt57044"/>
            <p:cNvSpPr/>
            <p:nvPr/>
          </p:nvSpPr>
          <p:spPr>
            <a:xfrm>
              <a:off x="9206663" y="2047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5" name="pt57045"/>
            <p:cNvSpPr/>
            <p:nvPr/>
          </p:nvSpPr>
          <p:spPr>
            <a:xfrm>
              <a:off x="8947416" y="2007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6" name="pt57046"/>
            <p:cNvSpPr/>
            <p:nvPr/>
          </p:nvSpPr>
          <p:spPr>
            <a:xfrm>
              <a:off x="9663884" y="2399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7" name="pt57047"/>
            <p:cNvSpPr/>
            <p:nvPr/>
          </p:nvSpPr>
          <p:spPr>
            <a:xfrm>
              <a:off x="9244278" y="2014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8" name="pt57048"/>
            <p:cNvSpPr/>
            <p:nvPr/>
          </p:nvSpPr>
          <p:spPr>
            <a:xfrm>
              <a:off x="8987622" y="2257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9" name="pt57049"/>
            <p:cNvSpPr/>
            <p:nvPr/>
          </p:nvSpPr>
          <p:spPr>
            <a:xfrm>
              <a:off x="8677986" y="2285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0" name="pt57050"/>
            <p:cNvSpPr/>
            <p:nvPr/>
          </p:nvSpPr>
          <p:spPr>
            <a:xfrm>
              <a:off x="8717243" y="2250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1" name="pt57051"/>
            <p:cNvSpPr/>
            <p:nvPr/>
          </p:nvSpPr>
          <p:spPr>
            <a:xfrm>
              <a:off x="8921875" y="2121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2" name="pt57052"/>
            <p:cNvSpPr/>
            <p:nvPr/>
          </p:nvSpPr>
          <p:spPr>
            <a:xfrm>
              <a:off x="9514089" y="2349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3" name="pt57053"/>
            <p:cNvSpPr/>
            <p:nvPr/>
          </p:nvSpPr>
          <p:spPr>
            <a:xfrm>
              <a:off x="8996835" y="1950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4" name="pt57054"/>
            <p:cNvSpPr/>
            <p:nvPr/>
          </p:nvSpPr>
          <p:spPr>
            <a:xfrm>
              <a:off x="8788576" y="2419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5" name="pt57055"/>
            <p:cNvSpPr/>
            <p:nvPr/>
          </p:nvSpPr>
          <p:spPr>
            <a:xfrm>
              <a:off x="8666631" y="2262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6" name="pt57056"/>
            <p:cNvSpPr/>
            <p:nvPr/>
          </p:nvSpPr>
          <p:spPr>
            <a:xfrm>
              <a:off x="9498107" y="2502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7" name="pt57057"/>
            <p:cNvSpPr/>
            <p:nvPr/>
          </p:nvSpPr>
          <p:spPr>
            <a:xfrm>
              <a:off x="8595298" y="2267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8" name="pt57058"/>
            <p:cNvSpPr/>
            <p:nvPr/>
          </p:nvSpPr>
          <p:spPr>
            <a:xfrm>
              <a:off x="8627374" y="2126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9" name="pt57059"/>
            <p:cNvSpPr/>
            <p:nvPr/>
          </p:nvSpPr>
          <p:spPr>
            <a:xfrm>
              <a:off x="8666631" y="2473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0" name="pt57060"/>
            <p:cNvSpPr/>
            <p:nvPr/>
          </p:nvSpPr>
          <p:spPr>
            <a:xfrm>
              <a:off x="8825472" y="2076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1" name="pt57061"/>
            <p:cNvSpPr/>
            <p:nvPr/>
          </p:nvSpPr>
          <p:spPr>
            <a:xfrm>
              <a:off x="8855955" y="2235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2" name="pt57062"/>
            <p:cNvSpPr/>
            <p:nvPr/>
          </p:nvSpPr>
          <p:spPr>
            <a:xfrm>
              <a:off x="9700990" y="1439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3" name="pt57063"/>
            <p:cNvSpPr/>
            <p:nvPr/>
          </p:nvSpPr>
          <p:spPr>
            <a:xfrm>
              <a:off x="8863776" y="2066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4" name="pt57064"/>
            <p:cNvSpPr/>
            <p:nvPr/>
          </p:nvSpPr>
          <p:spPr>
            <a:xfrm>
              <a:off x="9124084" y="2244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5" name="pt57065"/>
            <p:cNvSpPr/>
            <p:nvPr/>
          </p:nvSpPr>
          <p:spPr>
            <a:xfrm>
              <a:off x="9595084" y="2249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6" name="pt57066"/>
            <p:cNvSpPr/>
            <p:nvPr/>
          </p:nvSpPr>
          <p:spPr>
            <a:xfrm>
              <a:off x="8505430" y="2425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7" name="pt57067"/>
            <p:cNvSpPr/>
            <p:nvPr/>
          </p:nvSpPr>
          <p:spPr>
            <a:xfrm>
              <a:off x="9291111" y="2048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8" name="pt57068"/>
            <p:cNvSpPr/>
            <p:nvPr/>
          </p:nvSpPr>
          <p:spPr>
            <a:xfrm>
              <a:off x="8907564" y="1641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9" name="pt57069"/>
            <p:cNvSpPr/>
            <p:nvPr/>
          </p:nvSpPr>
          <p:spPr>
            <a:xfrm>
              <a:off x="8666631" y="2331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0" name="pt57070"/>
            <p:cNvSpPr/>
            <p:nvPr/>
          </p:nvSpPr>
          <p:spPr>
            <a:xfrm>
              <a:off x="9714526" y="1802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1" name="pt57071"/>
            <p:cNvSpPr/>
            <p:nvPr/>
          </p:nvSpPr>
          <p:spPr>
            <a:xfrm>
              <a:off x="9547911" y="1567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2" name="pt57072"/>
            <p:cNvSpPr/>
            <p:nvPr/>
          </p:nvSpPr>
          <p:spPr>
            <a:xfrm>
              <a:off x="9095800" y="1890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3" name="pt57073"/>
            <p:cNvSpPr/>
            <p:nvPr/>
          </p:nvSpPr>
          <p:spPr>
            <a:xfrm>
              <a:off x="9568642" y="2537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4" name="pt57074"/>
            <p:cNvSpPr/>
            <p:nvPr/>
          </p:nvSpPr>
          <p:spPr>
            <a:xfrm>
              <a:off x="8971798" y="1979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5" name="pt57075"/>
            <p:cNvSpPr/>
            <p:nvPr/>
          </p:nvSpPr>
          <p:spPr>
            <a:xfrm>
              <a:off x="8312152" y="2427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6" name="pt57076"/>
            <p:cNvSpPr/>
            <p:nvPr/>
          </p:nvSpPr>
          <p:spPr>
            <a:xfrm>
              <a:off x="8383485" y="2351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7" name="pt57077"/>
            <p:cNvSpPr/>
            <p:nvPr/>
          </p:nvSpPr>
          <p:spPr>
            <a:xfrm>
              <a:off x="9265000" y="1767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8" name="pt57078"/>
            <p:cNvSpPr/>
            <p:nvPr/>
          </p:nvSpPr>
          <p:spPr>
            <a:xfrm>
              <a:off x="8855955" y="2193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9" name="pt57079"/>
            <p:cNvSpPr/>
            <p:nvPr/>
          </p:nvSpPr>
          <p:spPr>
            <a:xfrm>
              <a:off x="9050561" y="1887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0" name="pt57080"/>
            <p:cNvSpPr/>
            <p:nvPr/>
          </p:nvSpPr>
          <p:spPr>
            <a:xfrm>
              <a:off x="8312152" y="2539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1" name="pt57081"/>
            <p:cNvSpPr/>
            <p:nvPr/>
          </p:nvSpPr>
          <p:spPr>
            <a:xfrm>
              <a:off x="8505430" y="2456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2" name="pt57082"/>
            <p:cNvSpPr/>
            <p:nvPr/>
          </p:nvSpPr>
          <p:spPr>
            <a:xfrm>
              <a:off x="9055774" y="1693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3" name="pt57083"/>
            <p:cNvSpPr/>
            <p:nvPr/>
          </p:nvSpPr>
          <p:spPr>
            <a:xfrm>
              <a:off x="9301896" y="1865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4" name="pt57084"/>
            <p:cNvSpPr/>
            <p:nvPr/>
          </p:nvSpPr>
          <p:spPr>
            <a:xfrm>
              <a:off x="8612066" y="2178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5" name="pt57085"/>
            <p:cNvSpPr/>
            <p:nvPr/>
          </p:nvSpPr>
          <p:spPr>
            <a:xfrm>
              <a:off x="8935109" y="1998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6" name="pt57086"/>
            <p:cNvSpPr/>
            <p:nvPr/>
          </p:nvSpPr>
          <p:spPr>
            <a:xfrm>
              <a:off x="8935109" y="2134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7" name="pt57087"/>
            <p:cNvSpPr/>
            <p:nvPr/>
          </p:nvSpPr>
          <p:spPr>
            <a:xfrm>
              <a:off x="9124084" y="2247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8" name="pt57088"/>
            <p:cNvSpPr/>
            <p:nvPr/>
          </p:nvSpPr>
          <p:spPr>
            <a:xfrm>
              <a:off x="8627374" y="2322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9" name="pt57089"/>
            <p:cNvSpPr/>
            <p:nvPr/>
          </p:nvSpPr>
          <p:spPr>
            <a:xfrm>
              <a:off x="8595298" y="2180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0" name="pt57090"/>
            <p:cNvSpPr/>
            <p:nvPr/>
          </p:nvSpPr>
          <p:spPr>
            <a:xfrm>
              <a:off x="8935109" y="2079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1" name="pt57091"/>
            <p:cNvSpPr/>
            <p:nvPr/>
          </p:nvSpPr>
          <p:spPr>
            <a:xfrm>
              <a:off x="9075206" y="21587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2" name="pt57092"/>
            <p:cNvSpPr/>
            <p:nvPr/>
          </p:nvSpPr>
          <p:spPr>
            <a:xfrm>
              <a:off x="8505430" y="2527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3" name="pt57093"/>
            <p:cNvSpPr/>
            <p:nvPr/>
          </p:nvSpPr>
          <p:spPr>
            <a:xfrm>
              <a:off x="8859909" y="20657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4" name="pt57094"/>
            <p:cNvSpPr/>
            <p:nvPr/>
          </p:nvSpPr>
          <p:spPr>
            <a:xfrm>
              <a:off x="8895213" y="2221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5" name="pt57095"/>
            <p:cNvSpPr/>
            <p:nvPr/>
          </p:nvSpPr>
          <p:spPr>
            <a:xfrm>
              <a:off x="9045188" y="1824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6" name="pt57096"/>
            <p:cNvSpPr/>
            <p:nvPr/>
          </p:nvSpPr>
          <p:spPr>
            <a:xfrm>
              <a:off x="8981853" y="2263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7" name="pt57097"/>
            <p:cNvSpPr/>
            <p:nvPr/>
          </p:nvSpPr>
          <p:spPr>
            <a:xfrm>
              <a:off x="8954408" y="1814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8" name="pt57098"/>
            <p:cNvSpPr/>
            <p:nvPr/>
          </p:nvSpPr>
          <p:spPr>
            <a:xfrm>
              <a:off x="9028011" y="1437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9" name="pt57099"/>
            <p:cNvSpPr/>
            <p:nvPr/>
          </p:nvSpPr>
          <p:spPr>
            <a:xfrm>
              <a:off x="8717243" y="2148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0" name="pt57100"/>
            <p:cNvSpPr/>
            <p:nvPr/>
          </p:nvSpPr>
          <p:spPr>
            <a:xfrm>
              <a:off x="9595084" y="2283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1" name="pt57101"/>
            <p:cNvSpPr/>
            <p:nvPr/>
          </p:nvSpPr>
          <p:spPr>
            <a:xfrm>
              <a:off x="8383485" y="2265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2" name="pt57102"/>
            <p:cNvSpPr/>
            <p:nvPr/>
          </p:nvSpPr>
          <p:spPr>
            <a:xfrm>
              <a:off x="9161591" y="2208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3" name="pt57103"/>
            <p:cNvSpPr/>
            <p:nvPr/>
          </p:nvSpPr>
          <p:spPr>
            <a:xfrm>
              <a:off x="8473354" y="2342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4" name="pt57104"/>
            <p:cNvSpPr/>
            <p:nvPr/>
          </p:nvSpPr>
          <p:spPr>
            <a:xfrm>
              <a:off x="9055774" y="1609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5" name="pt57105"/>
            <p:cNvSpPr/>
            <p:nvPr/>
          </p:nvSpPr>
          <p:spPr>
            <a:xfrm>
              <a:off x="9055774" y="1686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6" name="pt57106"/>
            <p:cNvSpPr/>
            <p:nvPr/>
          </p:nvSpPr>
          <p:spPr>
            <a:xfrm>
              <a:off x="8935109" y="2086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7" name="pt57107"/>
            <p:cNvSpPr/>
            <p:nvPr/>
          </p:nvSpPr>
          <p:spPr>
            <a:xfrm>
              <a:off x="8666631" y="2438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8" name="pt57108"/>
            <p:cNvSpPr/>
            <p:nvPr/>
          </p:nvSpPr>
          <p:spPr>
            <a:xfrm>
              <a:off x="8641456" y="2030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9" name="pt57109"/>
            <p:cNvSpPr/>
            <p:nvPr/>
          </p:nvSpPr>
          <p:spPr>
            <a:xfrm>
              <a:off x="9053186" y="1680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0" name="pt57110"/>
            <p:cNvSpPr/>
            <p:nvPr/>
          </p:nvSpPr>
          <p:spPr>
            <a:xfrm>
              <a:off x="8434097" y="2360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1" name="pt57111"/>
            <p:cNvSpPr/>
            <p:nvPr/>
          </p:nvSpPr>
          <p:spPr>
            <a:xfrm>
              <a:off x="8576763" y="2482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2" name="pt57112"/>
            <p:cNvSpPr/>
            <p:nvPr/>
          </p:nvSpPr>
          <p:spPr>
            <a:xfrm>
              <a:off x="8975889" y="2150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3" name="pt57113"/>
            <p:cNvSpPr/>
            <p:nvPr/>
          </p:nvSpPr>
          <p:spPr>
            <a:xfrm>
              <a:off x="9221288" y="1825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4" name="pt57114"/>
            <p:cNvSpPr/>
            <p:nvPr/>
          </p:nvSpPr>
          <p:spPr>
            <a:xfrm>
              <a:off x="8749319" y="1905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5" name="pt57115"/>
            <p:cNvSpPr/>
            <p:nvPr/>
          </p:nvSpPr>
          <p:spPr>
            <a:xfrm>
              <a:off x="8532549" y="2462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6" name="pt57116"/>
            <p:cNvSpPr/>
            <p:nvPr/>
          </p:nvSpPr>
          <p:spPr>
            <a:xfrm>
              <a:off x="8312152" y="2466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7" name="pt57117"/>
            <p:cNvSpPr/>
            <p:nvPr/>
          </p:nvSpPr>
          <p:spPr>
            <a:xfrm>
              <a:off x="8863776" y="2008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8" name="pt57118"/>
            <p:cNvSpPr/>
            <p:nvPr/>
          </p:nvSpPr>
          <p:spPr>
            <a:xfrm>
              <a:off x="8612066" y="2130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9" name="pt57119"/>
            <p:cNvSpPr/>
            <p:nvPr/>
          </p:nvSpPr>
          <p:spPr>
            <a:xfrm>
              <a:off x="9003873" y="1926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0" name="pt57120"/>
            <p:cNvSpPr/>
            <p:nvPr/>
          </p:nvSpPr>
          <p:spPr>
            <a:xfrm>
              <a:off x="8810596" y="2148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1" name="pt57121"/>
            <p:cNvSpPr/>
            <p:nvPr/>
          </p:nvSpPr>
          <p:spPr>
            <a:xfrm>
              <a:off x="8839187" y="2127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2" name="pt57122"/>
            <p:cNvSpPr/>
            <p:nvPr/>
          </p:nvSpPr>
          <p:spPr>
            <a:xfrm>
              <a:off x="8532549" y="2397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3" name="pt57123"/>
            <p:cNvSpPr/>
            <p:nvPr/>
          </p:nvSpPr>
          <p:spPr>
            <a:xfrm>
              <a:off x="8961132" y="2140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4" name="pt57124"/>
            <p:cNvSpPr/>
            <p:nvPr/>
          </p:nvSpPr>
          <p:spPr>
            <a:xfrm>
              <a:off x="8805344" y="2280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5" name="pt57125"/>
            <p:cNvSpPr/>
            <p:nvPr/>
          </p:nvSpPr>
          <p:spPr>
            <a:xfrm>
              <a:off x="8901496" y="163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6" name="pt57126"/>
            <p:cNvSpPr/>
            <p:nvPr/>
          </p:nvSpPr>
          <p:spPr>
            <a:xfrm>
              <a:off x="8576763" y="2501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7" name="pt57127"/>
            <p:cNvSpPr/>
            <p:nvPr/>
          </p:nvSpPr>
          <p:spPr>
            <a:xfrm>
              <a:off x="8734011" y="2212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8" name="pt57128"/>
            <p:cNvSpPr/>
            <p:nvPr/>
          </p:nvSpPr>
          <p:spPr>
            <a:xfrm>
              <a:off x="9117880" y="2133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9" name="pt57129"/>
            <p:cNvSpPr/>
            <p:nvPr/>
          </p:nvSpPr>
          <p:spPr>
            <a:xfrm>
              <a:off x="8556041" y="2519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0" name="pt57130"/>
            <p:cNvSpPr/>
            <p:nvPr/>
          </p:nvSpPr>
          <p:spPr>
            <a:xfrm>
              <a:off x="8666631" y="2440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1" name="pt57131"/>
            <p:cNvSpPr/>
            <p:nvPr/>
          </p:nvSpPr>
          <p:spPr>
            <a:xfrm>
              <a:off x="8847771" y="2134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2" name="pt57132"/>
            <p:cNvSpPr/>
            <p:nvPr/>
          </p:nvSpPr>
          <p:spPr>
            <a:xfrm>
              <a:off x="8688651" y="2399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3" name="pt57133"/>
            <p:cNvSpPr/>
            <p:nvPr/>
          </p:nvSpPr>
          <p:spPr>
            <a:xfrm>
              <a:off x="8770040" y="2060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4" name="pt57134"/>
            <p:cNvSpPr/>
            <p:nvPr/>
          </p:nvSpPr>
          <p:spPr>
            <a:xfrm>
              <a:off x="9060837" y="1758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5" name="pt57135"/>
            <p:cNvSpPr/>
            <p:nvPr/>
          </p:nvSpPr>
          <p:spPr>
            <a:xfrm>
              <a:off x="8734011" y="2045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6" name="pt57136"/>
            <p:cNvSpPr/>
            <p:nvPr/>
          </p:nvSpPr>
          <p:spPr>
            <a:xfrm>
              <a:off x="8666631" y="2434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7" name="pt57137"/>
            <p:cNvSpPr/>
            <p:nvPr/>
          </p:nvSpPr>
          <p:spPr>
            <a:xfrm>
              <a:off x="8576763" y="2414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8" name="pt57138"/>
            <p:cNvSpPr/>
            <p:nvPr/>
          </p:nvSpPr>
          <p:spPr>
            <a:xfrm>
              <a:off x="8895213" y="2326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9" name="pt57139"/>
            <p:cNvSpPr/>
            <p:nvPr/>
          </p:nvSpPr>
          <p:spPr>
            <a:xfrm>
              <a:off x="8825472" y="2038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0" name="pt57140"/>
            <p:cNvSpPr/>
            <p:nvPr/>
          </p:nvSpPr>
          <p:spPr>
            <a:xfrm>
              <a:off x="8888696" y="2191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1" name="pt57141"/>
            <p:cNvSpPr/>
            <p:nvPr/>
          </p:nvSpPr>
          <p:spPr>
            <a:xfrm>
              <a:off x="9578717" y="2332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2" name="pt57142"/>
            <p:cNvSpPr/>
            <p:nvPr/>
          </p:nvSpPr>
          <p:spPr>
            <a:xfrm>
              <a:off x="9366003" y="2054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3" name="pt57143"/>
            <p:cNvSpPr/>
            <p:nvPr/>
          </p:nvSpPr>
          <p:spPr>
            <a:xfrm>
              <a:off x="8677986" y="2199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4" name="pt57144"/>
            <p:cNvSpPr/>
            <p:nvPr/>
          </p:nvSpPr>
          <p:spPr>
            <a:xfrm>
              <a:off x="8979888" y="2273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5" name="pt57145"/>
            <p:cNvSpPr/>
            <p:nvPr/>
          </p:nvSpPr>
          <p:spPr>
            <a:xfrm>
              <a:off x="9311758" y="2056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6" name="pt57146"/>
            <p:cNvSpPr/>
            <p:nvPr/>
          </p:nvSpPr>
          <p:spPr>
            <a:xfrm>
              <a:off x="8677986" y="23302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7" name="pt57147"/>
            <p:cNvSpPr/>
            <p:nvPr/>
          </p:nvSpPr>
          <p:spPr>
            <a:xfrm>
              <a:off x="8881929" y="2173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8" name="pt57148"/>
            <p:cNvSpPr/>
            <p:nvPr/>
          </p:nvSpPr>
          <p:spPr>
            <a:xfrm>
              <a:off x="8556041" y="2526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9" name="pt57149"/>
            <p:cNvSpPr/>
            <p:nvPr/>
          </p:nvSpPr>
          <p:spPr>
            <a:xfrm>
              <a:off x="9797577" y="2567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0" name="pt57150"/>
            <p:cNvSpPr/>
            <p:nvPr/>
          </p:nvSpPr>
          <p:spPr>
            <a:xfrm>
              <a:off x="9260646" y="2282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1" name="pt57151"/>
            <p:cNvSpPr/>
            <p:nvPr/>
          </p:nvSpPr>
          <p:spPr>
            <a:xfrm>
              <a:off x="8776438" y="2085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2" name="pt57152"/>
            <p:cNvSpPr/>
            <p:nvPr/>
          </p:nvSpPr>
          <p:spPr>
            <a:xfrm>
              <a:off x="9005590" y="1872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3" name="pt57153"/>
            <p:cNvSpPr/>
            <p:nvPr/>
          </p:nvSpPr>
          <p:spPr>
            <a:xfrm>
              <a:off x="9444456" y="20370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4" name="pt57154"/>
            <p:cNvSpPr/>
            <p:nvPr/>
          </p:nvSpPr>
          <p:spPr>
            <a:xfrm>
              <a:off x="8312152" y="2545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5" name="pt57155"/>
            <p:cNvSpPr/>
            <p:nvPr/>
          </p:nvSpPr>
          <p:spPr>
            <a:xfrm>
              <a:off x="8654494" y="2437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6" name="pt57156"/>
            <p:cNvSpPr/>
            <p:nvPr/>
          </p:nvSpPr>
          <p:spPr>
            <a:xfrm>
              <a:off x="9349631" y="21218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7" name="pt57157"/>
            <p:cNvSpPr/>
            <p:nvPr/>
          </p:nvSpPr>
          <p:spPr>
            <a:xfrm>
              <a:off x="8654494" y="2419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8" name="pt57158"/>
            <p:cNvSpPr/>
            <p:nvPr/>
          </p:nvSpPr>
          <p:spPr>
            <a:xfrm>
              <a:off x="8532549" y="243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9" name="pt57159"/>
            <p:cNvSpPr/>
            <p:nvPr/>
          </p:nvSpPr>
          <p:spPr>
            <a:xfrm>
              <a:off x="9144612" y="20666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0" name="pt57160"/>
            <p:cNvSpPr/>
            <p:nvPr/>
          </p:nvSpPr>
          <p:spPr>
            <a:xfrm>
              <a:off x="8881929" y="2253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1" name="pt57161"/>
            <p:cNvSpPr/>
            <p:nvPr/>
          </p:nvSpPr>
          <p:spPr>
            <a:xfrm>
              <a:off x="9208828" y="2056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2" name="pt57162"/>
            <p:cNvSpPr/>
            <p:nvPr/>
          </p:nvSpPr>
          <p:spPr>
            <a:xfrm>
              <a:off x="8473354" y="227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3" name="pt57163"/>
            <p:cNvSpPr/>
            <p:nvPr/>
          </p:nvSpPr>
          <p:spPr>
            <a:xfrm>
              <a:off x="8505430" y="2371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4" name="pt57164"/>
            <p:cNvSpPr/>
            <p:nvPr/>
          </p:nvSpPr>
          <p:spPr>
            <a:xfrm>
              <a:off x="8881929" y="22127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5" name="pt57165"/>
            <p:cNvSpPr/>
            <p:nvPr/>
          </p:nvSpPr>
          <p:spPr>
            <a:xfrm>
              <a:off x="8898383" y="2067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6" name="pt57166"/>
            <p:cNvSpPr/>
            <p:nvPr/>
          </p:nvSpPr>
          <p:spPr>
            <a:xfrm>
              <a:off x="9121452" y="2245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7" name="pt57167"/>
            <p:cNvSpPr/>
            <p:nvPr/>
          </p:nvSpPr>
          <p:spPr>
            <a:xfrm>
              <a:off x="8799930" y="2019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8" name="pt57168"/>
            <p:cNvSpPr/>
            <p:nvPr/>
          </p:nvSpPr>
          <p:spPr>
            <a:xfrm>
              <a:off x="8576763" y="2391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9" name="pt57169"/>
            <p:cNvSpPr/>
            <p:nvPr/>
          </p:nvSpPr>
          <p:spPr>
            <a:xfrm>
              <a:off x="8945023" y="1759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0" name="pt57170"/>
            <p:cNvSpPr/>
            <p:nvPr/>
          </p:nvSpPr>
          <p:spPr>
            <a:xfrm>
              <a:off x="8863776" y="2026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1" name="pt57171"/>
            <p:cNvSpPr/>
            <p:nvPr/>
          </p:nvSpPr>
          <p:spPr>
            <a:xfrm>
              <a:off x="8434097" y="2390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2" name="pt57172"/>
            <p:cNvSpPr/>
            <p:nvPr/>
          </p:nvSpPr>
          <p:spPr>
            <a:xfrm>
              <a:off x="8505430" y="2437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3" name="pt57173"/>
            <p:cNvSpPr/>
            <p:nvPr/>
          </p:nvSpPr>
          <p:spPr>
            <a:xfrm>
              <a:off x="9260646" y="2195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4" name="pt57174"/>
            <p:cNvSpPr/>
            <p:nvPr/>
          </p:nvSpPr>
          <p:spPr>
            <a:xfrm>
              <a:off x="9408619" y="2214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5" name="pt57175"/>
            <p:cNvSpPr/>
            <p:nvPr/>
          </p:nvSpPr>
          <p:spPr>
            <a:xfrm>
              <a:off x="8312152" y="2522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6" name="pt57176"/>
            <p:cNvSpPr/>
            <p:nvPr/>
          </p:nvSpPr>
          <p:spPr>
            <a:xfrm>
              <a:off x="8996835" y="2001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7" name="pt57177"/>
            <p:cNvSpPr/>
            <p:nvPr/>
          </p:nvSpPr>
          <p:spPr>
            <a:xfrm>
              <a:off x="8904556" y="1985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8" name="pt57178"/>
            <p:cNvSpPr/>
            <p:nvPr/>
          </p:nvSpPr>
          <p:spPr>
            <a:xfrm>
              <a:off x="9285982" y="1942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9" name="pt57179"/>
            <p:cNvSpPr/>
            <p:nvPr/>
          </p:nvSpPr>
          <p:spPr>
            <a:xfrm>
              <a:off x="9045188" y="1871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0" name="pt57180"/>
            <p:cNvSpPr/>
            <p:nvPr/>
          </p:nvSpPr>
          <p:spPr>
            <a:xfrm>
              <a:off x="8434097" y="2503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1" name="pt57181"/>
            <p:cNvSpPr/>
            <p:nvPr/>
          </p:nvSpPr>
          <p:spPr>
            <a:xfrm>
              <a:off x="9978328" y="2549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2" name="pt57182"/>
            <p:cNvSpPr/>
            <p:nvPr/>
          </p:nvSpPr>
          <p:spPr>
            <a:xfrm>
              <a:off x="8612066" y="2407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3" name="pt57183"/>
            <p:cNvSpPr/>
            <p:nvPr/>
          </p:nvSpPr>
          <p:spPr>
            <a:xfrm>
              <a:off x="8895213" y="2187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4" name="pt57184"/>
            <p:cNvSpPr/>
            <p:nvPr/>
          </p:nvSpPr>
          <p:spPr>
            <a:xfrm>
              <a:off x="8434097" y="2405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5" name="pt57185"/>
            <p:cNvSpPr/>
            <p:nvPr/>
          </p:nvSpPr>
          <p:spPr>
            <a:xfrm>
              <a:off x="8505430" y="2449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6" name="pt57186"/>
            <p:cNvSpPr/>
            <p:nvPr/>
          </p:nvSpPr>
          <p:spPr>
            <a:xfrm>
              <a:off x="9241172" y="1897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7" name="pt57187"/>
            <p:cNvSpPr/>
            <p:nvPr/>
          </p:nvSpPr>
          <p:spPr>
            <a:xfrm>
              <a:off x="8947416" y="2009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8" name="pt57188"/>
            <p:cNvSpPr/>
            <p:nvPr/>
          </p:nvSpPr>
          <p:spPr>
            <a:xfrm>
              <a:off x="8434097" y="2475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9" name="pt57189"/>
            <p:cNvSpPr/>
            <p:nvPr/>
          </p:nvSpPr>
          <p:spPr>
            <a:xfrm>
              <a:off x="8947416" y="19763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0" name="pt57190"/>
            <p:cNvSpPr/>
            <p:nvPr/>
          </p:nvSpPr>
          <p:spPr>
            <a:xfrm>
              <a:off x="9110510" y="1924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1" name="pt57191"/>
            <p:cNvSpPr/>
            <p:nvPr/>
          </p:nvSpPr>
          <p:spPr>
            <a:xfrm>
              <a:off x="9005590" y="1866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2" name="pt57192"/>
            <p:cNvSpPr/>
            <p:nvPr/>
          </p:nvSpPr>
          <p:spPr>
            <a:xfrm>
              <a:off x="8847771" y="2237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3" name="pt57193"/>
            <p:cNvSpPr/>
            <p:nvPr/>
          </p:nvSpPr>
          <p:spPr>
            <a:xfrm>
              <a:off x="8749319" y="2159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4" name="pt57194"/>
            <p:cNvSpPr/>
            <p:nvPr/>
          </p:nvSpPr>
          <p:spPr>
            <a:xfrm>
              <a:off x="9116975" y="1701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5" name="pt57195"/>
            <p:cNvSpPr/>
            <p:nvPr/>
          </p:nvSpPr>
          <p:spPr>
            <a:xfrm>
              <a:off x="9028011" y="1668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6" name="pt57196"/>
            <p:cNvSpPr/>
            <p:nvPr/>
          </p:nvSpPr>
          <p:spPr>
            <a:xfrm>
              <a:off x="8434097" y="2414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7" name="pt57197"/>
            <p:cNvSpPr/>
            <p:nvPr/>
          </p:nvSpPr>
          <p:spPr>
            <a:xfrm>
              <a:off x="8505430" y="2436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8" name="pt57198"/>
            <p:cNvSpPr/>
            <p:nvPr/>
          </p:nvSpPr>
          <p:spPr>
            <a:xfrm>
              <a:off x="8981853" y="2298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9" name="pt57199"/>
            <p:cNvSpPr/>
            <p:nvPr/>
          </p:nvSpPr>
          <p:spPr>
            <a:xfrm>
              <a:off x="8666631" y="2361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0" name="pt57200"/>
            <p:cNvSpPr/>
            <p:nvPr/>
          </p:nvSpPr>
          <p:spPr>
            <a:xfrm>
              <a:off x="8627374" y="2115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1" name="pt57201"/>
            <p:cNvSpPr/>
            <p:nvPr/>
          </p:nvSpPr>
          <p:spPr>
            <a:xfrm>
              <a:off x="8312152" y="235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2" name="pt57202"/>
            <p:cNvSpPr/>
            <p:nvPr/>
          </p:nvSpPr>
          <p:spPr>
            <a:xfrm>
              <a:off x="8688651" y="2409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3" name="pt57203"/>
            <p:cNvSpPr/>
            <p:nvPr/>
          </p:nvSpPr>
          <p:spPr>
            <a:xfrm>
              <a:off x="8505430" y="2368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4" name="pt57204"/>
            <p:cNvSpPr/>
            <p:nvPr/>
          </p:nvSpPr>
          <p:spPr>
            <a:xfrm>
              <a:off x="8830164" y="2205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5" name="pt57205"/>
            <p:cNvSpPr/>
            <p:nvPr/>
          </p:nvSpPr>
          <p:spPr>
            <a:xfrm>
              <a:off x="8434097" y="2391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6" name="pt57206"/>
            <p:cNvSpPr/>
            <p:nvPr/>
          </p:nvSpPr>
          <p:spPr>
            <a:xfrm>
              <a:off x="9351314" y="2218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7" name="pt57207"/>
            <p:cNvSpPr/>
            <p:nvPr/>
          </p:nvSpPr>
          <p:spPr>
            <a:xfrm>
              <a:off x="8734011" y="2081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8" name="pt57208"/>
            <p:cNvSpPr/>
            <p:nvPr/>
          </p:nvSpPr>
          <p:spPr>
            <a:xfrm>
              <a:off x="8473354" y="2170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9" name="pt57209"/>
            <p:cNvSpPr/>
            <p:nvPr/>
          </p:nvSpPr>
          <p:spPr>
            <a:xfrm>
              <a:off x="9435343" y="1750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0" name="pt57210"/>
            <p:cNvSpPr/>
            <p:nvPr/>
          </p:nvSpPr>
          <p:spPr>
            <a:xfrm>
              <a:off x="9433552" y="1914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1" name="pt57211"/>
            <p:cNvSpPr/>
            <p:nvPr/>
          </p:nvSpPr>
          <p:spPr>
            <a:xfrm>
              <a:off x="8505430" y="2428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2" name="pt57212"/>
            <p:cNvSpPr/>
            <p:nvPr/>
          </p:nvSpPr>
          <p:spPr>
            <a:xfrm>
              <a:off x="9548926" y="185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3" name="pt57213"/>
            <p:cNvSpPr/>
            <p:nvPr/>
          </p:nvSpPr>
          <p:spPr>
            <a:xfrm>
              <a:off x="9217232" y="2086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4" name="pt57214"/>
            <p:cNvSpPr/>
            <p:nvPr/>
          </p:nvSpPr>
          <p:spPr>
            <a:xfrm>
              <a:off x="9697445" y="1784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5" name="pt57215"/>
            <p:cNvSpPr/>
            <p:nvPr/>
          </p:nvSpPr>
          <p:spPr>
            <a:xfrm>
              <a:off x="8595298" y="2357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6" name="pt57216"/>
            <p:cNvSpPr/>
            <p:nvPr/>
          </p:nvSpPr>
          <p:spPr>
            <a:xfrm>
              <a:off x="9062080" y="1671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7" name="pt57217"/>
            <p:cNvSpPr/>
            <p:nvPr/>
          </p:nvSpPr>
          <p:spPr>
            <a:xfrm>
              <a:off x="8434097" y="2436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8" name="pt57218"/>
            <p:cNvSpPr/>
            <p:nvPr/>
          </p:nvSpPr>
          <p:spPr>
            <a:xfrm>
              <a:off x="8532549" y="2430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9" name="pt57219"/>
            <p:cNvSpPr/>
            <p:nvPr/>
          </p:nvSpPr>
          <p:spPr>
            <a:xfrm>
              <a:off x="8776438" y="2163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0" name="pt57220"/>
            <p:cNvSpPr/>
            <p:nvPr/>
          </p:nvSpPr>
          <p:spPr>
            <a:xfrm>
              <a:off x="8855955" y="21586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1" name="pt57221"/>
            <p:cNvSpPr/>
            <p:nvPr/>
          </p:nvSpPr>
          <p:spPr>
            <a:xfrm>
              <a:off x="9480986" y="2075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2" name="pt57222"/>
            <p:cNvSpPr/>
            <p:nvPr/>
          </p:nvSpPr>
          <p:spPr>
            <a:xfrm>
              <a:off x="9345474" y="2136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3" name="pt57223"/>
            <p:cNvSpPr/>
            <p:nvPr/>
          </p:nvSpPr>
          <p:spPr>
            <a:xfrm>
              <a:off x="9382590" y="2088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4" name="pt57224"/>
            <p:cNvSpPr/>
            <p:nvPr/>
          </p:nvSpPr>
          <p:spPr>
            <a:xfrm>
              <a:off x="8505430" y="2592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5" name="pt57225"/>
            <p:cNvSpPr/>
            <p:nvPr/>
          </p:nvSpPr>
          <p:spPr>
            <a:xfrm>
              <a:off x="9072891" y="2151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6" name="pt57226"/>
            <p:cNvSpPr/>
            <p:nvPr/>
          </p:nvSpPr>
          <p:spPr>
            <a:xfrm>
              <a:off x="9080864" y="19848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7" name="pt57227"/>
            <p:cNvSpPr/>
            <p:nvPr/>
          </p:nvSpPr>
          <p:spPr>
            <a:xfrm>
              <a:off x="9106706" y="2000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8" name="pt57228"/>
            <p:cNvSpPr/>
            <p:nvPr/>
          </p:nvSpPr>
          <p:spPr>
            <a:xfrm>
              <a:off x="8995031" y="2128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9" name="pt57229"/>
            <p:cNvSpPr/>
            <p:nvPr/>
          </p:nvSpPr>
          <p:spPr>
            <a:xfrm>
              <a:off x="8963317" y="2051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0" name="pt57230"/>
            <p:cNvSpPr/>
            <p:nvPr/>
          </p:nvSpPr>
          <p:spPr>
            <a:xfrm>
              <a:off x="8717243" y="239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1" name="pt57231"/>
            <p:cNvSpPr/>
            <p:nvPr/>
          </p:nvSpPr>
          <p:spPr>
            <a:xfrm>
              <a:off x="8312152" y="2422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2" name="pt57232"/>
            <p:cNvSpPr/>
            <p:nvPr/>
          </p:nvSpPr>
          <p:spPr>
            <a:xfrm>
              <a:off x="8855955" y="2206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3" name="pt57233"/>
            <p:cNvSpPr/>
            <p:nvPr/>
          </p:nvSpPr>
          <p:spPr>
            <a:xfrm>
              <a:off x="8434097" y="2514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4" name="pt57234"/>
            <p:cNvSpPr/>
            <p:nvPr/>
          </p:nvSpPr>
          <p:spPr>
            <a:xfrm>
              <a:off x="9386161" y="2028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5" name="pt57235"/>
            <p:cNvSpPr/>
            <p:nvPr/>
          </p:nvSpPr>
          <p:spPr>
            <a:xfrm>
              <a:off x="9350114" y="1967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6" name="pt57236"/>
            <p:cNvSpPr/>
            <p:nvPr/>
          </p:nvSpPr>
          <p:spPr>
            <a:xfrm>
              <a:off x="8688651" y="2533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7" name="pt57237"/>
            <p:cNvSpPr/>
            <p:nvPr/>
          </p:nvSpPr>
          <p:spPr>
            <a:xfrm>
              <a:off x="8805344" y="2102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8" name="pt57238"/>
            <p:cNvSpPr/>
            <p:nvPr/>
          </p:nvSpPr>
          <p:spPr>
            <a:xfrm>
              <a:off x="8505430" y="2506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9" name="pt57239"/>
            <p:cNvSpPr/>
            <p:nvPr/>
          </p:nvSpPr>
          <p:spPr>
            <a:xfrm>
              <a:off x="8839187" y="2145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0" name="pt57240"/>
            <p:cNvSpPr/>
            <p:nvPr/>
          </p:nvSpPr>
          <p:spPr>
            <a:xfrm>
              <a:off x="9432499" y="1967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1" name="pt57241"/>
            <p:cNvSpPr/>
            <p:nvPr/>
          </p:nvSpPr>
          <p:spPr>
            <a:xfrm>
              <a:off x="9146922" y="2060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2" name="pt57242"/>
            <p:cNvSpPr/>
            <p:nvPr/>
          </p:nvSpPr>
          <p:spPr>
            <a:xfrm>
              <a:off x="9128386" y="2117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3" name="pt57243"/>
            <p:cNvSpPr/>
            <p:nvPr/>
          </p:nvSpPr>
          <p:spPr>
            <a:xfrm>
              <a:off x="9083077" y="1982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4" name="pt57244"/>
            <p:cNvSpPr/>
            <p:nvPr/>
          </p:nvSpPr>
          <p:spPr>
            <a:xfrm>
              <a:off x="8708219" y="2341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5" name="pt57245"/>
            <p:cNvSpPr/>
            <p:nvPr/>
          </p:nvSpPr>
          <p:spPr>
            <a:xfrm>
              <a:off x="8473354" y="2244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6" name="pt57246"/>
            <p:cNvSpPr/>
            <p:nvPr/>
          </p:nvSpPr>
          <p:spPr>
            <a:xfrm>
              <a:off x="9347687" y="2053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7" name="pt57247"/>
            <p:cNvSpPr/>
            <p:nvPr/>
          </p:nvSpPr>
          <p:spPr>
            <a:xfrm>
              <a:off x="8556041" y="243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8" name="pt57248"/>
            <p:cNvSpPr/>
            <p:nvPr/>
          </p:nvSpPr>
          <p:spPr>
            <a:xfrm>
              <a:off x="8763400" y="2211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9" name="pt57249"/>
            <p:cNvSpPr/>
            <p:nvPr/>
          </p:nvSpPr>
          <p:spPr>
            <a:xfrm>
              <a:off x="8505430" y="2587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0" name="pt57250"/>
            <p:cNvSpPr/>
            <p:nvPr/>
          </p:nvSpPr>
          <p:spPr>
            <a:xfrm>
              <a:off x="8383485" y="2364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1" name="pt57251"/>
            <p:cNvSpPr/>
            <p:nvPr/>
          </p:nvSpPr>
          <p:spPr>
            <a:xfrm>
              <a:off x="8505430" y="245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2" name="pt57252"/>
            <p:cNvSpPr/>
            <p:nvPr/>
          </p:nvSpPr>
          <p:spPr>
            <a:xfrm>
              <a:off x="9350114" y="2156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3" name="pt57253"/>
            <p:cNvSpPr/>
            <p:nvPr/>
          </p:nvSpPr>
          <p:spPr>
            <a:xfrm>
              <a:off x="8312152" y="2457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4" name="pt57254"/>
            <p:cNvSpPr/>
            <p:nvPr/>
          </p:nvSpPr>
          <p:spPr>
            <a:xfrm>
              <a:off x="9005590" y="1862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5" name="pt57255"/>
            <p:cNvSpPr/>
            <p:nvPr/>
          </p:nvSpPr>
          <p:spPr>
            <a:xfrm>
              <a:off x="9205570" y="2063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6" name="pt57256"/>
            <p:cNvSpPr/>
            <p:nvPr/>
          </p:nvSpPr>
          <p:spPr>
            <a:xfrm>
              <a:off x="8383485" y="2238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7" name="pt57257"/>
            <p:cNvSpPr/>
            <p:nvPr/>
          </p:nvSpPr>
          <p:spPr>
            <a:xfrm>
              <a:off x="9095800" y="2105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8" name="pt57258"/>
            <p:cNvSpPr/>
            <p:nvPr/>
          </p:nvSpPr>
          <p:spPr>
            <a:xfrm>
              <a:off x="8825472" y="2015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9" name="pt57259"/>
            <p:cNvSpPr/>
            <p:nvPr/>
          </p:nvSpPr>
          <p:spPr>
            <a:xfrm>
              <a:off x="8627374" y="2251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0" name="pt57260"/>
            <p:cNvSpPr/>
            <p:nvPr/>
          </p:nvSpPr>
          <p:spPr>
            <a:xfrm>
              <a:off x="9313250" y="2040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1" name="pt57261"/>
            <p:cNvSpPr/>
            <p:nvPr/>
          </p:nvSpPr>
          <p:spPr>
            <a:xfrm>
              <a:off x="9377920" y="2117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2" name="pt57262"/>
            <p:cNvSpPr/>
            <p:nvPr/>
          </p:nvSpPr>
          <p:spPr>
            <a:xfrm>
              <a:off x="8654494" y="2522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3" name="pt57263"/>
            <p:cNvSpPr/>
            <p:nvPr/>
          </p:nvSpPr>
          <p:spPr>
            <a:xfrm>
              <a:off x="8312152" y="2181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4" name="pt57264"/>
            <p:cNvSpPr/>
            <p:nvPr/>
          </p:nvSpPr>
          <p:spPr>
            <a:xfrm>
              <a:off x="9028011" y="1578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5" name="pt57265"/>
            <p:cNvSpPr/>
            <p:nvPr/>
          </p:nvSpPr>
          <p:spPr>
            <a:xfrm>
              <a:off x="9075206" y="22595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6" name="pt57266"/>
            <p:cNvSpPr/>
            <p:nvPr/>
          </p:nvSpPr>
          <p:spPr>
            <a:xfrm>
              <a:off x="8985720" y="2242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7" name="pt57267"/>
            <p:cNvSpPr/>
            <p:nvPr/>
          </p:nvSpPr>
          <p:spPr>
            <a:xfrm>
              <a:off x="8654494" y="2467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8" name="pt57268"/>
            <p:cNvSpPr/>
            <p:nvPr/>
          </p:nvSpPr>
          <p:spPr>
            <a:xfrm>
              <a:off x="8473354" y="2375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9" name="pt57269"/>
            <p:cNvSpPr/>
            <p:nvPr/>
          </p:nvSpPr>
          <p:spPr>
            <a:xfrm>
              <a:off x="8932540" y="2034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0" name="pt57270"/>
            <p:cNvSpPr/>
            <p:nvPr/>
          </p:nvSpPr>
          <p:spPr>
            <a:xfrm>
              <a:off x="9062080" y="1751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1" name="pt57271"/>
            <p:cNvSpPr/>
            <p:nvPr/>
          </p:nvSpPr>
          <p:spPr>
            <a:xfrm>
              <a:off x="9116975" y="1693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2" name="pt57272"/>
            <p:cNvSpPr/>
            <p:nvPr/>
          </p:nvSpPr>
          <p:spPr>
            <a:xfrm>
              <a:off x="8677986" y="2364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3" name="pt57273"/>
            <p:cNvSpPr/>
            <p:nvPr/>
          </p:nvSpPr>
          <p:spPr>
            <a:xfrm>
              <a:off x="9095800" y="1863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4" name="pt57274"/>
            <p:cNvSpPr/>
            <p:nvPr/>
          </p:nvSpPr>
          <p:spPr>
            <a:xfrm>
              <a:off x="8888696" y="2185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5" name="pt57275"/>
            <p:cNvSpPr/>
            <p:nvPr/>
          </p:nvSpPr>
          <p:spPr>
            <a:xfrm>
              <a:off x="8839187" y="2143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6" name="pt57276"/>
            <p:cNvSpPr/>
            <p:nvPr/>
          </p:nvSpPr>
          <p:spPr>
            <a:xfrm>
              <a:off x="8666631" y="2466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7" name="pt57277"/>
            <p:cNvSpPr/>
            <p:nvPr/>
          </p:nvSpPr>
          <p:spPr>
            <a:xfrm>
              <a:off x="8383485" y="2249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8" name="pt57278"/>
            <p:cNvSpPr/>
            <p:nvPr/>
          </p:nvSpPr>
          <p:spPr>
            <a:xfrm>
              <a:off x="9121452" y="2046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9" name="pt57279"/>
            <p:cNvSpPr/>
            <p:nvPr/>
          </p:nvSpPr>
          <p:spPr>
            <a:xfrm>
              <a:off x="9024978" y="1851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0" name="pt57280"/>
            <p:cNvSpPr/>
            <p:nvPr/>
          </p:nvSpPr>
          <p:spPr>
            <a:xfrm>
              <a:off x="8677986" y="2305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1" name="pt57281"/>
            <p:cNvSpPr/>
            <p:nvPr/>
          </p:nvSpPr>
          <p:spPr>
            <a:xfrm>
              <a:off x="9045188" y="1932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2" name="pt57282"/>
            <p:cNvSpPr/>
            <p:nvPr/>
          </p:nvSpPr>
          <p:spPr>
            <a:xfrm>
              <a:off x="9199436" y="1968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3" name="pt57283"/>
            <p:cNvSpPr/>
            <p:nvPr/>
          </p:nvSpPr>
          <p:spPr>
            <a:xfrm>
              <a:off x="9221288" y="1754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4" name="pt57284"/>
            <p:cNvSpPr/>
            <p:nvPr/>
          </p:nvSpPr>
          <p:spPr>
            <a:xfrm>
              <a:off x="8627374" y="2276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5" name="pt57285"/>
            <p:cNvSpPr/>
            <p:nvPr/>
          </p:nvSpPr>
          <p:spPr>
            <a:xfrm>
              <a:off x="9138300" y="2037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6" name="pt57286"/>
            <p:cNvSpPr/>
            <p:nvPr/>
          </p:nvSpPr>
          <p:spPr>
            <a:xfrm>
              <a:off x="9454989" y="1943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7" name="pt57287"/>
            <p:cNvSpPr/>
            <p:nvPr/>
          </p:nvSpPr>
          <p:spPr>
            <a:xfrm>
              <a:off x="9512564" y="2556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8" name="pt57288"/>
            <p:cNvSpPr/>
            <p:nvPr/>
          </p:nvSpPr>
          <p:spPr>
            <a:xfrm>
              <a:off x="8867559" y="1810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9" name="pt57289"/>
            <p:cNvSpPr/>
            <p:nvPr/>
          </p:nvSpPr>
          <p:spPr>
            <a:xfrm>
              <a:off x="8825472" y="2017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0" name="pt57290"/>
            <p:cNvSpPr/>
            <p:nvPr/>
          </p:nvSpPr>
          <p:spPr>
            <a:xfrm>
              <a:off x="9229609" y="1825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1" name="pt57291"/>
            <p:cNvSpPr/>
            <p:nvPr/>
          </p:nvSpPr>
          <p:spPr>
            <a:xfrm>
              <a:off x="9117880" y="2109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2" name="pt57292"/>
            <p:cNvSpPr/>
            <p:nvPr/>
          </p:nvSpPr>
          <p:spPr>
            <a:xfrm>
              <a:off x="9138300" y="2130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3" name="pt57293"/>
            <p:cNvSpPr/>
            <p:nvPr/>
          </p:nvSpPr>
          <p:spPr>
            <a:xfrm>
              <a:off x="8839187" y="2150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4" name="pt57294"/>
            <p:cNvSpPr/>
            <p:nvPr/>
          </p:nvSpPr>
          <p:spPr>
            <a:xfrm>
              <a:off x="8312152" y="2619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5" name="pt57295"/>
            <p:cNvSpPr/>
            <p:nvPr/>
          </p:nvSpPr>
          <p:spPr>
            <a:xfrm>
              <a:off x="8641456" y="2010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6" name="pt57296"/>
            <p:cNvSpPr/>
            <p:nvPr/>
          </p:nvSpPr>
          <p:spPr>
            <a:xfrm>
              <a:off x="9414733" y="2102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7" name="pt57297"/>
            <p:cNvSpPr/>
            <p:nvPr/>
          </p:nvSpPr>
          <p:spPr>
            <a:xfrm>
              <a:off x="8595298" y="2226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8" name="pt57298"/>
            <p:cNvSpPr/>
            <p:nvPr/>
          </p:nvSpPr>
          <p:spPr>
            <a:xfrm>
              <a:off x="9654228" y="2340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9" name="pt57299"/>
            <p:cNvSpPr/>
            <p:nvPr/>
          </p:nvSpPr>
          <p:spPr>
            <a:xfrm>
              <a:off x="9119675" y="2041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0" name="pt57300"/>
            <p:cNvSpPr/>
            <p:nvPr/>
          </p:nvSpPr>
          <p:spPr>
            <a:xfrm>
              <a:off x="8763400" y="219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1" name="pt57301"/>
            <p:cNvSpPr/>
            <p:nvPr/>
          </p:nvSpPr>
          <p:spPr>
            <a:xfrm>
              <a:off x="9386161" y="2098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2" name="pt57302"/>
            <p:cNvSpPr/>
            <p:nvPr/>
          </p:nvSpPr>
          <p:spPr>
            <a:xfrm>
              <a:off x="8981853" y="2239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3" name="pt57303"/>
            <p:cNvSpPr/>
            <p:nvPr/>
          </p:nvSpPr>
          <p:spPr>
            <a:xfrm>
              <a:off x="8473354" y="2249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4" name="pt57304"/>
            <p:cNvSpPr/>
            <p:nvPr/>
          </p:nvSpPr>
          <p:spPr>
            <a:xfrm>
              <a:off x="9094774" y="1945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5" name="pt57305"/>
            <p:cNvSpPr/>
            <p:nvPr/>
          </p:nvSpPr>
          <p:spPr>
            <a:xfrm>
              <a:off x="9444456" y="1881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6" name="pt57306"/>
            <p:cNvSpPr/>
            <p:nvPr/>
          </p:nvSpPr>
          <p:spPr>
            <a:xfrm>
              <a:off x="9498107" y="2371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7" name="pt57307"/>
            <p:cNvSpPr/>
            <p:nvPr/>
          </p:nvSpPr>
          <p:spPr>
            <a:xfrm>
              <a:off x="9060837" y="1726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8" name="pt57308"/>
            <p:cNvSpPr/>
            <p:nvPr/>
          </p:nvSpPr>
          <p:spPr>
            <a:xfrm>
              <a:off x="9143835" y="2101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9" name="pt57309"/>
            <p:cNvSpPr/>
            <p:nvPr/>
          </p:nvSpPr>
          <p:spPr>
            <a:xfrm>
              <a:off x="8749319" y="2220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0" name="pt57310"/>
            <p:cNvSpPr/>
            <p:nvPr/>
          </p:nvSpPr>
          <p:spPr>
            <a:xfrm>
              <a:off x="9171842" y="2023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1" name="pt57311"/>
            <p:cNvSpPr/>
            <p:nvPr/>
          </p:nvSpPr>
          <p:spPr>
            <a:xfrm>
              <a:off x="9509182" y="2540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2" name="pt57312"/>
            <p:cNvSpPr/>
            <p:nvPr/>
          </p:nvSpPr>
          <p:spPr>
            <a:xfrm>
              <a:off x="9282477" y="2077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3" name="pt57313"/>
            <p:cNvSpPr/>
            <p:nvPr/>
          </p:nvSpPr>
          <p:spPr>
            <a:xfrm>
              <a:off x="8312152" y="2582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4" name="pt57314"/>
            <p:cNvSpPr/>
            <p:nvPr/>
          </p:nvSpPr>
          <p:spPr>
            <a:xfrm>
              <a:off x="8677986" y="2305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5" name="pt57315"/>
            <p:cNvSpPr/>
            <p:nvPr/>
          </p:nvSpPr>
          <p:spPr>
            <a:xfrm>
              <a:off x="8595298" y="2215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6" name="pt57316"/>
            <p:cNvSpPr/>
            <p:nvPr/>
          </p:nvSpPr>
          <p:spPr>
            <a:xfrm>
              <a:off x="8741831" y="2254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7" name="pt57317"/>
            <p:cNvSpPr/>
            <p:nvPr/>
          </p:nvSpPr>
          <p:spPr>
            <a:xfrm>
              <a:off x="9229609" y="1776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8" name="pt57318"/>
            <p:cNvSpPr/>
            <p:nvPr/>
          </p:nvSpPr>
          <p:spPr>
            <a:xfrm>
              <a:off x="8595298" y="2206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9" name="pt57319"/>
            <p:cNvSpPr/>
            <p:nvPr/>
          </p:nvSpPr>
          <p:spPr>
            <a:xfrm>
              <a:off x="8734011" y="2224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0" name="pt57320"/>
            <p:cNvSpPr/>
            <p:nvPr/>
          </p:nvSpPr>
          <p:spPr>
            <a:xfrm>
              <a:off x="9384781" y="2109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1" name="pt57321"/>
            <p:cNvSpPr/>
            <p:nvPr/>
          </p:nvSpPr>
          <p:spPr>
            <a:xfrm>
              <a:off x="9138300" y="2155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2" name="pt57322"/>
            <p:cNvSpPr/>
            <p:nvPr/>
          </p:nvSpPr>
          <p:spPr>
            <a:xfrm>
              <a:off x="9724502" y="22872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3" name="pt57323"/>
            <p:cNvSpPr/>
            <p:nvPr/>
          </p:nvSpPr>
          <p:spPr>
            <a:xfrm>
              <a:off x="8859909" y="2009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4" name="pt57324"/>
            <p:cNvSpPr/>
            <p:nvPr/>
          </p:nvSpPr>
          <p:spPr>
            <a:xfrm>
              <a:off x="8859909" y="2069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5" name="pt57325"/>
            <p:cNvSpPr/>
            <p:nvPr/>
          </p:nvSpPr>
          <p:spPr>
            <a:xfrm>
              <a:off x="9551860" y="1688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6" name="pt57326"/>
            <p:cNvSpPr/>
            <p:nvPr/>
          </p:nvSpPr>
          <p:spPr>
            <a:xfrm>
              <a:off x="9117880" y="2161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7" name="pt57327"/>
            <p:cNvSpPr/>
            <p:nvPr/>
          </p:nvSpPr>
          <p:spPr>
            <a:xfrm>
              <a:off x="8763400" y="2138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8" name="pt57328"/>
            <p:cNvSpPr/>
            <p:nvPr/>
          </p:nvSpPr>
          <p:spPr>
            <a:xfrm>
              <a:off x="8847771" y="2124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9" name="pt57329"/>
            <p:cNvSpPr/>
            <p:nvPr/>
          </p:nvSpPr>
          <p:spPr>
            <a:xfrm>
              <a:off x="8556041" y="23800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0" name="pt57330"/>
            <p:cNvSpPr/>
            <p:nvPr/>
          </p:nvSpPr>
          <p:spPr>
            <a:xfrm>
              <a:off x="9978328" y="2658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1" name="pt57331"/>
            <p:cNvSpPr/>
            <p:nvPr/>
          </p:nvSpPr>
          <p:spPr>
            <a:xfrm>
              <a:off x="9121452" y="1952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2" name="pt57332"/>
            <p:cNvSpPr/>
            <p:nvPr/>
          </p:nvSpPr>
          <p:spPr>
            <a:xfrm>
              <a:off x="9376059" y="2012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3" name="pt57333"/>
            <p:cNvSpPr/>
            <p:nvPr/>
          </p:nvSpPr>
          <p:spPr>
            <a:xfrm>
              <a:off x="8641456" y="2043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4" name="pt57334"/>
            <p:cNvSpPr/>
            <p:nvPr/>
          </p:nvSpPr>
          <p:spPr>
            <a:xfrm>
              <a:off x="8312152" y="2319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5" name="pt57335"/>
            <p:cNvSpPr/>
            <p:nvPr/>
          </p:nvSpPr>
          <p:spPr>
            <a:xfrm>
              <a:off x="8312152" y="2424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6" name="pt57336"/>
            <p:cNvSpPr/>
            <p:nvPr/>
          </p:nvSpPr>
          <p:spPr>
            <a:xfrm>
              <a:off x="9340963" y="2250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7" name="pt57337"/>
            <p:cNvSpPr/>
            <p:nvPr/>
          </p:nvSpPr>
          <p:spPr>
            <a:xfrm>
              <a:off x="9055774" y="1707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8" name="pt57338"/>
            <p:cNvSpPr/>
            <p:nvPr/>
          </p:nvSpPr>
          <p:spPr>
            <a:xfrm>
              <a:off x="9003873" y="1998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9" name="pt57339"/>
            <p:cNvSpPr/>
            <p:nvPr/>
          </p:nvSpPr>
          <p:spPr>
            <a:xfrm>
              <a:off x="8776438" y="2014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0" name="pt57340"/>
            <p:cNvSpPr/>
            <p:nvPr/>
          </p:nvSpPr>
          <p:spPr>
            <a:xfrm>
              <a:off x="9128386" y="1993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1" name="pt57341"/>
            <p:cNvSpPr/>
            <p:nvPr/>
          </p:nvSpPr>
          <p:spPr>
            <a:xfrm>
              <a:off x="8901496" y="1969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2" name="pt57342"/>
            <p:cNvSpPr/>
            <p:nvPr/>
          </p:nvSpPr>
          <p:spPr>
            <a:xfrm>
              <a:off x="9700990" y="1399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3" name="pt57343"/>
            <p:cNvSpPr/>
            <p:nvPr/>
          </p:nvSpPr>
          <p:spPr>
            <a:xfrm>
              <a:off x="8717243" y="2102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4" name="pt57344"/>
            <p:cNvSpPr/>
            <p:nvPr/>
          </p:nvSpPr>
          <p:spPr>
            <a:xfrm>
              <a:off x="8901496" y="1875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5" name="pt57345"/>
            <p:cNvSpPr/>
            <p:nvPr/>
          </p:nvSpPr>
          <p:spPr>
            <a:xfrm>
              <a:off x="8532549" y="2413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6" name="pt57346"/>
            <p:cNvSpPr/>
            <p:nvPr/>
          </p:nvSpPr>
          <p:spPr>
            <a:xfrm>
              <a:off x="8473354" y="2294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7" name="pt57347"/>
            <p:cNvSpPr/>
            <p:nvPr/>
          </p:nvSpPr>
          <p:spPr>
            <a:xfrm>
              <a:off x="8998621" y="2022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8" name="pt57348"/>
            <p:cNvSpPr/>
            <p:nvPr/>
          </p:nvSpPr>
          <p:spPr>
            <a:xfrm>
              <a:off x="8741831" y="2234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9" name="pt57349"/>
            <p:cNvSpPr/>
            <p:nvPr/>
          </p:nvSpPr>
          <p:spPr>
            <a:xfrm>
              <a:off x="8434097" y="2388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0" name="pt57350"/>
            <p:cNvSpPr/>
            <p:nvPr/>
          </p:nvSpPr>
          <p:spPr>
            <a:xfrm>
              <a:off x="9005590" y="1793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1" name="pt57351"/>
            <p:cNvSpPr/>
            <p:nvPr/>
          </p:nvSpPr>
          <p:spPr>
            <a:xfrm>
              <a:off x="8958919" y="1832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2" name="pt57352"/>
            <p:cNvSpPr/>
            <p:nvPr/>
          </p:nvSpPr>
          <p:spPr>
            <a:xfrm>
              <a:off x="9028011" y="1724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3" name="pt57353"/>
            <p:cNvSpPr/>
            <p:nvPr/>
          </p:nvSpPr>
          <p:spPr>
            <a:xfrm>
              <a:off x="9221288" y="1767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4" name="pt57354"/>
            <p:cNvSpPr/>
            <p:nvPr/>
          </p:nvSpPr>
          <p:spPr>
            <a:xfrm>
              <a:off x="9155869" y="1980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5" name="pt57355"/>
            <p:cNvSpPr/>
            <p:nvPr/>
          </p:nvSpPr>
          <p:spPr>
            <a:xfrm>
              <a:off x="9039647" y="1952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6" name="pt57356"/>
            <p:cNvSpPr/>
            <p:nvPr/>
          </p:nvSpPr>
          <p:spPr>
            <a:xfrm>
              <a:off x="9072891" y="2205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7" name="pt57357"/>
            <p:cNvSpPr/>
            <p:nvPr/>
          </p:nvSpPr>
          <p:spPr>
            <a:xfrm>
              <a:off x="9237554" y="1972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8" name="pt57358"/>
            <p:cNvSpPr/>
            <p:nvPr/>
          </p:nvSpPr>
          <p:spPr>
            <a:xfrm>
              <a:off x="9393280" y="2109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9" name="pt57359"/>
            <p:cNvSpPr/>
            <p:nvPr/>
          </p:nvSpPr>
          <p:spPr>
            <a:xfrm>
              <a:off x="9178998" y="1921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0" name="pt57360"/>
            <p:cNvSpPr/>
            <p:nvPr/>
          </p:nvSpPr>
          <p:spPr>
            <a:xfrm>
              <a:off x="8830164" y="1967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1" name="pt57361"/>
            <p:cNvSpPr/>
            <p:nvPr/>
          </p:nvSpPr>
          <p:spPr>
            <a:xfrm>
              <a:off x="8749319" y="1557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2" name="pt57362"/>
            <p:cNvSpPr/>
            <p:nvPr/>
          </p:nvSpPr>
          <p:spPr>
            <a:xfrm>
              <a:off x="8788576" y="2343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3" name="pt57363"/>
            <p:cNvSpPr/>
            <p:nvPr/>
          </p:nvSpPr>
          <p:spPr>
            <a:xfrm>
              <a:off x="8859909" y="1882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4" name="pt57364"/>
            <p:cNvSpPr/>
            <p:nvPr/>
          </p:nvSpPr>
          <p:spPr>
            <a:xfrm>
              <a:off x="9346461" y="2283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5" name="pt57365"/>
            <p:cNvSpPr/>
            <p:nvPr/>
          </p:nvSpPr>
          <p:spPr>
            <a:xfrm>
              <a:off x="8749319" y="2148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6" name="pt57366"/>
            <p:cNvSpPr/>
            <p:nvPr/>
          </p:nvSpPr>
          <p:spPr>
            <a:xfrm>
              <a:off x="8863776" y="1945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7" name="pt57367"/>
            <p:cNvSpPr/>
            <p:nvPr/>
          </p:nvSpPr>
          <p:spPr>
            <a:xfrm>
              <a:off x="8794345" y="2111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8" name="pt57368"/>
            <p:cNvSpPr/>
            <p:nvPr/>
          </p:nvSpPr>
          <p:spPr>
            <a:xfrm>
              <a:off x="8977900" y="2272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9" name="pt57369"/>
            <p:cNvSpPr/>
            <p:nvPr/>
          </p:nvSpPr>
          <p:spPr>
            <a:xfrm>
              <a:off x="9106706" y="1917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0" name="pt57370"/>
            <p:cNvSpPr/>
            <p:nvPr/>
          </p:nvSpPr>
          <p:spPr>
            <a:xfrm>
              <a:off x="8881929" y="2258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1" name="pt57371"/>
            <p:cNvSpPr/>
            <p:nvPr/>
          </p:nvSpPr>
          <p:spPr>
            <a:xfrm>
              <a:off x="8749319" y="2178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2" name="pt57372"/>
            <p:cNvSpPr/>
            <p:nvPr/>
          </p:nvSpPr>
          <p:spPr>
            <a:xfrm>
              <a:off x="9230563" y="1890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3" name="pt57373"/>
            <p:cNvSpPr/>
            <p:nvPr/>
          </p:nvSpPr>
          <p:spPr>
            <a:xfrm>
              <a:off x="8666631" y="2452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4" name="pt57374"/>
            <p:cNvSpPr/>
            <p:nvPr/>
          </p:nvSpPr>
          <p:spPr>
            <a:xfrm>
              <a:off x="9254530" y="2128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5" name="pt57375"/>
            <p:cNvSpPr/>
            <p:nvPr/>
          </p:nvSpPr>
          <p:spPr>
            <a:xfrm>
              <a:off x="9054485" y="1748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6" name="pt57376"/>
            <p:cNvSpPr/>
            <p:nvPr/>
          </p:nvSpPr>
          <p:spPr>
            <a:xfrm>
              <a:off x="9219272" y="1806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7" name="pt57377"/>
            <p:cNvSpPr/>
            <p:nvPr/>
          </p:nvSpPr>
          <p:spPr>
            <a:xfrm>
              <a:off x="8839187" y="2148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8" name="pt57378"/>
            <p:cNvSpPr/>
            <p:nvPr/>
          </p:nvSpPr>
          <p:spPr>
            <a:xfrm>
              <a:off x="9279262" y="2146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9" name="pt57379"/>
            <p:cNvSpPr/>
            <p:nvPr/>
          </p:nvSpPr>
          <p:spPr>
            <a:xfrm>
              <a:off x="9396086" y="2115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0" name="pt57380"/>
            <p:cNvSpPr/>
            <p:nvPr/>
          </p:nvSpPr>
          <p:spPr>
            <a:xfrm>
              <a:off x="9171842" y="2055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1" name="pt57381"/>
            <p:cNvSpPr/>
            <p:nvPr/>
          </p:nvSpPr>
          <p:spPr>
            <a:xfrm>
              <a:off x="8863776" y="2129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2" name="pt57382"/>
            <p:cNvSpPr/>
            <p:nvPr/>
          </p:nvSpPr>
          <p:spPr>
            <a:xfrm>
              <a:off x="8505430" y="2380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3" name="pt57383"/>
            <p:cNvSpPr/>
            <p:nvPr/>
          </p:nvSpPr>
          <p:spPr>
            <a:xfrm>
              <a:off x="9144612" y="2065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4" name="pt57384"/>
            <p:cNvSpPr/>
            <p:nvPr/>
          </p:nvSpPr>
          <p:spPr>
            <a:xfrm>
              <a:off x="8576763" y="2578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5" name="pt57385"/>
            <p:cNvSpPr/>
            <p:nvPr/>
          </p:nvSpPr>
          <p:spPr>
            <a:xfrm>
              <a:off x="9024978" y="1863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6" name="pt57386"/>
            <p:cNvSpPr/>
            <p:nvPr/>
          </p:nvSpPr>
          <p:spPr>
            <a:xfrm>
              <a:off x="9514089" y="2606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7" name="pt57387"/>
            <p:cNvSpPr/>
            <p:nvPr/>
          </p:nvSpPr>
          <p:spPr>
            <a:xfrm>
              <a:off x="9028011" y="1705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8" name="pt57388"/>
            <p:cNvSpPr/>
            <p:nvPr/>
          </p:nvSpPr>
          <p:spPr>
            <a:xfrm>
              <a:off x="8383485" y="2319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9" name="pt57389"/>
            <p:cNvSpPr/>
            <p:nvPr/>
          </p:nvSpPr>
          <p:spPr>
            <a:xfrm>
              <a:off x="8975889" y="2256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0" name="pt57390"/>
            <p:cNvSpPr/>
            <p:nvPr/>
          </p:nvSpPr>
          <p:spPr>
            <a:xfrm>
              <a:off x="8749319" y="1880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1" name="pt57391"/>
            <p:cNvSpPr/>
            <p:nvPr/>
          </p:nvSpPr>
          <p:spPr>
            <a:xfrm>
              <a:off x="9454989" y="1947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2" name="pt57392"/>
            <p:cNvSpPr/>
            <p:nvPr/>
          </p:nvSpPr>
          <p:spPr>
            <a:xfrm>
              <a:off x="8505430" y="2416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3" name="pt57393"/>
            <p:cNvSpPr/>
            <p:nvPr/>
          </p:nvSpPr>
          <p:spPr>
            <a:xfrm>
              <a:off x="8434097" y="2214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4" name="pt57394"/>
            <p:cNvSpPr/>
            <p:nvPr/>
          </p:nvSpPr>
          <p:spPr>
            <a:xfrm>
              <a:off x="8947416" y="1958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5" name="pt57395"/>
            <p:cNvSpPr/>
            <p:nvPr/>
          </p:nvSpPr>
          <p:spPr>
            <a:xfrm>
              <a:off x="8741831" y="2337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6" name="pt57396"/>
            <p:cNvSpPr/>
            <p:nvPr/>
          </p:nvSpPr>
          <p:spPr>
            <a:xfrm>
              <a:off x="8595298" y="2298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7" name="pt57397"/>
            <p:cNvSpPr/>
            <p:nvPr/>
          </p:nvSpPr>
          <p:spPr>
            <a:xfrm>
              <a:off x="9551860" y="1756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8" name="pt57398"/>
            <p:cNvSpPr/>
            <p:nvPr/>
          </p:nvSpPr>
          <p:spPr>
            <a:xfrm>
              <a:off x="9573785" y="244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9" name="pt57399"/>
            <p:cNvSpPr/>
            <p:nvPr/>
          </p:nvSpPr>
          <p:spPr>
            <a:xfrm>
              <a:off x="9160178" y="2043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0" name="pt57400"/>
            <p:cNvSpPr/>
            <p:nvPr/>
          </p:nvSpPr>
          <p:spPr>
            <a:xfrm>
              <a:off x="9064541" y="1774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1" name="pt57401"/>
            <p:cNvSpPr/>
            <p:nvPr/>
          </p:nvSpPr>
          <p:spPr>
            <a:xfrm>
              <a:off x="8312152" y="2344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2" name="pt57402"/>
            <p:cNvSpPr/>
            <p:nvPr/>
          </p:nvSpPr>
          <p:spPr>
            <a:xfrm>
              <a:off x="8913428" y="2103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3" name="pt57403"/>
            <p:cNvSpPr/>
            <p:nvPr/>
          </p:nvSpPr>
          <p:spPr>
            <a:xfrm>
              <a:off x="8595298" y="2218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4" name="pt57404"/>
            <p:cNvSpPr/>
            <p:nvPr/>
          </p:nvSpPr>
          <p:spPr>
            <a:xfrm>
              <a:off x="8741831" y="2328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5" name="pt57405"/>
            <p:cNvSpPr/>
            <p:nvPr/>
          </p:nvSpPr>
          <p:spPr>
            <a:xfrm>
              <a:off x="8576763" y="2446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6" name="pt57406"/>
            <p:cNvSpPr/>
            <p:nvPr/>
          </p:nvSpPr>
          <p:spPr>
            <a:xfrm>
              <a:off x="9515130" y="2481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7" name="pt57407"/>
            <p:cNvSpPr/>
            <p:nvPr/>
          </p:nvSpPr>
          <p:spPr>
            <a:xfrm>
              <a:off x="9797577" y="2456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8" name="pt57408"/>
            <p:cNvSpPr/>
            <p:nvPr/>
          </p:nvSpPr>
          <p:spPr>
            <a:xfrm>
              <a:off x="9530304" y="2540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9" name="pt57409"/>
            <p:cNvSpPr/>
            <p:nvPr/>
          </p:nvSpPr>
          <p:spPr>
            <a:xfrm>
              <a:off x="8971798" y="2074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0" name="pt57410"/>
            <p:cNvSpPr/>
            <p:nvPr/>
          </p:nvSpPr>
          <p:spPr>
            <a:xfrm>
              <a:off x="8977900" y="2227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1" name="pt57411"/>
            <p:cNvSpPr/>
            <p:nvPr/>
          </p:nvSpPr>
          <p:spPr>
            <a:xfrm>
              <a:off x="8979888" y="2228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2" name="pt57412"/>
            <p:cNvSpPr/>
            <p:nvPr/>
          </p:nvSpPr>
          <p:spPr>
            <a:xfrm>
              <a:off x="8881929" y="2325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3" name="pt57413"/>
            <p:cNvSpPr/>
            <p:nvPr/>
          </p:nvSpPr>
          <p:spPr>
            <a:xfrm>
              <a:off x="9279262" y="2147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4" name="pt57414"/>
            <p:cNvSpPr/>
            <p:nvPr/>
          </p:nvSpPr>
          <p:spPr>
            <a:xfrm>
              <a:off x="8595298" y="2338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5" name="pt57415"/>
            <p:cNvSpPr/>
            <p:nvPr/>
          </p:nvSpPr>
          <p:spPr>
            <a:xfrm>
              <a:off x="9249051" y="2038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6" name="pt57416"/>
            <p:cNvSpPr/>
            <p:nvPr/>
          </p:nvSpPr>
          <p:spPr>
            <a:xfrm>
              <a:off x="8770040" y="21024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7" name="pt57417"/>
            <p:cNvSpPr/>
            <p:nvPr/>
          </p:nvSpPr>
          <p:spPr>
            <a:xfrm>
              <a:off x="8434097" y="2430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8" name="pt57418"/>
            <p:cNvSpPr/>
            <p:nvPr/>
          </p:nvSpPr>
          <p:spPr>
            <a:xfrm>
              <a:off x="8698707" y="2263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9" name="pt57419"/>
            <p:cNvSpPr/>
            <p:nvPr/>
          </p:nvSpPr>
          <p:spPr>
            <a:xfrm>
              <a:off x="9095800" y="1804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0" name="pt57420"/>
            <p:cNvSpPr/>
            <p:nvPr/>
          </p:nvSpPr>
          <p:spPr>
            <a:xfrm>
              <a:off x="8788576" y="2439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1" name="pt57421"/>
            <p:cNvSpPr/>
            <p:nvPr/>
          </p:nvSpPr>
          <p:spPr>
            <a:xfrm>
              <a:off x="8505430" y="2418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2" name="pt57422"/>
            <p:cNvSpPr/>
            <p:nvPr/>
          </p:nvSpPr>
          <p:spPr>
            <a:xfrm>
              <a:off x="8932540" y="19888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3" name="pt57423"/>
            <p:cNvSpPr/>
            <p:nvPr/>
          </p:nvSpPr>
          <p:spPr>
            <a:xfrm>
              <a:off x="8741831" y="22408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4" name="pt57424"/>
            <p:cNvSpPr/>
            <p:nvPr/>
          </p:nvSpPr>
          <p:spPr>
            <a:xfrm>
              <a:off x="9146922" y="197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5" name="pt57425"/>
            <p:cNvSpPr/>
            <p:nvPr/>
          </p:nvSpPr>
          <p:spPr>
            <a:xfrm>
              <a:off x="8989504" y="2240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6" name="pt57426"/>
            <p:cNvSpPr/>
            <p:nvPr/>
          </p:nvSpPr>
          <p:spPr>
            <a:xfrm>
              <a:off x="9371637" y="2121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7" name="pt57427"/>
            <p:cNvSpPr/>
            <p:nvPr/>
          </p:nvSpPr>
          <p:spPr>
            <a:xfrm>
              <a:off x="8505430" y="2378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8" name="pt57428"/>
            <p:cNvSpPr/>
            <p:nvPr/>
          </p:nvSpPr>
          <p:spPr>
            <a:xfrm>
              <a:off x="8677986" y="2277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9" name="pt57429"/>
            <p:cNvSpPr/>
            <p:nvPr/>
          </p:nvSpPr>
          <p:spPr>
            <a:xfrm>
              <a:off x="8434097" y="2532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0" name="pt57430"/>
            <p:cNvSpPr/>
            <p:nvPr/>
          </p:nvSpPr>
          <p:spPr>
            <a:xfrm>
              <a:off x="9047895" y="1842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1" name="pt57431"/>
            <p:cNvSpPr/>
            <p:nvPr/>
          </p:nvSpPr>
          <p:spPr>
            <a:xfrm>
              <a:off x="8820652" y="2117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2" name="pt57432"/>
            <p:cNvSpPr/>
            <p:nvPr/>
          </p:nvSpPr>
          <p:spPr>
            <a:xfrm>
              <a:off x="9415399" y="21851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3" name="pt57433"/>
            <p:cNvSpPr/>
            <p:nvPr/>
          </p:nvSpPr>
          <p:spPr>
            <a:xfrm>
              <a:off x="8383485" y="2338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4" name="pt57434"/>
            <p:cNvSpPr/>
            <p:nvPr/>
          </p:nvSpPr>
          <p:spPr>
            <a:xfrm>
              <a:off x="9188912" y="1755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5" name="pt57435"/>
            <p:cNvSpPr/>
            <p:nvPr/>
          </p:nvSpPr>
          <p:spPr>
            <a:xfrm>
              <a:off x="9106706" y="19555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6" name="pt57436"/>
            <p:cNvSpPr/>
            <p:nvPr/>
          </p:nvSpPr>
          <p:spPr>
            <a:xfrm>
              <a:off x="9178998" y="19444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7" name="pt57437"/>
            <p:cNvSpPr/>
            <p:nvPr/>
          </p:nvSpPr>
          <p:spPr>
            <a:xfrm>
              <a:off x="9003873" y="1940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8" name="pt57438"/>
            <p:cNvSpPr/>
            <p:nvPr/>
          </p:nvSpPr>
          <p:spPr>
            <a:xfrm>
              <a:off x="8576763" y="2562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9" name="pt57439"/>
            <p:cNvSpPr/>
            <p:nvPr/>
          </p:nvSpPr>
          <p:spPr>
            <a:xfrm>
              <a:off x="8977900" y="234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0" name="pt57440"/>
            <p:cNvSpPr/>
            <p:nvPr/>
          </p:nvSpPr>
          <p:spPr>
            <a:xfrm>
              <a:off x="8749319" y="2069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1" name="pt57441"/>
            <p:cNvSpPr/>
            <p:nvPr/>
          </p:nvSpPr>
          <p:spPr>
            <a:xfrm>
              <a:off x="9310856" y="2038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2" name="pt57442"/>
            <p:cNvSpPr/>
            <p:nvPr/>
          </p:nvSpPr>
          <p:spPr>
            <a:xfrm>
              <a:off x="8977900" y="2333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3" name="pt57443"/>
            <p:cNvSpPr/>
            <p:nvPr/>
          </p:nvSpPr>
          <p:spPr>
            <a:xfrm>
              <a:off x="8312152" y="2472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4" name="pt57444"/>
            <p:cNvSpPr/>
            <p:nvPr/>
          </p:nvSpPr>
          <p:spPr>
            <a:xfrm>
              <a:off x="9083077" y="1667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5" name="pt57445"/>
            <p:cNvSpPr/>
            <p:nvPr/>
          </p:nvSpPr>
          <p:spPr>
            <a:xfrm>
              <a:off x="8956678" y="1807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6" name="pt57446"/>
            <p:cNvSpPr/>
            <p:nvPr/>
          </p:nvSpPr>
          <p:spPr>
            <a:xfrm>
              <a:off x="8312152" y="2396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7" name="pt57447"/>
            <p:cNvSpPr/>
            <p:nvPr/>
          </p:nvSpPr>
          <p:spPr>
            <a:xfrm>
              <a:off x="9057053" y="1723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8" name="pt57448"/>
            <p:cNvSpPr/>
            <p:nvPr/>
          </p:nvSpPr>
          <p:spPr>
            <a:xfrm>
              <a:off x="8666631" y="2459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9" name="pt57449"/>
            <p:cNvSpPr/>
            <p:nvPr/>
          </p:nvSpPr>
          <p:spPr>
            <a:xfrm>
              <a:off x="8677986" y="2492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0" name="pt57450"/>
            <p:cNvSpPr/>
            <p:nvPr/>
          </p:nvSpPr>
          <p:spPr>
            <a:xfrm>
              <a:off x="9530995" y="2631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1" name="pt57451"/>
            <p:cNvSpPr/>
            <p:nvPr/>
          </p:nvSpPr>
          <p:spPr>
            <a:xfrm>
              <a:off x="9603616" y="2340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2" name="pt57452"/>
            <p:cNvSpPr/>
            <p:nvPr/>
          </p:nvSpPr>
          <p:spPr>
            <a:xfrm>
              <a:off x="8595298" y="2315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3" name="pt57453"/>
            <p:cNvSpPr/>
            <p:nvPr/>
          </p:nvSpPr>
          <p:spPr>
            <a:xfrm>
              <a:off x="9749896" y="1880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4" name="pt57454"/>
            <p:cNvSpPr/>
            <p:nvPr/>
          </p:nvSpPr>
          <p:spPr>
            <a:xfrm>
              <a:off x="8847771" y="2135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5" name="pt57455"/>
            <p:cNvSpPr/>
            <p:nvPr/>
          </p:nvSpPr>
          <p:spPr>
            <a:xfrm>
              <a:off x="8788576" y="2310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6" name="pt57456"/>
            <p:cNvSpPr/>
            <p:nvPr/>
          </p:nvSpPr>
          <p:spPr>
            <a:xfrm>
              <a:off x="8839187" y="2193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7" name="pt57457"/>
            <p:cNvSpPr/>
            <p:nvPr/>
          </p:nvSpPr>
          <p:spPr>
            <a:xfrm>
              <a:off x="8505430" y="2384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8" name="pt57458"/>
            <p:cNvSpPr/>
            <p:nvPr/>
          </p:nvSpPr>
          <p:spPr>
            <a:xfrm>
              <a:off x="8977900" y="2340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9" name="pt57459"/>
            <p:cNvSpPr/>
            <p:nvPr/>
          </p:nvSpPr>
          <p:spPr>
            <a:xfrm>
              <a:off x="8855955" y="1962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0" name="pt57460"/>
            <p:cNvSpPr/>
            <p:nvPr/>
          </p:nvSpPr>
          <p:spPr>
            <a:xfrm>
              <a:off x="9289758" y="1755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1" name="pt57461"/>
            <p:cNvSpPr/>
            <p:nvPr/>
          </p:nvSpPr>
          <p:spPr>
            <a:xfrm>
              <a:off x="8855955" y="2184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2" name="pt57462"/>
            <p:cNvSpPr/>
            <p:nvPr/>
          </p:nvSpPr>
          <p:spPr>
            <a:xfrm>
              <a:off x="9229609" y="1811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3" name="pt57463"/>
            <p:cNvSpPr/>
            <p:nvPr/>
          </p:nvSpPr>
          <p:spPr>
            <a:xfrm>
              <a:off x="9653069" y="2700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4" name="pt57464"/>
            <p:cNvSpPr/>
            <p:nvPr/>
          </p:nvSpPr>
          <p:spPr>
            <a:xfrm>
              <a:off x="8532549" y="2476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5" name="pt57465"/>
            <p:cNvSpPr/>
            <p:nvPr/>
          </p:nvSpPr>
          <p:spPr>
            <a:xfrm>
              <a:off x="8612066" y="2341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6" name="pt57466"/>
            <p:cNvSpPr/>
            <p:nvPr/>
          </p:nvSpPr>
          <p:spPr>
            <a:xfrm>
              <a:off x="8998621" y="1983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7" name="pt57467"/>
            <p:cNvSpPr/>
            <p:nvPr/>
          </p:nvSpPr>
          <p:spPr>
            <a:xfrm>
              <a:off x="9143835" y="207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8" name="pt57468"/>
            <p:cNvSpPr/>
            <p:nvPr/>
          </p:nvSpPr>
          <p:spPr>
            <a:xfrm>
              <a:off x="8947416" y="1977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9" name="pt57469"/>
            <p:cNvSpPr/>
            <p:nvPr/>
          </p:nvSpPr>
          <p:spPr>
            <a:xfrm>
              <a:off x="8749319" y="18299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0" name="pt57470"/>
            <p:cNvSpPr/>
            <p:nvPr/>
          </p:nvSpPr>
          <p:spPr>
            <a:xfrm>
              <a:off x="8627374" y="23931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1" name="pt57471"/>
            <p:cNvSpPr/>
            <p:nvPr/>
          </p:nvSpPr>
          <p:spPr>
            <a:xfrm>
              <a:off x="9057053" y="17672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2" name="pt57472"/>
            <p:cNvSpPr/>
            <p:nvPr/>
          </p:nvSpPr>
          <p:spPr>
            <a:xfrm>
              <a:off x="9230563" y="1861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3" name="pt57473"/>
            <p:cNvSpPr/>
            <p:nvPr/>
          </p:nvSpPr>
          <p:spPr>
            <a:xfrm>
              <a:off x="8612066" y="2292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4" name="pt57474"/>
            <p:cNvSpPr/>
            <p:nvPr/>
          </p:nvSpPr>
          <p:spPr>
            <a:xfrm>
              <a:off x="8688651" y="236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5" name="pt57475"/>
            <p:cNvSpPr/>
            <p:nvPr/>
          </p:nvSpPr>
          <p:spPr>
            <a:xfrm>
              <a:off x="8937640" y="1886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6" name="pt57476"/>
            <p:cNvSpPr/>
            <p:nvPr/>
          </p:nvSpPr>
          <p:spPr>
            <a:xfrm>
              <a:off x="9103798" y="1981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7" name="pt57477"/>
            <p:cNvSpPr/>
            <p:nvPr/>
          </p:nvSpPr>
          <p:spPr>
            <a:xfrm>
              <a:off x="9070546" y="2334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8" name="pt57478"/>
            <p:cNvSpPr/>
            <p:nvPr/>
          </p:nvSpPr>
          <p:spPr>
            <a:xfrm>
              <a:off x="8312152" y="2139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9" name="pt57479"/>
            <p:cNvSpPr/>
            <p:nvPr/>
          </p:nvSpPr>
          <p:spPr>
            <a:xfrm>
              <a:off x="8312152" y="2700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0" name="pt57480"/>
            <p:cNvSpPr/>
            <p:nvPr/>
          </p:nvSpPr>
          <p:spPr>
            <a:xfrm>
              <a:off x="8556041" y="2490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1" name="pt57481"/>
            <p:cNvSpPr/>
            <p:nvPr/>
          </p:nvSpPr>
          <p:spPr>
            <a:xfrm>
              <a:off x="8627374" y="2489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2" name="pt57482"/>
            <p:cNvSpPr/>
            <p:nvPr/>
          </p:nvSpPr>
          <p:spPr>
            <a:xfrm>
              <a:off x="9091660" y="1829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3" name="pt57483"/>
            <p:cNvSpPr/>
            <p:nvPr/>
          </p:nvSpPr>
          <p:spPr>
            <a:xfrm>
              <a:off x="8312152" y="2380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4" name="pt57484"/>
            <p:cNvSpPr/>
            <p:nvPr/>
          </p:nvSpPr>
          <p:spPr>
            <a:xfrm>
              <a:off x="9128386" y="2095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5" name="pt57485"/>
            <p:cNvSpPr/>
            <p:nvPr/>
          </p:nvSpPr>
          <p:spPr>
            <a:xfrm>
              <a:off x="9201130" y="209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6" name="pt57486"/>
            <p:cNvSpPr/>
            <p:nvPr/>
          </p:nvSpPr>
          <p:spPr>
            <a:xfrm>
              <a:off x="8641456" y="2132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7" name="pt57487"/>
            <p:cNvSpPr/>
            <p:nvPr/>
          </p:nvSpPr>
          <p:spPr>
            <a:xfrm>
              <a:off x="8963317" y="2099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8" name="pt57488"/>
            <p:cNvSpPr/>
            <p:nvPr/>
          </p:nvSpPr>
          <p:spPr>
            <a:xfrm>
              <a:off x="8874891" y="2039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9" name="pt57489"/>
            <p:cNvSpPr/>
            <p:nvPr/>
          </p:nvSpPr>
          <p:spPr>
            <a:xfrm>
              <a:off x="9366003" y="2059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0" name="pt57490"/>
            <p:cNvSpPr/>
            <p:nvPr/>
          </p:nvSpPr>
          <p:spPr>
            <a:xfrm>
              <a:off x="9340963" y="2097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1" name="pt57491"/>
            <p:cNvSpPr/>
            <p:nvPr/>
          </p:nvSpPr>
          <p:spPr>
            <a:xfrm>
              <a:off x="8979888" y="2301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2" name="pt57492"/>
            <p:cNvSpPr/>
            <p:nvPr/>
          </p:nvSpPr>
          <p:spPr>
            <a:xfrm>
              <a:off x="9064541" y="1741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3" name="pt57493"/>
            <p:cNvSpPr/>
            <p:nvPr/>
          </p:nvSpPr>
          <p:spPr>
            <a:xfrm>
              <a:off x="9568642" y="2233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4" name="pt57494"/>
            <p:cNvSpPr/>
            <p:nvPr/>
          </p:nvSpPr>
          <p:spPr>
            <a:xfrm>
              <a:off x="8799930" y="2145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5" name="pt57495"/>
            <p:cNvSpPr/>
            <p:nvPr/>
          </p:nvSpPr>
          <p:spPr>
            <a:xfrm>
              <a:off x="8383485" y="2378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6" name="pt57496"/>
            <p:cNvSpPr/>
            <p:nvPr/>
          </p:nvSpPr>
          <p:spPr>
            <a:xfrm>
              <a:off x="8434097" y="2442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7" name="pt57497"/>
            <p:cNvSpPr/>
            <p:nvPr/>
          </p:nvSpPr>
          <p:spPr>
            <a:xfrm>
              <a:off x="8810596" y="2062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8" name="pt57498"/>
            <p:cNvSpPr/>
            <p:nvPr/>
          </p:nvSpPr>
          <p:spPr>
            <a:xfrm>
              <a:off x="8843532" y="2054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9" name="pt57499"/>
            <p:cNvSpPr/>
            <p:nvPr/>
          </p:nvSpPr>
          <p:spPr>
            <a:xfrm>
              <a:off x="9249051" y="2183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0" name="pt57500"/>
            <p:cNvSpPr/>
            <p:nvPr/>
          </p:nvSpPr>
          <p:spPr>
            <a:xfrm>
              <a:off x="9028011" y="1523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1" name="pt57501"/>
            <p:cNvSpPr/>
            <p:nvPr/>
          </p:nvSpPr>
          <p:spPr>
            <a:xfrm>
              <a:off x="9229609" y="1902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2" name="pt57502"/>
            <p:cNvSpPr/>
            <p:nvPr/>
          </p:nvSpPr>
          <p:spPr>
            <a:xfrm>
              <a:off x="9045188" y="1918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3" name="pt57503"/>
            <p:cNvSpPr/>
            <p:nvPr/>
          </p:nvSpPr>
          <p:spPr>
            <a:xfrm>
              <a:off x="9160178" y="2049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4" name="pt57504"/>
            <p:cNvSpPr/>
            <p:nvPr/>
          </p:nvSpPr>
          <p:spPr>
            <a:xfrm>
              <a:off x="8867559" y="2083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5" name="pt57505"/>
            <p:cNvSpPr/>
            <p:nvPr/>
          </p:nvSpPr>
          <p:spPr>
            <a:xfrm>
              <a:off x="8932540" y="2053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6" name="pt57506"/>
            <p:cNvSpPr/>
            <p:nvPr/>
          </p:nvSpPr>
          <p:spPr>
            <a:xfrm>
              <a:off x="9092704" y="2036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7" name="pt57507"/>
            <p:cNvSpPr/>
            <p:nvPr/>
          </p:nvSpPr>
          <p:spPr>
            <a:xfrm>
              <a:off x="9551860" y="1735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8" name="pt57508"/>
            <p:cNvSpPr/>
            <p:nvPr/>
          </p:nvSpPr>
          <p:spPr>
            <a:xfrm>
              <a:off x="8956678" y="1906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9" name="pt57509"/>
            <p:cNvSpPr/>
            <p:nvPr/>
          </p:nvSpPr>
          <p:spPr>
            <a:xfrm>
              <a:off x="9344232" y="222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0" name="pt57510"/>
            <p:cNvSpPr/>
            <p:nvPr/>
          </p:nvSpPr>
          <p:spPr>
            <a:xfrm>
              <a:off x="8312152" y="2540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1" name="pt57511"/>
            <p:cNvSpPr/>
            <p:nvPr/>
          </p:nvSpPr>
          <p:spPr>
            <a:xfrm>
              <a:off x="9726386" y="2309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2" name="pt57512"/>
            <p:cNvSpPr/>
            <p:nvPr/>
          </p:nvSpPr>
          <p:spPr>
            <a:xfrm>
              <a:off x="8987622" y="21437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3" name="pt57513"/>
            <p:cNvSpPr/>
            <p:nvPr/>
          </p:nvSpPr>
          <p:spPr>
            <a:xfrm>
              <a:off x="9332911" y="2233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4" name="pt57514"/>
            <p:cNvSpPr/>
            <p:nvPr/>
          </p:nvSpPr>
          <p:spPr>
            <a:xfrm>
              <a:off x="9647779" y="2061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5" name="pt57515"/>
            <p:cNvSpPr/>
            <p:nvPr/>
          </p:nvSpPr>
          <p:spPr>
            <a:xfrm>
              <a:off x="9018749" y="1915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6" name="pt57516"/>
            <p:cNvSpPr/>
            <p:nvPr/>
          </p:nvSpPr>
          <p:spPr>
            <a:xfrm>
              <a:off x="9244278" y="1960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7" name="pt57517"/>
            <p:cNvSpPr/>
            <p:nvPr/>
          </p:nvSpPr>
          <p:spPr>
            <a:xfrm>
              <a:off x="9109567" y="1706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8" name="pt57518"/>
            <p:cNvSpPr/>
            <p:nvPr/>
          </p:nvSpPr>
          <p:spPr>
            <a:xfrm>
              <a:off x="8971798" y="2107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9" name="pt57519"/>
            <p:cNvSpPr/>
            <p:nvPr/>
          </p:nvSpPr>
          <p:spPr>
            <a:xfrm>
              <a:off x="8505430" y="24238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0" name="pt57520"/>
            <p:cNvSpPr/>
            <p:nvPr/>
          </p:nvSpPr>
          <p:spPr>
            <a:xfrm>
              <a:off x="8312152" y="2620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1" name="pt57521"/>
            <p:cNvSpPr/>
            <p:nvPr/>
          </p:nvSpPr>
          <p:spPr>
            <a:xfrm>
              <a:off x="8855955" y="2136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2" name="pt57522"/>
            <p:cNvSpPr/>
            <p:nvPr/>
          </p:nvSpPr>
          <p:spPr>
            <a:xfrm>
              <a:off x="8556041" y="2491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3" name="pt57523"/>
            <p:cNvSpPr/>
            <p:nvPr/>
          </p:nvSpPr>
          <p:spPr>
            <a:xfrm>
              <a:off x="8947416" y="1947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4" name="pt57524"/>
            <p:cNvSpPr/>
            <p:nvPr/>
          </p:nvSpPr>
          <p:spPr>
            <a:xfrm>
              <a:off x="8874891" y="2210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5" name="pt57525"/>
            <p:cNvSpPr/>
            <p:nvPr/>
          </p:nvSpPr>
          <p:spPr>
            <a:xfrm>
              <a:off x="8749319" y="2219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6" name="pt57526"/>
            <p:cNvSpPr/>
            <p:nvPr/>
          </p:nvSpPr>
          <p:spPr>
            <a:xfrm>
              <a:off x="9106706" y="2190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7" name="pt57527"/>
            <p:cNvSpPr/>
            <p:nvPr/>
          </p:nvSpPr>
          <p:spPr>
            <a:xfrm>
              <a:off x="8612066" y="2365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8" name="pt57528"/>
            <p:cNvSpPr/>
            <p:nvPr/>
          </p:nvSpPr>
          <p:spPr>
            <a:xfrm>
              <a:off x="8312152" y="2564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9" name="pt57529"/>
            <p:cNvSpPr/>
            <p:nvPr/>
          </p:nvSpPr>
          <p:spPr>
            <a:xfrm>
              <a:off x="8576763" y="2257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0" name="pt57530"/>
            <p:cNvSpPr/>
            <p:nvPr/>
          </p:nvSpPr>
          <p:spPr>
            <a:xfrm>
              <a:off x="9249051" y="2255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1" name="pt57531"/>
            <p:cNvSpPr/>
            <p:nvPr/>
          </p:nvSpPr>
          <p:spPr>
            <a:xfrm>
              <a:off x="9435343" y="18872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2" name="pt57532"/>
            <p:cNvSpPr/>
            <p:nvPr/>
          </p:nvSpPr>
          <p:spPr>
            <a:xfrm>
              <a:off x="9408964" y="2164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3" name="pt57533"/>
            <p:cNvSpPr/>
            <p:nvPr/>
          </p:nvSpPr>
          <p:spPr>
            <a:xfrm>
              <a:off x="9028011" y="17598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4" name="pt57534"/>
            <p:cNvSpPr/>
            <p:nvPr/>
          </p:nvSpPr>
          <p:spPr>
            <a:xfrm>
              <a:off x="8312152" y="2589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5" name="pt57535"/>
            <p:cNvSpPr/>
            <p:nvPr/>
          </p:nvSpPr>
          <p:spPr>
            <a:xfrm>
              <a:off x="8312152" y="2529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6" name="pt57536"/>
            <p:cNvSpPr/>
            <p:nvPr/>
          </p:nvSpPr>
          <p:spPr>
            <a:xfrm>
              <a:off x="9427293" y="1937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7" name="pt57537"/>
            <p:cNvSpPr/>
            <p:nvPr/>
          </p:nvSpPr>
          <p:spPr>
            <a:xfrm>
              <a:off x="8434097" y="2341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8" name="pt57538"/>
            <p:cNvSpPr/>
            <p:nvPr/>
          </p:nvSpPr>
          <p:spPr>
            <a:xfrm>
              <a:off x="8794345" y="2166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9" name="pt57539"/>
            <p:cNvSpPr/>
            <p:nvPr/>
          </p:nvSpPr>
          <p:spPr>
            <a:xfrm>
              <a:off x="8975889" y="2235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0" name="pt57540"/>
            <p:cNvSpPr/>
            <p:nvPr/>
          </p:nvSpPr>
          <p:spPr>
            <a:xfrm>
              <a:off x="8805344" y="2323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1" name="pt57541"/>
            <p:cNvSpPr/>
            <p:nvPr/>
          </p:nvSpPr>
          <p:spPr>
            <a:xfrm>
              <a:off x="9175781" y="2088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2" name="pt57542"/>
            <p:cNvSpPr/>
            <p:nvPr/>
          </p:nvSpPr>
          <p:spPr>
            <a:xfrm>
              <a:off x="8473354" y="2372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3" name="pt57543"/>
            <p:cNvSpPr/>
            <p:nvPr/>
          </p:nvSpPr>
          <p:spPr>
            <a:xfrm>
              <a:off x="8965476" y="2073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4" name="pt57544"/>
            <p:cNvSpPr/>
            <p:nvPr/>
          </p:nvSpPr>
          <p:spPr>
            <a:xfrm>
              <a:off x="9310253" y="1809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5" name="pt57545"/>
            <p:cNvSpPr/>
            <p:nvPr/>
          </p:nvSpPr>
          <p:spPr>
            <a:xfrm>
              <a:off x="8654494" y="2448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6" name="pt57546"/>
            <p:cNvSpPr/>
            <p:nvPr/>
          </p:nvSpPr>
          <p:spPr>
            <a:xfrm>
              <a:off x="8312152" y="2531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7" name="pt57547"/>
            <p:cNvSpPr/>
            <p:nvPr/>
          </p:nvSpPr>
          <p:spPr>
            <a:xfrm>
              <a:off x="9279262" y="21465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8" name="pt57548"/>
            <p:cNvSpPr/>
            <p:nvPr/>
          </p:nvSpPr>
          <p:spPr>
            <a:xfrm>
              <a:off x="8863776" y="194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9" name="pt57549"/>
            <p:cNvSpPr/>
            <p:nvPr/>
          </p:nvSpPr>
          <p:spPr>
            <a:xfrm>
              <a:off x="8505430" y="26496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0" name="pt57550"/>
            <p:cNvSpPr/>
            <p:nvPr/>
          </p:nvSpPr>
          <p:spPr>
            <a:xfrm>
              <a:off x="8473354" y="2224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1" name="pt57551"/>
            <p:cNvSpPr/>
            <p:nvPr/>
          </p:nvSpPr>
          <p:spPr>
            <a:xfrm>
              <a:off x="8688651" y="2356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2" name="pt57552"/>
            <p:cNvSpPr/>
            <p:nvPr/>
          </p:nvSpPr>
          <p:spPr>
            <a:xfrm>
              <a:off x="9171842" y="2096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3" name="pt57553"/>
            <p:cNvSpPr/>
            <p:nvPr/>
          </p:nvSpPr>
          <p:spPr>
            <a:xfrm>
              <a:off x="8843532" y="2035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4" name="pt57554"/>
            <p:cNvSpPr/>
            <p:nvPr/>
          </p:nvSpPr>
          <p:spPr>
            <a:xfrm>
              <a:off x="8698707" y="2461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5" name="pt57555"/>
            <p:cNvSpPr/>
            <p:nvPr/>
          </p:nvSpPr>
          <p:spPr>
            <a:xfrm>
              <a:off x="8383485" y="234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6" name="pt57556"/>
            <p:cNvSpPr/>
            <p:nvPr/>
          </p:nvSpPr>
          <p:spPr>
            <a:xfrm>
              <a:off x="8688651" y="2239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7" name="pt57557"/>
            <p:cNvSpPr/>
            <p:nvPr/>
          </p:nvSpPr>
          <p:spPr>
            <a:xfrm>
              <a:off x="8473354" y="21861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8" name="pt57558"/>
            <p:cNvSpPr/>
            <p:nvPr/>
          </p:nvSpPr>
          <p:spPr>
            <a:xfrm>
              <a:off x="8776438" y="2012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9" name="pt57559"/>
            <p:cNvSpPr/>
            <p:nvPr/>
          </p:nvSpPr>
          <p:spPr>
            <a:xfrm>
              <a:off x="8505430" y="2468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0" name="pt57560"/>
            <p:cNvSpPr/>
            <p:nvPr/>
          </p:nvSpPr>
          <p:spPr>
            <a:xfrm>
              <a:off x="8788576" y="2428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1" name="pt57561"/>
            <p:cNvSpPr/>
            <p:nvPr/>
          </p:nvSpPr>
          <p:spPr>
            <a:xfrm>
              <a:off x="9190113" y="1944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2" name="pt57562"/>
            <p:cNvSpPr/>
            <p:nvPr/>
          </p:nvSpPr>
          <p:spPr>
            <a:xfrm>
              <a:off x="8776438" y="2069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3" name="pt57563"/>
            <p:cNvSpPr/>
            <p:nvPr/>
          </p:nvSpPr>
          <p:spPr>
            <a:xfrm>
              <a:off x="8830164" y="2076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4" name="pt57564"/>
            <p:cNvSpPr/>
            <p:nvPr/>
          </p:nvSpPr>
          <p:spPr>
            <a:xfrm>
              <a:off x="8734011" y="1989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5" name="pt57565"/>
            <p:cNvSpPr/>
            <p:nvPr/>
          </p:nvSpPr>
          <p:spPr>
            <a:xfrm>
              <a:off x="8958919" y="1938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6" name="pt57566"/>
            <p:cNvSpPr/>
            <p:nvPr/>
          </p:nvSpPr>
          <p:spPr>
            <a:xfrm>
              <a:off x="9065758" y="2106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7" name="pt57567"/>
            <p:cNvSpPr/>
            <p:nvPr/>
          </p:nvSpPr>
          <p:spPr>
            <a:xfrm>
              <a:off x="8473354" y="2090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8" name="pt57568"/>
            <p:cNvSpPr/>
            <p:nvPr/>
          </p:nvSpPr>
          <p:spPr>
            <a:xfrm>
              <a:off x="9329422" y="2138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9" name="pt57569"/>
            <p:cNvSpPr/>
            <p:nvPr/>
          </p:nvSpPr>
          <p:spPr>
            <a:xfrm>
              <a:off x="9167133" y="2101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0" name="pt57570"/>
            <p:cNvSpPr/>
            <p:nvPr/>
          </p:nvSpPr>
          <p:spPr>
            <a:xfrm>
              <a:off x="8434097" y="2432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1" name="pt57571"/>
            <p:cNvSpPr/>
            <p:nvPr/>
          </p:nvSpPr>
          <p:spPr>
            <a:xfrm>
              <a:off x="9080864" y="18489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2" name="pt57572"/>
            <p:cNvSpPr/>
            <p:nvPr/>
          </p:nvSpPr>
          <p:spPr>
            <a:xfrm>
              <a:off x="8595298" y="2135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3" name="pt57573"/>
            <p:cNvSpPr/>
            <p:nvPr/>
          </p:nvSpPr>
          <p:spPr>
            <a:xfrm>
              <a:off x="8677986" y="2379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4" name="pt57574"/>
            <p:cNvSpPr/>
            <p:nvPr/>
          </p:nvSpPr>
          <p:spPr>
            <a:xfrm>
              <a:off x="8556041" y="2451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5" name="pt57575"/>
            <p:cNvSpPr/>
            <p:nvPr/>
          </p:nvSpPr>
          <p:spPr>
            <a:xfrm>
              <a:off x="8434097" y="2344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6" name="pt57576"/>
            <p:cNvSpPr/>
            <p:nvPr/>
          </p:nvSpPr>
          <p:spPr>
            <a:xfrm>
              <a:off x="8434097" y="2415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7" name="pt57577"/>
            <p:cNvSpPr/>
            <p:nvPr/>
          </p:nvSpPr>
          <p:spPr>
            <a:xfrm>
              <a:off x="9325863" y="2214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8" name="pt57578"/>
            <p:cNvSpPr/>
            <p:nvPr/>
          </p:nvSpPr>
          <p:spPr>
            <a:xfrm>
              <a:off x="8830164" y="2071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9" name="pt57579"/>
            <p:cNvSpPr/>
            <p:nvPr/>
          </p:nvSpPr>
          <p:spPr>
            <a:xfrm>
              <a:off x="8810596" y="2104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0" name="pt57580"/>
            <p:cNvSpPr/>
            <p:nvPr/>
          </p:nvSpPr>
          <p:spPr>
            <a:xfrm>
              <a:off x="9500379" y="2310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1" name="pt57581"/>
            <p:cNvSpPr/>
            <p:nvPr/>
          </p:nvSpPr>
          <p:spPr>
            <a:xfrm>
              <a:off x="8867559" y="2040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2" name="pt57582"/>
            <p:cNvSpPr/>
            <p:nvPr/>
          </p:nvSpPr>
          <p:spPr>
            <a:xfrm>
              <a:off x="8770040" y="2112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3" name="pt57583"/>
            <p:cNvSpPr/>
            <p:nvPr/>
          </p:nvSpPr>
          <p:spPr>
            <a:xfrm>
              <a:off x="8725827" y="2306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4" name="pt57584"/>
            <p:cNvSpPr/>
            <p:nvPr/>
          </p:nvSpPr>
          <p:spPr>
            <a:xfrm>
              <a:off x="8434097" y="2446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5" name="pt57585"/>
            <p:cNvSpPr/>
            <p:nvPr/>
          </p:nvSpPr>
          <p:spPr>
            <a:xfrm>
              <a:off x="8927288" y="2123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6" name="pt57586"/>
            <p:cNvSpPr/>
            <p:nvPr/>
          </p:nvSpPr>
          <p:spPr>
            <a:xfrm>
              <a:off x="8725827" y="2214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7" name="pt57587"/>
            <p:cNvSpPr/>
            <p:nvPr/>
          </p:nvSpPr>
          <p:spPr>
            <a:xfrm>
              <a:off x="8505430" y="2350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8" name="pt57588"/>
            <p:cNvSpPr/>
            <p:nvPr/>
          </p:nvSpPr>
          <p:spPr>
            <a:xfrm>
              <a:off x="8383485" y="2486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9" name="pt57589"/>
            <p:cNvSpPr/>
            <p:nvPr/>
          </p:nvSpPr>
          <p:spPr>
            <a:xfrm>
              <a:off x="9511026" y="2283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0" name="pt57590"/>
            <p:cNvSpPr/>
            <p:nvPr/>
          </p:nvSpPr>
          <p:spPr>
            <a:xfrm>
              <a:off x="8576763" y="2441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1" name="pt57591"/>
            <p:cNvSpPr/>
            <p:nvPr/>
          </p:nvSpPr>
          <p:spPr>
            <a:xfrm>
              <a:off x="9654228" y="2373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2" name="pt57592"/>
            <p:cNvSpPr/>
            <p:nvPr/>
          </p:nvSpPr>
          <p:spPr>
            <a:xfrm>
              <a:off x="8725827" y="2236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3" name="pt57593"/>
            <p:cNvSpPr/>
            <p:nvPr/>
          </p:nvSpPr>
          <p:spPr>
            <a:xfrm>
              <a:off x="9214649" y="2077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4" name="pt57594"/>
            <p:cNvSpPr/>
            <p:nvPr/>
          </p:nvSpPr>
          <p:spPr>
            <a:xfrm>
              <a:off x="8741831" y="22922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5" name="pt57595"/>
            <p:cNvSpPr/>
            <p:nvPr/>
          </p:nvSpPr>
          <p:spPr>
            <a:xfrm>
              <a:off x="8312152" y="2458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6" name="pt57596"/>
            <p:cNvSpPr/>
            <p:nvPr/>
          </p:nvSpPr>
          <p:spPr>
            <a:xfrm>
              <a:off x="9254530" y="2083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7" name="pt57597"/>
            <p:cNvSpPr/>
            <p:nvPr/>
          </p:nvSpPr>
          <p:spPr>
            <a:xfrm>
              <a:off x="9055774" y="1782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8" name="pt57598"/>
            <p:cNvSpPr/>
            <p:nvPr/>
          </p:nvSpPr>
          <p:spPr>
            <a:xfrm>
              <a:off x="8863776" y="1986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9" name="pt57599"/>
            <p:cNvSpPr/>
            <p:nvPr/>
          </p:nvSpPr>
          <p:spPr>
            <a:xfrm>
              <a:off x="8825472" y="2092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0" name="pt57600"/>
            <p:cNvSpPr/>
            <p:nvPr/>
          </p:nvSpPr>
          <p:spPr>
            <a:xfrm>
              <a:off x="9329422" y="21749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1" name="pt57601"/>
            <p:cNvSpPr/>
            <p:nvPr/>
          </p:nvSpPr>
          <p:spPr>
            <a:xfrm>
              <a:off x="9143835" y="2005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2" name="pt57602"/>
            <p:cNvSpPr/>
            <p:nvPr/>
          </p:nvSpPr>
          <p:spPr>
            <a:xfrm>
              <a:off x="9573244" y="234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3" name="pt57603"/>
            <p:cNvSpPr/>
            <p:nvPr/>
          </p:nvSpPr>
          <p:spPr>
            <a:xfrm>
              <a:off x="8830164" y="2223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4" name="pt57604"/>
            <p:cNvSpPr/>
            <p:nvPr/>
          </p:nvSpPr>
          <p:spPr>
            <a:xfrm>
              <a:off x="8654494" y="2454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5" name="pt57605"/>
            <p:cNvSpPr/>
            <p:nvPr/>
          </p:nvSpPr>
          <p:spPr>
            <a:xfrm>
              <a:off x="9444456" y="1922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6" name="pt57606"/>
            <p:cNvSpPr/>
            <p:nvPr/>
          </p:nvSpPr>
          <p:spPr>
            <a:xfrm>
              <a:off x="8312152" y="2466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7" name="pt57607"/>
            <p:cNvSpPr/>
            <p:nvPr/>
          </p:nvSpPr>
          <p:spPr>
            <a:xfrm>
              <a:off x="9536594" y="1646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8" name="pt57608"/>
            <p:cNvSpPr/>
            <p:nvPr/>
          </p:nvSpPr>
          <p:spPr>
            <a:xfrm>
              <a:off x="8799930" y="2213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9" name="pt57609"/>
            <p:cNvSpPr/>
            <p:nvPr/>
          </p:nvSpPr>
          <p:spPr>
            <a:xfrm>
              <a:off x="8788576" y="2321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0" name="pt57610"/>
            <p:cNvSpPr/>
            <p:nvPr/>
          </p:nvSpPr>
          <p:spPr>
            <a:xfrm>
              <a:off x="9454989" y="2113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1" name="pt57611"/>
            <p:cNvSpPr/>
            <p:nvPr/>
          </p:nvSpPr>
          <p:spPr>
            <a:xfrm>
              <a:off x="8556041" y="2501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2" name="pt57612"/>
            <p:cNvSpPr/>
            <p:nvPr/>
          </p:nvSpPr>
          <p:spPr>
            <a:xfrm>
              <a:off x="9083077" y="1869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3" name="pt57613"/>
            <p:cNvSpPr/>
            <p:nvPr/>
          </p:nvSpPr>
          <p:spPr>
            <a:xfrm>
              <a:off x="8677986" y="2222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4" name="pt57614"/>
            <p:cNvSpPr/>
            <p:nvPr/>
          </p:nvSpPr>
          <p:spPr>
            <a:xfrm>
              <a:off x="8505430" y="2354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5" name="pt57615"/>
            <p:cNvSpPr/>
            <p:nvPr/>
          </p:nvSpPr>
          <p:spPr>
            <a:xfrm>
              <a:off x="8434097" y="2428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6" name="pt57616"/>
            <p:cNvSpPr/>
            <p:nvPr/>
          </p:nvSpPr>
          <p:spPr>
            <a:xfrm>
              <a:off x="8641456" y="2171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7" name="pt57617"/>
            <p:cNvSpPr/>
            <p:nvPr/>
          </p:nvSpPr>
          <p:spPr>
            <a:xfrm>
              <a:off x="8688651" y="2439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8" name="pt57618"/>
            <p:cNvSpPr/>
            <p:nvPr/>
          </p:nvSpPr>
          <p:spPr>
            <a:xfrm>
              <a:off x="9464046" y="2065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9" name="pt57619"/>
            <p:cNvSpPr/>
            <p:nvPr/>
          </p:nvSpPr>
          <p:spPr>
            <a:xfrm>
              <a:off x="8641456" y="1889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0" name="pt57620"/>
            <p:cNvSpPr/>
            <p:nvPr/>
          </p:nvSpPr>
          <p:spPr>
            <a:xfrm>
              <a:off x="9536594" y="17036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1" name="pt57621"/>
            <p:cNvSpPr/>
            <p:nvPr/>
          </p:nvSpPr>
          <p:spPr>
            <a:xfrm>
              <a:off x="9350114" y="2264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2" name="pt57622"/>
            <p:cNvSpPr/>
            <p:nvPr/>
          </p:nvSpPr>
          <p:spPr>
            <a:xfrm>
              <a:off x="8961132" y="207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3" name="pt57623"/>
            <p:cNvSpPr/>
            <p:nvPr/>
          </p:nvSpPr>
          <p:spPr>
            <a:xfrm>
              <a:off x="9087421" y="180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4" name="pt57624"/>
            <p:cNvSpPr/>
            <p:nvPr/>
          </p:nvSpPr>
          <p:spPr>
            <a:xfrm>
              <a:off x="8770040" y="2063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5" name="pt57625"/>
            <p:cNvSpPr/>
            <p:nvPr/>
          </p:nvSpPr>
          <p:spPr>
            <a:xfrm>
              <a:off x="8666631" y="2451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6" name="pt57626"/>
            <p:cNvSpPr/>
            <p:nvPr/>
          </p:nvSpPr>
          <p:spPr>
            <a:xfrm>
              <a:off x="9144612" y="1976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7" name="pt57627"/>
            <p:cNvSpPr/>
            <p:nvPr/>
          </p:nvSpPr>
          <p:spPr>
            <a:xfrm>
              <a:off x="9124084" y="2035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8" name="pt57628"/>
            <p:cNvSpPr/>
            <p:nvPr/>
          </p:nvSpPr>
          <p:spPr>
            <a:xfrm>
              <a:off x="8312152" y="2362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9" name="pt57629"/>
            <p:cNvSpPr/>
            <p:nvPr/>
          </p:nvSpPr>
          <p:spPr>
            <a:xfrm>
              <a:off x="9167133" y="2028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0" name="pt57630"/>
            <p:cNvSpPr/>
            <p:nvPr/>
          </p:nvSpPr>
          <p:spPr>
            <a:xfrm>
              <a:off x="9021891" y="1916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1" name="pt57631"/>
            <p:cNvSpPr/>
            <p:nvPr/>
          </p:nvSpPr>
          <p:spPr>
            <a:xfrm>
              <a:off x="8770040" y="201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2" name="pt57632"/>
            <p:cNvSpPr/>
            <p:nvPr/>
          </p:nvSpPr>
          <p:spPr>
            <a:xfrm>
              <a:off x="8859909" y="2133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3" name="pt57633"/>
            <p:cNvSpPr/>
            <p:nvPr/>
          </p:nvSpPr>
          <p:spPr>
            <a:xfrm>
              <a:off x="8688651" y="2406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4" name="pt57634"/>
            <p:cNvSpPr/>
            <p:nvPr/>
          </p:nvSpPr>
          <p:spPr>
            <a:xfrm>
              <a:off x="8830164" y="2188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5" name="pt57635"/>
            <p:cNvSpPr/>
            <p:nvPr/>
          </p:nvSpPr>
          <p:spPr>
            <a:xfrm>
              <a:off x="8556041" y="24316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6" name="pt57636"/>
            <p:cNvSpPr/>
            <p:nvPr/>
          </p:nvSpPr>
          <p:spPr>
            <a:xfrm>
              <a:off x="8987622" y="2247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7" name="pt57637"/>
            <p:cNvSpPr/>
            <p:nvPr/>
          </p:nvSpPr>
          <p:spPr>
            <a:xfrm>
              <a:off x="9440320" y="1958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8" name="pt57638"/>
            <p:cNvSpPr/>
            <p:nvPr/>
          </p:nvSpPr>
          <p:spPr>
            <a:xfrm>
              <a:off x="9382590" y="2035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9" name="pt57639"/>
            <p:cNvSpPr/>
            <p:nvPr/>
          </p:nvSpPr>
          <p:spPr>
            <a:xfrm>
              <a:off x="9652594" y="2341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0" name="pt57640"/>
            <p:cNvSpPr/>
            <p:nvPr/>
          </p:nvSpPr>
          <p:spPr>
            <a:xfrm>
              <a:off x="8505430" y="2258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1" name="pt57641"/>
            <p:cNvSpPr/>
            <p:nvPr/>
          </p:nvSpPr>
          <p:spPr>
            <a:xfrm>
              <a:off x="9097834" y="197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2" name="pt57642"/>
            <p:cNvSpPr/>
            <p:nvPr/>
          </p:nvSpPr>
          <p:spPr>
            <a:xfrm>
              <a:off x="8627374" y="2215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3" name="pt57643"/>
            <p:cNvSpPr/>
            <p:nvPr/>
          </p:nvSpPr>
          <p:spPr>
            <a:xfrm>
              <a:off x="8901496" y="1922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4" name="pt57644"/>
            <p:cNvSpPr/>
            <p:nvPr/>
          </p:nvSpPr>
          <p:spPr>
            <a:xfrm>
              <a:off x="9049233" y="1962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5" name="pt57645"/>
            <p:cNvSpPr/>
            <p:nvPr/>
          </p:nvSpPr>
          <p:spPr>
            <a:xfrm>
              <a:off x="9095800" y="1906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6" name="pt57646"/>
            <p:cNvSpPr/>
            <p:nvPr/>
          </p:nvSpPr>
          <p:spPr>
            <a:xfrm>
              <a:off x="8805344" y="1994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7" name="pt57647"/>
            <p:cNvSpPr/>
            <p:nvPr/>
          </p:nvSpPr>
          <p:spPr>
            <a:xfrm>
              <a:off x="9332911" y="2218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8" name="pt57648"/>
            <p:cNvSpPr/>
            <p:nvPr/>
          </p:nvSpPr>
          <p:spPr>
            <a:xfrm>
              <a:off x="8878445" y="2005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9" name="pt57649"/>
            <p:cNvSpPr/>
            <p:nvPr/>
          </p:nvSpPr>
          <p:spPr>
            <a:xfrm>
              <a:off x="8434097" y="2478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0" name="pt57650"/>
            <p:cNvSpPr/>
            <p:nvPr/>
          </p:nvSpPr>
          <p:spPr>
            <a:xfrm>
              <a:off x="8749319" y="2228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1" name="pt57651"/>
            <p:cNvSpPr/>
            <p:nvPr/>
          </p:nvSpPr>
          <p:spPr>
            <a:xfrm>
              <a:off x="9452717" y="1964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2" name="pt57652"/>
            <p:cNvSpPr/>
            <p:nvPr/>
          </p:nvSpPr>
          <p:spPr>
            <a:xfrm>
              <a:off x="8867559" y="1975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3" name="pt57653"/>
            <p:cNvSpPr/>
            <p:nvPr/>
          </p:nvSpPr>
          <p:spPr>
            <a:xfrm>
              <a:off x="9340963" y="2133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4" name="pt57654"/>
            <p:cNvSpPr/>
            <p:nvPr/>
          </p:nvSpPr>
          <p:spPr>
            <a:xfrm>
              <a:off x="9244278" y="1924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5" name="pt57655"/>
            <p:cNvSpPr/>
            <p:nvPr/>
          </p:nvSpPr>
          <p:spPr>
            <a:xfrm>
              <a:off x="8556041" y="2450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6" name="pt57656"/>
            <p:cNvSpPr/>
            <p:nvPr/>
          </p:nvSpPr>
          <p:spPr>
            <a:xfrm>
              <a:off x="8677986" y="2411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7" name="pt57657"/>
            <p:cNvSpPr/>
            <p:nvPr/>
          </p:nvSpPr>
          <p:spPr>
            <a:xfrm>
              <a:off x="8981853" y="2316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8" name="pt57658"/>
            <p:cNvSpPr/>
            <p:nvPr/>
          </p:nvSpPr>
          <p:spPr>
            <a:xfrm>
              <a:off x="8843532" y="2042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9" name="pt57659"/>
            <p:cNvSpPr/>
            <p:nvPr/>
          </p:nvSpPr>
          <p:spPr>
            <a:xfrm>
              <a:off x="8987622" y="2279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0" name="pt57660"/>
            <p:cNvSpPr/>
            <p:nvPr/>
          </p:nvSpPr>
          <p:spPr>
            <a:xfrm>
              <a:off x="9024978" y="1723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1" name="pt57661"/>
            <p:cNvSpPr/>
            <p:nvPr/>
          </p:nvSpPr>
          <p:spPr>
            <a:xfrm>
              <a:off x="9167133" y="2067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2" name="pt57662"/>
            <p:cNvSpPr/>
            <p:nvPr/>
          </p:nvSpPr>
          <p:spPr>
            <a:xfrm>
              <a:off x="8434097" y="2300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3" name="pt57663"/>
            <p:cNvSpPr/>
            <p:nvPr/>
          </p:nvSpPr>
          <p:spPr>
            <a:xfrm>
              <a:off x="9378331" y="21870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4" name="pt57664"/>
            <p:cNvSpPr/>
            <p:nvPr/>
          </p:nvSpPr>
          <p:spPr>
            <a:xfrm>
              <a:off x="9090610" y="1879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5" name="pt57665"/>
            <p:cNvSpPr/>
            <p:nvPr/>
          </p:nvSpPr>
          <p:spPr>
            <a:xfrm>
              <a:off x="8741831" y="2216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6" name="pt57666"/>
            <p:cNvSpPr/>
            <p:nvPr/>
          </p:nvSpPr>
          <p:spPr>
            <a:xfrm>
              <a:off x="8977900" y="2305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7" name="pt57667"/>
            <p:cNvSpPr/>
            <p:nvPr/>
          </p:nvSpPr>
          <p:spPr>
            <a:xfrm>
              <a:off x="8473354" y="2269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8" name="pt57668"/>
            <p:cNvSpPr/>
            <p:nvPr/>
          </p:nvSpPr>
          <p:spPr>
            <a:xfrm>
              <a:off x="9062080" y="1742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9" name="pt57669"/>
            <p:cNvSpPr/>
            <p:nvPr/>
          </p:nvSpPr>
          <p:spPr>
            <a:xfrm>
              <a:off x="8843532" y="1996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0" name="pt57670"/>
            <p:cNvSpPr/>
            <p:nvPr/>
          </p:nvSpPr>
          <p:spPr>
            <a:xfrm>
              <a:off x="8505430" y="2498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1" name="pt57671"/>
            <p:cNvSpPr/>
            <p:nvPr/>
          </p:nvSpPr>
          <p:spPr>
            <a:xfrm>
              <a:off x="8830164" y="2021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2" name="pt57672"/>
            <p:cNvSpPr/>
            <p:nvPr/>
          </p:nvSpPr>
          <p:spPr>
            <a:xfrm>
              <a:off x="8770040" y="211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3" name="pt57673"/>
            <p:cNvSpPr/>
            <p:nvPr/>
          </p:nvSpPr>
          <p:spPr>
            <a:xfrm>
              <a:off x="8871263" y="1964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4" name="pt57674"/>
            <p:cNvSpPr/>
            <p:nvPr/>
          </p:nvSpPr>
          <p:spPr>
            <a:xfrm>
              <a:off x="9381988" y="2010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5" name="pt57675"/>
            <p:cNvSpPr/>
            <p:nvPr/>
          </p:nvSpPr>
          <p:spPr>
            <a:xfrm>
              <a:off x="8799930" y="2096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6" name="pt57676"/>
            <p:cNvSpPr/>
            <p:nvPr/>
          </p:nvSpPr>
          <p:spPr>
            <a:xfrm>
              <a:off x="8666631" y="2368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7" name="pt57677"/>
            <p:cNvSpPr/>
            <p:nvPr/>
          </p:nvSpPr>
          <p:spPr>
            <a:xfrm>
              <a:off x="8770040" y="2091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8" name="pt57678"/>
            <p:cNvSpPr/>
            <p:nvPr/>
          </p:nvSpPr>
          <p:spPr>
            <a:xfrm>
              <a:off x="9021891" y="1844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9" name="pt57679"/>
            <p:cNvSpPr/>
            <p:nvPr/>
          </p:nvSpPr>
          <p:spPr>
            <a:xfrm>
              <a:off x="9265000" y="1997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0" name="pt57680"/>
            <p:cNvSpPr/>
            <p:nvPr/>
          </p:nvSpPr>
          <p:spPr>
            <a:xfrm>
              <a:off x="8981853" y="2183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1" name="pt57681"/>
            <p:cNvSpPr/>
            <p:nvPr/>
          </p:nvSpPr>
          <p:spPr>
            <a:xfrm>
              <a:off x="8312152" y="2385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2" name="pt57682"/>
            <p:cNvSpPr/>
            <p:nvPr/>
          </p:nvSpPr>
          <p:spPr>
            <a:xfrm>
              <a:off x="8770040" y="2194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3" name="pt57683"/>
            <p:cNvSpPr/>
            <p:nvPr/>
          </p:nvSpPr>
          <p:spPr>
            <a:xfrm>
              <a:off x="9435194" y="2008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4" name="pt57684"/>
            <p:cNvSpPr/>
            <p:nvPr/>
          </p:nvSpPr>
          <p:spPr>
            <a:xfrm>
              <a:off x="9811851" y="246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5" name="pt57685"/>
            <p:cNvSpPr/>
            <p:nvPr/>
          </p:nvSpPr>
          <p:spPr>
            <a:xfrm>
              <a:off x="8473354" y="232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6" name="pt57686"/>
            <p:cNvSpPr/>
            <p:nvPr/>
          </p:nvSpPr>
          <p:spPr>
            <a:xfrm>
              <a:off x="9007289" y="1816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7" name="pt57687"/>
            <p:cNvSpPr/>
            <p:nvPr/>
          </p:nvSpPr>
          <p:spPr>
            <a:xfrm>
              <a:off x="9354634" y="2214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8" name="pt57688"/>
            <p:cNvSpPr/>
            <p:nvPr/>
          </p:nvSpPr>
          <p:spPr>
            <a:xfrm>
              <a:off x="9749896" y="1811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9" name="pt57689"/>
            <p:cNvSpPr/>
            <p:nvPr/>
          </p:nvSpPr>
          <p:spPr>
            <a:xfrm>
              <a:off x="8947416" y="19749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0" name="pt57690"/>
            <p:cNvSpPr/>
            <p:nvPr/>
          </p:nvSpPr>
          <p:spPr>
            <a:xfrm>
              <a:off x="9097834" y="1964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1" name="pt57691"/>
            <p:cNvSpPr/>
            <p:nvPr/>
          </p:nvSpPr>
          <p:spPr>
            <a:xfrm>
              <a:off x="9573244" y="2239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2" name="pt57692"/>
            <p:cNvSpPr/>
            <p:nvPr/>
          </p:nvSpPr>
          <p:spPr>
            <a:xfrm>
              <a:off x="8843532" y="17833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3" name="pt57693"/>
            <p:cNvSpPr/>
            <p:nvPr/>
          </p:nvSpPr>
          <p:spPr>
            <a:xfrm>
              <a:off x="8805344" y="2057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4" name="pt57694"/>
            <p:cNvSpPr/>
            <p:nvPr/>
          </p:nvSpPr>
          <p:spPr>
            <a:xfrm>
              <a:off x="8839187" y="20259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5" name="pt57695"/>
            <p:cNvSpPr/>
            <p:nvPr/>
          </p:nvSpPr>
          <p:spPr>
            <a:xfrm>
              <a:off x="8717243" y="2021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6" name="pt57696"/>
            <p:cNvSpPr/>
            <p:nvPr/>
          </p:nvSpPr>
          <p:spPr>
            <a:xfrm>
              <a:off x="8576763" y="2445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7" name="pt57697"/>
            <p:cNvSpPr/>
            <p:nvPr/>
          </p:nvSpPr>
          <p:spPr>
            <a:xfrm>
              <a:off x="8383485" y="2266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8" name="pt57698"/>
            <p:cNvSpPr/>
            <p:nvPr/>
          </p:nvSpPr>
          <p:spPr>
            <a:xfrm>
              <a:off x="9289758" y="1802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9" name="pt57699"/>
            <p:cNvSpPr/>
            <p:nvPr/>
          </p:nvSpPr>
          <p:spPr>
            <a:xfrm>
              <a:off x="8878445" y="1892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0" name="pt57700"/>
            <p:cNvSpPr/>
            <p:nvPr/>
          </p:nvSpPr>
          <p:spPr>
            <a:xfrm>
              <a:off x="9654228" y="2293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1" name="pt57701"/>
            <p:cNvSpPr/>
            <p:nvPr/>
          </p:nvSpPr>
          <p:spPr>
            <a:xfrm>
              <a:off x="9217744" y="2154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2" name="pt57702"/>
            <p:cNvSpPr/>
            <p:nvPr/>
          </p:nvSpPr>
          <p:spPr>
            <a:xfrm>
              <a:off x="8698707" y="2296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3" name="pt57703"/>
            <p:cNvSpPr/>
            <p:nvPr/>
          </p:nvSpPr>
          <p:spPr>
            <a:xfrm>
              <a:off x="8776438" y="2091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4" name="pt57704"/>
            <p:cNvSpPr/>
            <p:nvPr/>
          </p:nvSpPr>
          <p:spPr>
            <a:xfrm>
              <a:off x="9325863" y="2249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5" name="pt57705"/>
            <p:cNvSpPr/>
            <p:nvPr/>
          </p:nvSpPr>
          <p:spPr>
            <a:xfrm>
              <a:off x="8576763" y="2409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6" name="pt57706"/>
            <p:cNvSpPr/>
            <p:nvPr/>
          </p:nvSpPr>
          <p:spPr>
            <a:xfrm>
              <a:off x="8505430" y="2416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7" name="pt57707"/>
            <p:cNvSpPr/>
            <p:nvPr/>
          </p:nvSpPr>
          <p:spPr>
            <a:xfrm>
              <a:off x="8847771" y="2039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8" name="pt57708"/>
            <p:cNvSpPr/>
            <p:nvPr/>
          </p:nvSpPr>
          <p:spPr>
            <a:xfrm>
              <a:off x="9244278" y="1996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9" name="pt57709"/>
            <p:cNvSpPr/>
            <p:nvPr/>
          </p:nvSpPr>
          <p:spPr>
            <a:xfrm>
              <a:off x="8576763" y="2454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0" name="pt57710"/>
            <p:cNvSpPr/>
            <p:nvPr/>
          </p:nvSpPr>
          <p:spPr>
            <a:xfrm>
              <a:off x="8595298" y="2174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1" name="pt57711"/>
            <p:cNvSpPr/>
            <p:nvPr/>
          </p:nvSpPr>
          <p:spPr>
            <a:xfrm>
              <a:off x="8312152" y="2481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2" name="pt57712"/>
            <p:cNvSpPr/>
            <p:nvPr/>
          </p:nvSpPr>
          <p:spPr>
            <a:xfrm>
              <a:off x="9068168" y="2357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3" name="pt57713"/>
            <p:cNvSpPr/>
            <p:nvPr/>
          </p:nvSpPr>
          <p:spPr>
            <a:xfrm>
              <a:off x="8805344" y="2135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4" name="pt57714"/>
            <p:cNvSpPr/>
            <p:nvPr/>
          </p:nvSpPr>
          <p:spPr>
            <a:xfrm>
              <a:off x="9377920" y="1963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5" name="pt57715"/>
            <p:cNvSpPr/>
            <p:nvPr/>
          </p:nvSpPr>
          <p:spPr>
            <a:xfrm>
              <a:off x="9117880" y="1981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6" name="pt57716"/>
            <p:cNvSpPr/>
            <p:nvPr/>
          </p:nvSpPr>
          <p:spPr>
            <a:xfrm>
              <a:off x="9045188" y="184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7" name="pt57717"/>
            <p:cNvSpPr/>
            <p:nvPr/>
          </p:nvSpPr>
          <p:spPr>
            <a:xfrm>
              <a:off x="8825472" y="1972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8" name="pt57718"/>
            <p:cNvSpPr/>
            <p:nvPr/>
          </p:nvSpPr>
          <p:spPr>
            <a:xfrm>
              <a:off x="8734011" y="22215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9" name="pt57719"/>
            <p:cNvSpPr/>
            <p:nvPr/>
          </p:nvSpPr>
          <p:spPr>
            <a:xfrm>
              <a:off x="8898383" y="2086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0" name="pt57720"/>
            <p:cNvSpPr/>
            <p:nvPr/>
          </p:nvSpPr>
          <p:spPr>
            <a:xfrm>
              <a:off x="8666631" y="223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1" name="pt57721"/>
            <p:cNvSpPr/>
            <p:nvPr/>
          </p:nvSpPr>
          <p:spPr>
            <a:xfrm>
              <a:off x="9285286" y="1634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2" name="pt57722"/>
            <p:cNvSpPr/>
            <p:nvPr/>
          </p:nvSpPr>
          <p:spPr>
            <a:xfrm>
              <a:off x="9726386" y="2091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3" name="pt57723"/>
            <p:cNvSpPr/>
            <p:nvPr/>
          </p:nvSpPr>
          <p:spPr>
            <a:xfrm>
              <a:off x="9647779" y="2155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4" name="pt57724"/>
            <p:cNvSpPr/>
            <p:nvPr/>
          </p:nvSpPr>
          <p:spPr>
            <a:xfrm>
              <a:off x="9072891" y="2154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5" name="pt57725"/>
            <p:cNvSpPr/>
            <p:nvPr/>
          </p:nvSpPr>
          <p:spPr>
            <a:xfrm>
              <a:off x="9253280" y="2218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6" name="pt57726"/>
            <p:cNvSpPr/>
            <p:nvPr/>
          </p:nvSpPr>
          <p:spPr>
            <a:xfrm>
              <a:off x="9260646" y="2089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7" name="pt57727"/>
            <p:cNvSpPr/>
            <p:nvPr/>
          </p:nvSpPr>
          <p:spPr>
            <a:xfrm>
              <a:off x="9057053" y="1781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8" name="pt57728"/>
            <p:cNvSpPr/>
            <p:nvPr/>
          </p:nvSpPr>
          <p:spPr>
            <a:xfrm>
              <a:off x="8947416" y="196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9" name="pt57729"/>
            <p:cNvSpPr/>
            <p:nvPr/>
          </p:nvSpPr>
          <p:spPr>
            <a:xfrm>
              <a:off x="8383485" y="2312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0" name="pt57730"/>
            <p:cNvSpPr/>
            <p:nvPr/>
          </p:nvSpPr>
          <p:spPr>
            <a:xfrm>
              <a:off x="9107665" y="1990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1" name="pt57731"/>
            <p:cNvSpPr/>
            <p:nvPr/>
          </p:nvSpPr>
          <p:spPr>
            <a:xfrm>
              <a:off x="8947416" y="1897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2" name="pt57732"/>
            <p:cNvSpPr/>
            <p:nvPr/>
          </p:nvSpPr>
          <p:spPr>
            <a:xfrm>
              <a:off x="9244278" y="19218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3" name="pt57733"/>
            <p:cNvSpPr/>
            <p:nvPr/>
          </p:nvSpPr>
          <p:spPr>
            <a:xfrm>
              <a:off x="9653069" y="2299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4" name="pt57734"/>
            <p:cNvSpPr/>
            <p:nvPr/>
          </p:nvSpPr>
          <p:spPr>
            <a:xfrm>
              <a:off x="8770040" y="2151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5" name="pt57735"/>
            <p:cNvSpPr/>
            <p:nvPr/>
          </p:nvSpPr>
          <p:spPr>
            <a:xfrm>
              <a:off x="8556041" y="2436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6" name="pt57736"/>
            <p:cNvSpPr/>
            <p:nvPr/>
          </p:nvSpPr>
          <p:spPr>
            <a:xfrm>
              <a:off x="8677986" y="2282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7" name="pt57737"/>
            <p:cNvSpPr/>
            <p:nvPr/>
          </p:nvSpPr>
          <p:spPr>
            <a:xfrm>
              <a:off x="8859909" y="1998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8" name="pt57738"/>
            <p:cNvSpPr/>
            <p:nvPr/>
          </p:nvSpPr>
          <p:spPr>
            <a:xfrm>
              <a:off x="8641456" y="2151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9" name="pt57739"/>
            <p:cNvSpPr/>
            <p:nvPr/>
          </p:nvSpPr>
          <p:spPr>
            <a:xfrm>
              <a:off x="9121452" y="2058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0" name="pt57740"/>
            <p:cNvSpPr/>
            <p:nvPr/>
          </p:nvSpPr>
          <p:spPr>
            <a:xfrm>
              <a:off x="9091660" y="18000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1" name="pt57741"/>
            <p:cNvSpPr/>
            <p:nvPr/>
          </p:nvSpPr>
          <p:spPr>
            <a:xfrm>
              <a:off x="9435194" y="1801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2" name="pt57742"/>
            <p:cNvSpPr/>
            <p:nvPr/>
          </p:nvSpPr>
          <p:spPr>
            <a:xfrm>
              <a:off x="9095800" y="1965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3" name="pt57743"/>
            <p:cNvSpPr/>
            <p:nvPr/>
          </p:nvSpPr>
          <p:spPr>
            <a:xfrm>
              <a:off x="9623193" y="2246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4" name="pt57744"/>
            <p:cNvSpPr/>
            <p:nvPr/>
          </p:nvSpPr>
          <p:spPr>
            <a:xfrm>
              <a:off x="8627374" y="22917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5" name="pt57745"/>
            <p:cNvSpPr/>
            <p:nvPr/>
          </p:nvSpPr>
          <p:spPr>
            <a:xfrm>
              <a:off x="9228169" y="1909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6" name="pt57746"/>
            <p:cNvSpPr/>
            <p:nvPr/>
          </p:nvSpPr>
          <p:spPr>
            <a:xfrm>
              <a:off x="9221288" y="1910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7" name="pt57747"/>
            <p:cNvSpPr/>
            <p:nvPr/>
          </p:nvSpPr>
          <p:spPr>
            <a:xfrm>
              <a:off x="8627374" y="2255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8" name="pt57748"/>
            <p:cNvSpPr/>
            <p:nvPr/>
          </p:nvSpPr>
          <p:spPr>
            <a:xfrm>
              <a:off x="8888696" y="2165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9" name="pt57749"/>
            <p:cNvSpPr/>
            <p:nvPr/>
          </p:nvSpPr>
          <p:spPr>
            <a:xfrm>
              <a:off x="8312152" y="2400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0" name="pt57750"/>
            <p:cNvSpPr/>
            <p:nvPr/>
          </p:nvSpPr>
          <p:spPr>
            <a:xfrm>
              <a:off x="9116066" y="1728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1" name="pt57751"/>
            <p:cNvSpPr/>
            <p:nvPr/>
          </p:nvSpPr>
          <p:spPr>
            <a:xfrm>
              <a:off x="8434097" y="2427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2" name="pt57752"/>
            <p:cNvSpPr/>
            <p:nvPr/>
          </p:nvSpPr>
          <p:spPr>
            <a:xfrm>
              <a:off x="8312152" y="2659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3" name="pt57753"/>
            <p:cNvSpPr/>
            <p:nvPr/>
          </p:nvSpPr>
          <p:spPr>
            <a:xfrm>
              <a:off x="9055774" y="1834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4" name="pt57754"/>
            <p:cNvSpPr/>
            <p:nvPr/>
          </p:nvSpPr>
          <p:spPr>
            <a:xfrm>
              <a:off x="9116975" y="1796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5" name="pt57755"/>
            <p:cNvSpPr/>
            <p:nvPr/>
          </p:nvSpPr>
          <p:spPr>
            <a:xfrm>
              <a:off x="9119675" y="2125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6" name="pt57756"/>
            <p:cNvSpPr/>
            <p:nvPr/>
          </p:nvSpPr>
          <p:spPr>
            <a:xfrm>
              <a:off x="9068168" y="2300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7" name="pt57757"/>
            <p:cNvSpPr/>
            <p:nvPr/>
          </p:nvSpPr>
          <p:spPr>
            <a:xfrm>
              <a:off x="9311758" y="1957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8" name="pt57758"/>
            <p:cNvSpPr/>
            <p:nvPr/>
          </p:nvSpPr>
          <p:spPr>
            <a:xfrm>
              <a:off x="8888696" y="2175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9" name="pt57759"/>
            <p:cNvSpPr/>
            <p:nvPr/>
          </p:nvSpPr>
          <p:spPr>
            <a:xfrm>
              <a:off x="8641456" y="22097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0" name="pt57760"/>
            <p:cNvSpPr/>
            <p:nvPr/>
          </p:nvSpPr>
          <p:spPr>
            <a:xfrm>
              <a:off x="9053186" y="1691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1" name="pt57761"/>
            <p:cNvSpPr/>
            <p:nvPr/>
          </p:nvSpPr>
          <p:spPr>
            <a:xfrm>
              <a:off x="8473354" y="2240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2" name="pt57762"/>
            <p:cNvSpPr/>
            <p:nvPr/>
          </p:nvSpPr>
          <p:spPr>
            <a:xfrm>
              <a:off x="8677986" y="23804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3" name="pt57763"/>
            <p:cNvSpPr/>
            <p:nvPr/>
          </p:nvSpPr>
          <p:spPr>
            <a:xfrm>
              <a:off x="8913428" y="20535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4" name="pt57764"/>
            <p:cNvSpPr/>
            <p:nvPr/>
          </p:nvSpPr>
          <p:spPr>
            <a:xfrm>
              <a:off x="8859909" y="1943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5" name="pt57765"/>
            <p:cNvSpPr/>
            <p:nvPr/>
          </p:nvSpPr>
          <p:spPr>
            <a:xfrm>
              <a:off x="9452582" y="1879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6" name="pt57766"/>
            <p:cNvSpPr/>
            <p:nvPr/>
          </p:nvSpPr>
          <p:spPr>
            <a:xfrm>
              <a:off x="8901496" y="1779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7" name="pt57767"/>
            <p:cNvSpPr/>
            <p:nvPr/>
          </p:nvSpPr>
          <p:spPr>
            <a:xfrm>
              <a:off x="8595298" y="2094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8" name="pt57768"/>
            <p:cNvSpPr/>
            <p:nvPr/>
          </p:nvSpPr>
          <p:spPr>
            <a:xfrm>
              <a:off x="8383485" y="2232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9" name="pt57769"/>
            <p:cNvSpPr/>
            <p:nvPr/>
          </p:nvSpPr>
          <p:spPr>
            <a:xfrm>
              <a:off x="9714526" y="1780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0" name="pt57770"/>
            <p:cNvSpPr/>
            <p:nvPr/>
          </p:nvSpPr>
          <p:spPr>
            <a:xfrm>
              <a:off x="9301578" y="1994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1" name="pt57771"/>
            <p:cNvSpPr/>
            <p:nvPr/>
          </p:nvSpPr>
          <p:spPr>
            <a:xfrm>
              <a:off x="8961132" y="20596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2" name="pt57772"/>
            <p:cNvSpPr/>
            <p:nvPr/>
          </p:nvSpPr>
          <p:spPr>
            <a:xfrm>
              <a:off x="8963317" y="209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3" name="pt57773"/>
            <p:cNvSpPr/>
            <p:nvPr/>
          </p:nvSpPr>
          <p:spPr>
            <a:xfrm>
              <a:off x="9094774" y="2085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4" name="pt57774"/>
            <p:cNvSpPr/>
            <p:nvPr/>
          </p:nvSpPr>
          <p:spPr>
            <a:xfrm>
              <a:off x="8937640" y="1835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5" name="pt57775"/>
            <p:cNvSpPr/>
            <p:nvPr/>
          </p:nvSpPr>
          <p:spPr>
            <a:xfrm>
              <a:off x="8312152" y="2535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6" name="pt57776"/>
            <p:cNvSpPr/>
            <p:nvPr/>
          </p:nvSpPr>
          <p:spPr>
            <a:xfrm>
              <a:off x="8688651" y="2328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7" name="pt57777"/>
            <p:cNvSpPr/>
            <p:nvPr/>
          </p:nvSpPr>
          <p:spPr>
            <a:xfrm>
              <a:off x="8916289" y="2147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8" name="pt57778"/>
            <p:cNvSpPr/>
            <p:nvPr/>
          </p:nvSpPr>
          <p:spPr>
            <a:xfrm>
              <a:off x="9094774" y="1899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9" name="pt57779"/>
            <p:cNvSpPr/>
            <p:nvPr/>
          </p:nvSpPr>
          <p:spPr>
            <a:xfrm>
              <a:off x="8888696" y="2075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0" name="pt57780"/>
            <p:cNvSpPr/>
            <p:nvPr/>
          </p:nvSpPr>
          <p:spPr>
            <a:xfrm>
              <a:off x="8863776" y="2121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1" name="pt57781"/>
            <p:cNvSpPr/>
            <p:nvPr/>
          </p:nvSpPr>
          <p:spPr>
            <a:xfrm>
              <a:off x="9200002" y="1941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2" name="pt57782"/>
            <p:cNvSpPr/>
            <p:nvPr/>
          </p:nvSpPr>
          <p:spPr>
            <a:xfrm>
              <a:off x="8312152" y="1926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3" name="pt57783"/>
            <p:cNvSpPr/>
            <p:nvPr/>
          </p:nvSpPr>
          <p:spPr>
            <a:xfrm>
              <a:off x="8907564" y="20336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4" name="pt57784"/>
            <p:cNvSpPr/>
            <p:nvPr/>
          </p:nvSpPr>
          <p:spPr>
            <a:xfrm>
              <a:off x="9110510" y="1893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5" name="pt57785"/>
            <p:cNvSpPr/>
            <p:nvPr/>
          </p:nvSpPr>
          <p:spPr>
            <a:xfrm>
              <a:off x="8904556" y="1894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6" name="pt57786"/>
            <p:cNvSpPr/>
            <p:nvPr/>
          </p:nvSpPr>
          <p:spPr>
            <a:xfrm>
              <a:off x="8627374" y="2314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7" name="pt57787"/>
            <p:cNvSpPr/>
            <p:nvPr/>
          </p:nvSpPr>
          <p:spPr>
            <a:xfrm>
              <a:off x="9021891" y="1867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8" name="pt57788"/>
            <p:cNvSpPr/>
            <p:nvPr/>
          </p:nvSpPr>
          <p:spPr>
            <a:xfrm>
              <a:off x="8312152" y="2553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9" name="pt57789"/>
            <p:cNvSpPr/>
            <p:nvPr/>
          </p:nvSpPr>
          <p:spPr>
            <a:xfrm>
              <a:off x="8839187" y="1991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0" name="pt57790"/>
            <p:cNvSpPr/>
            <p:nvPr/>
          </p:nvSpPr>
          <p:spPr>
            <a:xfrm>
              <a:off x="9452582" y="1971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1" name="pt57791"/>
            <p:cNvSpPr/>
            <p:nvPr/>
          </p:nvSpPr>
          <p:spPr>
            <a:xfrm>
              <a:off x="8847771" y="2135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2" name="pt57792"/>
            <p:cNvSpPr/>
            <p:nvPr/>
          </p:nvSpPr>
          <p:spPr>
            <a:xfrm>
              <a:off x="8505430" y="2400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3" name="pt57793"/>
            <p:cNvSpPr/>
            <p:nvPr/>
          </p:nvSpPr>
          <p:spPr>
            <a:xfrm>
              <a:off x="8888696" y="2183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4" name="pt57794"/>
            <p:cNvSpPr/>
            <p:nvPr/>
          </p:nvSpPr>
          <p:spPr>
            <a:xfrm>
              <a:off x="8312152" y="2508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5" name="pt57795"/>
            <p:cNvSpPr/>
            <p:nvPr/>
          </p:nvSpPr>
          <p:spPr>
            <a:xfrm>
              <a:off x="8505430" y="2415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6" name="pt57796"/>
            <p:cNvSpPr/>
            <p:nvPr/>
          </p:nvSpPr>
          <p:spPr>
            <a:xfrm>
              <a:off x="8947416" y="1936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7" name="pt57797"/>
            <p:cNvSpPr/>
            <p:nvPr/>
          </p:nvSpPr>
          <p:spPr>
            <a:xfrm>
              <a:off x="9647779" y="2107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8" name="pt57798"/>
            <p:cNvSpPr/>
            <p:nvPr/>
          </p:nvSpPr>
          <p:spPr>
            <a:xfrm>
              <a:off x="8913428" y="2165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9" name="pt57799"/>
            <p:cNvSpPr/>
            <p:nvPr/>
          </p:nvSpPr>
          <p:spPr>
            <a:xfrm>
              <a:off x="8312152" y="23739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0" name="pt57800"/>
            <p:cNvSpPr/>
            <p:nvPr/>
          </p:nvSpPr>
          <p:spPr>
            <a:xfrm>
              <a:off x="8641456" y="2181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1" name="pt57801"/>
            <p:cNvSpPr/>
            <p:nvPr/>
          </p:nvSpPr>
          <p:spPr>
            <a:xfrm>
              <a:off x="8891985" y="2178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2" name="pt57802"/>
            <p:cNvSpPr/>
            <p:nvPr/>
          </p:nvSpPr>
          <p:spPr>
            <a:xfrm>
              <a:off x="8878445" y="1914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3" name="pt57803"/>
            <p:cNvSpPr/>
            <p:nvPr/>
          </p:nvSpPr>
          <p:spPr>
            <a:xfrm>
              <a:off x="9087421" y="1884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4" name="pt57804"/>
            <p:cNvSpPr/>
            <p:nvPr/>
          </p:nvSpPr>
          <p:spPr>
            <a:xfrm>
              <a:off x="8749319" y="1907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5" name="pt57805"/>
            <p:cNvSpPr/>
            <p:nvPr/>
          </p:nvSpPr>
          <p:spPr>
            <a:xfrm>
              <a:off x="9050561" y="1867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6" name="pt57806"/>
            <p:cNvSpPr/>
            <p:nvPr/>
          </p:nvSpPr>
          <p:spPr>
            <a:xfrm>
              <a:off x="9205570" y="2077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7" name="pt57807"/>
            <p:cNvSpPr/>
            <p:nvPr/>
          </p:nvSpPr>
          <p:spPr>
            <a:xfrm>
              <a:off x="8595298" y="2085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8" name="pt57808"/>
            <p:cNvSpPr/>
            <p:nvPr/>
          </p:nvSpPr>
          <p:spPr>
            <a:xfrm>
              <a:off x="9106706" y="19388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9" name="pt57809"/>
            <p:cNvSpPr/>
            <p:nvPr/>
          </p:nvSpPr>
          <p:spPr>
            <a:xfrm>
              <a:off x="8979888" y="22870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0" name="pt57810"/>
            <p:cNvSpPr/>
            <p:nvPr/>
          </p:nvSpPr>
          <p:spPr>
            <a:xfrm>
              <a:off x="8473354" y="2203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1" name="pt57811"/>
            <p:cNvSpPr/>
            <p:nvPr/>
          </p:nvSpPr>
          <p:spPr>
            <a:xfrm>
              <a:off x="8830164" y="2063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2" name="pt57812"/>
            <p:cNvSpPr/>
            <p:nvPr/>
          </p:nvSpPr>
          <p:spPr>
            <a:xfrm>
              <a:off x="9310253" y="1918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3" name="pt57813"/>
            <p:cNvSpPr/>
            <p:nvPr/>
          </p:nvSpPr>
          <p:spPr>
            <a:xfrm>
              <a:off x="9265000" y="20665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4" name="pt57814"/>
            <p:cNvSpPr/>
            <p:nvPr/>
          </p:nvSpPr>
          <p:spPr>
            <a:xfrm>
              <a:off x="8937640" y="1768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5" name="pt57815"/>
            <p:cNvSpPr/>
            <p:nvPr/>
          </p:nvSpPr>
          <p:spPr>
            <a:xfrm>
              <a:off x="9500379" y="2589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6" name="pt57816"/>
            <p:cNvSpPr/>
            <p:nvPr/>
          </p:nvSpPr>
          <p:spPr>
            <a:xfrm>
              <a:off x="8977900" y="2285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7" name="pt57817"/>
            <p:cNvSpPr/>
            <p:nvPr/>
          </p:nvSpPr>
          <p:spPr>
            <a:xfrm>
              <a:off x="8505430" y="2418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8" name="pt57818"/>
            <p:cNvSpPr/>
            <p:nvPr/>
          </p:nvSpPr>
          <p:spPr>
            <a:xfrm>
              <a:off x="8641456" y="1881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9" name="pt57819"/>
            <p:cNvSpPr/>
            <p:nvPr/>
          </p:nvSpPr>
          <p:spPr>
            <a:xfrm>
              <a:off x="9055774" y="17218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0" name="pt57820"/>
            <p:cNvSpPr/>
            <p:nvPr/>
          </p:nvSpPr>
          <p:spPr>
            <a:xfrm>
              <a:off x="8965476" y="2015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1" name="pt57821"/>
            <p:cNvSpPr/>
            <p:nvPr/>
          </p:nvSpPr>
          <p:spPr>
            <a:xfrm>
              <a:off x="8874891" y="2180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2" name="pt57822"/>
            <p:cNvSpPr/>
            <p:nvPr/>
          </p:nvSpPr>
          <p:spPr>
            <a:xfrm>
              <a:off x="9301896" y="1827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3" name="pt57823"/>
            <p:cNvSpPr/>
            <p:nvPr/>
          </p:nvSpPr>
          <p:spPr>
            <a:xfrm>
              <a:off x="9139900" y="2077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4" name="pt57824"/>
            <p:cNvSpPr/>
            <p:nvPr/>
          </p:nvSpPr>
          <p:spPr>
            <a:xfrm>
              <a:off x="8981853" y="2242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5" name="pt57825"/>
            <p:cNvSpPr/>
            <p:nvPr/>
          </p:nvSpPr>
          <p:spPr>
            <a:xfrm>
              <a:off x="9190113" y="1934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6" name="pt57826"/>
            <p:cNvSpPr/>
            <p:nvPr/>
          </p:nvSpPr>
          <p:spPr>
            <a:xfrm>
              <a:off x="8799930" y="2063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7" name="pt57827"/>
            <p:cNvSpPr/>
            <p:nvPr/>
          </p:nvSpPr>
          <p:spPr>
            <a:xfrm>
              <a:off x="9209365" y="2104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8" name="pt57828"/>
            <p:cNvSpPr/>
            <p:nvPr/>
          </p:nvSpPr>
          <p:spPr>
            <a:xfrm>
              <a:off x="9260646" y="2182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9" name="pt57829"/>
            <p:cNvSpPr/>
            <p:nvPr/>
          </p:nvSpPr>
          <p:spPr>
            <a:xfrm>
              <a:off x="9094774" y="1959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0" name="pt57830"/>
            <p:cNvSpPr/>
            <p:nvPr/>
          </p:nvSpPr>
          <p:spPr>
            <a:xfrm>
              <a:off x="9595084" y="2309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1" name="pt57831"/>
            <p:cNvSpPr/>
            <p:nvPr/>
          </p:nvSpPr>
          <p:spPr>
            <a:xfrm>
              <a:off x="9265000" y="2061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2" name="pt57832"/>
            <p:cNvSpPr/>
            <p:nvPr/>
          </p:nvSpPr>
          <p:spPr>
            <a:xfrm>
              <a:off x="9229609" y="1927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3" name="pt57833"/>
            <p:cNvSpPr/>
            <p:nvPr/>
          </p:nvSpPr>
          <p:spPr>
            <a:xfrm>
              <a:off x="8473354" y="2463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4" name="pt57834"/>
            <p:cNvSpPr/>
            <p:nvPr/>
          </p:nvSpPr>
          <p:spPr>
            <a:xfrm>
              <a:off x="8312152" y="2021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5" name="pt57835"/>
            <p:cNvSpPr/>
            <p:nvPr/>
          </p:nvSpPr>
          <p:spPr>
            <a:xfrm>
              <a:off x="9652594" y="2173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6" name="pt57836"/>
            <p:cNvSpPr/>
            <p:nvPr/>
          </p:nvSpPr>
          <p:spPr>
            <a:xfrm>
              <a:off x="9879673" y="2737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7" name="pt57837"/>
            <p:cNvSpPr/>
            <p:nvPr/>
          </p:nvSpPr>
          <p:spPr>
            <a:xfrm>
              <a:off x="8776438" y="2113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8" name="pt57838"/>
            <p:cNvSpPr/>
            <p:nvPr/>
          </p:nvSpPr>
          <p:spPr>
            <a:xfrm>
              <a:off x="8874891" y="19525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9" name="pt57839"/>
            <p:cNvSpPr/>
            <p:nvPr/>
          </p:nvSpPr>
          <p:spPr>
            <a:xfrm>
              <a:off x="8830164" y="2207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0" name="pt57840"/>
            <p:cNvSpPr/>
            <p:nvPr/>
          </p:nvSpPr>
          <p:spPr>
            <a:xfrm>
              <a:off x="8961132" y="20400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1" name="pt57841"/>
            <p:cNvSpPr/>
            <p:nvPr/>
          </p:nvSpPr>
          <p:spPr>
            <a:xfrm>
              <a:off x="8505430" y="2435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2" name="pt57842"/>
            <p:cNvSpPr/>
            <p:nvPr/>
          </p:nvSpPr>
          <p:spPr>
            <a:xfrm>
              <a:off x="8312152" y="2417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3" name="pt57843"/>
            <p:cNvSpPr/>
            <p:nvPr/>
          </p:nvSpPr>
          <p:spPr>
            <a:xfrm>
              <a:off x="8977900" y="2290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4" name="pt57844"/>
            <p:cNvSpPr/>
            <p:nvPr/>
          </p:nvSpPr>
          <p:spPr>
            <a:xfrm>
              <a:off x="9109567" y="1717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5" name="pt57845"/>
            <p:cNvSpPr/>
            <p:nvPr/>
          </p:nvSpPr>
          <p:spPr>
            <a:xfrm>
              <a:off x="9354634" y="2076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6" name="pt57846"/>
            <p:cNvSpPr/>
            <p:nvPr/>
          </p:nvSpPr>
          <p:spPr>
            <a:xfrm>
              <a:off x="8975889" y="21685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7" name="pt57847"/>
            <p:cNvSpPr/>
            <p:nvPr/>
          </p:nvSpPr>
          <p:spPr>
            <a:xfrm>
              <a:off x="9435194" y="1852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8" name="pt57848"/>
            <p:cNvSpPr/>
            <p:nvPr/>
          </p:nvSpPr>
          <p:spPr>
            <a:xfrm>
              <a:off x="8717243" y="2318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9" name="pt57849"/>
            <p:cNvSpPr/>
            <p:nvPr/>
          </p:nvSpPr>
          <p:spPr>
            <a:xfrm>
              <a:off x="9573785" y="2451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0" name="pt57850"/>
            <p:cNvSpPr/>
            <p:nvPr/>
          </p:nvSpPr>
          <p:spPr>
            <a:xfrm>
              <a:off x="8627374" y="2391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1" name="pt57851"/>
            <p:cNvSpPr/>
            <p:nvPr/>
          </p:nvSpPr>
          <p:spPr>
            <a:xfrm>
              <a:off x="8965476" y="2024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2" name="pt57852"/>
            <p:cNvSpPr/>
            <p:nvPr/>
          </p:nvSpPr>
          <p:spPr>
            <a:xfrm>
              <a:off x="8825472" y="19813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3" name="pt57853"/>
            <p:cNvSpPr/>
            <p:nvPr/>
          </p:nvSpPr>
          <p:spPr>
            <a:xfrm>
              <a:off x="9045188" y="1843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4" name="pt57854"/>
            <p:cNvSpPr/>
            <p:nvPr/>
          </p:nvSpPr>
          <p:spPr>
            <a:xfrm>
              <a:off x="8312152" y="2398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5" name="pt57855"/>
            <p:cNvSpPr/>
            <p:nvPr/>
          </p:nvSpPr>
          <p:spPr>
            <a:xfrm>
              <a:off x="8805344" y="19891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6" name="pt57856"/>
            <p:cNvSpPr/>
            <p:nvPr/>
          </p:nvSpPr>
          <p:spPr>
            <a:xfrm>
              <a:off x="9171842" y="2023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7" name="pt57857"/>
            <p:cNvSpPr/>
            <p:nvPr/>
          </p:nvSpPr>
          <p:spPr>
            <a:xfrm>
              <a:off x="8973855" y="2112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8" name="pt57858"/>
            <p:cNvSpPr/>
            <p:nvPr/>
          </p:nvSpPr>
          <p:spPr>
            <a:xfrm>
              <a:off x="9021891" y="1825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9" name="pt57859"/>
            <p:cNvSpPr/>
            <p:nvPr/>
          </p:nvSpPr>
          <p:spPr>
            <a:xfrm>
              <a:off x="8556041" y="2396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0" name="pt57860"/>
            <p:cNvSpPr/>
            <p:nvPr/>
          </p:nvSpPr>
          <p:spPr>
            <a:xfrm>
              <a:off x="9350114" y="2102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1" name="pt57861"/>
            <p:cNvSpPr/>
            <p:nvPr/>
          </p:nvSpPr>
          <p:spPr>
            <a:xfrm>
              <a:off x="9064541" y="1774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2" name="pt57862"/>
            <p:cNvSpPr/>
            <p:nvPr/>
          </p:nvSpPr>
          <p:spPr>
            <a:xfrm>
              <a:off x="8878445" y="1864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3" name="pt57863"/>
            <p:cNvSpPr/>
            <p:nvPr/>
          </p:nvSpPr>
          <p:spPr>
            <a:xfrm>
              <a:off x="8654494" y="2434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4" name="pt57864"/>
            <p:cNvSpPr/>
            <p:nvPr/>
          </p:nvSpPr>
          <p:spPr>
            <a:xfrm>
              <a:off x="8996835" y="1961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5" name="pt57865"/>
            <p:cNvSpPr/>
            <p:nvPr/>
          </p:nvSpPr>
          <p:spPr>
            <a:xfrm>
              <a:off x="8956678" y="1948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6" name="pt57866"/>
            <p:cNvSpPr/>
            <p:nvPr/>
          </p:nvSpPr>
          <p:spPr>
            <a:xfrm>
              <a:off x="8556041" y="2494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7" name="pt57867"/>
            <p:cNvSpPr/>
            <p:nvPr/>
          </p:nvSpPr>
          <p:spPr>
            <a:xfrm>
              <a:off x="8927288" y="2102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8" name="pt57868"/>
            <p:cNvSpPr/>
            <p:nvPr/>
          </p:nvSpPr>
          <p:spPr>
            <a:xfrm>
              <a:off x="9603616" y="223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9" name="pt57869"/>
            <p:cNvSpPr/>
            <p:nvPr/>
          </p:nvSpPr>
          <p:spPr>
            <a:xfrm>
              <a:off x="9229609" y="1794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0" name="pt57870"/>
            <p:cNvSpPr/>
            <p:nvPr/>
          </p:nvSpPr>
          <p:spPr>
            <a:xfrm>
              <a:off x="8473354" y="2326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1" name="pt57871"/>
            <p:cNvSpPr/>
            <p:nvPr/>
          </p:nvSpPr>
          <p:spPr>
            <a:xfrm>
              <a:off x="8830164" y="2314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2" name="pt57872"/>
            <p:cNvSpPr/>
            <p:nvPr/>
          </p:nvSpPr>
          <p:spPr>
            <a:xfrm>
              <a:off x="8717243" y="2281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3" name="pt57873"/>
            <p:cNvSpPr/>
            <p:nvPr/>
          </p:nvSpPr>
          <p:spPr>
            <a:xfrm>
              <a:off x="8947416" y="1963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4" name="pt57874"/>
            <p:cNvSpPr/>
            <p:nvPr/>
          </p:nvSpPr>
          <p:spPr>
            <a:xfrm>
              <a:off x="8935109" y="2142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5" name="pt57875"/>
            <p:cNvSpPr/>
            <p:nvPr/>
          </p:nvSpPr>
          <p:spPr>
            <a:xfrm>
              <a:off x="9881517" y="2674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6" name="pt57876"/>
            <p:cNvSpPr/>
            <p:nvPr/>
          </p:nvSpPr>
          <p:spPr>
            <a:xfrm>
              <a:off x="9139900" y="2022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7" name="pt57877"/>
            <p:cNvSpPr/>
            <p:nvPr/>
          </p:nvSpPr>
          <p:spPr>
            <a:xfrm>
              <a:off x="9045188" y="1937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8" name="pt57878"/>
            <p:cNvSpPr/>
            <p:nvPr/>
          </p:nvSpPr>
          <p:spPr>
            <a:xfrm>
              <a:off x="9020327" y="1817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9" name="pt57879"/>
            <p:cNvSpPr/>
            <p:nvPr/>
          </p:nvSpPr>
          <p:spPr>
            <a:xfrm>
              <a:off x="9218255" y="1813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0" name="pt57880"/>
            <p:cNvSpPr/>
            <p:nvPr/>
          </p:nvSpPr>
          <p:spPr>
            <a:xfrm>
              <a:off x="8654494" y="2511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1" name="pt57881"/>
            <p:cNvSpPr/>
            <p:nvPr/>
          </p:nvSpPr>
          <p:spPr>
            <a:xfrm>
              <a:off x="8956678" y="1897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2" name="pt57882"/>
            <p:cNvSpPr/>
            <p:nvPr/>
          </p:nvSpPr>
          <p:spPr>
            <a:xfrm>
              <a:off x="9366003" y="21755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3" name="pt57883"/>
            <p:cNvSpPr/>
            <p:nvPr/>
          </p:nvSpPr>
          <p:spPr>
            <a:xfrm>
              <a:off x="8505430" y="2404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4" name="pt57884"/>
            <p:cNvSpPr/>
            <p:nvPr/>
          </p:nvSpPr>
          <p:spPr>
            <a:xfrm>
              <a:off x="9275251" y="2060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5" name="pt57885"/>
            <p:cNvSpPr/>
            <p:nvPr/>
          </p:nvSpPr>
          <p:spPr>
            <a:xfrm>
              <a:off x="8666631" y="2247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6" name="pt57886"/>
            <p:cNvSpPr/>
            <p:nvPr/>
          </p:nvSpPr>
          <p:spPr>
            <a:xfrm>
              <a:off x="9094774" y="1865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7" name="pt57887"/>
            <p:cNvSpPr/>
            <p:nvPr/>
          </p:nvSpPr>
          <p:spPr>
            <a:xfrm>
              <a:off x="8815695" y="2066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8" name="pt57888"/>
            <p:cNvSpPr/>
            <p:nvPr/>
          </p:nvSpPr>
          <p:spPr>
            <a:xfrm>
              <a:off x="8839187" y="2166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9" name="pt57889"/>
            <p:cNvSpPr/>
            <p:nvPr/>
          </p:nvSpPr>
          <p:spPr>
            <a:xfrm>
              <a:off x="9350114" y="2113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0" name="pt57890"/>
            <p:cNvSpPr/>
            <p:nvPr/>
          </p:nvSpPr>
          <p:spPr>
            <a:xfrm>
              <a:off x="8677986" y="2449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1" name="pt57891"/>
            <p:cNvSpPr/>
            <p:nvPr/>
          </p:nvSpPr>
          <p:spPr>
            <a:xfrm>
              <a:off x="8947416" y="19394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2" name="pt57892"/>
            <p:cNvSpPr/>
            <p:nvPr/>
          </p:nvSpPr>
          <p:spPr>
            <a:xfrm>
              <a:off x="8654494" y="2324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3" name="pt57893"/>
            <p:cNvSpPr/>
            <p:nvPr/>
          </p:nvSpPr>
          <p:spPr>
            <a:xfrm>
              <a:off x="9064541" y="1702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4" name="pt57894"/>
            <p:cNvSpPr/>
            <p:nvPr/>
          </p:nvSpPr>
          <p:spPr>
            <a:xfrm>
              <a:off x="8782612" y="2179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5" name="pt57895"/>
            <p:cNvSpPr/>
            <p:nvPr/>
          </p:nvSpPr>
          <p:spPr>
            <a:xfrm>
              <a:off x="9218255" y="1884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6" name="pt57896"/>
            <p:cNvSpPr/>
            <p:nvPr/>
          </p:nvSpPr>
          <p:spPr>
            <a:xfrm>
              <a:off x="9435343" y="19031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7" name="pt57897"/>
            <p:cNvSpPr/>
            <p:nvPr/>
          </p:nvSpPr>
          <p:spPr>
            <a:xfrm>
              <a:off x="8830164" y="20674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8" name="pt57898"/>
            <p:cNvSpPr/>
            <p:nvPr/>
          </p:nvSpPr>
          <p:spPr>
            <a:xfrm>
              <a:off x="8641456" y="20885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9" name="pt57899"/>
            <p:cNvSpPr/>
            <p:nvPr/>
          </p:nvSpPr>
          <p:spPr>
            <a:xfrm>
              <a:off x="8654494" y="2445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0" name="pt57900"/>
            <p:cNvSpPr/>
            <p:nvPr/>
          </p:nvSpPr>
          <p:spPr>
            <a:xfrm>
              <a:off x="8810596" y="2257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1" name="pt57901"/>
            <p:cNvSpPr/>
            <p:nvPr/>
          </p:nvSpPr>
          <p:spPr>
            <a:xfrm>
              <a:off x="8770040" y="2032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2" name="pt57902"/>
            <p:cNvSpPr/>
            <p:nvPr/>
          </p:nvSpPr>
          <p:spPr>
            <a:xfrm>
              <a:off x="8847771" y="2057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3" name="pt57903"/>
            <p:cNvSpPr/>
            <p:nvPr/>
          </p:nvSpPr>
          <p:spPr>
            <a:xfrm>
              <a:off x="9554821" y="2299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4" name="pt57904"/>
            <p:cNvSpPr/>
            <p:nvPr/>
          </p:nvSpPr>
          <p:spPr>
            <a:xfrm>
              <a:off x="9229609" y="17940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5" name="pt57905"/>
            <p:cNvSpPr/>
            <p:nvPr/>
          </p:nvSpPr>
          <p:spPr>
            <a:xfrm>
              <a:off x="9450688" y="2004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6" name="pt57906"/>
            <p:cNvSpPr/>
            <p:nvPr/>
          </p:nvSpPr>
          <p:spPr>
            <a:xfrm>
              <a:off x="8815695" y="20580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7" name="pt57907"/>
            <p:cNvSpPr/>
            <p:nvPr/>
          </p:nvSpPr>
          <p:spPr>
            <a:xfrm>
              <a:off x="9349631" y="2049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8" name="pt57908"/>
            <p:cNvSpPr/>
            <p:nvPr/>
          </p:nvSpPr>
          <p:spPr>
            <a:xfrm>
              <a:off x="8666631" y="2220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9" name="pt57909"/>
            <p:cNvSpPr/>
            <p:nvPr/>
          </p:nvSpPr>
          <p:spPr>
            <a:xfrm>
              <a:off x="9128386" y="1978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0" name="pt57910"/>
            <p:cNvSpPr/>
            <p:nvPr/>
          </p:nvSpPr>
          <p:spPr>
            <a:xfrm>
              <a:off x="8839187" y="2136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1" name="pt57911"/>
            <p:cNvSpPr/>
            <p:nvPr/>
          </p:nvSpPr>
          <p:spPr>
            <a:xfrm>
              <a:off x="8383485" y="22516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2" name="pt57912"/>
            <p:cNvSpPr/>
            <p:nvPr/>
          </p:nvSpPr>
          <p:spPr>
            <a:xfrm>
              <a:off x="9536594" y="1717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3" name="pt57913"/>
            <p:cNvSpPr/>
            <p:nvPr/>
          </p:nvSpPr>
          <p:spPr>
            <a:xfrm>
              <a:off x="8641456" y="2164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4" name="pt57914"/>
            <p:cNvSpPr/>
            <p:nvPr/>
          </p:nvSpPr>
          <p:spPr>
            <a:xfrm>
              <a:off x="9530304" y="2451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5" name="pt57915"/>
            <p:cNvSpPr/>
            <p:nvPr/>
          </p:nvSpPr>
          <p:spPr>
            <a:xfrm>
              <a:off x="9057053" y="1769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6" name="pt57916"/>
            <p:cNvSpPr/>
            <p:nvPr/>
          </p:nvSpPr>
          <p:spPr>
            <a:xfrm>
              <a:off x="9138300" y="2148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7" name="pt57917"/>
            <p:cNvSpPr/>
            <p:nvPr/>
          </p:nvSpPr>
          <p:spPr>
            <a:xfrm>
              <a:off x="8874891" y="2010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8" name="pt57918"/>
            <p:cNvSpPr/>
            <p:nvPr/>
          </p:nvSpPr>
          <p:spPr>
            <a:xfrm>
              <a:off x="8749319" y="1915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9" name="pt57919"/>
            <p:cNvSpPr/>
            <p:nvPr/>
          </p:nvSpPr>
          <p:spPr>
            <a:xfrm>
              <a:off x="8749319" y="2078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0" name="pt57920"/>
            <p:cNvSpPr/>
            <p:nvPr/>
          </p:nvSpPr>
          <p:spPr>
            <a:xfrm>
              <a:off x="8576763" y="2356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1" name="pt57921"/>
            <p:cNvSpPr/>
            <p:nvPr/>
          </p:nvSpPr>
          <p:spPr>
            <a:xfrm>
              <a:off x="8666631" y="2381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2" name="pt57922"/>
            <p:cNvSpPr/>
            <p:nvPr/>
          </p:nvSpPr>
          <p:spPr>
            <a:xfrm>
              <a:off x="8756500" y="2025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3" name="pt57923"/>
            <p:cNvSpPr/>
            <p:nvPr/>
          </p:nvSpPr>
          <p:spPr>
            <a:xfrm>
              <a:off x="8666631" y="2389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4" name="pt57924"/>
            <p:cNvSpPr/>
            <p:nvPr/>
          </p:nvSpPr>
          <p:spPr>
            <a:xfrm>
              <a:off x="8805344" y="2309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5" name="pt57925"/>
            <p:cNvSpPr/>
            <p:nvPr/>
          </p:nvSpPr>
          <p:spPr>
            <a:xfrm>
              <a:off x="8810596" y="2203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6" name="pt57926"/>
            <p:cNvSpPr/>
            <p:nvPr/>
          </p:nvSpPr>
          <p:spPr>
            <a:xfrm>
              <a:off x="8717243" y="2210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7" name="pt57927"/>
            <p:cNvSpPr/>
            <p:nvPr/>
          </p:nvSpPr>
          <p:spPr>
            <a:xfrm>
              <a:off x="8805344" y="2069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8" name="pt57928"/>
            <p:cNvSpPr/>
            <p:nvPr/>
          </p:nvSpPr>
          <p:spPr>
            <a:xfrm>
              <a:off x="9235717" y="182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9" name="pt57929"/>
            <p:cNvSpPr/>
            <p:nvPr/>
          </p:nvSpPr>
          <p:spPr>
            <a:xfrm>
              <a:off x="9064541" y="1783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0" name="pt57930"/>
            <p:cNvSpPr/>
            <p:nvPr/>
          </p:nvSpPr>
          <p:spPr>
            <a:xfrm>
              <a:off x="9028011" y="1718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1" name="pt57931"/>
            <p:cNvSpPr/>
            <p:nvPr/>
          </p:nvSpPr>
          <p:spPr>
            <a:xfrm>
              <a:off x="8473354" y="2442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2" name="pt57932"/>
            <p:cNvSpPr/>
            <p:nvPr/>
          </p:nvSpPr>
          <p:spPr>
            <a:xfrm>
              <a:off x="8717243" y="2342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3" name="pt57933"/>
            <p:cNvSpPr/>
            <p:nvPr/>
          </p:nvSpPr>
          <p:spPr>
            <a:xfrm>
              <a:off x="8473354" y="2147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4" name="pt57934"/>
            <p:cNvSpPr/>
            <p:nvPr/>
          </p:nvSpPr>
          <p:spPr>
            <a:xfrm>
              <a:off x="8799930" y="2196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5" name="pt57935"/>
            <p:cNvSpPr/>
            <p:nvPr/>
          </p:nvSpPr>
          <p:spPr>
            <a:xfrm>
              <a:off x="8995031" y="2008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6" name="pt57936"/>
            <p:cNvSpPr/>
            <p:nvPr/>
          </p:nvSpPr>
          <p:spPr>
            <a:xfrm>
              <a:off x="8576763" y="2469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7" name="pt57937"/>
            <p:cNvSpPr/>
            <p:nvPr/>
          </p:nvSpPr>
          <p:spPr>
            <a:xfrm>
              <a:off x="9143835" y="2194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8" name="pt57938"/>
            <p:cNvSpPr/>
            <p:nvPr/>
          </p:nvSpPr>
          <p:spPr>
            <a:xfrm>
              <a:off x="8843532" y="2119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9" name="pt57939"/>
            <p:cNvSpPr/>
            <p:nvPr/>
          </p:nvSpPr>
          <p:spPr>
            <a:xfrm>
              <a:off x="9726386" y="2269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0" name="pt57940"/>
            <p:cNvSpPr/>
            <p:nvPr/>
          </p:nvSpPr>
          <p:spPr>
            <a:xfrm>
              <a:off x="9578717" y="2332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1" name="pt57941"/>
            <p:cNvSpPr/>
            <p:nvPr/>
          </p:nvSpPr>
          <p:spPr>
            <a:xfrm>
              <a:off x="9254944" y="2161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2" name="pt57942"/>
            <p:cNvSpPr/>
            <p:nvPr/>
          </p:nvSpPr>
          <p:spPr>
            <a:xfrm>
              <a:off x="8995031" y="2044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3" name="pt57943"/>
            <p:cNvSpPr/>
            <p:nvPr/>
          </p:nvSpPr>
          <p:spPr>
            <a:xfrm>
              <a:off x="8717243" y="2204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4" name="pt57944"/>
            <p:cNvSpPr/>
            <p:nvPr/>
          </p:nvSpPr>
          <p:spPr>
            <a:xfrm>
              <a:off x="8741831" y="2317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5" name="pt57945"/>
            <p:cNvSpPr/>
            <p:nvPr/>
          </p:nvSpPr>
          <p:spPr>
            <a:xfrm>
              <a:off x="8867559" y="19558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6" name="pt57946"/>
            <p:cNvSpPr/>
            <p:nvPr/>
          </p:nvSpPr>
          <p:spPr>
            <a:xfrm>
              <a:off x="8942596" y="1953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7" name="pt57947"/>
            <p:cNvSpPr/>
            <p:nvPr/>
          </p:nvSpPr>
          <p:spPr>
            <a:xfrm>
              <a:off x="8776438" y="2265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8" name="pt57948"/>
            <p:cNvSpPr/>
            <p:nvPr/>
          </p:nvSpPr>
          <p:spPr>
            <a:xfrm>
              <a:off x="8947416" y="19692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9" name="pt57949"/>
            <p:cNvSpPr/>
            <p:nvPr/>
          </p:nvSpPr>
          <p:spPr>
            <a:xfrm>
              <a:off x="8907564" y="1749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0" name="pt57950"/>
            <p:cNvSpPr/>
            <p:nvPr/>
          </p:nvSpPr>
          <p:spPr>
            <a:xfrm>
              <a:off x="8942596" y="19359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1" name="pt57951"/>
            <p:cNvSpPr/>
            <p:nvPr/>
          </p:nvSpPr>
          <p:spPr>
            <a:xfrm>
              <a:off x="8996835" y="20034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2" name="pt57952"/>
            <p:cNvSpPr/>
            <p:nvPr/>
          </p:nvSpPr>
          <p:spPr>
            <a:xfrm>
              <a:off x="8641456" y="2078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3" name="pt57953"/>
            <p:cNvSpPr/>
            <p:nvPr/>
          </p:nvSpPr>
          <p:spPr>
            <a:xfrm>
              <a:off x="9095800" y="19161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4" name="pt57954"/>
            <p:cNvSpPr/>
            <p:nvPr/>
          </p:nvSpPr>
          <p:spPr>
            <a:xfrm>
              <a:off x="9097834" y="1909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5" name="pt57955"/>
            <p:cNvSpPr/>
            <p:nvPr/>
          </p:nvSpPr>
          <p:spPr>
            <a:xfrm>
              <a:off x="8576763" y="22130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6" name="pt57956"/>
            <p:cNvSpPr/>
            <p:nvPr/>
          </p:nvSpPr>
          <p:spPr>
            <a:xfrm>
              <a:off x="9514089" y="2478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7" name="pt57957"/>
            <p:cNvSpPr/>
            <p:nvPr/>
          </p:nvSpPr>
          <p:spPr>
            <a:xfrm>
              <a:off x="9051878" y="1750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8" name="pt57958"/>
            <p:cNvSpPr/>
            <p:nvPr/>
          </p:nvSpPr>
          <p:spPr>
            <a:xfrm>
              <a:off x="9094774" y="193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9" name="pt57959"/>
            <p:cNvSpPr/>
            <p:nvPr/>
          </p:nvSpPr>
          <p:spPr>
            <a:xfrm>
              <a:off x="8312152" y="24577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0" name="pt57960"/>
            <p:cNvSpPr/>
            <p:nvPr/>
          </p:nvSpPr>
          <p:spPr>
            <a:xfrm>
              <a:off x="9024978" y="20014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1" name="pt57961"/>
            <p:cNvSpPr/>
            <p:nvPr/>
          </p:nvSpPr>
          <p:spPr>
            <a:xfrm>
              <a:off x="8595298" y="2225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2" name="pt57962"/>
            <p:cNvSpPr/>
            <p:nvPr/>
          </p:nvSpPr>
          <p:spPr>
            <a:xfrm>
              <a:off x="8904556" y="1930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3" name="pt57963"/>
            <p:cNvSpPr/>
            <p:nvPr/>
          </p:nvSpPr>
          <p:spPr>
            <a:xfrm>
              <a:off x="9249051" y="2149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4" name="pt57964"/>
            <p:cNvSpPr/>
            <p:nvPr/>
          </p:nvSpPr>
          <p:spPr>
            <a:xfrm>
              <a:off x="9551860" y="1810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5" name="pt57965"/>
            <p:cNvSpPr/>
            <p:nvPr/>
          </p:nvSpPr>
          <p:spPr>
            <a:xfrm>
              <a:off x="8788576" y="2301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6" name="pt57966"/>
            <p:cNvSpPr/>
            <p:nvPr/>
          </p:nvSpPr>
          <p:spPr>
            <a:xfrm>
              <a:off x="9647779" y="2154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7" name="pt57967"/>
            <p:cNvSpPr/>
            <p:nvPr/>
          </p:nvSpPr>
          <p:spPr>
            <a:xfrm>
              <a:off x="9464046" y="1941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8" name="pt57968"/>
            <p:cNvSpPr/>
            <p:nvPr/>
          </p:nvSpPr>
          <p:spPr>
            <a:xfrm>
              <a:off x="8473354" y="2354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9" name="pt57969"/>
            <p:cNvSpPr/>
            <p:nvPr/>
          </p:nvSpPr>
          <p:spPr>
            <a:xfrm>
              <a:off x="8612066" y="2331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0" name="pt57970"/>
            <p:cNvSpPr/>
            <p:nvPr/>
          </p:nvSpPr>
          <p:spPr>
            <a:xfrm>
              <a:off x="9653069" y="2620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1" name="pt57971"/>
            <p:cNvSpPr/>
            <p:nvPr/>
          </p:nvSpPr>
          <p:spPr>
            <a:xfrm>
              <a:off x="9028011" y="1777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2" name="pt57972"/>
            <p:cNvSpPr/>
            <p:nvPr/>
          </p:nvSpPr>
          <p:spPr>
            <a:xfrm>
              <a:off x="9573244" y="2364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3" name="pt57973"/>
            <p:cNvSpPr/>
            <p:nvPr/>
          </p:nvSpPr>
          <p:spPr>
            <a:xfrm>
              <a:off x="8473354" y="22460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4" name="pt57974"/>
            <p:cNvSpPr/>
            <p:nvPr/>
          </p:nvSpPr>
          <p:spPr>
            <a:xfrm>
              <a:off x="9047895" y="188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5" name="pt57975"/>
            <p:cNvSpPr/>
            <p:nvPr/>
          </p:nvSpPr>
          <p:spPr>
            <a:xfrm>
              <a:off x="8627374" y="22973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6" name="pt57976"/>
            <p:cNvSpPr/>
            <p:nvPr/>
          </p:nvSpPr>
          <p:spPr>
            <a:xfrm>
              <a:off x="8945023" y="178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7" name="pt57977"/>
            <p:cNvSpPr/>
            <p:nvPr/>
          </p:nvSpPr>
          <p:spPr>
            <a:xfrm>
              <a:off x="8985720" y="230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8" name="pt57978"/>
            <p:cNvSpPr/>
            <p:nvPr/>
          </p:nvSpPr>
          <p:spPr>
            <a:xfrm>
              <a:off x="9228169" y="1856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9" name="pt57979"/>
            <p:cNvSpPr/>
            <p:nvPr/>
          </p:nvSpPr>
          <p:spPr>
            <a:xfrm>
              <a:off x="8878445" y="2002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0" name="pt57980"/>
            <p:cNvSpPr/>
            <p:nvPr/>
          </p:nvSpPr>
          <p:spPr>
            <a:xfrm>
              <a:off x="8595298" y="2085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1" name="pt57981"/>
            <p:cNvSpPr/>
            <p:nvPr/>
          </p:nvSpPr>
          <p:spPr>
            <a:xfrm>
              <a:off x="8945023" y="18308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2" name="pt57982"/>
            <p:cNvSpPr/>
            <p:nvPr/>
          </p:nvSpPr>
          <p:spPr>
            <a:xfrm>
              <a:off x="8595298" y="23064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3" name="pt57983"/>
            <p:cNvSpPr/>
            <p:nvPr/>
          </p:nvSpPr>
          <p:spPr>
            <a:xfrm>
              <a:off x="8916289" y="211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4" name="pt57984"/>
            <p:cNvSpPr/>
            <p:nvPr/>
          </p:nvSpPr>
          <p:spPr>
            <a:xfrm>
              <a:off x="8810596" y="2173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5" name="pt57985"/>
            <p:cNvSpPr/>
            <p:nvPr/>
          </p:nvSpPr>
          <p:spPr>
            <a:xfrm>
              <a:off x="8677986" y="23410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6" name="pt57986"/>
            <p:cNvSpPr/>
            <p:nvPr/>
          </p:nvSpPr>
          <p:spPr>
            <a:xfrm>
              <a:off x="9382590" y="1995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7" name="pt57987"/>
            <p:cNvSpPr/>
            <p:nvPr/>
          </p:nvSpPr>
          <p:spPr>
            <a:xfrm>
              <a:off x="8312152" y="2028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8" name="pt57988"/>
            <p:cNvSpPr/>
            <p:nvPr/>
          </p:nvSpPr>
          <p:spPr>
            <a:xfrm>
              <a:off x="9489373" y="2614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9" name="pt57989"/>
            <p:cNvSpPr/>
            <p:nvPr/>
          </p:nvSpPr>
          <p:spPr>
            <a:xfrm>
              <a:off x="8688651" y="23942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0" name="pt57990"/>
            <p:cNvSpPr/>
            <p:nvPr/>
          </p:nvSpPr>
          <p:spPr>
            <a:xfrm>
              <a:off x="8612066" y="23236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1" name="pt57991"/>
            <p:cNvSpPr/>
            <p:nvPr/>
          </p:nvSpPr>
          <p:spPr>
            <a:xfrm>
              <a:off x="8556041" y="2424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2" name="pt57992"/>
            <p:cNvSpPr/>
            <p:nvPr/>
          </p:nvSpPr>
          <p:spPr>
            <a:xfrm>
              <a:off x="9219272" y="1826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3" name="pt57993"/>
            <p:cNvSpPr/>
            <p:nvPr/>
          </p:nvSpPr>
          <p:spPr>
            <a:xfrm>
              <a:off x="8904556" y="1984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4" name="pt57994"/>
            <p:cNvSpPr/>
            <p:nvPr/>
          </p:nvSpPr>
          <p:spPr>
            <a:xfrm>
              <a:off x="8677986" y="2307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5" name="pt57995"/>
            <p:cNvSpPr/>
            <p:nvPr/>
          </p:nvSpPr>
          <p:spPr>
            <a:xfrm>
              <a:off x="9332911" y="2233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6" name="pt57996"/>
            <p:cNvSpPr/>
            <p:nvPr/>
          </p:nvSpPr>
          <p:spPr>
            <a:xfrm>
              <a:off x="8666631" y="2415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7" name="pt57997"/>
            <p:cNvSpPr/>
            <p:nvPr/>
          </p:nvSpPr>
          <p:spPr>
            <a:xfrm>
              <a:off x="9371637" y="2091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8" name="pt57998"/>
            <p:cNvSpPr/>
            <p:nvPr/>
          </p:nvSpPr>
          <p:spPr>
            <a:xfrm>
              <a:off x="9408619" y="2092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9" name="pt57999"/>
            <p:cNvSpPr/>
            <p:nvPr/>
          </p:nvSpPr>
          <p:spPr>
            <a:xfrm>
              <a:off x="9328879" y="2145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0" name="pt58000"/>
            <p:cNvSpPr/>
            <p:nvPr/>
          </p:nvSpPr>
          <p:spPr>
            <a:xfrm>
              <a:off x="9623193" y="2504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1" name="pt58001"/>
            <p:cNvSpPr/>
            <p:nvPr/>
          </p:nvSpPr>
          <p:spPr>
            <a:xfrm>
              <a:off x="8973855" y="21431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2" name="pt58002"/>
            <p:cNvSpPr/>
            <p:nvPr/>
          </p:nvSpPr>
          <p:spPr>
            <a:xfrm>
              <a:off x="9275251" y="1940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3" name="pt58003"/>
            <p:cNvSpPr/>
            <p:nvPr/>
          </p:nvSpPr>
          <p:spPr>
            <a:xfrm>
              <a:off x="9038234" y="1430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4" name="pt58004"/>
            <p:cNvSpPr/>
            <p:nvPr/>
          </p:nvSpPr>
          <p:spPr>
            <a:xfrm>
              <a:off x="9070546" y="2205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5" name="pt58005"/>
            <p:cNvSpPr/>
            <p:nvPr/>
          </p:nvSpPr>
          <p:spPr>
            <a:xfrm>
              <a:off x="9106706" y="1904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6" name="pt58006"/>
            <p:cNvSpPr/>
            <p:nvPr/>
          </p:nvSpPr>
          <p:spPr>
            <a:xfrm>
              <a:off x="9228169" y="1841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7" name="pt58007"/>
            <p:cNvSpPr/>
            <p:nvPr/>
          </p:nvSpPr>
          <p:spPr>
            <a:xfrm>
              <a:off x="8677986" y="24812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8" name="pt58008"/>
            <p:cNvSpPr/>
            <p:nvPr/>
          </p:nvSpPr>
          <p:spPr>
            <a:xfrm>
              <a:off x="8717243" y="2314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9" name="pt58009"/>
            <p:cNvSpPr/>
            <p:nvPr/>
          </p:nvSpPr>
          <p:spPr>
            <a:xfrm>
              <a:off x="8788576" y="24194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0" name="pt58010"/>
            <p:cNvSpPr/>
            <p:nvPr/>
          </p:nvSpPr>
          <p:spPr>
            <a:xfrm>
              <a:off x="9244278" y="1881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1" name="pt58011"/>
            <p:cNvSpPr/>
            <p:nvPr/>
          </p:nvSpPr>
          <p:spPr>
            <a:xfrm>
              <a:off x="8434097" y="2382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2" name="pt58012"/>
            <p:cNvSpPr/>
            <p:nvPr/>
          </p:nvSpPr>
          <p:spPr>
            <a:xfrm>
              <a:off x="9047895" y="1892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3" name="pt58013"/>
            <p:cNvSpPr/>
            <p:nvPr/>
          </p:nvSpPr>
          <p:spPr>
            <a:xfrm>
              <a:off x="8825472" y="19649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4" name="pt58014"/>
            <p:cNvSpPr/>
            <p:nvPr/>
          </p:nvSpPr>
          <p:spPr>
            <a:xfrm>
              <a:off x="8847771" y="2071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5" name="pt58015"/>
            <p:cNvSpPr/>
            <p:nvPr/>
          </p:nvSpPr>
          <p:spPr>
            <a:xfrm>
              <a:off x="8473354" y="2216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6" name="pt58016"/>
            <p:cNvSpPr/>
            <p:nvPr/>
          </p:nvSpPr>
          <p:spPr>
            <a:xfrm>
              <a:off x="8312152" y="2587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7" name="pt58017"/>
            <p:cNvSpPr/>
            <p:nvPr/>
          </p:nvSpPr>
          <p:spPr>
            <a:xfrm>
              <a:off x="8830164" y="227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8" name="pt58018"/>
            <p:cNvSpPr/>
            <p:nvPr/>
          </p:nvSpPr>
          <p:spPr>
            <a:xfrm>
              <a:off x="9324474" y="1937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9" name="pt58019"/>
            <p:cNvSpPr/>
            <p:nvPr/>
          </p:nvSpPr>
          <p:spPr>
            <a:xfrm>
              <a:off x="8473354" y="2192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0" name="pt58020"/>
            <p:cNvSpPr/>
            <p:nvPr/>
          </p:nvSpPr>
          <p:spPr>
            <a:xfrm>
              <a:off x="9254944" y="217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1" name="pt58021"/>
            <p:cNvSpPr/>
            <p:nvPr/>
          </p:nvSpPr>
          <p:spPr>
            <a:xfrm>
              <a:off x="9235717" y="18620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2" name="pt58022"/>
            <p:cNvSpPr/>
            <p:nvPr/>
          </p:nvSpPr>
          <p:spPr>
            <a:xfrm>
              <a:off x="9767243" y="2596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3" name="pt58023"/>
            <p:cNvSpPr/>
            <p:nvPr/>
          </p:nvSpPr>
          <p:spPr>
            <a:xfrm>
              <a:off x="9301896" y="1842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4" name="pt58024"/>
            <p:cNvSpPr/>
            <p:nvPr/>
          </p:nvSpPr>
          <p:spPr>
            <a:xfrm>
              <a:off x="9143835" y="2005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5" name="pt58025"/>
            <p:cNvSpPr/>
            <p:nvPr/>
          </p:nvSpPr>
          <p:spPr>
            <a:xfrm>
              <a:off x="9344232" y="2202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6" name="pt58026"/>
            <p:cNvSpPr/>
            <p:nvPr/>
          </p:nvSpPr>
          <p:spPr>
            <a:xfrm>
              <a:off x="9078622" y="1769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7" name="pt58027"/>
            <p:cNvSpPr/>
            <p:nvPr/>
          </p:nvSpPr>
          <p:spPr>
            <a:xfrm>
              <a:off x="8576763" y="2400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8" name="pt58028"/>
            <p:cNvSpPr/>
            <p:nvPr/>
          </p:nvSpPr>
          <p:spPr>
            <a:xfrm>
              <a:off x="9229609" y="1865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9" name="pt58029"/>
            <p:cNvSpPr/>
            <p:nvPr/>
          </p:nvSpPr>
          <p:spPr>
            <a:xfrm>
              <a:off x="9349631" y="2071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0" name="pt58030"/>
            <p:cNvSpPr/>
            <p:nvPr/>
          </p:nvSpPr>
          <p:spPr>
            <a:xfrm>
              <a:off x="9448910" y="1835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1" name="pt58031"/>
            <p:cNvSpPr/>
            <p:nvPr/>
          </p:nvSpPr>
          <p:spPr>
            <a:xfrm>
              <a:off x="8505430" y="2352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2" name="pt58032"/>
            <p:cNvSpPr/>
            <p:nvPr/>
          </p:nvSpPr>
          <p:spPr>
            <a:xfrm>
              <a:off x="9377920" y="2138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3" name="pt58033"/>
            <p:cNvSpPr/>
            <p:nvPr/>
          </p:nvSpPr>
          <p:spPr>
            <a:xfrm>
              <a:off x="9198297" y="2070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4" name="pt58034"/>
            <p:cNvSpPr/>
            <p:nvPr/>
          </p:nvSpPr>
          <p:spPr>
            <a:xfrm>
              <a:off x="9378331" y="2118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5" name="pt58035"/>
            <p:cNvSpPr/>
            <p:nvPr/>
          </p:nvSpPr>
          <p:spPr>
            <a:xfrm>
              <a:off x="9007289" y="18686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6" name="pt58036"/>
            <p:cNvSpPr/>
            <p:nvPr/>
          </p:nvSpPr>
          <p:spPr>
            <a:xfrm>
              <a:off x="9206663" y="2035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7" name="pt58037"/>
            <p:cNvSpPr/>
            <p:nvPr/>
          </p:nvSpPr>
          <p:spPr>
            <a:xfrm>
              <a:off x="8612066" y="2212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8" name="pt58038"/>
            <p:cNvSpPr/>
            <p:nvPr/>
          </p:nvSpPr>
          <p:spPr>
            <a:xfrm>
              <a:off x="8556041" y="2386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9" name="pt58039"/>
            <p:cNvSpPr/>
            <p:nvPr/>
          </p:nvSpPr>
          <p:spPr>
            <a:xfrm>
              <a:off x="8935109" y="19494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0" name="pt58040"/>
            <p:cNvSpPr/>
            <p:nvPr/>
          </p:nvSpPr>
          <p:spPr>
            <a:xfrm>
              <a:off x="9514089" y="2418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1" name="pt58041"/>
            <p:cNvSpPr/>
            <p:nvPr/>
          </p:nvSpPr>
          <p:spPr>
            <a:xfrm>
              <a:off x="8434097" y="26071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2" name="pt58042"/>
            <p:cNvSpPr/>
            <p:nvPr/>
          </p:nvSpPr>
          <p:spPr>
            <a:xfrm>
              <a:off x="8979888" y="2319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3" name="pt58043"/>
            <p:cNvSpPr/>
            <p:nvPr/>
          </p:nvSpPr>
          <p:spPr>
            <a:xfrm>
              <a:off x="8312152" y="2224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4" name="pt58044"/>
            <p:cNvSpPr/>
            <p:nvPr/>
          </p:nvSpPr>
          <p:spPr>
            <a:xfrm>
              <a:off x="8505430" y="24129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5" name="pt58045"/>
            <p:cNvSpPr/>
            <p:nvPr/>
          </p:nvSpPr>
          <p:spPr>
            <a:xfrm>
              <a:off x="8825472" y="2211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6" name="pt58046"/>
            <p:cNvSpPr/>
            <p:nvPr/>
          </p:nvSpPr>
          <p:spPr>
            <a:xfrm>
              <a:off x="8505430" y="2539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7" name="pt58047"/>
            <p:cNvSpPr/>
            <p:nvPr/>
          </p:nvSpPr>
          <p:spPr>
            <a:xfrm>
              <a:off x="8981853" y="22479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8" name="pt58048"/>
            <p:cNvSpPr/>
            <p:nvPr/>
          </p:nvSpPr>
          <p:spPr>
            <a:xfrm>
              <a:off x="8434097" y="2422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9" name="pt58049"/>
            <p:cNvSpPr/>
            <p:nvPr/>
          </p:nvSpPr>
          <p:spPr>
            <a:xfrm>
              <a:off x="9202808" y="2093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0" name="pt58050"/>
            <p:cNvSpPr/>
            <p:nvPr/>
          </p:nvSpPr>
          <p:spPr>
            <a:xfrm>
              <a:off x="9078622" y="1705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1" name="pt58051"/>
            <p:cNvSpPr/>
            <p:nvPr/>
          </p:nvSpPr>
          <p:spPr>
            <a:xfrm>
              <a:off x="9349631" y="2147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2" name="pt58052"/>
            <p:cNvSpPr/>
            <p:nvPr/>
          </p:nvSpPr>
          <p:spPr>
            <a:xfrm>
              <a:off x="8595298" y="2188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3" name="pt58053"/>
            <p:cNvSpPr/>
            <p:nvPr/>
          </p:nvSpPr>
          <p:spPr>
            <a:xfrm>
              <a:off x="8749319" y="2177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4" name="pt58054"/>
            <p:cNvSpPr/>
            <p:nvPr/>
          </p:nvSpPr>
          <p:spPr>
            <a:xfrm>
              <a:off x="8576763" y="23533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5" name="pt58055"/>
            <p:cNvSpPr/>
            <p:nvPr/>
          </p:nvSpPr>
          <p:spPr>
            <a:xfrm>
              <a:off x="8383485" y="2385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6" name="pt58056"/>
            <p:cNvSpPr/>
            <p:nvPr/>
          </p:nvSpPr>
          <p:spPr>
            <a:xfrm>
              <a:off x="8434097" y="2252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7" name="pt58057"/>
            <p:cNvSpPr/>
            <p:nvPr/>
          </p:nvSpPr>
          <p:spPr>
            <a:xfrm>
              <a:off x="8996835" y="19895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8" name="pt58058"/>
            <p:cNvSpPr/>
            <p:nvPr/>
          </p:nvSpPr>
          <p:spPr>
            <a:xfrm>
              <a:off x="8913428" y="2137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9" name="pt58059"/>
            <p:cNvSpPr/>
            <p:nvPr/>
          </p:nvSpPr>
          <p:spPr>
            <a:xfrm>
              <a:off x="9097834" y="1936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0" name="pt58060"/>
            <p:cNvSpPr/>
            <p:nvPr/>
          </p:nvSpPr>
          <p:spPr>
            <a:xfrm>
              <a:off x="8556041" y="2435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1" name="pt58061"/>
            <p:cNvSpPr/>
            <p:nvPr/>
          </p:nvSpPr>
          <p:spPr>
            <a:xfrm>
              <a:off x="9068168" y="2139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2" name="pt58062"/>
            <p:cNvSpPr/>
            <p:nvPr/>
          </p:nvSpPr>
          <p:spPr>
            <a:xfrm>
              <a:off x="8666631" y="2276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3" name="pt58063"/>
            <p:cNvSpPr/>
            <p:nvPr/>
          </p:nvSpPr>
          <p:spPr>
            <a:xfrm>
              <a:off x="8881929" y="2218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4" name="pt58064"/>
            <p:cNvSpPr/>
            <p:nvPr/>
          </p:nvSpPr>
          <p:spPr>
            <a:xfrm>
              <a:off x="8641456" y="2128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5" name="pt58065"/>
            <p:cNvSpPr/>
            <p:nvPr/>
          </p:nvSpPr>
          <p:spPr>
            <a:xfrm>
              <a:off x="8979888" y="2255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6" name="pt58066"/>
            <p:cNvSpPr/>
            <p:nvPr/>
          </p:nvSpPr>
          <p:spPr>
            <a:xfrm>
              <a:off x="9230563" y="1902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7" name="pt58067"/>
            <p:cNvSpPr/>
            <p:nvPr/>
          </p:nvSpPr>
          <p:spPr>
            <a:xfrm>
              <a:off x="8971798" y="2071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8" name="pt58068"/>
            <p:cNvSpPr/>
            <p:nvPr/>
          </p:nvSpPr>
          <p:spPr>
            <a:xfrm>
              <a:off x="8627374" y="22622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9" name="pt58069"/>
            <p:cNvSpPr/>
            <p:nvPr/>
          </p:nvSpPr>
          <p:spPr>
            <a:xfrm>
              <a:off x="9408964" y="2138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0" name="pt58070"/>
            <p:cNvSpPr/>
            <p:nvPr/>
          </p:nvSpPr>
          <p:spPr>
            <a:xfrm>
              <a:off x="8556041" y="2324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1" name="pt58071"/>
            <p:cNvSpPr/>
            <p:nvPr/>
          </p:nvSpPr>
          <p:spPr>
            <a:xfrm>
              <a:off x="8998621" y="1948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2" name="pt58072"/>
            <p:cNvSpPr/>
            <p:nvPr/>
          </p:nvSpPr>
          <p:spPr>
            <a:xfrm>
              <a:off x="9480986" y="21148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3" name="pt58073"/>
            <p:cNvSpPr/>
            <p:nvPr/>
          </p:nvSpPr>
          <p:spPr>
            <a:xfrm>
              <a:off x="8312152" y="2465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4" name="pt58074"/>
            <p:cNvSpPr/>
            <p:nvPr/>
          </p:nvSpPr>
          <p:spPr>
            <a:xfrm>
              <a:off x="8641456" y="2174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5" name="pt58075"/>
            <p:cNvSpPr/>
            <p:nvPr/>
          </p:nvSpPr>
          <p:spPr>
            <a:xfrm>
              <a:off x="8863776" y="2072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6" name="pt58076"/>
            <p:cNvSpPr/>
            <p:nvPr/>
          </p:nvSpPr>
          <p:spPr>
            <a:xfrm>
              <a:off x="8473354" y="2257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7" name="pt58077"/>
            <p:cNvSpPr/>
            <p:nvPr/>
          </p:nvSpPr>
          <p:spPr>
            <a:xfrm>
              <a:off x="8312152" y="2387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8" name="pt58078"/>
            <p:cNvSpPr/>
            <p:nvPr/>
          </p:nvSpPr>
          <p:spPr>
            <a:xfrm>
              <a:off x="8717243" y="2282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9" name="pt58079"/>
            <p:cNvSpPr/>
            <p:nvPr/>
          </p:nvSpPr>
          <p:spPr>
            <a:xfrm>
              <a:off x="9038234" y="1691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0" name="pt58080"/>
            <p:cNvSpPr/>
            <p:nvPr/>
          </p:nvSpPr>
          <p:spPr>
            <a:xfrm>
              <a:off x="8996835" y="1946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1" name="pt58081"/>
            <p:cNvSpPr/>
            <p:nvPr/>
          </p:nvSpPr>
          <p:spPr>
            <a:xfrm>
              <a:off x="8770040" y="2034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2" name="pt58082"/>
            <p:cNvSpPr/>
            <p:nvPr/>
          </p:nvSpPr>
          <p:spPr>
            <a:xfrm>
              <a:off x="9218255" y="1877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3" name="pt58083"/>
            <p:cNvSpPr/>
            <p:nvPr/>
          </p:nvSpPr>
          <p:spPr>
            <a:xfrm>
              <a:off x="8913428" y="2046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4" name="pt58084"/>
            <p:cNvSpPr/>
            <p:nvPr/>
          </p:nvSpPr>
          <p:spPr>
            <a:xfrm>
              <a:off x="8505430" y="2547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5" name="pt58085"/>
            <p:cNvSpPr/>
            <p:nvPr/>
          </p:nvSpPr>
          <p:spPr>
            <a:xfrm>
              <a:off x="8734011" y="2221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6" name="pt58086"/>
            <p:cNvSpPr/>
            <p:nvPr/>
          </p:nvSpPr>
          <p:spPr>
            <a:xfrm>
              <a:off x="8666631" y="2333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7" name="pt58087"/>
            <p:cNvSpPr/>
            <p:nvPr/>
          </p:nvSpPr>
          <p:spPr>
            <a:xfrm>
              <a:off x="8595298" y="2223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8" name="pt58088"/>
            <p:cNvSpPr/>
            <p:nvPr/>
          </p:nvSpPr>
          <p:spPr>
            <a:xfrm>
              <a:off x="8810596" y="2212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9" name="pt58089"/>
            <p:cNvSpPr/>
            <p:nvPr/>
          </p:nvSpPr>
          <p:spPr>
            <a:xfrm>
              <a:off x="8859909" y="2227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0" name="pt58090"/>
            <p:cNvSpPr/>
            <p:nvPr/>
          </p:nvSpPr>
          <p:spPr>
            <a:xfrm>
              <a:off x="8383485" y="2115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1" name="pt58091"/>
            <p:cNvSpPr/>
            <p:nvPr/>
          </p:nvSpPr>
          <p:spPr>
            <a:xfrm>
              <a:off x="8312152" y="2556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2" name="pt58092"/>
            <p:cNvSpPr/>
            <p:nvPr/>
          </p:nvSpPr>
          <p:spPr>
            <a:xfrm>
              <a:off x="9480986" y="2035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3" name="pt58093"/>
            <p:cNvSpPr/>
            <p:nvPr/>
          </p:nvSpPr>
          <p:spPr>
            <a:xfrm>
              <a:off x="8532549" y="22900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4" name="pt58094"/>
            <p:cNvSpPr/>
            <p:nvPr/>
          </p:nvSpPr>
          <p:spPr>
            <a:xfrm>
              <a:off x="9066967" y="2247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5" name="pt58095"/>
            <p:cNvSpPr/>
            <p:nvPr/>
          </p:nvSpPr>
          <p:spPr>
            <a:xfrm>
              <a:off x="8717243" y="1909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6" name="pt58096"/>
            <p:cNvSpPr/>
            <p:nvPr/>
          </p:nvSpPr>
          <p:spPr>
            <a:xfrm>
              <a:off x="8734011" y="2116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7" name="pt58097"/>
            <p:cNvSpPr/>
            <p:nvPr/>
          </p:nvSpPr>
          <p:spPr>
            <a:xfrm>
              <a:off x="9062080" y="17620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8" name="pt58098"/>
            <p:cNvSpPr/>
            <p:nvPr/>
          </p:nvSpPr>
          <p:spPr>
            <a:xfrm>
              <a:off x="8434097" y="2442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9" name="pt58099"/>
            <p:cNvSpPr/>
            <p:nvPr/>
          </p:nvSpPr>
          <p:spPr>
            <a:xfrm>
              <a:off x="9313250" y="2058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0" name="pt58100"/>
            <p:cNvSpPr/>
            <p:nvPr/>
          </p:nvSpPr>
          <p:spPr>
            <a:xfrm>
              <a:off x="9349631" y="2186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1" name="pt58101"/>
            <p:cNvSpPr/>
            <p:nvPr/>
          </p:nvSpPr>
          <p:spPr>
            <a:xfrm>
              <a:off x="8839187" y="2072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2" name="pt58102"/>
            <p:cNvSpPr/>
            <p:nvPr/>
          </p:nvSpPr>
          <p:spPr>
            <a:xfrm>
              <a:off x="8312152" y="2556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3" name="pt58103"/>
            <p:cNvSpPr/>
            <p:nvPr/>
          </p:nvSpPr>
          <p:spPr>
            <a:xfrm>
              <a:off x="9393280" y="19439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4" name="pt58104"/>
            <p:cNvSpPr/>
            <p:nvPr/>
          </p:nvSpPr>
          <p:spPr>
            <a:xfrm>
              <a:off x="8825472" y="2171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5" name="pt58105"/>
            <p:cNvSpPr/>
            <p:nvPr/>
          </p:nvSpPr>
          <p:spPr>
            <a:xfrm>
              <a:off x="9354634" y="22087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6" name="pt58106"/>
            <p:cNvSpPr/>
            <p:nvPr/>
          </p:nvSpPr>
          <p:spPr>
            <a:xfrm>
              <a:off x="8921875" y="2108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7" name="pt58107"/>
            <p:cNvSpPr/>
            <p:nvPr/>
          </p:nvSpPr>
          <p:spPr>
            <a:xfrm>
              <a:off x="8473354" y="23046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8" name="pt58108"/>
            <p:cNvSpPr/>
            <p:nvPr/>
          </p:nvSpPr>
          <p:spPr>
            <a:xfrm>
              <a:off x="8473354" y="2299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9" name="pt58109"/>
            <p:cNvSpPr/>
            <p:nvPr/>
          </p:nvSpPr>
          <p:spPr>
            <a:xfrm>
              <a:off x="9143835" y="22002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0" name="pt58110"/>
            <p:cNvSpPr/>
            <p:nvPr/>
          </p:nvSpPr>
          <p:spPr>
            <a:xfrm>
              <a:off x="9547911" y="181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1" name="pt58111"/>
            <p:cNvSpPr/>
            <p:nvPr/>
          </p:nvSpPr>
          <p:spPr>
            <a:xfrm>
              <a:off x="8556041" y="2513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2" name="pt58112"/>
            <p:cNvSpPr/>
            <p:nvPr/>
          </p:nvSpPr>
          <p:spPr>
            <a:xfrm>
              <a:off x="8641456" y="2092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3" name="pt58113"/>
            <p:cNvSpPr/>
            <p:nvPr/>
          </p:nvSpPr>
          <p:spPr>
            <a:xfrm>
              <a:off x="8916289" y="2059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4" name="pt58114"/>
            <p:cNvSpPr/>
            <p:nvPr/>
          </p:nvSpPr>
          <p:spPr>
            <a:xfrm>
              <a:off x="9190113" y="1947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5" name="pt58115"/>
            <p:cNvSpPr/>
            <p:nvPr/>
          </p:nvSpPr>
          <p:spPr>
            <a:xfrm>
              <a:off x="8904556" y="1998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6" name="pt58116"/>
            <p:cNvSpPr/>
            <p:nvPr/>
          </p:nvSpPr>
          <p:spPr>
            <a:xfrm>
              <a:off x="9452582" y="1969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7" name="pt58117"/>
            <p:cNvSpPr/>
            <p:nvPr/>
          </p:nvSpPr>
          <p:spPr>
            <a:xfrm>
              <a:off x="8954408" y="1878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8" name="pt58118"/>
            <p:cNvSpPr/>
            <p:nvPr/>
          </p:nvSpPr>
          <p:spPr>
            <a:xfrm>
              <a:off x="8434097" y="2392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9" name="pt58119"/>
            <p:cNvSpPr/>
            <p:nvPr/>
          </p:nvSpPr>
          <p:spPr>
            <a:xfrm>
              <a:off x="9146155" y="2041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0" name="pt58120"/>
            <p:cNvSpPr/>
            <p:nvPr/>
          </p:nvSpPr>
          <p:spPr>
            <a:xfrm>
              <a:off x="8383485" y="2264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1" name="pt58121"/>
            <p:cNvSpPr/>
            <p:nvPr/>
          </p:nvSpPr>
          <p:spPr>
            <a:xfrm>
              <a:off x="8505430" y="2360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2" name="pt58122"/>
            <p:cNvSpPr/>
            <p:nvPr/>
          </p:nvSpPr>
          <p:spPr>
            <a:xfrm>
              <a:off x="8996835" y="20385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3" name="pt58123"/>
            <p:cNvSpPr/>
            <p:nvPr/>
          </p:nvSpPr>
          <p:spPr>
            <a:xfrm>
              <a:off x="8312152" y="2347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4" name="pt58124"/>
            <p:cNvSpPr/>
            <p:nvPr/>
          </p:nvSpPr>
          <p:spPr>
            <a:xfrm>
              <a:off x="8971798" y="2139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5" name="pt58125"/>
            <p:cNvSpPr/>
            <p:nvPr/>
          </p:nvSpPr>
          <p:spPr>
            <a:xfrm>
              <a:off x="9431288" y="1848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6" name="pt58126"/>
            <p:cNvSpPr/>
            <p:nvPr/>
          </p:nvSpPr>
          <p:spPr>
            <a:xfrm>
              <a:off x="9371637" y="2156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7" name="pt58127"/>
            <p:cNvSpPr/>
            <p:nvPr/>
          </p:nvSpPr>
          <p:spPr>
            <a:xfrm>
              <a:off x="9393280" y="205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8" name="pt58128"/>
            <p:cNvSpPr/>
            <p:nvPr/>
          </p:nvSpPr>
          <p:spPr>
            <a:xfrm>
              <a:off x="8473354" y="23337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9" name="pt58129"/>
            <p:cNvSpPr/>
            <p:nvPr/>
          </p:nvSpPr>
          <p:spPr>
            <a:xfrm>
              <a:off x="8851911" y="20536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0" name="pt58130"/>
            <p:cNvSpPr/>
            <p:nvPr/>
          </p:nvSpPr>
          <p:spPr>
            <a:xfrm>
              <a:off x="8576763" y="2399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1" name="pt58131"/>
            <p:cNvSpPr/>
            <p:nvPr/>
          </p:nvSpPr>
          <p:spPr>
            <a:xfrm>
              <a:off x="9393280" y="2050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2" name="pt58132"/>
            <p:cNvSpPr/>
            <p:nvPr/>
          </p:nvSpPr>
          <p:spPr>
            <a:xfrm>
              <a:off x="8641456" y="2060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3" name="pt58133"/>
            <p:cNvSpPr/>
            <p:nvPr/>
          </p:nvSpPr>
          <p:spPr>
            <a:xfrm>
              <a:off x="9724502" y="2295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4" name="pt58134"/>
            <p:cNvSpPr/>
            <p:nvPr/>
          </p:nvSpPr>
          <p:spPr>
            <a:xfrm>
              <a:off x="9201130" y="2045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5" name="pt58135"/>
            <p:cNvSpPr/>
            <p:nvPr/>
          </p:nvSpPr>
          <p:spPr>
            <a:xfrm>
              <a:off x="9432499" y="2022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6" name="pt58136"/>
            <p:cNvSpPr/>
            <p:nvPr/>
          </p:nvSpPr>
          <p:spPr>
            <a:xfrm>
              <a:off x="9217232" y="2259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7" name="pt58137"/>
            <p:cNvSpPr/>
            <p:nvPr/>
          </p:nvSpPr>
          <p:spPr>
            <a:xfrm>
              <a:off x="9055774" y="1648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8" name="pt58138"/>
            <p:cNvSpPr/>
            <p:nvPr/>
          </p:nvSpPr>
          <p:spPr>
            <a:xfrm>
              <a:off x="8677986" y="2401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9" name="pt58139"/>
            <p:cNvSpPr/>
            <p:nvPr/>
          </p:nvSpPr>
          <p:spPr>
            <a:xfrm>
              <a:off x="8595298" y="2099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0" name="pt58140"/>
            <p:cNvSpPr/>
            <p:nvPr/>
          </p:nvSpPr>
          <p:spPr>
            <a:xfrm>
              <a:off x="8843532" y="2088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1" name="pt58141"/>
            <p:cNvSpPr/>
            <p:nvPr/>
          </p:nvSpPr>
          <p:spPr>
            <a:xfrm>
              <a:off x="9573785" y="2492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2" name="pt58142"/>
            <p:cNvSpPr/>
            <p:nvPr/>
          </p:nvSpPr>
          <p:spPr>
            <a:xfrm>
              <a:off x="8666631" y="22216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3" name="pt58143"/>
            <p:cNvSpPr/>
            <p:nvPr/>
          </p:nvSpPr>
          <p:spPr>
            <a:xfrm>
              <a:off x="9229609" y="1818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4" name="pt58144"/>
            <p:cNvSpPr/>
            <p:nvPr/>
          </p:nvSpPr>
          <p:spPr>
            <a:xfrm>
              <a:off x="9070546" y="22974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5" name="pt58145"/>
            <p:cNvSpPr/>
            <p:nvPr/>
          </p:nvSpPr>
          <p:spPr>
            <a:xfrm>
              <a:off x="8855955" y="2143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6" name="pt58146"/>
            <p:cNvSpPr/>
            <p:nvPr/>
          </p:nvSpPr>
          <p:spPr>
            <a:xfrm>
              <a:off x="8749319" y="1949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7" name="pt58147"/>
            <p:cNvSpPr/>
            <p:nvPr/>
          </p:nvSpPr>
          <p:spPr>
            <a:xfrm>
              <a:off x="8708219" y="224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8" name="pt58148"/>
            <p:cNvSpPr/>
            <p:nvPr/>
          </p:nvSpPr>
          <p:spPr>
            <a:xfrm>
              <a:off x="9143835" y="1963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9" name="pt58149"/>
            <p:cNvSpPr/>
            <p:nvPr/>
          </p:nvSpPr>
          <p:spPr>
            <a:xfrm>
              <a:off x="8556041" y="23646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0" name="pt58150"/>
            <p:cNvSpPr/>
            <p:nvPr/>
          </p:nvSpPr>
          <p:spPr>
            <a:xfrm>
              <a:off x="8749319" y="2337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1" name="pt58151"/>
            <p:cNvSpPr/>
            <p:nvPr/>
          </p:nvSpPr>
          <p:spPr>
            <a:xfrm>
              <a:off x="8741831" y="2171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2" name="pt58152"/>
            <p:cNvSpPr/>
            <p:nvPr/>
          </p:nvSpPr>
          <p:spPr>
            <a:xfrm>
              <a:off x="8839187" y="2093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3" name="pt58153"/>
            <p:cNvSpPr/>
            <p:nvPr/>
          </p:nvSpPr>
          <p:spPr>
            <a:xfrm>
              <a:off x="9095800" y="1944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4" name="pt58154"/>
            <p:cNvSpPr/>
            <p:nvPr/>
          </p:nvSpPr>
          <p:spPr>
            <a:xfrm>
              <a:off x="8741831" y="20780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5" name="pt58155"/>
            <p:cNvSpPr/>
            <p:nvPr/>
          </p:nvSpPr>
          <p:spPr>
            <a:xfrm>
              <a:off x="8981853" y="2258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6" name="pt58156"/>
            <p:cNvSpPr/>
            <p:nvPr/>
          </p:nvSpPr>
          <p:spPr>
            <a:xfrm>
              <a:off x="8725827" y="2190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7" name="pt58157"/>
            <p:cNvSpPr/>
            <p:nvPr/>
          </p:nvSpPr>
          <p:spPr>
            <a:xfrm>
              <a:off x="9069361" y="21820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8" name="pt58158"/>
            <p:cNvSpPr/>
            <p:nvPr/>
          </p:nvSpPr>
          <p:spPr>
            <a:xfrm>
              <a:off x="8576763" y="235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9" name="pt58159"/>
            <p:cNvSpPr/>
            <p:nvPr/>
          </p:nvSpPr>
          <p:spPr>
            <a:xfrm>
              <a:off x="8799930" y="2103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0" name="pt58160"/>
            <p:cNvSpPr/>
            <p:nvPr/>
          </p:nvSpPr>
          <p:spPr>
            <a:xfrm>
              <a:off x="9325863" y="2176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1" name="pt58161"/>
            <p:cNvSpPr/>
            <p:nvPr/>
          </p:nvSpPr>
          <p:spPr>
            <a:xfrm>
              <a:off x="9128386" y="2138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2" name="pt58162"/>
            <p:cNvSpPr/>
            <p:nvPr/>
          </p:nvSpPr>
          <p:spPr>
            <a:xfrm>
              <a:off x="9573785" y="2401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3" name="pt58163"/>
            <p:cNvSpPr/>
            <p:nvPr/>
          </p:nvSpPr>
          <p:spPr>
            <a:xfrm>
              <a:off x="8641456" y="2204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4" name="pt58164"/>
            <p:cNvSpPr/>
            <p:nvPr/>
          </p:nvSpPr>
          <p:spPr>
            <a:xfrm>
              <a:off x="9289758" y="1737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5" name="pt58165"/>
            <p:cNvSpPr/>
            <p:nvPr/>
          </p:nvSpPr>
          <p:spPr>
            <a:xfrm>
              <a:off x="8932540" y="2054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6" name="pt58166"/>
            <p:cNvSpPr/>
            <p:nvPr/>
          </p:nvSpPr>
          <p:spPr>
            <a:xfrm>
              <a:off x="8312152" y="2435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7" name="pt58167"/>
            <p:cNvSpPr/>
            <p:nvPr/>
          </p:nvSpPr>
          <p:spPr>
            <a:xfrm>
              <a:off x="8749319" y="2269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8" name="pt58168"/>
            <p:cNvSpPr/>
            <p:nvPr/>
          </p:nvSpPr>
          <p:spPr>
            <a:xfrm>
              <a:off x="8312152" y="2493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9" name="pt58169"/>
            <p:cNvSpPr/>
            <p:nvPr/>
          </p:nvSpPr>
          <p:spPr>
            <a:xfrm>
              <a:off x="8666631" y="2367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0" name="pt58170"/>
            <p:cNvSpPr/>
            <p:nvPr/>
          </p:nvSpPr>
          <p:spPr>
            <a:xfrm>
              <a:off x="8312152" y="2441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1" name="pt58171"/>
            <p:cNvSpPr/>
            <p:nvPr/>
          </p:nvSpPr>
          <p:spPr>
            <a:xfrm>
              <a:off x="8473354" y="2444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2" name="pt58172"/>
            <p:cNvSpPr/>
            <p:nvPr/>
          </p:nvSpPr>
          <p:spPr>
            <a:xfrm>
              <a:off x="8473354" y="2485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3" name="pt58173"/>
            <p:cNvSpPr/>
            <p:nvPr/>
          </p:nvSpPr>
          <p:spPr>
            <a:xfrm>
              <a:off x="8942596" y="1867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4" name="pt58174"/>
            <p:cNvSpPr/>
            <p:nvPr/>
          </p:nvSpPr>
          <p:spPr>
            <a:xfrm>
              <a:off x="9312057" y="1863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5" name="pt58175"/>
            <p:cNvSpPr/>
            <p:nvPr/>
          </p:nvSpPr>
          <p:spPr>
            <a:xfrm>
              <a:off x="8505430" y="24294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6" name="pt58176"/>
            <p:cNvSpPr/>
            <p:nvPr/>
          </p:nvSpPr>
          <p:spPr>
            <a:xfrm>
              <a:off x="9332911" y="2054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7" name="pt58177"/>
            <p:cNvSpPr/>
            <p:nvPr/>
          </p:nvSpPr>
          <p:spPr>
            <a:xfrm>
              <a:off x="8312152" y="2552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8" name="pt58178"/>
            <p:cNvSpPr/>
            <p:nvPr/>
          </p:nvSpPr>
          <p:spPr>
            <a:xfrm>
              <a:off x="9612243" y="2351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9" name="pt58179"/>
            <p:cNvSpPr/>
            <p:nvPr/>
          </p:nvSpPr>
          <p:spPr>
            <a:xfrm>
              <a:off x="8434097" y="2448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0" name="pt58180"/>
            <p:cNvSpPr/>
            <p:nvPr/>
          </p:nvSpPr>
          <p:spPr>
            <a:xfrm>
              <a:off x="8847771" y="2011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1" name="pt58181"/>
            <p:cNvSpPr/>
            <p:nvPr/>
          </p:nvSpPr>
          <p:spPr>
            <a:xfrm>
              <a:off x="9097834" y="1937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2" name="pt58182"/>
            <p:cNvSpPr/>
            <p:nvPr/>
          </p:nvSpPr>
          <p:spPr>
            <a:xfrm>
              <a:off x="9218764" y="1912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3" name="pt58183"/>
            <p:cNvSpPr/>
            <p:nvPr/>
          </p:nvSpPr>
          <p:spPr>
            <a:xfrm>
              <a:off x="9039647" y="1959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4" name="pt58184"/>
            <p:cNvSpPr/>
            <p:nvPr/>
          </p:nvSpPr>
          <p:spPr>
            <a:xfrm>
              <a:off x="8708219" y="2226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5" name="pt58185"/>
            <p:cNvSpPr/>
            <p:nvPr/>
          </p:nvSpPr>
          <p:spPr>
            <a:xfrm>
              <a:off x="8312152" y="2451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6" name="pt58186"/>
            <p:cNvSpPr/>
            <p:nvPr/>
          </p:nvSpPr>
          <p:spPr>
            <a:xfrm>
              <a:off x="8935109" y="21264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7" name="pt58187"/>
            <p:cNvSpPr/>
            <p:nvPr/>
          </p:nvSpPr>
          <p:spPr>
            <a:xfrm>
              <a:off x="9209365" y="23275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8" name="pt58188"/>
            <p:cNvSpPr/>
            <p:nvPr/>
          </p:nvSpPr>
          <p:spPr>
            <a:xfrm>
              <a:off x="8770040" y="2032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9" name="pt58189"/>
            <p:cNvSpPr/>
            <p:nvPr/>
          </p:nvSpPr>
          <p:spPr>
            <a:xfrm>
              <a:off x="8312152" y="2513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0" name="pt58190"/>
            <p:cNvSpPr/>
            <p:nvPr/>
          </p:nvSpPr>
          <p:spPr>
            <a:xfrm>
              <a:off x="8532549" y="2561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1" name="pt58191"/>
            <p:cNvSpPr/>
            <p:nvPr/>
          </p:nvSpPr>
          <p:spPr>
            <a:xfrm>
              <a:off x="8717243" y="2229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2" name="pt58192"/>
            <p:cNvSpPr/>
            <p:nvPr/>
          </p:nvSpPr>
          <p:spPr>
            <a:xfrm>
              <a:off x="8505430" y="2464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3" name="pt58193"/>
            <p:cNvSpPr/>
            <p:nvPr/>
          </p:nvSpPr>
          <p:spPr>
            <a:xfrm>
              <a:off x="9244278" y="1927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4" name="pt58194"/>
            <p:cNvSpPr/>
            <p:nvPr/>
          </p:nvSpPr>
          <p:spPr>
            <a:xfrm>
              <a:off x="8725827" y="2053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5" name="pt58195"/>
            <p:cNvSpPr/>
            <p:nvPr/>
          </p:nvSpPr>
          <p:spPr>
            <a:xfrm>
              <a:off x="8749319" y="2101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6" name="pt58196"/>
            <p:cNvSpPr/>
            <p:nvPr/>
          </p:nvSpPr>
          <p:spPr>
            <a:xfrm>
              <a:off x="9371637" y="2127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7" name="pt58197"/>
            <p:cNvSpPr/>
            <p:nvPr/>
          </p:nvSpPr>
          <p:spPr>
            <a:xfrm>
              <a:off x="8937640" y="1711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8" name="pt58198"/>
            <p:cNvSpPr/>
            <p:nvPr/>
          </p:nvSpPr>
          <p:spPr>
            <a:xfrm>
              <a:off x="9440320" y="1980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9" name="pt58199"/>
            <p:cNvSpPr/>
            <p:nvPr/>
          </p:nvSpPr>
          <p:spPr>
            <a:xfrm>
              <a:off x="8830164" y="2035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0" name="pt58200"/>
            <p:cNvSpPr/>
            <p:nvPr/>
          </p:nvSpPr>
          <p:spPr>
            <a:xfrm>
              <a:off x="8595298" y="2212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1" name="pt58201"/>
            <p:cNvSpPr/>
            <p:nvPr/>
          </p:nvSpPr>
          <p:spPr>
            <a:xfrm>
              <a:off x="8749319" y="2339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2" name="pt58202"/>
            <p:cNvSpPr/>
            <p:nvPr/>
          </p:nvSpPr>
          <p:spPr>
            <a:xfrm>
              <a:off x="9244278" y="1925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3" name="pt58203"/>
            <p:cNvSpPr/>
            <p:nvPr/>
          </p:nvSpPr>
          <p:spPr>
            <a:xfrm>
              <a:off x="8763400" y="2165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4" name="pt58204"/>
            <p:cNvSpPr/>
            <p:nvPr/>
          </p:nvSpPr>
          <p:spPr>
            <a:xfrm>
              <a:off x="8505430" y="2605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5" name="pt58205"/>
            <p:cNvSpPr/>
            <p:nvPr/>
          </p:nvSpPr>
          <p:spPr>
            <a:xfrm>
              <a:off x="8977900" y="2280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6" name="pt58206"/>
            <p:cNvSpPr/>
            <p:nvPr/>
          </p:nvSpPr>
          <p:spPr>
            <a:xfrm>
              <a:off x="8734011" y="2156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7" name="pt58207"/>
            <p:cNvSpPr/>
            <p:nvPr/>
          </p:nvSpPr>
          <p:spPr>
            <a:xfrm>
              <a:off x="8641456" y="2148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8" name="pt58208"/>
            <p:cNvSpPr/>
            <p:nvPr/>
          </p:nvSpPr>
          <p:spPr>
            <a:xfrm>
              <a:off x="9103798" y="1893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9" name="pt58209"/>
            <p:cNvSpPr/>
            <p:nvPr/>
          </p:nvSpPr>
          <p:spPr>
            <a:xfrm>
              <a:off x="9171842" y="20261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0" name="pt58210"/>
            <p:cNvSpPr/>
            <p:nvPr/>
          </p:nvSpPr>
          <p:spPr>
            <a:xfrm>
              <a:off x="8473354" y="2375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1" name="pt58211"/>
            <p:cNvSpPr/>
            <p:nvPr/>
          </p:nvSpPr>
          <p:spPr>
            <a:xfrm>
              <a:off x="8734011" y="2107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2" name="pt58212"/>
            <p:cNvSpPr/>
            <p:nvPr/>
          </p:nvSpPr>
          <p:spPr>
            <a:xfrm>
              <a:off x="8794345" y="213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3" name="pt58213"/>
            <p:cNvSpPr/>
            <p:nvPr/>
          </p:nvSpPr>
          <p:spPr>
            <a:xfrm>
              <a:off x="8312152" y="2276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4" name="pt58214"/>
            <p:cNvSpPr/>
            <p:nvPr/>
          </p:nvSpPr>
          <p:spPr>
            <a:xfrm>
              <a:off x="9097834" y="1959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5" name="pt58215"/>
            <p:cNvSpPr/>
            <p:nvPr/>
          </p:nvSpPr>
          <p:spPr>
            <a:xfrm>
              <a:off x="8942596" y="1882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6" name="pt58216"/>
            <p:cNvSpPr/>
            <p:nvPr/>
          </p:nvSpPr>
          <p:spPr>
            <a:xfrm>
              <a:off x="8666631" y="2366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7" name="pt58217"/>
            <p:cNvSpPr/>
            <p:nvPr/>
          </p:nvSpPr>
          <p:spPr>
            <a:xfrm>
              <a:off x="8473354" y="2127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8" name="pt58218"/>
            <p:cNvSpPr/>
            <p:nvPr/>
          </p:nvSpPr>
          <p:spPr>
            <a:xfrm>
              <a:off x="8776438" y="2130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9" name="pt58219"/>
            <p:cNvSpPr/>
            <p:nvPr/>
          </p:nvSpPr>
          <p:spPr>
            <a:xfrm>
              <a:off x="9121452" y="2089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0" name="pt58220"/>
            <p:cNvSpPr/>
            <p:nvPr/>
          </p:nvSpPr>
          <p:spPr>
            <a:xfrm>
              <a:off x="9666217" y="1977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1" name="pt58221"/>
            <p:cNvSpPr/>
            <p:nvPr/>
          </p:nvSpPr>
          <p:spPr>
            <a:xfrm>
              <a:off x="8688651" y="2400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2" name="pt58222"/>
            <p:cNvSpPr/>
            <p:nvPr/>
          </p:nvSpPr>
          <p:spPr>
            <a:xfrm>
              <a:off x="8434097" y="2519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3" name="pt58223"/>
            <p:cNvSpPr/>
            <p:nvPr/>
          </p:nvSpPr>
          <p:spPr>
            <a:xfrm>
              <a:off x="8820652" y="2193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4" name="pt58224"/>
            <p:cNvSpPr/>
            <p:nvPr/>
          </p:nvSpPr>
          <p:spPr>
            <a:xfrm>
              <a:off x="8383485" y="24352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5" name="pt58225"/>
            <p:cNvSpPr/>
            <p:nvPr/>
          </p:nvSpPr>
          <p:spPr>
            <a:xfrm>
              <a:off x="9351314" y="206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6" name="pt58226"/>
            <p:cNvSpPr/>
            <p:nvPr/>
          </p:nvSpPr>
          <p:spPr>
            <a:xfrm>
              <a:off x="9007289" y="1873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7" name="pt58227"/>
            <p:cNvSpPr/>
            <p:nvPr/>
          </p:nvSpPr>
          <p:spPr>
            <a:xfrm>
              <a:off x="8612066" y="2403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8" name="pt58228"/>
            <p:cNvSpPr/>
            <p:nvPr/>
          </p:nvSpPr>
          <p:spPr>
            <a:xfrm>
              <a:off x="8859909" y="1990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9" name="pt58229"/>
            <p:cNvSpPr/>
            <p:nvPr/>
          </p:nvSpPr>
          <p:spPr>
            <a:xfrm>
              <a:off x="8383485" y="2134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0" name="pt58230"/>
            <p:cNvSpPr/>
            <p:nvPr/>
          </p:nvSpPr>
          <p:spPr>
            <a:xfrm>
              <a:off x="9199436" y="2062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1" name="pt58231"/>
            <p:cNvSpPr/>
            <p:nvPr/>
          </p:nvSpPr>
          <p:spPr>
            <a:xfrm>
              <a:off x="8958919" y="18040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2" name="pt58232"/>
            <p:cNvSpPr/>
            <p:nvPr/>
          </p:nvSpPr>
          <p:spPr>
            <a:xfrm>
              <a:off x="8847771" y="2187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3" name="pt58233"/>
            <p:cNvSpPr/>
            <p:nvPr/>
          </p:nvSpPr>
          <p:spPr>
            <a:xfrm>
              <a:off x="9054485" y="1756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4" name="pt58234"/>
            <p:cNvSpPr/>
            <p:nvPr/>
          </p:nvSpPr>
          <p:spPr>
            <a:xfrm>
              <a:off x="8383485" y="2490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5" name="pt58235"/>
            <p:cNvSpPr/>
            <p:nvPr/>
          </p:nvSpPr>
          <p:spPr>
            <a:xfrm>
              <a:off x="9265000" y="19818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6" name="pt58236"/>
            <p:cNvSpPr/>
            <p:nvPr/>
          </p:nvSpPr>
          <p:spPr>
            <a:xfrm>
              <a:off x="9688802" y="2629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7" name="pt58237"/>
            <p:cNvSpPr/>
            <p:nvPr/>
          </p:nvSpPr>
          <p:spPr>
            <a:xfrm>
              <a:off x="9065758" y="20588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8" name="pt58238"/>
            <p:cNvSpPr/>
            <p:nvPr/>
          </p:nvSpPr>
          <p:spPr>
            <a:xfrm>
              <a:off x="8434097" y="2426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9" name="pt58239"/>
            <p:cNvSpPr/>
            <p:nvPr/>
          </p:nvSpPr>
          <p:spPr>
            <a:xfrm>
              <a:off x="8935109" y="2141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0" name="pt58240"/>
            <p:cNvSpPr/>
            <p:nvPr/>
          </p:nvSpPr>
          <p:spPr>
            <a:xfrm>
              <a:off x="8788576" y="2323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1" name="pt58241"/>
            <p:cNvSpPr/>
            <p:nvPr/>
          </p:nvSpPr>
          <p:spPr>
            <a:xfrm>
              <a:off x="9018749" y="1914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2" name="pt58242"/>
            <p:cNvSpPr/>
            <p:nvPr/>
          </p:nvSpPr>
          <p:spPr>
            <a:xfrm>
              <a:off x="8956678" y="1883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3" name="pt58243"/>
            <p:cNvSpPr/>
            <p:nvPr/>
          </p:nvSpPr>
          <p:spPr>
            <a:xfrm>
              <a:off x="9652594" y="2101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4" name="pt58244"/>
            <p:cNvSpPr/>
            <p:nvPr/>
          </p:nvSpPr>
          <p:spPr>
            <a:xfrm>
              <a:off x="9253280" y="2066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5" name="pt58245"/>
            <p:cNvSpPr/>
            <p:nvPr/>
          </p:nvSpPr>
          <p:spPr>
            <a:xfrm>
              <a:off x="8956678" y="1765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6" name="pt58246"/>
            <p:cNvSpPr/>
            <p:nvPr/>
          </p:nvSpPr>
          <p:spPr>
            <a:xfrm>
              <a:off x="8971798" y="2148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7" name="pt58247"/>
            <p:cNvSpPr/>
            <p:nvPr/>
          </p:nvSpPr>
          <p:spPr>
            <a:xfrm>
              <a:off x="9607397" y="2270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8" name="pt58248"/>
            <p:cNvSpPr/>
            <p:nvPr/>
          </p:nvSpPr>
          <p:spPr>
            <a:xfrm>
              <a:off x="8851911" y="20680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9" name="pt58249"/>
            <p:cNvSpPr/>
            <p:nvPr/>
          </p:nvSpPr>
          <p:spPr>
            <a:xfrm>
              <a:off x="8612066" y="2288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0" name="pt58250"/>
            <p:cNvSpPr/>
            <p:nvPr/>
          </p:nvSpPr>
          <p:spPr>
            <a:xfrm>
              <a:off x="8874891" y="1909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1" name="pt58251"/>
            <p:cNvSpPr/>
            <p:nvPr/>
          </p:nvSpPr>
          <p:spPr>
            <a:xfrm>
              <a:off x="8996835" y="1987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2" name="pt58252"/>
            <p:cNvSpPr/>
            <p:nvPr/>
          </p:nvSpPr>
          <p:spPr>
            <a:xfrm>
              <a:off x="9498107" y="2413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3" name="pt58253"/>
            <p:cNvSpPr/>
            <p:nvPr/>
          </p:nvSpPr>
          <p:spPr>
            <a:xfrm>
              <a:off x="9332911" y="21698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4" name="pt58254"/>
            <p:cNvSpPr/>
            <p:nvPr/>
          </p:nvSpPr>
          <p:spPr>
            <a:xfrm>
              <a:off x="9546496" y="18201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5" name="pt58255"/>
            <p:cNvSpPr/>
            <p:nvPr/>
          </p:nvSpPr>
          <p:spPr>
            <a:xfrm>
              <a:off x="9767243" y="2462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6" name="pt58256"/>
            <p:cNvSpPr/>
            <p:nvPr/>
          </p:nvSpPr>
          <p:spPr>
            <a:xfrm>
              <a:off x="8688651" y="24139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7" name="pt58257"/>
            <p:cNvSpPr/>
            <p:nvPr/>
          </p:nvSpPr>
          <p:spPr>
            <a:xfrm>
              <a:off x="8717243" y="22179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8" name="pt58258"/>
            <p:cNvSpPr/>
            <p:nvPr/>
          </p:nvSpPr>
          <p:spPr>
            <a:xfrm>
              <a:off x="8987622" y="220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9" name="pt58259"/>
            <p:cNvSpPr/>
            <p:nvPr/>
          </p:nvSpPr>
          <p:spPr>
            <a:xfrm>
              <a:off x="8654494" y="23530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0" name="pt58260"/>
            <p:cNvSpPr/>
            <p:nvPr/>
          </p:nvSpPr>
          <p:spPr>
            <a:xfrm>
              <a:off x="9454989" y="1944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1" name="pt58261"/>
            <p:cNvSpPr/>
            <p:nvPr/>
          </p:nvSpPr>
          <p:spPr>
            <a:xfrm>
              <a:off x="8996835" y="2031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2" name="pt58262"/>
            <p:cNvSpPr/>
            <p:nvPr/>
          </p:nvSpPr>
          <p:spPr>
            <a:xfrm>
              <a:off x="9767198" y="2141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3" name="pt58263"/>
            <p:cNvSpPr/>
            <p:nvPr/>
          </p:nvSpPr>
          <p:spPr>
            <a:xfrm>
              <a:off x="8654494" y="2398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4" name="pt58264"/>
            <p:cNvSpPr/>
            <p:nvPr/>
          </p:nvSpPr>
          <p:spPr>
            <a:xfrm>
              <a:off x="9094774" y="1859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5" name="pt58265"/>
            <p:cNvSpPr/>
            <p:nvPr/>
          </p:nvSpPr>
          <p:spPr>
            <a:xfrm>
              <a:off x="9049233" y="1910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6" name="pt58266"/>
            <p:cNvSpPr/>
            <p:nvPr/>
          </p:nvSpPr>
          <p:spPr>
            <a:xfrm>
              <a:off x="8956678" y="1913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7" name="pt58267"/>
            <p:cNvSpPr/>
            <p:nvPr/>
          </p:nvSpPr>
          <p:spPr>
            <a:xfrm>
              <a:off x="8901496" y="1815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8" name="pt58268"/>
            <p:cNvSpPr/>
            <p:nvPr/>
          </p:nvSpPr>
          <p:spPr>
            <a:xfrm>
              <a:off x="9408619" y="2288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9" name="pt58269"/>
            <p:cNvSpPr/>
            <p:nvPr/>
          </p:nvSpPr>
          <p:spPr>
            <a:xfrm>
              <a:off x="9209365" y="20913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0" name="pt58270"/>
            <p:cNvSpPr/>
            <p:nvPr/>
          </p:nvSpPr>
          <p:spPr>
            <a:xfrm>
              <a:off x="8595298" y="2390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1" name="pt58271"/>
            <p:cNvSpPr/>
            <p:nvPr/>
          </p:nvSpPr>
          <p:spPr>
            <a:xfrm>
              <a:off x="9282477" y="2055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2" name="pt58272"/>
            <p:cNvSpPr/>
            <p:nvPr/>
          </p:nvSpPr>
          <p:spPr>
            <a:xfrm>
              <a:off x="8770040" y="203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3" name="pt58273"/>
            <p:cNvSpPr/>
            <p:nvPr/>
          </p:nvSpPr>
          <p:spPr>
            <a:xfrm>
              <a:off x="9171842" y="1979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4" name="pt58274"/>
            <p:cNvSpPr/>
            <p:nvPr/>
          </p:nvSpPr>
          <p:spPr>
            <a:xfrm>
              <a:off x="9160178" y="2082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5" name="pt58275"/>
            <p:cNvSpPr/>
            <p:nvPr/>
          </p:nvSpPr>
          <p:spPr>
            <a:xfrm>
              <a:off x="8612066" y="2181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6" name="pt58276"/>
            <p:cNvSpPr/>
            <p:nvPr/>
          </p:nvSpPr>
          <p:spPr>
            <a:xfrm>
              <a:off x="9415399" y="22300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7" name="pt58277"/>
            <p:cNvSpPr/>
            <p:nvPr/>
          </p:nvSpPr>
          <p:spPr>
            <a:xfrm>
              <a:off x="9292119" y="1755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8" name="pt58278"/>
            <p:cNvSpPr/>
            <p:nvPr/>
          </p:nvSpPr>
          <p:spPr>
            <a:xfrm>
              <a:off x="8434097" y="2427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9" name="pt58279"/>
            <p:cNvSpPr/>
            <p:nvPr/>
          </p:nvSpPr>
          <p:spPr>
            <a:xfrm>
              <a:off x="9072891" y="2122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0" name="pt58280"/>
            <p:cNvSpPr/>
            <p:nvPr/>
          </p:nvSpPr>
          <p:spPr>
            <a:xfrm>
              <a:off x="8688651" y="2393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1" name="pt58281"/>
            <p:cNvSpPr/>
            <p:nvPr/>
          </p:nvSpPr>
          <p:spPr>
            <a:xfrm>
              <a:off x="9378331" y="2005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2" name="pt58282"/>
            <p:cNvSpPr/>
            <p:nvPr/>
          </p:nvSpPr>
          <p:spPr>
            <a:xfrm>
              <a:off x="8881929" y="23351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3" name="pt58283"/>
            <p:cNvSpPr/>
            <p:nvPr/>
          </p:nvSpPr>
          <p:spPr>
            <a:xfrm>
              <a:off x="9371637" y="2075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4" name="pt58284"/>
            <p:cNvSpPr/>
            <p:nvPr/>
          </p:nvSpPr>
          <p:spPr>
            <a:xfrm>
              <a:off x="9354634" y="21768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5" name="pt58285"/>
            <p:cNvSpPr/>
            <p:nvPr/>
          </p:nvSpPr>
          <p:spPr>
            <a:xfrm>
              <a:off x="8741831" y="2213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6" name="pt58286"/>
            <p:cNvSpPr/>
            <p:nvPr/>
          </p:nvSpPr>
          <p:spPr>
            <a:xfrm>
              <a:off x="9454989" y="1824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7" name="pt58287"/>
            <p:cNvSpPr/>
            <p:nvPr/>
          </p:nvSpPr>
          <p:spPr>
            <a:xfrm>
              <a:off x="9143835" y="2080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8" name="pt58288"/>
            <p:cNvSpPr/>
            <p:nvPr/>
          </p:nvSpPr>
          <p:spPr>
            <a:xfrm>
              <a:off x="8383485" y="2083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9" name="pt58289"/>
            <p:cNvSpPr/>
            <p:nvPr/>
          </p:nvSpPr>
          <p:spPr>
            <a:xfrm>
              <a:off x="9109567" y="1705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0" name="pt58290"/>
            <p:cNvSpPr/>
            <p:nvPr/>
          </p:nvSpPr>
          <p:spPr>
            <a:xfrm>
              <a:off x="8641456" y="2122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1" name="pt58291"/>
            <p:cNvSpPr/>
            <p:nvPr/>
          </p:nvSpPr>
          <p:spPr>
            <a:xfrm>
              <a:off x="8805344" y="211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2" name="pt58292"/>
            <p:cNvSpPr/>
            <p:nvPr/>
          </p:nvSpPr>
          <p:spPr>
            <a:xfrm>
              <a:off x="8741831" y="2343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3" name="pt58293"/>
            <p:cNvSpPr/>
            <p:nvPr/>
          </p:nvSpPr>
          <p:spPr>
            <a:xfrm>
              <a:off x="9714526" y="1909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4" name="pt58294"/>
            <p:cNvSpPr/>
            <p:nvPr/>
          </p:nvSpPr>
          <p:spPr>
            <a:xfrm>
              <a:off x="8717243" y="2185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5" name="pt58295"/>
            <p:cNvSpPr/>
            <p:nvPr/>
          </p:nvSpPr>
          <p:spPr>
            <a:xfrm>
              <a:off x="8505430" y="2467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6" name="pt58296"/>
            <p:cNvSpPr/>
            <p:nvPr/>
          </p:nvSpPr>
          <p:spPr>
            <a:xfrm>
              <a:off x="9253280" y="20622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7" name="pt58297"/>
            <p:cNvSpPr/>
            <p:nvPr/>
          </p:nvSpPr>
          <p:spPr>
            <a:xfrm>
              <a:off x="9350114" y="2111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8" name="pt58298"/>
            <p:cNvSpPr/>
            <p:nvPr/>
          </p:nvSpPr>
          <p:spPr>
            <a:xfrm>
              <a:off x="8782612" y="2361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9" name="pt58299"/>
            <p:cNvSpPr/>
            <p:nvPr/>
          </p:nvSpPr>
          <p:spPr>
            <a:xfrm>
              <a:off x="8312152" y="23763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0" name="pt58300"/>
            <p:cNvSpPr/>
            <p:nvPr/>
          </p:nvSpPr>
          <p:spPr>
            <a:xfrm>
              <a:off x="9376059" y="2245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1" name="pt58301"/>
            <p:cNvSpPr/>
            <p:nvPr/>
          </p:nvSpPr>
          <p:spPr>
            <a:xfrm>
              <a:off x="8855955" y="1978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2" name="pt58302"/>
            <p:cNvSpPr/>
            <p:nvPr/>
          </p:nvSpPr>
          <p:spPr>
            <a:xfrm>
              <a:off x="8741831" y="2209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3" name="pt58303"/>
            <p:cNvSpPr/>
            <p:nvPr/>
          </p:nvSpPr>
          <p:spPr>
            <a:xfrm>
              <a:off x="8810596" y="2165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4" name="pt58304"/>
            <p:cNvSpPr/>
            <p:nvPr/>
          </p:nvSpPr>
          <p:spPr>
            <a:xfrm>
              <a:off x="8971798" y="2138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5" name="pt58305"/>
            <p:cNvSpPr/>
            <p:nvPr/>
          </p:nvSpPr>
          <p:spPr>
            <a:xfrm>
              <a:off x="8794345" y="2082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6" name="pt58306"/>
            <p:cNvSpPr/>
            <p:nvPr/>
          </p:nvSpPr>
          <p:spPr>
            <a:xfrm>
              <a:off x="8825472" y="2090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7" name="pt58307"/>
            <p:cNvSpPr/>
            <p:nvPr/>
          </p:nvSpPr>
          <p:spPr>
            <a:xfrm>
              <a:off x="9654228" y="2494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8" name="pt58308"/>
            <p:cNvSpPr/>
            <p:nvPr/>
          </p:nvSpPr>
          <p:spPr>
            <a:xfrm>
              <a:off x="8794345" y="2146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9" name="pt58309"/>
            <p:cNvSpPr/>
            <p:nvPr/>
          </p:nvSpPr>
          <p:spPr>
            <a:xfrm>
              <a:off x="8434097" y="26231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0" name="pt58310"/>
            <p:cNvSpPr/>
            <p:nvPr/>
          </p:nvSpPr>
          <p:spPr>
            <a:xfrm>
              <a:off x="8677986" y="2367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1" name="pt58311"/>
            <p:cNvSpPr/>
            <p:nvPr/>
          </p:nvSpPr>
          <p:spPr>
            <a:xfrm>
              <a:off x="8434097" y="2244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2" name="pt58312"/>
            <p:cNvSpPr/>
            <p:nvPr/>
          </p:nvSpPr>
          <p:spPr>
            <a:xfrm>
              <a:off x="9218764" y="1836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3" name="pt58313"/>
            <p:cNvSpPr/>
            <p:nvPr/>
          </p:nvSpPr>
          <p:spPr>
            <a:xfrm>
              <a:off x="9607397" y="21413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4" name="pt58314"/>
            <p:cNvSpPr/>
            <p:nvPr/>
          </p:nvSpPr>
          <p:spPr>
            <a:xfrm>
              <a:off x="9161591" y="2210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5" name="pt58315"/>
            <p:cNvSpPr/>
            <p:nvPr/>
          </p:nvSpPr>
          <p:spPr>
            <a:xfrm>
              <a:off x="9688802" y="2400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6" name="pt58316"/>
            <p:cNvSpPr/>
            <p:nvPr/>
          </p:nvSpPr>
          <p:spPr>
            <a:xfrm>
              <a:off x="8677986" y="2298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7" name="pt58317"/>
            <p:cNvSpPr/>
            <p:nvPr/>
          </p:nvSpPr>
          <p:spPr>
            <a:xfrm>
              <a:off x="9724502" y="2185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8" name="pt58318"/>
            <p:cNvSpPr/>
            <p:nvPr/>
          </p:nvSpPr>
          <p:spPr>
            <a:xfrm>
              <a:off x="8834733" y="2237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9" name="pt58319"/>
            <p:cNvSpPr/>
            <p:nvPr/>
          </p:nvSpPr>
          <p:spPr>
            <a:xfrm>
              <a:off x="8874891" y="22483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0" name="pt58320"/>
            <p:cNvSpPr/>
            <p:nvPr/>
          </p:nvSpPr>
          <p:spPr>
            <a:xfrm>
              <a:off x="8666631" y="2321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1" name="pt58321"/>
            <p:cNvSpPr/>
            <p:nvPr/>
          </p:nvSpPr>
          <p:spPr>
            <a:xfrm>
              <a:off x="8654494" y="2474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2" name="pt58322"/>
            <p:cNvSpPr/>
            <p:nvPr/>
          </p:nvSpPr>
          <p:spPr>
            <a:xfrm>
              <a:off x="9577860" y="2485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3" name="pt58323"/>
            <p:cNvSpPr/>
            <p:nvPr/>
          </p:nvSpPr>
          <p:spPr>
            <a:xfrm>
              <a:off x="8312152" y="1989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4" name="pt58324"/>
            <p:cNvSpPr/>
            <p:nvPr/>
          </p:nvSpPr>
          <p:spPr>
            <a:xfrm>
              <a:off x="8434097" y="2442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5" name="pt58325"/>
            <p:cNvSpPr/>
            <p:nvPr/>
          </p:nvSpPr>
          <p:spPr>
            <a:xfrm>
              <a:off x="8830164" y="2142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6" name="pt58326"/>
            <p:cNvSpPr/>
            <p:nvPr/>
          </p:nvSpPr>
          <p:spPr>
            <a:xfrm>
              <a:off x="9244278" y="2074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7" name="pt58327"/>
            <p:cNvSpPr/>
            <p:nvPr/>
          </p:nvSpPr>
          <p:spPr>
            <a:xfrm>
              <a:off x="9228169" y="18206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8" name="pt58328"/>
            <p:cNvSpPr/>
            <p:nvPr/>
          </p:nvSpPr>
          <p:spPr>
            <a:xfrm>
              <a:off x="8434097" y="2610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9" name="pt58329"/>
            <p:cNvSpPr/>
            <p:nvPr/>
          </p:nvSpPr>
          <p:spPr>
            <a:xfrm>
              <a:off x="8717243" y="2278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0" name="pt58330"/>
            <p:cNvSpPr/>
            <p:nvPr/>
          </p:nvSpPr>
          <p:spPr>
            <a:xfrm>
              <a:off x="8996835" y="1905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1" name="pt58331"/>
            <p:cNvSpPr/>
            <p:nvPr/>
          </p:nvSpPr>
          <p:spPr>
            <a:xfrm>
              <a:off x="9607397" y="2142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2" name="pt58332"/>
            <p:cNvSpPr/>
            <p:nvPr/>
          </p:nvSpPr>
          <p:spPr>
            <a:xfrm>
              <a:off x="8963317" y="2072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3" name="pt58333"/>
            <p:cNvSpPr/>
            <p:nvPr/>
          </p:nvSpPr>
          <p:spPr>
            <a:xfrm>
              <a:off x="8434097" y="2282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4" name="pt58334"/>
            <p:cNvSpPr/>
            <p:nvPr/>
          </p:nvSpPr>
          <p:spPr>
            <a:xfrm>
              <a:off x="9228169" y="1815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5" name="pt58335"/>
            <p:cNvSpPr/>
            <p:nvPr/>
          </p:nvSpPr>
          <p:spPr>
            <a:xfrm>
              <a:off x="9310253" y="1962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6" name="pt58336"/>
            <p:cNvSpPr/>
            <p:nvPr/>
          </p:nvSpPr>
          <p:spPr>
            <a:xfrm>
              <a:off x="8312152" y="2385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7" name="pt58337"/>
            <p:cNvSpPr/>
            <p:nvPr/>
          </p:nvSpPr>
          <p:spPr>
            <a:xfrm>
              <a:off x="8956678" y="1880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8" name="pt58338"/>
            <p:cNvSpPr/>
            <p:nvPr/>
          </p:nvSpPr>
          <p:spPr>
            <a:xfrm>
              <a:off x="9350114" y="2197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9" name="pt58339"/>
            <p:cNvSpPr/>
            <p:nvPr/>
          </p:nvSpPr>
          <p:spPr>
            <a:xfrm>
              <a:off x="9206663" y="2084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0" name="pt58340"/>
            <p:cNvSpPr/>
            <p:nvPr/>
          </p:nvSpPr>
          <p:spPr>
            <a:xfrm>
              <a:off x="8708219" y="2159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1" name="pt58341"/>
            <p:cNvSpPr/>
            <p:nvPr/>
          </p:nvSpPr>
          <p:spPr>
            <a:xfrm>
              <a:off x="9260646" y="2125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2" name="pt58342"/>
            <p:cNvSpPr/>
            <p:nvPr/>
          </p:nvSpPr>
          <p:spPr>
            <a:xfrm>
              <a:off x="9143835" y="2243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3" name="pt58343"/>
            <p:cNvSpPr/>
            <p:nvPr/>
          </p:nvSpPr>
          <p:spPr>
            <a:xfrm>
              <a:off x="9244278" y="1964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4" name="pt58344"/>
            <p:cNvSpPr/>
            <p:nvPr/>
          </p:nvSpPr>
          <p:spPr>
            <a:xfrm>
              <a:off x="9386161" y="1994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5" name="pt58345"/>
            <p:cNvSpPr/>
            <p:nvPr/>
          </p:nvSpPr>
          <p:spPr>
            <a:xfrm>
              <a:off x="8947416" y="200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6" name="pt58346"/>
            <p:cNvSpPr/>
            <p:nvPr/>
          </p:nvSpPr>
          <p:spPr>
            <a:xfrm>
              <a:off x="9218255" y="1958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7" name="pt58347"/>
            <p:cNvSpPr/>
            <p:nvPr/>
          </p:nvSpPr>
          <p:spPr>
            <a:xfrm>
              <a:off x="8871263" y="1955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8" name="pt58348"/>
            <p:cNvSpPr/>
            <p:nvPr/>
          </p:nvSpPr>
          <p:spPr>
            <a:xfrm>
              <a:off x="8556041" y="24011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9" name="pt58349"/>
            <p:cNvSpPr/>
            <p:nvPr/>
          </p:nvSpPr>
          <p:spPr>
            <a:xfrm>
              <a:off x="8979888" y="2305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0" name="pt58350"/>
            <p:cNvSpPr/>
            <p:nvPr/>
          </p:nvSpPr>
          <p:spPr>
            <a:xfrm>
              <a:off x="9285286" y="16985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1" name="pt58351"/>
            <p:cNvSpPr/>
            <p:nvPr/>
          </p:nvSpPr>
          <p:spPr>
            <a:xfrm>
              <a:off x="9135874" y="2002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2" name="pt58352"/>
            <p:cNvSpPr/>
            <p:nvPr/>
          </p:nvSpPr>
          <p:spPr>
            <a:xfrm>
              <a:off x="9095800" y="1864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3" name="pt58353"/>
            <p:cNvSpPr/>
            <p:nvPr/>
          </p:nvSpPr>
          <p:spPr>
            <a:xfrm>
              <a:off x="8688651" y="2350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4" name="pt58354"/>
            <p:cNvSpPr/>
            <p:nvPr/>
          </p:nvSpPr>
          <p:spPr>
            <a:xfrm>
              <a:off x="9057053" y="17026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5" name="pt58355"/>
            <p:cNvSpPr/>
            <p:nvPr/>
          </p:nvSpPr>
          <p:spPr>
            <a:xfrm>
              <a:off x="9312057" y="1887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6" name="pt58356"/>
            <p:cNvSpPr/>
            <p:nvPr/>
          </p:nvSpPr>
          <p:spPr>
            <a:xfrm>
              <a:off x="9500379" y="2525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7" name="pt58357"/>
            <p:cNvSpPr/>
            <p:nvPr/>
          </p:nvSpPr>
          <p:spPr>
            <a:xfrm>
              <a:off x="9301896" y="1857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8" name="pt58358"/>
            <p:cNvSpPr/>
            <p:nvPr/>
          </p:nvSpPr>
          <p:spPr>
            <a:xfrm>
              <a:off x="9328879" y="2127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9" name="pt58359"/>
            <p:cNvSpPr/>
            <p:nvPr/>
          </p:nvSpPr>
          <p:spPr>
            <a:xfrm>
              <a:off x="8898383" y="2071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0" name="pt58360"/>
            <p:cNvSpPr/>
            <p:nvPr/>
          </p:nvSpPr>
          <p:spPr>
            <a:xfrm>
              <a:off x="8855955" y="1907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1" name="pt58361"/>
            <p:cNvSpPr/>
            <p:nvPr/>
          </p:nvSpPr>
          <p:spPr>
            <a:xfrm>
              <a:off x="8847771" y="2058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2" name="pt58362"/>
            <p:cNvSpPr/>
            <p:nvPr/>
          </p:nvSpPr>
          <p:spPr>
            <a:xfrm>
              <a:off x="8532549" y="2243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3" name="pt58363"/>
            <p:cNvSpPr/>
            <p:nvPr/>
          </p:nvSpPr>
          <p:spPr>
            <a:xfrm>
              <a:off x="9292119" y="1936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4" name="pt58364"/>
            <p:cNvSpPr/>
            <p:nvPr/>
          </p:nvSpPr>
          <p:spPr>
            <a:xfrm>
              <a:off x="8859909" y="18688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5" name="pt58365"/>
            <p:cNvSpPr/>
            <p:nvPr/>
          </p:nvSpPr>
          <p:spPr>
            <a:xfrm>
              <a:off x="8627374" y="2292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6" name="pt58366"/>
            <p:cNvSpPr/>
            <p:nvPr/>
          </p:nvSpPr>
          <p:spPr>
            <a:xfrm>
              <a:off x="8434097" y="24499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7" name="pt58367"/>
            <p:cNvSpPr/>
            <p:nvPr/>
          </p:nvSpPr>
          <p:spPr>
            <a:xfrm>
              <a:off x="8654494" y="2465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8" name="pt58368"/>
            <p:cNvSpPr/>
            <p:nvPr/>
          </p:nvSpPr>
          <p:spPr>
            <a:xfrm>
              <a:off x="9250331" y="2247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9" name="pt58369"/>
            <p:cNvSpPr/>
            <p:nvPr/>
          </p:nvSpPr>
          <p:spPr>
            <a:xfrm>
              <a:off x="9080864" y="1731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0" name="pt58370"/>
            <p:cNvSpPr/>
            <p:nvPr/>
          </p:nvSpPr>
          <p:spPr>
            <a:xfrm>
              <a:off x="8776438" y="2058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1" name="pt58371"/>
            <p:cNvSpPr/>
            <p:nvPr/>
          </p:nvSpPr>
          <p:spPr>
            <a:xfrm>
              <a:off x="9349631" y="2149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2" name="pt58372"/>
            <p:cNvSpPr/>
            <p:nvPr/>
          </p:nvSpPr>
          <p:spPr>
            <a:xfrm>
              <a:off x="8312152" y="2699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3" name="pt58373"/>
            <p:cNvSpPr/>
            <p:nvPr/>
          </p:nvSpPr>
          <p:spPr>
            <a:xfrm>
              <a:off x="9240724" y="1994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4" name="pt58374"/>
            <p:cNvSpPr/>
            <p:nvPr/>
          </p:nvSpPr>
          <p:spPr>
            <a:xfrm>
              <a:off x="8979888" y="22811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5" name="pt58375"/>
            <p:cNvSpPr/>
            <p:nvPr/>
          </p:nvSpPr>
          <p:spPr>
            <a:xfrm>
              <a:off x="8820652" y="20751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6" name="pt58376"/>
            <p:cNvSpPr/>
            <p:nvPr/>
          </p:nvSpPr>
          <p:spPr>
            <a:xfrm>
              <a:off x="8556041" y="2384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7" name="pt58377"/>
            <p:cNvSpPr/>
            <p:nvPr/>
          </p:nvSpPr>
          <p:spPr>
            <a:xfrm>
              <a:off x="9094774" y="18221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8" name="pt58378"/>
            <p:cNvSpPr/>
            <p:nvPr/>
          </p:nvSpPr>
          <p:spPr>
            <a:xfrm>
              <a:off x="8830164" y="2003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9" name="pt58379"/>
            <p:cNvSpPr/>
            <p:nvPr/>
          </p:nvSpPr>
          <p:spPr>
            <a:xfrm>
              <a:off x="8627374" y="2349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0" name="pt58380"/>
            <p:cNvSpPr/>
            <p:nvPr/>
          </p:nvSpPr>
          <p:spPr>
            <a:xfrm>
              <a:off x="9292119" y="1884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1" name="pt58381"/>
            <p:cNvSpPr/>
            <p:nvPr/>
          </p:nvSpPr>
          <p:spPr>
            <a:xfrm>
              <a:off x="8641456" y="2101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2" name="pt58382"/>
            <p:cNvSpPr/>
            <p:nvPr/>
          </p:nvSpPr>
          <p:spPr>
            <a:xfrm>
              <a:off x="9144612" y="2071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3" name="pt58383"/>
            <p:cNvSpPr/>
            <p:nvPr/>
          </p:nvSpPr>
          <p:spPr>
            <a:xfrm>
              <a:off x="9130917" y="2024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4" name="pt58384"/>
            <p:cNvSpPr/>
            <p:nvPr/>
          </p:nvSpPr>
          <p:spPr>
            <a:xfrm>
              <a:off x="8881929" y="21903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5" name="pt58385"/>
            <p:cNvSpPr/>
            <p:nvPr/>
          </p:nvSpPr>
          <p:spPr>
            <a:xfrm>
              <a:off x="8993208" y="2126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6" name="pt58386"/>
            <p:cNvSpPr/>
            <p:nvPr/>
          </p:nvSpPr>
          <p:spPr>
            <a:xfrm>
              <a:off x="8434097" y="2461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7" name="pt58387"/>
            <p:cNvSpPr/>
            <p:nvPr/>
          </p:nvSpPr>
          <p:spPr>
            <a:xfrm>
              <a:off x="8473354" y="2223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8" name="pt58388"/>
            <p:cNvSpPr/>
            <p:nvPr/>
          </p:nvSpPr>
          <p:spPr>
            <a:xfrm>
              <a:off x="9094774" y="1909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9" name="pt58389"/>
            <p:cNvSpPr/>
            <p:nvPr/>
          </p:nvSpPr>
          <p:spPr>
            <a:xfrm>
              <a:off x="9090610" y="1755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0" name="pt58390"/>
            <p:cNvSpPr/>
            <p:nvPr/>
          </p:nvSpPr>
          <p:spPr>
            <a:xfrm>
              <a:off x="8921875" y="2219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1" name="pt58391"/>
            <p:cNvSpPr/>
            <p:nvPr/>
          </p:nvSpPr>
          <p:spPr>
            <a:xfrm>
              <a:off x="8434097" y="2366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2" name="pt58392"/>
            <p:cNvSpPr/>
            <p:nvPr/>
          </p:nvSpPr>
          <p:spPr>
            <a:xfrm>
              <a:off x="8987622" y="2115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3" name="pt58393"/>
            <p:cNvSpPr/>
            <p:nvPr/>
          </p:nvSpPr>
          <p:spPr>
            <a:xfrm>
              <a:off x="9461505" y="1969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4" name="pt58394"/>
            <p:cNvSpPr/>
            <p:nvPr/>
          </p:nvSpPr>
          <p:spPr>
            <a:xfrm>
              <a:off x="8881929" y="2304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5" name="pt58395"/>
            <p:cNvSpPr/>
            <p:nvPr/>
          </p:nvSpPr>
          <p:spPr>
            <a:xfrm>
              <a:off x="9219272" y="1865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6" name="pt58396"/>
            <p:cNvSpPr/>
            <p:nvPr/>
          </p:nvSpPr>
          <p:spPr>
            <a:xfrm>
              <a:off x="9767243" y="24865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7" name="pt58397"/>
            <p:cNvSpPr/>
            <p:nvPr/>
          </p:nvSpPr>
          <p:spPr>
            <a:xfrm>
              <a:off x="8782612" y="2219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8" name="pt58398"/>
            <p:cNvSpPr/>
            <p:nvPr/>
          </p:nvSpPr>
          <p:spPr>
            <a:xfrm>
              <a:off x="8576763" y="2383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9" name="pt58399"/>
            <p:cNvSpPr/>
            <p:nvPr/>
          </p:nvSpPr>
          <p:spPr>
            <a:xfrm>
              <a:off x="8881929" y="2197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0" name="pt58400"/>
            <p:cNvSpPr/>
            <p:nvPr/>
          </p:nvSpPr>
          <p:spPr>
            <a:xfrm>
              <a:off x="8641456" y="20456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1" name="pt58401"/>
            <p:cNvSpPr/>
            <p:nvPr/>
          </p:nvSpPr>
          <p:spPr>
            <a:xfrm>
              <a:off x="8756500" y="20873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2" name="pt58402"/>
            <p:cNvSpPr/>
            <p:nvPr/>
          </p:nvSpPr>
          <p:spPr>
            <a:xfrm>
              <a:off x="9109567" y="16903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3" name="pt58403"/>
            <p:cNvSpPr/>
            <p:nvPr/>
          </p:nvSpPr>
          <p:spPr>
            <a:xfrm>
              <a:off x="8473354" y="2128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4" name="pt58404"/>
            <p:cNvSpPr/>
            <p:nvPr/>
          </p:nvSpPr>
          <p:spPr>
            <a:xfrm>
              <a:off x="9144612" y="2098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5" name="pt58405"/>
            <p:cNvSpPr/>
            <p:nvPr/>
          </p:nvSpPr>
          <p:spPr>
            <a:xfrm>
              <a:off x="9291111" y="1874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6" name="pt58406"/>
            <p:cNvSpPr/>
            <p:nvPr/>
          </p:nvSpPr>
          <p:spPr>
            <a:xfrm>
              <a:off x="8961132" y="2105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7" name="pt58407"/>
            <p:cNvSpPr/>
            <p:nvPr/>
          </p:nvSpPr>
          <p:spPr>
            <a:xfrm>
              <a:off x="9524498" y="24331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8" name="pt58408"/>
            <p:cNvSpPr/>
            <p:nvPr/>
          </p:nvSpPr>
          <p:spPr>
            <a:xfrm>
              <a:off x="8576763" y="2321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9" name="pt58409"/>
            <p:cNvSpPr/>
            <p:nvPr/>
          </p:nvSpPr>
          <p:spPr>
            <a:xfrm>
              <a:off x="8677986" y="2482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0" name="pt58410"/>
            <p:cNvSpPr/>
            <p:nvPr/>
          </p:nvSpPr>
          <p:spPr>
            <a:xfrm>
              <a:off x="8863776" y="2092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1" name="pt58411"/>
            <p:cNvSpPr/>
            <p:nvPr/>
          </p:nvSpPr>
          <p:spPr>
            <a:xfrm>
              <a:off x="8383485" y="2302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2" name="pt58412"/>
            <p:cNvSpPr/>
            <p:nvPr/>
          </p:nvSpPr>
          <p:spPr>
            <a:xfrm>
              <a:off x="8595298" y="2144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3" name="pt58413"/>
            <p:cNvSpPr/>
            <p:nvPr/>
          </p:nvSpPr>
          <p:spPr>
            <a:xfrm>
              <a:off x="8434097" y="2298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4" name="pt58414"/>
            <p:cNvSpPr/>
            <p:nvPr/>
          </p:nvSpPr>
          <p:spPr>
            <a:xfrm>
              <a:off x="8874891" y="2006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5" name="pt58415"/>
            <p:cNvSpPr/>
            <p:nvPr/>
          </p:nvSpPr>
          <p:spPr>
            <a:xfrm>
              <a:off x="9393280" y="2087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6" name="pt58416"/>
            <p:cNvSpPr/>
            <p:nvPr/>
          </p:nvSpPr>
          <p:spPr>
            <a:xfrm>
              <a:off x="8913428" y="2173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7" name="pt58417"/>
            <p:cNvSpPr/>
            <p:nvPr/>
          </p:nvSpPr>
          <p:spPr>
            <a:xfrm>
              <a:off x="9146155" y="2051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8" name="pt58418"/>
            <p:cNvSpPr/>
            <p:nvPr/>
          </p:nvSpPr>
          <p:spPr>
            <a:xfrm>
              <a:off x="8556041" y="2389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9" name="pt58419"/>
            <p:cNvSpPr/>
            <p:nvPr/>
          </p:nvSpPr>
          <p:spPr>
            <a:xfrm>
              <a:off x="8698707" y="23890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0" name="pt58420"/>
            <p:cNvSpPr/>
            <p:nvPr/>
          </p:nvSpPr>
          <p:spPr>
            <a:xfrm>
              <a:off x="8627374" y="2348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1" name="pt58421"/>
            <p:cNvSpPr/>
            <p:nvPr/>
          </p:nvSpPr>
          <p:spPr>
            <a:xfrm>
              <a:off x="8641456" y="2110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2" name="pt58422"/>
            <p:cNvSpPr/>
            <p:nvPr/>
          </p:nvSpPr>
          <p:spPr>
            <a:xfrm>
              <a:off x="9275251" y="19688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3" name="pt58423"/>
            <p:cNvSpPr/>
            <p:nvPr/>
          </p:nvSpPr>
          <p:spPr>
            <a:xfrm>
              <a:off x="8473354" y="21544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4" name="pt58424"/>
            <p:cNvSpPr/>
            <p:nvPr/>
          </p:nvSpPr>
          <p:spPr>
            <a:xfrm>
              <a:off x="8473354" y="24294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5" name="pt58425"/>
            <p:cNvSpPr/>
            <p:nvPr/>
          </p:nvSpPr>
          <p:spPr>
            <a:xfrm>
              <a:off x="8312152" y="26691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6" name="pt58426"/>
            <p:cNvSpPr/>
            <p:nvPr/>
          </p:nvSpPr>
          <p:spPr>
            <a:xfrm>
              <a:off x="8641456" y="20340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7" name="pt58427"/>
            <p:cNvSpPr/>
            <p:nvPr/>
          </p:nvSpPr>
          <p:spPr>
            <a:xfrm>
              <a:off x="8717243" y="2277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8" name="pt58428"/>
            <p:cNvSpPr/>
            <p:nvPr/>
          </p:nvSpPr>
          <p:spPr>
            <a:xfrm>
              <a:off x="8859909" y="2096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9" name="pt58429"/>
            <p:cNvSpPr/>
            <p:nvPr/>
          </p:nvSpPr>
          <p:spPr>
            <a:xfrm>
              <a:off x="8505430" y="2390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0" name="pt58430"/>
            <p:cNvSpPr/>
            <p:nvPr/>
          </p:nvSpPr>
          <p:spPr>
            <a:xfrm>
              <a:off x="8878445" y="1922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1" name="pt58431"/>
            <p:cNvSpPr/>
            <p:nvPr/>
          </p:nvSpPr>
          <p:spPr>
            <a:xfrm>
              <a:off x="8981853" y="2286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2" name="pt58432"/>
            <p:cNvSpPr/>
            <p:nvPr/>
          </p:nvSpPr>
          <p:spPr>
            <a:xfrm>
              <a:off x="8901496" y="1692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3" name="pt58433"/>
            <p:cNvSpPr/>
            <p:nvPr/>
          </p:nvSpPr>
          <p:spPr>
            <a:xfrm>
              <a:off x="8763400" y="2199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4" name="pt58434"/>
            <p:cNvSpPr/>
            <p:nvPr/>
          </p:nvSpPr>
          <p:spPr>
            <a:xfrm>
              <a:off x="9080864" y="1831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5" name="pt58435"/>
            <p:cNvSpPr/>
            <p:nvPr/>
          </p:nvSpPr>
          <p:spPr>
            <a:xfrm>
              <a:off x="9393280" y="2101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6" name="pt58436"/>
            <p:cNvSpPr/>
            <p:nvPr/>
          </p:nvSpPr>
          <p:spPr>
            <a:xfrm>
              <a:off x="8863776" y="1964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7" name="pt58437"/>
            <p:cNvSpPr/>
            <p:nvPr/>
          </p:nvSpPr>
          <p:spPr>
            <a:xfrm>
              <a:off x="9087421" y="18568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8" name="pt58438"/>
            <p:cNvSpPr/>
            <p:nvPr/>
          </p:nvSpPr>
          <p:spPr>
            <a:xfrm>
              <a:off x="8627374" y="2118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9" name="pt58439"/>
            <p:cNvSpPr/>
            <p:nvPr/>
          </p:nvSpPr>
          <p:spPr>
            <a:xfrm>
              <a:off x="8595298" y="21961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0" name="pt58440"/>
            <p:cNvSpPr/>
            <p:nvPr/>
          </p:nvSpPr>
          <p:spPr>
            <a:xfrm>
              <a:off x="9289758" y="1772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1" name="pt58441"/>
            <p:cNvSpPr/>
            <p:nvPr/>
          </p:nvSpPr>
          <p:spPr>
            <a:xfrm>
              <a:off x="9328879" y="2240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2" name="pt58442"/>
            <p:cNvSpPr/>
            <p:nvPr/>
          </p:nvSpPr>
          <p:spPr>
            <a:xfrm>
              <a:off x="9480986" y="1997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3" name="pt58443"/>
            <p:cNvSpPr/>
            <p:nvPr/>
          </p:nvSpPr>
          <p:spPr>
            <a:xfrm>
              <a:off x="9250331" y="2280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4" name="pt58444"/>
            <p:cNvSpPr/>
            <p:nvPr/>
          </p:nvSpPr>
          <p:spPr>
            <a:xfrm>
              <a:off x="8954408" y="1856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5" name="pt58445"/>
            <p:cNvSpPr/>
            <p:nvPr/>
          </p:nvSpPr>
          <p:spPr>
            <a:xfrm>
              <a:off x="9135874" y="1954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6" name="pt58446"/>
            <p:cNvSpPr/>
            <p:nvPr/>
          </p:nvSpPr>
          <p:spPr>
            <a:xfrm>
              <a:off x="9062080" y="17849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7" name="pt58447"/>
            <p:cNvSpPr/>
            <p:nvPr/>
          </p:nvSpPr>
          <p:spPr>
            <a:xfrm>
              <a:off x="9551860" y="1669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8" name="pt58448"/>
            <p:cNvSpPr/>
            <p:nvPr/>
          </p:nvSpPr>
          <p:spPr>
            <a:xfrm>
              <a:off x="9168491" y="2103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9" name="pt58449"/>
            <p:cNvSpPr/>
            <p:nvPr/>
          </p:nvSpPr>
          <p:spPr>
            <a:xfrm>
              <a:off x="8717243" y="2283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0" name="pt58450"/>
            <p:cNvSpPr/>
            <p:nvPr/>
          </p:nvSpPr>
          <p:spPr>
            <a:xfrm>
              <a:off x="9351314" y="2180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1" name="pt58451"/>
            <p:cNvSpPr/>
            <p:nvPr/>
          </p:nvSpPr>
          <p:spPr>
            <a:xfrm>
              <a:off x="8666631" y="2386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2" name="pt58452"/>
            <p:cNvSpPr/>
            <p:nvPr/>
          </p:nvSpPr>
          <p:spPr>
            <a:xfrm>
              <a:off x="9208828" y="2257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3" name="pt58453"/>
            <p:cNvSpPr/>
            <p:nvPr/>
          </p:nvSpPr>
          <p:spPr>
            <a:xfrm>
              <a:off x="9124084" y="22317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4" name="pt58454"/>
            <p:cNvSpPr/>
            <p:nvPr/>
          </p:nvSpPr>
          <p:spPr>
            <a:xfrm>
              <a:off x="9160178" y="2094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5" name="pt58455"/>
            <p:cNvSpPr/>
            <p:nvPr/>
          </p:nvSpPr>
          <p:spPr>
            <a:xfrm>
              <a:off x="9116975" y="1691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6" name="pt58456"/>
            <p:cNvSpPr/>
            <p:nvPr/>
          </p:nvSpPr>
          <p:spPr>
            <a:xfrm>
              <a:off x="9062080" y="17354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7" name="pt58457"/>
            <p:cNvSpPr/>
            <p:nvPr/>
          </p:nvSpPr>
          <p:spPr>
            <a:xfrm>
              <a:off x="8947416" y="1977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8" name="pt58458"/>
            <p:cNvSpPr/>
            <p:nvPr/>
          </p:nvSpPr>
          <p:spPr>
            <a:xfrm>
              <a:off x="8794345" y="2254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9" name="pt58459"/>
            <p:cNvSpPr/>
            <p:nvPr/>
          </p:nvSpPr>
          <p:spPr>
            <a:xfrm>
              <a:off x="8741831" y="2278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0" name="pt58460"/>
            <p:cNvSpPr/>
            <p:nvPr/>
          </p:nvSpPr>
          <p:spPr>
            <a:xfrm>
              <a:off x="9219272" y="1854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1" name="pt58461"/>
            <p:cNvSpPr/>
            <p:nvPr/>
          </p:nvSpPr>
          <p:spPr>
            <a:xfrm>
              <a:off x="8895213" y="2193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2" name="pt58462"/>
            <p:cNvSpPr/>
            <p:nvPr/>
          </p:nvSpPr>
          <p:spPr>
            <a:xfrm>
              <a:off x="9094774" y="20133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3" name="pt58463"/>
            <p:cNvSpPr/>
            <p:nvPr/>
          </p:nvSpPr>
          <p:spPr>
            <a:xfrm>
              <a:off x="9332911" y="2154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4" name="pt58464"/>
            <p:cNvSpPr/>
            <p:nvPr/>
          </p:nvSpPr>
          <p:spPr>
            <a:xfrm>
              <a:off x="8473354" y="23040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5" name="pt58465"/>
            <p:cNvSpPr/>
            <p:nvPr/>
          </p:nvSpPr>
          <p:spPr>
            <a:xfrm>
              <a:off x="9329422" y="22424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6" name="pt58466"/>
            <p:cNvSpPr/>
            <p:nvPr/>
          </p:nvSpPr>
          <p:spPr>
            <a:xfrm>
              <a:off x="8788576" y="225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7" name="pt58467"/>
            <p:cNvSpPr/>
            <p:nvPr/>
          </p:nvSpPr>
          <p:spPr>
            <a:xfrm>
              <a:off x="8904556" y="1992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8" name="pt58468"/>
            <p:cNvSpPr/>
            <p:nvPr/>
          </p:nvSpPr>
          <p:spPr>
            <a:xfrm>
              <a:off x="9208828" y="2026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9" name="pt58469"/>
            <p:cNvSpPr/>
            <p:nvPr/>
          </p:nvSpPr>
          <p:spPr>
            <a:xfrm>
              <a:off x="8627374" y="2169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0" name="pt58470"/>
            <p:cNvSpPr/>
            <p:nvPr/>
          </p:nvSpPr>
          <p:spPr>
            <a:xfrm>
              <a:off x="8855955" y="2112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1" name="pt58471"/>
            <p:cNvSpPr/>
            <p:nvPr/>
          </p:nvSpPr>
          <p:spPr>
            <a:xfrm>
              <a:off x="9209365" y="2036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2" name="pt58472"/>
            <p:cNvSpPr/>
            <p:nvPr/>
          </p:nvSpPr>
          <p:spPr>
            <a:xfrm>
              <a:off x="9050561" y="1714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3" name="pt58473"/>
            <p:cNvSpPr/>
            <p:nvPr/>
          </p:nvSpPr>
          <p:spPr>
            <a:xfrm>
              <a:off x="8505430" y="2404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4" name="pt58474"/>
            <p:cNvSpPr/>
            <p:nvPr/>
          </p:nvSpPr>
          <p:spPr>
            <a:xfrm>
              <a:off x="8312152" y="2583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5" name="pt58475"/>
            <p:cNvSpPr/>
            <p:nvPr/>
          </p:nvSpPr>
          <p:spPr>
            <a:xfrm>
              <a:off x="8434097" y="2559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6" name="pt58476"/>
            <p:cNvSpPr/>
            <p:nvPr/>
          </p:nvSpPr>
          <p:spPr>
            <a:xfrm>
              <a:off x="8874891" y="2018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7" name="pt58477"/>
            <p:cNvSpPr/>
            <p:nvPr/>
          </p:nvSpPr>
          <p:spPr>
            <a:xfrm>
              <a:off x="9049233" y="1928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8" name="pt58478"/>
            <p:cNvSpPr/>
            <p:nvPr/>
          </p:nvSpPr>
          <p:spPr>
            <a:xfrm>
              <a:off x="8556041" y="2439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9" name="pt58479"/>
            <p:cNvSpPr/>
            <p:nvPr/>
          </p:nvSpPr>
          <p:spPr>
            <a:xfrm>
              <a:off x="8935109" y="1920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0" name="pt58480"/>
            <p:cNvSpPr/>
            <p:nvPr/>
          </p:nvSpPr>
          <p:spPr>
            <a:xfrm>
              <a:off x="8741831" y="2388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1" name="pt58481"/>
            <p:cNvSpPr/>
            <p:nvPr/>
          </p:nvSpPr>
          <p:spPr>
            <a:xfrm>
              <a:off x="9124084" y="19891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2" name="pt58482"/>
            <p:cNvSpPr/>
            <p:nvPr/>
          </p:nvSpPr>
          <p:spPr>
            <a:xfrm>
              <a:off x="8556041" y="2370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3" name="pt58483"/>
            <p:cNvSpPr/>
            <p:nvPr/>
          </p:nvSpPr>
          <p:spPr>
            <a:xfrm>
              <a:off x="8505430" y="2484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4" name="pt58484"/>
            <p:cNvSpPr/>
            <p:nvPr/>
          </p:nvSpPr>
          <p:spPr>
            <a:xfrm>
              <a:off x="9178998" y="1891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5" name="pt58485"/>
            <p:cNvSpPr/>
            <p:nvPr/>
          </p:nvSpPr>
          <p:spPr>
            <a:xfrm>
              <a:off x="8434097" y="2379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6" name="pt58486"/>
            <p:cNvSpPr/>
            <p:nvPr/>
          </p:nvSpPr>
          <p:spPr>
            <a:xfrm>
              <a:off x="8312152" y="2464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7" name="pt58487"/>
            <p:cNvSpPr/>
            <p:nvPr/>
          </p:nvSpPr>
          <p:spPr>
            <a:xfrm>
              <a:off x="9249051" y="2122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8" name="pt58488"/>
            <p:cNvSpPr/>
            <p:nvPr/>
          </p:nvSpPr>
          <p:spPr>
            <a:xfrm>
              <a:off x="9371637" y="2189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9" name="pt58489"/>
            <p:cNvSpPr/>
            <p:nvPr/>
          </p:nvSpPr>
          <p:spPr>
            <a:xfrm>
              <a:off x="8881929" y="22373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0" name="pt58490"/>
            <p:cNvSpPr/>
            <p:nvPr/>
          </p:nvSpPr>
          <p:spPr>
            <a:xfrm>
              <a:off x="9028011" y="1824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1" name="pt58491"/>
            <p:cNvSpPr/>
            <p:nvPr/>
          </p:nvSpPr>
          <p:spPr>
            <a:xfrm>
              <a:off x="8776438" y="2041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2" name="pt58492"/>
            <p:cNvSpPr/>
            <p:nvPr/>
          </p:nvSpPr>
          <p:spPr>
            <a:xfrm>
              <a:off x="8977900" y="2299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3" name="pt58493"/>
            <p:cNvSpPr/>
            <p:nvPr/>
          </p:nvSpPr>
          <p:spPr>
            <a:xfrm>
              <a:off x="9749896" y="2155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4" name="pt58494"/>
            <p:cNvSpPr/>
            <p:nvPr/>
          </p:nvSpPr>
          <p:spPr>
            <a:xfrm>
              <a:off x="8788576" y="21901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5" name="pt58495"/>
            <p:cNvSpPr/>
            <p:nvPr/>
          </p:nvSpPr>
          <p:spPr>
            <a:xfrm>
              <a:off x="8975889" y="2190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6" name="pt58496"/>
            <p:cNvSpPr/>
            <p:nvPr/>
          </p:nvSpPr>
          <p:spPr>
            <a:xfrm>
              <a:off x="8473354" y="23681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7" name="pt58497"/>
            <p:cNvSpPr/>
            <p:nvPr/>
          </p:nvSpPr>
          <p:spPr>
            <a:xfrm>
              <a:off x="9167813" y="20646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8" name="pt58498"/>
            <p:cNvSpPr/>
            <p:nvPr/>
          </p:nvSpPr>
          <p:spPr>
            <a:xfrm>
              <a:off x="9310856" y="2043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9" name="pt58499"/>
            <p:cNvSpPr/>
            <p:nvPr/>
          </p:nvSpPr>
          <p:spPr>
            <a:xfrm>
              <a:off x="9377920" y="2229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0" name="pt58500"/>
            <p:cNvSpPr/>
            <p:nvPr/>
          </p:nvSpPr>
          <p:spPr>
            <a:xfrm>
              <a:off x="9244718" y="2144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1" name="pt58501"/>
            <p:cNvSpPr/>
            <p:nvPr/>
          </p:nvSpPr>
          <p:spPr>
            <a:xfrm>
              <a:off x="8763400" y="2080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2" name="pt58502"/>
            <p:cNvSpPr/>
            <p:nvPr/>
          </p:nvSpPr>
          <p:spPr>
            <a:xfrm>
              <a:off x="8770040" y="2117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3" name="pt58503"/>
            <p:cNvSpPr/>
            <p:nvPr/>
          </p:nvSpPr>
          <p:spPr>
            <a:xfrm>
              <a:off x="9201130" y="1921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4" name="pt58504"/>
            <p:cNvSpPr/>
            <p:nvPr/>
          </p:nvSpPr>
          <p:spPr>
            <a:xfrm>
              <a:off x="8825472" y="2032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5" name="pt58505"/>
            <p:cNvSpPr/>
            <p:nvPr/>
          </p:nvSpPr>
          <p:spPr>
            <a:xfrm>
              <a:off x="8688651" y="2475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6" name="pt58506"/>
            <p:cNvSpPr/>
            <p:nvPr/>
          </p:nvSpPr>
          <p:spPr>
            <a:xfrm>
              <a:off x="9349631" y="2279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7" name="pt58507"/>
            <p:cNvSpPr/>
            <p:nvPr/>
          </p:nvSpPr>
          <p:spPr>
            <a:xfrm>
              <a:off x="9663884" y="2376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8" name="pt58508"/>
            <p:cNvSpPr/>
            <p:nvPr/>
          </p:nvSpPr>
          <p:spPr>
            <a:xfrm>
              <a:off x="8556041" y="2451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9" name="pt58509"/>
            <p:cNvSpPr/>
            <p:nvPr/>
          </p:nvSpPr>
          <p:spPr>
            <a:xfrm>
              <a:off x="8641456" y="2174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0" name="pt58510"/>
            <p:cNvSpPr/>
            <p:nvPr/>
          </p:nvSpPr>
          <p:spPr>
            <a:xfrm>
              <a:off x="9310856" y="1996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1" name="pt58511"/>
            <p:cNvSpPr/>
            <p:nvPr/>
          </p:nvSpPr>
          <p:spPr>
            <a:xfrm>
              <a:off x="9201130" y="1973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2" name="pt58512"/>
            <p:cNvSpPr/>
            <p:nvPr/>
          </p:nvSpPr>
          <p:spPr>
            <a:xfrm>
              <a:off x="8916289" y="20589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3" name="pt58513"/>
            <p:cNvSpPr/>
            <p:nvPr/>
          </p:nvSpPr>
          <p:spPr>
            <a:xfrm>
              <a:off x="9461505" y="2104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4" name="pt58514"/>
            <p:cNvSpPr/>
            <p:nvPr/>
          </p:nvSpPr>
          <p:spPr>
            <a:xfrm>
              <a:off x="8725827" y="2160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5" name="pt58515"/>
            <p:cNvSpPr/>
            <p:nvPr/>
          </p:nvSpPr>
          <p:spPr>
            <a:xfrm>
              <a:off x="8677986" y="2402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6" name="pt58516"/>
            <p:cNvSpPr/>
            <p:nvPr/>
          </p:nvSpPr>
          <p:spPr>
            <a:xfrm>
              <a:off x="8749319" y="1915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7" name="pt58517"/>
            <p:cNvSpPr/>
            <p:nvPr/>
          </p:nvSpPr>
          <p:spPr>
            <a:xfrm>
              <a:off x="8576763" y="2433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8" name="pt58518"/>
            <p:cNvSpPr/>
            <p:nvPr/>
          </p:nvSpPr>
          <p:spPr>
            <a:xfrm>
              <a:off x="8312152" y="24218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9" name="pt58519"/>
            <p:cNvSpPr/>
            <p:nvPr/>
          </p:nvSpPr>
          <p:spPr>
            <a:xfrm>
              <a:off x="8505430" y="2426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0" name="pt58520"/>
            <p:cNvSpPr/>
            <p:nvPr/>
          </p:nvSpPr>
          <p:spPr>
            <a:xfrm>
              <a:off x="8434097" y="24758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1" name="pt58521"/>
            <p:cNvSpPr/>
            <p:nvPr/>
          </p:nvSpPr>
          <p:spPr>
            <a:xfrm>
              <a:off x="8776438" y="20821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2" name="pt58522"/>
            <p:cNvSpPr/>
            <p:nvPr/>
          </p:nvSpPr>
          <p:spPr>
            <a:xfrm>
              <a:off x="9574258" y="2534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3" name="pt58523"/>
            <p:cNvSpPr/>
            <p:nvPr/>
          </p:nvSpPr>
          <p:spPr>
            <a:xfrm>
              <a:off x="9065758" y="1965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4" name="pt58524"/>
            <p:cNvSpPr/>
            <p:nvPr/>
          </p:nvSpPr>
          <p:spPr>
            <a:xfrm>
              <a:off x="8677986" y="2306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5" name="pt58525"/>
            <p:cNvSpPr/>
            <p:nvPr/>
          </p:nvSpPr>
          <p:spPr>
            <a:xfrm>
              <a:off x="8788576" y="2217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6" name="pt58526"/>
            <p:cNvSpPr/>
            <p:nvPr/>
          </p:nvSpPr>
          <p:spPr>
            <a:xfrm>
              <a:off x="9068168" y="22204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7" name="pt58527"/>
            <p:cNvSpPr/>
            <p:nvPr/>
          </p:nvSpPr>
          <p:spPr>
            <a:xfrm>
              <a:off x="8993208" y="2065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8" name="pt58528"/>
            <p:cNvSpPr/>
            <p:nvPr/>
          </p:nvSpPr>
          <p:spPr>
            <a:xfrm>
              <a:off x="9568642" y="22888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9" name="pt58529"/>
            <p:cNvSpPr/>
            <p:nvPr/>
          </p:nvSpPr>
          <p:spPr>
            <a:xfrm>
              <a:off x="9130917" y="20902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0" name="pt58530"/>
            <p:cNvSpPr/>
            <p:nvPr/>
          </p:nvSpPr>
          <p:spPr>
            <a:xfrm>
              <a:off x="9028011" y="1726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1" name="pt58531"/>
            <p:cNvSpPr/>
            <p:nvPr/>
          </p:nvSpPr>
          <p:spPr>
            <a:xfrm>
              <a:off x="9612243" y="2335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2" name="pt58532"/>
            <p:cNvSpPr/>
            <p:nvPr/>
          </p:nvSpPr>
          <p:spPr>
            <a:xfrm>
              <a:off x="9070546" y="2123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3" name="pt58533"/>
            <p:cNvSpPr/>
            <p:nvPr/>
          </p:nvSpPr>
          <p:spPr>
            <a:xfrm>
              <a:off x="8916289" y="1877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4" name="pt58534"/>
            <p:cNvSpPr/>
            <p:nvPr/>
          </p:nvSpPr>
          <p:spPr>
            <a:xfrm>
              <a:off x="9785747" y="24211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5" name="pt58535"/>
            <p:cNvSpPr/>
            <p:nvPr/>
          </p:nvSpPr>
          <p:spPr>
            <a:xfrm>
              <a:off x="8815695" y="202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6" name="pt58536"/>
            <p:cNvSpPr/>
            <p:nvPr/>
          </p:nvSpPr>
          <p:spPr>
            <a:xfrm>
              <a:off x="8677986" y="2317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7" name="pt58537"/>
            <p:cNvSpPr/>
            <p:nvPr/>
          </p:nvSpPr>
          <p:spPr>
            <a:xfrm>
              <a:off x="8901496" y="1858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8" name="pt58538"/>
            <p:cNvSpPr/>
            <p:nvPr/>
          </p:nvSpPr>
          <p:spPr>
            <a:xfrm>
              <a:off x="9652594" y="2125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9" name="pt58539"/>
            <p:cNvSpPr/>
            <p:nvPr/>
          </p:nvSpPr>
          <p:spPr>
            <a:xfrm>
              <a:off x="9211498" y="2067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0" name="pt58540"/>
            <p:cNvSpPr/>
            <p:nvPr/>
          </p:nvSpPr>
          <p:spPr>
            <a:xfrm>
              <a:off x="8843532" y="1997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1" name="pt58541"/>
            <p:cNvSpPr/>
            <p:nvPr/>
          </p:nvSpPr>
          <p:spPr>
            <a:xfrm>
              <a:off x="8688651" y="23316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2" name="pt58542"/>
            <p:cNvSpPr/>
            <p:nvPr/>
          </p:nvSpPr>
          <p:spPr>
            <a:xfrm>
              <a:off x="8383485" y="2310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3" name="pt58543"/>
            <p:cNvSpPr/>
            <p:nvPr/>
          </p:nvSpPr>
          <p:spPr>
            <a:xfrm>
              <a:off x="8312152" y="2373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4" name="pt58544"/>
            <p:cNvSpPr/>
            <p:nvPr/>
          </p:nvSpPr>
          <p:spPr>
            <a:xfrm>
              <a:off x="8947416" y="1923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5" name="pt58545"/>
            <p:cNvSpPr/>
            <p:nvPr/>
          </p:nvSpPr>
          <p:spPr>
            <a:xfrm>
              <a:off x="9328879" y="2204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6" name="pt58546"/>
            <p:cNvSpPr/>
            <p:nvPr/>
          </p:nvSpPr>
          <p:spPr>
            <a:xfrm>
              <a:off x="9444456" y="1761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7" name="pt58547"/>
            <p:cNvSpPr/>
            <p:nvPr/>
          </p:nvSpPr>
          <p:spPr>
            <a:xfrm>
              <a:off x="8434097" y="23859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8" name="pt58548"/>
            <p:cNvSpPr/>
            <p:nvPr/>
          </p:nvSpPr>
          <p:spPr>
            <a:xfrm>
              <a:off x="9007289" y="17301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9" name="pt58549"/>
            <p:cNvSpPr/>
            <p:nvPr/>
          </p:nvSpPr>
          <p:spPr>
            <a:xfrm>
              <a:off x="9377920" y="2095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0" name="pt58550"/>
            <p:cNvSpPr/>
            <p:nvPr/>
          </p:nvSpPr>
          <p:spPr>
            <a:xfrm>
              <a:off x="9440320" y="18456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1" name="pt58551"/>
            <p:cNvSpPr/>
            <p:nvPr/>
          </p:nvSpPr>
          <p:spPr>
            <a:xfrm>
              <a:off x="9128386" y="2026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2" name="pt58552"/>
            <p:cNvSpPr/>
            <p:nvPr/>
          </p:nvSpPr>
          <p:spPr>
            <a:xfrm>
              <a:off x="8898383" y="2011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3" name="pt58553"/>
            <p:cNvSpPr/>
            <p:nvPr/>
          </p:nvSpPr>
          <p:spPr>
            <a:xfrm>
              <a:off x="8556041" y="2456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4" name="pt58554"/>
            <p:cNvSpPr/>
            <p:nvPr/>
          </p:nvSpPr>
          <p:spPr>
            <a:xfrm>
              <a:off x="9055774" y="1678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5" name="pt58555"/>
            <p:cNvSpPr/>
            <p:nvPr/>
          </p:nvSpPr>
          <p:spPr>
            <a:xfrm>
              <a:off x="9350114" y="21145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6" name="pt58556"/>
            <p:cNvSpPr/>
            <p:nvPr/>
          </p:nvSpPr>
          <p:spPr>
            <a:xfrm>
              <a:off x="9097834" y="1938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7" name="pt58557"/>
            <p:cNvSpPr/>
            <p:nvPr/>
          </p:nvSpPr>
          <p:spPr>
            <a:xfrm>
              <a:off x="8993208" y="21237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8" name="pt58558"/>
            <p:cNvSpPr/>
            <p:nvPr/>
          </p:nvSpPr>
          <p:spPr>
            <a:xfrm>
              <a:off x="9139900" y="1997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9" name="pt58559"/>
            <p:cNvSpPr/>
            <p:nvPr/>
          </p:nvSpPr>
          <p:spPr>
            <a:xfrm>
              <a:off x="8383485" y="2334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0" name="pt58560"/>
            <p:cNvSpPr/>
            <p:nvPr/>
          </p:nvSpPr>
          <p:spPr>
            <a:xfrm>
              <a:off x="8977900" y="2287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1" name="pt58561"/>
            <p:cNvSpPr/>
            <p:nvPr/>
          </p:nvSpPr>
          <p:spPr>
            <a:xfrm>
              <a:off x="8576763" y="24142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2" name="pt58562"/>
            <p:cNvSpPr/>
            <p:nvPr/>
          </p:nvSpPr>
          <p:spPr>
            <a:xfrm>
              <a:off x="8717243" y="2257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3" name="pt58563"/>
            <p:cNvSpPr/>
            <p:nvPr/>
          </p:nvSpPr>
          <p:spPr>
            <a:xfrm>
              <a:off x="8698707" y="245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4" name="pt58564"/>
            <p:cNvSpPr/>
            <p:nvPr/>
          </p:nvSpPr>
          <p:spPr>
            <a:xfrm>
              <a:off x="8981853" y="2238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5" name="pt58565"/>
            <p:cNvSpPr/>
            <p:nvPr/>
          </p:nvSpPr>
          <p:spPr>
            <a:xfrm>
              <a:off x="9797577" y="26003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6" name="pt58566"/>
            <p:cNvSpPr/>
            <p:nvPr/>
          </p:nvSpPr>
          <p:spPr>
            <a:xfrm>
              <a:off x="8987622" y="2251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7" name="pt58567"/>
            <p:cNvSpPr/>
            <p:nvPr/>
          </p:nvSpPr>
          <p:spPr>
            <a:xfrm>
              <a:off x="9435194" y="1924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8" name="pt58568"/>
            <p:cNvSpPr/>
            <p:nvPr/>
          </p:nvSpPr>
          <p:spPr>
            <a:xfrm>
              <a:off x="8312152" y="2417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9" name="pt58569"/>
            <p:cNvSpPr/>
            <p:nvPr/>
          </p:nvSpPr>
          <p:spPr>
            <a:xfrm>
              <a:off x="9106706" y="20555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0" name="pt58570"/>
            <p:cNvSpPr/>
            <p:nvPr/>
          </p:nvSpPr>
          <p:spPr>
            <a:xfrm>
              <a:off x="8627374" y="2255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1" name="pt58571"/>
            <p:cNvSpPr/>
            <p:nvPr/>
          </p:nvSpPr>
          <p:spPr>
            <a:xfrm>
              <a:off x="8473354" y="23391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2" name="pt58572"/>
            <p:cNvSpPr/>
            <p:nvPr/>
          </p:nvSpPr>
          <p:spPr>
            <a:xfrm>
              <a:off x="9086345" y="1901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3" name="pt58573"/>
            <p:cNvSpPr/>
            <p:nvPr/>
          </p:nvSpPr>
          <p:spPr>
            <a:xfrm>
              <a:off x="9094774" y="1945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4" name="pt58574"/>
            <p:cNvSpPr/>
            <p:nvPr/>
          </p:nvSpPr>
          <p:spPr>
            <a:xfrm>
              <a:off x="9097834" y="193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5" name="pt58575"/>
            <p:cNvSpPr/>
            <p:nvPr/>
          </p:nvSpPr>
          <p:spPr>
            <a:xfrm>
              <a:off x="8847771" y="2052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6" name="pt58576"/>
            <p:cNvSpPr/>
            <p:nvPr/>
          </p:nvSpPr>
          <p:spPr>
            <a:xfrm>
              <a:off x="9176429" y="1794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7" name="pt58577"/>
            <p:cNvSpPr/>
            <p:nvPr/>
          </p:nvSpPr>
          <p:spPr>
            <a:xfrm>
              <a:off x="8641456" y="2060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8" name="pt58578"/>
            <p:cNvSpPr/>
            <p:nvPr/>
          </p:nvSpPr>
          <p:spPr>
            <a:xfrm>
              <a:off x="8556041" y="23119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9" name="pt58579"/>
            <p:cNvSpPr/>
            <p:nvPr/>
          </p:nvSpPr>
          <p:spPr>
            <a:xfrm>
              <a:off x="8677986" y="22328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0" name="pt58580"/>
            <p:cNvSpPr/>
            <p:nvPr/>
          </p:nvSpPr>
          <p:spPr>
            <a:xfrm>
              <a:off x="9094774" y="18671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1" name="pt58581"/>
            <p:cNvSpPr/>
            <p:nvPr/>
          </p:nvSpPr>
          <p:spPr>
            <a:xfrm>
              <a:off x="8383485" y="2312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2" name="pt58582"/>
            <p:cNvSpPr/>
            <p:nvPr/>
          </p:nvSpPr>
          <p:spPr>
            <a:xfrm>
              <a:off x="8741831" y="2159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3" name="pt58583"/>
            <p:cNvSpPr/>
            <p:nvPr/>
          </p:nvSpPr>
          <p:spPr>
            <a:xfrm>
              <a:off x="8971798" y="21286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4" name="pt58584"/>
            <p:cNvSpPr/>
            <p:nvPr/>
          </p:nvSpPr>
          <p:spPr>
            <a:xfrm>
              <a:off x="9344232" y="21313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5" name="pt58585"/>
            <p:cNvSpPr/>
            <p:nvPr/>
          </p:nvSpPr>
          <p:spPr>
            <a:xfrm>
              <a:off x="8677986" y="2321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6" name="pt58586"/>
            <p:cNvSpPr/>
            <p:nvPr/>
          </p:nvSpPr>
          <p:spPr>
            <a:xfrm>
              <a:off x="8688651" y="22424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7" name="pt58587"/>
            <p:cNvSpPr/>
            <p:nvPr/>
          </p:nvSpPr>
          <p:spPr>
            <a:xfrm>
              <a:off x="8794345" y="21754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8" name="pt58588"/>
            <p:cNvSpPr/>
            <p:nvPr/>
          </p:nvSpPr>
          <p:spPr>
            <a:xfrm>
              <a:off x="8595298" y="2317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9" name="pt58589"/>
            <p:cNvSpPr/>
            <p:nvPr/>
          </p:nvSpPr>
          <p:spPr>
            <a:xfrm>
              <a:off x="8576763" y="23746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0" name="pt58590"/>
            <p:cNvSpPr/>
            <p:nvPr/>
          </p:nvSpPr>
          <p:spPr>
            <a:xfrm>
              <a:off x="8756500" y="21534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1" name="pt58591"/>
            <p:cNvSpPr/>
            <p:nvPr/>
          </p:nvSpPr>
          <p:spPr>
            <a:xfrm>
              <a:off x="8312152" y="2438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2" name="pt58592"/>
            <p:cNvSpPr/>
            <p:nvPr/>
          </p:nvSpPr>
          <p:spPr>
            <a:xfrm>
              <a:off x="9018749" y="1913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3" name="pt58593"/>
            <p:cNvSpPr/>
            <p:nvPr/>
          </p:nvSpPr>
          <p:spPr>
            <a:xfrm>
              <a:off x="8473354" y="2151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4" name="pt58594"/>
            <p:cNvSpPr/>
            <p:nvPr/>
          </p:nvSpPr>
          <p:spPr>
            <a:xfrm>
              <a:off x="8996835" y="1978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5" name="pt58595"/>
            <p:cNvSpPr/>
            <p:nvPr/>
          </p:nvSpPr>
          <p:spPr>
            <a:xfrm>
              <a:off x="8749319" y="2200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6" name="pt58596"/>
            <p:cNvSpPr/>
            <p:nvPr/>
          </p:nvSpPr>
          <p:spPr>
            <a:xfrm>
              <a:off x="8979888" y="2292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7" name="pt58597"/>
            <p:cNvSpPr/>
            <p:nvPr/>
          </p:nvSpPr>
          <p:spPr>
            <a:xfrm>
              <a:off x="9574258" y="2393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8" name="pt58598"/>
            <p:cNvSpPr/>
            <p:nvPr/>
          </p:nvSpPr>
          <p:spPr>
            <a:xfrm>
              <a:off x="8963317" y="2097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9" name="pt58599"/>
            <p:cNvSpPr/>
            <p:nvPr/>
          </p:nvSpPr>
          <p:spPr>
            <a:xfrm>
              <a:off x="8473354" y="2314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0" name="pt58600"/>
            <p:cNvSpPr/>
            <p:nvPr/>
          </p:nvSpPr>
          <p:spPr>
            <a:xfrm>
              <a:off x="8741831" y="2229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1" name="pt58601"/>
            <p:cNvSpPr/>
            <p:nvPr/>
          </p:nvSpPr>
          <p:spPr>
            <a:xfrm>
              <a:off x="8904556" y="2020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2" name="pt58602"/>
            <p:cNvSpPr/>
            <p:nvPr/>
          </p:nvSpPr>
          <p:spPr>
            <a:xfrm>
              <a:off x="8859909" y="2011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3" name="pt58603"/>
            <p:cNvSpPr/>
            <p:nvPr/>
          </p:nvSpPr>
          <p:spPr>
            <a:xfrm>
              <a:off x="9509182" y="2333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4" name="pt58604"/>
            <p:cNvSpPr/>
            <p:nvPr/>
          </p:nvSpPr>
          <p:spPr>
            <a:xfrm>
              <a:off x="8505430" y="2511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5" name="pt58605"/>
            <p:cNvSpPr/>
            <p:nvPr/>
          </p:nvSpPr>
          <p:spPr>
            <a:xfrm>
              <a:off x="9381988" y="20543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6" name="pt58606"/>
            <p:cNvSpPr/>
            <p:nvPr/>
          </p:nvSpPr>
          <p:spPr>
            <a:xfrm>
              <a:off x="9612243" y="2210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7" name="pt58607"/>
            <p:cNvSpPr/>
            <p:nvPr/>
          </p:nvSpPr>
          <p:spPr>
            <a:xfrm>
              <a:off x="8312152" y="2404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8" name="pt58608"/>
            <p:cNvSpPr/>
            <p:nvPr/>
          </p:nvSpPr>
          <p:spPr>
            <a:xfrm>
              <a:off x="9124084" y="2050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9" name="pt58609"/>
            <p:cNvSpPr/>
            <p:nvPr/>
          </p:nvSpPr>
          <p:spPr>
            <a:xfrm>
              <a:off x="9143835" y="2034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0" name="pt58610"/>
            <p:cNvSpPr/>
            <p:nvPr/>
          </p:nvSpPr>
          <p:spPr>
            <a:xfrm>
              <a:off x="8612066" y="2348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1" name="pt58611"/>
            <p:cNvSpPr/>
            <p:nvPr/>
          </p:nvSpPr>
          <p:spPr>
            <a:xfrm>
              <a:off x="9195417" y="19386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2" name="pt58612"/>
            <p:cNvSpPr/>
            <p:nvPr/>
          </p:nvSpPr>
          <p:spPr>
            <a:xfrm>
              <a:off x="8749319" y="205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3" name="pt58613"/>
            <p:cNvSpPr/>
            <p:nvPr/>
          </p:nvSpPr>
          <p:spPr>
            <a:xfrm>
              <a:off x="8839187" y="2328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4" name="pt58614"/>
            <p:cNvSpPr/>
            <p:nvPr/>
          </p:nvSpPr>
          <p:spPr>
            <a:xfrm>
              <a:off x="8888696" y="22320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5" name="pt58615"/>
            <p:cNvSpPr/>
            <p:nvPr/>
          </p:nvSpPr>
          <p:spPr>
            <a:xfrm>
              <a:off x="8434097" y="2413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6" name="pt58616"/>
            <p:cNvSpPr/>
            <p:nvPr/>
          </p:nvSpPr>
          <p:spPr>
            <a:xfrm>
              <a:off x="9573785" y="2578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7" name="pt58617"/>
            <p:cNvSpPr/>
            <p:nvPr/>
          </p:nvSpPr>
          <p:spPr>
            <a:xfrm>
              <a:off x="9206663" y="2117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8" name="pt58618"/>
            <p:cNvSpPr/>
            <p:nvPr/>
          </p:nvSpPr>
          <p:spPr>
            <a:xfrm>
              <a:off x="9285982" y="17715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9" name="pt58619"/>
            <p:cNvSpPr/>
            <p:nvPr/>
          </p:nvSpPr>
          <p:spPr>
            <a:xfrm>
              <a:off x="8312152" y="2295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0" name="pt58620"/>
            <p:cNvSpPr/>
            <p:nvPr/>
          </p:nvSpPr>
          <p:spPr>
            <a:xfrm>
              <a:off x="8763400" y="21397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1" name="pt58621"/>
            <p:cNvSpPr/>
            <p:nvPr/>
          </p:nvSpPr>
          <p:spPr>
            <a:xfrm>
              <a:off x="8698707" y="2460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2" name="pt58622"/>
            <p:cNvSpPr/>
            <p:nvPr/>
          </p:nvSpPr>
          <p:spPr>
            <a:xfrm>
              <a:off x="8383485" y="2142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3" name="pt58623"/>
            <p:cNvSpPr/>
            <p:nvPr/>
          </p:nvSpPr>
          <p:spPr>
            <a:xfrm>
              <a:off x="8473354" y="2215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4" name="pt58624"/>
            <p:cNvSpPr/>
            <p:nvPr/>
          </p:nvSpPr>
          <p:spPr>
            <a:xfrm>
              <a:off x="8505430" y="2361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5" name="pt58625"/>
            <p:cNvSpPr/>
            <p:nvPr/>
          </p:nvSpPr>
          <p:spPr>
            <a:xfrm>
              <a:off x="9612243" y="218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6" name="pt58626"/>
            <p:cNvSpPr/>
            <p:nvPr/>
          </p:nvSpPr>
          <p:spPr>
            <a:xfrm>
              <a:off x="8473354" y="2352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7" name="pt58627"/>
            <p:cNvSpPr/>
            <p:nvPr/>
          </p:nvSpPr>
          <p:spPr>
            <a:xfrm>
              <a:off x="9241172" y="1965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8" name="pt58628"/>
            <p:cNvSpPr/>
            <p:nvPr/>
          </p:nvSpPr>
          <p:spPr>
            <a:xfrm>
              <a:off x="9489373" y="2566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9" name="pt58629"/>
            <p:cNvSpPr/>
            <p:nvPr/>
          </p:nvSpPr>
          <p:spPr>
            <a:xfrm>
              <a:off x="9202808" y="21420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0" name="pt58630"/>
            <p:cNvSpPr/>
            <p:nvPr/>
          </p:nvSpPr>
          <p:spPr>
            <a:xfrm>
              <a:off x="9106706" y="19091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1" name="pt58631"/>
            <p:cNvSpPr/>
            <p:nvPr/>
          </p:nvSpPr>
          <p:spPr>
            <a:xfrm>
              <a:off x="8434097" y="24833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2" name="pt58632"/>
            <p:cNvSpPr/>
            <p:nvPr/>
          </p:nvSpPr>
          <p:spPr>
            <a:xfrm>
              <a:off x="8595298" y="232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3" name="pt58633"/>
            <p:cNvSpPr/>
            <p:nvPr/>
          </p:nvSpPr>
          <p:spPr>
            <a:xfrm>
              <a:off x="9155869" y="1983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4" name="pt58634"/>
            <p:cNvSpPr/>
            <p:nvPr/>
          </p:nvSpPr>
          <p:spPr>
            <a:xfrm>
              <a:off x="9260646" y="2136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5" name="pt58635"/>
            <p:cNvSpPr/>
            <p:nvPr/>
          </p:nvSpPr>
          <p:spPr>
            <a:xfrm>
              <a:off x="9500379" y="2355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6" name="pt58636"/>
            <p:cNvSpPr/>
            <p:nvPr/>
          </p:nvSpPr>
          <p:spPr>
            <a:xfrm>
              <a:off x="9024978" y="19373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7" name="pt58637"/>
            <p:cNvSpPr/>
            <p:nvPr/>
          </p:nvSpPr>
          <p:spPr>
            <a:xfrm>
              <a:off x="8505430" y="2499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8" name="pt58638"/>
            <p:cNvSpPr/>
            <p:nvPr/>
          </p:nvSpPr>
          <p:spPr>
            <a:xfrm>
              <a:off x="8874891" y="2129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9" name="pt58639"/>
            <p:cNvSpPr/>
            <p:nvPr/>
          </p:nvSpPr>
          <p:spPr>
            <a:xfrm>
              <a:off x="9155869" y="2190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0" name="pt58640"/>
            <p:cNvSpPr/>
            <p:nvPr/>
          </p:nvSpPr>
          <p:spPr>
            <a:xfrm>
              <a:off x="8505430" y="2503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1" name="pt58641"/>
            <p:cNvSpPr/>
            <p:nvPr/>
          </p:nvSpPr>
          <p:spPr>
            <a:xfrm>
              <a:off x="9647779" y="2019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2" name="pt58642"/>
            <p:cNvSpPr/>
            <p:nvPr/>
          </p:nvSpPr>
          <p:spPr>
            <a:xfrm>
              <a:off x="8677986" y="2329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3" name="pt58643"/>
            <p:cNvSpPr/>
            <p:nvPr/>
          </p:nvSpPr>
          <p:spPr>
            <a:xfrm>
              <a:off x="8847771" y="21509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4" name="pt58644"/>
            <p:cNvSpPr/>
            <p:nvPr/>
          </p:nvSpPr>
          <p:spPr>
            <a:xfrm>
              <a:off x="9028011" y="1793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5" name="pt58645"/>
            <p:cNvSpPr/>
            <p:nvPr/>
          </p:nvSpPr>
          <p:spPr>
            <a:xfrm>
              <a:off x="9881517" y="25375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6" name="pt58646"/>
            <p:cNvSpPr/>
            <p:nvPr/>
          </p:nvSpPr>
          <p:spPr>
            <a:xfrm>
              <a:off x="8312152" y="2565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7" name="pt58647"/>
            <p:cNvSpPr/>
            <p:nvPr/>
          </p:nvSpPr>
          <p:spPr>
            <a:xfrm>
              <a:off x="9039647" y="2012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8" name="pt58648"/>
            <p:cNvSpPr/>
            <p:nvPr/>
          </p:nvSpPr>
          <p:spPr>
            <a:xfrm>
              <a:off x="8641456" y="22420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9" name="pt58649"/>
            <p:cNvSpPr/>
            <p:nvPr/>
          </p:nvSpPr>
          <p:spPr>
            <a:xfrm>
              <a:off x="8898383" y="2085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0" name="pt58650"/>
            <p:cNvSpPr/>
            <p:nvPr/>
          </p:nvSpPr>
          <p:spPr>
            <a:xfrm>
              <a:off x="9168491" y="2050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1" name="pt58651"/>
            <p:cNvSpPr/>
            <p:nvPr/>
          </p:nvSpPr>
          <p:spPr>
            <a:xfrm>
              <a:off x="8595298" y="21690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2" name="pt58652"/>
            <p:cNvSpPr/>
            <p:nvPr/>
          </p:nvSpPr>
          <p:spPr>
            <a:xfrm>
              <a:off x="9121452" y="2086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3" name="pt58653"/>
            <p:cNvSpPr/>
            <p:nvPr/>
          </p:nvSpPr>
          <p:spPr>
            <a:xfrm>
              <a:off x="9055774" y="1690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4" name="pt58654"/>
            <p:cNvSpPr/>
            <p:nvPr/>
          </p:nvSpPr>
          <p:spPr>
            <a:xfrm>
              <a:off x="9024978" y="1973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5" name="pt58655"/>
            <p:cNvSpPr/>
            <p:nvPr/>
          </p:nvSpPr>
          <p:spPr>
            <a:xfrm>
              <a:off x="8867559" y="21072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6" name="pt58656"/>
            <p:cNvSpPr/>
            <p:nvPr/>
          </p:nvSpPr>
          <p:spPr>
            <a:xfrm>
              <a:off x="8595298" y="2288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7" name="pt58657"/>
            <p:cNvSpPr/>
            <p:nvPr/>
          </p:nvSpPr>
          <p:spPr>
            <a:xfrm>
              <a:off x="9072891" y="2141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8" name="pt58658"/>
            <p:cNvSpPr/>
            <p:nvPr/>
          </p:nvSpPr>
          <p:spPr>
            <a:xfrm>
              <a:off x="9530304" y="2468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9" name="pt58659"/>
            <p:cNvSpPr/>
            <p:nvPr/>
          </p:nvSpPr>
          <p:spPr>
            <a:xfrm>
              <a:off x="8312152" y="2380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0" name="pt58660"/>
            <p:cNvSpPr/>
            <p:nvPr/>
          </p:nvSpPr>
          <p:spPr>
            <a:xfrm>
              <a:off x="9366003" y="20944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1" name="pt58661"/>
            <p:cNvSpPr/>
            <p:nvPr/>
          </p:nvSpPr>
          <p:spPr>
            <a:xfrm>
              <a:off x="9047895" y="1966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2" name="pt58662"/>
            <p:cNvSpPr/>
            <p:nvPr/>
          </p:nvSpPr>
          <p:spPr>
            <a:xfrm>
              <a:off x="8708219" y="2253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3" name="pt58663"/>
            <p:cNvSpPr/>
            <p:nvPr/>
          </p:nvSpPr>
          <p:spPr>
            <a:xfrm>
              <a:off x="9279262" y="2160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4" name="pt58664"/>
            <p:cNvSpPr/>
            <p:nvPr/>
          </p:nvSpPr>
          <p:spPr>
            <a:xfrm>
              <a:off x="8947416" y="1997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5" name="pt58665"/>
            <p:cNvSpPr/>
            <p:nvPr/>
          </p:nvSpPr>
          <p:spPr>
            <a:xfrm>
              <a:off x="8981853" y="2271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6" name="pt58666"/>
            <p:cNvSpPr/>
            <p:nvPr/>
          </p:nvSpPr>
          <p:spPr>
            <a:xfrm>
              <a:off x="8688651" y="2361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7" name="pt58667"/>
            <p:cNvSpPr/>
            <p:nvPr/>
          </p:nvSpPr>
          <p:spPr>
            <a:xfrm>
              <a:off x="8898383" y="206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8" name="pt58668"/>
            <p:cNvSpPr/>
            <p:nvPr/>
          </p:nvSpPr>
          <p:spPr>
            <a:xfrm>
              <a:off x="9654228" y="2415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9" name="pt58669"/>
            <p:cNvSpPr/>
            <p:nvPr/>
          </p:nvSpPr>
          <p:spPr>
            <a:xfrm>
              <a:off x="8881929" y="22142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0" name="pt58670"/>
            <p:cNvSpPr/>
            <p:nvPr/>
          </p:nvSpPr>
          <p:spPr>
            <a:xfrm>
              <a:off x="9381988" y="2077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1" name="pt58671"/>
            <p:cNvSpPr/>
            <p:nvPr/>
          </p:nvSpPr>
          <p:spPr>
            <a:xfrm>
              <a:off x="9396086" y="1978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2" name="pt58672"/>
            <p:cNvSpPr/>
            <p:nvPr/>
          </p:nvSpPr>
          <p:spPr>
            <a:xfrm>
              <a:off x="8863776" y="19667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3" name="pt58673"/>
            <p:cNvSpPr/>
            <p:nvPr/>
          </p:nvSpPr>
          <p:spPr>
            <a:xfrm>
              <a:off x="9214649" y="2141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4" name="pt58674"/>
            <p:cNvSpPr/>
            <p:nvPr/>
          </p:nvSpPr>
          <p:spPr>
            <a:xfrm>
              <a:off x="8627374" y="22034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5" name="pt58675"/>
            <p:cNvSpPr/>
            <p:nvPr/>
          </p:nvSpPr>
          <p:spPr>
            <a:xfrm>
              <a:off x="9090610" y="182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6" name="pt58676"/>
            <p:cNvSpPr/>
            <p:nvPr/>
          </p:nvSpPr>
          <p:spPr>
            <a:xfrm>
              <a:off x="8312152" y="23480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7" name="pt58677"/>
            <p:cNvSpPr/>
            <p:nvPr/>
          </p:nvSpPr>
          <p:spPr>
            <a:xfrm>
              <a:off x="8859909" y="2154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8" name="pt58678"/>
            <p:cNvSpPr/>
            <p:nvPr/>
          </p:nvSpPr>
          <p:spPr>
            <a:xfrm>
              <a:off x="9209365" y="20704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9" name="pt58679"/>
            <p:cNvSpPr/>
            <p:nvPr/>
          </p:nvSpPr>
          <p:spPr>
            <a:xfrm>
              <a:off x="9221288" y="1875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0" name="pt58680"/>
            <p:cNvSpPr/>
            <p:nvPr/>
          </p:nvSpPr>
          <p:spPr>
            <a:xfrm>
              <a:off x="8627374" y="23009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1" name="pt58681"/>
            <p:cNvSpPr/>
            <p:nvPr/>
          </p:nvSpPr>
          <p:spPr>
            <a:xfrm>
              <a:off x="8505430" y="2420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2" name="pt58682"/>
            <p:cNvSpPr/>
            <p:nvPr/>
          </p:nvSpPr>
          <p:spPr>
            <a:xfrm>
              <a:off x="8971798" y="2076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3" name="pt58683"/>
            <p:cNvSpPr/>
            <p:nvPr/>
          </p:nvSpPr>
          <p:spPr>
            <a:xfrm>
              <a:off x="8839187" y="2115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4" name="pt58684"/>
            <p:cNvSpPr/>
            <p:nvPr/>
          </p:nvSpPr>
          <p:spPr>
            <a:xfrm>
              <a:off x="9116975" y="1859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5" name="pt58685"/>
            <p:cNvSpPr/>
            <p:nvPr/>
          </p:nvSpPr>
          <p:spPr>
            <a:xfrm>
              <a:off x="9107665" y="1962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6" name="pt58686"/>
            <p:cNvSpPr/>
            <p:nvPr/>
          </p:nvSpPr>
          <p:spPr>
            <a:xfrm>
              <a:off x="9062080" y="1627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7" name="pt58687"/>
            <p:cNvSpPr/>
            <p:nvPr/>
          </p:nvSpPr>
          <p:spPr>
            <a:xfrm>
              <a:off x="8312152" y="24382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8" name="pt58688"/>
            <p:cNvSpPr/>
            <p:nvPr/>
          </p:nvSpPr>
          <p:spPr>
            <a:xfrm>
              <a:off x="9244278" y="1983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9" name="pt58689"/>
            <p:cNvSpPr/>
            <p:nvPr/>
          </p:nvSpPr>
          <p:spPr>
            <a:xfrm>
              <a:off x="9285982" y="19280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0" name="pt58690"/>
            <p:cNvSpPr/>
            <p:nvPr/>
          </p:nvSpPr>
          <p:spPr>
            <a:xfrm>
              <a:off x="9577860" y="2496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1" name="pt58691"/>
            <p:cNvSpPr/>
            <p:nvPr/>
          </p:nvSpPr>
          <p:spPr>
            <a:xfrm>
              <a:off x="8688651" y="22523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2" name="pt58692"/>
            <p:cNvSpPr/>
            <p:nvPr/>
          </p:nvSpPr>
          <p:spPr>
            <a:xfrm>
              <a:off x="8859909" y="1914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3" name="pt58693"/>
            <p:cNvSpPr/>
            <p:nvPr/>
          </p:nvSpPr>
          <p:spPr>
            <a:xfrm>
              <a:off x="8473354" y="2419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4" name="pt58694"/>
            <p:cNvSpPr/>
            <p:nvPr/>
          </p:nvSpPr>
          <p:spPr>
            <a:xfrm>
              <a:off x="8612066" y="2282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5" name="pt58695"/>
            <p:cNvSpPr/>
            <p:nvPr/>
          </p:nvSpPr>
          <p:spPr>
            <a:xfrm>
              <a:off x="8556041" y="2508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6" name="pt58696"/>
            <p:cNvSpPr/>
            <p:nvPr/>
          </p:nvSpPr>
          <p:spPr>
            <a:xfrm>
              <a:off x="8927288" y="2087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7" name="pt58697"/>
            <p:cNvSpPr/>
            <p:nvPr/>
          </p:nvSpPr>
          <p:spPr>
            <a:xfrm>
              <a:off x="8815695" y="1934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8" name="pt58698"/>
            <p:cNvSpPr/>
            <p:nvPr/>
          </p:nvSpPr>
          <p:spPr>
            <a:xfrm>
              <a:off x="9047895" y="1920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9" name="pt58699"/>
            <p:cNvSpPr/>
            <p:nvPr/>
          </p:nvSpPr>
          <p:spPr>
            <a:xfrm>
              <a:off x="8434097" y="2636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0" name="pt58700"/>
            <p:cNvSpPr/>
            <p:nvPr/>
          </p:nvSpPr>
          <p:spPr>
            <a:xfrm>
              <a:off x="8556041" y="2262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1" name="pt58701"/>
            <p:cNvSpPr/>
            <p:nvPr/>
          </p:nvSpPr>
          <p:spPr>
            <a:xfrm>
              <a:off x="9250331" y="2208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2" name="pt58702"/>
            <p:cNvSpPr/>
            <p:nvPr/>
          </p:nvSpPr>
          <p:spPr>
            <a:xfrm>
              <a:off x="8312152" y="24239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3" name="pt58703"/>
            <p:cNvSpPr/>
            <p:nvPr/>
          </p:nvSpPr>
          <p:spPr>
            <a:xfrm>
              <a:off x="8505430" y="2583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4" name="pt58704"/>
            <p:cNvSpPr/>
            <p:nvPr/>
          </p:nvSpPr>
          <p:spPr>
            <a:xfrm>
              <a:off x="9536594" y="1721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5" name="pt58705"/>
            <p:cNvSpPr/>
            <p:nvPr/>
          </p:nvSpPr>
          <p:spPr>
            <a:xfrm>
              <a:off x="8921875" y="2098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6" name="pt58706"/>
            <p:cNvSpPr/>
            <p:nvPr/>
          </p:nvSpPr>
          <p:spPr>
            <a:xfrm>
              <a:off x="9666217" y="2017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7" name="pt58707"/>
            <p:cNvSpPr/>
            <p:nvPr/>
          </p:nvSpPr>
          <p:spPr>
            <a:xfrm>
              <a:off x="9349631" y="2080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8" name="pt58708"/>
            <p:cNvSpPr/>
            <p:nvPr/>
          </p:nvSpPr>
          <p:spPr>
            <a:xfrm>
              <a:off x="9536594" y="1687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9" name="pt58709"/>
            <p:cNvSpPr/>
            <p:nvPr/>
          </p:nvSpPr>
          <p:spPr>
            <a:xfrm>
              <a:off x="8312152" y="2353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0" name="pt58710"/>
            <p:cNvSpPr/>
            <p:nvPr/>
          </p:nvSpPr>
          <p:spPr>
            <a:xfrm>
              <a:off x="9091660" y="1973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1" name="pt58711"/>
            <p:cNvSpPr/>
            <p:nvPr/>
          </p:nvSpPr>
          <p:spPr>
            <a:xfrm>
              <a:off x="9666217" y="2091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2" name="pt58712"/>
            <p:cNvSpPr/>
            <p:nvPr/>
          </p:nvSpPr>
          <p:spPr>
            <a:xfrm>
              <a:off x="8688651" y="2395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3" name="pt58713"/>
            <p:cNvSpPr/>
            <p:nvPr/>
          </p:nvSpPr>
          <p:spPr>
            <a:xfrm>
              <a:off x="8820652" y="218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4" name="pt58714"/>
            <p:cNvSpPr/>
            <p:nvPr/>
          </p:nvSpPr>
          <p:spPr>
            <a:xfrm>
              <a:off x="8708219" y="2349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5" name="pt58715"/>
            <p:cNvSpPr/>
            <p:nvPr/>
          </p:nvSpPr>
          <p:spPr>
            <a:xfrm>
              <a:off x="8945023" y="1799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6" name="pt58716"/>
            <p:cNvSpPr/>
            <p:nvPr/>
          </p:nvSpPr>
          <p:spPr>
            <a:xfrm>
              <a:off x="8863776" y="20384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7" name="pt58717"/>
            <p:cNvSpPr/>
            <p:nvPr/>
          </p:nvSpPr>
          <p:spPr>
            <a:xfrm>
              <a:off x="9538421" y="18054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8" name="pt58718"/>
            <p:cNvSpPr/>
            <p:nvPr/>
          </p:nvSpPr>
          <p:spPr>
            <a:xfrm>
              <a:off x="9062080" y="18192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9" name="pt58719"/>
            <p:cNvSpPr/>
            <p:nvPr/>
          </p:nvSpPr>
          <p:spPr>
            <a:xfrm>
              <a:off x="8867559" y="21725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0" name="pt58720"/>
            <p:cNvSpPr/>
            <p:nvPr/>
          </p:nvSpPr>
          <p:spPr>
            <a:xfrm>
              <a:off x="8916289" y="2004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1" name="pt58721"/>
            <p:cNvSpPr/>
            <p:nvPr/>
          </p:nvSpPr>
          <p:spPr>
            <a:xfrm>
              <a:off x="9178998" y="17896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2" name="pt58722"/>
            <p:cNvSpPr/>
            <p:nvPr/>
          </p:nvSpPr>
          <p:spPr>
            <a:xfrm>
              <a:off x="8794345" y="21823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3" name="pt58723"/>
            <p:cNvSpPr/>
            <p:nvPr/>
          </p:nvSpPr>
          <p:spPr>
            <a:xfrm>
              <a:off x="8881929" y="2249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4" name="pt58724"/>
            <p:cNvSpPr/>
            <p:nvPr/>
          </p:nvSpPr>
          <p:spPr>
            <a:xfrm>
              <a:off x="9070546" y="218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5" name="pt58725"/>
            <p:cNvSpPr/>
            <p:nvPr/>
          </p:nvSpPr>
          <p:spPr>
            <a:xfrm>
              <a:off x="8505430" y="2286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6" name="pt58726"/>
            <p:cNvSpPr/>
            <p:nvPr/>
          </p:nvSpPr>
          <p:spPr>
            <a:xfrm>
              <a:off x="8627374" y="2234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7" name="pt58727"/>
            <p:cNvSpPr/>
            <p:nvPr/>
          </p:nvSpPr>
          <p:spPr>
            <a:xfrm>
              <a:off x="8977900" y="2313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8" name="pt58728"/>
            <p:cNvSpPr/>
            <p:nvPr/>
          </p:nvSpPr>
          <p:spPr>
            <a:xfrm>
              <a:off x="8677986" y="2319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9" name="pt58729"/>
            <p:cNvSpPr/>
            <p:nvPr/>
          </p:nvSpPr>
          <p:spPr>
            <a:xfrm>
              <a:off x="8677986" y="2328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0" name="pt58730"/>
            <p:cNvSpPr/>
            <p:nvPr/>
          </p:nvSpPr>
          <p:spPr>
            <a:xfrm>
              <a:off x="8434097" y="2378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1" name="pt58731"/>
            <p:cNvSpPr/>
            <p:nvPr/>
          </p:nvSpPr>
          <p:spPr>
            <a:xfrm>
              <a:off x="8904556" y="1707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2" name="pt58732"/>
            <p:cNvSpPr/>
            <p:nvPr/>
          </p:nvSpPr>
          <p:spPr>
            <a:xfrm>
              <a:off x="9564416" y="23100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3" name="pt58733"/>
            <p:cNvSpPr/>
            <p:nvPr/>
          </p:nvSpPr>
          <p:spPr>
            <a:xfrm>
              <a:off x="9785747" y="2512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4" name="pt58734"/>
            <p:cNvSpPr/>
            <p:nvPr/>
          </p:nvSpPr>
          <p:spPr>
            <a:xfrm>
              <a:off x="9107665" y="1960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5" name="pt58735"/>
            <p:cNvSpPr/>
            <p:nvPr/>
          </p:nvSpPr>
          <p:spPr>
            <a:xfrm>
              <a:off x="9324474" y="22264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6" name="pt58736"/>
            <p:cNvSpPr/>
            <p:nvPr/>
          </p:nvSpPr>
          <p:spPr>
            <a:xfrm>
              <a:off x="8888696" y="2288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7" name="pt58737"/>
            <p:cNvSpPr/>
            <p:nvPr/>
          </p:nvSpPr>
          <p:spPr>
            <a:xfrm>
              <a:off x="9083077" y="1891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8" name="pt58738"/>
            <p:cNvSpPr/>
            <p:nvPr/>
          </p:nvSpPr>
          <p:spPr>
            <a:xfrm>
              <a:off x="8627374" y="2198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9" name="pt58739"/>
            <p:cNvSpPr/>
            <p:nvPr/>
          </p:nvSpPr>
          <p:spPr>
            <a:xfrm>
              <a:off x="8763400" y="2072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0" name="pt58740"/>
            <p:cNvSpPr/>
            <p:nvPr/>
          </p:nvSpPr>
          <p:spPr>
            <a:xfrm>
              <a:off x="8855955" y="19730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1" name="pt58741"/>
            <p:cNvSpPr/>
            <p:nvPr/>
          </p:nvSpPr>
          <p:spPr>
            <a:xfrm>
              <a:off x="8788576" y="22968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2" name="pt58742"/>
            <p:cNvSpPr/>
            <p:nvPr/>
          </p:nvSpPr>
          <p:spPr>
            <a:xfrm>
              <a:off x="9354634" y="21084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3" name="pt58743"/>
            <p:cNvSpPr/>
            <p:nvPr/>
          </p:nvSpPr>
          <p:spPr>
            <a:xfrm>
              <a:off x="8971798" y="2061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4" name="pt58744"/>
            <p:cNvSpPr/>
            <p:nvPr/>
          </p:nvSpPr>
          <p:spPr>
            <a:xfrm>
              <a:off x="9135057" y="2056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5" name="pt58745"/>
            <p:cNvSpPr/>
            <p:nvPr/>
          </p:nvSpPr>
          <p:spPr>
            <a:xfrm>
              <a:off x="9500379" y="2516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6" name="pt58746"/>
            <p:cNvSpPr/>
            <p:nvPr/>
          </p:nvSpPr>
          <p:spPr>
            <a:xfrm>
              <a:off x="9198297" y="1984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7" name="pt58747"/>
            <p:cNvSpPr/>
            <p:nvPr/>
          </p:nvSpPr>
          <p:spPr>
            <a:xfrm>
              <a:off x="8996835" y="1929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8" name="pt58748"/>
            <p:cNvSpPr/>
            <p:nvPr/>
          </p:nvSpPr>
          <p:spPr>
            <a:xfrm>
              <a:off x="8935109" y="21223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9" name="pt58749"/>
            <p:cNvSpPr/>
            <p:nvPr/>
          </p:nvSpPr>
          <p:spPr>
            <a:xfrm>
              <a:off x="9347687" y="2115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0" name="pt58750"/>
            <p:cNvSpPr/>
            <p:nvPr/>
          </p:nvSpPr>
          <p:spPr>
            <a:xfrm>
              <a:off x="9714526" y="1633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1" name="pt58751"/>
            <p:cNvSpPr/>
            <p:nvPr/>
          </p:nvSpPr>
          <p:spPr>
            <a:xfrm>
              <a:off x="8859909" y="2011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2" name="pt58752"/>
            <p:cNvSpPr/>
            <p:nvPr/>
          </p:nvSpPr>
          <p:spPr>
            <a:xfrm>
              <a:off x="9229609" y="1839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3" name="pt58753"/>
            <p:cNvSpPr/>
            <p:nvPr/>
          </p:nvSpPr>
          <p:spPr>
            <a:xfrm>
              <a:off x="8698707" y="2361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4" name="pt58754"/>
            <p:cNvSpPr/>
            <p:nvPr/>
          </p:nvSpPr>
          <p:spPr>
            <a:xfrm>
              <a:off x="9344232" y="19760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5" name="pt58755"/>
            <p:cNvSpPr/>
            <p:nvPr/>
          </p:nvSpPr>
          <p:spPr>
            <a:xfrm>
              <a:off x="9229609" y="1851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6" name="pt58756"/>
            <p:cNvSpPr/>
            <p:nvPr/>
          </p:nvSpPr>
          <p:spPr>
            <a:xfrm>
              <a:off x="9200002" y="19206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7" name="pt58757"/>
            <p:cNvSpPr/>
            <p:nvPr/>
          </p:nvSpPr>
          <p:spPr>
            <a:xfrm>
              <a:off x="8505430" y="26380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8" name="pt58758"/>
            <p:cNvSpPr/>
            <p:nvPr/>
          </p:nvSpPr>
          <p:spPr>
            <a:xfrm>
              <a:off x="9097834" y="1976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9" name="pt58759"/>
            <p:cNvSpPr/>
            <p:nvPr/>
          </p:nvSpPr>
          <p:spPr>
            <a:xfrm>
              <a:off x="9500379" y="2452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0" name="pt58760"/>
            <p:cNvSpPr/>
            <p:nvPr/>
          </p:nvSpPr>
          <p:spPr>
            <a:xfrm>
              <a:off x="8473354" y="219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1" name="pt58761"/>
            <p:cNvSpPr/>
            <p:nvPr/>
          </p:nvSpPr>
          <p:spPr>
            <a:xfrm>
              <a:off x="9005590" y="1881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2" name="pt58762"/>
            <p:cNvSpPr/>
            <p:nvPr/>
          </p:nvSpPr>
          <p:spPr>
            <a:xfrm>
              <a:off x="8830164" y="2176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3" name="pt58763"/>
            <p:cNvSpPr/>
            <p:nvPr/>
          </p:nvSpPr>
          <p:spPr>
            <a:xfrm>
              <a:off x="9024978" y="1836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4" name="pt58764"/>
            <p:cNvSpPr/>
            <p:nvPr/>
          </p:nvSpPr>
          <p:spPr>
            <a:xfrm>
              <a:off x="8576763" y="23521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5" name="pt58765"/>
            <p:cNvSpPr/>
            <p:nvPr/>
          </p:nvSpPr>
          <p:spPr>
            <a:xfrm>
              <a:off x="8810596" y="22032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6" name="pt58766"/>
            <p:cNvSpPr/>
            <p:nvPr/>
          </p:nvSpPr>
          <p:spPr>
            <a:xfrm>
              <a:off x="8776438" y="2026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7" name="pt58767"/>
            <p:cNvSpPr/>
            <p:nvPr/>
          </p:nvSpPr>
          <p:spPr>
            <a:xfrm>
              <a:off x="9121452" y="2302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8" name="pt58768"/>
            <p:cNvSpPr/>
            <p:nvPr/>
          </p:nvSpPr>
          <p:spPr>
            <a:xfrm>
              <a:off x="8473354" y="2231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9" name="pt58769"/>
            <p:cNvSpPr/>
            <p:nvPr/>
          </p:nvSpPr>
          <p:spPr>
            <a:xfrm>
              <a:off x="9039647" y="1813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0" name="pt58770"/>
            <p:cNvSpPr/>
            <p:nvPr/>
          </p:nvSpPr>
          <p:spPr>
            <a:xfrm>
              <a:off x="8641456" y="20114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1" name="pt58771"/>
            <p:cNvSpPr/>
            <p:nvPr/>
          </p:nvSpPr>
          <p:spPr>
            <a:xfrm>
              <a:off x="8921875" y="2129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2" name="pt58772"/>
            <p:cNvSpPr/>
            <p:nvPr/>
          </p:nvSpPr>
          <p:spPr>
            <a:xfrm>
              <a:off x="9208828" y="2109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3" name="pt58773"/>
            <p:cNvSpPr/>
            <p:nvPr/>
          </p:nvSpPr>
          <p:spPr>
            <a:xfrm>
              <a:off x="8505430" y="2522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4" name="pt58774"/>
            <p:cNvSpPr/>
            <p:nvPr/>
          </p:nvSpPr>
          <p:spPr>
            <a:xfrm>
              <a:off x="9254944" y="2123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5" name="pt58775"/>
            <p:cNvSpPr/>
            <p:nvPr/>
          </p:nvSpPr>
          <p:spPr>
            <a:xfrm>
              <a:off x="8505430" y="2466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6" name="pt58776"/>
            <p:cNvSpPr/>
            <p:nvPr/>
          </p:nvSpPr>
          <p:spPr>
            <a:xfrm>
              <a:off x="8932540" y="2067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7" name="pt58777"/>
            <p:cNvSpPr/>
            <p:nvPr/>
          </p:nvSpPr>
          <p:spPr>
            <a:xfrm>
              <a:off x="8688651" y="23078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8" name="pt58778"/>
            <p:cNvSpPr/>
            <p:nvPr/>
          </p:nvSpPr>
          <p:spPr>
            <a:xfrm>
              <a:off x="8947416" y="2023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9" name="pt58779"/>
            <p:cNvSpPr/>
            <p:nvPr/>
          </p:nvSpPr>
          <p:spPr>
            <a:xfrm>
              <a:off x="8839187" y="22233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0" name="pt58780"/>
            <p:cNvSpPr/>
            <p:nvPr/>
          </p:nvSpPr>
          <p:spPr>
            <a:xfrm>
              <a:off x="8937640" y="1879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1" name="pt58781"/>
            <p:cNvSpPr/>
            <p:nvPr/>
          </p:nvSpPr>
          <p:spPr>
            <a:xfrm>
              <a:off x="9635986" y="21882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2" name="pt58782"/>
            <p:cNvSpPr/>
            <p:nvPr/>
          </p:nvSpPr>
          <p:spPr>
            <a:xfrm>
              <a:off x="8641456" y="21901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3" name="pt58783"/>
            <p:cNvSpPr/>
            <p:nvPr/>
          </p:nvSpPr>
          <p:spPr>
            <a:xfrm>
              <a:off x="9603616" y="2513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4" name="pt58784"/>
            <p:cNvSpPr/>
            <p:nvPr/>
          </p:nvSpPr>
          <p:spPr>
            <a:xfrm>
              <a:off x="8641456" y="2009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5" name="pt58785"/>
            <p:cNvSpPr/>
            <p:nvPr/>
          </p:nvSpPr>
          <p:spPr>
            <a:xfrm>
              <a:off x="8847771" y="22023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6" name="pt58786"/>
            <p:cNvSpPr/>
            <p:nvPr/>
          </p:nvSpPr>
          <p:spPr>
            <a:xfrm>
              <a:off x="9435343" y="1727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7" name="pt58787"/>
            <p:cNvSpPr/>
            <p:nvPr/>
          </p:nvSpPr>
          <p:spPr>
            <a:xfrm>
              <a:off x="8945023" y="1785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8" name="pt58788"/>
            <p:cNvSpPr/>
            <p:nvPr/>
          </p:nvSpPr>
          <p:spPr>
            <a:xfrm>
              <a:off x="8383485" y="2438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9" name="pt58789"/>
            <p:cNvSpPr/>
            <p:nvPr/>
          </p:nvSpPr>
          <p:spPr>
            <a:xfrm>
              <a:off x="8749319" y="2208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0" name="pt58790"/>
            <p:cNvSpPr/>
            <p:nvPr/>
          </p:nvSpPr>
          <p:spPr>
            <a:xfrm>
              <a:off x="8312152" y="2140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1" name="pt58791"/>
            <p:cNvSpPr/>
            <p:nvPr/>
          </p:nvSpPr>
          <p:spPr>
            <a:xfrm>
              <a:off x="8595298" y="2332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2" name="pt58792"/>
            <p:cNvSpPr/>
            <p:nvPr/>
          </p:nvSpPr>
          <p:spPr>
            <a:xfrm>
              <a:off x="9092704" y="1907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3" name="pt58793"/>
            <p:cNvSpPr/>
            <p:nvPr/>
          </p:nvSpPr>
          <p:spPr>
            <a:xfrm>
              <a:off x="9070546" y="2268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4" name="pt58794"/>
            <p:cNvSpPr/>
            <p:nvPr/>
          </p:nvSpPr>
          <p:spPr>
            <a:xfrm>
              <a:off x="8434097" y="25382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5" name="pt58795"/>
            <p:cNvSpPr/>
            <p:nvPr/>
          </p:nvSpPr>
          <p:spPr>
            <a:xfrm>
              <a:off x="9035373" y="14853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6" name="pt58796"/>
            <p:cNvSpPr/>
            <p:nvPr/>
          </p:nvSpPr>
          <p:spPr>
            <a:xfrm>
              <a:off x="9003873" y="2025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7" name="pt58797"/>
            <p:cNvSpPr/>
            <p:nvPr/>
          </p:nvSpPr>
          <p:spPr>
            <a:xfrm>
              <a:off x="8505430" y="2451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8" name="pt58798"/>
            <p:cNvSpPr/>
            <p:nvPr/>
          </p:nvSpPr>
          <p:spPr>
            <a:xfrm>
              <a:off x="8763400" y="2260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9" name="pt58799"/>
            <p:cNvSpPr/>
            <p:nvPr/>
          </p:nvSpPr>
          <p:spPr>
            <a:xfrm>
              <a:off x="8532549" y="24160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0" name="pt58800"/>
            <p:cNvSpPr/>
            <p:nvPr/>
          </p:nvSpPr>
          <p:spPr>
            <a:xfrm>
              <a:off x="9427293" y="19726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1" name="pt58801"/>
            <p:cNvSpPr/>
            <p:nvPr/>
          </p:nvSpPr>
          <p:spPr>
            <a:xfrm>
              <a:off x="9135874" y="1965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2" name="pt58802"/>
            <p:cNvSpPr/>
            <p:nvPr/>
          </p:nvSpPr>
          <p:spPr>
            <a:xfrm>
              <a:off x="8830164" y="1969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3" name="pt58803"/>
            <p:cNvSpPr/>
            <p:nvPr/>
          </p:nvSpPr>
          <p:spPr>
            <a:xfrm>
              <a:off x="9021891" y="18196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4" name="pt58804"/>
            <p:cNvSpPr/>
            <p:nvPr/>
          </p:nvSpPr>
          <p:spPr>
            <a:xfrm>
              <a:off x="9244718" y="2077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5" name="pt58805"/>
            <p:cNvSpPr/>
            <p:nvPr/>
          </p:nvSpPr>
          <p:spPr>
            <a:xfrm>
              <a:off x="8505430" y="26228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6" name="pt58806"/>
            <p:cNvSpPr/>
            <p:nvPr/>
          </p:nvSpPr>
          <p:spPr>
            <a:xfrm>
              <a:off x="9201130" y="1946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7" name="pt58807"/>
            <p:cNvSpPr/>
            <p:nvPr/>
          </p:nvSpPr>
          <p:spPr>
            <a:xfrm>
              <a:off x="9244718" y="2146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8" name="pt58808"/>
            <p:cNvSpPr/>
            <p:nvPr/>
          </p:nvSpPr>
          <p:spPr>
            <a:xfrm>
              <a:off x="9408619" y="2138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9" name="pt58809"/>
            <p:cNvSpPr/>
            <p:nvPr/>
          </p:nvSpPr>
          <p:spPr>
            <a:xfrm>
              <a:off x="8843532" y="2010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0" name="pt58810"/>
            <p:cNvSpPr/>
            <p:nvPr/>
          </p:nvSpPr>
          <p:spPr>
            <a:xfrm>
              <a:off x="8434097" y="2441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1" name="pt58811"/>
            <p:cNvSpPr/>
            <p:nvPr/>
          </p:nvSpPr>
          <p:spPr>
            <a:xfrm>
              <a:off x="9121452" y="1926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2" name="pt58812"/>
            <p:cNvSpPr/>
            <p:nvPr/>
          </p:nvSpPr>
          <p:spPr>
            <a:xfrm>
              <a:off x="8556041" y="2618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3" name="pt58813"/>
            <p:cNvSpPr/>
            <p:nvPr/>
          </p:nvSpPr>
          <p:spPr>
            <a:xfrm>
              <a:off x="8859909" y="1930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4" name="pt58814"/>
            <p:cNvSpPr/>
            <p:nvPr/>
          </p:nvSpPr>
          <p:spPr>
            <a:xfrm>
              <a:off x="8505430" y="2567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5" name="pt58815"/>
            <p:cNvSpPr/>
            <p:nvPr/>
          </p:nvSpPr>
          <p:spPr>
            <a:xfrm>
              <a:off x="8805344" y="2303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6" name="pt58816"/>
            <p:cNvSpPr/>
            <p:nvPr/>
          </p:nvSpPr>
          <p:spPr>
            <a:xfrm>
              <a:off x="9244718" y="2058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7" name="pt58817"/>
            <p:cNvSpPr/>
            <p:nvPr/>
          </p:nvSpPr>
          <p:spPr>
            <a:xfrm>
              <a:off x="9124084" y="2054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8" name="pt58818"/>
            <p:cNvSpPr/>
            <p:nvPr/>
          </p:nvSpPr>
          <p:spPr>
            <a:xfrm>
              <a:off x="8576763" y="2426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9" name="pt58819"/>
            <p:cNvSpPr/>
            <p:nvPr/>
          </p:nvSpPr>
          <p:spPr>
            <a:xfrm>
              <a:off x="8666631" y="22205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0" name="pt58820"/>
            <p:cNvSpPr/>
            <p:nvPr/>
          </p:nvSpPr>
          <p:spPr>
            <a:xfrm>
              <a:off x="9053186" y="1765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1" name="pt58821"/>
            <p:cNvSpPr/>
            <p:nvPr/>
          </p:nvSpPr>
          <p:spPr>
            <a:xfrm>
              <a:off x="9201130" y="20678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2" name="pt58822"/>
            <p:cNvSpPr/>
            <p:nvPr/>
          </p:nvSpPr>
          <p:spPr>
            <a:xfrm>
              <a:off x="8641456" y="2099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3" name="pt58823"/>
            <p:cNvSpPr/>
            <p:nvPr/>
          </p:nvSpPr>
          <p:spPr>
            <a:xfrm>
              <a:off x="8815695" y="2142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4" name="pt58824"/>
            <p:cNvSpPr/>
            <p:nvPr/>
          </p:nvSpPr>
          <p:spPr>
            <a:xfrm>
              <a:off x="9332911" y="2168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5" name="pt58825"/>
            <p:cNvSpPr/>
            <p:nvPr/>
          </p:nvSpPr>
          <p:spPr>
            <a:xfrm>
              <a:off x="8979888" y="22596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6" name="pt58826"/>
            <p:cNvSpPr/>
            <p:nvPr/>
          </p:nvSpPr>
          <p:spPr>
            <a:xfrm>
              <a:off x="8641456" y="2134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7" name="pt58827"/>
            <p:cNvSpPr/>
            <p:nvPr/>
          </p:nvSpPr>
          <p:spPr>
            <a:xfrm>
              <a:off x="8312152" y="24240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8" name="pt58828"/>
            <p:cNvSpPr/>
            <p:nvPr/>
          </p:nvSpPr>
          <p:spPr>
            <a:xfrm>
              <a:off x="9435194" y="20715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9" name="pt58829"/>
            <p:cNvSpPr/>
            <p:nvPr/>
          </p:nvSpPr>
          <p:spPr>
            <a:xfrm>
              <a:off x="8863776" y="1928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0" name="pt58830"/>
            <p:cNvSpPr/>
            <p:nvPr/>
          </p:nvSpPr>
          <p:spPr>
            <a:xfrm>
              <a:off x="9106706" y="1925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1" name="pt58831"/>
            <p:cNvSpPr/>
            <p:nvPr/>
          </p:nvSpPr>
          <p:spPr>
            <a:xfrm>
              <a:off x="8741831" y="2156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2" name="pt58832"/>
            <p:cNvSpPr/>
            <p:nvPr/>
          </p:nvSpPr>
          <p:spPr>
            <a:xfrm>
              <a:off x="8734011" y="1979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3" name="pt58833"/>
            <p:cNvSpPr/>
            <p:nvPr/>
          </p:nvSpPr>
          <p:spPr>
            <a:xfrm>
              <a:off x="9195417" y="2072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4" name="pt58834"/>
            <p:cNvSpPr/>
            <p:nvPr/>
          </p:nvSpPr>
          <p:spPr>
            <a:xfrm>
              <a:off x="9312057" y="18142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5" name="pt58835"/>
            <p:cNvSpPr/>
            <p:nvPr/>
          </p:nvSpPr>
          <p:spPr>
            <a:xfrm>
              <a:off x="8434097" y="2407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6" name="pt58836"/>
            <p:cNvSpPr/>
            <p:nvPr/>
          </p:nvSpPr>
          <p:spPr>
            <a:xfrm>
              <a:off x="8505430" y="2372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7" name="pt58837"/>
            <p:cNvSpPr/>
            <p:nvPr/>
          </p:nvSpPr>
          <p:spPr>
            <a:xfrm>
              <a:off x="9005590" y="1915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8" name="pt58838"/>
            <p:cNvSpPr/>
            <p:nvPr/>
          </p:nvSpPr>
          <p:spPr>
            <a:xfrm>
              <a:off x="8576763" y="2392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9" name="pt58839"/>
            <p:cNvSpPr/>
            <p:nvPr/>
          </p:nvSpPr>
          <p:spPr>
            <a:xfrm>
              <a:off x="8895213" y="2271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0" name="pt58840"/>
            <p:cNvSpPr/>
            <p:nvPr/>
          </p:nvSpPr>
          <p:spPr>
            <a:xfrm>
              <a:off x="8907564" y="19586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1" name="pt58841"/>
            <p:cNvSpPr/>
            <p:nvPr/>
          </p:nvSpPr>
          <p:spPr>
            <a:xfrm>
              <a:off x="8782612" y="22805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2" name="pt58842"/>
            <p:cNvSpPr/>
            <p:nvPr/>
          </p:nvSpPr>
          <p:spPr>
            <a:xfrm>
              <a:off x="8763400" y="2322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3" name="pt58843"/>
            <p:cNvSpPr/>
            <p:nvPr/>
          </p:nvSpPr>
          <p:spPr>
            <a:xfrm>
              <a:off x="8312152" y="2565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4" name="pt58844"/>
            <p:cNvSpPr/>
            <p:nvPr/>
          </p:nvSpPr>
          <p:spPr>
            <a:xfrm>
              <a:off x="8895213" y="2259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5" name="pt58845"/>
            <p:cNvSpPr/>
            <p:nvPr/>
          </p:nvSpPr>
          <p:spPr>
            <a:xfrm>
              <a:off x="9121452" y="2013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6" name="pt58846"/>
            <p:cNvSpPr/>
            <p:nvPr/>
          </p:nvSpPr>
          <p:spPr>
            <a:xfrm>
              <a:off x="8641456" y="2174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7" name="pt58847"/>
            <p:cNvSpPr/>
            <p:nvPr/>
          </p:nvSpPr>
          <p:spPr>
            <a:xfrm>
              <a:off x="8627374" y="23464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8" name="pt58848"/>
            <p:cNvSpPr/>
            <p:nvPr/>
          </p:nvSpPr>
          <p:spPr>
            <a:xfrm>
              <a:off x="8843532" y="2186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9" name="pt58849"/>
            <p:cNvSpPr/>
            <p:nvPr/>
          </p:nvSpPr>
          <p:spPr>
            <a:xfrm>
              <a:off x="9444456" y="1991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0" name="pt58850"/>
            <p:cNvSpPr/>
            <p:nvPr/>
          </p:nvSpPr>
          <p:spPr>
            <a:xfrm>
              <a:off x="9214649" y="21022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1" name="pt58851"/>
            <p:cNvSpPr/>
            <p:nvPr/>
          </p:nvSpPr>
          <p:spPr>
            <a:xfrm>
              <a:off x="9005590" y="18875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2" name="pt58852"/>
            <p:cNvSpPr/>
            <p:nvPr/>
          </p:nvSpPr>
          <p:spPr>
            <a:xfrm>
              <a:off x="8749319" y="20786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3" name="pt58853"/>
            <p:cNvSpPr/>
            <p:nvPr/>
          </p:nvSpPr>
          <p:spPr>
            <a:xfrm>
              <a:off x="8654494" y="2462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4" name="pt58854"/>
            <p:cNvSpPr/>
            <p:nvPr/>
          </p:nvSpPr>
          <p:spPr>
            <a:xfrm>
              <a:off x="9109567" y="1943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5" name="pt58855"/>
            <p:cNvSpPr/>
            <p:nvPr/>
          </p:nvSpPr>
          <p:spPr>
            <a:xfrm>
              <a:off x="9301578" y="1995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6" name="pt58856"/>
            <p:cNvSpPr/>
            <p:nvPr/>
          </p:nvSpPr>
          <p:spPr>
            <a:xfrm>
              <a:off x="9301578" y="1974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7" name="pt58857"/>
            <p:cNvSpPr/>
            <p:nvPr/>
          </p:nvSpPr>
          <p:spPr>
            <a:xfrm>
              <a:off x="8641456" y="2158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8" name="pt58858"/>
            <p:cNvSpPr/>
            <p:nvPr/>
          </p:nvSpPr>
          <p:spPr>
            <a:xfrm>
              <a:off x="9003873" y="1966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9" name="pt58859"/>
            <p:cNvSpPr/>
            <p:nvPr/>
          </p:nvSpPr>
          <p:spPr>
            <a:xfrm>
              <a:off x="9121452" y="2250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0" name="pt58860"/>
            <p:cNvSpPr/>
            <p:nvPr/>
          </p:nvSpPr>
          <p:spPr>
            <a:xfrm>
              <a:off x="9666217" y="1924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1" name="pt58861"/>
            <p:cNvSpPr/>
            <p:nvPr/>
          </p:nvSpPr>
          <p:spPr>
            <a:xfrm>
              <a:off x="8947416" y="1975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2" name="pt58862"/>
            <p:cNvSpPr/>
            <p:nvPr/>
          </p:nvSpPr>
          <p:spPr>
            <a:xfrm>
              <a:off x="8595298" y="22304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3" name="pt58863"/>
            <p:cNvSpPr/>
            <p:nvPr/>
          </p:nvSpPr>
          <p:spPr>
            <a:xfrm>
              <a:off x="9086345" y="1895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4" name="pt58864"/>
            <p:cNvSpPr/>
            <p:nvPr/>
          </p:nvSpPr>
          <p:spPr>
            <a:xfrm>
              <a:off x="9313250" y="1909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5" name="pt58865"/>
            <p:cNvSpPr/>
            <p:nvPr/>
          </p:nvSpPr>
          <p:spPr>
            <a:xfrm>
              <a:off x="8505430" y="24658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6" name="pt58866"/>
            <p:cNvSpPr/>
            <p:nvPr/>
          </p:nvSpPr>
          <p:spPr>
            <a:xfrm>
              <a:off x="8935109" y="2060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7" name="pt58867"/>
            <p:cNvSpPr/>
            <p:nvPr/>
          </p:nvSpPr>
          <p:spPr>
            <a:xfrm>
              <a:off x="9135057" y="2080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8" name="pt58868"/>
            <p:cNvSpPr/>
            <p:nvPr/>
          </p:nvSpPr>
          <p:spPr>
            <a:xfrm>
              <a:off x="8945023" y="1695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9" name="pt58869"/>
            <p:cNvSpPr/>
            <p:nvPr/>
          </p:nvSpPr>
          <p:spPr>
            <a:xfrm>
              <a:off x="8993208" y="20725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0" name="pt58870"/>
            <p:cNvSpPr/>
            <p:nvPr/>
          </p:nvSpPr>
          <p:spPr>
            <a:xfrm>
              <a:off x="9724502" y="2283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1" name="pt58871"/>
            <p:cNvSpPr/>
            <p:nvPr/>
          </p:nvSpPr>
          <p:spPr>
            <a:xfrm>
              <a:off x="9785747" y="2537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2" name="pt58872"/>
            <p:cNvSpPr/>
            <p:nvPr/>
          </p:nvSpPr>
          <p:spPr>
            <a:xfrm>
              <a:off x="9218764" y="1956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3" name="pt58873"/>
            <p:cNvSpPr/>
            <p:nvPr/>
          </p:nvSpPr>
          <p:spPr>
            <a:xfrm>
              <a:off x="8741831" y="2342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4" name="pt58874"/>
            <p:cNvSpPr/>
            <p:nvPr/>
          </p:nvSpPr>
          <p:spPr>
            <a:xfrm>
              <a:off x="8942596" y="1968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5" name="pt58875"/>
            <p:cNvSpPr/>
            <p:nvPr/>
          </p:nvSpPr>
          <p:spPr>
            <a:xfrm>
              <a:off x="9714526" y="1969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6" name="pt58876"/>
            <p:cNvSpPr/>
            <p:nvPr/>
          </p:nvSpPr>
          <p:spPr>
            <a:xfrm>
              <a:off x="9024978" y="1969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7" name="pt58877"/>
            <p:cNvSpPr/>
            <p:nvPr/>
          </p:nvSpPr>
          <p:spPr>
            <a:xfrm>
              <a:off x="8956678" y="1787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8" name="pt58878"/>
            <p:cNvSpPr/>
            <p:nvPr/>
          </p:nvSpPr>
          <p:spPr>
            <a:xfrm>
              <a:off x="8312152" y="2220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9" name="pt58879"/>
            <p:cNvSpPr/>
            <p:nvPr/>
          </p:nvSpPr>
          <p:spPr>
            <a:xfrm>
              <a:off x="8919104" y="2172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0" name="pt58880"/>
            <p:cNvSpPr/>
            <p:nvPr/>
          </p:nvSpPr>
          <p:spPr>
            <a:xfrm>
              <a:off x="9250331" y="22030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1" name="pt58881"/>
            <p:cNvSpPr/>
            <p:nvPr/>
          </p:nvSpPr>
          <p:spPr>
            <a:xfrm>
              <a:off x="8312152" y="2528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2" name="pt58882"/>
            <p:cNvSpPr/>
            <p:nvPr/>
          </p:nvSpPr>
          <p:spPr>
            <a:xfrm>
              <a:off x="9767198" y="2412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3" name="pt58883"/>
            <p:cNvSpPr/>
            <p:nvPr/>
          </p:nvSpPr>
          <p:spPr>
            <a:xfrm>
              <a:off x="9279262" y="2023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4" name="pt58884"/>
            <p:cNvSpPr/>
            <p:nvPr/>
          </p:nvSpPr>
          <p:spPr>
            <a:xfrm>
              <a:off x="9072891" y="2164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5" name="pt58885"/>
            <p:cNvSpPr/>
            <p:nvPr/>
          </p:nvSpPr>
          <p:spPr>
            <a:xfrm>
              <a:off x="9350114" y="22442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6" name="pt58886"/>
            <p:cNvSpPr/>
            <p:nvPr/>
          </p:nvSpPr>
          <p:spPr>
            <a:xfrm>
              <a:off x="8985720" y="2249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7" name="pt58887"/>
            <p:cNvSpPr/>
            <p:nvPr/>
          </p:nvSpPr>
          <p:spPr>
            <a:xfrm>
              <a:off x="9244718" y="21703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8" name="pt58888"/>
            <p:cNvSpPr/>
            <p:nvPr/>
          </p:nvSpPr>
          <p:spPr>
            <a:xfrm>
              <a:off x="8881929" y="2182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9" name="pt58889"/>
            <p:cNvSpPr/>
            <p:nvPr/>
          </p:nvSpPr>
          <p:spPr>
            <a:xfrm>
              <a:off x="9094774" y="1791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0" name="pt58890"/>
            <p:cNvSpPr/>
            <p:nvPr/>
          </p:nvSpPr>
          <p:spPr>
            <a:xfrm>
              <a:off x="9354634" y="21265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1" name="pt58891"/>
            <p:cNvSpPr/>
            <p:nvPr/>
          </p:nvSpPr>
          <p:spPr>
            <a:xfrm>
              <a:off x="8891985" y="2205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2" name="pt58892"/>
            <p:cNvSpPr/>
            <p:nvPr/>
          </p:nvSpPr>
          <p:spPr>
            <a:xfrm>
              <a:off x="8815695" y="20751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3" name="pt58893"/>
            <p:cNvSpPr/>
            <p:nvPr/>
          </p:nvSpPr>
          <p:spPr>
            <a:xfrm>
              <a:off x="9024978" y="1859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4" name="pt58894"/>
            <p:cNvSpPr/>
            <p:nvPr/>
          </p:nvSpPr>
          <p:spPr>
            <a:xfrm>
              <a:off x="8965476" y="2102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5" name="pt58895"/>
            <p:cNvSpPr/>
            <p:nvPr/>
          </p:nvSpPr>
          <p:spPr>
            <a:xfrm>
              <a:off x="8383485" y="2275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6" name="pt58896"/>
            <p:cNvSpPr/>
            <p:nvPr/>
          </p:nvSpPr>
          <p:spPr>
            <a:xfrm>
              <a:off x="9054485" y="1775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7" name="pt58897"/>
            <p:cNvSpPr/>
            <p:nvPr/>
          </p:nvSpPr>
          <p:spPr>
            <a:xfrm>
              <a:off x="8963317" y="2066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8" name="pt58898"/>
            <p:cNvSpPr/>
            <p:nvPr/>
          </p:nvSpPr>
          <p:spPr>
            <a:xfrm>
              <a:off x="9347687" y="2089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9" name="pt58899"/>
            <p:cNvSpPr/>
            <p:nvPr/>
          </p:nvSpPr>
          <p:spPr>
            <a:xfrm>
              <a:off x="9340963" y="22027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0" name="pt58900"/>
            <p:cNvSpPr/>
            <p:nvPr/>
          </p:nvSpPr>
          <p:spPr>
            <a:xfrm>
              <a:off x="8810596" y="2168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1" name="pt58901"/>
            <p:cNvSpPr/>
            <p:nvPr/>
          </p:nvSpPr>
          <p:spPr>
            <a:xfrm>
              <a:off x="8312152" y="23829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2" name="pt58902"/>
            <p:cNvSpPr/>
            <p:nvPr/>
          </p:nvSpPr>
          <p:spPr>
            <a:xfrm>
              <a:off x="8473354" y="2301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3" name="pt58903"/>
            <p:cNvSpPr/>
            <p:nvPr/>
          </p:nvSpPr>
          <p:spPr>
            <a:xfrm>
              <a:off x="8985720" y="2309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4" name="pt58904"/>
            <p:cNvSpPr/>
            <p:nvPr/>
          </p:nvSpPr>
          <p:spPr>
            <a:xfrm>
              <a:off x="8830164" y="1923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5" name="pt58905"/>
            <p:cNvSpPr/>
            <p:nvPr/>
          </p:nvSpPr>
          <p:spPr>
            <a:xfrm>
              <a:off x="8612066" y="2065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6" name="pt58906"/>
            <p:cNvSpPr/>
            <p:nvPr/>
          </p:nvSpPr>
          <p:spPr>
            <a:xfrm>
              <a:off x="9024978" y="1880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7" name="pt58907"/>
            <p:cNvSpPr/>
            <p:nvPr/>
          </p:nvSpPr>
          <p:spPr>
            <a:xfrm>
              <a:off x="9161591" y="2128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8" name="pt58908"/>
            <p:cNvSpPr/>
            <p:nvPr/>
          </p:nvSpPr>
          <p:spPr>
            <a:xfrm>
              <a:off x="8505430" y="2331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9" name="pt58909"/>
            <p:cNvSpPr/>
            <p:nvPr/>
          </p:nvSpPr>
          <p:spPr>
            <a:xfrm>
              <a:off x="8947416" y="17690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0" name="pt58910"/>
            <p:cNvSpPr/>
            <p:nvPr/>
          </p:nvSpPr>
          <p:spPr>
            <a:xfrm>
              <a:off x="8312152" y="2573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1" name="pt58911"/>
            <p:cNvSpPr/>
            <p:nvPr/>
          </p:nvSpPr>
          <p:spPr>
            <a:xfrm>
              <a:off x="9090610" y="1802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2" name="pt58912"/>
            <p:cNvSpPr/>
            <p:nvPr/>
          </p:nvSpPr>
          <p:spPr>
            <a:xfrm>
              <a:off x="8627374" y="2336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3" name="pt58913"/>
            <p:cNvSpPr/>
            <p:nvPr/>
          </p:nvSpPr>
          <p:spPr>
            <a:xfrm>
              <a:off x="9546496" y="2078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4" name="pt58914"/>
            <p:cNvSpPr/>
            <p:nvPr/>
          </p:nvSpPr>
          <p:spPr>
            <a:xfrm>
              <a:off x="9160178" y="20949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5" name="pt58915"/>
            <p:cNvSpPr/>
            <p:nvPr/>
          </p:nvSpPr>
          <p:spPr>
            <a:xfrm>
              <a:off x="9146155" y="19638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6" name="pt58916"/>
            <p:cNvSpPr/>
            <p:nvPr/>
          </p:nvSpPr>
          <p:spPr>
            <a:xfrm>
              <a:off x="8996835" y="1989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7" name="pt58917"/>
            <p:cNvSpPr/>
            <p:nvPr/>
          </p:nvSpPr>
          <p:spPr>
            <a:xfrm>
              <a:off x="9075206" y="22233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8" name="pt58918"/>
            <p:cNvSpPr/>
            <p:nvPr/>
          </p:nvSpPr>
          <p:spPr>
            <a:xfrm>
              <a:off x="8937640" y="1758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9" name="pt58919"/>
            <p:cNvSpPr/>
            <p:nvPr/>
          </p:nvSpPr>
          <p:spPr>
            <a:xfrm>
              <a:off x="8776438" y="2055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0" name="pt58920"/>
            <p:cNvSpPr/>
            <p:nvPr/>
          </p:nvSpPr>
          <p:spPr>
            <a:xfrm>
              <a:off x="9144612" y="20358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1" name="pt58921"/>
            <p:cNvSpPr/>
            <p:nvPr/>
          </p:nvSpPr>
          <p:spPr>
            <a:xfrm>
              <a:off x="8788576" y="23491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2" name="pt58922"/>
            <p:cNvSpPr/>
            <p:nvPr/>
          </p:nvSpPr>
          <p:spPr>
            <a:xfrm>
              <a:off x="9749896" y="21775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3" name="pt58923"/>
            <p:cNvSpPr/>
            <p:nvPr/>
          </p:nvSpPr>
          <p:spPr>
            <a:xfrm>
              <a:off x="8996835" y="19895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4" name="pt58924"/>
            <p:cNvSpPr/>
            <p:nvPr/>
          </p:nvSpPr>
          <p:spPr>
            <a:xfrm>
              <a:off x="8935109" y="20821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5" name="pt58925"/>
            <p:cNvSpPr/>
            <p:nvPr/>
          </p:nvSpPr>
          <p:spPr>
            <a:xfrm>
              <a:off x="8473354" y="2223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6" name="pt58926"/>
            <p:cNvSpPr/>
            <p:nvPr/>
          </p:nvSpPr>
          <p:spPr>
            <a:xfrm>
              <a:off x="9160178" y="2041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7" name="pt58927"/>
            <p:cNvSpPr/>
            <p:nvPr/>
          </p:nvSpPr>
          <p:spPr>
            <a:xfrm>
              <a:off x="8945023" y="1786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8" name="pt58928"/>
            <p:cNvSpPr/>
            <p:nvPr/>
          </p:nvSpPr>
          <p:spPr>
            <a:xfrm>
              <a:off x="8947416" y="1920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9" name="pt58929"/>
            <p:cNvSpPr/>
            <p:nvPr/>
          </p:nvSpPr>
          <p:spPr>
            <a:xfrm>
              <a:off x="8505430" y="22678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0" name="pt58930"/>
            <p:cNvSpPr/>
            <p:nvPr/>
          </p:nvSpPr>
          <p:spPr>
            <a:xfrm>
              <a:off x="9454989" y="1846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1" name="pt58931"/>
            <p:cNvSpPr/>
            <p:nvPr/>
          </p:nvSpPr>
          <p:spPr>
            <a:xfrm>
              <a:off x="9143835" y="2014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2" name="pt58932"/>
            <p:cNvSpPr/>
            <p:nvPr/>
          </p:nvSpPr>
          <p:spPr>
            <a:xfrm>
              <a:off x="9209365" y="2034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3" name="pt58933"/>
            <p:cNvSpPr/>
            <p:nvPr/>
          </p:nvSpPr>
          <p:spPr>
            <a:xfrm>
              <a:off x="8708219" y="2314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4" name="pt58934"/>
            <p:cNvSpPr/>
            <p:nvPr/>
          </p:nvSpPr>
          <p:spPr>
            <a:xfrm>
              <a:off x="9211498" y="2098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5" name="pt58935"/>
            <p:cNvSpPr/>
            <p:nvPr/>
          </p:nvSpPr>
          <p:spPr>
            <a:xfrm>
              <a:off x="8855955" y="2205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6" name="pt58936"/>
            <p:cNvSpPr/>
            <p:nvPr/>
          </p:nvSpPr>
          <p:spPr>
            <a:xfrm>
              <a:off x="9530304" y="24733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7" name="pt58937"/>
            <p:cNvSpPr/>
            <p:nvPr/>
          </p:nvSpPr>
          <p:spPr>
            <a:xfrm>
              <a:off x="8383485" y="2123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8" name="pt58938"/>
            <p:cNvSpPr/>
            <p:nvPr/>
          </p:nvSpPr>
          <p:spPr>
            <a:xfrm>
              <a:off x="8805344" y="20756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9" name="pt58939"/>
            <p:cNvSpPr/>
            <p:nvPr/>
          </p:nvSpPr>
          <p:spPr>
            <a:xfrm>
              <a:off x="9200002" y="20235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0" name="pt58940"/>
            <p:cNvSpPr/>
            <p:nvPr/>
          </p:nvSpPr>
          <p:spPr>
            <a:xfrm>
              <a:off x="9440320" y="19634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1" name="pt58941"/>
            <p:cNvSpPr/>
            <p:nvPr/>
          </p:nvSpPr>
          <p:spPr>
            <a:xfrm>
              <a:off x="8666631" y="2354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2" name="pt58942"/>
            <p:cNvSpPr/>
            <p:nvPr/>
          </p:nvSpPr>
          <p:spPr>
            <a:xfrm>
              <a:off x="8847771" y="2208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3" name="pt58943"/>
            <p:cNvSpPr/>
            <p:nvPr/>
          </p:nvSpPr>
          <p:spPr>
            <a:xfrm>
              <a:off x="9509182" y="2399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4" name="pt58944"/>
            <p:cNvSpPr/>
            <p:nvPr/>
          </p:nvSpPr>
          <p:spPr>
            <a:xfrm>
              <a:off x="8612066" y="22864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5" name="pt58945"/>
            <p:cNvSpPr/>
            <p:nvPr/>
          </p:nvSpPr>
          <p:spPr>
            <a:xfrm>
              <a:off x="8815695" y="2115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6" name="pt58946"/>
            <p:cNvSpPr/>
            <p:nvPr/>
          </p:nvSpPr>
          <p:spPr>
            <a:xfrm>
              <a:off x="9351314" y="22202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7" name="pt58947"/>
            <p:cNvSpPr/>
            <p:nvPr/>
          </p:nvSpPr>
          <p:spPr>
            <a:xfrm>
              <a:off x="8708219" y="2373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8" name="pt58948"/>
            <p:cNvSpPr/>
            <p:nvPr/>
          </p:nvSpPr>
          <p:spPr>
            <a:xfrm>
              <a:off x="8878445" y="1884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9" name="pt58949"/>
            <p:cNvSpPr/>
            <p:nvPr/>
          </p:nvSpPr>
          <p:spPr>
            <a:xfrm>
              <a:off x="8505430" y="2435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0" name="pt58950"/>
            <p:cNvSpPr/>
            <p:nvPr/>
          </p:nvSpPr>
          <p:spPr>
            <a:xfrm>
              <a:off x="9209365" y="20486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1" name="pt58951"/>
            <p:cNvSpPr/>
            <p:nvPr/>
          </p:nvSpPr>
          <p:spPr>
            <a:xfrm>
              <a:off x="8532549" y="23209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2" name="pt58952"/>
            <p:cNvSpPr/>
            <p:nvPr/>
          </p:nvSpPr>
          <p:spPr>
            <a:xfrm>
              <a:off x="9199436" y="1967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3" name="pt58953"/>
            <p:cNvSpPr/>
            <p:nvPr/>
          </p:nvSpPr>
          <p:spPr>
            <a:xfrm>
              <a:off x="8576763" y="2372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4" name="pt58954"/>
            <p:cNvSpPr/>
            <p:nvPr/>
          </p:nvSpPr>
          <p:spPr>
            <a:xfrm>
              <a:off x="8654494" y="2460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5" name="pt58955"/>
            <p:cNvSpPr/>
            <p:nvPr/>
          </p:nvSpPr>
          <p:spPr>
            <a:xfrm>
              <a:off x="8383485" y="22662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6" name="pt58956"/>
            <p:cNvSpPr/>
            <p:nvPr/>
          </p:nvSpPr>
          <p:spPr>
            <a:xfrm>
              <a:off x="8717243" y="22529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7" name="pt58957"/>
            <p:cNvSpPr/>
            <p:nvPr/>
          </p:nvSpPr>
          <p:spPr>
            <a:xfrm>
              <a:off x="9047895" y="1779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8" name="pt58958"/>
            <p:cNvSpPr/>
            <p:nvPr/>
          </p:nvSpPr>
          <p:spPr>
            <a:xfrm>
              <a:off x="9094774" y="1772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9" name="pt58959"/>
            <p:cNvSpPr/>
            <p:nvPr/>
          </p:nvSpPr>
          <p:spPr>
            <a:xfrm>
              <a:off x="9538421" y="1784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0" name="pt58960"/>
            <p:cNvSpPr/>
            <p:nvPr/>
          </p:nvSpPr>
          <p:spPr>
            <a:xfrm>
              <a:off x="8749319" y="2149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1" name="pt58961"/>
            <p:cNvSpPr/>
            <p:nvPr/>
          </p:nvSpPr>
          <p:spPr>
            <a:xfrm>
              <a:off x="8763400" y="2152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2" name="pt58962"/>
            <p:cNvSpPr/>
            <p:nvPr/>
          </p:nvSpPr>
          <p:spPr>
            <a:xfrm>
              <a:off x="9688802" y="24696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3" name="pt58963"/>
            <p:cNvSpPr/>
            <p:nvPr/>
          </p:nvSpPr>
          <p:spPr>
            <a:xfrm>
              <a:off x="9249051" y="2138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4" name="pt58964"/>
            <p:cNvSpPr/>
            <p:nvPr/>
          </p:nvSpPr>
          <p:spPr>
            <a:xfrm>
              <a:off x="9408619" y="2183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5" name="pt58965"/>
            <p:cNvSpPr/>
            <p:nvPr/>
          </p:nvSpPr>
          <p:spPr>
            <a:xfrm>
              <a:off x="8383485" y="2212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6" name="pt58966"/>
            <p:cNvSpPr/>
            <p:nvPr/>
          </p:nvSpPr>
          <p:spPr>
            <a:xfrm>
              <a:off x="9448910" y="1766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7" name="pt58967"/>
            <p:cNvSpPr/>
            <p:nvPr/>
          </p:nvSpPr>
          <p:spPr>
            <a:xfrm>
              <a:off x="8763400" y="2135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8" name="pt58968"/>
            <p:cNvSpPr/>
            <p:nvPr/>
          </p:nvSpPr>
          <p:spPr>
            <a:xfrm>
              <a:off x="9018749" y="20755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9" name="pt58969"/>
            <p:cNvSpPr/>
            <p:nvPr/>
          </p:nvSpPr>
          <p:spPr>
            <a:xfrm>
              <a:off x="9107665" y="1915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0" name="pt58970"/>
            <p:cNvSpPr/>
            <p:nvPr/>
          </p:nvSpPr>
          <p:spPr>
            <a:xfrm>
              <a:off x="8434097" y="2373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1" name="pt58971"/>
            <p:cNvSpPr/>
            <p:nvPr/>
          </p:nvSpPr>
          <p:spPr>
            <a:xfrm>
              <a:off x="8312152" y="2446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2" name="pt58972"/>
            <p:cNvSpPr/>
            <p:nvPr/>
          </p:nvSpPr>
          <p:spPr>
            <a:xfrm>
              <a:off x="9162993" y="2183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3" name="pt58973"/>
            <p:cNvSpPr/>
            <p:nvPr/>
          </p:nvSpPr>
          <p:spPr>
            <a:xfrm>
              <a:off x="8770040" y="2021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4" name="pt58974"/>
            <p:cNvSpPr/>
            <p:nvPr/>
          </p:nvSpPr>
          <p:spPr>
            <a:xfrm>
              <a:off x="8532549" y="2519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5" name="pt58975"/>
            <p:cNvSpPr/>
            <p:nvPr/>
          </p:nvSpPr>
          <p:spPr>
            <a:xfrm>
              <a:off x="8987622" y="22362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6" name="pt58976"/>
            <p:cNvSpPr/>
            <p:nvPr/>
          </p:nvSpPr>
          <p:spPr>
            <a:xfrm>
              <a:off x="9095800" y="1877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7" name="pt58977"/>
            <p:cNvSpPr/>
            <p:nvPr/>
          </p:nvSpPr>
          <p:spPr>
            <a:xfrm>
              <a:off x="8677986" y="2284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8" name="pt58978"/>
            <p:cNvSpPr/>
            <p:nvPr/>
          </p:nvSpPr>
          <p:spPr>
            <a:xfrm>
              <a:off x="8595298" y="21934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9" name="pt58979"/>
            <p:cNvSpPr/>
            <p:nvPr/>
          </p:nvSpPr>
          <p:spPr>
            <a:xfrm>
              <a:off x="8473354" y="23085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0" name="pt58980"/>
            <p:cNvSpPr/>
            <p:nvPr/>
          </p:nvSpPr>
          <p:spPr>
            <a:xfrm>
              <a:off x="8688651" y="2413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1" name="pt58981"/>
            <p:cNvSpPr/>
            <p:nvPr/>
          </p:nvSpPr>
          <p:spPr>
            <a:xfrm>
              <a:off x="8881929" y="2196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2" name="pt58982"/>
            <p:cNvSpPr/>
            <p:nvPr/>
          </p:nvSpPr>
          <p:spPr>
            <a:xfrm>
              <a:off x="9480986" y="2129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3" name="pt58983"/>
            <p:cNvSpPr/>
            <p:nvPr/>
          </p:nvSpPr>
          <p:spPr>
            <a:xfrm>
              <a:off x="9603616" y="228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4" name="pt58984"/>
            <p:cNvSpPr/>
            <p:nvPr/>
          </p:nvSpPr>
          <p:spPr>
            <a:xfrm>
              <a:off x="9811851" y="22876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5" name="pt58985"/>
            <p:cNvSpPr/>
            <p:nvPr/>
          </p:nvSpPr>
          <p:spPr>
            <a:xfrm>
              <a:off x="8770040" y="2047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6" name="pt58986"/>
            <p:cNvSpPr/>
            <p:nvPr/>
          </p:nvSpPr>
          <p:spPr>
            <a:xfrm>
              <a:off x="8698707" y="24543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7" name="pt58987"/>
            <p:cNvSpPr/>
            <p:nvPr/>
          </p:nvSpPr>
          <p:spPr>
            <a:xfrm>
              <a:off x="9176429" y="17605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8" name="pt58988"/>
            <p:cNvSpPr/>
            <p:nvPr/>
          </p:nvSpPr>
          <p:spPr>
            <a:xfrm>
              <a:off x="8947416" y="19586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9" name="pt58989"/>
            <p:cNvSpPr/>
            <p:nvPr/>
          </p:nvSpPr>
          <p:spPr>
            <a:xfrm>
              <a:off x="9346461" y="2125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0" name="pt58990"/>
            <p:cNvSpPr/>
            <p:nvPr/>
          </p:nvSpPr>
          <p:spPr>
            <a:xfrm>
              <a:off x="9647779" y="21307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1" name="pt58991"/>
            <p:cNvSpPr/>
            <p:nvPr/>
          </p:nvSpPr>
          <p:spPr>
            <a:xfrm>
              <a:off x="8749319" y="20326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2" name="pt58992"/>
            <p:cNvSpPr/>
            <p:nvPr/>
          </p:nvSpPr>
          <p:spPr>
            <a:xfrm>
              <a:off x="8434097" y="2326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3" name="pt58993"/>
            <p:cNvSpPr/>
            <p:nvPr/>
          </p:nvSpPr>
          <p:spPr>
            <a:xfrm>
              <a:off x="8863776" y="2021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4" name="pt58994"/>
            <p:cNvSpPr/>
            <p:nvPr/>
          </p:nvSpPr>
          <p:spPr>
            <a:xfrm>
              <a:off x="8977900" y="2273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5" name="pt58995"/>
            <p:cNvSpPr/>
            <p:nvPr/>
          </p:nvSpPr>
          <p:spPr>
            <a:xfrm>
              <a:off x="8949778" y="19475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6" name="pt58996"/>
            <p:cNvSpPr/>
            <p:nvPr/>
          </p:nvSpPr>
          <p:spPr>
            <a:xfrm>
              <a:off x="9351314" y="22768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7" name="pt58997"/>
            <p:cNvSpPr/>
            <p:nvPr/>
          </p:nvSpPr>
          <p:spPr>
            <a:xfrm>
              <a:off x="9195417" y="1989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8" name="pt58998"/>
            <p:cNvSpPr/>
            <p:nvPr/>
          </p:nvSpPr>
          <p:spPr>
            <a:xfrm>
              <a:off x="8985720" y="2215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9" name="pt58999"/>
            <p:cNvSpPr/>
            <p:nvPr/>
          </p:nvSpPr>
          <p:spPr>
            <a:xfrm>
              <a:off x="8383485" y="2391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0" name="pt59000"/>
            <p:cNvSpPr/>
            <p:nvPr/>
          </p:nvSpPr>
          <p:spPr>
            <a:xfrm>
              <a:off x="8741831" y="2303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1" name="pt59001"/>
            <p:cNvSpPr/>
            <p:nvPr/>
          </p:nvSpPr>
          <p:spPr>
            <a:xfrm>
              <a:off x="8776438" y="2036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2" name="pt59002"/>
            <p:cNvSpPr/>
            <p:nvPr/>
          </p:nvSpPr>
          <p:spPr>
            <a:xfrm>
              <a:off x="9135057" y="2060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3" name="pt59003"/>
            <p:cNvSpPr/>
            <p:nvPr/>
          </p:nvSpPr>
          <p:spPr>
            <a:xfrm>
              <a:off x="9060837" y="1778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4" name="pt59004"/>
            <p:cNvSpPr/>
            <p:nvPr/>
          </p:nvSpPr>
          <p:spPr>
            <a:xfrm>
              <a:off x="8904556" y="1981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5" name="pt59005"/>
            <p:cNvSpPr/>
            <p:nvPr/>
          </p:nvSpPr>
          <p:spPr>
            <a:xfrm>
              <a:off x="8843532" y="2212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6" name="pt59006"/>
            <p:cNvSpPr/>
            <p:nvPr/>
          </p:nvSpPr>
          <p:spPr>
            <a:xfrm>
              <a:off x="8981853" y="22558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7" name="pt59007"/>
            <p:cNvSpPr/>
            <p:nvPr/>
          </p:nvSpPr>
          <p:spPr>
            <a:xfrm>
              <a:off x="8505430" y="2357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8" name="pt59008"/>
            <p:cNvSpPr/>
            <p:nvPr/>
          </p:nvSpPr>
          <p:spPr>
            <a:xfrm>
              <a:off x="8434097" y="2604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9" name="pt59009"/>
            <p:cNvSpPr/>
            <p:nvPr/>
          </p:nvSpPr>
          <p:spPr>
            <a:xfrm>
              <a:off x="9167813" y="20626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0" name="pt59010"/>
            <p:cNvSpPr/>
            <p:nvPr/>
          </p:nvSpPr>
          <p:spPr>
            <a:xfrm>
              <a:off x="8874891" y="19883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1" name="pt59011"/>
            <p:cNvSpPr/>
            <p:nvPr/>
          </p:nvSpPr>
          <p:spPr>
            <a:xfrm>
              <a:off x="8708219" y="20249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2" name="pt59012"/>
            <p:cNvSpPr/>
            <p:nvPr/>
          </p:nvSpPr>
          <p:spPr>
            <a:xfrm>
              <a:off x="9028011" y="18190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3" name="pt59013"/>
            <p:cNvSpPr/>
            <p:nvPr/>
          </p:nvSpPr>
          <p:spPr>
            <a:xfrm>
              <a:off x="8641456" y="1954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4" name="pt59014"/>
            <p:cNvSpPr/>
            <p:nvPr/>
          </p:nvSpPr>
          <p:spPr>
            <a:xfrm>
              <a:off x="8505430" y="2417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5" name="pt59015"/>
            <p:cNvSpPr/>
            <p:nvPr/>
          </p:nvSpPr>
          <p:spPr>
            <a:xfrm>
              <a:off x="8945023" y="1741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6" name="pt59016"/>
            <p:cNvSpPr/>
            <p:nvPr/>
          </p:nvSpPr>
          <p:spPr>
            <a:xfrm>
              <a:off x="8434097" y="24342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7" name="pt59017"/>
            <p:cNvSpPr/>
            <p:nvPr/>
          </p:nvSpPr>
          <p:spPr>
            <a:xfrm>
              <a:off x="8505430" y="23879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8" name="pt59018"/>
            <p:cNvSpPr/>
            <p:nvPr/>
          </p:nvSpPr>
          <p:spPr>
            <a:xfrm>
              <a:off x="9135874" y="20167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9" name="pt59019"/>
            <p:cNvSpPr/>
            <p:nvPr/>
          </p:nvSpPr>
          <p:spPr>
            <a:xfrm>
              <a:off x="8895213" y="2158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0" name="pt59020"/>
            <p:cNvSpPr/>
            <p:nvPr/>
          </p:nvSpPr>
          <p:spPr>
            <a:xfrm>
              <a:off x="9310856" y="19741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1" name="pt59021"/>
            <p:cNvSpPr/>
            <p:nvPr/>
          </p:nvSpPr>
          <p:spPr>
            <a:xfrm>
              <a:off x="8312152" y="2424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2" name="pt59022"/>
            <p:cNvSpPr/>
            <p:nvPr/>
          </p:nvSpPr>
          <p:spPr>
            <a:xfrm>
              <a:off x="8312152" y="241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3" name="pt59023"/>
            <p:cNvSpPr/>
            <p:nvPr/>
          </p:nvSpPr>
          <p:spPr>
            <a:xfrm>
              <a:off x="8505430" y="24451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4" name="pt59024"/>
            <p:cNvSpPr/>
            <p:nvPr/>
          </p:nvSpPr>
          <p:spPr>
            <a:xfrm>
              <a:off x="9310856" y="2001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5" name="pt59025"/>
            <p:cNvSpPr/>
            <p:nvPr/>
          </p:nvSpPr>
          <p:spPr>
            <a:xfrm>
              <a:off x="9381988" y="21555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6" name="pt59026"/>
            <p:cNvSpPr/>
            <p:nvPr/>
          </p:nvSpPr>
          <p:spPr>
            <a:xfrm>
              <a:off x="8945023" y="16824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7" name="pt59027"/>
            <p:cNvSpPr/>
            <p:nvPr/>
          </p:nvSpPr>
          <p:spPr>
            <a:xfrm>
              <a:off x="8956678" y="1877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8" name="pt59028"/>
            <p:cNvSpPr/>
            <p:nvPr/>
          </p:nvSpPr>
          <p:spPr>
            <a:xfrm>
              <a:off x="9121452" y="2033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9" name="pt59029"/>
            <p:cNvSpPr/>
            <p:nvPr/>
          </p:nvSpPr>
          <p:spPr>
            <a:xfrm>
              <a:off x="8505430" y="2299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0" name="pt59030"/>
            <p:cNvSpPr/>
            <p:nvPr/>
          </p:nvSpPr>
          <p:spPr>
            <a:xfrm>
              <a:off x="8815695" y="19826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1" name="pt59031"/>
            <p:cNvSpPr/>
            <p:nvPr/>
          </p:nvSpPr>
          <p:spPr>
            <a:xfrm>
              <a:off x="8576763" y="2426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2" name="pt59032"/>
            <p:cNvSpPr/>
            <p:nvPr/>
          </p:nvSpPr>
          <p:spPr>
            <a:xfrm>
              <a:off x="9241172" y="1937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3" name="pt59033"/>
            <p:cNvSpPr/>
            <p:nvPr/>
          </p:nvSpPr>
          <p:spPr>
            <a:xfrm>
              <a:off x="8612066" y="23313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4" name="pt59034"/>
            <p:cNvSpPr/>
            <p:nvPr/>
          </p:nvSpPr>
          <p:spPr>
            <a:xfrm>
              <a:off x="9178998" y="1928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5" name="pt59035"/>
            <p:cNvSpPr/>
            <p:nvPr/>
          </p:nvSpPr>
          <p:spPr>
            <a:xfrm>
              <a:off x="9090610" y="18534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6" name="pt59036"/>
            <p:cNvSpPr/>
            <p:nvPr/>
          </p:nvSpPr>
          <p:spPr>
            <a:xfrm>
              <a:off x="9767243" y="2324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7" name="pt59037"/>
            <p:cNvSpPr/>
            <p:nvPr/>
          </p:nvSpPr>
          <p:spPr>
            <a:xfrm>
              <a:off x="8595298" y="2257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8" name="pt59038"/>
            <p:cNvSpPr/>
            <p:nvPr/>
          </p:nvSpPr>
          <p:spPr>
            <a:xfrm>
              <a:off x="9045188" y="17998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9" name="pt59039"/>
            <p:cNvSpPr/>
            <p:nvPr/>
          </p:nvSpPr>
          <p:spPr>
            <a:xfrm>
              <a:off x="8776438" y="2074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0" name="pt59040"/>
            <p:cNvSpPr/>
            <p:nvPr/>
          </p:nvSpPr>
          <p:spPr>
            <a:xfrm>
              <a:off x="8981853" y="22760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1" name="pt59041"/>
            <p:cNvSpPr/>
            <p:nvPr/>
          </p:nvSpPr>
          <p:spPr>
            <a:xfrm>
              <a:off x="8666631" y="23569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2" name="pt59042"/>
            <p:cNvSpPr/>
            <p:nvPr/>
          </p:nvSpPr>
          <p:spPr>
            <a:xfrm>
              <a:off x="8698707" y="2363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3" name="pt59043"/>
            <p:cNvSpPr/>
            <p:nvPr/>
          </p:nvSpPr>
          <p:spPr>
            <a:xfrm>
              <a:off x="8312152" y="2412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4" name="pt59044"/>
            <p:cNvSpPr/>
            <p:nvPr/>
          </p:nvSpPr>
          <p:spPr>
            <a:xfrm>
              <a:off x="9253280" y="2128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5" name="pt59045"/>
            <p:cNvSpPr/>
            <p:nvPr/>
          </p:nvSpPr>
          <p:spPr>
            <a:xfrm>
              <a:off x="8312152" y="2478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6" name="pt59046"/>
            <p:cNvSpPr/>
            <p:nvPr/>
          </p:nvSpPr>
          <p:spPr>
            <a:xfrm>
              <a:off x="8898383" y="2128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7" name="pt59047"/>
            <p:cNvSpPr/>
            <p:nvPr/>
          </p:nvSpPr>
          <p:spPr>
            <a:xfrm>
              <a:off x="8881929" y="2226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8" name="pt59048"/>
            <p:cNvSpPr/>
            <p:nvPr/>
          </p:nvSpPr>
          <p:spPr>
            <a:xfrm>
              <a:off x="8810596" y="23396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9" name="pt59049"/>
            <p:cNvSpPr/>
            <p:nvPr/>
          </p:nvSpPr>
          <p:spPr>
            <a:xfrm>
              <a:off x="8815695" y="2033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0" name="pt59050"/>
            <p:cNvSpPr/>
            <p:nvPr/>
          </p:nvSpPr>
          <p:spPr>
            <a:xfrm>
              <a:off x="8741831" y="22845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1" name="pt59051"/>
            <p:cNvSpPr/>
            <p:nvPr/>
          </p:nvSpPr>
          <p:spPr>
            <a:xfrm>
              <a:off x="9217232" y="22172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2" name="pt59052"/>
            <p:cNvSpPr/>
            <p:nvPr/>
          </p:nvSpPr>
          <p:spPr>
            <a:xfrm>
              <a:off x="9039647" y="1987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3" name="pt59053"/>
            <p:cNvSpPr/>
            <p:nvPr/>
          </p:nvSpPr>
          <p:spPr>
            <a:xfrm>
              <a:off x="9078622" y="17046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4" name="pt59054"/>
            <p:cNvSpPr/>
            <p:nvPr/>
          </p:nvSpPr>
          <p:spPr>
            <a:xfrm>
              <a:off x="9881517" y="2406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5" name="pt59055"/>
            <p:cNvSpPr/>
            <p:nvPr/>
          </p:nvSpPr>
          <p:spPr>
            <a:xfrm>
              <a:off x="9480986" y="21036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6" name="pt59056"/>
            <p:cNvSpPr/>
            <p:nvPr/>
          </p:nvSpPr>
          <p:spPr>
            <a:xfrm>
              <a:off x="9138300" y="2111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7" name="pt59057"/>
            <p:cNvSpPr/>
            <p:nvPr/>
          </p:nvSpPr>
          <p:spPr>
            <a:xfrm>
              <a:off x="9289758" y="1722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8" name="pt59058"/>
            <p:cNvSpPr/>
            <p:nvPr/>
          </p:nvSpPr>
          <p:spPr>
            <a:xfrm>
              <a:off x="9329422" y="214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9" name="pt59059"/>
            <p:cNvSpPr/>
            <p:nvPr/>
          </p:nvSpPr>
          <p:spPr>
            <a:xfrm>
              <a:off x="9440320" y="1909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0" name="pt59060"/>
            <p:cNvSpPr/>
            <p:nvPr/>
          </p:nvSpPr>
          <p:spPr>
            <a:xfrm>
              <a:off x="8595298" y="22517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1" name="pt59061"/>
            <p:cNvSpPr/>
            <p:nvPr/>
          </p:nvSpPr>
          <p:spPr>
            <a:xfrm>
              <a:off x="8830164" y="22350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2" name="pt59062"/>
            <p:cNvSpPr/>
            <p:nvPr/>
          </p:nvSpPr>
          <p:spPr>
            <a:xfrm>
              <a:off x="8473354" y="2420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3" name="pt59063"/>
            <p:cNvSpPr/>
            <p:nvPr/>
          </p:nvSpPr>
          <p:spPr>
            <a:xfrm>
              <a:off x="8312152" y="25467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4" name="pt59064"/>
            <p:cNvSpPr/>
            <p:nvPr/>
          </p:nvSpPr>
          <p:spPr>
            <a:xfrm>
              <a:off x="8312152" y="2457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5" name="pt59065"/>
            <p:cNvSpPr/>
            <p:nvPr/>
          </p:nvSpPr>
          <p:spPr>
            <a:xfrm>
              <a:off x="9254530" y="2165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6" name="pt59066"/>
            <p:cNvSpPr/>
            <p:nvPr/>
          </p:nvSpPr>
          <p:spPr>
            <a:xfrm>
              <a:off x="9206663" y="2114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7" name="pt59067"/>
            <p:cNvSpPr/>
            <p:nvPr/>
          </p:nvSpPr>
          <p:spPr>
            <a:xfrm>
              <a:off x="9130078" y="2083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8" name="pt59068"/>
            <p:cNvSpPr/>
            <p:nvPr/>
          </p:nvSpPr>
          <p:spPr>
            <a:xfrm>
              <a:off x="9218764" y="1858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9" name="pt59069"/>
            <p:cNvSpPr/>
            <p:nvPr/>
          </p:nvSpPr>
          <p:spPr>
            <a:xfrm>
              <a:off x="9076352" y="2152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0" name="pt59070"/>
            <p:cNvSpPr/>
            <p:nvPr/>
          </p:nvSpPr>
          <p:spPr>
            <a:xfrm>
              <a:off x="8815695" y="21538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1" name="pt59071"/>
            <p:cNvSpPr/>
            <p:nvPr/>
          </p:nvSpPr>
          <p:spPr>
            <a:xfrm>
              <a:off x="8741831" y="2190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2" name="pt59072"/>
            <p:cNvSpPr/>
            <p:nvPr/>
          </p:nvSpPr>
          <p:spPr>
            <a:xfrm>
              <a:off x="9117880" y="20548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3" name="pt59073"/>
            <p:cNvSpPr/>
            <p:nvPr/>
          </p:nvSpPr>
          <p:spPr>
            <a:xfrm>
              <a:off x="9086345" y="1746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4" name="pt59074"/>
            <p:cNvSpPr/>
            <p:nvPr/>
          </p:nvSpPr>
          <p:spPr>
            <a:xfrm>
              <a:off x="9480986" y="21455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5" name="pt59075"/>
            <p:cNvSpPr/>
            <p:nvPr/>
          </p:nvSpPr>
          <p:spPr>
            <a:xfrm>
              <a:off x="8859909" y="2001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6" name="pt59076"/>
            <p:cNvSpPr/>
            <p:nvPr/>
          </p:nvSpPr>
          <p:spPr>
            <a:xfrm>
              <a:off x="8641456" y="2056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7" name="pt59077"/>
            <p:cNvSpPr/>
            <p:nvPr/>
          </p:nvSpPr>
          <p:spPr>
            <a:xfrm>
              <a:off x="9551860" y="1624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8" name="pt59078"/>
            <p:cNvSpPr/>
            <p:nvPr/>
          </p:nvSpPr>
          <p:spPr>
            <a:xfrm>
              <a:off x="9612243" y="25356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9" name="pt59079"/>
            <p:cNvSpPr/>
            <p:nvPr/>
          </p:nvSpPr>
          <p:spPr>
            <a:xfrm>
              <a:off x="8312152" y="2494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0" name="pt59080"/>
            <p:cNvSpPr/>
            <p:nvPr/>
          </p:nvSpPr>
          <p:spPr>
            <a:xfrm>
              <a:off x="9160178" y="21927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1" name="pt59081"/>
            <p:cNvSpPr/>
            <p:nvPr/>
          </p:nvSpPr>
          <p:spPr>
            <a:xfrm>
              <a:off x="9117880" y="21073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2" name="pt59082"/>
            <p:cNvSpPr/>
            <p:nvPr/>
          </p:nvSpPr>
          <p:spPr>
            <a:xfrm>
              <a:off x="9221288" y="17938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3" name="pt59083"/>
            <p:cNvSpPr/>
            <p:nvPr/>
          </p:nvSpPr>
          <p:spPr>
            <a:xfrm>
              <a:off x="9143835" y="2090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4" name="pt59084"/>
            <p:cNvSpPr/>
            <p:nvPr/>
          </p:nvSpPr>
          <p:spPr>
            <a:xfrm>
              <a:off x="8825472" y="21326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5" name="pt59085"/>
            <p:cNvSpPr/>
            <p:nvPr/>
          </p:nvSpPr>
          <p:spPr>
            <a:xfrm>
              <a:off x="8741831" y="24191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6" name="pt59086"/>
            <p:cNvSpPr/>
            <p:nvPr/>
          </p:nvSpPr>
          <p:spPr>
            <a:xfrm>
              <a:off x="9494750" y="23995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7" name="pt59087"/>
            <p:cNvSpPr/>
            <p:nvPr/>
          </p:nvSpPr>
          <p:spPr>
            <a:xfrm>
              <a:off x="8913428" y="23209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8" name="pt59088"/>
            <p:cNvSpPr/>
            <p:nvPr/>
          </p:nvSpPr>
          <p:spPr>
            <a:xfrm>
              <a:off x="8666631" y="24792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9" name="pt59089"/>
            <p:cNvSpPr/>
            <p:nvPr/>
          </p:nvSpPr>
          <p:spPr>
            <a:xfrm>
              <a:off x="8383485" y="23963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0" name="pt59090"/>
            <p:cNvSpPr/>
            <p:nvPr/>
          </p:nvSpPr>
          <p:spPr>
            <a:xfrm>
              <a:off x="9514089" y="2588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1" name="pt59091"/>
            <p:cNvSpPr/>
            <p:nvPr/>
          </p:nvSpPr>
          <p:spPr>
            <a:xfrm>
              <a:off x="9124084" y="2128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2" name="pt59092"/>
            <p:cNvSpPr/>
            <p:nvPr/>
          </p:nvSpPr>
          <p:spPr>
            <a:xfrm>
              <a:off x="9318519" y="1784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3" name="pt59093"/>
            <p:cNvSpPr/>
            <p:nvPr/>
          </p:nvSpPr>
          <p:spPr>
            <a:xfrm>
              <a:off x="9785747" y="24974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4" name="pt59094"/>
            <p:cNvSpPr/>
            <p:nvPr/>
          </p:nvSpPr>
          <p:spPr>
            <a:xfrm>
              <a:off x="8825472" y="2049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5" name="pt59095"/>
            <p:cNvSpPr/>
            <p:nvPr/>
          </p:nvSpPr>
          <p:spPr>
            <a:xfrm>
              <a:off x="8874891" y="22528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6" name="pt59096"/>
            <p:cNvSpPr/>
            <p:nvPr/>
          </p:nvSpPr>
          <p:spPr>
            <a:xfrm>
              <a:off x="9070546" y="2213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7" name="pt59097"/>
            <p:cNvSpPr/>
            <p:nvPr/>
          </p:nvSpPr>
          <p:spPr>
            <a:xfrm>
              <a:off x="8859909" y="19898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8" name="pt59098"/>
            <p:cNvSpPr/>
            <p:nvPr/>
          </p:nvSpPr>
          <p:spPr>
            <a:xfrm>
              <a:off x="8677986" y="2264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9" name="pt59099"/>
            <p:cNvSpPr/>
            <p:nvPr/>
          </p:nvSpPr>
          <p:spPr>
            <a:xfrm>
              <a:off x="9244278" y="2007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0" name="pt59100"/>
            <p:cNvSpPr/>
            <p:nvPr/>
          </p:nvSpPr>
          <p:spPr>
            <a:xfrm>
              <a:off x="9811851" y="2159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1" name="pt59101"/>
            <p:cNvSpPr/>
            <p:nvPr/>
          </p:nvSpPr>
          <p:spPr>
            <a:xfrm>
              <a:off x="8473354" y="2319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2" name="pt59102"/>
            <p:cNvSpPr/>
            <p:nvPr/>
          </p:nvSpPr>
          <p:spPr>
            <a:xfrm>
              <a:off x="8654494" y="23889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3" name="pt59103"/>
            <p:cNvSpPr/>
            <p:nvPr/>
          </p:nvSpPr>
          <p:spPr>
            <a:xfrm>
              <a:off x="8830164" y="1981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4" name="pt59104"/>
            <p:cNvSpPr/>
            <p:nvPr/>
          </p:nvSpPr>
          <p:spPr>
            <a:xfrm>
              <a:off x="8595298" y="2167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5" name="pt59105"/>
            <p:cNvSpPr/>
            <p:nvPr/>
          </p:nvSpPr>
          <p:spPr>
            <a:xfrm>
              <a:off x="8961132" y="2086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6" name="pt59106"/>
            <p:cNvSpPr/>
            <p:nvPr/>
          </p:nvSpPr>
          <p:spPr>
            <a:xfrm>
              <a:off x="8595298" y="2290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7" name="pt59107"/>
            <p:cNvSpPr/>
            <p:nvPr/>
          </p:nvSpPr>
          <p:spPr>
            <a:xfrm>
              <a:off x="9347687" y="20385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8" name="pt59108"/>
            <p:cNvSpPr/>
            <p:nvPr/>
          </p:nvSpPr>
          <p:spPr>
            <a:xfrm>
              <a:off x="8312152" y="24417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9" name="pt59109"/>
            <p:cNvSpPr/>
            <p:nvPr/>
          </p:nvSpPr>
          <p:spPr>
            <a:xfrm>
              <a:off x="9062080" y="17724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0" name="pt59110"/>
            <p:cNvSpPr/>
            <p:nvPr/>
          </p:nvSpPr>
          <p:spPr>
            <a:xfrm>
              <a:off x="9055774" y="1748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1" name="pt59111"/>
            <p:cNvSpPr/>
            <p:nvPr/>
          </p:nvSpPr>
          <p:spPr>
            <a:xfrm>
              <a:off x="8666631" y="24789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2" name="pt59112"/>
            <p:cNvSpPr/>
            <p:nvPr/>
          </p:nvSpPr>
          <p:spPr>
            <a:xfrm>
              <a:off x="9435194" y="20215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3" name="pt59113"/>
            <p:cNvSpPr/>
            <p:nvPr/>
          </p:nvSpPr>
          <p:spPr>
            <a:xfrm>
              <a:off x="8788576" y="2332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4" name="pt59114"/>
            <p:cNvSpPr/>
            <p:nvPr/>
          </p:nvSpPr>
          <p:spPr>
            <a:xfrm>
              <a:off x="8505430" y="23526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5" name="pt59115"/>
            <p:cNvSpPr/>
            <p:nvPr/>
          </p:nvSpPr>
          <p:spPr>
            <a:xfrm>
              <a:off x="8977900" y="2312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6" name="pt59116"/>
            <p:cNvSpPr/>
            <p:nvPr/>
          </p:nvSpPr>
          <p:spPr>
            <a:xfrm>
              <a:off x="8717243" y="2148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7" name="pt59117"/>
            <p:cNvSpPr/>
            <p:nvPr/>
          </p:nvSpPr>
          <p:spPr>
            <a:xfrm>
              <a:off x="9094774" y="2010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8" name="pt59118"/>
            <p:cNvSpPr/>
            <p:nvPr/>
          </p:nvSpPr>
          <p:spPr>
            <a:xfrm>
              <a:off x="8843532" y="2049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9" name="pt59119"/>
            <p:cNvSpPr/>
            <p:nvPr/>
          </p:nvSpPr>
          <p:spPr>
            <a:xfrm>
              <a:off x="9086345" y="1825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0" name="pt59120"/>
            <p:cNvSpPr/>
            <p:nvPr/>
          </p:nvSpPr>
          <p:spPr>
            <a:xfrm>
              <a:off x="9346461" y="2158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1" name="pt59121"/>
            <p:cNvSpPr/>
            <p:nvPr/>
          </p:nvSpPr>
          <p:spPr>
            <a:xfrm>
              <a:off x="8612066" y="21713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2" name="pt59122"/>
            <p:cNvSpPr/>
            <p:nvPr/>
          </p:nvSpPr>
          <p:spPr>
            <a:xfrm>
              <a:off x="8654494" y="2585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3" name="pt59123"/>
            <p:cNvSpPr/>
            <p:nvPr/>
          </p:nvSpPr>
          <p:spPr>
            <a:xfrm>
              <a:off x="8961132" y="20345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4" name="pt59124"/>
            <p:cNvSpPr/>
            <p:nvPr/>
          </p:nvSpPr>
          <p:spPr>
            <a:xfrm>
              <a:off x="8919104" y="2120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5" name="pt59125"/>
            <p:cNvSpPr/>
            <p:nvPr/>
          </p:nvSpPr>
          <p:spPr>
            <a:xfrm>
              <a:off x="8556041" y="24681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6" name="pt59126"/>
            <p:cNvSpPr/>
            <p:nvPr/>
          </p:nvSpPr>
          <p:spPr>
            <a:xfrm>
              <a:off x="8641456" y="20714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7" name="pt59127"/>
            <p:cNvSpPr/>
            <p:nvPr/>
          </p:nvSpPr>
          <p:spPr>
            <a:xfrm>
              <a:off x="8505430" y="2368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8" name="pt59128"/>
            <p:cNvSpPr/>
            <p:nvPr/>
          </p:nvSpPr>
          <p:spPr>
            <a:xfrm>
              <a:off x="8677986" y="2333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9" name="pt59129"/>
            <p:cNvSpPr/>
            <p:nvPr/>
          </p:nvSpPr>
          <p:spPr>
            <a:xfrm>
              <a:off x="8963317" y="2001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0" name="pt59130"/>
            <p:cNvSpPr/>
            <p:nvPr/>
          </p:nvSpPr>
          <p:spPr>
            <a:xfrm>
              <a:off x="8666631" y="22385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1" name="pt59131"/>
            <p:cNvSpPr/>
            <p:nvPr/>
          </p:nvSpPr>
          <p:spPr>
            <a:xfrm>
              <a:off x="9249051" y="2118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2" name="pt59132"/>
            <p:cNvSpPr/>
            <p:nvPr/>
          </p:nvSpPr>
          <p:spPr>
            <a:xfrm>
              <a:off x="8734011" y="21825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3" name="pt59133"/>
            <p:cNvSpPr/>
            <p:nvPr/>
          </p:nvSpPr>
          <p:spPr>
            <a:xfrm>
              <a:off x="9250331" y="2265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4" name="pt59134"/>
            <p:cNvSpPr/>
            <p:nvPr/>
          </p:nvSpPr>
          <p:spPr>
            <a:xfrm>
              <a:off x="9060837" y="18087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5" name="pt59135"/>
            <p:cNvSpPr/>
            <p:nvPr/>
          </p:nvSpPr>
          <p:spPr>
            <a:xfrm>
              <a:off x="9106706" y="19223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6" name="pt59136"/>
            <p:cNvSpPr/>
            <p:nvPr/>
          </p:nvSpPr>
          <p:spPr>
            <a:xfrm>
              <a:off x="8749319" y="21508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7" name="pt59137"/>
            <p:cNvSpPr/>
            <p:nvPr/>
          </p:nvSpPr>
          <p:spPr>
            <a:xfrm>
              <a:off x="9612243" y="2432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8" name="pt59138"/>
            <p:cNvSpPr/>
            <p:nvPr/>
          </p:nvSpPr>
          <p:spPr>
            <a:xfrm>
              <a:off x="8473354" y="2265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9" name="pt59139"/>
            <p:cNvSpPr/>
            <p:nvPr/>
          </p:nvSpPr>
          <p:spPr>
            <a:xfrm>
              <a:off x="8881929" y="22009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0" name="pt59140"/>
            <p:cNvSpPr/>
            <p:nvPr/>
          </p:nvSpPr>
          <p:spPr>
            <a:xfrm>
              <a:off x="9161591" y="2179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1" name="pt59141"/>
            <p:cNvSpPr/>
            <p:nvPr/>
          </p:nvSpPr>
          <p:spPr>
            <a:xfrm>
              <a:off x="9450688" y="1935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2" name="pt59142"/>
            <p:cNvSpPr/>
            <p:nvPr/>
          </p:nvSpPr>
          <p:spPr>
            <a:xfrm>
              <a:off x="9068168" y="22558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3" name="pt59143"/>
            <p:cNvSpPr/>
            <p:nvPr/>
          </p:nvSpPr>
          <p:spPr>
            <a:xfrm>
              <a:off x="9214649" y="22281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4" name="pt59144"/>
            <p:cNvSpPr/>
            <p:nvPr/>
          </p:nvSpPr>
          <p:spPr>
            <a:xfrm>
              <a:off x="9270010" y="20383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5" name="pt59145"/>
            <p:cNvSpPr/>
            <p:nvPr/>
          </p:nvSpPr>
          <p:spPr>
            <a:xfrm>
              <a:off x="8312152" y="25221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6" name="pt59146"/>
            <p:cNvSpPr/>
            <p:nvPr/>
          </p:nvSpPr>
          <p:spPr>
            <a:xfrm>
              <a:off x="9511026" y="24316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7" name="pt59147"/>
            <p:cNvSpPr/>
            <p:nvPr/>
          </p:nvSpPr>
          <p:spPr>
            <a:xfrm>
              <a:off x="8977900" y="22365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8" name="pt59148"/>
            <p:cNvSpPr/>
            <p:nvPr/>
          </p:nvSpPr>
          <p:spPr>
            <a:xfrm>
              <a:off x="8556041" y="25345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9" name="pt59149"/>
            <p:cNvSpPr/>
            <p:nvPr/>
          </p:nvSpPr>
          <p:spPr>
            <a:xfrm>
              <a:off x="9205570" y="2121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0" name="pt59150"/>
            <p:cNvSpPr/>
            <p:nvPr/>
          </p:nvSpPr>
          <p:spPr>
            <a:xfrm>
              <a:off x="9396086" y="2023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1" name="pt59151"/>
            <p:cNvSpPr/>
            <p:nvPr/>
          </p:nvSpPr>
          <p:spPr>
            <a:xfrm>
              <a:off x="8863776" y="2045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2" name="pt59152"/>
            <p:cNvSpPr/>
            <p:nvPr/>
          </p:nvSpPr>
          <p:spPr>
            <a:xfrm>
              <a:off x="9176429" y="1799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3" name="pt59153"/>
            <p:cNvSpPr/>
            <p:nvPr/>
          </p:nvSpPr>
          <p:spPr>
            <a:xfrm>
              <a:off x="9135874" y="19725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4" name="pt59154"/>
            <p:cNvSpPr/>
            <p:nvPr/>
          </p:nvSpPr>
          <p:spPr>
            <a:xfrm>
              <a:off x="8312152" y="24380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5" name="pt59155"/>
            <p:cNvSpPr/>
            <p:nvPr/>
          </p:nvSpPr>
          <p:spPr>
            <a:xfrm>
              <a:off x="9116975" y="1726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6" name="pt59156"/>
            <p:cNvSpPr/>
            <p:nvPr/>
          </p:nvSpPr>
          <p:spPr>
            <a:xfrm>
              <a:off x="8576763" y="2195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7" name="pt59157"/>
            <p:cNvSpPr/>
            <p:nvPr/>
          </p:nvSpPr>
          <p:spPr>
            <a:xfrm>
              <a:off x="9435194" y="19451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8" name="pt59158"/>
            <p:cNvSpPr/>
            <p:nvPr/>
          </p:nvSpPr>
          <p:spPr>
            <a:xfrm>
              <a:off x="9349631" y="21047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9" name="pt59159"/>
            <p:cNvSpPr/>
            <p:nvPr/>
          </p:nvSpPr>
          <p:spPr>
            <a:xfrm>
              <a:off x="8688651" y="239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0" name="pt59160"/>
            <p:cNvSpPr/>
            <p:nvPr/>
          </p:nvSpPr>
          <p:spPr>
            <a:xfrm>
              <a:off x="8641456" y="2029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1" name="pt59161"/>
            <p:cNvSpPr/>
            <p:nvPr/>
          </p:nvSpPr>
          <p:spPr>
            <a:xfrm>
              <a:off x="8949778" y="2035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2" name="pt59162"/>
            <p:cNvSpPr/>
            <p:nvPr/>
          </p:nvSpPr>
          <p:spPr>
            <a:xfrm>
              <a:off x="8677986" y="2319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3" name="pt59163"/>
            <p:cNvSpPr/>
            <p:nvPr/>
          </p:nvSpPr>
          <p:spPr>
            <a:xfrm>
              <a:off x="9260646" y="2145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4" name="pt59164"/>
            <p:cNvSpPr/>
            <p:nvPr/>
          </p:nvSpPr>
          <p:spPr>
            <a:xfrm>
              <a:off x="9464046" y="2022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5" name="pt59165"/>
            <p:cNvSpPr/>
            <p:nvPr/>
          </p:nvSpPr>
          <p:spPr>
            <a:xfrm>
              <a:off x="8666631" y="23086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6" name="pt59166"/>
            <p:cNvSpPr/>
            <p:nvPr/>
          </p:nvSpPr>
          <p:spPr>
            <a:xfrm>
              <a:off x="8677986" y="23341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7" name="pt59167"/>
            <p:cNvSpPr/>
            <p:nvPr/>
          </p:nvSpPr>
          <p:spPr>
            <a:xfrm>
              <a:off x="8688651" y="24756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8" name="pt59168"/>
            <p:cNvSpPr/>
            <p:nvPr/>
          </p:nvSpPr>
          <p:spPr>
            <a:xfrm>
              <a:off x="8312152" y="25356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9" name="pt59169"/>
            <p:cNvSpPr/>
            <p:nvPr/>
          </p:nvSpPr>
          <p:spPr>
            <a:xfrm>
              <a:off x="9065758" y="1998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0" name="pt59170"/>
            <p:cNvSpPr/>
            <p:nvPr/>
          </p:nvSpPr>
          <p:spPr>
            <a:xfrm>
              <a:off x="9162993" y="2015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1" name="pt59171"/>
            <p:cNvSpPr/>
            <p:nvPr/>
          </p:nvSpPr>
          <p:spPr>
            <a:xfrm>
              <a:off x="8749319" y="2263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2" name="pt59172"/>
            <p:cNvSpPr/>
            <p:nvPr/>
          </p:nvSpPr>
          <p:spPr>
            <a:xfrm>
              <a:off x="9647779" y="2175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3" name="pt59173"/>
            <p:cNvSpPr/>
            <p:nvPr/>
          </p:nvSpPr>
          <p:spPr>
            <a:xfrm>
              <a:off x="8654494" y="24898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4" name="pt59174"/>
            <p:cNvSpPr/>
            <p:nvPr/>
          </p:nvSpPr>
          <p:spPr>
            <a:xfrm>
              <a:off x="9138300" y="21162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5" name="pt59175"/>
            <p:cNvSpPr/>
            <p:nvPr/>
          </p:nvSpPr>
          <p:spPr>
            <a:xfrm>
              <a:off x="9167133" y="2197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6" name="pt59176"/>
            <p:cNvSpPr/>
            <p:nvPr/>
          </p:nvSpPr>
          <p:spPr>
            <a:xfrm>
              <a:off x="9021891" y="19201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7" name="pt59177"/>
            <p:cNvSpPr/>
            <p:nvPr/>
          </p:nvSpPr>
          <p:spPr>
            <a:xfrm>
              <a:off x="8434097" y="23182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8" name="pt59178"/>
            <p:cNvSpPr/>
            <p:nvPr/>
          </p:nvSpPr>
          <p:spPr>
            <a:xfrm>
              <a:off x="9218255" y="208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9" name="pt59179"/>
            <p:cNvSpPr/>
            <p:nvPr/>
          </p:nvSpPr>
          <p:spPr>
            <a:xfrm>
              <a:off x="8935109" y="2220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0" name="pt59180"/>
            <p:cNvSpPr/>
            <p:nvPr/>
          </p:nvSpPr>
          <p:spPr>
            <a:xfrm>
              <a:off x="9396086" y="2046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1" name="pt59181"/>
            <p:cNvSpPr/>
            <p:nvPr/>
          </p:nvSpPr>
          <p:spPr>
            <a:xfrm>
              <a:off x="8505430" y="2322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2" name="pt59182"/>
            <p:cNvSpPr/>
            <p:nvPr/>
          </p:nvSpPr>
          <p:spPr>
            <a:xfrm>
              <a:off x="8473354" y="22561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3" name="pt59183"/>
            <p:cNvSpPr/>
            <p:nvPr/>
          </p:nvSpPr>
          <p:spPr>
            <a:xfrm>
              <a:off x="8847771" y="2067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4" name="pt59184"/>
            <p:cNvSpPr/>
            <p:nvPr/>
          </p:nvSpPr>
          <p:spPr>
            <a:xfrm>
              <a:off x="9070546" y="22072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5" name="pt59185"/>
            <p:cNvSpPr/>
            <p:nvPr/>
          </p:nvSpPr>
          <p:spPr>
            <a:xfrm>
              <a:off x="9724502" y="23587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6" name="pt59186"/>
            <p:cNvSpPr/>
            <p:nvPr/>
          </p:nvSpPr>
          <p:spPr>
            <a:xfrm>
              <a:off x="9117880" y="2101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7" name="pt59187"/>
            <p:cNvSpPr/>
            <p:nvPr/>
          </p:nvSpPr>
          <p:spPr>
            <a:xfrm>
              <a:off x="8473354" y="2456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8" name="pt59188"/>
            <p:cNvSpPr/>
            <p:nvPr/>
          </p:nvSpPr>
          <p:spPr>
            <a:xfrm>
              <a:off x="8825472" y="200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9" name="pt59189"/>
            <p:cNvSpPr/>
            <p:nvPr/>
          </p:nvSpPr>
          <p:spPr>
            <a:xfrm>
              <a:off x="8843532" y="1974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0" name="pt59190"/>
            <p:cNvSpPr/>
            <p:nvPr/>
          </p:nvSpPr>
          <p:spPr>
            <a:xfrm>
              <a:off x="9318519" y="1862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1" name="pt59191"/>
            <p:cNvSpPr/>
            <p:nvPr/>
          </p:nvSpPr>
          <p:spPr>
            <a:xfrm>
              <a:off x="9109567" y="17110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2" name="pt59192"/>
            <p:cNvSpPr/>
            <p:nvPr/>
          </p:nvSpPr>
          <p:spPr>
            <a:xfrm>
              <a:off x="8839187" y="21372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3" name="pt59193"/>
            <p:cNvSpPr/>
            <p:nvPr/>
          </p:nvSpPr>
          <p:spPr>
            <a:xfrm>
              <a:off x="8799930" y="2113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4" name="pt59194"/>
            <p:cNvSpPr/>
            <p:nvPr/>
          </p:nvSpPr>
          <p:spPr>
            <a:xfrm>
              <a:off x="8782612" y="2152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5" name="pt59195"/>
            <p:cNvSpPr/>
            <p:nvPr/>
          </p:nvSpPr>
          <p:spPr>
            <a:xfrm>
              <a:off x="9092704" y="18019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6" name="pt59196"/>
            <p:cNvSpPr/>
            <p:nvPr/>
          </p:nvSpPr>
          <p:spPr>
            <a:xfrm>
              <a:off x="9444456" y="18130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7" name="pt59197"/>
            <p:cNvSpPr/>
            <p:nvPr/>
          </p:nvSpPr>
          <p:spPr>
            <a:xfrm>
              <a:off x="8383485" y="2269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8" name="pt59198"/>
            <p:cNvSpPr/>
            <p:nvPr/>
          </p:nvSpPr>
          <p:spPr>
            <a:xfrm>
              <a:off x="8971798" y="2103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9" name="pt59199"/>
            <p:cNvSpPr/>
            <p:nvPr/>
          </p:nvSpPr>
          <p:spPr>
            <a:xfrm>
              <a:off x="8996835" y="18900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0" name="pt59200"/>
            <p:cNvSpPr/>
            <p:nvPr/>
          </p:nvSpPr>
          <p:spPr>
            <a:xfrm>
              <a:off x="9350114" y="20853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1" name="pt59201"/>
            <p:cNvSpPr/>
            <p:nvPr/>
          </p:nvSpPr>
          <p:spPr>
            <a:xfrm>
              <a:off x="9797577" y="2473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2" name="pt59202"/>
            <p:cNvSpPr/>
            <p:nvPr/>
          </p:nvSpPr>
          <p:spPr>
            <a:xfrm>
              <a:off x="9051878" y="17546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3" name="pt59203"/>
            <p:cNvSpPr/>
            <p:nvPr/>
          </p:nvSpPr>
          <p:spPr>
            <a:xfrm>
              <a:off x="8383485" y="22782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4" name="pt59204"/>
            <p:cNvSpPr/>
            <p:nvPr/>
          </p:nvSpPr>
          <p:spPr>
            <a:xfrm>
              <a:off x="9265000" y="2065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5" name="pt59205"/>
            <p:cNvSpPr/>
            <p:nvPr/>
          </p:nvSpPr>
          <p:spPr>
            <a:xfrm>
              <a:off x="9332911" y="2105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6" name="pt59206"/>
            <p:cNvSpPr/>
            <p:nvPr/>
          </p:nvSpPr>
          <p:spPr>
            <a:xfrm>
              <a:off x="9221288" y="17880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7" name="pt59207"/>
            <p:cNvSpPr/>
            <p:nvPr/>
          </p:nvSpPr>
          <p:spPr>
            <a:xfrm>
              <a:off x="9090610" y="1803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8" name="pt59208"/>
            <p:cNvSpPr/>
            <p:nvPr/>
          </p:nvSpPr>
          <p:spPr>
            <a:xfrm>
              <a:off x="9221288" y="1837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9" name="pt59209"/>
            <p:cNvSpPr/>
            <p:nvPr/>
          </p:nvSpPr>
          <p:spPr>
            <a:xfrm>
              <a:off x="8666631" y="2329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0" name="pt59210"/>
            <p:cNvSpPr/>
            <p:nvPr/>
          </p:nvSpPr>
          <p:spPr>
            <a:xfrm>
              <a:off x="8383485" y="2401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1" name="pt59211"/>
            <p:cNvSpPr/>
            <p:nvPr/>
          </p:nvSpPr>
          <p:spPr>
            <a:xfrm>
              <a:off x="8977900" y="23303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2" name="pt59212"/>
            <p:cNvSpPr/>
            <p:nvPr/>
          </p:nvSpPr>
          <p:spPr>
            <a:xfrm>
              <a:off x="9354634" y="22145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3" name="pt59213"/>
            <p:cNvSpPr/>
            <p:nvPr/>
          </p:nvSpPr>
          <p:spPr>
            <a:xfrm>
              <a:off x="9978328" y="252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4" name="pt59214"/>
            <p:cNvSpPr/>
            <p:nvPr/>
          </p:nvSpPr>
          <p:spPr>
            <a:xfrm>
              <a:off x="9095800" y="18427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5" name="pt59215"/>
            <p:cNvSpPr/>
            <p:nvPr/>
          </p:nvSpPr>
          <p:spPr>
            <a:xfrm>
              <a:off x="8996835" y="2049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6" name="pt59216"/>
            <p:cNvSpPr/>
            <p:nvPr/>
          </p:nvSpPr>
          <p:spPr>
            <a:xfrm>
              <a:off x="9075206" y="21844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7" name="pt59217"/>
            <p:cNvSpPr/>
            <p:nvPr/>
          </p:nvSpPr>
          <p:spPr>
            <a:xfrm>
              <a:off x="9121452" y="2064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8" name="pt59218"/>
            <p:cNvSpPr/>
            <p:nvPr/>
          </p:nvSpPr>
          <p:spPr>
            <a:xfrm>
              <a:off x="9116975" y="1744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9" name="pt59219"/>
            <p:cNvSpPr/>
            <p:nvPr/>
          </p:nvSpPr>
          <p:spPr>
            <a:xfrm>
              <a:off x="9090610" y="1818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0" name="pt59220"/>
            <p:cNvSpPr/>
            <p:nvPr/>
          </p:nvSpPr>
          <p:spPr>
            <a:xfrm>
              <a:off x="8935109" y="20892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1" name="pt59221"/>
            <p:cNvSpPr/>
            <p:nvPr/>
          </p:nvSpPr>
          <p:spPr>
            <a:xfrm>
              <a:off x="8898383" y="20867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2" name="pt59222"/>
            <p:cNvSpPr/>
            <p:nvPr/>
          </p:nvSpPr>
          <p:spPr>
            <a:xfrm>
              <a:off x="9190113" y="1914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3" name="pt59223"/>
            <p:cNvSpPr/>
            <p:nvPr/>
          </p:nvSpPr>
          <p:spPr>
            <a:xfrm>
              <a:off x="9020327" y="1751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4" name="pt59224"/>
            <p:cNvSpPr/>
            <p:nvPr/>
          </p:nvSpPr>
          <p:spPr>
            <a:xfrm>
              <a:off x="9514089" y="2527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5" name="pt59225"/>
            <p:cNvSpPr/>
            <p:nvPr/>
          </p:nvSpPr>
          <p:spPr>
            <a:xfrm>
              <a:off x="8977900" y="2352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6" name="pt59226"/>
            <p:cNvSpPr/>
            <p:nvPr/>
          </p:nvSpPr>
          <p:spPr>
            <a:xfrm>
              <a:off x="8627374" y="2047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7" name="pt59227"/>
            <p:cNvSpPr/>
            <p:nvPr/>
          </p:nvSpPr>
          <p:spPr>
            <a:xfrm>
              <a:off x="8749319" y="1954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8" name="pt59228"/>
            <p:cNvSpPr/>
            <p:nvPr/>
          </p:nvSpPr>
          <p:spPr>
            <a:xfrm>
              <a:off x="8505430" y="24194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9" name="pt59229"/>
            <p:cNvSpPr/>
            <p:nvPr/>
          </p:nvSpPr>
          <p:spPr>
            <a:xfrm>
              <a:off x="9075206" y="22454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0" name="pt59230"/>
            <p:cNvSpPr/>
            <p:nvPr/>
          </p:nvSpPr>
          <p:spPr>
            <a:xfrm>
              <a:off x="8855955" y="2033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1" name="pt59231"/>
            <p:cNvSpPr/>
            <p:nvPr/>
          </p:nvSpPr>
          <p:spPr>
            <a:xfrm>
              <a:off x="8532549" y="2445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2" name="pt59232"/>
            <p:cNvSpPr/>
            <p:nvPr/>
          </p:nvSpPr>
          <p:spPr>
            <a:xfrm>
              <a:off x="9498107" y="26319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3" name="pt59233"/>
            <p:cNvSpPr/>
            <p:nvPr/>
          </p:nvSpPr>
          <p:spPr>
            <a:xfrm>
              <a:off x="9094774" y="1851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4" name="pt59234"/>
            <p:cNvSpPr/>
            <p:nvPr/>
          </p:nvSpPr>
          <p:spPr>
            <a:xfrm>
              <a:off x="8312152" y="24984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5" name="pt59235"/>
            <p:cNvSpPr/>
            <p:nvPr/>
          </p:nvSpPr>
          <p:spPr>
            <a:xfrm>
              <a:off x="9726386" y="2296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6" name="pt59236"/>
            <p:cNvSpPr/>
            <p:nvPr/>
          </p:nvSpPr>
          <p:spPr>
            <a:xfrm>
              <a:off x="8698707" y="2376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7" name="pt59237"/>
            <p:cNvSpPr/>
            <p:nvPr/>
          </p:nvSpPr>
          <p:spPr>
            <a:xfrm>
              <a:off x="9376059" y="2092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8" name="pt59238"/>
            <p:cNvSpPr/>
            <p:nvPr/>
          </p:nvSpPr>
          <p:spPr>
            <a:xfrm>
              <a:off x="9070546" y="2367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9" name="pt59239"/>
            <p:cNvSpPr/>
            <p:nvPr/>
          </p:nvSpPr>
          <p:spPr>
            <a:xfrm>
              <a:off x="8895213" y="21952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0" name="pt59240"/>
            <p:cNvSpPr/>
            <p:nvPr/>
          </p:nvSpPr>
          <p:spPr>
            <a:xfrm>
              <a:off x="8725827" y="22406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1" name="pt59241"/>
            <p:cNvSpPr/>
            <p:nvPr/>
          </p:nvSpPr>
          <p:spPr>
            <a:xfrm>
              <a:off x="8473354" y="23090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2" name="pt59242"/>
            <p:cNvSpPr/>
            <p:nvPr/>
          </p:nvSpPr>
          <p:spPr>
            <a:xfrm>
              <a:off x="8654494" y="2487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3" name="pt59243"/>
            <p:cNvSpPr/>
            <p:nvPr/>
          </p:nvSpPr>
          <p:spPr>
            <a:xfrm>
              <a:off x="9219272" y="19003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4" name="pt59244"/>
            <p:cNvSpPr/>
            <p:nvPr/>
          </p:nvSpPr>
          <p:spPr>
            <a:xfrm>
              <a:off x="8473354" y="23733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5" name="pt59245"/>
            <p:cNvSpPr/>
            <p:nvPr/>
          </p:nvSpPr>
          <p:spPr>
            <a:xfrm>
              <a:off x="8830164" y="20012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6" name="pt59246"/>
            <p:cNvSpPr/>
            <p:nvPr/>
          </p:nvSpPr>
          <p:spPr>
            <a:xfrm>
              <a:off x="9124084" y="21203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7" name="pt59247"/>
            <p:cNvSpPr/>
            <p:nvPr/>
          </p:nvSpPr>
          <p:spPr>
            <a:xfrm>
              <a:off x="9039647" y="187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8" name="pt59248"/>
            <p:cNvSpPr/>
            <p:nvPr/>
          </p:nvSpPr>
          <p:spPr>
            <a:xfrm>
              <a:off x="8895213" y="22465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9" name="pt59249"/>
            <p:cNvSpPr/>
            <p:nvPr/>
          </p:nvSpPr>
          <p:spPr>
            <a:xfrm>
              <a:off x="9201130" y="2069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0" name="pt59250"/>
            <p:cNvSpPr/>
            <p:nvPr/>
          </p:nvSpPr>
          <p:spPr>
            <a:xfrm>
              <a:off x="8383485" y="2321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1" name="pt59251"/>
            <p:cNvSpPr/>
            <p:nvPr/>
          </p:nvSpPr>
          <p:spPr>
            <a:xfrm>
              <a:off x="8919104" y="21700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2" name="pt59252"/>
            <p:cNvSpPr/>
            <p:nvPr/>
          </p:nvSpPr>
          <p:spPr>
            <a:xfrm>
              <a:off x="8945023" y="1723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3" name="pt59253"/>
            <p:cNvSpPr/>
            <p:nvPr/>
          </p:nvSpPr>
          <p:spPr>
            <a:xfrm>
              <a:off x="8473354" y="22377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4" name="pt59254"/>
            <p:cNvSpPr/>
            <p:nvPr/>
          </p:nvSpPr>
          <p:spPr>
            <a:xfrm>
              <a:off x="9055774" y="1817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5" name="pt59255"/>
            <p:cNvSpPr/>
            <p:nvPr/>
          </p:nvSpPr>
          <p:spPr>
            <a:xfrm>
              <a:off x="8312152" y="25009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6" name="pt59256"/>
            <p:cNvSpPr/>
            <p:nvPr/>
          </p:nvSpPr>
          <p:spPr>
            <a:xfrm>
              <a:off x="8901496" y="1834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7" name="pt59257"/>
            <p:cNvSpPr/>
            <p:nvPr/>
          </p:nvSpPr>
          <p:spPr>
            <a:xfrm>
              <a:off x="9573244" y="2291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8" name="pt59258"/>
            <p:cNvSpPr/>
            <p:nvPr/>
          </p:nvSpPr>
          <p:spPr>
            <a:xfrm>
              <a:off x="9881517" y="2436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9" name="pt59259"/>
            <p:cNvSpPr/>
            <p:nvPr/>
          </p:nvSpPr>
          <p:spPr>
            <a:xfrm>
              <a:off x="9028011" y="1752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0" name="pt59260"/>
            <p:cNvSpPr/>
            <p:nvPr/>
          </p:nvSpPr>
          <p:spPr>
            <a:xfrm>
              <a:off x="9097834" y="19287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1" name="pt59261"/>
            <p:cNvSpPr/>
            <p:nvPr/>
          </p:nvSpPr>
          <p:spPr>
            <a:xfrm>
              <a:off x="8556041" y="24575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2" name="pt59262"/>
            <p:cNvSpPr/>
            <p:nvPr/>
          </p:nvSpPr>
          <p:spPr>
            <a:xfrm>
              <a:off x="8916289" y="19936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3" name="pt59263"/>
            <p:cNvSpPr/>
            <p:nvPr/>
          </p:nvSpPr>
          <p:spPr>
            <a:xfrm>
              <a:off x="8312152" y="23888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4" name="pt59264"/>
            <p:cNvSpPr/>
            <p:nvPr/>
          </p:nvSpPr>
          <p:spPr>
            <a:xfrm>
              <a:off x="8937640" y="17841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5" name="pt59265"/>
            <p:cNvSpPr/>
            <p:nvPr/>
          </p:nvSpPr>
          <p:spPr>
            <a:xfrm>
              <a:off x="9435194" y="1944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6" name="pt59266"/>
            <p:cNvSpPr/>
            <p:nvPr/>
          </p:nvSpPr>
          <p:spPr>
            <a:xfrm>
              <a:off x="8956678" y="1944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7" name="pt59267"/>
            <p:cNvSpPr/>
            <p:nvPr/>
          </p:nvSpPr>
          <p:spPr>
            <a:xfrm>
              <a:off x="8595298" y="2285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8" name="pt59268"/>
            <p:cNvSpPr/>
            <p:nvPr/>
          </p:nvSpPr>
          <p:spPr>
            <a:xfrm>
              <a:off x="9260646" y="20533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9" name="pt59269"/>
            <p:cNvSpPr/>
            <p:nvPr/>
          </p:nvSpPr>
          <p:spPr>
            <a:xfrm>
              <a:off x="9201130" y="2025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0" name="pt59270"/>
            <p:cNvSpPr/>
            <p:nvPr/>
          </p:nvSpPr>
          <p:spPr>
            <a:xfrm>
              <a:off x="8843532" y="2005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1" name="pt59271"/>
            <p:cNvSpPr/>
            <p:nvPr/>
          </p:nvSpPr>
          <p:spPr>
            <a:xfrm>
              <a:off x="8881929" y="2200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2" name="pt59272"/>
            <p:cNvSpPr/>
            <p:nvPr/>
          </p:nvSpPr>
          <p:spPr>
            <a:xfrm>
              <a:off x="8612066" y="2294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3" name="pt59273"/>
            <p:cNvSpPr/>
            <p:nvPr/>
          </p:nvSpPr>
          <p:spPr>
            <a:xfrm>
              <a:off x="8612066" y="2232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4" name="pt59274"/>
            <p:cNvSpPr/>
            <p:nvPr/>
          </p:nvSpPr>
          <p:spPr>
            <a:xfrm>
              <a:off x="8935109" y="2120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5" name="pt59275"/>
            <p:cNvSpPr/>
            <p:nvPr/>
          </p:nvSpPr>
          <p:spPr>
            <a:xfrm>
              <a:off x="8708219" y="22627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6" name="pt59276"/>
            <p:cNvSpPr/>
            <p:nvPr/>
          </p:nvSpPr>
          <p:spPr>
            <a:xfrm>
              <a:off x="9135874" y="1995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7" name="pt59277"/>
            <p:cNvSpPr/>
            <p:nvPr/>
          </p:nvSpPr>
          <p:spPr>
            <a:xfrm>
              <a:off x="9072891" y="2220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8" name="pt59278"/>
            <p:cNvSpPr/>
            <p:nvPr/>
          </p:nvSpPr>
          <p:spPr>
            <a:xfrm>
              <a:off x="8576763" y="2449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9" name="pt59279"/>
            <p:cNvSpPr/>
            <p:nvPr/>
          </p:nvSpPr>
          <p:spPr>
            <a:xfrm>
              <a:off x="8799930" y="2176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0" name="pt59280"/>
            <p:cNvSpPr/>
            <p:nvPr/>
          </p:nvSpPr>
          <p:spPr>
            <a:xfrm>
              <a:off x="8881929" y="2218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1" name="pt59281"/>
            <p:cNvSpPr/>
            <p:nvPr/>
          </p:nvSpPr>
          <p:spPr>
            <a:xfrm>
              <a:off x="8473354" y="23247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2" name="pt59282"/>
            <p:cNvSpPr/>
            <p:nvPr/>
          </p:nvSpPr>
          <p:spPr>
            <a:xfrm>
              <a:off x="9068168" y="2208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3" name="pt59283"/>
            <p:cNvSpPr/>
            <p:nvPr/>
          </p:nvSpPr>
          <p:spPr>
            <a:xfrm>
              <a:off x="8473354" y="2174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4" name="pt59284"/>
            <p:cNvSpPr/>
            <p:nvPr/>
          </p:nvSpPr>
          <p:spPr>
            <a:xfrm>
              <a:off x="9199436" y="19913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5" name="pt59285"/>
            <p:cNvSpPr/>
            <p:nvPr/>
          </p:nvSpPr>
          <p:spPr>
            <a:xfrm>
              <a:off x="8763400" y="21863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6" name="pt59286"/>
            <p:cNvSpPr/>
            <p:nvPr/>
          </p:nvSpPr>
          <p:spPr>
            <a:xfrm>
              <a:off x="8741831" y="2324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7" name="pt59287"/>
            <p:cNvSpPr/>
            <p:nvPr/>
          </p:nvSpPr>
          <p:spPr>
            <a:xfrm>
              <a:off x="9051878" y="17005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8" name="pt59288"/>
            <p:cNvSpPr/>
            <p:nvPr/>
          </p:nvSpPr>
          <p:spPr>
            <a:xfrm>
              <a:off x="9811851" y="264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9" name="pt59289"/>
            <p:cNvSpPr/>
            <p:nvPr/>
          </p:nvSpPr>
          <p:spPr>
            <a:xfrm>
              <a:off x="8576763" y="2523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0" name="pt59290"/>
            <p:cNvSpPr/>
            <p:nvPr/>
          </p:nvSpPr>
          <p:spPr>
            <a:xfrm>
              <a:off x="9116066" y="1726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1" name="pt59291"/>
            <p:cNvSpPr/>
            <p:nvPr/>
          </p:nvSpPr>
          <p:spPr>
            <a:xfrm>
              <a:off x="8505430" y="2422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2" name="pt59292"/>
            <p:cNvSpPr/>
            <p:nvPr/>
          </p:nvSpPr>
          <p:spPr>
            <a:xfrm>
              <a:off x="9097834" y="2078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3" name="pt59293"/>
            <p:cNvSpPr/>
            <p:nvPr/>
          </p:nvSpPr>
          <p:spPr>
            <a:xfrm>
              <a:off x="9393280" y="2058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4" name="pt59294"/>
            <p:cNvSpPr/>
            <p:nvPr/>
          </p:nvSpPr>
          <p:spPr>
            <a:xfrm>
              <a:off x="9070546" y="21549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5" name="pt59295"/>
            <p:cNvSpPr/>
            <p:nvPr/>
          </p:nvSpPr>
          <p:spPr>
            <a:xfrm>
              <a:off x="8473354" y="23454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6" name="pt59296"/>
            <p:cNvSpPr/>
            <p:nvPr/>
          </p:nvSpPr>
          <p:spPr>
            <a:xfrm>
              <a:off x="8654494" y="25735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7" name="pt59297"/>
            <p:cNvSpPr/>
            <p:nvPr/>
          </p:nvSpPr>
          <p:spPr>
            <a:xfrm>
              <a:off x="9138300" y="21745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8" name="pt59298"/>
            <p:cNvSpPr/>
            <p:nvPr/>
          </p:nvSpPr>
          <p:spPr>
            <a:xfrm>
              <a:off x="9007289" y="18095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9" name="pt59299"/>
            <p:cNvSpPr/>
            <p:nvPr/>
          </p:nvSpPr>
          <p:spPr>
            <a:xfrm>
              <a:off x="9653069" y="2183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0" name="pt59300"/>
            <p:cNvSpPr/>
            <p:nvPr/>
          </p:nvSpPr>
          <p:spPr>
            <a:xfrm>
              <a:off x="9724502" y="2351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1" name="pt59301"/>
            <p:cNvSpPr/>
            <p:nvPr/>
          </p:nvSpPr>
          <p:spPr>
            <a:xfrm>
              <a:off x="9654228" y="2299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2" name="pt59302"/>
            <p:cNvSpPr/>
            <p:nvPr/>
          </p:nvSpPr>
          <p:spPr>
            <a:xfrm>
              <a:off x="9512564" y="23781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3" name="pt59303"/>
            <p:cNvSpPr/>
            <p:nvPr/>
          </p:nvSpPr>
          <p:spPr>
            <a:xfrm>
              <a:off x="9086345" y="1834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4" name="pt59304"/>
            <p:cNvSpPr/>
            <p:nvPr/>
          </p:nvSpPr>
          <p:spPr>
            <a:xfrm>
              <a:off x="8505430" y="2359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5" name="pt59305"/>
            <p:cNvSpPr/>
            <p:nvPr/>
          </p:nvSpPr>
          <p:spPr>
            <a:xfrm>
              <a:off x="8874891" y="20839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6" name="pt59306"/>
            <p:cNvSpPr/>
            <p:nvPr/>
          </p:nvSpPr>
          <p:spPr>
            <a:xfrm>
              <a:off x="8312152" y="2472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7" name="pt59307"/>
            <p:cNvSpPr/>
            <p:nvPr/>
          </p:nvSpPr>
          <p:spPr>
            <a:xfrm>
              <a:off x="8595298" y="2299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8" name="pt59308"/>
            <p:cNvSpPr/>
            <p:nvPr/>
          </p:nvSpPr>
          <p:spPr>
            <a:xfrm>
              <a:off x="9060837" y="15989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9" name="pt59309"/>
            <p:cNvSpPr/>
            <p:nvPr/>
          </p:nvSpPr>
          <p:spPr>
            <a:xfrm>
              <a:off x="8881929" y="2266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0" name="pt59310"/>
            <p:cNvSpPr/>
            <p:nvPr/>
          </p:nvSpPr>
          <p:spPr>
            <a:xfrm>
              <a:off x="9663884" y="22473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1" name="pt59311"/>
            <p:cNvSpPr/>
            <p:nvPr/>
          </p:nvSpPr>
          <p:spPr>
            <a:xfrm>
              <a:off x="8312152" y="22590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2" name="pt59312"/>
            <p:cNvSpPr/>
            <p:nvPr/>
          </p:nvSpPr>
          <p:spPr>
            <a:xfrm>
              <a:off x="9384781" y="20448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3" name="pt59313"/>
            <p:cNvSpPr/>
            <p:nvPr/>
          </p:nvSpPr>
          <p:spPr>
            <a:xfrm>
              <a:off x="8434097" y="22957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4" name="pt59314"/>
            <p:cNvSpPr/>
            <p:nvPr/>
          </p:nvSpPr>
          <p:spPr>
            <a:xfrm>
              <a:off x="9062080" y="18258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5" name="pt59315"/>
            <p:cNvSpPr/>
            <p:nvPr/>
          </p:nvSpPr>
          <p:spPr>
            <a:xfrm>
              <a:off x="8891985" y="2112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6" name="pt59316"/>
            <p:cNvSpPr/>
            <p:nvPr/>
          </p:nvSpPr>
          <p:spPr>
            <a:xfrm>
              <a:off x="8505430" y="24318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7" name="pt59317"/>
            <p:cNvSpPr/>
            <p:nvPr/>
          </p:nvSpPr>
          <p:spPr>
            <a:xfrm>
              <a:off x="9440320" y="1955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8" name="pt59318"/>
            <p:cNvSpPr/>
            <p:nvPr/>
          </p:nvSpPr>
          <p:spPr>
            <a:xfrm>
              <a:off x="9097834" y="1975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9" name="pt59319"/>
            <p:cNvSpPr/>
            <p:nvPr/>
          </p:nvSpPr>
          <p:spPr>
            <a:xfrm>
              <a:off x="8963317" y="20572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0" name="pt59320"/>
            <p:cNvSpPr/>
            <p:nvPr/>
          </p:nvSpPr>
          <p:spPr>
            <a:xfrm>
              <a:off x="8556041" y="25968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1" name="pt59321"/>
            <p:cNvSpPr/>
            <p:nvPr/>
          </p:nvSpPr>
          <p:spPr>
            <a:xfrm>
              <a:off x="9051878" y="1736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2" name="pt59322"/>
            <p:cNvSpPr/>
            <p:nvPr/>
          </p:nvSpPr>
          <p:spPr>
            <a:xfrm>
              <a:off x="9393280" y="2141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3" name="pt59323"/>
            <p:cNvSpPr/>
            <p:nvPr/>
          </p:nvSpPr>
          <p:spPr>
            <a:xfrm>
              <a:off x="9260646" y="22564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4" name="pt59324"/>
            <p:cNvSpPr/>
            <p:nvPr/>
          </p:nvSpPr>
          <p:spPr>
            <a:xfrm>
              <a:off x="8641456" y="2001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5" name="pt59325"/>
            <p:cNvSpPr/>
            <p:nvPr/>
          </p:nvSpPr>
          <p:spPr>
            <a:xfrm>
              <a:off x="9688802" y="2517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6" name="pt59326"/>
            <p:cNvSpPr/>
            <p:nvPr/>
          </p:nvSpPr>
          <p:spPr>
            <a:xfrm>
              <a:off x="9221288" y="188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7" name="pt59327"/>
            <p:cNvSpPr/>
            <p:nvPr/>
          </p:nvSpPr>
          <p:spPr>
            <a:xfrm>
              <a:off x="8717243" y="22504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8" name="pt59328"/>
            <p:cNvSpPr/>
            <p:nvPr/>
          </p:nvSpPr>
          <p:spPr>
            <a:xfrm>
              <a:off x="8977900" y="23714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9" name="pt59329"/>
            <p:cNvSpPr/>
            <p:nvPr/>
          </p:nvSpPr>
          <p:spPr>
            <a:xfrm>
              <a:off x="9654228" y="22219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0" name="pt59330"/>
            <p:cNvSpPr/>
            <p:nvPr/>
          </p:nvSpPr>
          <p:spPr>
            <a:xfrm>
              <a:off x="9253280" y="2068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1" name="pt59331"/>
            <p:cNvSpPr/>
            <p:nvPr/>
          </p:nvSpPr>
          <p:spPr>
            <a:xfrm>
              <a:off x="8717243" y="2311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2" name="pt59332"/>
            <p:cNvSpPr/>
            <p:nvPr/>
          </p:nvSpPr>
          <p:spPr>
            <a:xfrm>
              <a:off x="8935109" y="21493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3" name="pt59333"/>
            <p:cNvSpPr/>
            <p:nvPr/>
          </p:nvSpPr>
          <p:spPr>
            <a:xfrm>
              <a:off x="8666631" y="25156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4" name="pt59334"/>
            <p:cNvSpPr/>
            <p:nvPr/>
          </p:nvSpPr>
          <p:spPr>
            <a:xfrm>
              <a:off x="8532549" y="2472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5" name="pt59335"/>
            <p:cNvSpPr/>
            <p:nvPr/>
          </p:nvSpPr>
          <p:spPr>
            <a:xfrm>
              <a:off x="8830164" y="23089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6" name="pt59336"/>
            <p:cNvSpPr/>
            <p:nvPr/>
          </p:nvSpPr>
          <p:spPr>
            <a:xfrm>
              <a:off x="9502520" y="2310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7" name="pt59337"/>
            <p:cNvSpPr/>
            <p:nvPr/>
          </p:nvSpPr>
          <p:spPr>
            <a:xfrm>
              <a:off x="8312152" y="25260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8" name="pt59338"/>
            <p:cNvSpPr/>
            <p:nvPr/>
          </p:nvSpPr>
          <p:spPr>
            <a:xfrm>
              <a:off x="8839187" y="2166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9" name="pt59339"/>
            <p:cNvSpPr/>
            <p:nvPr/>
          </p:nvSpPr>
          <p:spPr>
            <a:xfrm>
              <a:off x="8839187" y="2248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0" name="pt59340"/>
            <p:cNvSpPr/>
            <p:nvPr/>
          </p:nvSpPr>
          <p:spPr>
            <a:xfrm>
              <a:off x="8859909" y="20383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1" name="pt59341"/>
            <p:cNvSpPr/>
            <p:nvPr/>
          </p:nvSpPr>
          <p:spPr>
            <a:xfrm>
              <a:off x="8556041" y="228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2" name="pt59342"/>
            <p:cNvSpPr/>
            <p:nvPr/>
          </p:nvSpPr>
          <p:spPr>
            <a:xfrm>
              <a:off x="9311758" y="20079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3" name="pt59343"/>
            <p:cNvSpPr/>
            <p:nvPr/>
          </p:nvSpPr>
          <p:spPr>
            <a:xfrm>
              <a:off x="8595298" y="2360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4" name="pt59344"/>
            <p:cNvSpPr/>
            <p:nvPr/>
          </p:nvSpPr>
          <p:spPr>
            <a:xfrm>
              <a:off x="8954408" y="1852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5" name="pt59345"/>
            <p:cNvSpPr/>
            <p:nvPr/>
          </p:nvSpPr>
          <p:spPr>
            <a:xfrm>
              <a:off x="8312152" y="2405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6" name="pt59346"/>
            <p:cNvSpPr/>
            <p:nvPr/>
          </p:nvSpPr>
          <p:spPr>
            <a:xfrm>
              <a:off x="8937640" y="17797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7" name="pt59347"/>
            <p:cNvSpPr/>
            <p:nvPr/>
          </p:nvSpPr>
          <p:spPr>
            <a:xfrm>
              <a:off x="8654494" y="24525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8" name="pt59348"/>
            <p:cNvSpPr/>
            <p:nvPr/>
          </p:nvSpPr>
          <p:spPr>
            <a:xfrm>
              <a:off x="8595298" y="2208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9" name="pt59349"/>
            <p:cNvSpPr/>
            <p:nvPr/>
          </p:nvSpPr>
          <p:spPr>
            <a:xfrm>
              <a:off x="9200002" y="1973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0" name="pt59350"/>
            <p:cNvSpPr/>
            <p:nvPr/>
          </p:nvSpPr>
          <p:spPr>
            <a:xfrm>
              <a:off x="9171842" y="19687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1" name="pt59351"/>
            <p:cNvSpPr/>
            <p:nvPr/>
          </p:nvSpPr>
          <p:spPr>
            <a:xfrm>
              <a:off x="8717243" y="23082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2" name="pt59352"/>
            <p:cNvSpPr/>
            <p:nvPr/>
          </p:nvSpPr>
          <p:spPr>
            <a:xfrm>
              <a:off x="8947416" y="1976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3" name="pt59353"/>
            <p:cNvSpPr/>
            <p:nvPr/>
          </p:nvSpPr>
          <p:spPr>
            <a:xfrm>
              <a:off x="8434097" y="2452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4" name="pt59354"/>
            <p:cNvSpPr/>
            <p:nvPr/>
          </p:nvSpPr>
          <p:spPr>
            <a:xfrm>
              <a:off x="8776438" y="2100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5" name="pt59355"/>
            <p:cNvSpPr/>
            <p:nvPr/>
          </p:nvSpPr>
          <p:spPr>
            <a:xfrm>
              <a:off x="8996835" y="19931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6" name="pt59356"/>
            <p:cNvSpPr/>
            <p:nvPr/>
          </p:nvSpPr>
          <p:spPr>
            <a:xfrm>
              <a:off x="8383485" y="25226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7" name="pt59357"/>
            <p:cNvSpPr/>
            <p:nvPr/>
          </p:nvSpPr>
          <p:spPr>
            <a:xfrm>
              <a:off x="9146155" y="19848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8" name="pt59358"/>
            <p:cNvSpPr/>
            <p:nvPr/>
          </p:nvSpPr>
          <p:spPr>
            <a:xfrm>
              <a:off x="9376059" y="214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9" name="pt59359"/>
            <p:cNvSpPr/>
            <p:nvPr/>
          </p:nvSpPr>
          <p:spPr>
            <a:xfrm>
              <a:off x="8688651" y="23479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0" name="pt59360"/>
            <p:cNvSpPr/>
            <p:nvPr/>
          </p:nvSpPr>
          <p:spPr>
            <a:xfrm>
              <a:off x="9978328" y="25486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1" name="pt59361"/>
            <p:cNvSpPr/>
            <p:nvPr/>
          </p:nvSpPr>
          <p:spPr>
            <a:xfrm>
              <a:off x="8505430" y="26014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2" name="pt59362"/>
            <p:cNvSpPr/>
            <p:nvPr/>
          </p:nvSpPr>
          <p:spPr>
            <a:xfrm>
              <a:off x="8612066" y="2402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3" name="pt59363"/>
            <p:cNvSpPr/>
            <p:nvPr/>
          </p:nvSpPr>
          <p:spPr>
            <a:xfrm>
              <a:off x="9440320" y="19061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4" name="pt59364"/>
            <p:cNvSpPr/>
            <p:nvPr/>
          </p:nvSpPr>
          <p:spPr>
            <a:xfrm>
              <a:off x="8312152" y="2413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5" name="pt59365"/>
            <p:cNvSpPr/>
            <p:nvPr/>
          </p:nvSpPr>
          <p:spPr>
            <a:xfrm>
              <a:off x="8505430" y="24093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6" name="pt59366"/>
            <p:cNvSpPr/>
            <p:nvPr/>
          </p:nvSpPr>
          <p:spPr>
            <a:xfrm>
              <a:off x="9076352" y="21151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7" name="pt59367"/>
            <p:cNvSpPr/>
            <p:nvPr/>
          </p:nvSpPr>
          <p:spPr>
            <a:xfrm>
              <a:off x="8979888" y="2247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8" name="pt59368"/>
            <p:cNvSpPr/>
            <p:nvPr/>
          </p:nvSpPr>
          <p:spPr>
            <a:xfrm>
              <a:off x="9028011" y="1548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9" name="pt59369"/>
            <p:cNvSpPr/>
            <p:nvPr/>
          </p:nvSpPr>
          <p:spPr>
            <a:xfrm>
              <a:off x="8473354" y="25068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0" name="pt59370"/>
            <p:cNvSpPr/>
            <p:nvPr/>
          </p:nvSpPr>
          <p:spPr>
            <a:xfrm>
              <a:off x="8595298" y="22353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1" name="pt59371"/>
            <p:cNvSpPr/>
            <p:nvPr/>
          </p:nvSpPr>
          <p:spPr>
            <a:xfrm>
              <a:off x="8895213" y="22735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2" name="pt59372"/>
            <p:cNvSpPr/>
            <p:nvPr/>
          </p:nvSpPr>
          <p:spPr>
            <a:xfrm>
              <a:off x="8698707" y="23914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3" name="pt59373"/>
            <p:cNvSpPr/>
            <p:nvPr/>
          </p:nvSpPr>
          <p:spPr>
            <a:xfrm>
              <a:off x="9452717" y="2047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4" name="pt59374"/>
            <p:cNvSpPr/>
            <p:nvPr/>
          </p:nvSpPr>
          <p:spPr>
            <a:xfrm>
              <a:off x="8473354" y="22702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5" name="pt59375"/>
            <p:cNvSpPr/>
            <p:nvPr/>
          </p:nvSpPr>
          <p:spPr>
            <a:xfrm>
              <a:off x="8971798" y="2086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6" name="pt59376"/>
            <p:cNvSpPr/>
            <p:nvPr/>
          </p:nvSpPr>
          <p:spPr>
            <a:xfrm>
              <a:off x="8434097" y="24823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7" name="pt59377"/>
            <p:cNvSpPr/>
            <p:nvPr/>
          </p:nvSpPr>
          <p:spPr>
            <a:xfrm>
              <a:off x="9039647" y="21209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8" name="pt59378"/>
            <p:cNvSpPr/>
            <p:nvPr/>
          </p:nvSpPr>
          <p:spPr>
            <a:xfrm>
              <a:off x="9051878" y="17938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9" name="pt59379"/>
            <p:cNvSpPr/>
            <p:nvPr/>
          </p:nvSpPr>
          <p:spPr>
            <a:xfrm>
              <a:off x="9066967" y="21660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0" name="pt59380"/>
            <p:cNvSpPr/>
            <p:nvPr/>
          </p:nvSpPr>
          <p:spPr>
            <a:xfrm>
              <a:off x="9028011" y="1722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1" name="pt59381"/>
            <p:cNvSpPr/>
            <p:nvPr/>
          </p:nvSpPr>
          <p:spPr>
            <a:xfrm>
              <a:off x="8973855" y="2107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2" name="pt59382"/>
            <p:cNvSpPr/>
            <p:nvPr/>
          </p:nvSpPr>
          <p:spPr>
            <a:xfrm>
              <a:off x="9573785" y="24526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3" name="pt59383"/>
            <p:cNvSpPr/>
            <p:nvPr/>
          </p:nvSpPr>
          <p:spPr>
            <a:xfrm>
              <a:off x="8830164" y="20979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4" name="pt59384"/>
            <p:cNvSpPr/>
            <p:nvPr/>
          </p:nvSpPr>
          <p:spPr>
            <a:xfrm>
              <a:off x="9116975" y="16908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5" name="pt59385"/>
            <p:cNvSpPr/>
            <p:nvPr/>
          </p:nvSpPr>
          <p:spPr>
            <a:xfrm>
              <a:off x="9201130" y="20290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6" name="pt59386"/>
            <p:cNvSpPr/>
            <p:nvPr/>
          </p:nvSpPr>
          <p:spPr>
            <a:xfrm>
              <a:off x="8830164" y="22305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7" name="pt59387"/>
            <p:cNvSpPr/>
            <p:nvPr/>
          </p:nvSpPr>
          <p:spPr>
            <a:xfrm>
              <a:off x="9578717" y="2193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8" name="pt59388"/>
            <p:cNvSpPr/>
            <p:nvPr/>
          </p:nvSpPr>
          <p:spPr>
            <a:xfrm>
              <a:off x="8975889" y="22022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9" name="pt59389"/>
            <p:cNvSpPr/>
            <p:nvPr/>
          </p:nvSpPr>
          <p:spPr>
            <a:xfrm>
              <a:off x="9435343" y="1703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0" name="pt59390"/>
            <p:cNvSpPr/>
            <p:nvPr/>
          </p:nvSpPr>
          <p:spPr>
            <a:xfrm>
              <a:off x="8756500" y="19614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1" name="pt59391"/>
            <p:cNvSpPr/>
            <p:nvPr/>
          </p:nvSpPr>
          <p:spPr>
            <a:xfrm>
              <a:off x="9346461" y="21192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2" name="pt59392"/>
            <p:cNvSpPr/>
            <p:nvPr/>
          </p:nvSpPr>
          <p:spPr>
            <a:xfrm>
              <a:off x="8947416" y="19100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3" name="pt59393"/>
            <p:cNvSpPr/>
            <p:nvPr/>
          </p:nvSpPr>
          <p:spPr>
            <a:xfrm>
              <a:off x="9282831" y="2085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4" name="pt59394"/>
            <p:cNvSpPr/>
            <p:nvPr/>
          </p:nvSpPr>
          <p:spPr>
            <a:xfrm>
              <a:off x="9444456" y="1852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5" name="pt59395"/>
            <p:cNvSpPr/>
            <p:nvPr/>
          </p:nvSpPr>
          <p:spPr>
            <a:xfrm>
              <a:off x="8595298" y="225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6" name="pt59396"/>
            <p:cNvSpPr/>
            <p:nvPr/>
          </p:nvSpPr>
          <p:spPr>
            <a:xfrm>
              <a:off x="9530304" y="246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7" name="pt59397"/>
            <p:cNvSpPr/>
            <p:nvPr/>
          </p:nvSpPr>
          <p:spPr>
            <a:xfrm>
              <a:off x="8825472" y="2027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8" name="pt59398"/>
            <p:cNvSpPr/>
            <p:nvPr/>
          </p:nvSpPr>
          <p:spPr>
            <a:xfrm>
              <a:off x="9607397" y="22020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9" name="pt59399"/>
            <p:cNvSpPr/>
            <p:nvPr/>
          </p:nvSpPr>
          <p:spPr>
            <a:xfrm>
              <a:off x="9168491" y="2160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0" name="pt59400"/>
            <p:cNvSpPr/>
            <p:nvPr/>
          </p:nvSpPr>
          <p:spPr>
            <a:xfrm>
              <a:off x="8734011" y="22395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1" name="pt59401"/>
            <p:cNvSpPr/>
            <p:nvPr/>
          </p:nvSpPr>
          <p:spPr>
            <a:xfrm>
              <a:off x="8913428" y="21485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2" name="pt59402"/>
            <p:cNvSpPr/>
            <p:nvPr/>
          </p:nvSpPr>
          <p:spPr>
            <a:xfrm>
              <a:off x="9124084" y="2086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3" name="pt59403"/>
            <p:cNvSpPr/>
            <p:nvPr/>
          </p:nvSpPr>
          <p:spPr>
            <a:xfrm>
              <a:off x="8641456" y="2067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4" name="pt59404"/>
            <p:cNvSpPr/>
            <p:nvPr/>
          </p:nvSpPr>
          <p:spPr>
            <a:xfrm>
              <a:off x="9121452" y="2086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5" name="pt59405"/>
            <p:cNvSpPr/>
            <p:nvPr/>
          </p:nvSpPr>
          <p:spPr>
            <a:xfrm>
              <a:off x="9666217" y="2013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6" name="pt59406"/>
            <p:cNvSpPr/>
            <p:nvPr/>
          </p:nvSpPr>
          <p:spPr>
            <a:xfrm>
              <a:off x="8654494" y="25333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7" name="pt59407"/>
            <p:cNvSpPr/>
            <p:nvPr/>
          </p:nvSpPr>
          <p:spPr>
            <a:xfrm>
              <a:off x="9260646" y="2098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8" name="pt59408"/>
            <p:cNvSpPr/>
            <p:nvPr/>
          </p:nvSpPr>
          <p:spPr>
            <a:xfrm>
              <a:off x="9366003" y="2090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9" name="pt59409"/>
            <p:cNvSpPr/>
            <p:nvPr/>
          </p:nvSpPr>
          <p:spPr>
            <a:xfrm>
              <a:off x="9500379" y="2475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0" name="pt59410"/>
            <p:cNvSpPr/>
            <p:nvPr/>
          </p:nvSpPr>
          <p:spPr>
            <a:xfrm>
              <a:off x="8770040" y="21236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1" name="pt59411"/>
            <p:cNvSpPr/>
            <p:nvPr/>
          </p:nvSpPr>
          <p:spPr>
            <a:xfrm>
              <a:off x="9161591" y="20472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2" name="pt59412"/>
            <p:cNvSpPr/>
            <p:nvPr/>
          </p:nvSpPr>
          <p:spPr>
            <a:xfrm>
              <a:off x="9218764" y="18911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3" name="pt59413"/>
            <p:cNvSpPr/>
            <p:nvPr/>
          </p:nvSpPr>
          <p:spPr>
            <a:xfrm>
              <a:off x="8725827" y="2213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4" name="pt59414"/>
            <p:cNvSpPr/>
            <p:nvPr/>
          </p:nvSpPr>
          <p:spPr>
            <a:xfrm>
              <a:off x="8847771" y="2094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5" name="pt59415"/>
            <p:cNvSpPr/>
            <p:nvPr/>
          </p:nvSpPr>
          <p:spPr>
            <a:xfrm>
              <a:off x="8776438" y="22516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6" name="pt59416"/>
            <p:cNvSpPr/>
            <p:nvPr/>
          </p:nvSpPr>
          <p:spPr>
            <a:xfrm>
              <a:off x="9135874" y="2018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7" name="pt59417"/>
            <p:cNvSpPr/>
            <p:nvPr/>
          </p:nvSpPr>
          <p:spPr>
            <a:xfrm>
              <a:off x="8981853" y="22608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8" name="pt59418"/>
            <p:cNvSpPr/>
            <p:nvPr/>
          </p:nvSpPr>
          <p:spPr>
            <a:xfrm>
              <a:off x="8312152" y="26033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9" name="pt59419"/>
            <p:cNvSpPr/>
            <p:nvPr/>
          </p:nvSpPr>
          <p:spPr>
            <a:xfrm>
              <a:off x="8937640" y="1839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0" name="pt59420"/>
            <p:cNvSpPr/>
            <p:nvPr/>
          </p:nvSpPr>
          <p:spPr>
            <a:xfrm>
              <a:off x="8473354" y="22598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1" name="pt59421"/>
            <p:cNvSpPr/>
            <p:nvPr/>
          </p:nvSpPr>
          <p:spPr>
            <a:xfrm>
              <a:off x="8708219" y="2129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2" name="pt59422"/>
            <p:cNvSpPr/>
            <p:nvPr/>
          </p:nvSpPr>
          <p:spPr>
            <a:xfrm>
              <a:off x="8859909" y="18672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3" name="pt59423"/>
            <p:cNvSpPr/>
            <p:nvPr/>
          </p:nvSpPr>
          <p:spPr>
            <a:xfrm>
              <a:off x="8901496" y="18959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4" name="pt59424"/>
            <p:cNvSpPr/>
            <p:nvPr/>
          </p:nvSpPr>
          <p:spPr>
            <a:xfrm>
              <a:off x="9214649" y="21056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5" name="pt59425"/>
            <p:cNvSpPr/>
            <p:nvPr/>
          </p:nvSpPr>
          <p:spPr>
            <a:xfrm>
              <a:off x="8473354" y="22874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6" name="pt59426"/>
            <p:cNvSpPr/>
            <p:nvPr/>
          </p:nvSpPr>
          <p:spPr>
            <a:xfrm>
              <a:off x="9124084" y="20319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7" name="pt59427"/>
            <p:cNvSpPr/>
            <p:nvPr/>
          </p:nvSpPr>
          <p:spPr>
            <a:xfrm>
              <a:off x="8595298" y="2272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8" name="pt59428"/>
            <p:cNvSpPr/>
            <p:nvPr/>
          </p:nvSpPr>
          <p:spPr>
            <a:xfrm>
              <a:off x="9461505" y="2001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9" name="pt59429"/>
            <p:cNvSpPr/>
            <p:nvPr/>
          </p:nvSpPr>
          <p:spPr>
            <a:xfrm>
              <a:off x="8312152" y="24738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0" name="pt59430"/>
            <p:cNvSpPr/>
            <p:nvPr/>
          </p:nvSpPr>
          <p:spPr>
            <a:xfrm>
              <a:off x="9310253" y="19687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1" name="pt59431"/>
            <p:cNvSpPr/>
            <p:nvPr/>
          </p:nvSpPr>
          <p:spPr>
            <a:xfrm>
              <a:off x="9124084" y="21928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2" name="pt59432"/>
            <p:cNvSpPr/>
            <p:nvPr/>
          </p:nvSpPr>
          <p:spPr>
            <a:xfrm>
              <a:off x="9393280" y="19658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3" name="pt59433"/>
            <p:cNvSpPr/>
            <p:nvPr/>
          </p:nvSpPr>
          <p:spPr>
            <a:xfrm>
              <a:off x="9121452" y="20554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4" name="pt59434"/>
            <p:cNvSpPr/>
            <p:nvPr/>
          </p:nvSpPr>
          <p:spPr>
            <a:xfrm>
              <a:off x="8863776" y="2085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5" name="pt59435"/>
            <p:cNvSpPr/>
            <p:nvPr/>
          </p:nvSpPr>
          <p:spPr>
            <a:xfrm>
              <a:off x="9094774" y="1917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6" name="pt59436"/>
            <p:cNvSpPr/>
            <p:nvPr/>
          </p:nvSpPr>
          <p:spPr>
            <a:xfrm>
              <a:off x="9489373" y="25950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7" name="pt59437"/>
            <p:cNvSpPr/>
            <p:nvPr/>
          </p:nvSpPr>
          <p:spPr>
            <a:xfrm>
              <a:off x="9135057" y="20925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8" name="pt59438"/>
            <p:cNvSpPr/>
            <p:nvPr/>
          </p:nvSpPr>
          <p:spPr>
            <a:xfrm>
              <a:off x="8734011" y="2164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9" name="pt59439"/>
            <p:cNvSpPr/>
            <p:nvPr/>
          </p:nvSpPr>
          <p:spPr>
            <a:xfrm>
              <a:off x="8383485" y="2326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0" name="pt59440"/>
            <p:cNvSpPr/>
            <p:nvPr/>
          </p:nvSpPr>
          <p:spPr>
            <a:xfrm>
              <a:off x="8741831" y="2204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1" name="pt59441"/>
            <p:cNvSpPr/>
            <p:nvPr/>
          </p:nvSpPr>
          <p:spPr>
            <a:xfrm>
              <a:off x="9018749" y="19918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2" name="pt59442"/>
            <p:cNvSpPr/>
            <p:nvPr/>
          </p:nvSpPr>
          <p:spPr>
            <a:xfrm>
              <a:off x="8904556" y="1985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3" name="pt59443"/>
            <p:cNvSpPr/>
            <p:nvPr/>
          </p:nvSpPr>
          <p:spPr>
            <a:xfrm>
              <a:off x="9028011" y="1791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4" name="pt59444"/>
            <p:cNvSpPr/>
            <p:nvPr/>
          </p:nvSpPr>
          <p:spPr>
            <a:xfrm>
              <a:off x="8641456" y="2139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5" name="pt59445"/>
            <p:cNvSpPr/>
            <p:nvPr/>
          </p:nvSpPr>
          <p:spPr>
            <a:xfrm>
              <a:off x="8782612" y="22002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6" name="pt59446"/>
            <p:cNvSpPr/>
            <p:nvPr/>
          </p:nvSpPr>
          <p:spPr>
            <a:xfrm>
              <a:off x="8434097" y="2464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7" name="pt59447"/>
            <p:cNvSpPr/>
            <p:nvPr/>
          </p:nvSpPr>
          <p:spPr>
            <a:xfrm>
              <a:off x="8627374" y="2290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8" name="pt59448"/>
            <p:cNvSpPr/>
            <p:nvPr/>
          </p:nvSpPr>
          <p:spPr>
            <a:xfrm>
              <a:off x="8717243" y="23637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9" name="pt59449"/>
            <p:cNvSpPr/>
            <p:nvPr/>
          </p:nvSpPr>
          <p:spPr>
            <a:xfrm>
              <a:off x="8973855" y="21163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0" name="pt59450"/>
            <p:cNvSpPr/>
            <p:nvPr/>
          </p:nvSpPr>
          <p:spPr>
            <a:xfrm>
              <a:off x="8595298" y="23151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1" name="pt59451"/>
            <p:cNvSpPr/>
            <p:nvPr/>
          </p:nvSpPr>
          <p:spPr>
            <a:xfrm>
              <a:off x="8741831" y="22671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2" name="pt59452"/>
            <p:cNvSpPr/>
            <p:nvPr/>
          </p:nvSpPr>
          <p:spPr>
            <a:xfrm>
              <a:off x="8505430" y="24270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3" name="pt59453"/>
            <p:cNvSpPr/>
            <p:nvPr/>
          </p:nvSpPr>
          <p:spPr>
            <a:xfrm>
              <a:off x="8612066" y="2130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4" name="pt59454"/>
            <p:cNvSpPr/>
            <p:nvPr/>
          </p:nvSpPr>
          <p:spPr>
            <a:xfrm>
              <a:off x="8532549" y="2415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5" name="pt59455"/>
            <p:cNvSpPr/>
            <p:nvPr/>
          </p:nvSpPr>
          <p:spPr>
            <a:xfrm>
              <a:off x="9427293" y="19262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6" name="pt59456"/>
            <p:cNvSpPr/>
            <p:nvPr/>
          </p:nvSpPr>
          <p:spPr>
            <a:xfrm>
              <a:off x="8698707" y="2320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7" name="pt59457"/>
            <p:cNvSpPr/>
            <p:nvPr/>
          </p:nvSpPr>
          <p:spPr>
            <a:xfrm>
              <a:off x="9260646" y="21422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8" name="pt59458"/>
            <p:cNvSpPr/>
            <p:nvPr/>
          </p:nvSpPr>
          <p:spPr>
            <a:xfrm>
              <a:off x="8776438" y="21439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9" name="pt59459"/>
            <p:cNvSpPr/>
            <p:nvPr/>
          </p:nvSpPr>
          <p:spPr>
            <a:xfrm>
              <a:off x="9249051" y="22504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0" name="pt59460"/>
            <p:cNvSpPr/>
            <p:nvPr/>
          </p:nvSpPr>
          <p:spPr>
            <a:xfrm>
              <a:off x="8677986" y="2388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1" name="pt59461"/>
            <p:cNvSpPr/>
            <p:nvPr/>
          </p:nvSpPr>
          <p:spPr>
            <a:xfrm>
              <a:off x="8505430" y="23657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2" name="pt59462"/>
            <p:cNvSpPr/>
            <p:nvPr/>
          </p:nvSpPr>
          <p:spPr>
            <a:xfrm>
              <a:off x="8677986" y="2237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3" name="pt59463"/>
            <p:cNvSpPr/>
            <p:nvPr/>
          </p:nvSpPr>
          <p:spPr>
            <a:xfrm>
              <a:off x="9135874" y="20753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4" name="pt59464"/>
            <p:cNvSpPr/>
            <p:nvPr/>
          </p:nvSpPr>
          <p:spPr>
            <a:xfrm>
              <a:off x="9530304" y="26801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5" name="pt59465"/>
            <p:cNvSpPr/>
            <p:nvPr/>
          </p:nvSpPr>
          <p:spPr>
            <a:xfrm>
              <a:off x="8901496" y="19306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6" name="pt59466"/>
            <p:cNvSpPr/>
            <p:nvPr/>
          </p:nvSpPr>
          <p:spPr>
            <a:xfrm>
              <a:off x="8830164" y="20089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7" name="pt59467"/>
            <p:cNvSpPr/>
            <p:nvPr/>
          </p:nvSpPr>
          <p:spPr>
            <a:xfrm>
              <a:off x="9221288" y="18895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8" name="pt59468"/>
            <p:cNvSpPr/>
            <p:nvPr/>
          </p:nvSpPr>
          <p:spPr>
            <a:xfrm>
              <a:off x="9024978" y="1858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9" name="pt59469"/>
            <p:cNvSpPr/>
            <p:nvPr/>
          </p:nvSpPr>
          <p:spPr>
            <a:xfrm>
              <a:off x="8595298" y="21979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0" name="pt59470"/>
            <p:cNvSpPr/>
            <p:nvPr/>
          </p:nvSpPr>
          <p:spPr>
            <a:xfrm>
              <a:off x="9110510" y="18451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1" name="pt59471"/>
            <p:cNvSpPr/>
            <p:nvPr/>
          </p:nvSpPr>
          <p:spPr>
            <a:xfrm>
              <a:off x="9138300" y="2046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2" name="pt59472"/>
            <p:cNvSpPr/>
            <p:nvPr/>
          </p:nvSpPr>
          <p:spPr>
            <a:xfrm>
              <a:off x="9209365" y="2057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3" name="pt59473"/>
            <p:cNvSpPr/>
            <p:nvPr/>
          </p:nvSpPr>
          <p:spPr>
            <a:xfrm>
              <a:off x="8996835" y="20690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4" name="pt59474"/>
            <p:cNvSpPr/>
            <p:nvPr/>
          </p:nvSpPr>
          <p:spPr>
            <a:xfrm>
              <a:off x="9201130" y="20263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5" name="pt59475"/>
            <p:cNvSpPr/>
            <p:nvPr/>
          </p:nvSpPr>
          <p:spPr>
            <a:xfrm>
              <a:off x="9530304" y="23711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6" name="pt59476"/>
            <p:cNvSpPr/>
            <p:nvPr/>
          </p:nvSpPr>
          <p:spPr>
            <a:xfrm>
              <a:off x="8776438" y="2006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7" name="pt59477"/>
            <p:cNvSpPr/>
            <p:nvPr/>
          </p:nvSpPr>
          <p:spPr>
            <a:xfrm>
              <a:off x="8383485" y="24311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8" name="pt59478"/>
            <p:cNvSpPr/>
            <p:nvPr/>
          </p:nvSpPr>
          <p:spPr>
            <a:xfrm>
              <a:off x="8749319" y="2087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9" name="pt59479"/>
            <p:cNvSpPr/>
            <p:nvPr/>
          </p:nvSpPr>
          <p:spPr>
            <a:xfrm>
              <a:off x="8473354" y="2354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0" name="pt59480"/>
            <p:cNvSpPr/>
            <p:nvPr/>
          </p:nvSpPr>
          <p:spPr>
            <a:xfrm>
              <a:off x="8473354" y="24313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1" name="pt59481"/>
            <p:cNvSpPr/>
            <p:nvPr/>
          </p:nvSpPr>
          <p:spPr>
            <a:xfrm>
              <a:off x="8576763" y="2340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2" name="pt59482"/>
            <p:cNvSpPr/>
            <p:nvPr/>
          </p:nvSpPr>
          <p:spPr>
            <a:xfrm>
              <a:off x="9350114" y="21695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3" name="pt59483"/>
            <p:cNvSpPr/>
            <p:nvPr/>
          </p:nvSpPr>
          <p:spPr>
            <a:xfrm>
              <a:off x="8935109" y="2097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4" name="pt59484"/>
            <p:cNvSpPr/>
            <p:nvPr/>
          </p:nvSpPr>
          <p:spPr>
            <a:xfrm>
              <a:off x="8576763" y="23198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5" name="pt59485"/>
            <p:cNvSpPr/>
            <p:nvPr/>
          </p:nvSpPr>
          <p:spPr>
            <a:xfrm>
              <a:off x="8881929" y="2235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6" name="pt59486"/>
            <p:cNvSpPr/>
            <p:nvPr/>
          </p:nvSpPr>
          <p:spPr>
            <a:xfrm>
              <a:off x="9230563" y="1894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7" name="pt59487"/>
            <p:cNvSpPr/>
            <p:nvPr/>
          </p:nvSpPr>
          <p:spPr>
            <a:xfrm>
              <a:off x="8834733" y="21591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8" name="pt59488"/>
            <p:cNvSpPr/>
            <p:nvPr/>
          </p:nvSpPr>
          <p:spPr>
            <a:xfrm>
              <a:off x="8473354" y="2239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9" name="pt59489"/>
            <p:cNvSpPr/>
            <p:nvPr/>
          </p:nvSpPr>
          <p:spPr>
            <a:xfrm>
              <a:off x="8998621" y="19596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0" name="pt59490"/>
            <p:cNvSpPr/>
            <p:nvPr/>
          </p:nvSpPr>
          <p:spPr>
            <a:xfrm>
              <a:off x="8434097" y="23553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1" name="pt59491"/>
            <p:cNvSpPr/>
            <p:nvPr/>
          </p:nvSpPr>
          <p:spPr>
            <a:xfrm>
              <a:off x="8627374" y="22734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2" name="pt59492"/>
            <p:cNvSpPr/>
            <p:nvPr/>
          </p:nvSpPr>
          <p:spPr>
            <a:xfrm>
              <a:off x="9285982" y="18653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3" name="pt59493"/>
            <p:cNvSpPr/>
            <p:nvPr/>
          </p:nvSpPr>
          <p:spPr>
            <a:xfrm>
              <a:off x="8971798" y="20758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4" name="pt59494"/>
            <p:cNvSpPr/>
            <p:nvPr/>
          </p:nvSpPr>
          <p:spPr>
            <a:xfrm>
              <a:off x="9219272" y="1870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5" name="pt59495"/>
            <p:cNvSpPr/>
            <p:nvPr/>
          </p:nvSpPr>
          <p:spPr>
            <a:xfrm>
              <a:off x="9347687" y="21912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6" name="pt59496"/>
            <p:cNvSpPr/>
            <p:nvPr/>
          </p:nvSpPr>
          <p:spPr>
            <a:xfrm>
              <a:off x="9117880" y="2017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7" name="pt59497"/>
            <p:cNvSpPr/>
            <p:nvPr/>
          </p:nvSpPr>
          <p:spPr>
            <a:xfrm>
              <a:off x="8981853" y="22286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8" name="pt59498"/>
            <p:cNvSpPr/>
            <p:nvPr/>
          </p:nvSpPr>
          <p:spPr>
            <a:xfrm>
              <a:off x="8810596" y="20447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9" name="pt59499"/>
            <p:cNvSpPr/>
            <p:nvPr/>
          </p:nvSpPr>
          <p:spPr>
            <a:xfrm>
              <a:off x="8434097" y="25159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0" name="pt59500"/>
            <p:cNvSpPr/>
            <p:nvPr/>
          </p:nvSpPr>
          <p:spPr>
            <a:xfrm>
              <a:off x="8654494" y="2352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1" name="pt59501"/>
            <p:cNvSpPr/>
            <p:nvPr/>
          </p:nvSpPr>
          <p:spPr>
            <a:xfrm>
              <a:off x="9230563" y="17252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2" name="pt59502"/>
            <p:cNvSpPr/>
            <p:nvPr/>
          </p:nvSpPr>
          <p:spPr>
            <a:xfrm>
              <a:off x="9440320" y="2005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3" name="pt59503"/>
            <p:cNvSpPr/>
            <p:nvPr/>
          </p:nvSpPr>
          <p:spPr>
            <a:xfrm>
              <a:off x="9345474" y="22275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4" name="pt59504"/>
            <p:cNvSpPr/>
            <p:nvPr/>
          </p:nvSpPr>
          <p:spPr>
            <a:xfrm>
              <a:off x="8688651" y="25020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5" name="pt59505"/>
            <p:cNvSpPr/>
            <p:nvPr/>
          </p:nvSpPr>
          <p:spPr>
            <a:xfrm>
              <a:off x="8654494" y="23575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6" name="pt59506"/>
            <p:cNvSpPr/>
            <p:nvPr/>
          </p:nvSpPr>
          <p:spPr>
            <a:xfrm>
              <a:off x="8881929" y="22059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7" name="pt59507"/>
            <p:cNvSpPr/>
            <p:nvPr/>
          </p:nvSpPr>
          <p:spPr>
            <a:xfrm>
              <a:off x="8996835" y="20129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8" name="pt59508"/>
            <p:cNvSpPr/>
            <p:nvPr/>
          </p:nvSpPr>
          <p:spPr>
            <a:xfrm>
              <a:off x="9530995" y="2670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9" name="pt59509"/>
            <p:cNvSpPr/>
            <p:nvPr/>
          </p:nvSpPr>
          <p:spPr>
            <a:xfrm>
              <a:off x="9078622" y="1807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0" name="pt59510"/>
            <p:cNvSpPr/>
            <p:nvPr/>
          </p:nvSpPr>
          <p:spPr>
            <a:xfrm>
              <a:off x="8794345" y="2049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1" name="pt59511"/>
            <p:cNvSpPr/>
            <p:nvPr/>
          </p:nvSpPr>
          <p:spPr>
            <a:xfrm>
              <a:off x="8878445" y="20222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2" name="pt59512"/>
            <p:cNvSpPr/>
            <p:nvPr/>
          </p:nvSpPr>
          <p:spPr>
            <a:xfrm>
              <a:off x="8874891" y="2109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3" name="pt59513"/>
            <p:cNvSpPr/>
            <p:nvPr/>
          </p:nvSpPr>
          <p:spPr>
            <a:xfrm>
              <a:off x="9116066" y="1724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4" name="pt59514"/>
            <p:cNvSpPr/>
            <p:nvPr/>
          </p:nvSpPr>
          <p:spPr>
            <a:xfrm>
              <a:off x="8947416" y="19968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5" name="pt59515"/>
            <p:cNvSpPr/>
            <p:nvPr/>
          </p:nvSpPr>
          <p:spPr>
            <a:xfrm>
              <a:off x="9146922" y="19395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6" name="pt59516"/>
            <p:cNvSpPr/>
            <p:nvPr/>
          </p:nvSpPr>
          <p:spPr>
            <a:xfrm>
              <a:off x="9045188" y="19377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7" name="pt59517"/>
            <p:cNvSpPr/>
            <p:nvPr/>
          </p:nvSpPr>
          <p:spPr>
            <a:xfrm>
              <a:off x="8708219" y="20791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8" name="pt59518"/>
            <p:cNvSpPr/>
            <p:nvPr/>
          </p:nvSpPr>
          <p:spPr>
            <a:xfrm>
              <a:off x="8867559" y="20017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9" name="pt59519"/>
            <p:cNvSpPr/>
            <p:nvPr/>
          </p:nvSpPr>
          <p:spPr>
            <a:xfrm>
              <a:off x="8473354" y="22840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0" name="pt59520"/>
            <p:cNvSpPr/>
            <p:nvPr/>
          </p:nvSpPr>
          <p:spPr>
            <a:xfrm>
              <a:off x="8698707" y="2315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1" name="pt59521"/>
            <p:cNvSpPr/>
            <p:nvPr/>
          </p:nvSpPr>
          <p:spPr>
            <a:xfrm>
              <a:off x="9106706" y="19280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2" name="pt59522"/>
            <p:cNvSpPr/>
            <p:nvPr/>
          </p:nvSpPr>
          <p:spPr>
            <a:xfrm>
              <a:off x="8627374" y="2352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3" name="pt59523"/>
            <p:cNvSpPr/>
            <p:nvPr/>
          </p:nvSpPr>
          <p:spPr>
            <a:xfrm>
              <a:off x="8698707" y="2488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4" name="pt59524"/>
            <p:cNvSpPr/>
            <p:nvPr/>
          </p:nvSpPr>
          <p:spPr>
            <a:xfrm>
              <a:off x="8942596" y="1921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5" name="pt59525"/>
            <p:cNvSpPr/>
            <p:nvPr/>
          </p:nvSpPr>
          <p:spPr>
            <a:xfrm>
              <a:off x="8505430" y="2341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6" name="pt59526"/>
            <p:cNvSpPr/>
            <p:nvPr/>
          </p:nvSpPr>
          <p:spPr>
            <a:xfrm>
              <a:off x="9028011" y="16864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7" name="pt59527"/>
            <p:cNvSpPr/>
            <p:nvPr/>
          </p:nvSpPr>
          <p:spPr>
            <a:xfrm>
              <a:off x="9024978" y="2119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8" name="pt59528"/>
            <p:cNvSpPr/>
            <p:nvPr/>
          </p:nvSpPr>
          <p:spPr>
            <a:xfrm>
              <a:off x="9146922" y="20228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9" name="pt59529"/>
            <p:cNvSpPr/>
            <p:nvPr/>
          </p:nvSpPr>
          <p:spPr>
            <a:xfrm>
              <a:off x="8895213" y="21514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0" name="pt59530"/>
            <p:cNvSpPr/>
            <p:nvPr/>
          </p:nvSpPr>
          <p:spPr>
            <a:xfrm>
              <a:off x="8698707" y="23317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1" name="pt59531"/>
            <p:cNvSpPr/>
            <p:nvPr/>
          </p:nvSpPr>
          <p:spPr>
            <a:xfrm>
              <a:off x="9080864" y="17723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2" name="pt59532"/>
            <p:cNvSpPr/>
            <p:nvPr/>
          </p:nvSpPr>
          <p:spPr>
            <a:xfrm>
              <a:off x="9087421" y="17417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3" name="pt59533"/>
            <p:cNvSpPr/>
            <p:nvPr/>
          </p:nvSpPr>
          <p:spPr>
            <a:xfrm>
              <a:off x="8717243" y="2369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4" name="pt59534"/>
            <p:cNvSpPr/>
            <p:nvPr/>
          </p:nvSpPr>
          <p:spPr>
            <a:xfrm>
              <a:off x="8958919" y="1897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5" name="pt59535"/>
            <p:cNvSpPr/>
            <p:nvPr/>
          </p:nvSpPr>
          <p:spPr>
            <a:xfrm>
              <a:off x="8312152" y="24365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6" name="pt59536"/>
            <p:cNvSpPr/>
            <p:nvPr/>
          </p:nvSpPr>
          <p:spPr>
            <a:xfrm>
              <a:off x="8688651" y="2361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7" name="pt59537"/>
            <p:cNvSpPr/>
            <p:nvPr/>
          </p:nvSpPr>
          <p:spPr>
            <a:xfrm>
              <a:off x="8763400" y="21322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8" name="pt59538"/>
            <p:cNvSpPr/>
            <p:nvPr/>
          </p:nvSpPr>
          <p:spPr>
            <a:xfrm>
              <a:off x="8794345" y="2004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9" name="pt59539"/>
            <p:cNvSpPr/>
            <p:nvPr/>
          </p:nvSpPr>
          <p:spPr>
            <a:xfrm>
              <a:off x="8810596" y="2091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0" name="pt59540"/>
            <p:cNvSpPr/>
            <p:nvPr/>
          </p:nvSpPr>
          <p:spPr>
            <a:xfrm>
              <a:off x="8825472" y="20164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1" name="pt59541"/>
            <p:cNvSpPr/>
            <p:nvPr/>
          </p:nvSpPr>
          <p:spPr>
            <a:xfrm>
              <a:off x="8815695" y="2046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2" name="pt59542"/>
            <p:cNvSpPr/>
            <p:nvPr/>
          </p:nvSpPr>
          <p:spPr>
            <a:xfrm>
              <a:off x="9214649" y="20300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3" name="pt59543"/>
            <p:cNvSpPr/>
            <p:nvPr/>
          </p:nvSpPr>
          <p:spPr>
            <a:xfrm>
              <a:off x="8627374" y="2325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4" name="pt59544"/>
            <p:cNvSpPr/>
            <p:nvPr/>
          </p:nvSpPr>
          <p:spPr>
            <a:xfrm>
              <a:off x="8776438" y="21033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5" name="pt59545"/>
            <p:cNvSpPr/>
            <p:nvPr/>
          </p:nvSpPr>
          <p:spPr>
            <a:xfrm>
              <a:off x="8383485" y="23985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6" name="pt59546"/>
            <p:cNvSpPr/>
            <p:nvPr/>
          </p:nvSpPr>
          <p:spPr>
            <a:xfrm>
              <a:off x="9377920" y="19387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7" name="pt59547"/>
            <p:cNvSpPr/>
            <p:nvPr/>
          </p:nvSpPr>
          <p:spPr>
            <a:xfrm>
              <a:off x="8805344" y="21661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8" name="pt59548"/>
            <p:cNvSpPr/>
            <p:nvPr/>
          </p:nvSpPr>
          <p:spPr>
            <a:xfrm>
              <a:off x="9028011" y="18003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9" name="pt59549"/>
            <p:cNvSpPr/>
            <p:nvPr/>
          </p:nvSpPr>
          <p:spPr>
            <a:xfrm>
              <a:off x="9635986" y="22970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0" name="pt59550"/>
            <p:cNvSpPr/>
            <p:nvPr/>
          </p:nvSpPr>
          <p:spPr>
            <a:xfrm>
              <a:off x="9697445" y="17575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1" name="pt59551"/>
            <p:cNvSpPr/>
            <p:nvPr/>
          </p:nvSpPr>
          <p:spPr>
            <a:xfrm>
              <a:off x="8505430" y="23225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2" name="pt59552"/>
            <p:cNvSpPr/>
            <p:nvPr/>
          </p:nvSpPr>
          <p:spPr>
            <a:xfrm>
              <a:off x="8975889" y="2138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3" name="pt59553"/>
            <p:cNvSpPr/>
            <p:nvPr/>
          </p:nvSpPr>
          <p:spPr>
            <a:xfrm>
              <a:off x="8312152" y="24377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4" name="pt59554"/>
            <p:cNvSpPr/>
            <p:nvPr/>
          </p:nvSpPr>
          <p:spPr>
            <a:xfrm>
              <a:off x="9797577" y="2534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5" name="pt59555"/>
            <p:cNvSpPr/>
            <p:nvPr/>
          </p:nvSpPr>
          <p:spPr>
            <a:xfrm>
              <a:off x="8888696" y="21719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6" name="pt59556"/>
            <p:cNvSpPr/>
            <p:nvPr/>
          </p:nvSpPr>
          <p:spPr>
            <a:xfrm>
              <a:off x="8945023" y="17937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7" name="pt59557"/>
            <p:cNvSpPr/>
            <p:nvPr/>
          </p:nvSpPr>
          <p:spPr>
            <a:xfrm>
              <a:off x="9053186" y="16404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8" name="pt59558"/>
            <p:cNvSpPr/>
            <p:nvPr/>
          </p:nvSpPr>
          <p:spPr>
            <a:xfrm>
              <a:off x="8641456" y="21162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9" name="pt59559"/>
            <p:cNvSpPr/>
            <p:nvPr/>
          </p:nvSpPr>
          <p:spPr>
            <a:xfrm>
              <a:off x="9020327" y="18374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0" name="pt59560"/>
            <p:cNvSpPr/>
            <p:nvPr/>
          </p:nvSpPr>
          <p:spPr>
            <a:xfrm>
              <a:off x="8666631" y="23627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1" name="pt59561"/>
            <p:cNvSpPr/>
            <p:nvPr/>
          </p:nvSpPr>
          <p:spPr>
            <a:xfrm>
              <a:off x="9301578" y="22007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2" name="pt59562"/>
            <p:cNvSpPr/>
            <p:nvPr/>
          </p:nvSpPr>
          <p:spPr>
            <a:xfrm>
              <a:off x="8863776" y="21182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3" name="pt59563"/>
            <p:cNvSpPr/>
            <p:nvPr/>
          </p:nvSpPr>
          <p:spPr>
            <a:xfrm>
              <a:off x="8677986" y="23054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4" name="pt59564"/>
            <p:cNvSpPr/>
            <p:nvPr/>
          </p:nvSpPr>
          <p:spPr>
            <a:xfrm>
              <a:off x="8776438" y="1916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5" name="pt59565"/>
            <p:cNvSpPr/>
            <p:nvPr/>
          </p:nvSpPr>
          <p:spPr>
            <a:xfrm>
              <a:off x="9130917" y="21144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6" name="pt59566"/>
            <p:cNvSpPr/>
            <p:nvPr/>
          </p:nvSpPr>
          <p:spPr>
            <a:xfrm>
              <a:off x="8383485" y="2445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7" name="pt59567"/>
            <p:cNvSpPr/>
            <p:nvPr/>
          </p:nvSpPr>
          <p:spPr>
            <a:xfrm>
              <a:off x="8505430" y="26074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8" name="pt59568"/>
            <p:cNvSpPr/>
            <p:nvPr/>
          </p:nvSpPr>
          <p:spPr>
            <a:xfrm>
              <a:off x="9135057" y="20038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9" name="pt59569"/>
            <p:cNvSpPr/>
            <p:nvPr/>
          </p:nvSpPr>
          <p:spPr>
            <a:xfrm>
              <a:off x="8677986" y="24004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0" name="pt59570"/>
            <p:cNvSpPr/>
            <p:nvPr/>
          </p:nvSpPr>
          <p:spPr>
            <a:xfrm>
              <a:off x="9190113" y="19754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1" name="pt59571"/>
            <p:cNvSpPr/>
            <p:nvPr/>
          </p:nvSpPr>
          <p:spPr>
            <a:xfrm>
              <a:off x="8954408" y="1888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2" name="pt59572"/>
            <p:cNvSpPr/>
            <p:nvPr/>
          </p:nvSpPr>
          <p:spPr>
            <a:xfrm>
              <a:off x="8776438" y="2102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3" name="pt59573"/>
            <p:cNvSpPr/>
            <p:nvPr/>
          </p:nvSpPr>
          <p:spPr>
            <a:xfrm>
              <a:off x="8473354" y="2307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4" name="pt59574"/>
            <p:cNvSpPr/>
            <p:nvPr/>
          </p:nvSpPr>
          <p:spPr>
            <a:xfrm>
              <a:off x="8627374" y="22901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5" name="pt59575"/>
            <p:cNvSpPr/>
            <p:nvPr/>
          </p:nvSpPr>
          <p:spPr>
            <a:xfrm>
              <a:off x="9121452" y="20320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6" name="pt59576"/>
            <p:cNvSpPr/>
            <p:nvPr/>
          </p:nvSpPr>
          <p:spPr>
            <a:xfrm>
              <a:off x="8749319" y="2274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7" name="pt59577"/>
            <p:cNvSpPr/>
            <p:nvPr/>
          </p:nvSpPr>
          <p:spPr>
            <a:xfrm>
              <a:off x="9512564" y="2476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8" name="pt59578"/>
            <p:cNvSpPr/>
            <p:nvPr/>
          </p:nvSpPr>
          <p:spPr>
            <a:xfrm>
              <a:off x="8434097" y="2450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9" name="pt59579"/>
            <p:cNvSpPr/>
            <p:nvPr/>
          </p:nvSpPr>
          <p:spPr>
            <a:xfrm>
              <a:off x="8995031" y="2141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0" name="pt59580"/>
            <p:cNvSpPr/>
            <p:nvPr/>
          </p:nvSpPr>
          <p:spPr>
            <a:xfrm>
              <a:off x="8788576" y="2299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1" name="pt59581"/>
            <p:cNvSpPr/>
            <p:nvPr/>
          </p:nvSpPr>
          <p:spPr>
            <a:xfrm>
              <a:off x="8383485" y="2330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2" name="pt59582"/>
            <p:cNvSpPr/>
            <p:nvPr/>
          </p:nvSpPr>
          <p:spPr>
            <a:xfrm>
              <a:off x="9297726" y="1908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3" name="pt59583"/>
            <p:cNvSpPr/>
            <p:nvPr/>
          </p:nvSpPr>
          <p:spPr>
            <a:xfrm>
              <a:off x="8576763" y="24031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4" name="pt59584"/>
            <p:cNvSpPr/>
            <p:nvPr/>
          </p:nvSpPr>
          <p:spPr>
            <a:xfrm>
              <a:off x="8888696" y="2183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5" name="pt59585"/>
            <p:cNvSpPr/>
            <p:nvPr/>
          </p:nvSpPr>
          <p:spPr>
            <a:xfrm>
              <a:off x="9020327" y="18450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6" name="pt59586"/>
            <p:cNvSpPr/>
            <p:nvPr/>
          </p:nvSpPr>
          <p:spPr>
            <a:xfrm>
              <a:off x="8805344" y="196445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7" name="pt59587"/>
            <p:cNvSpPr/>
            <p:nvPr/>
          </p:nvSpPr>
          <p:spPr>
            <a:xfrm>
              <a:off x="8996835" y="1947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8" name="pt59588"/>
            <p:cNvSpPr/>
            <p:nvPr/>
          </p:nvSpPr>
          <p:spPr>
            <a:xfrm>
              <a:off x="8666631" y="2412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9" name="pt59589"/>
            <p:cNvSpPr/>
            <p:nvPr/>
          </p:nvSpPr>
          <p:spPr>
            <a:xfrm>
              <a:off x="8867559" y="1996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0" name="pt59590"/>
            <p:cNvSpPr/>
            <p:nvPr/>
          </p:nvSpPr>
          <p:spPr>
            <a:xfrm>
              <a:off x="8741831" y="22190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1" name="pt59591"/>
            <p:cNvSpPr/>
            <p:nvPr/>
          </p:nvSpPr>
          <p:spPr>
            <a:xfrm>
              <a:off x="8383485" y="25019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2" name="pt59592"/>
            <p:cNvSpPr/>
            <p:nvPr/>
          </p:nvSpPr>
          <p:spPr>
            <a:xfrm>
              <a:off x="9094774" y="1879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3" name="pt59593"/>
            <p:cNvSpPr/>
            <p:nvPr/>
          </p:nvSpPr>
          <p:spPr>
            <a:xfrm>
              <a:off x="8312152" y="24049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4" name="pt59594"/>
            <p:cNvSpPr/>
            <p:nvPr/>
          </p:nvSpPr>
          <p:spPr>
            <a:xfrm>
              <a:off x="9311758" y="2054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5" name="pt59595"/>
            <p:cNvSpPr/>
            <p:nvPr/>
          </p:nvSpPr>
          <p:spPr>
            <a:xfrm>
              <a:off x="9143835" y="2263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6" name="pt59596"/>
            <p:cNvSpPr/>
            <p:nvPr/>
          </p:nvSpPr>
          <p:spPr>
            <a:xfrm>
              <a:off x="9201130" y="20077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7" name="pt59597"/>
            <p:cNvSpPr/>
            <p:nvPr/>
          </p:nvSpPr>
          <p:spPr>
            <a:xfrm>
              <a:off x="8871263" y="19259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8" name="pt59598"/>
            <p:cNvSpPr/>
            <p:nvPr/>
          </p:nvSpPr>
          <p:spPr>
            <a:xfrm>
              <a:off x="9607397" y="2047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9" name="pt59599"/>
            <p:cNvSpPr/>
            <p:nvPr/>
          </p:nvSpPr>
          <p:spPr>
            <a:xfrm>
              <a:off x="8977900" y="2262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0" name="pt59600"/>
            <p:cNvSpPr/>
            <p:nvPr/>
          </p:nvSpPr>
          <p:spPr>
            <a:xfrm>
              <a:off x="8975889" y="22015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1" name="pt59601"/>
            <p:cNvSpPr/>
            <p:nvPr/>
          </p:nvSpPr>
          <p:spPr>
            <a:xfrm>
              <a:off x="9106706" y="21751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2" name="pt59602"/>
            <p:cNvSpPr/>
            <p:nvPr/>
          </p:nvSpPr>
          <p:spPr>
            <a:xfrm>
              <a:off x="8717243" y="2220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3" name="pt59603"/>
            <p:cNvSpPr/>
            <p:nvPr/>
          </p:nvSpPr>
          <p:spPr>
            <a:xfrm>
              <a:off x="8867559" y="17930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4" name="pt59604"/>
            <p:cNvSpPr/>
            <p:nvPr/>
          </p:nvSpPr>
          <p:spPr>
            <a:xfrm>
              <a:off x="9435194" y="19351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5" name="pt59605"/>
            <p:cNvSpPr/>
            <p:nvPr/>
          </p:nvSpPr>
          <p:spPr>
            <a:xfrm>
              <a:off x="8383485" y="2402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6" name="pt59606"/>
            <p:cNvSpPr/>
            <p:nvPr/>
          </p:nvSpPr>
          <p:spPr>
            <a:xfrm>
              <a:off x="8473354" y="2223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7" name="pt59607"/>
            <p:cNvSpPr/>
            <p:nvPr/>
          </p:nvSpPr>
          <p:spPr>
            <a:xfrm>
              <a:off x="8434097" y="24190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8" name="pt59608"/>
            <p:cNvSpPr/>
            <p:nvPr/>
          </p:nvSpPr>
          <p:spPr>
            <a:xfrm>
              <a:off x="8996835" y="19673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9" name="pt59609"/>
            <p:cNvSpPr/>
            <p:nvPr/>
          </p:nvSpPr>
          <p:spPr>
            <a:xfrm>
              <a:off x="9039647" y="19797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0" name="pt59610"/>
            <p:cNvSpPr/>
            <p:nvPr/>
          </p:nvSpPr>
          <p:spPr>
            <a:xfrm>
              <a:off x="8741831" y="24546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1" name="pt59611"/>
            <p:cNvSpPr/>
            <p:nvPr/>
          </p:nvSpPr>
          <p:spPr>
            <a:xfrm>
              <a:off x="9060837" y="17706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2" name="pt59612"/>
            <p:cNvSpPr/>
            <p:nvPr/>
          </p:nvSpPr>
          <p:spPr>
            <a:xfrm>
              <a:off x="8473354" y="2459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3" name="pt59613"/>
            <p:cNvSpPr/>
            <p:nvPr/>
          </p:nvSpPr>
          <p:spPr>
            <a:xfrm>
              <a:off x="9452717" y="18587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4" name="pt59614"/>
            <p:cNvSpPr/>
            <p:nvPr/>
          </p:nvSpPr>
          <p:spPr>
            <a:xfrm>
              <a:off x="8576763" y="24307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5" name="pt59615"/>
            <p:cNvSpPr/>
            <p:nvPr/>
          </p:nvSpPr>
          <p:spPr>
            <a:xfrm>
              <a:off x="9489373" y="25442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6" name="pt59616"/>
            <p:cNvSpPr/>
            <p:nvPr/>
          </p:nvSpPr>
          <p:spPr>
            <a:xfrm>
              <a:off x="9340963" y="21807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7" name="pt59617"/>
            <p:cNvSpPr/>
            <p:nvPr/>
          </p:nvSpPr>
          <p:spPr>
            <a:xfrm>
              <a:off x="9568642" y="22152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8" name="pt59618"/>
            <p:cNvSpPr/>
            <p:nvPr/>
          </p:nvSpPr>
          <p:spPr>
            <a:xfrm>
              <a:off x="9351314" y="2108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9" name="pt59619"/>
            <p:cNvSpPr/>
            <p:nvPr/>
          </p:nvSpPr>
          <p:spPr>
            <a:xfrm>
              <a:off x="9090610" y="18297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0" name="pt59620"/>
            <p:cNvSpPr/>
            <p:nvPr/>
          </p:nvSpPr>
          <p:spPr>
            <a:xfrm>
              <a:off x="9094774" y="20288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1" name="pt59621"/>
            <p:cNvSpPr/>
            <p:nvPr/>
          </p:nvSpPr>
          <p:spPr>
            <a:xfrm>
              <a:off x="8383485" y="24677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2" name="pt59622"/>
            <p:cNvSpPr/>
            <p:nvPr/>
          </p:nvSpPr>
          <p:spPr>
            <a:xfrm>
              <a:off x="8963317" y="20607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3" name="pt59623"/>
            <p:cNvSpPr/>
            <p:nvPr/>
          </p:nvSpPr>
          <p:spPr>
            <a:xfrm>
              <a:off x="8859909" y="20285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4" name="pt59624"/>
            <p:cNvSpPr/>
            <p:nvPr/>
          </p:nvSpPr>
          <p:spPr>
            <a:xfrm>
              <a:off x="8383485" y="2276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5" name="pt59625"/>
            <p:cNvSpPr/>
            <p:nvPr/>
          </p:nvSpPr>
          <p:spPr>
            <a:xfrm>
              <a:off x="9094774" y="1802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6" name="pt59626"/>
            <p:cNvSpPr/>
            <p:nvPr/>
          </p:nvSpPr>
          <p:spPr>
            <a:xfrm>
              <a:off x="9574258" y="2449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7" name="pt59627"/>
            <p:cNvSpPr/>
            <p:nvPr/>
          </p:nvSpPr>
          <p:spPr>
            <a:xfrm>
              <a:off x="8473354" y="2201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8" name="pt59628"/>
            <p:cNvSpPr/>
            <p:nvPr/>
          </p:nvSpPr>
          <p:spPr>
            <a:xfrm>
              <a:off x="9547911" y="17228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9" name="pt59629"/>
            <p:cNvSpPr/>
            <p:nvPr/>
          </p:nvSpPr>
          <p:spPr>
            <a:xfrm>
              <a:off x="9811851" y="23239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0" name="pt59630"/>
            <p:cNvSpPr/>
            <p:nvPr/>
          </p:nvSpPr>
          <p:spPr>
            <a:xfrm>
              <a:off x="9767243" y="24216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1" name="pt59631"/>
            <p:cNvSpPr/>
            <p:nvPr/>
          </p:nvSpPr>
          <p:spPr>
            <a:xfrm>
              <a:off x="8434097" y="25214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2" name="pt59632"/>
            <p:cNvSpPr/>
            <p:nvPr/>
          </p:nvSpPr>
          <p:spPr>
            <a:xfrm>
              <a:off x="8312152" y="24672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3" name="pt59633"/>
            <p:cNvSpPr/>
            <p:nvPr/>
          </p:nvSpPr>
          <p:spPr>
            <a:xfrm>
              <a:off x="8383485" y="22246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4" name="pt59634"/>
            <p:cNvSpPr/>
            <p:nvPr/>
          </p:nvSpPr>
          <p:spPr>
            <a:xfrm>
              <a:off x="8434097" y="24860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5" name="pt59635"/>
            <p:cNvSpPr/>
            <p:nvPr/>
          </p:nvSpPr>
          <p:spPr>
            <a:xfrm>
              <a:off x="8312152" y="23777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6" name="pt59636"/>
            <p:cNvSpPr/>
            <p:nvPr/>
          </p:nvSpPr>
          <p:spPr>
            <a:xfrm>
              <a:off x="8434097" y="24489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7" name="pt59637"/>
            <p:cNvSpPr/>
            <p:nvPr/>
          </p:nvSpPr>
          <p:spPr>
            <a:xfrm>
              <a:off x="8595298" y="21837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8" name="pt59638"/>
            <p:cNvSpPr/>
            <p:nvPr/>
          </p:nvSpPr>
          <p:spPr>
            <a:xfrm>
              <a:off x="8977900" y="2287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9" name="pt59639"/>
            <p:cNvSpPr/>
            <p:nvPr/>
          </p:nvSpPr>
          <p:spPr>
            <a:xfrm>
              <a:off x="8888696" y="2206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0" name="pt59640"/>
            <p:cNvSpPr/>
            <p:nvPr/>
          </p:nvSpPr>
          <p:spPr>
            <a:xfrm>
              <a:off x="8677986" y="2298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1" name="pt59641"/>
            <p:cNvSpPr/>
            <p:nvPr/>
          </p:nvSpPr>
          <p:spPr>
            <a:xfrm>
              <a:off x="9121452" y="20101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2" name="pt59642"/>
            <p:cNvSpPr/>
            <p:nvPr/>
          </p:nvSpPr>
          <p:spPr>
            <a:xfrm>
              <a:off x="8993208" y="2110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3" name="pt59643"/>
            <p:cNvSpPr/>
            <p:nvPr/>
          </p:nvSpPr>
          <p:spPr>
            <a:xfrm>
              <a:off x="9055774" y="17172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4" name="pt59644"/>
            <p:cNvSpPr/>
            <p:nvPr/>
          </p:nvSpPr>
          <p:spPr>
            <a:xfrm>
              <a:off x="8782612" y="2222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5" name="pt59645"/>
            <p:cNvSpPr/>
            <p:nvPr/>
          </p:nvSpPr>
          <p:spPr>
            <a:xfrm>
              <a:off x="9299019" y="18830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6" name="pt59646"/>
            <p:cNvSpPr/>
            <p:nvPr/>
          </p:nvSpPr>
          <p:spPr>
            <a:xfrm>
              <a:off x="9414733" y="2175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7" name="pt59647"/>
            <p:cNvSpPr/>
            <p:nvPr/>
          </p:nvSpPr>
          <p:spPr>
            <a:xfrm>
              <a:off x="9206663" y="2123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8" name="pt59648"/>
            <p:cNvSpPr/>
            <p:nvPr/>
          </p:nvSpPr>
          <p:spPr>
            <a:xfrm>
              <a:off x="8717243" y="2259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9" name="pt59649"/>
            <p:cNvSpPr/>
            <p:nvPr/>
          </p:nvSpPr>
          <p:spPr>
            <a:xfrm>
              <a:off x="8971798" y="2149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0" name="pt59650"/>
            <p:cNvSpPr/>
            <p:nvPr/>
          </p:nvSpPr>
          <p:spPr>
            <a:xfrm>
              <a:off x="9062080" y="1791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1" name="pt59651"/>
            <p:cNvSpPr/>
            <p:nvPr/>
          </p:nvSpPr>
          <p:spPr>
            <a:xfrm>
              <a:off x="8383485" y="24519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2" name="pt59652"/>
            <p:cNvSpPr/>
            <p:nvPr/>
          </p:nvSpPr>
          <p:spPr>
            <a:xfrm>
              <a:off x="8473354" y="21986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3" name="pt59653"/>
            <p:cNvSpPr/>
            <p:nvPr/>
          </p:nvSpPr>
          <p:spPr>
            <a:xfrm>
              <a:off x="8763400" y="21587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4" name="pt59654"/>
            <p:cNvSpPr/>
            <p:nvPr/>
          </p:nvSpPr>
          <p:spPr>
            <a:xfrm>
              <a:off x="8965476" y="2015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5" name="pt59655"/>
            <p:cNvSpPr/>
            <p:nvPr/>
          </p:nvSpPr>
          <p:spPr>
            <a:xfrm>
              <a:off x="8839187" y="21019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6" name="pt59656"/>
            <p:cNvSpPr/>
            <p:nvPr/>
          </p:nvSpPr>
          <p:spPr>
            <a:xfrm>
              <a:off x="8312152" y="25590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7" name="pt59657"/>
            <p:cNvSpPr/>
            <p:nvPr/>
          </p:nvSpPr>
          <p:spPr>
            <a:xfrm>
              <a:off x="8312152" y="2528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8" name="pt59658"/>
            <p:cNvSpPr/>
            <p:nvPr/>
          </p:nvSpPr>
          <p:spPr>
            <a:xfrm>
              <a:off x="8904556" y="19159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9" name="pt59659"/>
            <p:cNvSpPr/>
            <p:nvPr/>
          </p:nvSpPr>
          <p:spPr>
            <a:xfrm>
              <a:off x="9834193" y="2623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0" name="pt59660"/>
            <p:cNvSpPr/>
            <p:nvPr/>
          </p:nvSpPr>
          <p:spPr>
            <a:xfrm>
              <a:off x="8505430" y="2435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1" name="pt59661"/>
            <p:cNvSpPr/>
            <p:nvPr/>
          </p:nvSpPr>
          <p:spPr>
            <a:xfrm>
              <a:off x="8576763" y="2461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2" name="pt59662"/>
            <p:cNvSpPr/>
            <p:nvPr/>
          </p:nvSpPr>
          <p:spPr>
            <a:xfrm>
              <a:off x="8859909" y="2047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3" name="pt59663"/>
            <p:cNvSpPr/>
            <p:nvPr/>
          </p:nvSpPr>
          <p:spPr>
            <a:xfrm>
              <a:off x="9051878" y="17763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4" name="pt59664"/>
            <p:cNvSpPr/>
            <p:nvPr/>
          </p:nvSpPr>
          <p:spPr>
            <a:xfrm>
              <a:off x="9767243" y="2448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5" name="pt59665"/>
            <p:cNvSpPr/>
            <p:nvPr/>
          </p:nvSpPr>
          <p:spPr>
            <a:xfrm>
              <a:off x="9310856" y="20941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6" name="pt59666"/>
            <p:cNvSpPr/>
            <p:nvPr/>
          </p:nvSpPr>
          <p:spPr>
            <a:xfrm>
              <a:off x="8756500" y="19972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7" name="pt59667"/>
            <p:cNvSpPr/>
            <p:nvPr/>
          </p:nvSpPr>
          <p:spPr>
            <a:xfrm>
              <a:off x="8859909" y="19699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8" name="pt59668"/>
            <p:cNvSpPr/>
            <p:nvPr/>
          </p:nvSpPr>
          <p:spPr>
            <a:xfrm>
              <a:off x="9551860" y="15191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9" name="pt59669"/>
            <p:cNvSpPr/>
            <p:nvPr/>
          </p:nvSpPr>
          <p:spPr>
            <a:xfrm>
              <a:off x="8956678" y="18119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0" name="pt59670"/>
            <p:cNvSpPr/>
            <p:nvPr/>
          </p:nvSpPr>
          <p:spPr>
            <a:xfrm>
              <a:off x="8383485" y="2287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1" name="pt59671"/>
            <p:cNvSpPr/>
            <p:nvPr/>
          </p:nvSpPr>
          <p:spPr>
            <a:xfrm>
              <a:off x="8839187" y="22785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2" name="pt59672"/>
            <p:cNvSpPr/>
            <p:nvPr/>
          </p:nvSpPr>
          <p:spPr>
            <a:xfrm>
              <a:off x="8688651" y="2376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3" name="pt59673"/>
            <p:cNvSpPr/>
            <p:nvPr/>
          </p:nvSpPr>
          <p:spPr>
            <a:xfrm>
              <a:off x="8505430" y="250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4" name="pt59674"/>
            <p:cNvSpPr/>
            <p:nvPr/>
          </p:nvSpPr>
          <p:spPr>
            <a:xfrm>
              <a:off x="8688651" y="24947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5" name="pt59675"/>
            <p:cNvSpPr/>
            <p:nvPr/>
          </p:nvSpPr>
          <p:spPr>
            <a:xfrm>
              <a:off x="9109567" y="186527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6" name="pt59676"/>
            <p:cNvSpPr/>
            <p:nvPr/>
          </p:nvSpPr>
          <p:spPr>
            <a:xfrm>
              <a:off x="9260646" y="21571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7" name="pt59677"/>
            <p:cNvSpPr/>
            <p:nvPr/>
          </p:nvSpPr>
          <p:spPr>
            <a:xfrm>
              <a:off x="8677986" y="24804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8" name="pt59678"/>
            <p:cNvSpPr/>
            <p:nvPr/>
          </p:nvSpPr>
          <p:spPr>
            <a:xfrm>
              <a:off x="8799930" y="2172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9" name="pt59679"/>
            <p:cNvSpPr/>
            <p:nvPr/>
          </p:nvSpPr>
          <p:spPr>
            <a:xfrm>
              <a:off x="9206663" y="2246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0" name="pt59680"/>
            <p:cNvSpPr/>
            <p:nvPr/>
          </p:nvSpPr>
          <p:spPr>
            <a:xfrm>
              <a:off x="8627374" y="23939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1" name="pt59681"/>
            <p:cNvSpPr/>
            <p:nvPr/>
          </p:nvSpPr>
          <p:spPr>
            <a:xfrm>
              <a:off x="9538421" y="1672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2" name="pt59682"/>
            <p:cNvSpPr/>
            <p:nvPr/>
          </p:nvSpPr>
          <p:spPr>
            <a:xfrm>
              <a:off x="8666631" y="2395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3" name="pt59683"/>
            <p:cNvSpPr/>
            <p:nvPr/>
          </p:nvSpPr>
          <p:spPr>
            <a:xfrm>
              <a:off x="8556041" y="2641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4" name="pt59684"/>
            <p:cNvSpPr/>
            <p:nvPr/>
          </p:nvSpPr>
          <p:spPr>
            <a:xfrm>
              <a:off x="9603616" y="22045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5" name="pt59685"/>
            <p:cNvSpPr/>
            <p:nvPr/>
          </p:nvSpPr>
          <p:spPr>
            <a:xfrm>
              <a:off x="8677986" y="2286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6" name="pt59686"/>
            <p:cNvSpPr/>
            <p:nvPr/>
          </p:nvSpPr>
          <p:spPr>
            <a:xfrm>
              <a:off x="9378331" y="20389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7" name="pt59687"/>
            <p:cNvSpPr/>
            <p:nvPr/>
          </p:nvSpPr>
          <p:spPr>
            <a:xfrm>
              <a:off x="9371637" y="20815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8" name="pt59688"/>
            <p:cNvSpPr/>
            <p:nvPr/>
          </p:nvSpPr>
          <p:spPr>
            <a:xfrm>
              <a:off x="9376059" y="2048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9" name="pt59689"/>
            <p:cNvSpPr/>
            <p:nvPr/>
          </p:nvSpPr>
          <p:spPr>
            <a:xfrm>
              <a:off x="8987622" y="22871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0" name="pt59690"/>
            <p:cNvSpPr/>
            <p:nvPr/>
          </p:nvSpPr>
          <p:spPr>
            <a:xfrm>
              <a:off x="8901496" y="19157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1" name="pt59691"/>
            <p:cNvSpPr/>
            <p:nvPr/>
          </p:nvSpPr>
          <p:spPr>
            <a:xfrm>
              <a:off x="8505430" y="24061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2" name="pt59692"/>
            <p:cNvSpPr/>
            <p:nvPr/>
          </p:nvSpPr>
          <p:spPr>
            <a:xfrm>
              <a:off x="9201130" y="19516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3" name="pt59693"/>
            <p:cNvSpPr/>
            <p:nvPr/>
          </p:nvSpPr>
          <p:spPr>
            <a:xfrm>
              <a:off x="8312152" y="23768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4" name="pt59694"/>
            <p:cNvSpPr/>
            <p:nvPr/>
          </p:nvSpPr>
          <p:spPr>
            <a:xfrm>
              <a:off x="8949778" y="2011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5" name="pt59695"/>
            <p:cNvSpPr/>
            <p:nvPr/>
          </p:nvSpPr>
          <p:spPr>
            <a:xfrm>
              <a:off x="8749319" y="2005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6" name="pt59696"/>
            <p:cNvSpPr/>
            <p:nvPr/>
          </p:nvSpPr>
          <p:spPr>
            <a:xfrm>
              <a:off x="8749319" y="15953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7" name="pt59697"/>
            <p:cNvSpPr/>
            <p:nvPr/>
          </p:nvSpPr>
          <p:spPr>
            <a:xfrm>
              <a:off x="8473354" y="2300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8" name="pt59698"/>
            <p:cNvSpPr/>
            <p:nvPr/>
          </p:nvSpPr>
          <p:spPr>
            <a:xfrm>
              <a:off x="8979888" y="2314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9" name="pt59699"/>
            <p:cNvSpPr/>
            <p:nvPr/>
          </p:nvSpPr>
          <p:spPr>
            <a:xfrm>
              <a:off x="8741831" y="22493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0" name="pt59700"/>
            <p:cNvSpPr/>
            <p:nvPr/>
          </p:nvSpPr>
          <p:spPr>
            <a:xfrm>
              <a:off x="8434097" y="24378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1" name="pt59701"/>
            <p:cNvSpPr/>
            <p:nvPr/>
          </p:nvSpPr>
          <p:spPr>
            <a:xfrm>
              <a:off x="9340963" y="21262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2" name="pt59702"/>
            <p:cNvSpPr/>
            <p:nvPr/>
          </p:nvSpPr>
          <p:spPr>
            <a:xfrm>
              <a:off x="8776438" y="20477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3" name="pt59703"/>
            <p:cNvSpPr/>
            <p:nvPr/>
          </p:nvSpPr>
          <p:spPr>
            <a:xfrm>
              <a:off x="8945023" y="18059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4" name="pt59704"/>
            <p:cNvSpPr/>
            <p:nvPr/>
          </p:nvSpPr>
          <p:spPr>
            <a:xfrm>
              <a:off x="8627374" y="23472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5" name="pt59705"/>
            <p:cNvSpPr/>
            <p:nvPr/>
          </p:nvSpPr>
          <p:spPr>
            <a:xfrm>
              <a:off x="9546496" y="194884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6" name="pt59706"/>
            <p:cNvSpPr/>
            <p:nvPr/>
          </p:nvSpPr>
          <p:spPr>
            <a:xfrm>
              <a:off x="8881929" y="2232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7" name="pt59707"/>
            <p:cNvSpPr/>
            <p:nvPr/>
          </p:nvSpPr>
          <p:spPr>
            <a:xfrm>
              <a:off x="8763400" y="22394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8" name="pt59708"/>
            <p:cNvSpPr/>
            <p:nvPr/>
          </p:nvSpPr>
          <p:spPr>
            <a:xfrm>
              <a:off x="8901496" y="1882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9" name="pt59709"/>
            <p:cNvSpPr/>
            <p:nvPr/>
          </p:nvSpPr>
          <p:spPr>
            <a:xfrm>
              <a:off x="8927288" y="20643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0" name="pt59710"/>
            <p:cNvSpPr/>
            <p:nvPr/>
          </p:nvSpPr>
          <p:spPr>
            <a:xfrm>
              <a:off x="8595298" y="22845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1" name="pt59711"/>
            <p:cNvSpPr/>
            <p:nvPr/>
          </p:nvSpPr>
          <p:spPr>
            <a:xfrm>
              <a:off x="8965476" y="20942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2" name="pt59712"/>
            <p:cNvSpPr/>
            <p:nvPr/>
          </p:nvSpPr>
          <p:spPr>
            <a:xfrm>
              <a:off x="8698707" y="23213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3" name="pt59713"/>
            <p:cNvSpPr/>
            <p:nvPr/>
          </p:nvSpPr>
          <p:spPr>
            <a:xfrm>
              <a:off x="8794345" y="20091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4" name="pt59714"/>
            <p:cNvSpPr/>
            <p:nvPr/>
          </p:nvSpPr>
          <p:spPr>
            <a:xfrm>
              <a:off x="9083077" y="2075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5" name="pt59715"/>
            <p:cNvSpPr/>
            <p:nvPr/>
          </p:nvSpPr>
          <p:spPr>
            <a:xfrm>
              <a:off x="9666217" y="1839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6" name="pt59716"/>
            <p:cNvSpPr/>
            <p:nvPr/>
          </p:nvSpPr>
          <p:spPr>
            <a:xfrm>
              <a:off x="9241172" y="1965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7" name="pt59717"/>
            <p:cNvSpPr/>
            <p:nvPr/>
          </p:nvSpPr>
          <p:spPr>
            <a:xfrm>
              <a:off x="9198297" y="207135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8" name="pt59718"/>
            <p:cNvSpPr/>
            <p:nvPr/>
          </p:nvSpPr>
          <p:spPr>
            <a:xfrm>
              <a:off x="8847771" y="2187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9" name="pt59719"/>
            <p:cNvSpPr/>
            <p:nvPr/>
          </p:nvSpPr>
          <p:spPr>
            <a:xfrm>
              <a:off x="9318519" y="19024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0" name="pt59720"/>
            <p:cNvSpPr/>
            <p:nvPr/>
          </p:nvSpPr>
          <p:spPr>
            <a:xfrm>
              <a:off x="9195417" y="20351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1" name="pt59721"/>
            <p:cNvSpPr/>
            <p:nvPr/>
          </p:nvSpPr>
          <p:spPr>
            <a:xfrm>
              <a:off x="9299019" y="19395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2" name="pt59722"/>
            <p:cNvSpPr/>
            <p:nvPr/>
          </p:nvSpPr>
          <p:spPr>
            <a:xfrm>
              <a:off x="8895213" y="225128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3" name="pt59723"/>
            <p:cNvSpPr/>
            <p:nvPr/>
          </p:nvSpPr>
          <p:spPr>
            <a:xfrm>
              <a:off x="9051878" y="168638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4" name="pt59724"/>
            <p:cNvSpPr/>
            <p:nvPr/>
          </p:nvSpPr>
          <p:spPr>
            <a:xfrm>
              <a:off x="9211498" y="21394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5" name="pt59725"/>
            <p:cNvSpPr/>
            <p:nvPr/>
          </p:nvSpPr>
          <p:spPr>
            <a:xfrm>
              <a:off x="8312152" y="25092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6" name="pt59726"/>
            <p:cNvSpPr/>
            <p:nvPr/>
          </p:nvSpPr>
          <p:spPr>
            <a:xfrm>
              <a:off x="8312152" y="24584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7" name="pt59727"/>
            <p:cNvSpPr/>
            <p:nvPr/>
          </p:nvSpPr>
          <p:spPr>
            <a:xfrm>
              <a:off x="9524498" y="25781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8" name="pt59728"/>
            <p:cNvSpPr/>
            <p:nvPr/>
          </p:nvSpPr>
          <p:spPr>
            <a:xfrm>
              <a:off x="9464046" y="20120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9" name="pt59729"/>
            <p:cNvSpPr/>
            <p:nvPr/>
          </p:nvSpPr>
          <p:spPr>
            <a:xfrm>
              <a:off x="8855955" y="2046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0" name="pt59730"/>
            <p:cNvSpPr/>
            <p:nvPr/>
          </p:nvSpPr>
          <p:spPr>
            <a:xfrm>
              <a:off x="9524498" y="23985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1" name="pt59731"/>
            <p:cNvSpPr/>
            <p:nvPr/>
          </p:nvSpPr>
          <p:spPr>
            <a:xfrm>
              <a:off x="9444456" y="180293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2" name="pt59732"/>
            <p:cNvSpPr/>
            <p:nvPr/>
          </p:nvSpPr>
          <p:spPr>
            <a:xfrm>
              <a:off x="9057053" y="190490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3" name="pt59733"/>
            <p:cNvSpPr/>
            <p:nvPr/>
          </p:nvSpPr>
          <p:spPr>
            <a:xfrm>
              <a:off x="9090610" y="1806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4" name="pt59734"/>
            <p:cNvSpPr/>
            <p:nvPr/>
          </p:nvSpPr>
          <p:spPr>
            <a:xfrm>
              <a:off x="8913428" y="23021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5" name="pt59735"/>
            <p:cNvSpPr/>
            <p:nvPr/>
          </p:nvSpPr>
          <p:spPr>
            <a:xfrm>
              <a:off x="9328879" y="22064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6" name="pt59736"/>
            <p:cNvSpPr/>
            <p:nvPr/>
          </p:nvSpPr>
          <p:spPr>
            <a:xfrm>
              <a:off x="8556041" y="2433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7" name="pt59737"/>
            <p:cNvSpPr/>
            <p:nvPr/>
          </p:nvSpPr>
          <p:spPr>
            <a:xfrm>
              <a:off x="8556041" y="25620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8" name="pt59738"/>
            <p:cNvSpPr/>
            <p:nvPr/>
          </p:nvSpPr>
          <p:spPr>
            <a:xfrm>
              <a:off x="8473354" y="23406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9" name="pt59739"/>
            <p:cNvSpPr/>
            <p:nvPr/>
          </p:nvSpPr>
          <p:spPr>
            <a:xfrm>
              <a:off x="9094774" y="20782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0" name="pt59740"/>
            <p:cNvSpPr/>
            <p:nvPr/>
          </p:nvSpPr>
          <p:spPr>
            <a:xfrm>
              <a:off x="9143835" y="19931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1" name="pt59741"/>
            <p:cNvSpPr/>
            <p:nvPr/>
          </p:nvSpPr>
          <p:spPr>
            <a:xfrm>
              <a:off x="9146155" y="1985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2" name="pt59742"/>
            <p:cNvSpPr/>
            <p:nvPr/>
          </p:nvSpPr>
          <p:spPr>
            <a:xfrm>
              <a:off x="9075206" y="22615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3" name="pt59743"/>
            <p:cNvSpPr/>
            <p:nvPr/>
          </p:nvSpPr>
          <p:spPr>
            <a:xfrm>
              <a:off x="8989504" y="22072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4" name="pt59744"/>
            <p:cNvSpPr/>
            <p:nvPr/>
          </p:nvSpPr>
          <p:spPr>
            <a:xfrm>
              <a:off x="8782612" y="21192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5" name="pt59745"/>
            <p:cNvSpPr/>
            <p:nvPr/>
          </p:nvSpPr>
          <p:spPr>
            <a:xfrm>
              <a:off x="8688651" y="2411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6" name="pt59746"/>
            <p:cNvSpPr/>
            <p:nvPr/>
          </p:nvSpPr>
          <p:spPr>
            <a:xfrm>
              <a:off x="8473354" y="2118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7" name="pt59747"/>
            <p:cNvSpPr/>
            <p:nvPr/>
          </p:nvSpPr>
          <p:spPr>
            <a:xfrm>
              <a:off x="8820652" y="21446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8" name="pt59748"/>
            <p:cNvSpPr/>
            <p:nvPr/>
          </p:nvSpPr>
          <p:spPr>
            <a:xfrm>
              <a:off x="9205570" y="21409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9" name="pt59749"/>
            <p:cNvSpPr/>
            <p:nvPr/>
          </p:nvSpPr>
          <p:spPr>
            <a:xfrm>
              <a:off x="8985720" y="23301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0" name="pt59750"/>
            <p:cNvSpPr/>
            <p:nvPr/>
          </p:nvSpPr>
          <p:spPr>
            <a:xfrm>
              <a:off x="9253280" y="21124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1" name="pt59751"/>
            <p:cNvSpPr/>
            <p:nvPr/>
          </p:nvSpPr>
          <p:spPr>
            <a:xfrm>
              <a:off x="9229609" y="18448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2" name="pt59752"/>
            <p:cNvSpPr/>
            <p:nvPr/>
          </p:nvSpPr>
          <p:spPr>
            <a:xfrm>
              <a:off x="8473354" y="2249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3" name="pt59753"/>
            <p:cNvSpPr/>
            <p:nvPr/>
          </p:nvSpPr>
          <p:spPr>
            <a:xfrm>
              <a:off x="9450688" y="17995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4" name="pt59754"/>
            <p:cNvSpPr/>
            <p:nvPr/>
          </p:nvSpPr>
          <p:spPr>
            <a:xfrm>
              <a:off x="9054485" y="17550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5" name="pt59755"/>
            <p:cNvSpPr/>
            <p:nvPr/>
          </p:nvSpPr>
          <p:spPr>
            <a:xfrm>
              <a:off x="8867559" y="2032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6" name="pt59756"/>
            <p:cNvSpPr/>
            <p:nvPr/>
          </p:nvSpPr>
          <p:spPr>
            <a:xfrm>
              <a:off x="8627374" y="22127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7" name="pt59757"/>
            <p:cNvSpPr/>
            <p:nvPr/>
          </p:nvSpPr>
          <p:spPr>
            <a:xfrm>
              <a:off x="8734011" y="2219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8" name="pt59758"/>
            <p:cNvSpPr/>
            <p:nvPr/>
          </p:nvSpPr>
          <p:spPr>
            <a:xfrm>
              <a:off x="8794345" y="21387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9" name="pt59759"/>
            <p:cNvSpPr/>
            <p:nvPr/>
          </p:nvSpPr>
          <p:spPr>
            <a:xfrm>
              <a:off x="8383485" y="23217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0" name="pt59760"/>
            <p:cNvSpPr/>
            <p:nvPr/>
          </p:nvSpPr>
          <p:spPr>
            <a:xfrm>
              <a:off x="8898383" y="20436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1" name="pt59761"/>
            <p:cNvSpPr/>
            <p:nvPr/>
          </p:nvSpPr>
          <p:spPr>
            <a:xfrm>
              <a:off x="8839187" y="216338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2" name="pt59762"/>
            <p:cNvSpPr/>
            <p:nvPr/>
          </p:nvSpPr>
          <p:spPr>
            <a:xfrm>
              <a:off x="9217232" y="20688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3" name="pt59763"/>
            <p:cNvSpPr/>
            <p:nvPr/>
          </p:nvSpPr>
          <p:spPr>
            <a:xfrm>
              <a:off x="8434097" y="245151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4" name="pt59764"/>
            <p:cNvSpPr/>
            <p:nvPr/>
          </p:nvSpPr>
          <p:spPr>
            <a:xfrm>
              <a:off x="9325863" y="2186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5" name="pt59765"/>
            <p:cNvSpPr/>
            <p:nvPr/>
          </p:nvSpPr>
          <p:spPr>
            <a:xfrm>
              <a:off x="9366003" y="20636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6" name="pt59766"/>
            <p:cNvSpPr/>
            <p:nvPr/>
          </p:nvSpPr>
          <p:spPr>
            <a:xfrm>
              <a:off x="8913428" y="215395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7" name="pt59767"/>
            <p:cNvSpPr/>
            <p:nvPr/>
          </p:nvSpPr>
          <p:spPr>
            <a:xfrm>
              <a:off x="8383485" y="24818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8" name="pt59768"/>
            <p:cNvSpPr/>
            <p:nvPr/>
          </p:nvSpPr>
          <p:spPr>
            <a:xfrm>
              <a:off x="8839187" y="21559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9" name="pt59769"/>
            <p:cNvSpPr/>
            <p:nvPr/>
          </p:nvSpPr>
          <p:spPr>
            <a:xfrm>
              <a:off x="8595298" y="2353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0" name="pt59770"/>
            <p:cNvSpPr/>
            <p:nvPr/>
          </p:nvSpPr>
          <p:spPr>
            <a:xfrm>
              <a:off x="9574258" y="22509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1" name="pt59771"/>
            <p:cNvSpPr/>
            <p:nvPr/>
          </p:nvSpPr>
          <p:spPr>
            <a:xfrm>
              <a:off x="9230563" y="17247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2" name="pt59772"/>
            <p:cNvSpPr/>
            <p:nvPr/>
          </p:nvSpPr>
          <p:spPr>
            <a:xfrm>
              <a:off x="8532549" y="2570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3" name="pt59773"/>
            <p:cNvSpPr/>
            <p:nvPr/>
          </p:nvSpPr>
          <p:spPr>
            <a:xfrm>
              <a:off x="8973855" y="21046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4" name="pt59774"/>
            <p:cNvSpPr/>
            <p:nvPr/>
          </p:nvSpPr>
          <p:spPr>
            <a:xfrm>
              <a:off x="9228169" y="1831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5" name="pt59775"/>
            <p:cNvSpPr/>
            <p:nvPr/>
          </p:nvSpPr>
          <p:spPr>
            <a:xfrm>
              <a:off x="9635986" y="2258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6" name="pt59776"/>
            <p:cNvSpPr/>
            <p:nvPr/>
          </p:nvSpPr>
          <p:spPr>
            <a:xfrm>
              <a:off x="8741831" y="23058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7" name="pt59777"/>
            <p:cNvSpPr/>
            <p:nvPr/>
          </p:nvSpPr>
          <p:spPr>
            <a:xfrm>
              <a:off x="9282831" y="21532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8" name="pt59778"/>
            <p:cNvSpPr/>
            <p:nvPr/>
          </p:nvSpPr>
          <p:spPr>
            <a:xfrm>
              <a:off x="8576763" y="22902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9" name="pt59779"/>
            <p:cNvSpPr/>
            <p:nvPr/>
          </p:nvSpPr>
          <p:spPr>
            <a:xfrm>
              <a:off x="9020327" y="1703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0" name="pt59780"/>
            <p:cNvSpPr/>
            <p:nvPr/>
          </p:nvSpPr>
          <p:spPr>
            <a:xfrm>
              <a:off x="8963317" y="20924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1" name="pt59781"/>
            <p:cNvSpPr/>
            <p:nvPr/>
          </p:nvSpPr>
          <p:spPr>
            <a:xfrm>
              <a:off x="9612243" y="24113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2" name="pt59782"/>
            <p:cNvSpPr/>
            <p:nvPr/>
          </p:nvSpPr>
          <p:spPr>
            <a:xfrm>
              <a:off x="8556041" y="25214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3" name="pt59783"/>
            <p:cNvSpPr/>
            <p:nvPr/>
          </p:nvSpPr>
          <p:spPr>
            <a:xfrm>
              <a:off x="8717243" y="23524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4" name="pt59784"/>
            <p:cNvSpPr/>
            <p:nvPr/>
          </p:nvSpPr>
          <p:spPr>
            <a:xfrm>
              <a:off x="8473354" y="22162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5" name="pt59785"/>
            <p:cNvSpPr/>
            <p:nvPr/>
          </p:nvSpPr>
          <p:spPr>
            <a:xfrm>
              <a:off x="8473354" y="2416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6" name="pt59786"/>
            <p:cNvSpPr/>
            <p:nvPr/>
          </p:nvSpPr>
          <p:spPr>
            <a:xfrm>
              <a:off x="8895213" y="21919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7" name="pt59787"/>
            <p:cNvSpPr/>
            <p:nvPr/>
          </p:nvSpPr>
          <p:spPr>
            <a:xfrm>
              <a:off x="8919104" y="22361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8" name="pt59788"/>
            <p:cNvSpPr/>
            <p:nvPr/>
          </p:nvSpPr>
          <p:spPr>
            <a:xfrm>
              <a:off x="8843532" y="196532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9" name="pt59789"/>
            <p:cNvSpPr/>
            <p:nvPr/>
          </p:nvSpPr>
          <p:spPr>
            <a:xfrm>
              <a:off x="8981853" y="22078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0" name="pt59790"/>
            <p:cNvSpPr/>
            <p:nvPr/>
          </p:nvSpPr>
          <p:spPr>
            <a:xfrm>
              <a:off x="9035373" y="15546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1" name="pt59791"/>
            <p:cNvSpPr/>
            <p:nvPr/>
          </p:nvSpPr>
          <p:spPr>
            <a:xfrm>
              <a:off x="9078622" y="1839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2" name="pt59792"/>
            <p:cNvSpPr/>
            <p:nvPr/>
          </p:nvSpPr>
          <p:spPr>
            <a:xfrm>
              <a:off x="9530304" y="24084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3" name="pt59793"/>
            <p:cNvSpPr/>
            <p:nvPr/>
          </p:nvSpPr>
          <p:spPr>
            <a:xfrm>
              <a:off x="8895213" y="2270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4" name="pt59794"/>
            <p:cNvSpPr/>
            <p:nvPr/>
          </p:nvSpPr>
          <p:spPr>
            <a:xfrm>
              <a:off x="9311758" y="20714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5" name="pt59795"/>
            <p:cNvSpPr/>
            <p:nvPr/>
          </p:nvSpPr>
          <p:spPr>
            <a:xfrm>
              <a:off x="8383485" y="23837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6" name="pt59796"/>
            <p:cNvSpPr/>
            <p:nvPr/>
          </p:nvSpPr>
          <p:spPr>
            <a:xfrm>
              <a:off x="9121452" y="2158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7" name="pt59797"/>
            <p:cNvSpPr/>
            <p:nvPr/>
          </p:nvSpPr>
          <p:spPr>
            <a:xfrm>
              <a:off x="9515130" y="27486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8" name="pt59798"/>
            <p:cNvSpPr/>
            <p:nvPr/>
          </p:nvSpPr>
          <p:spPr>
            <a:xfrm>
              <a:off x="8985720" y="22624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9" name="pt59799"/>
            <p:cNvSpPr/>
            <p:nvPr/>
          </p:nvSpPr>
          <p:spPr>
            <a:xfrm>
              <a:off x="8434097" y="23807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0" name="pt59800"/>
            <p:cNvSpPr/>
            <p:nvPr/>
          </p:nvSpPr>
          <p:spPr>
            <a:xfrm>
              <a:off x="8717243" y="23311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1" name="pt59801"/>
            <p:cNvSpPr/>
            <p:nvPr/>
          </p:nvSpPr>
          <p:spPr>
            <a:xfrm>
              <a:off x="9049233" y="18547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2" name="pt59802"/>
            <p:cNvSpPr/>
            <p:nvPr/>
          </p:nvSpPr>
          <p:spPr>
            <a:xfrm>
              <a:off x="8383485" y="23338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3" name="pt59803"/>
            <p:cNvSpPr/>
            <p:nvPr/>
          </p:nvSpPr>
          <p:spPr>
            <a:xfrm>
              <a:off x="8937640" y="17131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4" name="pt59804"/>
            <p:cNvSpPr/>
            <p:nvPr/>
          </p:nvSpPr>
          <p:spPr>
            <a:xfrm>
              <a:off x="9524498" y="23683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5" name="pt59805"/>
            <p:cNvSpPr/>
            <p:nvPr/>
          </p:nvSpPr>
          <p:spPr>
            <a:xfrm>
              <a:off x="8473354" y="2201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6" name="pt59806"/>
            <p:cNvSpPr/>
            <p:nvPr/>
          </p:nvSpPr>
          <p:spPr>
            <a:xfrm>
              <a:off x="9354634" y="2273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7" name="pt59807"/>
            <p:cNvSpPr/>
            <p:nvPr/>
          </p:nvSpPr>
          <p:spPr>
            <a:xfrm>
              <a:off x="9282477" y="22247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8" name="pt59808"/>
            <p:cNvSpPr/>
            <p:nvPr/>
          </p:nvSpPr>
          <p:spPr>
            <a:xfrm>
              <a:off x="9005590" y="18019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9" name="pt59809"/>
            <p:cNvSpPr/>
            <p:nvPr/>
          </p:nvSpPr>
          <p:spPr>
            <a:xfrm>
              <a:off x="9285982" y="18158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0" name="pt59810"/>
            <p:cNvSpPr/>
            <p:nvPr/>
          </p:nvSpPr>
          <p:spPr>
            <a:xfrm>
              <a:off x="8741831" y="21921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1" name="pt59811"/>
            <p:cNvSpPr/>
            <p:nvPr/>
          </p:nvSpPr>
          <p:spPr>
            <a:xfrm>
              <a:off x="9366003" y="2063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2" name="pt59812"/>
            <p:cNvSpPr/>
            <p:nvPr/>
          </p:nvSpPr>
          <p:spPr>
            <a:xfrm>
              <a:off x="9069361" y="2201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3" name="pt59813"/>
            <p:cNvSpPr/>
            <p:nvPr/>
          </p:nvSpPr>
          <p:spPr>
            <a:xfrm>
              <a:off x="8576763" y="24154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4" name="pt59814"/>
            <p:cNvSpPr/>
            <p:nvPr/>
          </p:nvSpPr>
          <p:spPr>
            <a:xfrm>
              <a:off x="8810596" y="21875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5" name="pt59815"/>
            <p:cNvSpPr/>
            <p:nvPr/>
          </p:nvSpPr>
          <p:spPr>
            <a:xfrm>
              <a:off x="8847771" y="22196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6" name="pt59816"/>
            <p:cNvSpPr/>
            <p:nvPr/>
          </p:nvSpPr>
          <p:spPr>
            <a:xfrm>
              <a:off x="9635986" y="25256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7" name="pt59817"/>
            <p:cNvSpPr/>
            <p:nvPr/>
          </p:nvSpPr>
          <p:spPr>
            <a:xfrm>
              <a:off x="9217232" y="20590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8" name="pt59818"/>
            <p:cNvSpPr/>
            <p:nvPr/>
          </p:nvSpPr>
          <p:spPr>
            <a:xfrm>
              <a:off x="9310856" y="18344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9" name="pt59819"/>
            <p:cNvSpPr/>
            <p:nvPr/>
          </p:nvSpPr>
          <p:spPr>
            <a:xfrm>
              <a:off x="8383485" y="2485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0" name="pt59820"/>
            <p:cNvSpPr/>
            <p:nvPr/>
          </p:nvSpPr>
          <p:spPr>
            <a:xfrm>
              <a:off x="8595298" y="21637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1" name="pt59821"/>
            <p:cNvSpPr/>
            <p:nvPr/>
          </p:nvSpPr>
          <p:spPr>
            <a:xfrm>
              <a:off x="8913428" y="21428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2" name="pt59822"/>
            <p:cNvSpPr/>
            <p:nvPr/>
          </p:nvSpPr>
          <p:spPr>
            <a:xfrm>
              <a:off x="8612066" y="2336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3" name="pt59823"/>
            <p:cNvSpPr/>
            <p:nvPr/>
          </p:nvSpPr>
          <p:spPr>
            <a:xfrm>
              <a:off x="9574258" y="2326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4" name="pt59824"/>
            <p:cNvSpPr/>
            <p:nvPr/>
          </p:nvSpPr>
          <p:spPr>
            <a:xfrm>
              <a:off x="8532549" y="24178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5" name="pt59825"/>
            <p:cNvSpPr/>
            <p:nvPr/>
          </p:nvSpPr>
          <p:spPr>
            <a:xfrm>
              <a:off x="8688651" y="231532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6" name="pt59826"/>
            <p:cNvSpPr/>
            <p:nvPr/>
          </p:nvSpPr>
          <p:spPr>
            <a:xfrm>
              <a:off x="9568642" y="2188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7" name="pt59827"/>
            <p:cNvSpPr/>
            <p:nvPr/>
          </p:nvSpPr>
          <p:spPr>
            <a:xfrm>
              <a:off x="8383485" y="2613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8" name="pt59828"/>
            <p:cNvSpPr/>
            <p:nvPr/>
          </p:nvSpPr>
          <p:spPr>
            <a:xfrm>
              <a:off x="9146922" y="1953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9" name="pt59829"/>
            <p:cNvSpPr/>
            <p:nvPr/>
          </p:nvSpPr>
          <p:spPr>
            <a:xfrm>
              <a:off x="8556041" y="23825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0" name="pt59830"/>
            <p:cNvSpPr/>
            <p:nvPr/>
          </p:nvSpPr>
          <p:spPr>
            <a:xfrm>
              <a:off x="9143835" y="1961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1" name="pt59831"/>
            <p:cNvSpPr/>
            <p:nvPr/>
          </p:nvSpPr>
          <p:spPr>
            <a:xfrm>
              <a:off x="8996835" y="2003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2" name="pt59832"/>
            <p:cNvSpPr/>
            <p:nvPr/>
          </p:nvSpPr>
          <p:spPr>
            <a:xfrm>
              <a:off x="8839187" y="22019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3" name="pt59833"/>
            <p:cNvSpPr/>
            <p:nvPr/>
          </p:nvSpPr>
          <p:spPr>
            <a:xfrm>
              <a:off x="8961132" y="20912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4" name="pt59834"/>
            <p:cNvSpPr/>
            <p:nvPr/>
          </p:nvSpPr>
          <p:spPr>
            <a:xfrm>
              <a:off x="8654494" y="22934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5" name="pt59835"/>
            <p:cNvSpPr/>
            <p:nvPr/>
          </p:nvSpPr>
          <p:spPr>
            <a:xfrm>
              <a:off x="9461505" y="2090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6" name="pt59836"/>
            <p:cNvSpPr/>
            <p:nvPr/>
          </p:nvSpPr>
          <p:spPr>
            <a:xfrm>
              <a:off x="8871263" y="19697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7" name="pt59837"/>
            <p:cNvSpPr/>
            <p:nvPr/>
          </p:nvSpPr>
          <p:spPr>
            <a:xfrm>
              <a:off x="9138300" y="21193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8" name="pt59838"/>
            <p:cNvSpPr/>
            <p:nvPr/>
          </p:nvSpPr>
          <p:spPr>
            <a:xfrm>
              <a:off x="8576763" y="23767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9" name="pt59839"/>
            <p:cNvSpPr/>
            <p:nvPr/>
          </p:nvSpPr>
          <p:spPr>
            <a:xfrm>
              <a:off x="8874891" y="19994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0" name="pt59840"/>
            <p:cNvSpPr/>
            <p:nvPr/>
          </p:nvSpPr>
          <p:spPr>
            <a:xfrm>
              <a:off x="9066967" y="21566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1" name="pt59841"/>
            <p:cNvSpPr/>
            <p:nvPr/>
          </p:nvSpPr>
          <p:spPr>
            <a:xfrm>
              <a:off x="8641456" y="203773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2" name="pt59842"/>
            <p:cNvSpPr/>
            <p:nvPr/>
          </p:nvSpPr>
          <p:spPr>
            <a:xfrm>
              <a:off x="9062080" y="1792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3" name="pt59843"/>
            <p:cNvSpPr/>
            <p:nvPr/>
          </p:nvSpPr>
          <p:spPr>
            <a:xfrm>
              <a:off x="8717243" y="21751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4" name="pt59844"/>
            <p:cNvSpPr/>
            <p:nvPr/>
          </p:nvSpPr>
          <p:spPr>
            <a:xfrm>
              <a:off x="9480986" y="2053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5" name="pt59845"/>
            <p:cNvSpPr/>
            <p:nvPr/>
          </p:nvSpPr>
          <p:spPr>
            <a:xfrm>
              <a:off x="9250331" y="2264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6" name="pt59846"/>
            <p:cNvSpPr/>
            <p:nvPr/>
          </p:nvSpPr>
          <p:spPr>
            <a:xfrm>
              <a:off x="8383485" y="24834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7" name="pt59847"/>
            <p:cNvSpPr/>
            <p:nvPr/>
          </p:nvSpPr>
          <p:spPr>
            <a:xfrm>
              <a:off x="8741831" y="227893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8" name="pt59848"/>
            <p:cNvSpPr/>
            <p:nvPr/>
          </p:nvSpPr>
          <p:spPr>
            <a:xfrm>
              <a:off x="8904556" y="20234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9" name="pt59849"/>
            <p:cNvSpPr/>
            <p:nvPr/>
          </p:nvSpPr>
          <p:spPr>
            <a:xfrm>
              <a:off x="9097834" y="19347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0" name="pt59850"/>
            <p:cNvSpPr/>
            <p:nvPr/>
          </p:nvSpPr>
          <p:spPr>
            <a:xfrm>
              <a:off x="9066967" y="2214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1" name="pt59851"/>
            <p:cNvSpPr/>
            <p:nvPr/>
          </p:nvSpPr>
          <p:spPr>
            <a:xfrm>
              <a:off x="8576763" y="25045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2" name="pt59852"/>
            <p:cNvSpPr/>
            <p:nvPr/>
          </p:nvSpPr>
          <p:spPr>
            <a:xfrm>
              <a:off x="9607397" y="21557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3" name="pt59853"/>
            <p:cNvSpPr/>
            <p:nvPr/>
          </p:nvSpPr>
          <p:spPr>
            <a:xfrm>
              <a:off x="8612066" y="22462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4" name="pt59854"/>
            <p:cNvSpPr/>
            <p:nvPr/>
          </p:nvSpPr>
          <p:spPr>
            <a:xfrm>
              <a:off x="8973855" y="20911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5" name="pt59855"/>
            <p:cNvSpPr/>
            <p:nvPr/>
          </p:nvSpPr>
          <p:spPr>
            <a:xfrm>
              <a:off x="8794345" y="21596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6" name="pt59856"/>
            <p:cNvSpPr/>
            <p:nvPr/>
          </p:nvSpPr>
          <p:spPr>
            <a:xfrm>
              <a:off x="8998621" y="19806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7" name="pt59857"/>
            <p:cNvSpPr/>
            <p:nvPr/>
          </p:nvSpPr>
          <p:spPr>
            <a:xfrm>
              <a:off x="8666631" y="242361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8" name="pt59858"/>
            <p:cNvSpPr/>
            <p:nvPr/>
          </p:nvSpPr>
          <p:spPr>
            <a:xfrm>
              <a:off x="8977900" y="23164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9" name="pt59859"/>
            <p:cNvSpPr/>
            <p:nvPr/>
          </p:nvSpPr>
          <p:spPr>
            <a:xfrm>
              <a:off x="9051878" y="18295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0" name="pt59860"/>
            <p:cNvSpPr/>
            <p:nvPr/>
          </p:nvSpPr>
          <p:spPr>
            <a:xfrm>
              <a:off x="9688802" y="25044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1" name="pt59861"/>
            <p:cNvSpPr/>
            <p:nvPr/>
          </p:nvSpPr>
          <p:spPr>
            <a:xfrm>
              <a:off x="9260646" y="21051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2" name="pt59862"/>
            <p:cNvSpPr/>
            <p:nvPr/>
          </p:nvSpPr>
          <p:spPr>
            <a:xfrm>
              <a:off x="8666631" y="243283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3" name="pt59863"/>
            <p:cNvSpPr/>
            <p:nvPr/>
          </p:nvSpPr>
          <p:spPr>
            <a:xfrm>
              <a:off x="8749319" y="20003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4" name="pt59864"/>
            <p:cNvSpPr/>
            <p:nvPr/>
          </p:nvSpPr>
          <p:spPr>
            <a:xfrm>
              <a:off x="9254530" y="21934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5" name="pt59865"/>
            <p:cNvSpPr/>
            <p:nvPr/>
          </p:nvSpPr>
          <p:spPr>
            <a:xfrm>
              <a:off x="9139900" y="22040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6" name="pt59866"/>
            <p:cNvSpPr/>
            <p:nvPr/>
          </p:nvSpPr>
          <p:spPr>
            <a:xfrm>
              <a:off x="9241172" y="19063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7" name="pt59867"/>
            <p:cNvSpPr/>
            <p:nvPr/>
          </p:nvSpPr>
          <p:spPr>
            <a:xfrm>
              <a:off x="9038234" y="16452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8" name="pt59868"/>
            <p:cNvSpPr/>
            <p:nvPr/>
          </p:nvSpPr>
          <p:spPr>
            <a:xfrm>
              <a:off x="8532549" y="24783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9" name="pt59869"/>
            <p:cNvSpPr/>
            <p:nvPr/>
          </p:nvSpPr>
          <p:spPr>
            <a:xfrm>
              <a:off x="8688651" y="23081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0" name="pt59870"/>
            <p:cNvSpPr/>
            <p:nvPr/>
          </p:nvSpPr>
          <p:spPr>
            <a:xfrm>
              <a:off x="8434097" y="2289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1" name="pt59871"/>
            <p:cNvSpPr/>
            <p:nvPr/>
          </p:nvSpPr>
          <p:spPr>
            <a:xfrm>
              <a:off x="9515130" y="24821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2" name="pt59872"/>
            <p:cNvSpPr/>
            <p:nvPr/>
          </p:nvSpPr>
          <p:spPr>
            <a:xfrm>
              <a:off x="9010641" y="187488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3" name="pt59873"/>
            <p:cNvSpPr/>
            <p:nvPr/>
          </p:nvSpPr>
          <p:spPr>
            <a:xfrm>
              <a:off x="8434097" y="249900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4" name="pt59874"/>
            <p:cNvSpPr/>
            <p:nvPr/>
          </p:nvSpPr>
          <p:spPr>
            <a:xfrm>
              <a:off x="8981853" y="228756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5" name="pt59875"/>
            <p:cNvSpPr/>
            <p:nvPr/>
          </p:nvSpPr>
          <p:spPr>
            <a:xfrm>
              <a:off x="8932540" y="2114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6" name="pt59876"/>
            <p:cNvSpPr/>
            <p:nvPr/>
          </p:nvSpPr>
          <p:spPr>
            <a:xfrm>
              <a:off x="8383485" y="25621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7" name="pt59877"/>
            <p:cNvSpPr/>
            <p:nvPr/>
          </p:nvSpPr>
          <p:spPr>
            <a:xfrm>
              <a:off x="8717243" y="23947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8" name="pt59878"/>
            <p:cNvSpPr/>
            <p:nvPr/>
          </p:nvSpPr>
          <p:spPr>
            <a:xfrm>
              <a:off x="8312152" y="21735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9" name="pt59879"/>
            <p:cNvSpPr/>
            <p:nvPr/>
          </p:nvSpPr>
          <p:spPr>
            <a:xfrm>
              <a:off x="8749319" y="22820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0" name="pt59880"/>
            <p:cNvSpPr/>
            <p:nvPr/>
          </p:nvSpPr>
          <p:spPr>
            <a:xfrm>
              <a:off x="9086345" y="18528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1" name="pt59881"/>
            <p:cNvSpPr/>
            <p:nvPr/>
          </p:nvSpPr>
          <p:spPr>
            <a:xfrm>
              <a:off x="9350114" y="21569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2" name="pt59882"/>
            <p:cNvSpPr/>
            <p:nvPr/>
          </p:nvSpPr>
          <p:spPr>
            <a:xfrm>
              <a:off x="8947416" y="20152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3" name="pt59883"/>
            <p:cNvSpPr/>
            <p:nvPr/>
          </p:nvSpPr>
          <p:spPr>
            <a:xfrm>
              <a:off x="8741831" y="21502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4" name="pt59884"/>
            <p:cNvSpPr/>
            <p:nvPr/>
          </p:nvSpPr>
          <p:spPr>
            <a:xfrm>
              <a:off x="8312152" y="25864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5" name="pt59885"/>
            <p:cNvSpPr/>
            <p:nvPr/>
          </p:nvSpPr>
          <p:spPr>
            <a:xfrm>
              <a:off x="8843532" y="19331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6" name="pt59886"/>
            <p:cNvSpPr/>
            <p:nvPr/>
          </p:nvSpPr>
          <p:spPr>
            <a:xfrm>
              <a:off x="9310856" y="20966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7" name="pt59887"/>
            <p:cNvSpPr/>
            <p:nvPr/>
          </p:nvSpPr>
          <p:spPr>
            <a:xfrm>
              <a:off x="8434097" y="242920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8" name="pt59888"/>
            <p:cNvSpPr/>
            <p:nvPr/>
          </p:nvSpPr>
          <p:spPr>
            <a:xfrm>
              <a:off x="8830164" y="193998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9" name="pt59889"/>
            <p:cNvSpPr/>
            <p:nvPr/>
          </p:nvSpPr>
          <p:spPr>
            <a:xfrm>
              <a:off x="9432499" y="196779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0" name="pt59890"/>
            <p:cNvSpPr/>
            <p:nvPr/>
          </p:nvSpPr>
          <p:spPr>
            <a:xfrm>
              <a:off x="8505430" y="25357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1" name="pt59891"/>
            <p:cNvSpPr/>
            <p:nvPr/>
          </p:nvSpPr>
          <p:spPr>
            <a:xfrm>
              <a:off x="9146155" y="20471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2" name="pt59892"/>
            <p:cNvSpPr/>
            <p:nvPr/>
          </p:nvSpPr>
          <p:spPr>
            <a:xfrm>
              <a:off x="8825472" y="21303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3" name="pt59893"/>
            <p:cNvSpPr/>
            <p:nvPr/>
          </p:nvSpPr>
          <p:spPr>
            <a:xfrm>
              <a:off x="9489373" y="2569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4" name="pt59894"/>
            <p:cNvSpPr/>
            <p:nvPr/>
          </p:nvSpPr>
          <p:spPr>
            <a:xfrm>
              <a:off x="8725827" y="21753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5" name="pt59895"/>
            <p:cNvSpPr/>
            <p:nvPr/>
          </p:nvSpPr>
          <p:spPr>
            <a:xfrm>
              <a:off x="8576763" y="22416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6" name="pt59896"/>
            <p:cNvSpPr/>
            <p:nvPr/>
          </p:nvSpPr>
          <p:spPr>
            <a:xfrm>
              <a:off x="8383485" y="23359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7" name="pt59897"/>
            <p:cNvSpPr/>
            <p:nvPr/>
          </p:nvSpPr>
          <p:spPr>
            <a:xfrm>
              <a:off x="9135057" y="2076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8" name="pt59898"/>
            <p:cNvSpPr/>
            <p:nvPr/>
          </p:nvSpPr>
          <p:spPr>
            <a:xfrm>
              <a:off x="8383485" y="22675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9" name="pt59899"/>
            <p:cNvSpPr/>
            <p:nvPr/>
          </p:nvSpPr>
          <p:spPr>
            <a:xfrm>
              <a:off x="8979888" y="229340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0" name="pt59900"/>
            <p:cNvSpPr/>
            <p:nvPr/>
          </p:nvSpPr>
          <p:spPr>
            <a:xfrm>
              <a:off x="9024978" y="20028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1" name="pt59901"/>
            <p:cNvSpPr/>
            <p:nvPr/>
          </p:nvSpPr>
          <p:spPr>
            <a:xfrm>
              <a:off x="8612066" y="2197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2" name="pt59902"/>
            <p:cNvSpPr/>
            <p:nvPr/>
          </p:nvSpPr>
          <p:spPr>
            <a:xfrm>
              <a:off x="9130078" y="216300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3" name="pt59903"/>
            <p:cNvSpPr/>
            <p:nvPr/>
          </p:nvSpPr>
          <p:spPr>
            <a:xfrm>
              <a:off x="8830164" y="21597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4" name="pt59904"/>
            <p:cNvSpPr/>
            <p:nvPr/>
          </p:nvSpPr>
          <p:spPr>
            <a:xfrm>
              <a:off x="9329422" y="2163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5" name="pt59905"/>
            <p:cNvSpPr/>
            <p:nvPr/>
          </p:nvSpPr>
          <p:spPr>
            <a:xfrm>
              <a:off x="9324474" y="2221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6" name="pt59906"/>
            <p:cNvSpPr/>
            <p:nvPr/>
          </p:nvSpPr>
          <p:spPr>
            <a:xfrm>
              <a:off x="8989504" y="22368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7" name="pt59907"/>
            <p:cNvSpPr/>
            <p:nvPr/>
          </p:nvSpPr>
          <p:spPr>
            <a:xfrm>
              <a:off x="8312152" y="24154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8" name="pt59908"/>
            <p:cNvSpPr/>
            <p:nvPr/>
          </p:nvSpPr>
          <p:spPr>
            <a:xfrm>
              <a:off x="8641456" y="22147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9" name="pt59909"/>
            <p:cNvSpPr/>
            <p:nvPr/>
          </p:nvSpPr>
          <p:spPr>
            <a:xfrm>
              <a:off x="8312152" y="252606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0" name="pt59910"/>
            <p:cNvSpPr/>
            <p:nvPr/>
          </p:nvSpPr>
          <p:spPr>
            <a:xfrm>
              <a:off x="8654494" y="24525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1" name="pt59911"/>
            <p:cNvSpPr/>
            <p:nvPr/>
          </p:nvSpPr>
          <p:spPr>
            <a:xfrm>
              <a:off x="8839187" y="21981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2" name="pt59912"/>
            <p:cNvSpPr/>
            <p:nvPr/>
          </p:nvSpPr>
          <p:spPr>
            <a:xfrm>
              <a:off x="9244278" y="205523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3" name="pt59913"/>
            <p:cNvSpPr/>
            <p:nvPr/>
          </p:nvSpPr>
          <p:spPr>
            <a:xfrm>
              <a:off x="9435343" y="18675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4" name="pt59914"/>
            <p:cNvSpPr/>
            <p:nvPr/>
          </p:nvSpPr>
          <p:spPr>
            <a:xfrm>
              <a:off x="8734011" y="20649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5" name="pt59915"/>
            <p:cNvSpPr/>
            <p:nvPr/>
          </p:nvSpPr>
          <p:spPr>
            <a:xfrm>
              <a:off x="9376059" y="21729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6" name="pt59916"/>
            <p:cNvSpPr/>
            <p:nvPr/>
          </p:nvSpPr>
          <p:spPr>
            <a:xfrm>
              <a:off x="8708219" y="243091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7" name="pt59917"/>
            <p:cNvSpPr/>
            <p:nvPr/>
          </p:nvSpPr>
          <p:spPr>
            <a:xfrm>
              <a:off x="8942596" y="194336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8" name="pt59918"/>
            <p:cNvSpPr/>
            <p:nvPr/>
          </p:nvSpPr>
          <p:spPr>
            <a:xfrm>
              <a:off x="8830164" y="21390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9" name="pt59919"/>
            <p:cNvSpPr/>
            <p:nvPr/>
          </p:nvSpPr>
          <p:spPr>
            <a:xfrm>
              <a:off x="8898383" y="198879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0" name="pt59920"/>
            <p:cNvSpPr/>
            <p:nvPr/>
          </p:nvSpPr>
          <p:spPr>
            <a:xfrm>
              <a:off x="8612066" y="233486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1" name="pt59921"/>
            <p:cNvSpPr/>
            <p:nvPr/>
          </p:nvSpPr>
          <p:spPr>
            <a:xfrm>
              <a:off x="8312152" y="194895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2" name="pt59922"/>
            <p:cNvSpPr/>
            <p:nvPr/>
          </p:nvSpPr>
          <p:spPr>
            <a:xfrm>
              <a:off x="9069361" y="21477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3" name="pt59923"/>
            <p:cNvSpPr/>
            <p:nvPr/>
          </p:nvSpPr>
          <p:spPr>
            <a:xfrm>
              <a:off x="8717243" y="22286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4" name="pt59924"/>
            <p:cNvSpPr/>
            <p:nvPr/>
          </p:nvSpPr>
          <p:spPr>
            <a:xfrm>
              <a:off x="9536594" y="166718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5" name="pt59925"/>
            <p:cNvSpPr/>
            <p:nvPr/>
          </p:nvSpPr>
          <p:spPr>
            <a:xfrm>
              <a:off x="9160178" y="20870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6" name="pt59926"/>
            <p:cNvSpPr/>
            <p:nvPr/>
          </p:nvSpPr>
          <p:spPr>
            <a:xfrm>
              <a:off x="8312152" y="247171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7" name="pt59927"/>
            <p:cNvSpPr/>
            <p:nvPr/>
          </p:nvSpPr>
          <p:spPr>
            <a:xfrm>
              <a:off x="8312152" y="239589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8" name="pt59928"/>
            <p:cNvSpPr/>
            <p:nvPr/>
          </p:nvSpPr>
          <p:spPr>
            <a:xfrm>
              <a:off x="8434097" y="24138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9" name="pt59929"/>
            <p:cNvSpPr/>
            <p:nvPr/>
          </p:nvSpPr>
          <p:spPr>
            <a:xfrm>
              <a:off x="9230563" y="171895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0" name="pt59930"/>
            <p:cNvSpPr/>
            <p:nvPr/>
          </p:nvSpPr>
          <p:spPr>
            <a:xfrm>
              <a:off x="8505430" y="25925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1" name="pt59931"/>
            <p:cNvSpPr/>
            <p:nvPr/>
          </p:nvSpPr>
          <p:spPr>
            <a:xfrm>
              <a:off x="9175781" y="203381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2" name="pt59932"/>
            <p:cNvSpPr/>
            <p:nvPr/>
          </p:nvSpPr>
          <p:spPr>
            <a:xfrm>
              <a:off x="8641456" y="19583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3" name="pt59933"/>
            <p:cNvSpPr/>
            <p:nvPr/>
          </p:nvSpPr>
          <p:spPr>
            <a:xfrm>
              <a:off x="8505430" y="23852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4" name="pt59934"/>
            <p:cNvSpPr/>
            <p:nvPr/>
          </p:nvSpPr>
          <p:spPr>
            <a:xfrm>
              <a:off x="8505430" y="24102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5" name="pt59935"/>
            <p:cNvSpPr/>
            <p:nvPr/>
          </p:nvSpPr>
          <p:spPr>
            <a:xfrm>
              <a:off x="9095800" y="19656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6" name="pt59936"/>
            <p:cNvSpPr/>
            <p:nvPr/>
          </p:nvSpPr>
          <p:spPr>
            <a:xfrm>
              <a:off x="9237554" y="21002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7" name="pt59937"/>
            <p:cNvSpPr/>
            <p:nvPr/>
          </p:nvSpPr>
          <p:spPr>
            <a:xfrm>
              <a:off x="8688651" y="23060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8" name="pt59938"/>
            <p:cNvSpPr/>
            <p:nvPr/>
          </p:nvSpPr>
          <p:spPr>
            <a:xfrm>
              <a:off x="9055774" y="18587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9" name="pt59939"/>
            <p:cNvSpPr/>
            <p:nvPr/>
          </p:nvSpPr>
          <p:spPr>
            <a:xfrm>
              <a:off x="9577860" y="239399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0" name="pt59940"/>
            <p:cNvSpPr/>
            <p:nvPr/>
          </p:nvSpPr>
          <p:spPr>
            <a:xfrm>
              <a:off x="9109567" y="17191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1" name="pt59941"/>
            <p:cNvSpPr/>
            <p:nvPr/>
          </p:nvSpPr>
          <p:spPr>
            <a:xfrm>
              <a:off x="8312152" y="24290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2" name="pt59942"/>
            <p:cNvSpPr/>
            <p:nvPr/>
          </p:nvSpPr>
          <p:spPr>
            <a:xfrm>
              <a:off x="8666631" y="226438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3" name="pt59943"/>
            <p:cNvSpPr/>
            <p:nvPr/>
          </p:nvSpPr>
          <p:spPr>
            <a:xfrm>
              <a:off x="8949778" y="19560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4" name="pt59944"/>
            <p:cNvSpPr/>
            <p:nvPr/>
          </p:nvSpPr>
          <p:spPr>
            <a:xfrm>
              <a:off x="9062080" y="178181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5" name="pt59945"/>
            <p:cNvSpPr/>
            <p:nvPr/>
          </p:nvSpPr>
          <p:spPr>
            <a:xfrm>
              <a:off x="8935109" y="2149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6" name="pt59946"/>
            <p:cNvSpPr/>
            <p:nvPr/>
          </p:nvSpPr>
          <p:spPr>
            <a:xfrm>
              <a:off x="8383485" y="24784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7" name="pt59947"/>
            <p:cNvSpPr/>
            <p:nvPr/>
          </p:nvSpPr>
          <p:spPr>
            <a:xfrm>
              <a:off x="8839187" y="23259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8" name="pt59948"/>
            <p:cNvSpPr/>
            <p:nvPr/>
          </p:nvSpPr>
          <p:spPr>
            <a:xfrm>
              <a:off x="8505430" y="25002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9" name="pt59949"/>
            <p:cNvSpPr/>
            <p:nvPr/>
          </p:nvSpPr>
          <p:spPr>
            <a:xfrm>
              <a:off x="9018749" y="20495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0" name="pt59950"/>
            <p:cNvSpPr/>
            <p:nvPr/>
          </p:nvSpPr>
          <p:spPr>
            <a:xfrm>
              <a:off x="9160178" y="21165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1" name="pt59951"/>
            <p:cNvSpPr/>
            <p:nvPr/>
          </p:nvSpPr>
          <p:spPr>
            <a:xfrm>
              <a:off x="9094774" y="183610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2" name="pt59952"/>
            <p:cNvSpPr/>
            <p:nvPr/>
          </p:nvSpPr>
          <p:spPr>
            <a:xfrm>
              <a:off x="9097834" y="19439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3" name="pt59953"/>
            <p:cNvSpPr/>
            <p:nvPr/>
          </p:nvSpPr>
          <p:spPr>
            <a:xfrm>
              <a:off x="8794345" y="205531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4" name="pt59954"/>
            <p:cNvSpPr/>
            <p:nvPr/>
          </p:nvSpPr>
          <p:spPr>
            <a:xfrm>
              <a:off x="9095800" y="19358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5" name="pt59955"/>
            <p:cNvSpPr/>
            <p:nvPr/>
          </p:nvSpPr>
          <p:spPr>
            <a:xfrm>
              <a:off x="8434097" y="240145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6" name="pt59956"/>
            <p:cNvSpPr/>
            <p:nvPr/>
          </p:nvSpPr>
          <p:spPr>
            <a:xfrm>
              <a:off x="8965476" y="20844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7" name="pt59957"/>
            <p:cNvSpPr/>
            <p:nvPr/>
          </p:nvSpPr>
          <p:spPr>
            <a:xfrm>
              <a:off x="9130917" y="20886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8" name="pt59958"/>
            <p:cNvSpPr/>
            <p:nvPr/>
          </p:nvSpPr>
          <p:spPr>
            <a:xfrm>
              <a:off x="8473354" y="22622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9" name="pt59959"/>
            <p:cNvSpPr/>
            <p:nvPr/>
          </p:nvSpPr>
          <p:spPr>
            <a:xfrm>
              <a:off x="9117880" y="2054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0" name="pt59960"/>
            <p:cNvSpPr/>
            <p:nvPr/>
          </p:nvSpPr>
          <p:spPr>
            <a:xfrm>
              <a:off x="9244278" y="2150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1" name="pt59961"/>
            <p:cNvSpPr/>
            <p:nvPr/>
          </p:nvSpPr>
          <p:spPr>
            <a:xfrm>
              <a:off x="9143835" y="20172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2" name="pt59962"/>
            <p:cNvSpPr/>
            <p:nvPr/>
          </p:nvSpPr>
          <p:spPr>
            <a:xfrm>
              <a:off x="8505430" y="25770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3" name="pt59963"/>
            <p:cNvSpPr/>
            <p:nvPr/>
          </p:nvSpPr>
          <p:spPr>
            <a:xfrm>
              <a:off x="8995031" y="213896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4" name="pt59964"/>
            <p:cNvSpPr/>
            <p:nvPr/>
          </p:nvSpPr>
          <p:spPr>
            <a:xfrm>
              <a:off x="8763400" y="2147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5" name="pt59965"/>
            <p:cNvSpPr/>
            <p:nvPr/>
          </p:nvSpPr>
          <p:spPr>
            <a:xfrm>
              <a:off x="8383485" y="227844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6" name="pt59966"/>
            <p:cNvSpPr/>
            <p:nvPr/>
          </p:nvSpPr>
          <p:spPr>
            <a:xfrm>
              <a:off x="8677986" y="21290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7" name="pt59967"/>
            <p:cNvSpPr/>
            <p:nvPr/>
          </p:nvSpPr>
          <p:spPr>
            <a:xfrm>
              <a:off x="8505430" y="252726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8" name="pt59968"/>
            <p:cNvSpPr/>
            <p:nvPr/>
          </p:nvSpPr>
          <p:spPr>
            <a:xfrm>
              <a:off x="9381988" y="21202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9" name="pt59969"/>
            <p:cNvSpPr/>
            <p:nvPr/>
          </p:nvSpPr>
          <p:spPr>
            <a:xfrm>
              <a:off x="8825472" y="199839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0" name="pt59970"/>
            <p:cNvSpPr/>
            <p:nvPr/>
          </p:nvSpPr>
          <p:spPr>
            <a:xfrm>
              <a:off x="9332911" y="221816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1" name="pt59971"/>
            <p:cNvSpPr/>
            <p:nvPr/>
          </p:nvSpPr>
          <p:spPr>
            <a:xfrm>
              <a:off x="8904556" y="206157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2" name="pt59972"/>
            <p:cNvSpPr/>
            <p:nvPr/>
          </p:nvSpPr>
          <p:spPr>
            <a:xfrm>
              <a:off x="8383485" y="232408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3" name="pt59973"/>
            <p:cNvSpPr/>
            <p:nvPr/>
          </p:nvSpPr>
          <p:spPr>
            <a:xfrm>
              <a:off x="8612066" y="238563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4" name="pt59974"/>
            <p:cNvSpPr/>
            <p:nvPr/>
          </p:nvSpPr>
          <p:spPr>
            <a:xfrm>
              <a:off x="9201130" y="202694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5" name="pt59975"/>
            <p:cNvSpPr/>
            <p:nvPr/>
          </p:nvSpPr>
          <p:spPr>
            <a:xfrm>
              <a:off x="8312152" y="2552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6" name="pt59976"/>
            <p:cNvSpPr/>
            <p:nvPr/>
          </p:nvSpPr>
          <p:spPr>
            <a:xfrm>
              <a:off x="8977900" y="233737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7" name="pt59977"/>
            <p:cNvSpPr/>
            <p:nvPr/>
          </p:nvSpPr>
          <p:spPr>
            <a:xfrm>
              <a:off x="8627374" y="22621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8" name="pt59978"/>
            <p:cNvSpPr/>
            <p:nvPr/>
          </p:nvSpPr>
          <p:spPr>
            <a:xfrm>
              <a:off x="8901496" y="1553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9" name="pt59979"/>
            <p:cNvSpPr/>
            <p:nvPr/>
          </p:nvSpPr>
          <p:spPr>
            <a:xfrm>
              <a:off x="9092704" y="2016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0" name="pt59980"/>
            <p:cNvSpPr/>
            <p:nvPr/>
          </p:nvSpPr>
          <p:spPr>
            <a:xfrm>
              <a:off x="8505430" y="25432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1" name="pt59981"/>
            <p:cNvSpPr/>
            <p:nvPr/>
          </p:nvSpPr>
          <p:spPr>
            <a:xfrm>
              <a:off x="9205570" y="21108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2" name="pt59982"/>
            <p:cNvSpPr/>
            <p:nvPr/>
          </p:nvSpPr>
          <p:spPr>
            <a:xfrm>
              <a:off x="9229609" y="18470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3" name="pt59983"/>
            <p:cNvSpPr/>
            <p:nvPr/>
          </p:nvSpPr>
          <p:spPr>
            <a:xfrm>
              <a:off x="8805344" y="216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4" name="pt59984"/>
            <p:cNvSpPr/>
            <p:nvPr/>
          </p:nvSpPr>
          <p:spPr>
            <a:xfrm>
              <a:off x="8556041" y="24923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5" name="pt59985"/>
            <p:cNvSpPr/>
            <p:nvPr/>
          </p:nvSpPr>
          <p:spPr>
            <a:xfrm>
              <a:off x="8532549" y="2392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6" name="pt59986"/>
            <p:cNvSpPr/>
            <p:nvPr/>
          </p:nvSpPr>
          <p:spPr>
            <a:xfrm>
              <a:off x="8855955" y="22118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7" name="pt59987"/>
            <p:cNvSpPr/>
            <p:nvPr/>
          </p:nvSpPr>
          <p:spPr>
            <a:xfrm>
              <a:off x="8859909" y="2208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8" name="pt59988"/>
            <p:cNvSpPr/>
            <p:nvPr/>
          </p:nvSpPr>
          <p:spPr>
            <a:xfrm>
              <a:off x="9069361" y="21553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9" name="pt59989"/>
            <p:cNvSpPr/>
            <p:nvPr/>
          </p:nvSpPr>
          <p:spPr>
            <a:xfrm>
              <a:off x="9139900" y="21009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0" name="pt59990"/>
            <p:cNvSpPr/>
            <p:nvPr/>
          </p:nvSpPr>
          <p:spPr>
            <a:xfrm>
              <a:off x="9461505" y="20517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1" name="pt59991"/>
            <p:cNvSpPr/>
            <p:nvPr/>
          </p:nvSpPr>
          <p:spPr>
            <a:xfrm>
              <a:off x="8776438" y="21386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2" name="pt59992"/>
            <p:cNvSpPr/>
            <p:nvPr/>
          </p:nvSpPr>
          <p:spPr>
            <a:xfrm>
              <a:off x="9578717" y="21838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3" name="pt59993"/>
            <p:cNvSpPr/>
            <p:nvPr/>
          </p:nvSpPr>
          <p:spPr>
            <a:xfrm>
              <a:off x="9124084" y="217704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4" name="pt59994"/>
            <p:cNvSpPr/>
            <p:nvPr/>
          </p:nvSpPr>
          <p:spPr>
            <a:xfrm>
              <a:off x="8532549" y="252511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5" name="pt59995"/>
            <p:cNvSpPr/>
            <p:nvPr/>
          </p:nvSpPr>
          <p:spPr>
            <a:xfrm>
              <a:off x="9083077" y="18254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6" name="pt59996"/>
            <p:cNvSpPr/>
            <p:nvPr/>
          </p:nvSpPr>
          <p:spPr>
            <a:xfrm>
              <a:off x="8505430" y="248280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7" name="pt59997"/>
            <p:cNvSpPr/>
            <p:nvPr/>
          </p:nvSpPr>
          <p:spPr>
            <a:xfrm>
              <a:off x="8677986" y="240192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8" name="pt59998"/>
            <p:cNvSpPr/>
            <p:nvPr/>
          </p:nvSpPr>
          <p:spPr>
            <a:xfrm>
              <a:off x="8473354" y="242621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9" name="pt59999"/>
            <p:cNvSpPr/>
            <p:nvPr/>
          </p:nvSpPr>
          <p:spPr>
            <a:xfrm>
              <a:off x="8383485" y="253237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0" name="pt60000"/>
            <p:cNvSpPr/>
            <p:nvPr/>
          </p:nvSpPr>
          <p:spPr>
            <a:xfrm>
              <a:off x="8996835" y="20018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1" name="pt60001"/>
            <p:cNvSpPr/>
            <p:nvPr/>
          </p:nvSpPr>
          <p:spPr>
            <a:xfrm>
              <a:off x="9260646" y="211914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2" name="pt60002"/>
            <p:cNvSpPr/>
            <p:nvPr/>
          </p:nvSpPr>
          <p:spPr>
            <a:xfrm>
              <a:off x="9574258" y="23045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3" name="pt60003"/>
            <p:cNvSpPr/>
            <p:nvPr/>
          </p:nvSpPr>
          <p:spPr>
            <a:xfrm>
              <a:off x="8576763" y="238402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4" name="pt60004"/>
            <p:cNvSpPr/>
            <p:nvPr/>
          </p:nvSpPr>
          <p:spPr>
            <a:xfrm>
              <a:off x="9415399" y="21597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5" name="pt60005"/>
            <p:cNvSpPr/>
            <p:nvPr/>
          </p:nvSpPr>
          <p:spPr>
            <a:xfrm>
              <a:off x="8383485" y="24885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6" name="pt60006"/>
            <p:cNvSpPr/>
            <p:nvPr/>
          </p:nvSpPr>
          <p:spPr>
            <a:xfrm>
              <a:off x="8383485" y="233832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7" name="pt60007"/>
            <p:cNvSpPr/>
            <p:nvPr/>
          </p:nvSpPr>
          <p:spPr>
            <a:xfrm>
              <a:off x="8839187" y="210539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8" name="pt60008"/>
            <p:cNvSpPr/>
            <p:nvPr/>
          </p:nvSpPr>
          <p:spPr>
            <a:xfrm>
              <a:off x="8839187" y="236974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9" name="pt60009"/>
            <p:cNvSpPr/>
            <p:nvPr/>
          </p:nvSpPr>
          <p:spPr>
            <a:xfrm>
              <a:off x="9433552" y="173466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0" name="pt60010"/>
            <p:cNvSpPr/>
            <p:nvPr/>
          </p:nvSpPr>
          <p:spPr>
            <a:xfrm>
              <a:off x="9143835" y="201667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1" name="pt60011"/>
            <p:cNvSpPr/>
            <p:nvPr/>
          </p:nvSpPr>
          <p:spPr>
            <a:xfrm>
              <a:off x="8505430" y="227477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2" name="pt60012"/>
            <p:cNvSpPr/>
            <p:nvPr/>
          </p:nvSpPr>
          <p:spPr>
            <a:xfrm>
              <a:off x="9062080" y="180366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3" name="pt60013"/>
            <p:cNvSpPr/>
            <p:nvPr/>
          </p:nvSpPr>
          <p:spPr>
            <a:xfrm>
              <a:off x="9190113" y="192493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4" name="pt60014"/>
            <p:cNvSpPr/>
            <p:nvPr/>
          </p:nvSpPr>
          <p:spPr>
            <a:xfrm>
              <a:off x="8383485" y="241380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5" name="pt60015"/>
            <p:cNvSpPr/>
            <p:nvPr/>
          </p:nvSpPr>
          <p:spPr>
            <a:xfrm>
              <a:off x="8688651" y="24500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6" name="pt60016"/>
            <p:cNvSpPr/>
            <p:nvPr/>
          </p:nvSpPr>
          <p:spPr>
            <a:xfrm>
              <a:off x="8473354" y="2236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7" name="pt60017"/>
            <p:cNvSpPr/>
            <p:nvPr/>
          </p:nvSpPr>
          <p:spPr>
            <a:xfrm>
              <a:off x="8830164" y="19915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8" name="pt60018"/>
            <p:cNvSpPr/>
            <p:nvPr/>
          </p:nvSpPr>
          <p:spPr>
            <a:xfrm>
              <a:off x="8641456" y="20746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9" name="pt60019"/>
            <p:cNvSpPr/>
            <p:nvPr/>
          </p:nvSpPr>
          <p:spPr>
            <a:xfrm>
              <a:off x="8932540" y="223359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0" name="pt60020"/>
            <p:cNvSpPr/>
            <p:nvPr/>
          </p:nvSpPr>
          <p:spPr>
            <a:xfrm>
              <a:off x="9003873" y="197294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1" name="pt60021"/>
            <p:cNvSpPr/>
            <p:nvPr/>
          </p:nvSpPr>
          <p:spPr>
            <a:xfrm>
              <a:off x="8312152" y="23701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2" name="pt60022"/>
            <p:cNvSpPr/>
            <p:nvPr/>
          </p:nvSpPr>
          <p:spPr>
            <a:xfrm>
              <a:off x="8654494" y="250560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3" name="pt60023"/>
            <p:cNvSpPr/>
            <p:nvPr/>
          </p:nvSpPr>
          <p:spPr>
            <a:xfrm>
              <a:off x="9607397" y="218489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4" name="pt60024"/>
            <p:cNvSpPr/>
            <p:nvPr/>
          </p:nvSpPr>
          <p:spPr>
            <a:xfrm>
              <a:off x="9652594" y="236524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5" name="pt60025"/>
            <p:cNvSpPr/>
            <p:nvPr/>
          </p:nvSpPr>
          <p:spPr>
            <a:xfrm>
              <a:off x="9299019" y="17642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6" name="pt60026"/>
            <p:cNvSpPr/>
            <p:nvPr/>
          </p:nvSpPr>
          <p:spPr>
            <a:xfrm>
              <a:off x="8641456" y="205502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7" name="pt60027"/>
            <p:cNvSpPr/>
            <p:nvPr/>
          </p:nvSpPr>
          <p:spPr>
            <a:xfrm>
              <a:off x="8473354" y="244775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8" name="pt60028"/>
            <p:cNvSpPr/>
            <p:nvPr/>
          </p:nvSpPr>
          <p:spPr>
            <a:xfrm>
              <a:off x="8612066" y="243777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9" name="pt60029"/>
            <p:cNvSpPr/>
            <p:nvPr/>
          </p:nvSpPr>
          <p:spPr>
            <a:xfrm>
              <a:off x="8810596" y="214387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0" name="pt60030"/>
            <p:cNvSpPr/>
            <p:nvPr/>
          </p:nvSpPr>
          <p:spPr>
            <a:xfrm>
              <a:off x="9124084" y="227929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1" name="pt60031"/>
            <p:cNvSpPr/>
            <p:nvPr/>
          </p:nvSpPr>
          <p:spPr>
            <a:xfrm>
              <a:off x="8904556" y="1591378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2" name="pt60032"/>
            <p:cNvSpPr/>
            <p:nvPr/>
          </p:nvSpPr>
          <p:spPr>
            <a:xfrm>
              <a:off x="8977900" y="233392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3" name="pt60033"/>
            <p:cNvSpPr/>
            <p:nvPr/>
          </p:nvSpPr>
          <p:spPr>
            <a:xfrm>
              <a:off x="9329422" y="218263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4" name="pt60034"/>
            <p:cNvSpPr/>
            <p:nvPr/>
          </p:nvSpPr>
          <p:spPr>
            <a:xfrm>
              <a:off x="8312152" y="266279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5" name="pt60035"/>
            <p:cNvSpPr/>
            <p:nvPr/>
          </p:nvSpPr>
          <p:spPr>
            <a:xfrm>
              <a:off x="8505430" y="262595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6" name="pt60036"/>
            <p:cNvSpPr/>
            <p:nvPr/>
          </p:nvSpPr>
          <p:spPr>
            <a:xfrm>
              <a:off x="9291111" y="1945039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7" name="pt60037"/>
            <p:cNvSpPr/>
            <p:nvPr/>
          </p:nvSpPr>
          <p:spPr>
            <a:xfrm>
              <a:off x="8916289" y="190473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8" name="pt60038"/>
            <p:cNvSpPr/>
            <p:nvPr/>
          </p:nvSpPr>
          <p:spPr>
            <a:xfrm>
              <a:off x="9068168" y="2291744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9" name="pt60039"/>
            <p:cNvSpPr/>
            <p:nvPr/>
          </p:nvSpPr>
          <p:spPr>
            <a:xfrm>
              <a:off x="9279262" y="20662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0" name="pt60040"/>
            <p:cNvSpPr/>
            <p:nvPr/>
          </p:nvSpPr>
          <p:spPr>
            <a:xfrm>
              <a:off x="9045188" y="18627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1" name="pt60041"/>
            <p:cNvSpPr/>
            <p:nvPr/>
          </p:nvSpPr>
          <p:spPr>
            <a:xfrm>
              <a:off x="8847771" y="204475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2" name="pt60042"/>
            <p:cNvSpPr/>
            <p:nvPr/>
          </p:nvSpPr>
          <p:spPr>
            <a:xfrm>
              <a:off x="8851911" y="2052382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3" name="pt60043"/>
            <p:cNvSpPr/>
            <p:nvPr/>
          </p:nvSpPr>
          <p:spPr>
            <a:xfrm>
              <a:off x="8612066" y="228052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4" name="pt60044"/>
            <p:cNvSpPr/>
            <p:nvPr/>
          </p:nvSpPr>
          <p:spPr>
            <a:xfrm>
              <a:off x="9208828" y="206378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5" name="pt60045"/>
            <p:cNvSpPr/>
            <p:nvPr/>
          </p:nvSpPr>
          <p:spPr>
            <a:xfrm>
              <a:off x="8434097" y="2381261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6" name="pt60046"/>
            <p:cNvSpPr/>
            <p:nvPr/>
          </p:nvSpPr>
          <p:spPr>
            <a:xfrm>
              <a:off x="9603616" y="2505017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7" name="pt60047"/>
            <p:cNvSpPr/>
            <p:nvPr/>
          </p:nvSpPr>
          <p:spPr>
            <a:xfrm>
              <a:off x="8473354" y="23882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8" name="pt60048"/>
            <p:cNvSpPr/>
            <p:nvPr/>
          </p:nvSpPr>
          <p:spPr>
            <a:xfrm>
              <a:off x="9057053" y="1839726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9" name="pt60049"/>
            <p:cNvSpPr/>
            <p:nvPr/>
          </p:nvSpPr>
          <p:spPr>
            <a:xfrm>
              <a:off x="8878445" y="1869523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0" name="pt60050"/>
            <p:cNvSpPr/>
            <p:nvPr/>
          </p:nvSpPr>
          <p:spPr>
            <a:xfrm>
              <a:off x="8312152" y="240225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1" name="pt60051"/>
            <p:cNvSpPr/>
            <p:nvPr/>
          </p:nvSpPr>
          <p:spPr>
            <a:xfrm>
              <a:off x="9253280" y="214000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2" name="pt60052"/>
            <p:cNvSpPr/>
            <p:nvPr/>
          </p:nvSpPr>
          <p:spPr>
            <a:xfrm>
              <a:off x="8794345" y="2062970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3" name="pt60053"/>
            <p:cNvSpPr/>
            <p:nvPr/>
          </p:nvSpPr>
          <p:spPr>
            <a:xfrm>
              <a:off x="9254530" y="2054045"/>
              <a:ext cx="17667" cy="17667"/>
            </a:xfrm>
            <a:prstGeom prst="ellipse">
              <a:avLst/>
            </a:prstGeom>
            <a:solidFill>
              <a:srgbClr val="0072B2">
                <a:alpha val="5882"/>
              </a:srgbClr>
            </a:solidFill>
            <a:ln w="8181" cap="rnd">
              <a:solidFill>
                <a:srgbClr val="0072B2">
                  <a:alpha val="5882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4" name="pl60054"/>
            <p:cNvSpPr/>
            <p:nvPr/>
          </p:nvSpPr>
          <p:spPr>
            <a:xfrm>
              <a:off x="8320986" y="1931011"/>
              <a:ext cx="1666175" cy="627264"/>
            </a:xfrm>
            <a:custGeom>
              <a:avLst/>
              <a:pathLst>
                <a:path w="1666175" h="627264">
                  <a:moveTo>
                    <a:pt x="0" y="514698"/>
                  </a:moveTo>
                  <a:lnTo>
                    <a:pt x="21090" y="507074"/>
                  </a:lnTo>
                  <a:lnTo>
                    <a:pt x="42181" y="499407"/>
                  </a:lnTo>
                  <a:lnTo>
                    <a:pt x="63272" y="491656"/>
                  </a:lnTo>
                  <a:lnTo>
                    <a:pt x="84363" y="483777"/>
                  </a:lnTo>
                  <a:lnTo>
                    <a:pt x="105454" y="475729"/>
                  </a:lnTo>
                  <a:lnTo>
                    <a:pt x="126544" y="467469"/>
                  </a:lnTo>
                  <a:lnTo>
                    <a:pt x="147635" y="458954"/>
                  </a:lnTo>
                  <a:lnTo>
                    <a:pt x="168726" y="450143"/>
                  </a:lnTo>
                  <a:lnTo>
                    <a:pt x="189817" y="440992"/>
                  </a:lnTo>
                  <a:lnTo>
                    <a:pt x="210908" y="431459"/>
                  </a:lnTo>
                  <a:lnTo>
                    <a:pt x="231999" y="421503"/>
                  </a:lnTo>
                  <a:lnTo>
                    <a:pt x="253089" y="411080"/>
                  </a:lnTo>
                  <a:lnTo>
                    <a:pt x="274180" y="400148"/>
                  </a:lnTo>
                  <a:lnTo>
                    <a:pt x="295271" y="388664"/>
                  </a:lnTo>
                  <a:lnTo>
                    <a:pt x="316362" y="376587"/>
                  </a:lnTo>
                  <a:lnTo>
                    <a:pt x="337453" y="363874"/>
                  </a:lnTo>
                  <a:lnTo>
                    <a:pt x="358544" y="350482"/>
                  </a:lnTo>
                  <a:lnTo>
                    <a:pt x="379634" y="336370"/>
                  </a:lnTo>
                  <a:lnTo>
                    <a:pt x="400725" y="321493"/>
                  </a:lnTo>
                  <a:lnTo>
                    <a:pt x="421816" y="305812"/>
                  </a:lnTo>
                  <a:lnTo>
                    <a:pt x="442907" y="289282"/>
                  </a:lnTo>
                  <a:lnTo>
                    <a:pt x="463998" y="271861"/>
                  </a:lnTo>
                  <a:lnTo>
                    <a:pt x="485089" y="253507"/>
                  </a:lnTo>
                  <a:lnTo>
                    <a:pt x="506179" y="234178"/>
                  </a:lnTo>
                  <a:lnTo>
                    <a:pt x="527270" y="213831"/>
                  </a:lnTo>
                  <a:lnTo>
                    <a:pt x="548361" y="192411"/>
                  </a:lnTo>
                  <a:lnTo>
                    <a:pt x="569452" y="169853"/>
                  </a:lnTo>
                  <a:lnTo>
                    <a:pt x="590543" y="146087"/>
                  </a:lnTo>
                  <a:lnTo>
                    <a:pt x="611634" y="121046"/>
                  </a:lnTo>
                  <a:lnTo>
                    <a:pt x="632724" y="94662"/>
                  </a:lnTo>
                  <a:lnTo>
                    <a:pt x="653815" y="66877"/>
                  </a:lnTo>
                  <a:lnTo>
                    <a:pt x="674906" y="39062"/>
                  </a:lnTo>
                  <a:lnTo>
                    <a:pt x="695997" y="15528"/>
                  </a:lnTo>
                  <a:lnTo>
                    <a:pt x="717088" y="950"/>
                  </a:lnTo>
                  <a:lnTo>
                    <a:pt x="738179" y="0"/>
                  </a:lnTo>
                  <a:lnTo>
                    <a:pt x="759269" y="16328"/>
                  </a:lnTo>
                  <a:lnTo>
                    <a:pt x="780360" y="44439"/>
                  </a:lnTo>
                  <a:lnTo>
                    <a:pt x="801451" y="74024"/>
                  </a:lnTo>
                  <a:lnTo>
                    <a:pt x="822542" y="94758"/>
                  </a:lnTo>
                  <a:lnTo>
                    <a:pt x="843633" y="101015"/>
                  </a:lnTo>
                  <a:lnTo>
                    <a:pt x="864724" y="97117"/>
                  </a:lnTo>
                  <a:lnTo>
                    <a:pt x="885814" y="88652"/>
                  </a:lnTo>
                  <a:lnTo>
                    <a:pt x="906905" y="81207"/>
                  </a:lnTo>
                  <a:lnTo>
                    <a:pt x="927996" y="79019"/>
                  </a:lnTo>
                  <a:lnTo>
                    <a:pt x="949087" y="82153"/>
                  </a:lnTo>
                  <a:lnTo>
                    <a:pt x="970178" y="89871"/>
                  </a:lnTo>
                  <a:lnTo>
                    <a:pt x="991268" y="101435"/>
                  </a:lnTo>
                  <a:lnTo>
                    <a:pt x="1012359" y="116046"/>
                  </a:lnTo>
                  <a:lnTo>
                    <a:pt x="1033450" y="132713"/>
                  </a:lnTo>
                  <a:lnTo>
                    <a:pt x="1054541" y="150407"/>
                  </a:lnTo>
                  <a:lnTo>
                    <a:pt x="1075632" y="168096"/>
                  </a:lnTo>
                  <a:lnTo>
                    <a:pt x="1096723" y="184752"/>
                  </a:lnTo>
                  <a:lnTo>
                    <a:pt x="1117813" y="199430"/>
                  </a:lnTo>
                  <a:lnTo>
                    <a:pt x="1138904" y="212101"/>
                  </a:lnTo>
                  <a:lnTo>
                    <a:pt x="1159995" y="223293"/>
                  </a:lnTo>
                  <a:lnTo>
                    <a:pt x="1181086" y="233539"/>
                  </a:lnTo>
                  <a:lnTo>
                    <a:pt x="1202177" y="243372"/>
                  </a:lnTo>
                  <a:lnTo>
                    <a:pt x="1223268" y="253327"/>
                  </a:lnTo>
                  <a:lnTo>
                    <a:pt x="1244358" y="263936"/>
                  </a:lnTo>
                  <a:lnTo>
                    <a:pt x="1265449" y="275558"/>
                  </a:lnTo>
                  <a:lnTo>
                    <a:pt x="1286540" y="288187"/>
                  </a:lnTo>
                  <a:lnTo>
                    <a:pt x="1307631" y="301771"/>
                  </a:lnTo>
                  <a:lnTo>
                    <a:pt x="1328722" y="316254"/>
                  </a:lnTo>
                  <a:lnTo>
                    <a:pt x="1349813" y="331586"/>
                  </a:lnTo>
                  <a:lnTo>
                    <a:pt x="1370903" y="347712"/>
                  </a:lnTo>
                  <a:lnTo>
                    <a:pt x="1391994" y="364581"/>
                  </a:lnTo>
                  <a:lnTo>
                    <a:pt x="1413085" y="382138"/>
                  </a:lnTo>
                  <a:lnTo>
                    <a:pt x="1434176" y="400330"/>
                  </a:lnTo>
                  <a:lnTo>
                    <a:pt x="1455267" y="419106"/>
                  </a:lnTo>
                  <a:lnTo>
                    <a:pt x="1476358" y="438412"/>
                  </a:lnTo>
                  <a:lnTo>
                    <a:pt x="1497448" y="458194"/>
                  </a:lnTo>
                  <a:lnTo>
                    <a:pt x="1518539" y="478401"/>
                  </a:lnTo>
                  <a:lnTo>
                    <a:pt x="1539630" y="498978"/>
                  </a:lnTo>
                  <a:lnTo>
                    <a:pt x="1560721" y="519873"/>
                  </a:lnTo>
                  <a:lnTo>
                    <a:pt x="1581812" y="541033"/>
                  </a:lnTo>
                  <a:lnTo>
                    <a:pt x="1602903" y="562406"/>
                  </a:lnTo>
                  <a:lnTo>
                    <a:pt x="1623993" y="583937"/>
                  </a:lnTo>
                  <a:lnTo>
                    <a:pt x="1645084" y="605574"/>
                  </a:lnTo>
                  <a:lnTo>
                    <a:pt x="1666175" y="627264"/>
                  </a:lnTo>
                </a:path>
              </a:pathLst>
            </a:custGeom>
            <a:ln w="18970" cap="flat">
              <a:solidFill>
                <a:srgbClr val="007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5" name="tx60055"/>
            <p:cNvSpPr/>
            <p:nvPr/>
          </p:nvSpPr>
          <p:spPr>
            <a:xfrm>
              <a:off x="4496175" y="909502"/>
              <a:ext cx="1355140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Accumulated warming</a:t>
              </a:r>
            </a:p>
          </p:txBody>
        </p:sp>
        <p:sp>
          <p:nvSpPr>
            <p:cNvPr id="60056" name="tx60056"/>
            <p:cNvSpPr/>
            <p:nvPr/>
          </p:nvSpPr>
          <p:spPr>
            <a:xfrm>
              <a:off x="6392231" y="909502"/>
              <a:ext cx="1058875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Annual variability</a:t>
              </a:r>
            </a:p>
          </p:txBody>
        </p:sp>
        <p:sp>
          <p:nvSpPr>
            <p:cNvPr id="60057" name="tx60057"/>
            <p:cNvSpPr/>
            <p:nvPr/>
          </p:nvSpPr>
          <p:spPr>
            <a:xfrm>
              <a:off x="8288287" y="909502"/>
              <a:ext cx="78373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Survey effort</a:t>
              </a:r>
            </a:p>
          </p:txBody>
        </p:sp>
        <p:sp>
          <p:nvSpPr>
            <p:cNvPr id="60058" name="pl60058"/>
            <p:cNvSpPr/>
            <p:nvPr/>
          </p:nvSpPr>
          <p:spPr>
            <a:xfrm>
              <a:off x="4445565" y="321166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9" name="pl60059"/>
            <p:cNvSpPr/>
            <p:nvPr/>
          </p:nvSpPr>
          <p:spPr>
            <a:xfrm>
              <a:off x="4914507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0" name="pl60060"/>
            <p:cNvSpPr/>
            <p:nvPr/>
          </p:nvSpPr>
          <p:spPr>
            <a:xfrm>
              <a:off x="5410528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1" name="pl60061"/>
            <p:cNvSpPr/>
            <p:nvPr/>
          </p:nvSpPr>
          <p:spPr>
            <a:xfrm>
              <a:off x="5906550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2" name="tx60062"/>
            <p:cNvSpPr/>
            <p:nvPr/>
          </p:nvSpPr>
          <p:spPr>
            <a:xfrm>
              <a:off x="4869336" y="3268597"/>
              <a:ext cx="9034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-2</a:t>
              </a:r>
            </a:p>
          </p:txBody>
        </p:sp>
        <p:sp>
          <p:nvSpPr>
            <p:cNvPr id="60063" name="tx60063"/>
            <p:cNvSpPr/>
            <p:nvPr/>
          </p:nvSpPr>
          <p:spPr>
            <a:xfrm>
              <a:off x="5382273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0064" name="tx60064"/>
            <p:cNvSpPr/>
            <p:nvPr/>
          </p:nvSpPr>
          <p:spPr>
            <a:xfrm>
              <a:off x="5878295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60065" name="pl60065"/>
            <p:cNvSpPr/>
            <p:nvPr/>
          </p:nvSpPr>
          <p:spPr>
            <a:xfrm>
              <a:off x="6341621" y="321166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6" name="pl60066"/>
            <p:cNvSpPr/>
            <p:nvPr/>
          </p:nvSpPr>
          <p:spPr>
            <a:xfrm>
              <a:off x="6739233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7" name="pl60067"/>
            <p:cNvSpPr/>
            <p:nvPr/>
          </p:nvSpPr>
          <p:spPr>
            <a:xfrm>
              <a:off x="7154547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8" name="pl60068"/>
            <p:cNvSpPr/>
            <p:nvPr/>
          </p:nvSpPr>
          <p:spPr>
            <a:xfrm>
              <a:off x="7569861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9" name="pl60069"/>
            <p:cNvSpPr/>
            <p:nvPr/>
          </p:nvSpPr>
          <p:spPr>
            <a:xfrm>
              <a:off x="7985174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0" name="tx60070"/>
            <p:cNvSpPr/>
            <p:nvPr/>
          </p:nvSpPr>
          <p:spPr>
            <a:xfrm>
              <a:off x="6651679" y="3268597"/>
              <a:ext cx="17510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-2.5</a:t>
              </a:r>
            </a:p>
          </p:txBody>
        </p:sp>
        <p:sp>
          <p:nvSpPr>
            <p:cNvPr id="60071" name="tx60071"/>
            <p:cNvSpPr/>
            <p:nvPr/>
          </p:nvSpPr>
          <p:spPr>
            <a:xfrm>
              <a:off x="7083910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60072" name="tx60072"/>
            <p:cNvSpPr/>
            <p:nvPr/>
          </p:nvSpPr>
          <p:spPr>
            <a:xfrm>
              <a:off x="7499223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60073" name="tx60073"/>
            <p:cNvSpPr/>
            <p:nvPr/>
          </p:nvSpPr>
          <p:spPr>
            <a:xfrm>
              <a:off x="7914537" y="3268597"/>
              <a:ext cx="1412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60074" name="pl60074"/>
            <p:cNvSpPr/>
            <p:nvPr/>
          </p:nvSpPr>
          <p:spPr>
            <a:xfrm>
              <a:off x="8237677" y="3211661"/>
              <a:ext cx="1832793" cy="0"/>
            </a:xfrm>
            <a:custGeom>
              <a:avLst/>
              <a:pathLst>
                <a:path w="1832793" h="0">
                  <a:moveTo>
                    <a:pt x="0" y="0"/>
                  </a:moveTo>
                  <a:lnTo>
                    <a:pt x="1832793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5" name="pl60075"/>
            <p:cNvSpPr/>
            <p:nvPr/>
          </p:nvSpPr>
          <p:spPr>
            <a:xfrm>
              <a:off x="8586915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6" name="pl60076"/>
            <p:cNvSpPr/>
            <p:nvPr/>
          </p:nvSpPr>
          <p:spPr>
            <a:xfrm>
              <a:off x="8940248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7" name="pl60077"/>
            <p:cNvSpPr/>
            <p:nvPr/>
          </p:nvSpPr>
          <p:spPr>
            <a:xfrm>
              <a:off x="9293582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8" name="pl60078"/>
            <p:cNvSpPr/>
            <p:nvPr/>
          </p:nvSpPr>
          <p:spPr>
            <a:xfrm>
              <a:off x="9646915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9" name="pl60079"/>
            <p:cNvSpPr/>
            <p:nvPr/>
          </p:nvSpPr>
          <p:spPr>
            <a:xfrm>
              <a:off x="10000249" y="3211661"/>
              <a:ext cx="0" cy="31631"/>
            </a:xfrm>
            <a:custGeom>
              <a:avLst/>
              <a:pathLst>
                <a:path w="0" h="31631">
                  <a:moveTo>
                    <a:pt x="0" y="31631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0" name="tx60080"/>
            <p:cNvSpPr/>
            <p:nvPr/>
          </p:nvSpPr>
          <p:spPr>
            <a:xfrm>
              <a:off x="8541744" y="3268597"/>
              <a:ext cx="9034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-1</a:t>
              </a:r>
            </a:p>
          </p:txBody>
        </p:sp>
        <p:sp>
          <p:nvSpPr>
            <p:cNvPr id="60081" name="tx60081"/>
            <p:cNvSpPr/>
            <p:nvPr/>
          </p:nvSpPr>
          <p:spPr>
            <a:xfrm>
              <a:off x="8911994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0082" name="tx60082"/>
            <p:cNvSpPr/>
            <p:nvPr/>
          </p:nvSpPr>
          <p:spPr>
            <a:xfrm>
              <a:off x="9265327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0083" name="tx60083"/>
            <p:cNvSpPr/>
            <p:nvPr/>
          </p:nvSpPr>
          <p:spPr>
            <a:xfrm>
              <a:off x="9618660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60084" name="tx60084"/>
            <p:cNvSpPr/>
            <p:nvPr/>
          </p:nvSpPr>
          <p:spPr>
            <a:xfrm>
              <a:off x="9971994" y="3268597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60085" name="pl60085"/>
            <p:cNvSpPr/>
            <p:nvPr/>
          </p:nvSpPr>
          <p:spPr>
            <a:xfrm>
              <a:off x="4445565" y="1064445"/>
              <a:ext cx="0" cy="2147216"/>
            </a:xfrm>
            <a:custGeom>
              <a:avLst/>
              <a:pathLst>
                <a:path w="0" h="2147216">
                  <a:moveTo>
                    <a:pt x="0" y="2147216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6" name="tx60086"/>
            <p:cNvSpPr/>
            <p:nvPr/>
          </p:nvSpPr>
          <p:spPr>
            <a:xfrm>
              <a:off x="4298286" y="3111372"/>
              <a:ext cx="9034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-2</a:t>
              </a:r>
            </a:p>
          </p:txBody>
        </p:sp>
        <p:sp>
          <p:nvSpPr>
            <p:cNvPr id="60087" name="tx60087"/>
            <p:cNvSpPr/>
            <p:nvPr/>
          </p:nvSpPr>
          <p:spPr>
            <a:xfrm>
              <a:off x="4298286" y="2589698"/>
              <a:ext cx="9034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-1</a:t>
              </a:r>
            </a:p>
          </p:txBody>
        </p:sp>
        <p:sp>
          <p:nvSpPr>
            <p:cNvPr id="60088" name="tx60088"/>
            <p:cNvSpPr/>
            <p:nvPr/>
          </p:nvSpPr>
          <p:spPr>
            <a:xfrm>
              <a:off x="4332119" y="2068025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0089" name="tx60089"/>
            <p:cNvSpPr/>
            <p:nvPr/>
          </p:nvSpPr>
          <p:spPr>
            <a:xfrm>
              <a:off x="4332119" y="1546352"/>
              <a:ext cx="565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0090" name="pl60090"/>
            <p:cNvSpPr/>
            <p:nvPr/>
          </p:nvSpPr>
          <p:spPr>
            <a:xfrm>
              <a:off x="4413934" y="314776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1" name="pl60091"/>
            <p:cNvSpPr/>
            <p:nvPr/>
          </p:nvSpPr>
          <p:spPr>
            <a:xfrm>
              <a:off x="4413934" y="2626091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2" name="pl60092"/>
            <p:cNvSpPr/>
            <p:nvPr/>
          </p:nvSpPr>
          <p:spPr>
            <a:xfrm>
              <a:off x="4413934" y="2104418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3" name="pl60093"/>
            <p:cNvSpPr/>
            <p:nvPr/>
          </p:nvSpPr>
          <p:spPr>
            <a:xfrm>
              <a:off x="4413934" y="1582745"/>
              <a:ext cx="31631" cy="0"/>
            </a:xfrm>
            <a:custGeom>
              <a:avLst/>
              <a:pathLst>
                <a:path w="31631" h="0">
                  <a:moveTo>
                    <a:pt x="0" y="0"/>
                  </a:moveTo>
                  <a:lnTo>
                    <a:pt x="31631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4" name="tx60094"/>
            <p:cNvSpPr/>
            <p:nvPr/>
          </p:nvSpPr>
          <p:spPr>
            <a:xfrm>
              <a:off x="6618669" y="3394412"/>
              <a:ext cx="1278696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Standardised predictor</a:t>
              </a:r>
            </a:p>
          </p:txBody>
        </p:sp>
        <p:sp>
          <p:nvSpPr>
            <p:cNvPr id="60095" name="tx60095"/>
            <p:cNvSpPr/>
            <p:nvPr/>
          </p:nvSpPr>
          <p:spPr>
            <a:xfrm rot="-5400000">
              <a:off x="3372783" y="2092561"/>
              <a:ext cx="164335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SHAP contribution (log-odds)</a:t>
              </a:r>
            </a:p>
          </p:txBody>
        </p:sp>
        <p:sp>
          <p:nvSpPr>
            <p:cNvPr id="60096" name="tx60096"/>
            <p:cNvSpPr/>
            <p:nvPr/>
          </p:nvSpPr>
          <p:spPr>
            <a:xfrm>
              <a:off x="4445565" y="674105"/>
              <a:ext cx="2509022" cy="835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19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Monotone increasing for both warming and effort</a:t>
              </a:r>
            </a:p>
          </p:txBody>
        </p:sp>
        <p:sp>
          <p:nvSpPr>
            <p:cNvPr id="60097" name="tx60097"/>
            <p:cNvSpPr/>
            <p:nvPr/>
          </p:nvSpPr>
          <p:spPr>
            <a:xfrm>
              <a:off x="4445565" y="481363"/>
              <a:ext cx="8307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Dependence</a:t>
              </a:r>
            </a:p>
          </p:txBody>
        </p:sp>
        <p:sp>
          <p:nvSpPr>
            <p:cNvPr id="60098" name="tx60098"/>
            <p:cNvSpPr/>
            <p:nvPr/>
          </p:nvSpPr>
          <p:spPr>
            <a:xfrm>
              <a:off x="4048113" y="345757"/>
              <a:ext cx="100858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2026-09-22T13:09:50Z</dcterms:modified>
  <cp:category/>
</cp:coreProperties>
</file>